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8.xml" ContentType="application/vnd.openxmlformats-officedocument.presentationml.tags+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9.xml" ContentType="application/vnd.openxmlformats-officedocument.presentationml.tags+xml"/>
  <Override PartName="/ppt/notesSlides/notesSlide10.xml" ContentType="application/vnd.openxmlformats-officedocument.presentationml.notesSlide+xml"/>
  <Override PartName="/ppt/tags/tag10.xml" ContentType="application/vnd.openxmlformats-officedocument.presentationml.tags+xml"/>
  <Override PartName="/ppt/notesSlides/notesSlide11.xml" ContentType="application/vnd.openxmlformats-officedocument.presentationml.notesSlide+xml"/>
  <Override PartName="/ppt/tags/tag11.xml" ContentType="application/vnd.openxmlformats-officedocument.presentationml.tags+xml"/>
  <Override PartName="/ppt/notesSlides/notesSlide12.xml" ContentType="application/vnd.openxmlformats-officedocument.presentationml.notesSlide+xml"/>
  <Override PartName="/ppt/tags/tag12.xml" ContentType="application/vnd.openxmlformats-officedocument.presentationml.tags+xml"/>
  <Override PartName="/ppt/notesSlides/notesSlide13.xml" ContentType="application/vnd.openxmlformats-officedocument.presentationml.notesSlide+xml"/>
  <Override PartName="/ppt/tags/tag13.xml" ContentType="application/vnd.openxmlformats-officedocument.presentationml.tags+xml"/>
  <Override PartName="/ppt/notesSlides/notesSlide14.xml" ContentType="application/vnd.openxmlformats-officedocument.presentationml.notesSlide+xml"/>
  <Override PartName="/ppt/tags/tag14.xml" ContentType="application/vnd.openxmlformats-officedocument.presentationml.tags+xml"/>
  <Override PartName="/ppt/notesSlides/notesSlide15.xml" ContentType="application/vnd.openxmlformats-officedocument.presentationml.notesSlide+xml"/>
  <Override PartName="/ppt/tags/tag15.xml" ContentType="application/vnd.openxmlformats-officedocument.presentationml.tags+xml"/>
  <Override PartName="/ppt/notesSlides/notesSlide16.xml" ContentType="application/vnd.openxmlformats-officedocument.presentationml.notesSlide+xml"/>
  <Override PartName="/ppt/tags/tag16.xml" ContentType="application/vnd.openxmlformats-officedocument.presentationml.tags+xml"/>
  <Override PartName="/ppt/notesSlides/notesSlide17.xml" ContentType="application/vnd.openxmlformats-officedocument.presentationml.notesSlide+xml"/>
  <Override PartName="/ppt/tags/tag17.xml" ContentType="application/vnd.openxmlformats-officedocument.presentationml.tags+xml"/>
  <Override PartName="/ppt/notesSlides/notesSlide18.xml" ContentType="application/vnd.openxmlformats-officedocument.presentationml.notesSlide+xml"/>
  <Override PartName="/ppt/tags/tag18.xml" ContentType="application/vnd.openxmlformats-officedocument.presentationml.tags+xml"/>
  <Override PartName="/ppt/notesSlides/notesSlide19.xml" ContentType="application/vnd.openxmlformats-officedocument.presentationml.notesSlide+xml"/>
  <Override PartName="/ppt/tags/tag19.xml" ContentType="application/vnd.openxmlformats-officedocument.presentationml.tags+xml"/>
  <Override PartName="/ppt/notesSlides/notesSlide20.xml" ContentType="application/vnd.openxmlformats-officedocument.presentationml.notesSlide+xml"/>
  <Override PartName="/ppt/tags/tag20.xml" ContentType="application/vnd.openxmlformats-officedocument.presentationml.tags+xml"/>
  <Override PartName="/ppt/notesSlides/notesSlide21.xml" ContentType="application/vnd.openxmlformats-officedocument.presentationml.notesSlide+xml"/>
  <Override PartName="/ppt/tags/tag21.xml" ContentType="application/vnd.openxmlformats-officedocument.presentationml.tags+xml"/>
  <Override PartName="/ppt/notesSlides/notesSlide22.xml" ContentType="application/vnd.openxmlformats-officedocument.presentationml.notesSlide+xml"/>
  <Override PartName="/ppt/tags/tag22.xml" ContentType="application/vnd.openxmlformats-officedocument.presentationml.tags+xml"/>
  <Override PartName="/ppt/notesSlides/notesSlide23.xml" ContentType="application/vnd.openxmlformats-officedocument.presentationml.notesSlide+xml"/>
  <Override PartName="/ppt/tags/tag23.xml" ContentType="application/vnd.openxmlformats-officedocument.presentationml.tags+xml"/>
  <Override PartName="/ppt/notesSlides/notesSlide24.xml" ContentType="application/vnd.openxmlformats-officedocument.presentationml.notesSlide+xml"/>
  <Override PartName="/ppt/tags/tag24.xml" ContentType="application/vnd.openxmlformats-officedocument.presentationml.tags+xml"/>
  <Override PartName="/ppt/notesSlides/notesSlide25.xml" ContentType="application/vnd.openxmlformats-officedocument.presentationml.notesSlide+xml"/>
  <Override PartName="/ppt/tags/tag25.xml" ContentType="application/vnd.openxmlformats-officedocument.presentationml.tags+xml"/>
  <Override PartName="/ppt/notesSlides/notesSlide26.xml" ContentType="application/vnd.openxmlformats-officedocument.presentationml.notesSlide+xml"/>
  <Override PartName="/ppt/tags/tag26.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64" r:id="rId2"/>
  </p:sldMasterIdLst>
  <p:notesMasterIdLst>
    <p:notesMasterId r:id="rId31"/>
  </p:notesMasterIdLst>
  <p:handoutMasterIdLst>
    <p:handoutMasterId r:id="rId32"/>
  </p:handoutMasterIdLst>
  <p:sldIdLst>
    <p:sldId id="283" r:id="rId3"/>
    <p:sldId id="291" r:id="rId4"/>
    <p:sldId id="259" r:id="rId5"/>
    <p:sldId id="367" r:id="rId6"/>
    <p:sldId id="368" r:id="rId7"/>
    <p:sldId id="369" r:id="rId8"/>
    <p:sldId id="380" r:id="rId9"/>
    <p:sldId id="370" r:id="rId10"/>
    <p:sldId id="371" r:id="rId11"/>
    <p:sldId id="381" r:id="rId12"/>
    <p:sldId id="372" r:id="rId13"/>
    <p:sldId id="388" r:id="rId14"/>
    <p:sldId id="382" r:id="rId15"/>
    <p:sldId id="383" r:id="rId16"/>
    <p:sldId id="384" r:id="rId17"/>
    <p:sldId id="385" r:id="rId18"/>
    <p:sldId id="387" r:id="rId19"/>
    <p:sldId id="373" r:id="rId20"/>
    <p:sldId id="386" r:id="rId21"/>
    <p:sldId id="374" r:id="rId22"/>
    <p:sldId id="375" r:id="rId23"/>
    <p:sldId id="376" r:id="rId24"/>
    <p:sldId id="364" r:id="rId25"/>
    <p:sldId id="378" r:id="rId26"/>
    <p:sldId id="379" r:id="rId27"/>
    <p:sldId id="365" r:id="rId28"/>
    <p:sldId id="389" r:id="rId29"/>
    <p:sldId id="335" r:id="rId30"/>
  </p:sldIdLst>
  <p:sldSz cx="9144000" cy="6858000" type="screen4x3"/>
  <p:notesSz cx="6858000" cy="9945688"/>
  <p:custDataLst>
    <p:tags r:id="rId33"/>
  </p:custDataLst>
  <p:defaultTextStyle>
    <a:defPPr>
      <a:defRPr lang="en-US"/>
    </a:defPPr>
    <a:lvl1pPr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1pPr>
    <a:lvl2pPr marL="4572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2pPr>
    <a:lvl3pPr marL="9144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3pPr>
    <a:lvl4pPr marL="13716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4pPr>
    <a:lvl5pPr marL="1828800" algn="l" rtl="0" eaLnBrk="0" fontAlgn="base" hangingPunct="0">
      <a:spcBef>
        <a:spcPct val="0"/>
      </a:spcBef>
      <a:spcAft>
        <a:spcPct val="0"/>
      </a:spcAft>
      <a:defRPr sz="2800" kern="1200">
        <a:solidFill>
          <a:schemeClr val="tx1"/>
        </a:solidFill>
        <a:latin typeface="Arial" charset="0"/>
        <a:ea typeface="ＭＳ Ｐゴシック" charset="-128"/>
        <a:cs typeface="ＭＳ Ｐゴシック" charset="-128"/>
      </a:defRPr>
    </a:lvl5pPr>
    <a:lvl6pPr marL="2286000" algn="l" defTabSz="457200" rtl="0" eaLnBrk="1" latinLnBrk="0" hangingPunct="1">
      <a:defRPr sz="2800" kern="1200">
        <a:solidFill>
          <a:schemeClr val="tx1"/>
        </a:solidFill>
        <a:latin typeface="Arial" charset="0"/>
        <a:ea typeface="ＭＳ Ｐゴシック" charset="-128"/>
        <a:cs typeface="ＭＳ Ｐゴシック" charset="-128"/>
      </a:defRPr>
    </a:lvl6pPr>
    <a:lvl7pPr marL="2743200" algn="l" defTabSz="457200" rtl="0" eaLnBrk="1" latinLnBrk="0" hangingPunct="1">
      <a:defRPr sz="2800" kern="1200">
        <a:solidFill>
          <a:schemeClr val="tx1"/>
        </a:solidFill>
        <a:latin typeface="Arial" charset="0"/>
        <a:ea typeface="ＭＳ Ｐゴシック" charset="-128"/>
        <a:cs typeface="ＭＳ Ｐゴシック" charset="-128"/>
      </a:defRPr>
    </a:lvl7pPr>
    <a:lvl8pPr marL="3200400" algn="l" defTabSz="457200" rtl="0" eaLnBrk="1" latinLnBrk="0" hangingPunct="1">
      <a:defRPr sz="2800" kern="1200">
        <a:solidFill>
          <a:schemeClr val="tx1"/>
        </a:solidFill>
        <a:latin typeface="Arial" charset="0"/>
        <a:ea typeface="ＭＳ Ｐゴシック" charset="-128"/>
        <a:cs typeface="ＭＳ Ｐゴシック" charset="-128"/>
      </a:defRPr>
    </a:lvl8pPr>
    <a:lvl9pPr marL="3657600" algn="l" defTabSz="457200" rtl="0" eaLnBrk="1" latinLnBrk="0" hangingPunct="1">
      <a:defRPr sz="2800"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u Plessis, Darius" initials="dPD" lastIdx="2" clrIdx="0"/>
  <p:cmAuthor id="2" name="Wepener van der Walt" initials="WvdW" lastIdx="5"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3A17"/>
    <a:srgbClr val="ADB3BF"/>
    <a:srgbClr val="D69249"/>
    <a:srgbClr val="FDF1BB"/>
    <a:srgbClr val="FDF4C9"/>
    <a:srgbClr val="A2A871"/>
    <a:srgbClr val="9DA900"/>
    <a:srgbClr val="00677B"/>
    <a:srgbClr val="94A41A"/>
    <a:srgbClr val="FCF1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325D7A-DE3C-41AA-BC95-D734A66B53B4}" v="4" dt="2026-02-09T09:19:01.585"/>
    <p1510:client id="{DFB35A56-B668-4ECF-BAEE-7E57CF6F2FBB}" v="2" dt="2026-02-09T09:00:42.0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75" d="100"/>
          <a:sy n="75" d="100"/>
        </p:scale>
        <p:origin x="1594" y="43"/>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microsoft.com/office/2016/11/relationships/changesInfo" Target="changesInfos/changesInfo1.xml"/><Relationship Id="rId21" Type="http://schemas.openxmlformats.org/officeDocument/2006/relationships/slide" Target="slides/slide19.xml"/><Relationship Id="rId34" Type="http://schemas.openxmlformats.org/officeDocument/2006/relationships/commentAuthors" Target="commentAuthor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gs" Target="tags/tag1.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handoutMaster" Target="handoutMasters/handoutMaster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tson, Storm (Dr) (Summerstrand Campus South)" userId="cdfaa8e9-29c2-42c0-844a-5081fd85b327" providerId="ADAL" clId="{DFB35A56-B668-4ECF-BAEE-7E57CF6F2FBB}"/>
    <pc:docChg chg="undo custSel modSld">
      <pc:chgData name="Watson, Storm (Dr) (Summerstrand Campus South)" userId="cdfaa8e9-29c2-42c0-844a-5081fd85b327" providerId="ADAL" clId="{DFB35A56-B668-4ECF-BAEE-7E57CF6F2FBB}" dt="2026-02-09T09:17:14.358" v="182" actId="6549"/>
      <pc:docMkLst>
        <pc:docMk/>
      </pc:docMkLst>
      <pc:sldChg chg="modSp mod">
        <pc:chgData name="Watson, Storm (Dr) (Summerstrand Campus South)" userId="cdfaa8e9-29c2-42c0-844a-5081fd85b327" providerId="ADAL" clId="{DFB35A56-B668-4ECF-BAEE-7E57CF6F2FBB}" dt="2026-02-09T08:52:33.487" v="0"/>
        <pc:sldMkLst>
          <pc:docMk/>
          <pc:sldMk cId="1067134094" sldId="283"/>
        </pc:sldMkLst>
        <pc:spChg chg="mod">
          <ac:chgData name="Watson, Storm (Dr) (Summerstrand Campus South)" userId="cdfaa8e9-29c2-42c0-844a-5081fd85b327" providerId="ADAL" clId="{DFB35A56-B668-4ECF-BAEE-7E57CF6F2FBB}" dt="2026-02-09T08:52:33.487" v="0"/>
          <ac:spMkLst>
            <pc:docMk/>
            <pc:sldMk cId="1067134094" sldId="283"/>
            <ac:spMk id="4101" creationId="{00000000-0000-0000-0000-000000000000}"/>
          </ac:spMkLst>
        </pc:spChg>
      </pc:sldChg>
      <pc:sldChg chg="modSp mod">
        <pc:chgData name="Watson, Storm (Dr) (Summerstrand Campus South)" userId="cdfaa8e9-29c2-42c0-844a-5081fd85b327" providerId="ADAL" clId="{DFB35A56-B668-4ECF-BAEE-7E57CF6F2FBB}" dt="2026-02-09T08:56:12.250" v="9" actId="20577"/>
        <pc:sldMkLst>
          <pc:docMk/>
          <pc:sldMk cId="3964624409" sldId="335"/>
        </pc:sldMkLst>
        <pc:spChg chg="mod">
          <ac:chgData name="Watson, Storm (Dr) (Summerstrand Campus South)" userId="cdfaa8e9-29c2-42c0-844a-5081fd85b327" providerId="ADAL" clId="{DFB35A56-B668-4ECF-BAEE-7E57CF6F2FBB}" dt="2026-02-09T08:56:12.250" v="9" actId="20577"/>
          <ac:spMkLst>
            <pc:docMk/>
            <pc:sldMk cId="3964624409" sldId="335"/>
            <ac:spMk id="19" creationId="{00000000-0000-0000-0000-000000000000}"/>
          </ac:spMkLst>
        </pc:spChg>
      </pc:sldChg>
      <pc:sldChg chg="modSp mod">
        <pc:chgData name="Watson, Storm (Dr) (Summerstrand Campus South)" userId="cdfaa8e9-29c2-42c0-844a-5081fd85b327" providerId="ADAL" clId="{DFB35A56-B668-4ECF-BAEE-7E57CF6F2FBB}" dt="2026-02-09T09:15:15.545" v="131" actId="20577"/>
        <pc:sldMkLst>
          <pc:docMk/>
          <pc:sldMk cId="485271979" sldId="365"/>
        </pc:sldMkLst>
        <pc:spChg chg="mod">
          <ac:chgData name="Watson, Storm (Dr) (Summerstrand Campus South)" userId="cdfaa8e9-29c2-42c0-844a-5081fd85b327" providerId="ADAL" clId="{DFB35A56-B668-4ECF-BAEE-7E57CF6F2FBB}" dt="2026-02-09T09:15:15.545" v="131" actId="20577"/>
          <ac:spMkLst>
            <pc:docMk/>
            <pc:sldMk cId="485271979" sldId="365"/>
            <ac:spMk id="6" creationId="{601D1ED3-F3E4-8B99-2F98-187255CAF1A6}"/>
          </ac:spMkLst>
        </pc:spChg>
      </pc:sldChg>
      <pc:sldChg chg="addSp delSp modSp mod">
        <pc:chgData name="Watson, Storm (Dr) (Summerstrand Campus South)" userId="cdfaa8e9-29c2-42c0-844a-5081fd85b327" providerId="ADAL" clId="{DFB35A56-B668-4ECF-BAEE-7E57CF6F2FBB}" dt="2026-02-09T08:58:56.395" v="26" actId="1076"/>
        <pc:sldMkLst>
          <pc:docMk/>
          <pc:sldMk cId="983348049" sldId="367"/>
        </pc:sldMkLst>
        <pc:spChg chg="mod ord">
          <ac:chgData name="Watson, Storm (Dr) (Summerstrand Campus South)" userId="cdfaa8e9-29c2-42c0-844a-5081fd85b327" providerId="ADAL" clId="{DFB35A56-B668-4ECF-BAEE-7E57CF6F2FBB}" dt="2026-02-09T08:58:54.046" v="25" actId="1076"/>
          <ac:spMkLst>
            <pc:docMk/>
            <pc:sldMk cId="983348049" sldId="367"/>
            <ac:spMk id="6" creationId="{6CCCA6A3-5C6A-841A-7BE1-5DE8286C76DC}"/>
          </ac:spMkLst>
        </pc:spChg>
        <pc:picChg chg="del">
          <ac:chgData name="Watson, Storm (Dr) (Summerstrand Campus South)" userId="cdfaa8e9-29c2-42c0-844a-5081fd85b327" providerId="ADAL" clId="{DFB35A56-B668-4ECF-BAEE-7E57CF6F2FBB}" dt="2026-02-09T08:58:22.400" v="13" actId="478"/>
          <ac:picMkLst>
            <pc:docMk/>
            <pc:sldMk cId="983348049" sldId="367"/>
            <ac:picMk id="4" creationId="{86FE7A96-91B5-24A9-D057-ACEBAD0D5305}"/>
          </ac:picMkLst>
        </pc:picChg>
        <pc:picChg chg="add mod">
          <ac:chgData name="Watson, Storm (Dr) (Summerstrand Campus South)" userId="cdfaa8e9-29c2-42c0-844a-5081fd85b327" providerId="ADAL" clId="{DFB35A56-B668-4ECF-BAEE-7E57CF6F2FBB}" dt="2026-02-09T08:58:56.395" v="26" actId="1076"/>
          <ac:picMkLst>
            <pc:docMk/>
            <pc:sldMk cId="983348049" sldId="367"/>
            <ac:picMk id="5" creationId="{BEF132C5-E930-7FFF-C30A-86235CE1385E}"/>
          </ac:picMkLst>
        </pc:picChg>
      </pc:sldChg>
      <pc:sldChg chg="addSp delSp modSp mod">
        <pc:chgData name="Watson, Storm (Dr) (Summerstrand Campus South)" userId="cdfaa8e9-29c2-42c0-844a-5081fd85b327" providerId="ADAL" clId="{DFB35A56-B668-4ECF-BAEE-7E57CF6F2FBB}" dt="2026-02-09T09:03:58.552" v="48" actId="20577"/>
        <pc:sldMkLst>
          <pc:docMk/>
          <pc:sldMk cId="1167328597" sldId="374"/>
        </pc:sldMkLst>
        <pc:spChg chg="mod">
          <ac:chgData name="Watson, Storm (Dr) (Summerstrand Campus South)" userId="cdfaa8e9-29c2-42c0-844a-5081fd85b327" providerId="ADAL" clId="{DFB35A56-B668-4ECF-BAEE-7E57CF6F2FBB}" dt="2026-02-09T09:03:34.664" v="45" actId="688"/>
          <ac:spMkLst>
            <pc:docMk/>
            <pc:sldMk cId="1167328597" sldId="374"/>
            <ac:spMk id="6" creationId="{72257AB7-C761-7C31-BC7A-3B23D16540F5}"/>
          </ac:spMkLst>
        </pc:spChg>
        <pc:spChg chg="mod">
          <ac:chgData name="Watson, Storm (Dr) (Summerstrand Campus South)" userId="cdfaa8e9-29c2-42c0-844a-5081fd85b327" providerId="ADAL" clId="{DFB35A56-B668-4ECF-BAEE-7E57CF6F2FBB}" dt="2026-02-09T09:03:58.552" v="48" actId="20577"/>
          <ac:spMkLst>
            <pc:docMk/>
            <pc:sldMk cId="1167328597" sldId="374"/>
            <ac:spMk id="10" creationId="{462FBEB3-254B-EEE9-FE74-95D7001D3784}"/>
          </ac:spMkLst>
        </pc:spChg>
        <pc:picChg chg="add mod">
          <ac:chgData name="Watson, Storm (Dr) (Summerstrand Campus South)" userId="cdfaa8e9-29c2-42c0-844a-5081fd85b327" providerId="ADAL" clId="{DFB35A56-B668-4ECF-BAEE-7E57CF6F2FBB}" dt="2026-02-09T09:03:29.320" v="43" actId="14100"/>
          <ac:picMkLst>
            <pc:docMk/>
            <pc:sldMk cId="1167328597" sldId="374"/>
            <ac:picMk id="5" creationId="{DB5D98D0-31EC-E909-2411-501ED3FBFB3B}"/>
          </ac:picMkLst>
        </pc:picChg>
        <pc:picChg chg="del">
          <ac:chgData name="Watson, Storm (Dr) (Summerstrand Campus South)" userId="cdfaa8e9-29c2-42c0-844a-5081fd85b327" providerId="ADAL" clId="{DFB35A56-B668-4ECF-BAEE-7E57CF6F2FBB}" dt="2026-02-09T09:03:17.398" v="37" actId="478"/>
          <ac:picMkLst>
            <pc:docMk/>
            <pc:sldMk cId="1167328597" sldId="374"/>
            <ac:picMk id="7" creationId="{95624CCC-95E5-6E61-BF9F-539B19036031}"/>
          </ac:picMkLst>
        </pc:picChg>
      </pc:sldChg>
      <pc:sldChg chg="addSp delSp modSp mod">
        <pc:chgData name="Watson, Storm (Dr) (Summerstrand Campus South)" userId="cdfaa8e9-29c2-42c0-844a-5081fd85b327" providerId="ADAL" clId="{DFB35A56-B668-4ECF-BAEE-7E57CF6F2FBB}" dt="2026-02-09T09:05:15.505" v="60" actId="1076"/>
        <pc:sldMkLst>
          <pc:docMk/>
          <pc:sldMk cId="946017301" sldId="375"/>
        </pc:sldMkLst>
        <pc:spChg chg="mod">
          <ac:chgData name="Watson, Storm (Dr) (Summerstrand Campus South)" userId="cdfaa8e9-29c2-42c0-844a-5081fd85b327" providerId="ADAL" clId="{DFB35A56-B668-4ECF-BAEE-7E57CF6F2FBB}" dt="2026-02-09T09:04:24.726" v="52" actId="20577"/>
          <ac:spMkLst>
            <pc:docMk/>
            <pc:sldMk cId="946017301" sldId="375"/>
            <ac:spMk id="7" creationId="{D5ED04CC-12C7-7C8C-10BC-01CF414E71A2}"/>
          </ac:spMkLst>
        </pc:spChg>
        <pc:picChg chg="add mod">
          <ac:chgData name="Watson, Storm (Dr) (Summerstrand Campus South)" userId="cdfaa8e9-29c2-42c0-844a-5081fd85b327" providerId="ADAL" clId="{DFB35A56-B668-4ECF-BAEE-7E57CF6F2FBB}" dt="2026-02-09T09:04:53.674" v="56" actId="1076"/>
          <ac:picMkLst>
            <pc:docMk/>
            <pc:sldMk cId="946017301" sldId="375"/>
            <ac:picMk id="4" creationId="{972D0C6A-5C58-8A7F-AA2D-5D8B400EFE96}"/>
          </ac:picMkLst>
        </pc:picChg>
        <pc:picChg chg="del">
          <ac:chgData name="Watson, Storm (Dr) (Summerstrand Campus South)" userId="cdfaa8e9-29c2-42c0-844a-5081fd85b327" providerId="ADAL" clId="{DFB35A56-B668-4ECF-BAEE-7E57CF6F2FBB}" dt="2026-02-09T09:04:44.681" v="53" actId="478"/>
          <ac:picMkLst>
            <pc:docMk/>
            <pc:sldMk cId="946017301" sldId="375"/>
            <ac:picMk id="5" creationId="{B0ACFBE4-5763-2232-96A7-3B2FA8E94162}"/>
          </ac:picMkLst>
        </pc:picChg>
        <pc:picChg chg="add mod">
          <ac:chgData name="Watson, Storm (Dr) (Summerstrand Campus South)" userId="cdfaa8e9-29c2-42c0-844a-5081fd85b327" providerId="ADAL" clId="{DFB35A56-B668-4ECF-BAEE-7E57CF6F2FBB}" dt="2026-02-09T09:05:15.505" v="60" actId="1076"/>
          <ac:picMkLst>
            <pc:docMk/>
            <pc:sldMk cId="946017301" sldId="375"/>
            <ac:picMk id="9" creationId="{EF346090-CA56-9DE6-D793-901C207A5ADD}"/>
          </ac:picMkLst>
        </pc:picChg>
      </pc:sldChg>
      <pc:sldChg chg="addSp delSp modSp mod">
        <pc:chgData name="Watson, Storm (Dr) (Summerstrand Campus South)" userId="cdfaa8e9-29c2-42c0-844a-5081fd85b327" providerId="ADAL" clId="{DFB35A56-B668-4ECF-BAEE-7E57CF6F2FBB}" dt="2026-02-09T09:11:51.027" v="79" actId="14100"/>
        <pc:sldMkLst>
          <pc:docMk/>
          <pc:sldMk cId="59263870" sldId="378"/>
        </pc:sldMkLst>
        <pc:spChg chg="del">
          <ac:chgData name="Watson, Storm (Dr) (Summerstrand Campus South)" userId="cdfaa8e9-29c2-42c0-844a-5081fd85b327" providerId="ADAL" clId="{DFB35A56-B668-4ECF-BAEE-7E57CF6F2FBB}" dt="2026-02-09T09:10:06.789" v="62" actId="478"/>
          <ac:spMkLst>
            <pc:docMk/>
            <pc:sldMk cId="59263870" sldId="378"/>
            <ac:spMk id="6" creationId="{59323016-C2DA-7F35-FFCC-A54BD65E4EA6}"/>
          </ac:spMkLst>
        </pc:spChg>
        <pc:picChg chg="del">
          <ac:chgData name="Watson, Storm (Dr) (Summerstrand Campus South)" userId="cdfaa8e9-29c2-42c0-844a-5081fd85b327" providerId="ADAL" clId="{DFB35A56-B668-4ECF-BAEE-7E57CF6F2FBB}" dt="2026-02-09T09:11:43.428" v="75" actId="478"/>
          <ac:picMkLst>
            <pc:docMk/>
            <pc:sldMk cId="59263870" sldId="378"/>
            <ac:picMk id="4" creationId="{17A55838-7C9F-4C42-91F8-3CD98C899252}"/>
          </ac:picMkLst>
        </pc:picChg>
        <pc:picChg chg="add mod">
          <ac:chgData name="Watson, Storm (Dr) (Summerstrand Campus South)" userId="cdfaa8e9-29c2-42c0-844a-5081fd85b327" providerId="ADAL" clId="{DFB35A56-B668-4ECF-BAEE-7E57CF6F2FBB}" dt="2026-02-09T09:10:29.100" v="66" actId="1076"/>
          <ac:picMkLst>
            <pc:docMk/>
            <pc:sldMk cId="59263870" sldId="378"/>
            <ac:picMk id="5" creationId="{2E320B5C-8547-F337-B17E-282F37DF978D}"/>
          </ac:picMkLst>
        </pc:picChg>
        <pc:picChg chg="del">
          <ac:chgData name="Watson, Storm (Dr) (Summerstrand Campus South)" userId="cdfaa8e9-29c2-42c0-844a-5081fd85b327" providerId="ADAL" clId="{DFB35A56-B668-4ECF-BAEE-7E57CF6F2FBB}" dt="2026-02-09T09:10:06.140" v="61" actId="478"/>
          <ac:picMkLst>
            <pc:docMk/>
            <pc:sldMk cId="59263870" sldId="378"/>
            <ac:picMk id="7" creationId="{FD0CA31F-811F-CE35-0D76-B4AC826DEAC0}"/>
          </ac:picMkLst>
        </pc:picChg>
        <pc:picChg chg="add mod">
          <ac:chgData name="Watson, Storm (Dr) (Summerstrand Campus South)" userId="cdfaa8e9-29c2-42c0-844a-5081fd85b327" providerId="ADAL" clId="{DFB35A56-B668-4ECF-BAEE-7E57CF6F2FBB}" dt="2026-02-09T09:10:48.730" v="69" actId="14100"/>
          <ac:picMkLst>
            <pc:docMk/>
            <pc:sldMk cId="59263870" sldId="378"/>
            <ac:picMk id="9" creationId="{4F959F8F-4961-D4A8-E3EF-D6CD9F659116}"/>
          </ac:picMkLst>
        </pc:picChg>
        <pc:picChg chg="del">
          <ac:chgData name="Watson, Storm (Dr) (Summerstrand Campus South)" userId="cdfaa8e9-29c2-42c0-844a-5081fd85b327" providerId="ADAL" clId="{DFB35A56-B668-4ECF-BAEE-7E57CF6F2FBB}" dt="2026-02-09T09:10:07.779" v="63" actId="478"/>
          <ac:picMkLst>
            <pc:docMk/>
            <pc:sldMk cId="59263870" sldId="378"/>
            <ac:picMk id="11" creationId="{D55180C5-E2F2-EF6F-23F1-4AF77CBFED45}"/>
          </ac:picMkLst>
        </pc:picChg>
        <pc:picChg chg="add mod modCrop">
          <ac:chgData name="Watson, Storm (Dr) (Summerstrand Campus South)" userId="cdfaa8e9-29c2-42c0-844a-5081fd85b327" providerId="ADAL" clId="{DFB35A56-B668-4ECF-BAEE-7E57CF6F2FBB}" dt="2026-02-09T09:11:24.701" v="74" actId="14100"/>
          <ac:picMkLst>
            <pc:docMk/>
            <pc:sldMk cId="59263870" sldId="378"/>
            <ac:picMk id="12" creationId="{839C7373-A9FA-42BC-D2EB-6A056D84ED74}"/>
          </ac:picMkLst>
        </pc:picChg>
        <pc:picChg chg="del">
          <ac:chgData name="Watson, Storm (Dr) (Summerstrand Campus South)" userId="cdfaa8e9-29c2-42c0-844a-5081fd85b327" providerId="ADAL" clId="{DFB35A56-B668-4ECF-BAEE-7E57CF6F2FBB}" dt="2026-02-09T09:10:08.802" v="64" actId="478"/>
          <ac:picMkLst>
            <pc:docMk/>
            <pc:sldMk cId="59263870" sldId="378"/>
            <ac:picMk id="13" creationId="{0548BA94-21E6-D7C9-CE10-2DA9901CEB74}"/>
          </ac:picMkLst>
        </pc:picChg>
        <pc:picChg chg="add mod">
          <ac:chgData name="Watson, Storm (Dr) (Summerstrand Campus South)" userId="cdfaa8e9-29c2-42c0-844a-5081fd85b327" providerId="ADAL" clId="{DFB35A56-B668-4ECF-BAEE-7E57CF6F2FBB}" dt="2026-02-09T09:11:51.027" v="79" actId="14100"/>
          <ac:picMkLst>
            <pc:docMk/>
            <pc:sldMk cId="59263870" sldId="378"/>
            <ac:picMk id="15" creationId="{0B78F06F-1ED9-1CB6-0A6E-F57D20C21A79}"/>
          </ac:picMkLst>
        </pc:picChg>
      </pc:sldChg>
      <pc:sldChg chg="addSp delSp modSp mod">
        <pc:chgData name="Watson, Storm (Dr) (Summerstrand Campus South)" userId="cdfaa8e9-29c2-42c0-844a-5081fd85b327" providerId="ADAL" clId="{DFB35A56-B668-4ECF-BAEE-7E57CF6F2FBB}" dt="2026-02-09T09:13:35.745" v="90" actId="14100"/>
        <pc:sldMkLst>
          <pc:docMk/>
          <pc:sldMk cId="4131930939" sldId="379"/>
        </pc:sldMkLst>
        <pc:picChg chg="add mod">
          <ac:chgData name="Watson, Storm (Dr) (Summerstrand Campus South)" userId="cdfaa8e9-29c2-42c0-844a-5081fd85b327" providerId="ADAL" clId="{DFB35A56-B668-4ECF-BAEE-7E57CF6F2FBB}" dt="2026-02-09T09:12:25.972" v="84" actId="14100"/>
          <ac:picMkLst>
            <pc:docMk/>
            <pc:sldMk cId="4131930939" sldId="379"/>
            <ac:picMk id="4" creationId="{9599F686-FC15-F0C1-BF8B-BA24D8171FE5}"/>
          </ac:picMkLst>
        </pc:picChg>
        <pc:picChg chg="add mod">
          <ac:chgData name="Watson, Storm (Dr) (Summerstrand Campus South)" userId="cdfaa8e9-29c2-42c0-844a-5081fd85b327" providerId="ADAL" clId="{DFB35A56-B668-4ECF-BAEE-7E57CF6F2FBB}" dt="2026-02-09T09:12:45.086" v="87" actId="14100"/>
          <ac:picMkLst>
            <pc:docMk/>
            <pc:sldMk cId="4131930939" sldId="379"/>
            <ac:picMk id="7" creationId="{519ACBF6-E47C-13AE-CDAE-6E2FA0891835}"/>
          </ac:picMkLst>
        </pc:picChg>
        <pc:picChg chg="del">
          <ac:chgData name="Watson, Storm (Dr) (Summerstrand Campus South)" userId="cdfaa8e9-29c2-42c0-844a-5081fd85b327" providerId="ADAL" clId="{DFB35A56-B668-4ECF-BAEE-7E57CF6F2FBB}" dt="2026-02-09T09:11:58.012" v="81" actId="478"/>
          <ac:picMkLst>
            <pc:docMk/>
            <pc:sldMk cId="4131930939" sldId="379"/>
            <ac:picMk id="9" creationId="{D946E198-450B-58D5-EC60-F4B72EAE12CE}"/>
          </ac:picMkLst>
        </pc:picChg>
        <pc:picChg chg="add mod">
          <ac:chgData name="Watson, Storm (Dr) (Summerstrand Campus South)" userId="cdfaa8e9-29c2-42c0-844a-5081fd85b327" providerId="ADAL" clId="{DFB35A56-B668-4ECF-BAEE-7E57CF6F2FBB}" dt="2026-02-09T09:13:35.745" v="90" actId="14100"/>
          <ac:picMkLst>
            <pc:docMk/>
            <pc:sldMk cId="4131930939" sldId="379"/>
            <ac:picMk id="10" creationId="{4E954180-2265-6AD9-A91E-C40816B725C7}"/>
          </ac:picMkLst>
        </pc:picChg>
        <pc:picChg chg="del">
          <ac:chgData name="Watson, Storm (Dr) (Summerstrand Campus South)" userId="cdfaa8e9-29c2-42c0-844a-5081fd85b327" providerId="ADAL" clId="{DFB35A56-B668-4ECF-BAEE-7E57CF6F2FBB}" dt="2026-02-09T09:11:57.073" v="80" actId="478"/>
          <ac:picMkLst>
            <pc:docMk/>
            <pc:sldMk cId="4131930939" sldId="379"/>
            <ac:picMk id="11" creationId="{C6367718-5EEF-4453-44EB-1816284B3BE4}"/>
          </ac:picMkLst>
        </pc:picChg>
      </pc:sldChg>
      <pc:sldChg chg="addSp delSp modSp mod">
        <pc:chgData name="Watson, Storm (Dr) (Summerstrand Campus South)" userId="cdfaa8e9-29c2-42c0-844a-5081fd85b327" providerId="ADAL" clId="{DFB35A56-B668-4ECF-BAEE-7E57CF6F2FBB}" dt="2026-02-09T09:02:04.882" v="36" actId="1076"/>
        <pc:sldMkLst>
          <pc:docMk/>
          <pc:sldMk cId="1086008501" sldId="388"/>
        </pc:sldMkLst>
        <pc:spChg chg="del">
          <ac:chgData name="Watson, Storm (Dr) (Summerstrand Campus South)" userId="cdfaa8e9-29c2-42c0-844a-5081fd85b327" providerId="ADAL" clId="{DFB35A56-B668-4ECF-BAEE-7E57CF6F2FBB}" dt="2026-02-09T09:01:49.963" v="31" actId="478"/>
          <ac:spMkLst>
            <pc:docMk/>
            <pc:sldMk cId="1086008501" sldId="388"/>
            <ac:spMk id="18" creationId="{99A73FBD-AE75-6275-F07E-651E91865764}"/>
          </ac:spMkLst>
        </pc:spChg>
        <pc:spChg chg="mod">
          <ac:chgData name="Watson, Storm (Dr) (Summerstrand Campus South)" userId="cdfaa8e9-29c2-42c0-844a-5081fd85b327" providerId="ADAL" clId="{DFB35A56-B668-4ECF-BAEE-7E57CF6F2FBB}" dt="2026-02-09T09:02:04.882" v="36" actId="1076"/>
          <ac:spMkLst>
            <pc:docMk/>
            <pc:sldMk cId="1086008501" sldId="388"/>
            <ac:spMk id="20" creationId="{7C928FF1-1FB6-5037-3C16-5C8FCF0EB4A5}"/>
          </ac:spMkLst>
        </pc:spChg>
        <pc:picChg chg="add mod">
          <ac:chgData name="Watson, Storm (Dr) (Summerstrand Campus South)" userId="cdfaa8e9-29c2-42c0-844a-5081fd85b327" providerId="ADAL" clId="{DFB35A56-B668-4ECF-BAEE-7E57CF6F2FBB}" dt="2026-02-09T09:01:53.436" v="33" actId="1076"/>
          <ac:picMkLst>
            <pc:docMk/>
            <pc:sldMk cId="1086008501" sldId="388"/>
            <ac:picMk id="4" creationId="{849794A3-595F-D18F-A1C9-4F6E43C66C42}"/>
          </ac:picMkLst>
        </pc:picChg>
        <pc:picChg chg="del">
          <ac:chgData name="Watson, Storm (Dr) (Summerstrand Campus South)" userId="cdfaa8e9-29c2-42c0-844a-5081fd85b327" providerId="ADAL" clId="{DFB35A56-B668-4ECF-BAEE-7E57CF6F2FBB}" dt="2026-02-09T09:01:48.227" v="29" actId="478"/>
          <ac:picMkLst>
            <pc:docMk/>
            <pc:sldMk cId="1086008501" sldId="388"/>
            <ac:picMk id="15" creationId="{E236B4D6-178A-5EF7-8CBE-021472537D2F}"/>
          </ac:picMkLst>
        </pc:picChg>
        <pc:picChg chg="del">
          <ac:chgData name="Watson, Storm (Dr) (Summerstrand Campus South)" userId="cdfaa8e9-29c2-42c0-844a-5081fd85b327" providerId="ADAL" clId="{DFB35A56-B668-4ECF-BAEE-7E57CF6F2FBB}" dt="2026-02-09T09:01:48.908" v="30" actId="478"/>
          <ac:picMkLst>
            <pc:docMk/>
            <pc:sldMk cId="1086008501" sldId="388"/>
            <ac:picMk id="17" creationId="{2F3765A0-4D67-37B1-F9BB-032552123E6A}"/>
          </ac:picMkLst>
        </pc:picChg>
      </pc:sldChg>
      <pc:sldChg chg="modSp mod">
        <pc:chgData name="Watson, Storm (Dr) (Summerstrand Campus South)" userId="cdfaa8e9-29c2-42c0-844a-5081fd85b327" providerId="ADAL" clId="{DFB35A56-B668-4ECF-BAEE-7E57CF6F2FBB}" dt="2026-02-09T09:17:14.358" v="182" actId="6549"/>
        <pc:sldMkLst>
          <pc:docMk/>
          <pc:sldMk cId="3771819572" sldId="389"/>
        </pc:sldMkLst>
        <pc:spChg chg="mod">
          <ac:chgData name="Watson, Storm (Dr) (Summerstrand Campus South)" userId="cdfaa8e9-29c2-42c0-844a-5081fd85b327" providerId="ADAL" clId="{DFB35A56-B668-4ECF-BAEE-7E57CF6F2FBB}" dt="2026-02-09T09:17:14.358" v="182" actId="6549"/>
          <ac:spMkLst>
            <pc:docMk/>
            <pc:sldMk cId="3771819572" sldId="389"/>
            <ac:spMk id="6" creationId="{169C2794-1895-7F61-F04D-22C9021EA74C}"/>
          </ac:spMkLst>
        </pc:spChg>
      </pc:sldChg>
    </pc:docChg>
  </pc:docChgLst>
  <pc:docChgLst>
    <pc:chgData name="Watson, Storm (Dr) (Summerstrand Campus South)" userId="cdfaa8e9-29c2-42c0-844a-5081fd85b327" providerId="ADAL" clId="{DF325D7A-DE3C-41AA-BC95-D734A66B53B4}"/>
    <pc:docChg chg="undo custSel modSld">
      <pc:chgData name="Watson, Storm (Dr) (Summerstrand Campus South)" userId="cdfaa8e9-29c2-42c0-844a-5081fd85b327" providerId="ADAL" clId="{DF325D7A-DE3C-41AA-BC95-D734A66B53B4}" dt="2026-02-09T09:20:54.560" v="29" actId="1076"/>
      <pc:docMkLst>
        <pc:docMk/>
      </pc:docMkLst>
      <pc:sldChg chg="delSp">
        <pc:chgData name="Watson, Storm (Dr) (Summerstrand Campus South)" userId="cdfaa8e9-29c2-42c0-844a-5081fd85b327" providerId="ADAL" clId="{DF325D7A-DE3C-41AA-BC95-D734A66B53B4}" dt="2026-02-09T09:18:49.033" v="1" actId="478"/>
        <pc:sldMkLst>
          <pc:docMk/>
          <pc:sldMk cId="0" sldId="259"/>
        </pc:sldMkLst>
        <pc:picChg chg="del">
          <ac:chgData name="Watson, Storm (Dr) (Summerstrand Campus South)" userId="cdfaa8e9-29c2-42c0-844a-5081fd85b327" providerId="ADAL" clId="{DF325D7A-DE3C-41AA-BC95-D734A66B53B4}" dt="2026-02-09T09:18:49.033" v="1" actId="478"/>
          <ac:picMkLst>
            <pc:docMk/>
            <pc:sldMk cId="0" sldId="259"/>
            <ac:picMk id="1026" creationId="{C41B965D-76E6-407B-2131-9F101DBD3A1F}"/>
          </ac:picMkLst>
        </pc:picChg>
      </pc:sldChg>
      <pc:sldChg chg="delSp mod">
        <pc:chgData name="Watson, Storm (Dr) (Summerstrand Campus South)" userId="cdfaa8e9-29c2-42c0-844a-5081fd85b327" providerId="ADAL" clId="{DF325D7A-DE3C-41AA-BC95-D734A66B53B4}" dt="2026-02-09T09:18:46.920" v="0" actId="478"/>
        <pc:sldMkLst>
          <pc:docMk/>
          <pc:sldMk cId="1067134094" sldId="283"/>
        </pc:sldMkLst>
        <pc:picChg chg="del">
          <ac:chgData name="Watson, Storm (Dr) (Summerstrand Campus South)" userId="cdfaa8e9-29c2-42c0-844a-5081fd85b327" providerId="ADAL" clId="{DF325D7A-DE3C-41AA-BC95-D734A66B53B4}" dt="2026-02-09T09:18:46.920" v="0" actId="478"/>
          <ac:picMkLst>
            <pc:docMk/>
            <pc:sldMk cId="1067134094" sldId="283"/>
            <ac:picMk id="4" creationId="{1022AE71-D7C8-51D0-8077-1B394481F51D}"/>
          </ac:picMkLst>
        </pc:picChg>
      </pc:sldChg>
      <pc:sldChg chg="delSp modSp mod">
        <pc:chgData name="Watson, Storm (Dr) (Summerstrand Campus South)" userId="cdfaa8e9-29c2-42c0-844a-5081fd85b327" providerId="ADAL" clId="{DF325D7A-DE3C-41AA-BC95-D734A66B53B4}" dt="2026-02-09T09:20:54.560" v="29" actId="1076"/>
        <pc:sldMkLst>
          <pc:docMk/>
          <pc:sldMk cId="983348049" sldId="367"/>
        </pc:sldMkLst>
        <pc:spChg chg="mod">
          <ac:chgData name="Watson, Storm (Dr) (Summerstrand Campus South)" userId="cdfaa8e9-29c2-42c0-844a-5081fd85b327" providerId="ADAL" clId="{DF325D7A-DE3C-41AA-BC95-D734A66B53B4}" dt="2026-02-09T09:20:54.560" v="29" actId="1076"/>
          <ac:spMkLst>
            <pc:docMk/>
            <pc:sldMk cId="983348049" sldId="367"/>
            <ac:spMk id="6" creationId="{6CCCA6A3-5C6A-841A-7BE1-5DE8286C76DC}"/>
          </ac:spMkLst>
        </pc:spChg>
        <pc:picChg chg="del">
          <ac:chgData name="Watson, Storm (Dr) (Summerstrand Campus South)" userId="cdfaa8e9-29c2-42c0-844a-5081fd85b327" providerId="ADAL" clId="{DF325D7A-DE3C-41AA-BC95-D734A66B53B4}" dt="2026-02-09T09:18:51.522" v="3" actId="478"/>
          <ac:picMkLst>
            <pc:docMk/>
            <pc:sldMk cId="983348049" sldId="367"/>
            <ac:picMk id="5" creationId="{BEF132C5-E930-7FFF-C30A-86235CE1385E}"/>
          </ac:picMkLst>
        </pc:picChg>
        <pc:picChg chg="del">
          <ac:chgData name="Watson, Storm (Dr) (Summerstrand Campus South)" userId="cdfaa8e9-29c2-42c0-844a-5081fd85b327" providerId="ADAL" clId="{DF325D7A-DE3C-41AA-BC95-D734A66B53B4}" dt="2026-02-09T09:18:50.740" v="2" actId="478"/>
          <ac:picMkLst>
            <pc:docMk/>
            <pc:sldMk cId="983348049" sldId="367"/>
            <ac:picMk id="3074" creationId="{842E5585-08E7-5EB5-9361-8D34FE1596E3}"/>
          </ac:picMkLst>
        </pc:picChg>
      </pc:sldChg>
      <pc:sldChg chg="delSp modSp mod">
        <pc:chgData name="Watson, Storm (Dr) (Summerstrand Campus South)" userId="cdfaa8e9-29c2-42c0-844a-5081fd85b327" providerId="ADAL" clId="{DF325D7A-DE3C-41AA-BC95-D734A66B53B4}" dt="2026-02-09T09:18:59.931" v="8" actId="478"/>
        <pc:sldMkLst>
          <pc:docMk/>
          <pc:sldMk cId="1806096992" sldId="369"/>
        </pc:sldMkLst>
        <pc:spChg chg="mod">
          <ac:chgData name="Watson, Storm (Dr) (Summerstrand Campus South)" userId="cdfaa8e9-29c2-42c0-844a-5081fd85b327" providerId="ADAL" clId="{DF325D7A-DE3C-41AA-BC95-D734A66B53B4}" dt="2026-02-09T09:18:56.854" v="6" actId="6549"/>
          <ac:spMkLst>
            <pc:docMk/>
            <pc:sldMk cId="1806096992" sldId="369"/>
            <ac:spMk id="9221" creationId="{460EC427-60D2-CBE7-2F87-F63061B2AB70}"/>
          </ac:spMkLst>
        </pc:spChg>
        <pc:picChg chg="del">
          <ac:chgData name="Watson, Storm (Dr) (Summerstrand Campus South)" userId="cdfaa8e9-29c2-42c0-844a-5081fd85b327" providerId="ADAL" clId="{DF325D7A-DE3C-41AA-BC95-D734A66B53B4}" dt="2026-02-09T09:18:59.931" v="8" actId="478"/>
          <ac:picMkLst>
            <pc:docMk/>
            <pc:sldMk cId="1806096992" sldId="369"/>
            <ac:picMk id="12" creationId="{0093F95A-6897-C2AF-8375-5001D6A645DE}"/>
          </ac:picMkLst>
        </pc:picChg>
        <pc:picChg chg="del">
          <ac:chgData name="Watson, Storm (Dr) (Summerstrand Campus South)" userId="cdfaa8e9-29c2-42c0-844a-5081fd85b327" providerId="ADAL" clId="{DF325D7A-DE3C-41AA-BC95-D734A66B53B4}" dt="2026-02-09T09:18:59.217" v="7" actId="478"/>
          <ac:picMkLst>
            <pc:docMk/>
            <pc:sldMk cId="1806096992" sldId="369"/>
            <ac:picMk id="14" creationId="{47E5AC79-00E9-8997-7545-42086C38C38B}"/>
          </ac:picMkLst>
        </pc:picChg>
        <pc:picChg chg="del">
          <ac:chgData name="Watson, Storm (Dr) (Summerstrand Campus South)" userId="cdfaa8e9-29c2-42c0-844a-5081fd85b327" providerId="ADAL" clId="{DF325D7A-DE3C-41AA-BC95-D734A66B53B4}" dt="2026-02-09T09:18:54.931" v="4" actId="478"/>
          <ac:picMkLst>
            <pc:docMk/>
            <pc:sldMk cId="1806096992" sldId="369"/>
            <ac:picMk id="2050" creationId="{87824BF8-4794-1C60-1AA4-17A21AF56420}"/>
          </ac:picMkLst>
        </pc:picChg>
      </pc:sldChg>
      <pc:sldChg chg="delSp mod">
        <pc:chgData name="Watson, Storm (Dr) (Summerstrand Campus South)" userId="cdfaa8e9-29c2-42c0-844a-5081fd85b327" providerId="ADAL" clId="{DF325D7A-DE3C-41AA-BC95-D734A66B53B4}" dt="2026-02-09T09:19:47.215" v="13" actId="478"/>
        <pc:sldMkLst>
          <pc:docMk/>
          <pc:sldMk cId="2327765684" sldId="372"/>
        </pc:sldMkLst>
        <pc:picChg chg="del">
          <ac:chgData name="Watson, Storm (Dr) (Summerstrand Campus South)" userId="cdfaa8e9-29c2-42c0-844a-5081fd85b327" providerId="ADAL" clId="{DF325D7A-DE3C-41AA-BC95-D734A66B53B4}" dt="2026-02-09T09:19:47.215" v="13" actId="478"/>
          <ac:picMkLst>
            <pc:docMk/>
            <pc:sldMk cId="2327765684" sldId="372"/>
            <ac:picMk id="4" creationId="{0598DE34-E7F3-A70E-97D6-FA90B5BEA507}"/>
          </ac:picMkLst>
        </pc:picChg>
      </pc:sldChg>
      <pc:sldChg chg="delSp mod">
        <pc:chgData name="Watson, Storm (Dr) (Summerstrand Campus South)" userId="cdfaa8e9-29c2-42c0-844a-5081fd85b327" providerId="ADAL" clId="{DF325D7A-DE3C-41AA-BC95-D734A66B53B4}" dt="2026-02-09T09:19:57.099" v="16" actId="478"/>
        <pc:sldMkLst>
          <pc:docMk/>
          <pc:sldMk cId="436596774" sldId="373"/>
        </pc:sldMkLst>
        <pc:picChg chg="del">
          <ac:chgData name="Watson, Storm (Dr) (Summerstrand Campus South)" userId="cdfaa8e9-29c2-42c0-844a-5081fd85b327" providerId="ADAL" clId="{DF325D7A-DE3C-41AA-BC95-D734A66B53B4}" dt="2026-02-09T09:19:57.099" v="16" actId="478"/>
          <ac:picMkLst>
            <pc:docMk/>
            <pc:sldMk cId="436596774" sldId="373"/>
            <ac:picMk id="4" creationId="{59880FEB-B8BD-F577-9006-E73EC7576B3A}"/>
          </ac:picMkLst>
        </pc:picChg>
      </pc:sldChg>
      <pc:sldChg chg="delSp mod">
        <pc:chgData name="Watson, Storm (Dr) (Summerstrand Campus South)" userId="cdfaa8e9-29c2-42c0-844a-5081fd85b327" providerId="ADAL" clId="{DF325D7A-DE3C-41AA-BC95-D734A66B53B4}" dt="2026-02-09T09:20:04.529" v="18" actId="478"/>
        <pc:sldMkLst>
          <pc:docMk/>
          <pc:sldMk cId="1167328597" sldId="374"/>
        </pc:sldMkLst>
        <pc:picChg chg="del">
          <ac:chgData name="Watson, Storm (Dr) (Summerstrand Campus South)" userId="cdfaa8e9-29c2-42c0-844a-5081fd85b327" providerId="ADAL" clId="{DF325D7A-DE3C-41AA-BC95-D734A66B53B4}" dt="2026-02-09T09:20:03.462" v="17" actId="478"/>
          <ac:picMkLst>
            <pc:docMk/>
            <pc:sldMk cId="1167328597" sldId="374"/>
            <ac:picMk id="5" creationId="{DB5D98D0-31EC-E909-2411-501ED3FBFB3B}"/>
          </ac:picMkLst>
        </pc:picChg>
        <pc:picChg chg="del">
          <ac:chgData name="Watson, Storm (Dr) (Summerstrand Campus South)" userId="cdfaa8e9-29c2-42c0-844a-5081fd85b327" providerId="ADAL" clId="{DF325D7A-DE3C-41AA-BC95-D734A66B53B4}" dt="2026-02-09T09:20:04.529" v="18" actId="478"/>
          <ac:picMkLst>
            <pc:docMk/>
            <pc:sldMk cId="1167328597" sldId="374"/>
            <ac:picMk id="8" creationId="{639BD38D-6FE9-DD93-9149-E6D34D248780}"/>
          </ac:picMkLst>
        </pc:picChg>
      </pc:sldChg>
      <pc:sldChg chg="delSp mod">
        <pc:chgData name="Watson, Storm (Dr) (Summerstrand Campus South)" userId="cdfaa8e9-29c2-42c0-844a-5081fd85b327" providerId="ADAL" clId="{DF325D7A-DE3C-41AA-BC95-D734A66B53B4}" dt="2026-02-09T09:20:10.655" v="21" actId="478"/>
        <pc:sldMkLst>
          <pc:docMk/>
          <pc:sldMk cId="946017301" sldId="375"/>
        </pc:sldMkLst>
        <pc:picChg chg="del">
          <ac:chgData name="Watson, Storm (Dr) (Summerstrand Campus South)" userId="cdfaa8e9-29c2-42c0-844a-5081fd85b327" providerId="ADAL" clId="{DF325D7A-DE3C-41AA-BC95-D734A66B53B4}" dt="2026-02-09T09:20:09.068" v="19" actId="478"/>
          <ac:picMkLst>
            <pc:docMk/>
            <pc:sldMk cId="946017301" sldId="375"/>
            <ac:picMk id="4" creationId="{972D0C6A-5C58-8A7F-AA2D-5D8B400EFE96}"/>
          </ac:picMkLst>
        </pc:picChg>
        <pc:picChg chg="del">
          <ac:chgData name="Watson, Storm (Dr) (Summerstrand Campus South)" userId="cdfaa8e9-29c2-42c0-844a-5081fd85b327" providerId="ADAL" clId="{DF325D7A-DE3C-41AA-BC95-D734A66B53B4}" dt="2026-02-09T09:20:10.655" v="21" actId="478"/>
          <ac:picMkLst>
            <pc:docMk/>
            <pc:sldMk cId="946017301" sldId="375"/>
            <ac:picMk id="6" creationId="{D6C988FC-3E76-60E5-ADBA-5FA04D4CA74C}"/>
          </ac:picMkLst>
        </pc:picChg>
        <pc:picChg chg="del">
          <ac:chgData name="Watson, Storm (Dr) (Summerstrand Campus South)" userId="cdfaa8e9-29c2-42c0-844a-5081fd85b327" providerId="ADAL" clId="{DF325D7A-DE3C-41AA-BC95-D734A66B53B4}" dt="2026-02-09T09:20:09.860" v="20" actId="478"/>
          <ac:picMkLst>
            <pc:docMk/>
            <pc:sldMk cId="946017301" sldId="375"/>
            <ac:picMk id="9" creationId="{EF346090-CA56-9DE6-D793-901C207A5ADD}"/>
          </ac:picMkLst>
        </pc:picChg>
      </pc:sldChg>
      <pc:sldChg chg="delSp mod">
        <pc:chgData name="Watson, Storm (Dr) (Summerstrand Campus South)" userId="cdfaa8e9-29c2-42c0-844a-5081fd85b327" providerId="ADAL" clId="{DF325D7A-DE3C-41AA-BC95-D734A66B53B4}" dt="2026-02-09T09:20:16.152" v="25" actId="478"/>
        <pc:sldMkLst>
          <pc:docMk/>
          <pc:sldMk cId="59263870" sldId="378"/>
        </pc:sldMkLst>
        <pc:picChg chg="del">
          <ac:chgData name="Watson, Storm (Dr) (Summerstrand Campus South)" userId="cdfaa8e9-29c2-42c0-844a-5081fd85b327" providerId="ADAL" clId="{DF325D7A-DE3C-41AA-BC95-D734A66B53B4}" dt="2026-02-09T09:20:15.386" v="24" actId="478"/>
          <ac:picMkLst>
            <pc:docMk/>
            <pc:sldMk cId="59263870" sldId="378"/>
            <ac:picMk id="5" creationId="{2E320B5C-8547-F337-B17E-282F37DF978D}"/>
          </ac:picMkLst>
        </pc:picChg>
        <pc:picChg chg="del">
          <ac:chgData name="Watson, Storm (Dr) (Summerstrand Campus South)" userId="cdfaa8e9-29c2-42c0-844a-5081fd85b327" providerId="ADAL" clId="{DF325D7A-DE3C-41AA-BC95-D734A66B53B4}" dt="2026-02-09T09:20:14.732" v="23" actId="478"/>
          <ac:picMkLst>
            <pc:docMk/>
            <pc:sldMk cId="59263870" sldId="378"/>
            <ac:picMk id="9" creationId="{4F959F8F-4961-D4A8-E3EF-D6CD9F659116}"/>
          </ac:picMkLst>
        </pc:picChg>
        <pc:picChg chg="del">
          <ac:chgData name="Watson, Storm (Dr) (Summerstrand Campus South)" userId="cdfaa8e9-29c2-42c0-844a-5081fd85b327" providerId="ADAL" clId="{DF325D7A-DE3C-41AA-BC95-D734A66B53B4}" dt="2026-02-09T09:20:16.152" v="25" actId="478"/>
          <ac:picMkLst>
            <pc:docMk/>
            <pc:sldMk cId="59263870" sldId="378"/>
            <ac:picMk id="12" creationId="{839C7373-A9FA-42BC-D2EB-6A056D84ED74}"/>
          </ac:picMkLst>
        </pc:picChg>
        <pc:picChg chg="del">
          <ac:chgData name="Watson, Storm (Dr) (Summerstrand Campus South)" userId="cdfaa8e9-29c2-42c0-844a-5081fd85b327" providerId="ADAL" clId="{DF325D7A-DE3C-41AA-BC95-D734A66B53B4}" dt="2026-02-09T09:20:14.178" v="22" actId="478"/>
          <ac:picMkLst>
            <pc:docMk/>
            <pc:sldMk cId="59263870" sldId="378"/>
            <ac:picMk id="15" creationId="{0B78F06F-1ED9-1CB6-0A6E-F57D20C21A79}"/>
          </ac:picMkLst>
        </pc:picChg>
      </pc:sldChg>
      <pc:sldChg chg="delSp mod">
        <pc:chgData name="Watson, Storm (Dr) (Summerstrand Campus South)" userId="cdfaa8e9-29c2-42c0-844a-5081fd85b327" providerId="ADAL" clId="{DF325D7A-DE3C-41AA-BC95-D734A66B53B4}" dt="2026-02-09T09:20:18.673" v="28" actId="478"/>
        <pc:sldMkLst>
          <pc:docMk/>
          <pc:sldMk cId="4131930939" sldId="379"/>
        </pc:sldMkLst>
        <pc:picChg chg="del">
          <ac:chgData name="Watson, Storm (Dr) (Summerstrand Campus South)" userId="cdfaa8e9-29c2-42c0-844a-5081fd85b327" providerId="ADAL" clId="{DF325D7A-DE3C-41AA-BC95-D734A66B53B4}" dt="2026-02-09T09:20:17.607" v="26" actId="478"/>
          <ac:picMkLst>
            <pc:docMk/>
            <pc:sldMk cId="4131930939" sldId="379"/>
            <ac:picMk id="4" creationId="{9599F686-FC15-F0C1-BF8B-BA24D8171FE5}"/>
          </ac:picMkLst>
        </pc:picChg>
        <pc:picChg chg="del">
          <ac:chgData name="Watson, Storm (Dr) (Summerstrand Campus South)" userId="cdfaa8e9-29c2-42c0-844a-5081fd85b327" providerId="ADAL" clId="{DF325D7A-DE3C-41AA-BC95-D734A66B53B4}" dt="2026-02-09T09:20:18.260" v="27" actId="478"/>
          <ac:picMkLst>
            <pc:docMk/>
            <pc:sldMk cId="4131930939" sldId="379"/>
            <ac:picMk id="7" creationId="{519ACBF6-E47C-13AE-CDAE-6E2FA0891835}"/>
          </ac:picMkLst>
        </pc:picChg>
        <pc:picChg chg="del">
          <ac:chgData name="Watson, Storm (Dr) (Summerstrand Campus South)" userId="cdfaa8e9-29c2-42c0-844a-5081fd85b327" providerId="ADAL" clId="{DF325D7A-DE3C-41AA-BC95-D734A66B53B4}" dt="2026-02-09T09:20:18.673" v="28" actId="478"/>
          <ac:picMkLst>
            <pc:docMk/>
            <pc:sldMk cId="4131930939" sldId="379"/>
            <ac:picMk id="10" creationId="{4E954180-2265-6AD9-A91E-C40816B725C7}"/>
          </ac:picMkLst>
        </pc:picChg>
      </pc:sldChg>
      <pc:sldChg chg="delSp">
        <pc:chgData name="Watson, Storm (Dr) (Summerstrand Campus South)" userId="cdfaa8e9-29c2-42c0-844a-5081fd85b327" providerId="ADAL" clId="{DF325D7A-DE3C-41AA-BC95-D734A66B53B4}" dt="2026-02-09T09:19:01.584" v="9" actId="478"/>
        <pc:sldMkLst>
          <pc:docMk/>
          <pc:sldMk cId="2432882656" sldId="380"/>
        </pc:sldMkLst>
        <pc:picChg chg="del">
          <ac:chgData name="Watson, Storm (Dr) (Summerstrand Campus South)" userId="cdfaa8e9-29c2-42c0-844a-5081fd85b327" providerId="ADAL" clId="{DF325D7A-DE3C-41AA-BC95-D734A66B53B4}" dt="2026-02-09T09:19:01.584" v="9" actId="478"/>
          <ac:picMkLst>
            <pc:docMk/>
            <pc:sldMk cId="2432882656" sldId="380"/>
            <ac:picMk id="2052" creationId="{9C10F7B6-B97E-E30D-2003-27ADEE0AFE41}"/>
          </ac:picMkLst>
        </pc:picChg>
      </pc:sldChg>
      <pc:sldChg chg="delSp mod">
        <pc:chgData name="Watson, Storm (Dr) (Summerstrand Campus South)" userId="cdfaa8e9-29c2-42c0-844a-5081fd85b327" providerId="ADAL" clId="{DF325D7A-DE3C-41AA-BC95-D734A66B53B4}" dt="2026-02-09T09:19:40.355" v="12" actId="478"/>
        <pc:sldMkLst>
          <pc:docMk/>
          <pc:sldMk cId="1940214258" sldId="383"/>
        </pc:sldMkLst>
        <pc:picChg chg="del">
          <ac:chgData name="Watson, Storm (Dr) (Summerstrand Campus South)" userId="cdfaa8e9-29c2-42c0-844a-5081fd85b327" providerId="ADAL" clId="{DF325D7A-DE3C-41AA-BC95-D734A66B53B4}" dt="2026-02-09T09:19:40.355" v="12" actId="478"/>
          <ac:picMkLst>
            <pc:docMk/>
            <pc:sldMk cId="1940214258" sldId="383"/>
            <ac:picMk id="6" creationId="{499E5146-0C83-FC90-7CE1-2CE8C671C31F}"/>
          </ac:picMkLst>
        </pc:picChg>
      </pc:sldChg>
      <pc:sldChg chg="delSp mod">
        <pc:chgData name="Watson, Storm (Dr) (Summerstrand Campus South)" userId="cdfaa8e9-29c2-42c0-844a-5081fd85b327" providerId="ADAL" clId="{DF325D7A-DE3C-41AA-BC95-D734A66B53B4}" dt="2026-02-09T09:19:54.277" v="14" actId="478"/>
        <pc:sldMkLst>
          <pc:docMk/>
          <pc:sldMk cId="3795178207" sldId="385"/>
        </pc:sldMkLst>
        <pc:picChg chg="del">
          <ac:chgData name="Watson, Storm (Dr) (Summerstrand Campus South)" userId="cdfaa8e9-29c2-42c0-844a-5081fd85b327" providerId="ADAL" clId="{DF325D7A-DE3C-41AA-BC95-D734A66B53B4}" dt="2026-02-09T09:19:54.277" v="14" actId="478"/>
          <ac:picMkLst>
            <pc:docMk/>
            <pc:sldMk cId="3795178207" sldId="385"/>
            <ac:picMk id="4" creationId="{14D78650-43BC-F705-B8F2-4D901FFCDBD3}"/>
          </ac:picMkLst>
        </pc:picChg>
      </pc:sldChg>
      <pc:sldChg chg="delSp mod">
        <pc:chgData name="Watson, Storm (Dr) (Summerstrand Campus South)" userId="cdfaa8e9-29c2-42c0-844a-5081fd85b327" providerId="ADAL" clId="{DF325D7A-DE3C-41AA-BC95-D734A66B53B4}" dt="2026-02-09T09:19:55.554" v="15" actId="478"/>
        <pc:sldMkLst>
          <pc:docMk/>
          <pc:sldMk cId="4052775028" sldId="387"/>
        </pc:sldMkLst>
        <pc:picChg chg="del">
          <ac:chgData name="Watson, Storm (Dr) (Summerstrand Campus South)" userId="cdfaa8e9-29c2-42c0-844a-5081fd85b327" providerId="ADAL" clId="{DF325D7A-DE3C-41AA-BC95-D734A66B53B4}" dt="2026-02-09T09:19:55.554" v="15" actId="478"/>
          <ac:picMkLst>
            <pc:docMk/>
            <pc:sldMk cId="4052775028" sldId="387"/>
            <ac:picMk id="7" creationId="{77ABDAC0-F0CA-C3D1-AAAA-0DEA47AE9D66}"/>
          </ac:picMkLst>
        </pc:picChg>
      </pc:sldChg>
      <pc:sldChg chg="delSp mod">
        <pc:chgData name="Watson, Storm (Dr) (Summerstrand Campus South)" userId="cdfaa8e9-29c2-42c0-844a-5081fd85b327" providerId="ADAL" clId="{DF325D7A-DE3C-41AA-BC95-D734A66B53B4}" dt="2026-02-09T09:19:11.531" v="11" actId="478"/>
        <pc:sldMkLst>
          <pc:docMk/>
          <pc:sldMk cId="1086008501" sldId="388"/>
        </pc:sldMkLst>
        <pc:picChg chg="del">
          <ac:chgData name="Watson, Storm (Dr) (Summerstrand Campus South)" userId="cdfaa8e9-29c2-42c0-844a-5081fd85b327" providerId="ADAL" clId="{DF325D7A-DE3C-41AA-BC95-D734A66B53B4}" dt="2026-02-09T09:19:11.531" v="11" actId="478"/>
          <ac:picMkLst>
            <pc:docMk/>
            <pc:sldMk cId="1086008501" sldId="388"/>
            <ac:picMk id="4" creationId="{849794A3-595F-D18F-A1C9-4F6E43C66C42}"/>
          </ac:picMkLst>
        </pc:picChg>
        <pc:picChg chg="del">
          <ac:chgData name="Watson, Storm (Dr) (Summerstrand Campus South)" userId="cdfaa8e9-29c2-42c0-844a-5081fd85b327" providerId="ADAL" clId="{DF325D7A-DE3C-41AA-BC95-D734A66B53B4}" dt="2026-02-09T09:19:10.863" v="10" actId="478"/>
          <ac:picMkLst>
            <pc:docMk/>
            <pc:sldMk cId="1086008501" sldId="388"/>
            <ac:picMk id="6" creationId="{4DAA8859-7F95-A2A1-486B-143F982A293F}"/>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7C09EC-985E-4848-A9CD-644FDB4313A9}"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ZA"/>
        </a:p>
      </dgm:t>
    </dgm:pt>
    <dgm:pt modelId="{54AE0DA2-A4E8-4F2E-9B40-2287667D5B8E}">
      <dgm:prSet phldrT="[Text]" custT="1"/>
      <dgm:spPr/>
      <dgm:t>
        <a:bodyPr/>
        <a:lstStyle/>
        <a:p>
          <a:r>
            <a:rPr lang="en-US" sz="1800" dirty="0"/>
            <a:t>Types of accounts based on purpose of account</a:t>
          </a:r>
          <a:endParaRPr lang="en-ZA" sz="1800" dirty="0"/>
        </a:p>
      </dgm:t>
    </dgm:pt>
    <dgm:pt modelId="{B0BF45DD-46C9-4B57-BC18-D6FD578CC114}" type="parTrans" cxnId="{2049D9CC-1D2B-4D39-9BF1-B3C3B2ED79B5}">
      <dgm:prSet/>
      <dgm:spPr/>
      <dgm:t>
        <a:bodyPr/>
        <a:lstStyle/>
        <a:p>
          <a:endParaRPr lang="en-ZA" sz="1800"/>
        </a:p>
      </dgm:t>
    </dgm:pt>
    <dgm:pt modelId="{CB35C1F4-79DF-45F5-9243-7279DDD329F1}" type="sibTrans" cxnId="{2049D9CC-1D2B-4D39-9BF1-B3C3B2ED79B5}">
      <dgm:prSet/>
      <dgm:spPr/>
      <dgm:t>
        <a:bodyPr/>
        <a:lstStyle/>
        <a:p>
          <a:endParaRPr lang="en-ZA" sz="1800"/>
        </a:p>
      </dgm:t>
    </dgm:pt>
    <dgm:pt modelId="{8A170410-2EF4-495B-A80F-74CD15B1AB68}">
      <dgm:prSet phldrT="[Text]" custT="1"/>
      <dgm:spPr/>
      <dgm:t>
        <a:bodyPr/>
        <a:lstStyle/>
        <a:p>
          <a:r>
            <a:rPr lang="en-US" sz="1800" dirty="0"/>
            <a:t>Financial position</a:t>
          </a:r>
          <a:endParaRPr lang="en-ZA" sz="1800" dirty="0"/>
        </a:p>
      </dgm:t>
    </dgm:pt>
    <dgm:pt modelId="{F2F3D6BD-9237-45F4-B97D-B72C30D34615}" type="parTrans" cxnId="{6EB1854E-AD02-4D1D-BAC7-AE058945ABDB}">
      <dgm:prSet/>
      <dgm:spPr/>
      <dgm:t>
        <a:bodyPr/>
        <a:lstStyle/>
        <a:p>
          <a:endParaRPr lang="en-ZA" sz="1800"/>
        </a:p>
      </dgm:t>
    </dgm:pt>
    <dgm:pt modelId="{6186FA05-9E5B-4CEE-B333-9BBE52267196}" type="sibTrans" cxnId="{6EB1854E-AD02-4D1D-BAC7-AE058945ABDB}">
      <dgm:prSet/>
      <dgm:spPr/>
      <dgm:t>
        <a:bodyPr/>
        <a:lstStyle/>
        <a:p>
          <a:endParaRPr lang="en-ZA" sz="1800"/>
        </a:p>
      </dgm:t>
    </dgm:pt>
    <dgm:pt modelId="{B8D6B61F-6901-4FD8-8B8F-ED324D0A92DC}">
      <dgm:prSet phldrT="[Text]" custT="1"/>
      <dgm:spPr/>
      <dgm:t>
        <a:bodyPr/>
        <a:lstStyle/>
        <a:p>
          <a:r>
            <a:rPr lang="en-US" sz="1800" dirty="0"/>
            <a:t>Financial performance</a:t>
          </a:r>
          <a:endParaRPr lang="en-ZA" sz="1800" dirty="0"/>
        </a:p>
      </dgm:t>
    </dgm:pt>
    <dgm:pt modelId="{CE95A98F-3103-464F-B71C-55FD0CA84BED}" type="parTrans" cxnId="{2AAC55B2-C3EA-4E81-887E-921A7CDD8FAA}">
      <dgm:prSet/>
      <dgm:spPr/>
      <dgm:t>
        <a:bodyPr/>
        <a:lstStyle/>
        <a:p>
          <a:endParaRPr lang="en-ZA" sz="1800"/>
        </a:p>
      </dgm:t>
    </dgm:pt>
    <dgm:pt modelId="{4189B337-6E77-4FEF-854C-A2E0E312E302}" type="sibTrans" cxnId="{2AAC55B2-C3EA-4E81-887E-921A7CDD8FAA}">
      <dgm:prSet/>
      <dgm:spPr/>
      <dgm:t>
        <a:bodyPr/>
        <a:lstStyle/>
        <a:p>
          <a:endParaRPr lang="en-ZA" sz="1800"/>
        </a:p>
      </dgm:t>
    </dgm:pt>
    <dgm:pt modelId="{C6485B3F-DCDE-442F-8A9B-A9159AC41795}">
      <dgm:prSet custT="1"/>
      <dgm:spPr/>
      <dgm:t>
        <a:bodyPr/>
        <a:lstStyle/>
        <a:p>
          <a:r>
            <a:rPr lang="en-US" sz="1800" kern="1200" dirty="0">
              <a:solidFill>
                <a:prstClr val="white"/>
              </a:solidFill>
              <a:latin typeface="Tahoma"/>
              <a:ea typeface="ＭＳ Ｐゴシック"/>
              <a:cs typeface="+mn-cs"/>
            </a:rPr>
            <a:t>Asset accounts</a:t>
          </a:r>
          <a:endParaRPr lang="en-ZA" sz="1800" kern="1200" dirty="0">
            <a:solidFill>
              <a:prstClr val="white"/>
            </a:solidFill>
            <a:latin typeface="Tahoma"/>
            <a:ea typeface="ＭＳ Ｐゴシック"/>
            <a:cs typeface="+mn-cs"/>
          </a:endParaRPr>
        </a:p>
      </dgm:t>
    </dgm:pt>
    <dgm:pt modelId="{01DD5614-2B0B-4EC3-8070-35276C49861F}" type="parTrans" cxnId="{DDA373F2-7166-4B79-93EF-E28E34A94622}">
      <dgm:prSet/>
      <dgm:spPr/>
      <dgm:t>
        <a:bodyPr/>
        <a:lstStyle/>
        <a:p>
          <a:endParaRPr lang="en-ZA" sz="1800"/>
        </a:p>
      </dgm:t>
    </dgm:pt>
    <dgm:pt modelId="{5B74EDE1-E3C7-4315-814E-6B7B1B732DDD}" type="sibTrans" cxnId="{DDA373F2-7166-4B79-93EF-E28E34A94622}">
      <dgm:prSet/>
      <dgm:spPr/>
      <dgm:t>
        <a:bodyPr/>
        <a:lstStyle/>
        <a:p>
          <a:endParaRPr lang="en-ZA" sz="1800"/>
        </a:p>
      </dgm:t>
    </dgm:pt>
    <dgm:pt modelId="{9A2374A5-EF95-4A55-89F3-7712D058C2BE}">
      <dgm:prSet custT="1"/>
      <dgm:spPr/>
      <dgm:t>
        <a:bodyPr/>
        <a:lstStyle/>
        <a:p>
          <a:r>
            <a:rPr lang="en-US" sz="1800" b="0" kern="1200" dirty="0">
              <a:solidFill>
                <a:schemeClr val="bg1"/>
              </a:solidFill>
              <a:latin typeface="Tahoma"/>
              <a:ea typeface="ＭＳ Ｐゴシック"/>
              <a:cs typeface="+mn-cs"/>
            </a:rPr>
            <a:t>Liability </a:t>
          </a:r>
          <a:r>
            <a:rPr lang="en-US" sz="1800" kern="1200" dirty="0"/>
            <a:t>accounts</a:t>
          </a:r>
          <a:endParaRPr lang="en-ZA" sz="1800" kern="1200" dirty="0"/>
        </a:p>
      </dgm:t>
    </dgm:pt>
    <dgm:pt modelId="{BB95B935-8E73-4C5E-A5BF-22BD2FE4D1AA}" type="parTrans" cxnId="{AF835F12-D0DC-4D6D-B746-47C39D112380}">
      <dgm:prSet/>
      <dgm:spPr/>
      <dgm:t>
        <a:bodyPr/>
        <a:lstStyle/>
        <a:p>
          <a:endParaRPr lang="en-ZA" sz="1800"/>
        </a:p>
      </dgm:t>
    </dgm:pt>
    <dgm:pt modelId="{E6C36830-E6D9-4F93-8C7E-BA0F40B8BB46}" type="sibTrans" cxnId="{AF835F12-D0DC-4D6D-B746-47C39D112380}">
      <dgm:prSet/>
      <dgm:spPr/>
      <dgm:t>
        <a:bodyPr/>
        <a:lstStyle/>
        <a:p>
          <a:endParaRPr lang="en-ZA" sz="1800"/>
        </a:p>
      </dgm:t>
    </dgm:pt>
    <dgm:pt modelId="{8F8F1177-CBD7-4649-9282-89E4E8752C37}">
      <dgm:prSet custT="1"/>
      <dgm:spPr/>
      <dgm:t>
        <a:bodyPr/>
        <a:lstStyle/>
        <a:p>
          <a:r>
            <a:rPr lang="en-US" sz="1800" b="0" kern="1200" dirty="0">
              <a:solidFill>
                <a:prstClr val="white"/>
              </a:solidFill>
              <a:latin typeface="Tahoma"/>
              <a:ea typeface="ＭＳ Ｐゴシック"/>
              <a:cs typeface="+mn-cs"/>
            </a:rPr>
            <a:t>Owners’ equity </a:t>
          </a:r>
          <a:r>
            <a:rPr lang="en-US" sz="1800" kern="1200" dirty="0"/>
            <a:t>accounts</a:t>
          </a:r>
          <a:endParaRPr lang="en-ZA" sz="1800" kern="1200" dirty="0"/>
        </a:p>
      </dgm:t>
    </dgm:pt>
    <dgm:pt modelId="{C4BA0A19-4C27-44F0-B80C-51A364B24B45}" type="parTrans" cxnId="{FDD5A1B6-0D83-4C89-A4B4-2E04B0FFB085}">
      <dgm:prSet/>
      <dgm:spPr/>
      <dgm:t>
        <a:bodyPr/>
        <a:lstStyle/>
        <a:p>
          <a:endParaRPr lang="en-ZA" sz="1800"/>
        </a:p>
      </dgm:t>
    </dgm:pt>
    <dgm:pt modelId="{B3F7D9DE-446E-4D0E-A976-A30DA072E096}" type="sibTrans" cxnId="{FDD5A1B6-0D83-4C89-A4B4-2E04B0FFB085}">
      <dgm:prSet/>
      <dgm:spPr/>
      <dgm:t>
        <a:bodyPr/>
        <a:lstStyle/>
        <a:p>
          <a:endParaRPr lang="en-ZA" sz="1800"/>
        </a:p>
      </dgm:t>
    </dgm:pt>
    <dgm:pt modelId="{029F580C-BD69-4CFD-BAA8-670C12AA17AE}">
      <dgm:prSet custT="1"/>
      <dgm:spPr/>
      <dgm:t>
        <a:bodyPr/>
        <a:lstStyle/>
        <a:p>
          <a:r>
            <a:rPr lang="en-US" sz="1800" dirty="0"/>
            <a:t>Revenue (income) accounts</a:t>
          </a:r>
          <a:endParaRPr lang="en-ZA" sz="1800" dirty="0"/>
        </a:p>
      </dgm:t>
    </dgm:pt>
    <dgm:pt modelId="{080411D9-8B86-4636-8228-5509796497F8}" type="parTrans" cxnId="{90BF2EE0-0AF7-458A-877C-09A5BBC3B3B7}">
      <dgm:prSet/>
      <dgm:spPr/>
      <dgm:t>
        <a:bodyPr/>
        <a:lstStyle/>
        <a:p>
          <a:endParaRPr lang="en-ZA" sz="1800"/>
        </a:p>
      </dgm:t>
    </dgm:pt>
    <dgm:pt modelId="{0B70CA73-53FB-48DE-99E0-4457E1688A2C}" type="sibTrans" cxnId="{90BF2EE0-0AF7-458A-877C-09A5BBC3B3B7}">
      <dgm:prSet/>
      <dgm:spPr/>
      <dgm:t>
        <a:bodyPr/>
        <a:lstStyle/>
        <a:p>
          <a:endParaRPr lang="en-ZA" sz="1800"/>
        </a:p>
      </dgm:t>
    </dgm:pt>
    <dgm:pt modelId="{4107133A-DAE4-4468-A7A0-877CE2A8F1AB}">
      <dgm:prSet custT="1"/>
      <dgm:spPr/>
      <dgm:t>
        <a:bodyPr/>
        <a:lstStyle/>
        <a:p>
          <a:r>
            <a:rPr lang="en-US" sz="1800" dirty="0"/>
            <a:t>Expense accounts</a:t>
          </a:r>
          <a:endParaRPr lang="en-ZA" sz="1800" dirty="0"/>
        </a:p>
      </dgm:t>
    </dgm:pt>
    <dgm:pt modelId="{7B1C5A17-1739-40CC-91E1-1C9FD929EA06}" type="parTrans" cxnId="{1AF33C72-9522-4848-9D88-1C0ADFF53ADF}">
      <dgm:prSet/>
      <dgm:spPr/>
      <dgm:t>
        <a:bodyPr/>
        <a:lstStyle/>
        <a:p>
          <a:endParaRPr lang="en-ZA" sz="1800"/>
        </a:p>
      </dgm:t>
    </dgm:pt>
    <dgm:pt modelId="{90D939C1-0415-4C6C-864E-189B238CDD7E}" type="sibTrans" cxnId="{1AF33C72-9522-4848-9D88-1C0ADFF53ADF}">
      <dgm:prSet/>
      <dgm:spPr/>
      <dgm:t>
        <a:bodyPr/>
        <a:lstStyle/>
        <a:p>
          <a:endParaRPr lang="en-ZA" sz="1800"/>
        </a:p>
      </dgm:t>
    </dgm:pt>
    <dgm:pt modelId="{CF40B201-4229-4F73-866C-7F086D625126}" type="pres">
      <dgm:prSet presAssocID="{1B7C09EC-985E-4848-A9CD-644FDB4313A9}" presName="hierChild1" presStyleCnt="0">
        <dgm:presLayoutVars>
          <dgm:orgChart val="1"/>
          <dgm:chPref val="1"/>
          <dgm:dir/>
          <dgm:animOne val="branch"/>
          <dgm:animLvl val="lvl"/>
          <dgm:resizeHandles/>
        </dgm:presLayoutVars>
      </dgm:prSet>
      <dgm:spPr/>
    </dgm:pt>
    <dgm:pt modelId="{3D72889E-DF9A-41D1-AD9A-8B41E8FC8B94}" type="pres">
      <dgm:prSet presAssocID="{54AE0DA2-A4E8-4F2E-9B40-2287667D5B8E}" presName="hierRoot1" presStyleCnt="0">
        <dgm:presLayoutVars>
          <dgm:hierBranch val="init"/>
        </dgm:presLayoutVars>
      </dgm:prSet>
      <dgm:spPr/>
    </dgm:pt>
    <dgm:pt modelId="{E90ACC47-66FC-4251-A294-7EEE657A2FF4}" type="pres">
      <dgm:prSet presAssocID="{54AE0DA2-A4E8-4F2E-9B40-2287667D5B8E}" presName="rootComposite1" presStyleCnt="0"/>
      <dgm:spPr/>
    </dgm:pt>
    <dgm:pt modelId="{96E66A90-7F05-4CF3-B393-A235207574ED}" type="pres">
      <dgm:prSet presAssocID="{54AE0DA2-A4E8-4F2E-9B40-2287667D5B8E}" presName="rootText1" presStyleLbl="node0" presStyleIdx="0" presStyleCnt="1" custScaleX="162472" custScaleY="111618">
        <dgm:presLayoutVars>
          <dgm:chPref val="3"/>
        </dgm:presLayoutVars>
      </dgm:prSet>
      <dgm:spPr/>
    </dgm:pt>
    <dgm:pt modelId="{76CD8C0C-CAF7-480D-83B6-623AF2B0DAA6}" type="pres">
      <dgm:prSet presAssocID="{54AE0DA2-A4E8-4F2E-9B40-2287667D5B8E}" presName="rootConnector1" presStyleLbl="node1" presStyleIdx="0" presStyleCnt="0"/>
      <dgm:spPr/>
    </dgm:pt>
    <dgm:pt modelId="{34077B95-D3D6-47DD-B080-A7437DEE1EEC}" type="pres">
      <dgm:prSet presAssocID="{54AE0DA2-A4E8-4F2E-9B40-2287667D5B8E}" presName="hierChild2" presStyleCnt="0"/>
      <dgm:spPr/>
    </dgm:pt>
    <dgm:pt modelId="{B639E2A9-1E46-454B-AC93-E3513327AE01}" type="pres">
      <dgm:prSet presAssocID="{F2F3D6BD-9237-45F4-B97D-B72C30D34615}" presName="Name37" presStyleLbl="parChTrans1D2" presStyleIdx="0" presStyleCnt="2"/>
      <dgm:spPr/>
    </dgm:pt>
    <dgm:pt modelId="{0A60A25E-A272-44D3-8024-02DA1DD2DD5F}" type="pres">
      <dgm:prSet presAssocID="{8A170410-2EF4-495B-A80F-74CD15B1AB68}" presName="hierRoot2" presStyleCnt="0">
        <dgm:presLayoutVars>
          <dgm:hierBranch val="init"/>
        </dgm:presLayoutVars>
      </dgm:prSet>
      <dgm:spPr/>
    </dgm:pt>
    <dgm:pt modelId="{9099A784-D9B9-4D46-BE2B-DF4FF160D31A}" type="pres">
      <dgm:prSet presAssocID="{8A170410-2EF4-495B-A80F-74CD15B1AB68}" presName="rootComposite" presStyleCnt="0"/>
      <dgm:spPr/>
    </dgm:pt>
    <dgm:pt modelId="{483AE476-7ED0-4874-9B8B-28A724CF3E22}" type="pres">
      <dgm:prSet presAssocID="{8A170410-2EF4-495B-A80F-74CD15B1AB68}" presName="rootText" presStyleLbl="node2" presStyleIdx="0" presStyleCnt="2" custScaleX="240574" custLinFactNeighborX="4517" custLinFactNeighborY="-2204">
        <dgm:presLayoutVars>
          <dgm:chPref val="3"/>
        </dgm:presLayoutVars>
      </dgm:prSet>
      <dgm:spPr/>
    </dgm:pt>
    <dgm:pt modelId="{C993EEB1-6F8B-4034-91ED-ADD66760FDC4}" type="pres">
      <dgm:prSet presAssocID="{8A170410-2EF4-495B-A80F-74CD15B1AB68}" presName="rootConnector" presStyleLbl="node2" presStyleIdx="0" presStyleCnt="2"/>
      <dgm:spPr/>
    </dgm:pt>
    <dgm:pt modelId="{25DF9A02-5AA9-4FAA-98D9-3AD7CDA8A6E2}" type="pres">
      <dgm:prSet presAssocID="{8A170410-2EF4-495B-A80F-74CD15B1AB68}" presName="hierChild4" presStyleCnt="0"/>
      <dgm:spPr/>
    </dgm:pt>
    <dgm:pt modelId="{71C378A1-3BA7-45DC-9B7D-46877C3813BA}" type="pres">
      <dgm:prSet presAssocID="{01DD5614-2B0B-4EC3-8070-35276C49861F}" presName="Name37" presStyleLbl="parChTrans1D3" presStyleIdx="0" presStyleCnt="5"/>
      <dgm:spPr/>
    </dgm:pt>
    <dgm:pt modelId="{25D68871-E404-444E-8D6B-EE355A9F2834}" type="pres">
      <dgm:prSet presAssocID="{C6485B3F-DCDE-442F-8A9B-A9159AC41795}" presName="hierRoot2" presStyleCnt="0">
        <dgm:presLayoutVars>
          <dgm:hierBranch val="init"/>
        </dgm:presLayoutVars>
      </dgm:prSet>
      <dgm:spPr/>
    </dgm:pt>
    <dgm:pt modelId="{796AEA02-1F1B-4AE3-AEEE-8AFE89D4806A}" type="pres">
      <dgm:prSet presAssocID="{C6485B3F-DCDE-442F-8A9B-A9159AC41795}" presName="rootComposite" presStyleCnt="0"/>
      <dgm:spPr/>
    </dgm:pt>
    <dgm:pt modelId="{3A7590FC-FC8A-48A1-B764-48EA36E68AB0}" type="pres">
      <dgm:prSet presAssocID="{C6485B3F-DCDE-442F-8A9B-A9159AC41795}" presName="rootText" presStyleLbl="node3" presStyleIdx="0" presStyleCnt="5" custScaleX="144344">
        <dgm:presLayoutVars>
          <dgm:chPref val="3"/>
        </dgm:presLayoutVars>
      </dgm:prSet>
      <dgm:spPr/>
    </dgm:pt>
    <dgm:pt modelId="{74C41880-015B-41A5-B877-A99C8C9EAAA5}" type="pres">
      <dgm:prSet presAssocID="{C6485B3F-DCDE-442F-8A9B-A9159AC41795}" presName="rootConnector" presStyleLbl="node3" presStyleIdx="0" presStyleCnt="5"/>
      <dgm:spPr/>
    </dgm:pt>
    <dgm:pt modelId="{2BC30A29-074B-4261-AB2D-8686A0097FA7}" type="pres">
      <dgm:prSet presAssocID="{C6485B3F-DCDE-442F-8A9B-A9159AC41795}" presName="hierChild4" presStyleCnt="0"/>
      <dgm:spPr/>
    </dgm:pt>
    <dgm:pt modelId="{BD2AAD3A-6C92-493E-9D92-3643587C12A0}" type="pres">
      <dgm:prSet presAssocID="{C6485B3F-DCDE-442F-8A9B-A9159AC41795}" presName="hierChild5" presStyleCnt="0"/>
      <dgm:spPr/>
    </dgm:pt>
    <dgm:pt modelId="{8E89FB38-BF39-4E72-BF9E-A0673AD83997}" type="pres">
      <dgm:prSet presAssocID="{BB95B935-8E73-4C5E-A5BF-22BD2FE4D1AA}" presName="Name37" presStyleLbl="parChTrans1D3" presStyleIdx="1" presStyleCnt="5"/>
      <dgm:spPr/>
    </dgm:pt>
    <dgm:pt modelId="{5224F226-EE85-4A28-BADA-D5818924C6D7}" type="pres">
      <dgm:prSet presAssocID="{9A2374A5-EF95-4A55-89F3-7712D058C2BE}" presName="hierRoot2" presStyleCnt="0">
        <dgm:presLayoutVars>
          <dgm:hierBranch val="init"/>
        </dgm:presLayoutVars>
      </dgm:prSet>
      <dgm:spPr/>
    </dgm:pt>
    <dgm:pt modelId="{C52A3A13-DF87-4138-9EAF-CA7D0396BC15}" type="pres">
      <dgm:prSet presAssocID="{9A2374A5-EF95-4A55-89F3-7712D058C2BE}" presName="rootComposite" presStyleCnt="0"/>
      <dgm:spPr/>
    </dgm:pt>
    <dgm:pt modelId="{2E752098-624F-4175-B3FE-7A4FF4085EFA}" type="pres">
      <dgm:prSet presAssocID="{9A2374A5-EF95-4A55-89F3-7712D058C2BE}" presName="rootText" presStyleLbl="node3" presStyleIdx="1" presStyleCnt="5" custScaleX="144345">
        <dgm:presLayoutVars>
          <dgm:chPref val="3"/>
        </dgm:presLayoutVars>
      </dgm:prSet>
      <dgm:spPr/>
    </dgm:pt>
    <dgm:pt modelId="{B84F279E-2CCC-4B46-A0F9-20836584FF39}" type="pres">
      <dgm:prSet presAssocID="{9A2374A5-EF95-4A55-89F3-7712D058C2BE}" presName="rootConnector" presStyleLbl="node3" presStyleIdx="1" presStyleCnt="5"/>
      <dgm:spPr/>
    </dgm:pt>
    <dgm:pt modelId="{5A81EB58-68E5-45D2-B5DE-C7BF07A1FEE4}" type="pres">
      <dgm:prSet presAssocID="{9A2374A5-EF95-4A55-89F3-7712D058C2BE}" presName="hierChild4" presStyleCnt="0"/>
      <dgm:spPr/>
    </dgm:pt>
    <dgm:pt modelId="{56DC616A-809F-4403-9A98-B6CE1EB1AD3E}" type="pres">
      <dgm:prSet presAssocID="{9A2374A5-EF95-4A55-89F3-7712D058C2BE}" presName="hierChild5" presStyleCnt="0"/>
      <dgm:spPr/>
    </dgm:pt>
    <dgm:pt modelId="{7831E699-8BD8-438C-AD8C-B7C36200A86A}" type="pres">
      <dgm:prSet presAssocID="{C4BA0A19-4C27-44F0-B80C-51A364B24B45}" presName="Name37" presStyleLbl="parChTrans1D3" presStyleIdx="2" presStyleCnt="5"/>
      <dgm:spPr/>
    </dgm:pt>
    <dgm:pt modelId="{15BA8CF1-508C-431D-A514-908D5363D862}" type="pres">
      <dgm:prSet presAssocID="{8F8F1177-CBD7-4649-9282-89E4E8752C37}" presName="hierRoot2" presStyleCnt="0">
        <dgm:presLayoutVars>
          <dgm:hierBranch val="init"/>
        </dgm:presLayoutVars>
      </dgm:prSet>
      <dgm:spPr/>
    </dgm:pt>
    <dgm:pt modelId="{1C19FAFD-69EE-4E02-BAB9-2D78450D577C}" type="pres">
      <dgm:prSet presAssocID="{8F8F1177-CBD7-4649-9282-89E4E8752C37}" presName="rootComposite" presStyleCnt="0"/>
      <dgm:spPr/>
    </dgm:pt>
    <dgm:pt modelId="{5D181589-379D-4D03-8A4E-C379EEBCBCD3}" type="pres">
      <dgm:prSet presAssocID="{8F8F1177-CBD7-4649-9282-89E4E8752C37}" presName="rootText" presStyleLbl="node3" presStyleIdx="2" presStyleCnt="5" custScaleX="144345">
        <dgm:presLayoutVars>
          <dgm:chPref val="3"/>
        </dgm:presLayoutVars>
      </dgm:prSet>
      <dgm:spPr/>
    </dgm:pt>
    <dgm:pt modelId="{A9274B9B-7BA4-4FCE-9387-FBAD9FAED032}" type="pres">
      <dgm:prSet presAssocID="{8F8F1177-CBD7-4649-9282-89E4E8752C37}" presName="rootConnector" presStyleLbl="node3" presStyleIdx="2" presStyleCnt="5"/>
      <dgm:spPr/>
    </dgm:pt>
    <dgm:pt modelId="{13DAAB58-E035-44F6-B26C-198F88C4076A}" type="pres">
      <dgm:prSet presAssocID="{8F8F1177-CBD7-4649-9282-89E4E8752C37}" presName="hierChild4" presStyleCnt="0"/>
      <dgm:spPr/>
    </dgm:pt>
    <dgm:pt modelId="{FD4E86BD-34A6-4EB2-B93B-36F8F695904C}" type="pres">
      <dgm:prSet presAssocID="{8F8F1177-CBD7-4649-9282-89E4E8752C37}" presName="hierChild5" presStyleCnt="0"/>
      <dgm:spPr/>
    </dgm:pt>
    <dgm:pt modelId="{7505CF37-697A-4ED5-8644-5C9FC2BC42D1}" type="pres">
      <dgm:prSet presAssocID="{8A170410-2EF4-495B-A80F-74CD15B1AB68}" presName="hierChild5" presStyleCnt="0"/>
      <dgm:spPr/>
    </dgm:pt>
    <dgm:pt modelId="{B0296797-85C7-483A-BD66-B22745226D6B}" type="pres">
      <dgm:prSet presAssocID="{CE95A98F-3103-464F-B71C-55FD0CA84BED}" presName="Name37" presStyleLbl="parChTrans1D2" presStyleIdx="1" presStyleCnt="2"/>
      <dgm:spPr/>
    </dgm:pt>
    <dgm:pt modelId="{A9B0B39E-82BB-4890-ABB2-20AF5E5BC1BE}" type="pres">
      <dgm:prSet presAssocID="{B8D6B61F-6901-4FD8-8B8F-ED324D0A92DC}" presName="hierRoot2" presStyleCnt="0">
        <dgm:presLayoutVars>
          <dgm:hierBranch val="init"/>
        </dgm:presLayoutVars>
      </dgm:prSet>
      <dgm:spPr/>
    </dgm:pt>
    <dgm:pt modelId="{1284F985-0BAF-4FE1-A89F-CAD1976E86EB}" type="pres">
      <dgm:prSet presAssocID="{B8D6B61F-6901-4FD8-8B8F-ED324D0A92DC}" presName="rootComposite" presStyleCnt="0"/>
      <dgm:spPr/>
    </dgm:pt>
    <dgm:pt modelId="{4C78C1FC-2F69-4BF9-9B87-4F7D20F7D559}" type="pres">
      <dgm:prSet presAssocID="{B8D6B61F-6901-4FD8-8B8F-ED324D0A92DC}" presName="rootText" presStyleLbl="node2" presStyleIdx="1" presStyleCnt="2" custScaleX="240574" custLinFactNeighborX="1751" custLinFactNeighborY="-2204">
        <dgm:presLayoutVars>
          <dgm:chPref val="3"/>
        </dgm:presLayoutVars>
      </dgm:prSet>
      <dgm:spPr/>
    </dgm:pt>
    <dgm:pt modelId="{03B78F0D-5000-4AD6-AFE0-E9E291CCA474}" type="pres">
      <dgm:prSet presAssocID="{B8D6B61F-6901-4FD8-8B8F-ED324D0A92DC}" presName="rootConnector" presStyleLbl="node2" presStyleIdx="1" presStyleCnt="2"/>
      <dgm:spPr/>
    </dgm:pt>
    <dgm:pt modelId="{2B89B3C1-EA81-4946-A649-1432213FE173}" type="pres">
      <dgm:prSet presAssocID="{B8D6B61F-6901-4FD8-8B8F-ED324D0A92DC}" presName="hierChild4" presStyleCnt="0"/>
      <dgm:spPr/>
    </dgm:pt>
    <dgm:pt modelId="{A7A39AD8-780B-4295-904B-333C498DBEBA}" type="pres">
      <dgm:prSet presAssocID="{080411D9-8B86-4636-8228-5509796497F8}" presName="Name37" presStyleLbl="parChTrans1D3" presStyleIdx="3" presStyleCnt="5"/>
      <dgm:spPr/>
    </dgm:pt>
    <dgm:pt modelId="{1E0B11E5-1513-40A9-AE9D-2619D7FC15BE}" type="pres">
      <dgm:prSet presAssocID="{029F580C-BD69-4CFD-BAA8-670C12AA17AE}" presName="hierRoot2" presStyleCnt="0">
        <dgm:presLayoutVars>
          <dgm:hierBranch val="init"/>
        </dgm:presLayoutVars>
      </dgm:prSet>
      <dgm:spPr/>
    </dgm:pt>
    <dgm:pt modelId="{56F81886-2AEA-4EF1-A9DA-D1E9B4E2F6A6}" type="pres">
      <dgm:prSet presAssocID="{029F580C-BD69-4CFD-BAA8-670C12AA17AE}" presName="rootComposite" presStyleCnt="0"/>
      <dgm:spPr/>
    </dgm:pt>
    <dgm:pt modelId="{262AD781-C79D-4253-AC84-F380595E7A22}" type="pres">
      <dgm:prSet presAssocID="{029F580C-BD69-4CFD-BAA8-670C12AA17AE}" presName="rootText" presStyleLbl="node3" presStyleIdx="3" presStyleCnt="5" custScaleX="144345">
        <dgm:presLayoutVars>
          <dgm:chPref val="3"/>
        </dgm:presLayoutVars>
      </dgm:prSet>
      <dgm:spPr/>
    </dgm:pt>
    <dgm:pt modelId="{C070E2B3-38EB-4971-8C82-A1E3ACEF9889}" type="pres">
      <dgm:prSet presAssocID="{029F580C-BD69-4CFD-BAA8-670C12AA17AE}" presName="rootConnector" presStyleLbl="node3" presStyleIdx="3" presStyleCnt="5"/>
      <dgm:spPr/>
    </dgm:pt>
    <dgm:pt modelId="{1AC2C03A-26A2-4EEC-9933-FB024FAF92B3}" type="pres">
      <dgm:prSet presAssocID="{029F580C-BD69-4CFD-BAA8-670C12AA17AE}" presName="hierChild4" presStyleCnt="0"/>
      <dgm:spPr/>
    </dgm:pt>
    <dgm:pt modelId="{E5B5A4FA-A4BE-4055-A7F7-B88340CB7CF1}" type="pres">
      <dgm:prSet presAssocID="{029F580C-BD69-4CFD-BAA8-670C12AA17AE}" presName="hierChild5" presStyleCnt="0"/>
      <dgm:spPr/>
    </dgm:pt>
    <dgm:pt modelId="{83BD9D57-B770-46DF-B8A4-47A3E9090491}" type="pres">
      <dgm:prSet presAssocID="{7B1C5A17-1739-40CC-91E1-1C9FD929EA06}" presName="Name37" presStyleLbl="parChTrans1D3" presStyleIdx="4" presStyleCnt="5"/>
      <dgm:spPr/>
    </dgm:pt>
    <dgm:pt modelId="{ABBA5D6F-56D8-48E3-9E75-344904544B54}" type="pres">
      <dgm:prSet presAssocID="{4107133A-DAE4-4468-A7A0-877CE2A8F1AB}" presName="hierRoot2" presStyleCnt="0">
        <dgm:presLayoutVars>
          <dgm:hierBranch val="init"/>
        </dgm:presLayoutVars>
      </dgm:prSet>
      <dgm:spPr/>
    </dgm:pt>
    <dgm:pt modelId="{43DE7D21-E898-4F65-8EDE-C03E0A554E16}" type="pres">
      <dgm:prSet presAssocID="{4107133A-DAE4-4468-A7A0-877CE2A8F1AB}" presName="rootComposite" presStyleCnt="0"/>
      <dgm:spPr/>
    </dgm:pt>
    <dgm:pt modelId="{A6284662-AC4D-4CC6-926E-42B9FDFC1A32}" type="pres">
      <dgm:prSet presAssocID="{4107133A-DAE4-4468-A7A0-877CE2A8F1AB}" presName="rootText" presStyleLbl="node3" presStyleIdx="4" presStyleCnt="5" custScaleX="144345">
        <dgm:presLayoutVars>
          <dgm:chPref val="3"/>
        </dgm:presLayoutVars>
      </dgm:prSet>
      <dgm:spPr/>
    </dgm:pt>
    <dgm:pt modelId="{9B08AF43-30C0-429E-815A-D17FCBBF4CEC}" type="pres">
      <dgm:prSet presAssocID="{4107133A-DAE4-4468-A7A0-877CE2A8F1AB}" presName="rootConnector" presStyleLbl="node3" presStyleIdx="4" presStyleCnt="5"/>
      <dgm:spPr/>
    </dgm:pt>
    <dgm:pt modelId="{6F3D432C-722E-443C-BD03-AC4CE128E331}" type="pres">
      <dgm:prSet presAssocID="{4107133A-DAE4-4468-A7A0-877CE2A8F1AB}" presName="hierChild4" presStyleCnt="0"/>
      <dgm:spPr/>
    </dgm:pt>
    <dgm:pt modelId="{372450BD-AE9E-4EE0-A412-F0169962A880}" type="pres">
      <dgm:prSet presAssocID="{4107133A-DAE4-4468-A7A0-877CE2A8F1AB}" presName="hierChild5" presStyleCnt="0"/>
      <dgm:spPr/>
    </dgm:pt>
    <dgm:pt modelId="{0D1132BA-3B4E-4C31-927B-ED2D63AD7D87}" type="pres">
      <dgm:prSet presAssocID="{B8D6B61F-6901-4FD8-8B8F-ED324D0A92DC}" presName="hierChild5" presStyleCnt="0"/>
      <dgm:spPr/>
    </dgm:pt>
    <dgm:pt modelId="{0AEB184A-9A81-4F28-9EA2-331BE4DDA623}" type="pres">
      <dgm:prSet presAssocID="{54AE0DA2-A4E8-4F2E-9B40-2287667D5B8E}" presName="hierChild3" presStyleCnt="0"/>
      <dgm:spPr/>
    </dgm:pt>
  </dgm:ptLst>
  <dgm:cxnLst>
    <dgm:cxn modelId="{AF835F12-D0DC-4D6D-B746-47C39D112380}" srcId="{8A170410-2EF4-495B-A80F-74CD15B1AB68}" destId="{9A2374A5-EF95-4A55-89F3-7712D058C2BE}" srcOrd="1" destOrd="0" parTransId="{BB95B935-8E73-4C5E-A5BF-22BD2FE4D1AA}" sibTransId="{E6C36830-E6D9-4F93-8C7E-BA0F40B8BB46}"/>
    <dgm:cxn modelId="{DE32FC17-A6FE-4927-85F3-E631CCC31975}" type="presOf" srcId="{B8D6B61F-6901-4FD8-8B8F-ED324D0A92DC}" destId="{4C78C1FC-2F69-4BF9-9B87-4F7D20F7D559}" srcOrd="0" destOrd="0" presId="urn:microsoft.com/office/officeart/2005/8/layout/orgChart1"/>
    <dgm:cxn modelId="{4FD3362F-720E-48F5-9110-D57D02526E9A}" type="presOf" srcId="{C6485B3F-DCDE-442F-8A9B-A9159AC41795}" destId="{3A7590FC-FC8A-48A1-B764-48EA36E68AB0}" srcOrd="0" destOrd="0" presId="urn:microsoft.com/office/officeart/2005/8/layout/orgChart1"/>
    <dgm:cxn modelId="{57B92635-BE4F-4565-927B-DD3BBDF67F4F}" type="presOf" srcId="{8A170410-2EF4-495B-A80F-74CD15B1AB68}" destId="{C993EEB1-6F8B-4034-91ED-ADD66760FDC4}" srcOrd="1" destOrd="0" presId="urn:microsoft.com/office/officeart/2005/8/layout/orgChart1"/>
    <dgm:cxn modelId="{3C670C39-7EAC-4059-B6BE-C641A5DE8E6C}" type="presOf" srcId="{C6485B3F-DCDE-442F-8A9B-A9159AC41795}" destId="{74C41880-015B-41A5-B877-A99C8C9EAAA5}" srcOrd="1" destOrd="0" presId="urn:microsoft.com/office/officeart/2005/8/layout/orgChart1"/>
    <dgm:cxn modelId="{6E183861-01C8-4ECD-85E4-BF8BCA40DEBE}" type="presOf" srcId="{B8D6B61F-6901-4FD8-8B8F-ED324D0A92DC}" destId="{03B78F0D-5000-4AD6-AFE0-E9E291CCA474}" srcOrd="1" destOrd="0" presId="urn:microsoft.com/office/officeart/2005/8/layout/orgChart1"/>
    <dgm:cxn modelId="{7819CE41-4659-41D8-A334-CEE2376CCD56}" type="presOf" srcId="{C4BA0A19-4C27-44F0-B80C-51A364B24B45}" destId="{7831E699-8BD8-438C-AD8C-B7C36200A86A}" srcOrd="0" destOrd="0" presId="urn:microsoft.com/office/officeart/2005/8/layout/orgChart1"/>
    <dgm:cxn modelId="{6EB1854E-AD02-4D1D-BAC7-AE058945ABDB}" srcId="{54AE0DA2-A4E8-4F2E-9B40-2287667D5B8E}" destId="{8A170410-2EF4-495B-A80F-74CD15B1AB68}" srcOrd="0" destOrd="0" parTransId="{F2F3D6BD-9237-45F4-B97D-B72C30D34615}" sibTransId="{6186FA05-9E5B-4CEE-B333-9BBE52267196}"/>
    <dgm:cxn modelId="{FA83A550-F6A7-43EC-AEF4-9D978A223F14}" type="presOf" srcId="{8A170410-2EF4-495B-A80F-74CD15B1AB68}" destId="{483AE476-7ED0-4874-9B8B-28A724CF3E22}" srcOrd="0" destOrd="0" presId="urn:microsoft.com/office/officeart/2005/8/layout/orgChart1"/>
    <dgm:cxn modelId="{1AF33C72-9522-4848-9D88-1C0ADFF53ADF}" srcId="{B8D6B61F-6901-4FD8-8B8F-ED324D0A92DC}" destId="{4107133A-DAE4-4468-A7A0-877CE2A8F1AB}" srcOrd="1" destOrd="0" parTransId="{7B1C5A17-1739-40CC-91E1-1C9FD929EA06}" sibTransId="{90D939C1-0415-4C6C-864E-189B238CDD7E}"/>
    <dgm:cxn modelId="{A721EB75-A5A8-410F-81EB-ECFEB8A9B06C}" type="presOf" srcId="{CE95A98F-3103-464F-B71C-55FD0CA84BED}" destId="{B0296797-85C7-483A-BD66-B22745226D6B}" srcOrd="0" destOrd="0" presId="urn:microsoft.com/office/officeart/2005/8/layout/orgChart1"/>
    <dgm:cxn modelId="{6F673C7B-7330-464E-A6BD-F1B6FF31CB19}" type="presOf" srcId="{8F8F1177-CBD7-4649-9282-89E4E8752C37}" destId="{5D181589-379D-4D03-8A4E-C379EEBCBCD3}" srcOrd="0" destOrd="0" presId="urn:microsoft.com/office/officeart/2005/8/layout/orgChart1"/>
    <dgm:cxn modelId="{3A677184-D307-4339-85CF-F204FFA6A34C}" type="presOf" srcId="{9A2374A5-EF95-4A55-89F3-7712D058C2BE}" destId="{2E752098-624F-4175-B3FE-7A4FF4085EFA}" srcOrd="0" destOrd="0" presId="urn:microsoft.com/office/officeart/2005/8/layout/orgChart1"/>
    <dgm:cxn modelId="{0F8B0985-BC84-4785-8498-776A13670BD5}" type="presOf" srcId="{029F580C-BD69-4CFD-BAA8-670C12AA17AE}" destId="{262AD781-C79D-4253-AC84-F380595E7A22}" srcOrd="0" destOrd="0" presId="urn:microsoft.com/office/officeart/2005/8/layout/orgChart1"/>
    <dgm:cxn modelId="{3A486F85-9295-4990-8856-EEC23CD5CD71}" type="presOf" srcId="{4107133A-DAE4-4468-A7A0-877CE2A8F1AB}" destId="{A6284662-AC4D-4CC6-926E-42B9FDFC1A32}" srcOrd="0" destOrd="0" presId="urn:microsoft.com/office/officeart/2005/8/layout/orgChart1"/>
    <dgm:cxn modelId="{705F4587-ED1D-43AC-BD29-A03625FE80C1}" type="presOf" srcId="{7B1C5A17-1739-40CC-91E1-1C9FD929EA06}" destId="{83BD9D57-B770-46DF-B8A4-47A3E9090491}" srcOrd="0" destOrd="0" presId="urn:microsoft.com/office/officeart/2005/8/layout/orgChart1"/>
    <dgm:cxn modelId="{D92E479D-6E6B-4B94-B313-59844DE76A0E}" type="presOf" srcId="{4107133A-DAE4-4468-A7A0-877CE2A8F1AB}" destId="{9B08AF43-30C0-429E-815A-D17FCBBF4CEC}" srcOrd="1" destOrd="0" presId="urn:microsoft.com/office/officeart/2005/8/layout/orgChart1"/>
    <dgm:cxn modelId="{61E5CFA0-52C1-4D51-BED0-3549C0B70CC5}" type="presOf" srcId="{1B7C09EC-985E-4848-A9CD-644FDB4313A9}" destId="{CF40B201-4229-4F73-866C-7F086D625126}" srcOrd="0" destOrd="0" presId="urn:microsoft.com/office/officeart/2005/8/layout/orgChart1"/>
    <dgm:cxn modelId="{7B29BFAF-5C85-45D3-8DE2-BDB5800EBAFC}" type="presOf" srcId="{01DD5614-2B0B-4EC3-8070-35276C49861F}" destId="{71C378A1-3BA7-45DC-9B7D-46877C3813BA}" srcOrd="0" destOrd="0" presId="urn:microsoft.com/office/officeart/2005/8/layout/orgChart1"/>
    <dgm:cxn modelId="{2AAC55B2-C3EA-4E81-887E-921A7CDD8FAA}" srcId="{54AE0DA2-A4E8-4F2E-9B40-2287667D5B8E}" destId="{B8D6B61F-6901-4FD8-8B8F-ED324D0A92DC}" srcOrd="1" destOrd="0" parTransId="{CE95A98F-3103-464F-B71C-55FD0CA84BED}" sibTransId="{4189B337-6E77-4FEF-854C-A2E0E312E302}"/>
    <dgm:cxn modelId="{6B38F9B2-E227-4251-9EA6-4B945F64653E}" type="presOf" srcId="{080411D9-8B86-4636-8228-5509796497F8}" destId="{A7A39AD8-780B-4295-904B-333C498DBEBA}" srcOrd="0" destOrd="0" presId="urn:microsoft.com/office/officeart/2005/8/layout/orgChart1"/>
    <dgm:cxn modelId="{4ACD26B6-1667-4E06-931E-A36A4B07DEAA}" type="presOf" srcId="{54AE0DA2-A4E8-4F2E-9B40-2287667D5B8E}" destId="{96E66A90-7F05-4CF3-B393-A235207574ED}" srcOrd="0" destOrd="0" presId="urn:microsoft.com/office/officeart/2005/8/layout/orgChart1"/>
    <dgm:cxn modelId="{FDD5A1B6-0D83-4C89-A4B4-2E04B0FFB085}" srcId="{8A170410-2EF4-495B-A80F-74CD15B1AB68}" destId="{8F8F1177-CBD7-4649-9282-89E4E8752C37}" srcOrd="2" destOrd="0" parTransId="{C4BA0A19-4C27-44F0-B80C-51A364B24B45}" sibTransId="{B3F7D9DE-446E-4D0E-A976-A30DA072E096}"/>
    <dgm:cxn modelId="{6BC5B7CB-BDB9-4B4C-99E8-301A90E77C17}" type="presOf" srcId="{F2F3D6BD-9237-45F4-B97D-B72C30D34615}" destId="{B639E2A9-1E46-454B-AC93-E3513327AE01}" srcOrd="0" destOrd="0" presId="urn:microsoft.com/office/officeart/2005/8/layout/orgChart1"/>
    <dgm:cxn modelId="{2049D9CC-1D2B-4D39-9BF1-B3C3B2ED79B5}" srcId="{1B7C09EC-985E-4848-A9CD-644FDB4313A9}" destId="{54AE0DA2-A4E8-4F2E-9B40-2287667D5B8E}" srcOrd="0" destOrd="0" parTransId="{B0BF45DD-46C9-4B57-BC18-D6FD578CC114}" sibTransId="{CB35C1F4-79DF-45F5-9243-7279DDD329F1}"/>
    <dgm:cxn modelId="{9A652BDB-B259-4F2F-9534-2B242FFEC430}" type="presOf" srcId="{9A2374A5-EF95-4A55-89F3-7712D058C2BE}" destId="{B84F279E-2CCC-4B46-A0F9-20836584FF39}" srcOrd="1" destOrd="0" presId="urn:microsoft.com/office/officeart/2005/8/layout/orgChart1"/>
    <dgm:cxn modelId="{04B255DE-8B1D-454F-BF9C-B5C786BB56FE}" type="presOf" srcId="{8F8F1177-CBD7-4649-9282-89E4E8752C37}" destId="{A9274B9B-7BA4-4FCE-9387-FBAD9FAED032}" srcOrd="1" destOrd="0" presId="urn:microsoft.com/office/officeart/2005/8/layout/orgChart1"/>
    <dgm:cxn modelId="{90BF2EE0-0AF7-458A-877C-09A5BBC3B3B7}" srcId="{B8D6B61F-6901-4FD8-8B8F-ED324D0A92DC}" destId="{029F580C-BD69-4CFD-BAA8-670C12AA17AE}" srcOrd="0" destOrd="0" parTransId="{080411D9-8B86-4636-8228-5509796497F8}" sibTransId="{0B70CA73-53FB-48DE-99E0-4457E1688A2C}"/>
    <dgm:cxn modelId="{54885FE5-550F-476E-ADF3-3434EB05A90E}" type="presOf" srcId="{BB95B935-8E73-4C5E-A5BF-22BD2FE4D1AA}" destId="{8E89FB38-BF39-4E72-BF9E-A0673AD83997}" srcOrd="0" destOrd="0" presId="urn:microsoft.com/office/officeart/2005/8/layout/orgChart1"/>
    <dgm:cxn modelId="{772C1BED-F034-4DBD-8E38-0AA572708B8A}" type="presOf" srcId="{54AE0DA2-A4E8-4F2E-9B40-2287667D5B8E}" destId="{76CD8C0C-CAF7-480D-83B6-623AF2B0DAA6}" srcOrd="1" destOrd="0" presId="urn:microsoft.com/office/officeart/2005/8/layout/orgChart1"/>
    <dgm:cxn modelId="{DDA373F2-7166-4B79-93EF-E28E34A94622}" srcId="{8A170410-2EF4-495B-A80F-74CD15B1AB68}" destId="{C6485B3F-DCDE-442F-8A9B-A9159AC41795}" srcOrd="0" destOrd="0" parTransId="{01DD5614-2B0B-4EC3-8070-35276C49861F}" sibTransId="{5B74EDE1-E3C7-4315-814E-6B7B1B732DDD}"/>
    <dgm:cxn modelId="{76AD1AFC-A8C9-48F2-A33C-0361268A1BAA}" type="presOf" srcId="{029F580C-BD69-4CFD-BAA8-670C12AA17AE}" destId="{C070E2B3-38EB-4971-8C82-A1E3ACEF9889}" srcOrd="1" destOrd="0" presId="urn:microsoft.com/office/officeart/2005/8/layout/orgChart1"/>
    <dgm:cxn modelId="{BF851C7C-C075-487D-AE1B-C8DEC0C94220}" type="presParOf" srcId="{CF40B201-4229-4F73-866C-7F086D625126}" destId="{3D72889E-DF9A-41D1-AD9A-8B41E8FC8B94}" srcOrd="0" destOrd="0" presId="urn:microsoft.com/office/officeart/2005/8/layout/orgChart1"/>
    <dgm:cxn modelId="{BFFB0087-65AE-43F3-8DDF-19A90A35C53C}" type="presParOf" srcId="{3D72889E-DF9A-41D1-AD9A-8B41E8FC8B94}" destId="{E90ACC47-66FC-4251-A294-7EEE657A2FF4}" srcOrd="0" destOrd="0" presId="urn:microsoft.com/office/officeart/2005/8/layout/orgChart1"/>
    <dgm:cxn modelId="{44A66E78-65CE-47A5-9A62-6B31E9ED38A7}" type="presParOf" srcId="{E90ACC47-66FC-4251-A294-7EEE657A2FF4}" destId="{96E66A90-7F05-4CF3-B393-A235207574ED}" srcOrd="0" destOrd="0" presId="urn:microsoft.com/office/officeart/2005/8/layout/orgChart1"/>
    <dgm:cxn modelId="{268EA392-9992-4068-AD9B-B746CBA312FC}" type="presParOf" srcId="{E90ACC47-66FC-4251-A294-7EEE657A2FF4}" destId="{76CD8C0C-CAF7-480D-83B6-623AF2B0DAA6}" srcOrd="1" destOrd="0" presId="urn:microsoft.com/office/officeart/2005/8/layout/orgChart1"/>
    <dgm:cxn modelId="{BE509E36-7C0F-4D0E-AEFC-A969719F6EAF}" type="presParOf" srcId="{3D72889E-DF9A-41D1-AD9A-8B41E8FC8B94}" destId="{34077B95-D3D6-47DD-B080-A7437DEE1EEC}" srcOrd="1" destOrd="0" presId="urn:microsoft.com/office/officeart/2005/8/layout/orgChart1"/>
    <dgm:cxn modelId="{EB9A9D3E-9A78-4FD9-87B4-04B136680E1D}" type="presParOf" srcId="{34077B95-D3D6-47DD-B080-A7437DEE1EEC}" destId="{B639E2A9-1E46-454B-AC93-E3513327AE01}" srcOrd="0" destOrd="0" presId="urn:microsoft.com/office/officeart/2005/8/layout/orgChart1"/>
    <dgm:cxn modelId="{3B107F34-E4DA-4AB8-908C-F152AEB655FD}" type="presParOf" srcId="{34077B95-D3D6-47DD-B080-A7437DEE1EEC}" destId="{0A60A25E-A272-44D3-8024-02DA1DD2DD5F}" srcOrd="1" destOrd="0" presId="urn:microsoft.com/office/officeart/2005/8/layout/orgChart1"/>
    <dgm:cxn modelId="{7BE0532C-55BA-430D-8353-4F4F8EC79BBB}" type="presParOf" srcId="{0A60A25E-A272-44D3-8024-02DA1DD2DD5F}" destId="{9099A784-D9B9-4D46-BE2B-DF4FF160D31A}" srcOrd="0" destOrd="0" presId="urn:microsoft.com/office/officeart/2005/8/layout/orgChart1"/>
    <dgm:cxn modelId="{5DB58B75-259C-4FAF-B69C-7785AAAF7CCB}" type="presParOf" srcId="{9099A784-D9B9-4D46-BE2B-DF4FF160D31A}" destId="{483AE476-7ED0-4874-9B8B-28A724CF3E22}" srcOrd="0" destOrd="0" presId="urn:microsoft.com/office/officeart/2005/8/layout/orgChart1"/>
    <dgm:cxn modelId="{638D6AAF-E840-4185-9359-4EA84D071AB0}" type="presParOf" srcId="{9099A784-D9B9-4D46-BE2B-DF4FF160D31A}" destId="{C993EEB1-6F8B-4034-91ED-ADD66760FDC4}" srcOrd="1" destOrd="0" presId="urn:microsoft.com/office/officeart/2005/8/layout/orgChart1"/>
    <dgm:cxn modelId="{B77B39B9-64E1-461B-AAD4-4730923E351D}" type="presParOf" srcId="{0A60A25E-A272-44D3-8024-02DA1DD2DD5F}" destId="{25DF9A02-5AA9-4FAA-98D9-3AD7CDA8A6E2}" srcOrd="1" destOrd="0" presId="urn:microsoft.com/office/officeart/2005/8/layout/orgChart1"/>
    <dgm:cxn modelId="{F2416403-7CD7-4220-8BA5-6C6F9CB7C184}" type="presParOf" srcId="{25DF9A02-5AA9-4FAA-98D9-3AD7CDA8A6E2}" destId="{71C378A1-3BA7-45DC-9B7D-46877C3813BA}" srcOrd="0" destOrd="0" presId="urn:microsoft.com/office/officeart/2005/8/layout/orgChart1"/>
    <dgm:cxn modelId="{45C4ED29-B4E1-472A-BA33-0E341DEBEE56}" type="presParOf" srcId="{25DF9A02-5AA9-4FAA-98D9-3AD7CDA8A6E2}" destId="{25D68871-E404-444E-8D6B-EE355A9F2834}" srcOrd="1" destOrd="0" presId="urn:microsoft.com/office/officeart/2005/8/layout/orgChart1"/>
    <dgm:cxn modelId="{3A0A40BF-105D-4578-935D-3669A0CC7757}" type="presParOf" srcId="{25D68871-E404-444E-8D6B-EE355A9F2834}" destId="{796AEA02-1F1B-4AE3-AEEE-8AFE89D4806A}" srcOrd="0" destOrd="0" presId="urn:microsoft.com/office/officeart/2005/8/layout/orgChart1"/>
    <dgm:cxn modelId="{5CC60628-5A3B-447B-9CA6-CB5B90A4AC60}" type="presParOf" srcId="{796AEA02-1F1B-4AE3-AEEE-8AFE89D4806A}" destId="{3A7590FC-FC8A-48A1-B764-48EA36E68AB0}" srcOrd="0" destOrd="0" presId="urn:microsoft.com/office/officeart/2005/8/layout/orgChart1"/>
    <dgm:cxn modelId="{0F2579B8-A205-4C07-B67C-28889373D29C}" type="presParOf" srcId="{796AEA02-1F1B-4AE3-AEEE-8AFE89D4806A}" destId="{74C41880-015B-41A5-B877-A99C8C9EAAA5}" srcOrd="1" destOrd="0" presId="urn:microsoft.com/office/officeart/2005/8/layout/orgChart1"/>
    <dgm:cxn modelId="{97016BF3-5E57-44CA-8612-74364A8D6CCB}" type="presParOf" srcId="{25D68871-E404-444E-8D6B-EE355A9F2834}" destId="{2BC30A29-074B-4261-AB2D-8686A0097FA7}" srcOrd="1" destOrd="0" presId="urn:microsoft.com/office/officeart/2005/8/layout/orgChart1"/>
    <dgm:cxn modelId="{6D5ED59E-9A01-4949-B5A5-7A24EB2899B0}" type="presParOf" srcId="{25D68871-E404-444E-8D6B-EE355A9F2834}" destId="{BD2AAD3A-6C92-493E-9D92-3643587C12A0}" srcOrd="2" destOrd="0" presId="urn:microsoft.com/office/officeart/2005/8/layout/orgChart1"/>
    <dgm:cxn modelId="{A36F4B8E-2860-41AE-A8EB-2B4A9C46CAEA}" type="presParOf" srcId="{25DF9A02-5AA9-4FAA-98D9-3AD7CDA8A6E2}" destId="{8E89FB38-BF39-4E72-BF9E-A0673AD83997}" srcOrd="2" destOrd="0" presId="urn:microsoft.com/office/officeart/2005/8/layout/orgChart1"/>
    <dgm:cxn modelId="{7C501295-8582-41B6-B094-E012D3A314E6}" type="presParOf" srcId="{25DF9A02-5AA9-4FAA-98D9-3AD7CDA8A6E2}" destId="{5224F226-EE85-4A28-BADA-D5818924C6D7}" srcOrd="3" destOrd="0" presId="urn:microsoft.com/office/officeart/2005/8/layout/orgChart1"/>
    <dgm:cxn modelId="{CEFBC420-E956-4225-976E-7186A562C152}" type="presParOf" srcId="{5224F226-EE85-4A28-BADA-D5818924C6D7}" destId="{C52A3A13-DF87-4138-9EAF-CA7D0396BC15}" srcOrd="0" destOrd="0" presId="urn:microsoft.com/office/officeart/2005/8/layout/orgChart1"/>
    <dgm:cxn modelId="{B0E4425D-C371-4332-8C19-CB8F19232152}" type="presParOf" srcId="{C52A3A13-DF87-4138-9EAF-CA7D0396BC15}" destId="{2E752098-624F-4175-B3FE-7A4FF4085EFA}" srcOrd="0" destOrd="0" presId="urn:microsoft.com/office/officeart/2005/8/layout/orgChart1"/>
    <dgm:cxn modelId="{F903AF3A-B5A3-404D-AC09-1649F5430ECC}" type="presParOf" srcId="{C52A3A13-DF87-4138-9EAF-CA7D0396BC15}" destId="{B84F279E-2CCC-4B46-A0F9-20836584FF39}" srcOrd="1" destOrd="0" presId="urn:microsoft.com/office/officeart/2005/8/layout/orgChart1"/>
    <dgm:cxn modelId="{FC88A835-92BB-4D23-A4F9-9FF374067B54}" type="presParOf" srcId="{5224F226-EE85-4A28-BADA-D5818924C6D7}" destId="{5A81EB58-68E5-45D2-B5DE-C7BF07A1FEE4}" srcOrd="1" destOrd="0" presId="urn:microsoft.com/office/officeart/2005/8/layout/orgChart1"/>
    <dgm:cxn modelId="{812FDB61-07EC-4857-846E-7E383210BE1D}" type="presParOf" srcId="{5224F226-EE85-4A28-BADA-D5818924C6D7}" destId="{56DC616A-809F-4403-9A98-B6CE1EB1AD3E}" srcOrd="2" destOrd="0" presId="urn:microsoft.com/office/officeart/2005/8/layout/orgChart1"/>
    <dgm:cxn modelId="{1352ADB0-0F34-4740-8549-F9DA4D44E259}" type="presParOf" srcId="{25DF9A02-5AA9-4FAA-98D9-3AD7CDA8A6E2}" destId="{7831E699-8BD8-438C-AD8C-B7C36200A86A}" srcOrd="4" destOrd="0" presId="urn:microsoft.com/office/officeart/2005/8/layout/orgChart1"/>
    <dgm:cxn modelId="{CC2257C0-3079-4217-9AD0-F1CE1FD28757}" type="presParOf" srcId="{25DF9A02-5AA9-4FAA-98D9-3AD7CDA8A6E2}" destId="{15BA8CF1-508C-431D-A514-908D5363D862}" srcOrd="5" destOrd="0" presId="urn:microsoft.com/office/officeart/2005/8/layout/orgChart1"/>
    <dgm:cxn modelId="{E195770C-8804-4267-9CD5-438015E0CCEA}" type="presParOf" srcId="{15BA8CF1-508C-431D-A514-908D5363D862}" destId="{1C19FAFD-69EE-4E02-BAB9-2D78450D577C}" srcOrd="0" destOrd="0" presId="urn:microsoft.com/office/officeart/2005/8/layout/orgChart1"/>
    <dgm:cxn modelId="{6E1E6238-BB78-4832-9B05-3B358B6F5D63}" type="presParOf" srcId="{1C19FAFD-69EE-4E02-BAB9-2D78450D577C}" destId="{5D181589-379D-4D03-8A4E-C379EEBCBCD3}" srcOrd="0" destOrd="0" presId="urn:microsoft.com/office/officeart/2005/8/layout/orgChart1"/>
    <dgm:cxn modelId="{55C21618-1206-4DAE-97BC-D13543959AB4}" type="presParOf" srcId="{1C19FAFD-69EE-4E02-BAB9-2D78450D577C}" destId="{A9274B9B-7BA4-4FCE-9387-FBAD9FAED032}" srcOrd="1" destOrd="0" presId="urn:microsoft.com/office/officeart/2005/8/layout/orgChart1"/>
    <dgm:cxn modelId="{44E754BF-783A-46B6-8D2D-5A3AA5A8B5AD}" type="presParOf" srcId="{15BA8CF1-508C-431D-A514-908D5363D862}" destId="{13DAAB58-E035-44F6-B26C-198F88C4076A}" srcOrd="1" destOrd="0" presId="urn:microsoft.com/office/officeart/2005/8/layout/orgChart1"/>
    <dgm:cxn modelId="{C33AE968-6D7A-4DFF-B039-6BA3C35B1847}" type="presParOf" srcId="{15BA8CF1-508C-431D-A514-908D5363D862}" destId="{FD4E86BD-34A6-4EB2-B93B-36F8F695904C}" srcOrd="2" destOrd="0" presId="urn:microsoft.com/office/officeart/2005/8/layout/orgChart1"/>
    <dgm:cxn modelId="{8B07A59D-1DE5-4824-9FE1-3332720F83BD}" type="presParOf" srcId="{0A60A25E-A272-44D3-8024-02DA1DD2DD5F}" destId="{7505CF37-697A-4ED5-8644-5C9FC2BC42D1}" srcOrd="2" destOrd="0" presId="urn:microsoft.com/office/officeart/2005/8/layout/orgChart1"/>
    <dgm:cxn modelId="{59054E66-52CE-4ED3-8BB7-9C7676923F41}" type="presParOf" srcId="{34077B95-D3D6-47DD-B080-A7437DEE1EEC}" destId="{B0296797-85C7-483A-BD66-B22745226D6B}" srcOrd="2" destOrd="0" presId="urn:microsoft.com/office/officeart/2005/8/layout/orgChart1"/>
    <dgm:cxn modelId="{EFC1BB88-B1CF-4A72-BBA5-2C8F15A13479}" type="presParOf" srcId="{34077B95-D3D6-47DD-B080-A7437DEE1EEC}" destId="{A9B0B39E-82BB-4890-ABB2-20AF5E5BC1BE}" srcOrd="3" destOrd="0" presId="urn:microsoft.com/office/officeart/2005/8/layout/orgChart1"/>
    <dgm:cxn modelId="{AE02F6E2-A827-4127-AB70-CE96FBBB90F8}" type="presParOf" srcId="{A9B0B39E-82BB-4890-ABB2-20AF5E5BC1BE}" destId="{1284F985-0BAF-4FE1-A89F-CAD1976E86EB}" srcOrd="0" destOrd="0" presId="urn:microsoft.com/office/officeart/2005/8/layout/orgChart1"/>
    <dgm:cxn modelId="{BAFBA78B-42D4-423F-9987-A30B464AF214}" type="presParOf" srcId="{1284F985-0BAF-4FE1-A89F-CAD1976E86EB}" destId="{4C78C1FC-2F69-4BF9-9B87-4F7D20F7D559}" srcOrd="0" destOrd="0" presId="urn:microsoft.com/office/officeart/2005/8/layout/orgChart1"/>
    <dgm:cxn modelId="{343ACC95-3A39-4CB6-ADE8-F66F0B0C8327}" type="presParOf" srcId="{1284F985-0BAF-4FE1-A89F-CAD1976E86EB}" destId="{03B78F0D-5000-4AD6-AFE0-E9E291CCA474}" srcOrd="1" destOrd="0" presId="urn:microsoft.com/office/officeart/2005/8/layout/orgChart1"/>
    <dgm:cxn modelId="{BA155F42-80E8-4F69-98C8-10D5D74AEE3A}" type="presParOf" srcId="{A9B0B39E-82BB-4890-ABB2-20AF5E5BC1BE}" destId="{2B89B3C1-EA81-4946-A649-1432213FE173}" srcOrd="1" destOrd="0" presId="urn:microsoft.com/office/officeart/2005/8/layout/orgChart1"/>
    <dgm:cxn modelId="{FD25EA98-682E-4571-8C51-584A46D8D7BF}" type="presParOf" srcId="{2B89B3C1-EA81-4946-A649-1432213FE173}" destId="{A7A39AD8-780B-4295-904B-333C498DBEBA}" srcOrd="0" destOrd="0" presId="urn:microsoft.com/office/officeart/2005/8/layout/orgChart1"/>
    <dgm:cxn modelId="{79D3ADA6-EFAC-4EA2-8A9A-5FC519155598}" type="presParOf" srcId="{2B89B3C1-EA81-4946-A649-1432213FE173}" destId="{1E0B11E5-1513-40A9-AE9D-2619D7FC15BE}" srcOrd="1" destOrd="0" presId="urn:microsoft.com/office/officeart/2005/8/layout/orgChart1"/>
    <dgm:cxn modelId="{8D73A731-DF40-4C45-8B61-8827638ABDFD}" type="presParOf" srcId="{1E0B11E5-1513-40A9-AE9D-2619D7FC15BE}" destId="{56F81886-2AEA-4EF1-A9DA-D1E9B4E2F6A6}" srcOrd="0" destOrd="0" presId="urn:microsoft.com/office/officeart/2005/8/layout/orgChart1"/>
    <dgm:cxn modelId="{862C17DE-BB8C-4AF9-8501-B4426C6599FC}" type="presParOf" srcId="{56F81886-2AEA-4EF1-A9DA-D1E9B4E2F6A6}" destId="{262AD781-C79D-4253-AC84-F380595E7A22}" srcOrd="0" destOrd="0" presId="urn:microsoft.com/office/officeart/2005/8/layout/orgChart1"/>
    <dgm:cxn modelId="{F0D20ABB-55C2-452A-826F-3D9C462264A0}" type="presParOf" srcId="{56F81886-2AEA-4EF1-A9DA-D1E9B4E2F6A6}" destId="{C070E2B3-38EB-4971-8C82-A1E3ACEF9889}" srcOrd="1" destOrd="0" presId="urn:microsoft.com/office/officeart/2005/8/layout/orgChart1"/>
    <dgm:cxn modelId="{46094055-EB1F-43C5-8BCF-1C8B598FF1ED}" type="presParOf" srcId="{1E0B11E5-1513-40A9-AE9D-2619D7FC15BE}" destId="{1AC2C03A-26A2-4EEC-9933-FB024FAF92B3}" srcOrd="1" destOrd="0" presId="urn:microsoft.com/office/officeart/2005/8/layout/orgChart1"/>
    <dgm:cxn modelId="{3A035182-19FF-488D-AB1D-4C5D6D88A63D}" type="presParOf" srcId="{1E0B11E5-1513-40A9-AE9D-2619D7FC15BE}" destId="{E5B5A4FA-A4BE-4055-A7F7-B88340CB7CF1}" srcOrd="2" destOrd="0" presId="urn:microsoft.com/office/officeart/2005/8/layout/orgChart1"/>
    <dgm:cxn modelId="{A2807960-92BD-41D4-B8CE-C4C43633BDA4}" type="presParOf" srcId="{2B89B3C1-EA81-4946-A649-1432213FE173}" destId="{83BD9D57-B770-46DF-B8A4-47A3E9090491}" srcOrd="2" destOrd="0" presId="urn:microsoft.com/office/officeart/2005/8/layout/orgChart1"/>
    <dgm:cxn modelId="{9F00943B-E290-4775-A965-EB64BB8742C4}" type="presParOf" srcId="{2B89B3C1-EA81-4946-A649-1432213FE173}" destId="{ABBA5D6F-56D8-48E3-9E75-344904544B54}" srcOrd="3" destOrd="0" presId="urn:microsoft.com/office/officeart/2005/8/layout/orgChart1"/>
    <dgm:cxn modelId="{7FF55BEF-E7B6-4E6F-91ED-72845111AA42}" type="presParOf" srcId="{ABBA5D6F-56D8-48E3-9E75-344904544B54}" destId="{43DE7D21-E898-4F65-8EDE-C03E0A554E16}" srcOrd="0" destOrd="0" presId="urn:microsoft.com/office/officeart/2005/8/layout/orgChart1"/>
    <dgm:cxn modelId="{F85B699E-2718-4F57-9AE8-ABE44D7F67AA}" type="presParOf" srcId="{43DE7D21-E898-4F65-8EDE-C03E0A554E16}" destId="{A6284662-AC4D-4CC6-926E-42B9FDFC1A32}" srcOrd="0" destOrd="0" presId="urn:microsoft.com/office/officeart/2005/8/layout/orgChart1"/>
    <dgm:cxn modelId="{DDCB399E-9158-4FD7-9A2C-AAAA87C311D3}" type="presParOf" srcId="{43DE7D21-E898-4F65-8EDE-C03E0A554E16}" destId="{9B08AF43-30C0-429E-815A-D17FCBBF4CEC}" srcOrd="1" destOrd="0" presId="urn:microsoft.com/office/officeart/2005/8/layout/orgChart1"/>
    <dgm:cxn modelId="{068D0C9E-B5F8-49EE-978B-21D8868C371A}" type="presParOf" srcId="{ABBA5D6F-56D8-48E3-9E75-344904544B54}" destId="{6F3D432C-722E-443C-BD03-AC4CE128E331}" srcOrd="1" destOrd="0" presId="urn:microsoft.com/office/officeart/2005/8/layout/orgChart1"/>
    <dgm:cxn modelId="{BC042939-DFB4-45E2-8C65-E5AFE35D7F56}" type="presParOf" srcId="{ABBA5D6F-56D8-48E3-9E75-344904544B54}" destId="{372450BD-AE9E-4EE0-A412-F0169962A880}" srcOrd="2" destOrd="0" presId="urn:microsoft.com/office/officeart/2005/8/layout/orgChart1"/>
    <dgm:cxn modelId="{8DC50017-4D0E-43A8-B25F-D6A071ECD3EC}" type="presParOf" srcId="{A9B0B39E-82BB-4890-ABB2-20AF5E5BC1BE}" destId="{0D1132BA-3B4E-4C31-927B-ED2D63AD7D87}" srcOrd="2" destOrd="0" presId="urn:microsoft.com/office/officeart/2005/8/layout/orgChart1"/>
    <dgm:cxn modelId="{F34BD9FF-64A7-4A86-9DC8-647B2865CA18}" type="presParOf" srcId="{3D72889E-DF9A-41D1-AD9A-8B41E8FC8B94}" destId="{0AEB184A-9A81-4F28-9EA2-331BE4DDA623}"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93B1C90-2822-446E-AECC-E561DA3FC4A0}" type="doc">
      <dgm:prSet loTypeId="urn:microsoft.com/office/officeart/2005/8/layout/process2" loCatId="process" qsTypeId="urn:microsoft.com/office/officeart/2005/8/quickstyle/simple1" qsCatId="simple" csTypeId="urn:microsoft.com/office/officeart/2005/8/colors/accent1_2" csCatId="accent1" phldr="1"/>
      <dgm:spPr/>
    </dgm:pt>
    <dgm:pt modelId="{D26FC788-A342-475D-8B20-41B696CD569E}">
      <dgm:prSet phldrT="[Text]" custT="1"/>
      <dgm:spPr/>
      <dgm:t>
        <a:bodyPr/>
        <a:lstStyle/>
        <a:p>
          <a:r>
            <a:rPr lang="en-US" sz="1800" dirty="0"/>
            <a:t>Occurrence of a business transaction</a:t>
          </a:r>
          <a:endParaRPr lang="en-ZA" sz="1800" dirty="0"/>
        </a:p>
      </dgm:t>
    </dgm:pt>
    <dgm:pt modelId="{245C155E-6C8A-4539-9271-0F2541C85910}" type="parTrans" cxnId="{900FA1D0-4E59-4B9B-9B44-EAE7F1996FFE}">
      <dgm:prSet/>
      <dgm:spPr/>
      <dgm:t>
        <a:bodyPr/>
        <a:lstStyle/>
        <a:p>
          <a:endParaRPr lang="en-ZA" sz="1800"/>
        </a:p>
      </dgm:t>
    </dgm:pt>
    <dgm:pt modelId="{608FFA31-50F5-4011-89A6-5FEAF507187E}" type="sibTrans" cxnId="{900FA1D0-4E59-4B9B-9B44-EAE7F1996FFE}">
      <dgm:prSet custT="1"/>
      <dgm:spPr/>
      <dgm:t>
        <a:bodyPr/>
        <a:lstStyle/>
        <a:p>
          <a:endParaRPr lang="en-ZA" sz="1800"/>
        </a:p>
      </dgm:t>
    </dgm:pt>
    <dgm:pt modelId="{1E1B415C-D497-404C-BB2E-C6D6C94766AB}">
      <dgm:prSet phldrT="[Text]" custT="1"/>
      <dgm:spPr/>
      <dgm:t>
        <a:bodyPr/>
        <a:lstStyle/>
        <a:p>
          <a:r>
            <a:rPr lang="en-US" sz="1800" dirty="0"/>
            <a:t>Preparation of a business document</a:t>
          </a:r>
          <a:endParaRPr lang="en-ZA" sz="1800" dirty="0"/>
        </a:p>
      </dgm:t>
    </dgm:pt>
    <dgm:pt modelId="{859C660B-74E4-49D0-A7B2-C1D182294A1D}" type="parTrans" cxnId="{9B42EF5E-C4DC-4CA6-A867-ACCA468C687F}">
      <dgm:prSet/>
      <dgm:spPr/>
      <dgm:t>
        <a:bodyPr/>
        <a:lstStyle/>
        <a:p>
          <a:endParaRPr lang="en-ZA" sz="1800"/>
        </a:p>
      </dgm:t>
    </dgm:pt>
    <dgm:pt modelId="{059E8D0E-72B2-4543-B84C-B3BB816D420D}" type="sibTrans" cxnId="{9B42EF5E-C4DC-4CA6-A867-ACCA468C687F}">
      <dgm:prSet custT="1"/>
      <dgm:spPr/>
      <dgm:t>
        <a:bodyPr/>
        <a:lstStyle/>
        <a:p>
          <a:endParaRPr lang="en-ZA" sz="1800"/>
        </a:p>
      </dgm:t>
    </dgm:pt>
    <dgm:pt modelId="{942C2404-8CAC-40A7-9923-B3BEF9F8B0DC}">
      <dgm:prSet phldrT="[Text]" custT="1"/>
      <dgm:spPr/>
      <dgm:t>
        <a:bodyPr/>
        <a:lstStyle/>
        <a:p>
          <a:r>
            <a:rPr lang="en-US" sz="1800" dirty="0"/>
            <a:t>Information recorded</a:t>
          </a:r>
          <a:endParaRPr lang="en-ZA" sz="1800" dirty="0"/>
        </a:p>
      </dgm:t>
    </dgm:pt>
    <dgm:pt modelId="{2A2E87CE-582E-4A7E-B1BF-05A8176E06C7}" type="parTrans" cxnId="{53033E8D-6E86-455F-9269-8CECABA06072}">
      <dgm:prSet/>
      <dgm:spPr/>
      <dgm:t>
        <a:bodyPr/>
        <a:lstStyle/>
        <a:p>
          <a:endParaRPr lang="en-ZA" sz="1800"/>
        </a:p>
      </dgm:t>
    </dgm:pt>
    <dgm:pt modelId="{F3FDC409-5EAB-4E85-9CBC-E2804D26DC58}" type="sibTrans" cxnId="{53033E8D-6E86-455F-9269-8CECABA06072}">
      <dgm:prSet custT="1"/>
      <dgm:spPr/>
      <dgm:t>
        <a:bodyPr/>
        <a:lstStyle/>
        <a:p>
          <a:endParaRPr lang="en-ZA" sz="1800"/>
        </a:p>
      </dgm:t>
    </dgm:pt>
    <dgm:pt modelId="{086B672C-AD58-4541-AE81-45A449233EF6}">
      <dgm:prSet custT="1"/>
      <dgm:spPr/>
      <dgm:t>
        <a:bodyPr/>
        <a:lstStyle/>
        <a:p>
          <a:r>
            <a:rPr lang="en-US" sz="1800" dirty="0"/>
            <a:t>Debits and credits posted to ledger accounts</a:t>
          </a:r>
          <a:endParaRPr lang="en-ZA" sz="1800" dirty="0"/>
        </a:p>
      </dgm:t>
    </dgm:pt>
    <dgm:pt modelId="{5D30E815-601F-4119-8592-37D3282A4C78}" type="parTrans" cxnId="{E60EC3BD-B5D8-4CD2-9B03-3868F43D0B43}">
      <dgm:prSet/>
      <dgm:spPr/>
      <dgm:t>
        <a:bodyPr/>
        <a:lstStyle/>
        <a:p>
          <a:endParaRPr lang="en-ZA" sz="1800"/>
        </a:p>
      </dgm:t>
    </dgm:pt>
    <dgm:pt modelId="{551D09C4-73C6-43A4-9B2C-341823591F4C}" type="sibTrans" cxnId="{E60EC3BD-B5D8-4CD2-9B03-3868F43D0B43}">
      <dgm:prSet custT="1"/>
      <dgm:spPr/>
      <dgm:t>
        <a:bodyPr/>
        <a:lstStyle/>
        <a:p>
          <a:endParaRPr lang="en-ZA" sz="1800"/>
        </a:p>
      </dgm:t>
    </dgm:pt>
    <dgm:pt modelId="{D0B0D119-EF14-495B-B950-001CA26EAD14}">
      <dgm:prSet custT="1"/>
      <dgm:spPr/>
      <dgm:t>
        <a:bodyPr/>
        <a:lstStyle/>
        <a:p>
          <a:r>
            <a:rPr lang="en-US" sz="1800" dirty="0"/>
            <a:t>Financial statement prepared at end of accounting period</a:t>
          </a:r>
          <a:endParaRPr lang="en-ZA" sz="1800" dirty="0"/>
        </a:p>
      </dgm:t>
    </dgm:pt>
    <dgm:pt modelId="{A9FB0691-5A0C-45EE-9A98-121F4DCA8F8C}" type="parTrans" cxnId="{9FAA4BC4-2FF4-47B4-A044-FBC50CC801A0}">
      <dgm:prSet/>
      <dgm:spPr/>
      <dgm:t>
        <a:bodyPr/>
        <a:lstStyle/>
        <a:p>
          <a:endParaRPr lang="en-ZA" sz="1800"/>
        </a:p>
      </dgm:t>
    </dgm:pt>
    <dgm:pt modelId="{DDE5A09E-3616-45E3-95CF-45B0455FE450}" type="sibTrans" cxnId="{9FAA4BC4-2FF4-47B4-A044-FBC50CC801A0}">
      <dgm:prSet/>
      <dgm:spPr/>
      <dgm:t>
        <a:bodyPr/>
        <a:lstStyle/>
        <a:p>
          <a:endParaRPr lang="en-ZA" sz="1800"/>
        </a:p>
      </dgm:t>
    </dgm:pt>
    <dgm:pt modelId="{B9C1D9F0-C618-47C4-865F-15A3B0263716}" type="pres">
      <dgm:prSet presAssocID="{193B1C90-2822-446E-AECC-E561DA3FC4A0}" presName="linearFlow" presStyleCnt="0">
        <dgm:presLayoutVars>
          <dgm:resizeHandles val="exact"/>
        </dgm:presLayoutVars>
      </dgm:prSet>
      <dgm:spPr/>
    </dgm:pt>
    <dgm:pt modelId="{EB0ED7F0-9B4E-41AC-AC84-7D600CB6C451}" type="pres">
      <dgm:prSet presAssocID="{D26FC788-A342-475D-8B20-41B696CD569E}" presName="node" presStyleLbl="node1" presStyleIdx="0" presStyleCnt="5" custScaleX="124167">
        <dgm:presLayoutVars>
          <dgm:bulletEnabled val="1"/>
        </dgm:presLayoutVars>
      </dgm:prSet>
      <dgm:spPr/>
    </dgm:pt>
    <dgm:pt modelId="{28DA5052-1E9E-4307-8BF7-7602B5A64709}" type="pres">
      <dgm:prSet presAssocID="{608FFA31-50F5-4011-89A6-5FEAF507187E}" presName="sibTrans" presStyleLbl="sibTrans2D1" presStyleIdx="0" presStyleCnt="4"/>
      <dgm:spPr/>
    </dgm:pt>
    <dgm:pt modelId="{A115C849-49B1-43D0-8B57-8B14B5C25FC2}" type="pres">
      <dgm:prSet presAssocID="{608FFA31-50F5-4011-89A6-5FEAF507187E}" presName="connectorText" presStyleLbl="sibTrans2D1" presStyleIdx="0" presStyleCnt="4"/>
      <dgm:spPr/>
    </dgm:pt>
    <dgm:pt modelId="{5F283540-3F41-46F8-A4D7-3C037134581C}" type="pres">
      <dgm:prSet presAssocID="{1E1B415C-D497-404C-BB2E-C6D6C94766AB}" presName="node" presStyleLbl="node1" presStyleIdx="1" presStyleCnt="5" custScaleX="124167" custLinFactNeighborX="721" custLinFactNeighborY="-11752">
        <dgm:presLayoutVars>
          <dgm:bulletEnabled val="1"/>
        </dgm:presLayoutVars>
      </dgm:prSet>
      <dgm:spPr/>
    </dgm:pt>
    <dgm:pt modelId="{3D5114B2-D998-4CB9-AEF6-56A97FC3795A}" type="pres">
      <dgm:prSet presAssocID="{059E8D0E-72B2-4543-B84C-B3BB816D420D}" presName="sibTrans" presStyleLbl="sibTrans2D1" presStyleIdx="1" presStyleCnt="4"/>
      <dgm:spPr/>
    </dgm:pt>
    <dgm:pt modelId="{6F51C54F-48D6-428B-AF78-ED4F203A456D}" type="pres">
      <dgm:prSet presAssocID="{059E8D0E-72B2-4543-B84C-B3BB816D420D}" presName="connectorText" presStyleLbl="sibTrans2D1" presStyleIdx="1" presStyleCnt="4"/>
      <dgm:spPr/>
    </dgm:pt>
    <dgm:pt modelId="{0FBB9C0A-73CE-4F08-8885-5FE739E5F16D}" type="pres">
      <dgm:prSet presAssocID="{942C2404-8CAC-40A7-9923-B3BEF9F8B0DC}" presName="node" presStyleLbl="node1" presStyleIdx="2" presStyleCnt="5" custScaleX="124167">
        <dgm:presLayoutVars>
          <dgm:bulletEnabled val="1"/>
        </dgm:presLayoutVars>
      </dgm:prSet>
      <dgm:spPr/>
    </dgm:pt>
    <dgm:pt modelId="{2CE37485-0A9C-4A46-925B-8682A4874BA1}" type="pres">
      <dgm:prSet presAssocID="{F3FDC409-5EAB-4E85-9CBC-E2804D26DC58}" presName="sibTrans" presStyleLbl="sibTrans2D1" presStyleIdx="2" presStyleCnt="4"/>
      <dgm:spPr/>
    </dgm:pt>
    <dgm:pt modelId="{81C837B3-2E5F-46E5-A959-FE490D9AC6DF}" type="pres">
      <dgm:prSet presAssocID="{F3FDC409-5EAB-4E85-9CBC-E2804D26DC58}" presName="connectorText" presStyleLbl="sibTrans2D1" presStyleIdx="2" presStyleCnt="4"/>
      <dgm:spPr/>
    </dgm:pt>
    <dgm:pt modelId="{AA755A72-ADAE-43DA-A8E3-16E2C288EAE9}" type="pres">
      <dgm:prSet presAssocID="{086B672C-AD58-4541-AE81-45A449233EF6}" presName="node" presStyleLbl="node1" presStyleIdx="3" presStyleCnt="5" custScaleX="124167">
        <dgm:presLayoutVars>
          <dgm:bulletEnabled val="1"/>
        </dgm:presLayoutVars>
      </dgm:prSet>
      <dgm:spPr/>
    </dgm:pt>
    <dgm:pt modelId="{F4209E88-31BE-45FF-9AD9-D3ED8BC4F65F}" type="pres">
      <dgm:prSet presAssocID="{551D09C4-73C6-43A4-9B2C-341823591F4C}" presName="sibTrans" presStyleLbl="sibTrans2D1" presStyleIdx="3" presStyleCnt="4"/>
      <dgm:spPr/>
    </dgm:pt>
    <dgm:pt modelId="{1B1675C0-1A8E-4FAA-98E0-6FBFC7510277}" type="pres">
      <dgm:prSet presAssocID="{551D09C4-73C6-43A4-9B2C-341823591F4C}" presName="connectorText" presStyleLbl="sibTrans2D1" presStyleIdx="3" presStyleCnt="4"/>
      <dgm:spPr/>
    </dgm:pt>
    <dgm:pt modelId="{9743635C-F2AC-4E92-A28C-8265F73709EA}" type="pres">
      <dgm:prSet presAssocID="{D0B0D119-EF14-495B-B950-001CA26EAD14}" presName="node" presStyleLbl="node1" presStyleIdx="4" presStyleCnt="5" custScaleX="124167" custScaleY="145540">
        <dgm:presLayoutVars>
          <dgm:bulletEnabled val="1"/>
        </dgm:presLayoutVars>
      </dgm:prSet>
      <dgm:spPr/>
    </dgm:pt>
  </dgm:ptLst>
  <dgm:cxnLst>
    <dgm:cxn modelId="{8BB0010A-34A5-4DF3-83DE-F8580C4BDA67}" type="presOf" srcId="{F3FDC409-5EAB-4E85-9CBC-E2804D26DC58}" destId="{81C837B3-2E5F-46E5-A959-FE490D9AC6DF}" srcOrd="1" destOrd="0" presId="urn:microsoft.com/office/officeart/2005/8/layout/process2"/>
    <dgm:cxn modelId="{E0C1E72B-279B-4CF8-A583-692CEFFFA87A}" type="presOf" srcId="{059E8D0E-72B2-4543-B84C-B3BB816D420D}" destId="{6F51C54F-48D6-428B-AF78-ED4F203A456D}" srcOrd="1" destOrd="0" presId="urn:microsoft.com/office/officeart/2005/8/layout/process2"/>
    <dgm:cxn modelId="{F4196A31-F9CE-42B3-B70E-4F772CE673F5}" type="presOf" srcId="{F3FDC409-5EAB-4E85-9CBC-E2804D26DC58}" destId="{2CE37485-0A9C-4A46-925B-8682A4874BA1}" srcOrd="0" destOrd="0" presId="urn:microsoft.com/office/officeart/2005/8/layout/process2"/>
    <dgm:cxn modelId="{F70A8A3C-1C6B-4601-B27E-DFB4F8199D91}" type="presOf" srcId="{086B672C-AD58-4541-AE81-45A449233EF6}" destId="{AA755A72-ADAE-43DA-A8E3-16E2C288EAE9}" srcOrd="0" destOrd="0" presId="urn:microsoft.com/office/officeart/2005/8/layout/process2"/>
    <dgm:cxn modelId="{648C8C3D-670F-4D15-9C23-1F60690F53C8}" type="presOf" srcId="{942C2404-8CAC-40A7-9923-B3BEF9F8B0DC}" destId="{0FBB9C0A-73CE-4F08-8885-5FE739E5F16D}" srcOrd="0" destOrd="0" presId="urn:microsoft.com/office/officeart/2005/8/layout/process2"/>
    <dgm:cxn modelId="{9B42EF5E-C4DC-4CA6-A867-ACCA468C687F}" srcId="{193B1C90-2822-446E-AECC-E561DA3FC4A0}" destId="{1E1B415C-D497-404C-BB2E-C6D6C94766AB}" srcOrd="1" destOrd="0" parTransId="{859C660B-74E4-49D0-A7B2-C1D182294A1D}" sibTransId="{059E8D0E-72B2-4543-B84C-B3BB816D420D}"/>
    <dgm:cxn modelId="{CF312846-34B9-419B-9E15-700A5201629C}" type="presOf" srcId="{608FFA31-50F5-4011-89A6-5FEAF507187E}" destId="{A115C849-49B1-43D0-8B57-8B14B5C25FC2}" srcOrd="1" destOrd="0" presId="urn:microsoft.com/office/officeart/2005/8/layout/process2"/>
    <dgm:cxn modelId="{23F01474-BDAF-426D-B503-CE30CBFC6144}" type="presOf" srcId="{551D09C4-73C6-43A4-9B2C-341823591F4C}" destId="{F4209E88-31BE-45FF-9AD9-D3ED8BC4F65F}" srcOrd="0" destOrd="0" presId="urn:microsoft.com/office/officeart/2005/8/layout/process2"/>
    <dgm:cxn modelId="{74914674-F3F7-45B1-BEE7-BF3E494DE93B}" type="presOf" srcId="{1E1B415C-D497-404C-BB2E-C6D6C94766AB}" destId="{5F283540-3F41-46F8-A4D7-3C037134581C}" srcOrd="0" destOrd="0" presId="urn:microsoft.com/office/officeart/2005/8/layout/process2"/>
    <dgm:cxn modelId="{B5FF8277-FD1E-4BAF-A49D-89916DF49D71}" type="presOf" srcId="{059E8D0E-72B2-4543-B84C-B3BB816D420D}" destId="{3D5114B2-D998-4CB9-AEF6-56A97FC3795A}" srcOrd="0" destOrd="0" presId="urn:microsoft.com/office/officeart/2005/8/layout/process2"/>
    <dgm:cxn modelId="{710F2C80-EEC1-4EC4-8ED8-90DF0BBC4A11}" type="presOf" srcId="{193B1C90-2822-446E-AECC-E561DA3FC4A0}" destId="{B9C1D9F0-C618-47C4-865F-15A3B0263716}" srcOrd="0" destOrd="0" presId="urn:microsoft.com/office/officeart/2005/8/layout/process2"/>
    <dgm:cxn modelId="{C91EBA80-7B5C-4FD6-AF29-077BF9DDA833}" type="presOf" srcId="{D0B0D119-EF14-495B-B950-001CA26EAD14}" destId="{9743635C-F2AC-4E92-A28C-8265F73709EA}" srcOrd="0" destOrd="0" presId="urn:microsoft.com/office/officeart/2005/8/layout/process2"/>
    <dgm:cxn modelId="{53033E8D-6E86-455F-9269-8CECABA06072}" srcId="{193B1C90-2822-446E-AECC-E561DA3FC4A0}" destId="{942C2404-8CAC-40A7-9923-B3BEF9F8B0DC}" srcOrd="2" destOrd="0" parTransId="{2A2E87CE-582E-4A7E-B1BF-05A8176E06C7}" sibTransId="{F3FDC409-5EAB-4E85-9CBC-E2804D26DC58}"/>
    <dgm:cxn modelId="{DE48A1A5-73F8-4858-9F79-CA382C4FD578}" type="presOf" srcId="{608FFA31-50F5-4011-89A6-5FEAF507187E}" destId="{28DA5052-1E9E-4307-8BF7-7602B5A64709}" srcOrd="0" destOrd="0" presId="urn:microsoft.com/office/officeart/2005/8/layout/process2"/>
    <dgm:cxn modelId="{E60EC3BD-B5D8-4CD2-9B03-3868F43D0B43}" srcId="{193B1C90-2822-446E-AECC-E561DA3FC4A0}" destId="{086B672C-AD58-4541-AE81-45A449233EF6}" srcOrd="3" destOrd="0" parTransId="{5D30E815-601F-4119-8592-37D3282A4C78}" sibTransId="{551D09C4-73C6-43A4-9B2C-341823591F4C}"/>
    <dgm:cxn modelId="{27B7D3C0-9693-4201-864B-7840A6D8CD69}" type="presOf" srcId="{D26FC788-A342-475D-8B20-41B696CD569E}" destId="{EB0ED7F0-9B4E-41AC-AC84-7D600CB6C451}" srcOrd="0" destOrd="0" presId="urn:microsoft.com/office/officeart/2005/8/layout/process2"/>
    <dgm:cxn modelId="{9FAA4BC4-2FF4-47B4-A044-FBC50CC801A0}" srcId="{193B1C90-2822-446E-AECC-E561DA3FC4A0}" destId="{D0B0D119-EF14-495B-B950-001CA26EAD14}" srcOrd="4" destOrd="0" parTransId="{A9FB0691-5A0C-45EE-9A98-121F4DCA8F8C}" sibTransId="{DDE5A09E-3616-45E3-95CF-45B0455FE450}"/>
    <dgm:cxn modelId="{900FA1D0-4E59-4B9B-9B44-EAE7F1996FFE}" srcId="{193B1C90-2822-446E-AECC-E561DA3FC4A0}" destId="{D26FC788-A342-475D-8B20-41B696CD569E}" srcOrd="0" destOrd="0" parTransId="{245C155E-6C8A-4539-9271-0F2541C85910}" sibTransId="{608FFA31-50F5-4011-89A6-5FEAF507187E}"/>
    <dgm:cxn modelId="{405F2BE0-4EC2-4107-A617-4F12270A3A09}" type="presOf" srcId="{551D09C4-73C6-43A4-9B2C-341823591F4C}" destId="{1B1675C0-1A8E-4FAA-98E0-6FBFC7510277}" srcOrd="1" destOrd="0" presId="urn:microsoft.com/office/officeart/2005/8/layout/process2"/>
    <dgm:cxn modelId="{AA0577FE-971A-4D6B-ACD1-0B276BA58EDF}" type="presParOf" srcId="{B9C1D9F0-C618-47C4-865F-15A3B0263716}" destId="{EB0ED7F0-9B4E-41AC-AC84-7D600CB6C451}" srcOrd="0" destOrd="0" presId="urn:microsoft.com/office/officeart/2005/8/layout/process2"/>
    <dgm:cxn modelId="{AC48E16F-1D87-48AB-AA86-0F6930AB8BB5}" type="presParOf" srcId="{B9C1D9F0-C618-47C4-865F-15A3B0263716}" destId="{28DA5052-1E9E-4307-8BF7-7602B5A64709}" srcOrd="1" destOrd="0" presId="urn:microsoft.com/office/officeart/2005/8/layout/process2"/>
    <dgm:cxn modelId="{4C614DD1-F7B8-484E-980D-C52073187252}" type="presParOf" srcId="{28DA5052-1E9E-4307-8BF7-7602B5A64709}" destId="{A115C849-49B1-43D0-8B57-8B14B5C25FC2}" srcOrd="0" destOrd="0" presId="urn:microsoft.com/office/officeart/2005/8/layout/process2"/>
    <dgm:cxn modelId="{57D5F1A2-A795-481F-BEE6-75D0D9FD069B}" type="presParOf" srcId="{B9C1D9F0-C618-47C4-865F-15A3B0263716}" destId="{5F283540-3F41-46F8-A4D7-3C037134581C}" srcOrd="2" destOrd="0" presId="urn:microsoft.com/office/officeart/2005/8/layout/process2"/>
    <dgm:cxn modelId="{C2D3CC62-5487-4979-86C4-3A34F3CC8993}" type="presParOf" srcId="{B9C1D9F0-C618-47C4-865F-15A3B0263716}" destId="{3D5114B2-D998-4CB9-AEF6-56A97FC3795A}" srcOrd="3" destOrd="0" presId="urn:microsoft.com/office/officeart/2005/8/layout/process2"/>
    <dgm:cxn modelId="{D4843E87-4495-4166-AF1E-5A464C49606C}" type="presParOf" srcId="{3D5114B2-D998-4CB9-AEF6-56A97FC3795A}" destId="{6F51C54F-48D6-428B-AF78-ED4F203A456D}" srcOrd="0" destOrd="0" presId="urn:microsoft.com/office/officeart/2005/8/layout/process2"/>
    <dgm:cxn modelId="{8AC78D3E-7B79-497E-AF11-D5D2A61C0563}" type="presParOf" srcId="{B9C1D9F0-C618-47C4-865F-15A3B0263716}" destId="{0FBB9C0A-73CE-4F08-8885-5FE739E5F16D}" srcOrd="4" destOrd="0" presId="urn:microsoft.com/office/officeart/2005/8/layout/process2"/>
    <dgm:cxn modelId="{7A817731-D9F3-4BCD-A6D2-F8FFC4DDB65A}" type="presParOf" srcId="{B9C1D9F0-C618-47C4-865F-15A3B0263716}" destId="{2CE37485-0A9C-4A46-925B-8682A4874BA1}" srcOrd="5" destOrd="0" presId="urn:microsoft.com/office/officeart/2005/8/layout/process2"/>
    <dgm:cxn modelId="{9AA5D3A7-02F2-4D8A-A6F8-9AD5C29ED5E8}" type="presParOf" srcId="{2CE37485-0A9C-4A46-925B-8682A4874BA1}" destId="{81C837B3-2E5F-46E5-A959-FE490D9AC6DF}" srcOrd="0" destOrd="0" presId="urn:microsoft.com/office/officeart/2005/8/layout/process2"/>
    <dgm:cxn modelId="{821BFEFA-C317-4EDE-9305-E21F15DD4564}" type="presParOf" srcId="{B9C1D9F0-C618-47C4-865F-15A3B0263716}" destId="{AA755A72-ADAE-43DA-A8E3-16E2C288EAE9}" srcOrd="6" destOrd="0" presId="urn:microsoft.com/office/officeart/2005/8/layout/process2"/>
    <dgm:cxn modelId="{074A0DA3-0087-4B10-8CD4-FFB1DA5E1059}" type="presParOf" srcId="{B9C1D9F0-C618-47C4-865F-15A3B0263716}" destId="{F4209E88-31BE-45FF-9AD9-D3ED8BC4F65F}" srcOrd="7" destOrd="0" presId="urn:microsoft.com/office/officeart/2005/8/layout/process2"/>
    <dgm:cxn modelId="{799B83EB-EA20-40ED-9881-63E354E422B2}" type="presParOf" srcId="{F4209E88-31BE-45FF-9AD9-D3ED8BC4F65F}" destId="{1B1675C0-1A8E-4FAA-98E0-6FBFC7510277}" srcOrd="0" destOrd="0" presId="urn:microsoft.com/office/officeart/2005/8/layout/process2"/>
    <dgm:cxn modelId="{6873DBC2-2751-4A0D-A1ED-B0AF8908347E}" type="presParOf" srcId="{B9C1D9F0-C618-47C4-865F-15A3B0263716}" destId="{9743635C-F2AC-4E92-A28C-8265F73709EA}" srcOrd="8" destOrd="0" presId="urn:microsoft.com/office/officeart/2005/8/layout/process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BD9D57-B770-46DF-B8A4-47A3E9090491}">
      <dsp:nvSpPr>
        <dsp:cNvPr id="0" name=""/>
        <dsp:cNvSpPr/>
      </dsp:nvSpPr>
      <dsp:spPr>
        <a:xfrm>
          <a:off x="4725038" y="1851825"/>
          <a:ext cx="505014" cy="1737091"/>
        </a:xfrm>
        <a:custGeom>
          <a:avLst/>
          <a:gdLst/>
          <a:ahLst/>
          <a:cxnLst/>
          <a:rect l="0" t="0" r="0" b="0"/>
          <a:pathLst>
            <a:path>
              <a:moveTo>
                <a:pt x="0" y="0"/>
              </a:moveTo>
              <a:lnTo>
                <a:pt x="0" y="1737091"/>
              </a:lnTo>
              <a:lnTo>
                <a:pt x="505014" y="173709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7A39AD8-780B-4295-904B-333C498DBEBA}">
      <dsp:nvSpPr>
        <dsp:cNvPr id="0" name=""/>
        <dsp:cNvSpPr/>
      </dsp:nvSpPr>
      <dsp:spPr>
        <a:xfrm>
          <a:off x="4725038" y="1851825"/>
          <a:ext cx="505014" cy="692795"/>
        </a:xfrm>
        <a:custGeom>
          <a:avLst/>
          <a:gdLst/>
          <a:ahLst/>
          <a:cxnLst/>
          <a:rect l="0" t="0" r="0" b="0"/>
          <a:pathLst>
            <a:path>
              <a:moveTo>
                <a:pt x="0" y="0"/>
              </a:moveTo>
              <a:lnTo>
                <a:pt x="0" y="692795"/>
              </a:lnTo>
              <a:lnTo>
                <a:pt x="505014" y="69279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0296797-85C7-483A-BD66-B22745226D6B}">
      <dsp:nvSpPr>
        <dsp:cNvPr id="0" name=""/>
        <dsp:cNvSpPr/>
      </dsp:nvSpPr>
      <dsp:spPr>
        <a:xfrm>
          <a:off x="4191000" y="823737"/>
          <a:ext cx="1949422" cy="292667"/>
        </a:xfrm>
        <a:custGeom>
          <a:avLst/>
          <a:gdLst/>
          <a:ahLst/>
          <a:cxnLst/>
          <a:rect l="0" t="0" r="0" b="0"/>
          <a:pathLst>
            <a:path>
              <a:moveTo>
                <a:pt x="0" y="0"/>
              </a:moveTo>
              <a:lnTo>
                <a:pt x="0" y="138229"/>
              </a:lnTo>
              <a:lnTo>
                <a:pt x="1949422" y="138229"/>
              </a:lnTo>
              <a:lnTo>
                <a:pt x="1949422" y="29266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831E699-8BD8-438C-AD8C-B7C36200A86A}">
      <dsp:nvSpPr>
        <dsp:cNvPr id="0" name=""/>
        <dsp:cNvSpPr/>
      </dsp:nvSpPr>
      <dsp:spPr>
        <a:xfrm>
          <a:off x="918385" y="1851825"/>
          <a:ext cx="464331" cy="2781388"/>
        </a:xfrm>
        <a:custGeom>
          <a:avLst/>
          <a:gdLst/>
          <a:ahLst/>
          <a:cxnLst/>
          <a:rect l="0" t="0" r="0" b="0"/>
          <a:pathLst>
            <a:path>
              <a:moveTo>
                <a:pt x="0" y="0"/>
              </a:moveTo>
              <a:lnTo>
                <a:pt x="0" y="2781388"/>
              </a:lnTo>
              <a:lnTo>
                <a:pt x="464331" y="278138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E89FB38-BF39-4E72-BF9E-A0673AD83997}">
      <dsp:nvSpPr>
        <dsp:cNvPr id="0" name=""/>
        <dsp:cNvSpPr/>
      </dsp:nvSpPr>
      <dsp:spPr>
        <a:xfrm>
          <a:off x="918385" y="1851825"/>
          <a:ext cx="464331" cy="1737091"/>
        </a:xfrm>
        <a:custGeom>
          <a:avLst/>
          <a:gdLst/>
          <a:ahLst/>
          <a:cxnLst/>
          <a:rect l="0" t="0" r="0" b="0"/>
          <a:pathLst>
            <a:path>
              <a:moveTo>
                <a:pt x="0" y="0"/>
              </a:moveTo>
              <a:lnTo>
                <a:pt x="0" y="1737091"/>
              </a:lnTo>
              <a:lnTo>
                <a:pt x="464331" y="173709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1C378A1-3BA7-45DC-9B7D-46877C3813BA}">
      <dsp:nvSpPr>
        <dsp:cNvPr id="0" name=""/>
        <dsp:cNvSpPr/>
      </dsp:nvSpPr>
      <dsp:spPr>
        <a:xfrm>
          <a:off x="918385" y="1851825"/>
          <a:ext cx="464331" cy="692795"/>
        </a:xfrm>
        <a:custGeom>
          <a:avLst/>
          <a:gdLst/>
          <a:ahLst/>
          <a:cxnLst/>
          <a:rect l="0" t="0" r="0" b="0"/>
          <a:pathLst>
            <a:path>
              <a:moveTo>
                <a:pt x="0" y="0"/>
              </a:moveTo>
              <a:lnTo>
                <a:pt x="0" y="692795"/>
              </a:lnTo>
              <a:lnTo>
                <a:pt x="464331" y="692795"/>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639E2A9-1E46-454B-AC93-E3513327AE01}">
      <dsp:nvSpPr>
        <dsp:cNvPr id="0" name=""/>
        <dsp:cNvSpPr/>
      </dsp:nvSpPr>
      <dsp:spPr>
        <a:xfrm>
          <a:off x="2333769" y="823737"/>
          <a:ext cx="1857230" cy="292667"/>
        </a:xfrm>
        <a:custGeom>
          <a:avLst/>
          <a:gdLst/>
          <a:ahLst/>
          <a:cxnLst/>
          <a:rect l="0" t="0" r="0" b="0"/>
          <a:pathLst>
            <a:path>
              <a:moveTo>
                <a:pt x="1857230" y="0"/>
              </a:moveTo>
              <a:lnTo>
                <a:pt x="1857230" y="138229"/>
              </a:lnTo>
              <a:lnTo>
                <a:pt x="0" y="138229"/>
              </a:lnTo>
              <a:lnTo>
                <a:pt x="0" y="29266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6E66A90-7F05-4CF3-B393-A235207574ED}">
      <dsp:nvSpPr>
        <dsp:cNvPr id="0" name=""/>
        <dsp:cNvSpPr/>
      </dsp:nvSpPr>
      <dsp:spPr>
        <a:xfrm>
          <a:off x="2996148" y="2875"/>
          <a:ext cx="2389703" cy="82086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Types of accounts based on purpose of account</a:t>
          </a:r>
          <a:endParaRPr lang="en-ZA" sz="1800" kern="1200" dirty="0"/>
        </a:p>
      </dsp:txBody>
      <dsp:txXfrm>
        <a:off x="2996148" y="2875"/>
        <a:ext cx="2389703" cy="820861"/>
      </dsp:txXfrm>
    </dsp:sp>
    <dsp:sp modelId="{483AE476-7ED0-4874-9B8B-28A724CF3E22}">
      <dsp:nvSpPr>
        <dsp:cNvPr id="0" name=""/>
        <dsp:cNvSpPr/>
      </dsp:nvSpPr>
      <dsp:spPr>
        <a:xfrm>
          <a:off x="564539" y="1116405"/>
          <a:ext cx="3538459" cy="73542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Financial position</a:t>
          </a:r>
          <a:endParaRPr lang="en-ZA" sz="1800" kern="1200" dirty="0"/>
        </a:p>
      </dsp:txBody>
      <dsp:txXfrm>
        <a:off x="564539" y="1116405"/>
        <a:ext cx="3538459" cy="735420"/>
      </dsp:txXfrm>
    </dsp:sp>
    <dsp:sp modelId="{3A7590FC-FC8A-48A1-B764-48EA36E68AB0}">
      <dsp:nvSpPr>
        <dsp:cNvPr id="0" name=""/>
        <dsp:cNvSpPr/>
      </dsp:nvSpPr>
      <dsp:spPr>
        <a:xfrm>
          <a:off x="1382716" y="2176910"/>
          <a:ext cx="2123069" cy="73542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solidFill>
                <a:prstClr val="white"/>
              </a:solidFill>
              <a:latin typeface="Tahoma"/>
              <a:ea typeface="ＭＳ Ｐゴシック"/>
              <a:cs typeface="+mn-cs"/>
            </a:rPr>
            <a:t>Asset accounts</a:t>
          </a:r>
          <a:endParaRPr lang="en-ZA" sz="1800" kern="1200" dirty="0">
            <a:solidFill>
              <a:prstClr val="white"/>
            </a:solidFill>
            <a:latin typeface="Tahoma"/>
            <a:ea typeface="ＭＳ Ｐゴシック"/>
            <a:cs typeface="+mn-cs"/>
          </a:endParaRPr>
        </a:p>
      </dsp:txBody>
      <dsp:txXfrm>
        <a:off x="1382716" y="2176910"/>
        <a:ext cx="2123069" cy="735420"/>
      </dsp:txXfrm>
    </dsp:sp>
    <dsp:sp modelId="{2E752098-624F-4175-B3FE-7A4FF4085EFA}">
      <dsp:nvSpPr>
        <dsp:cNvPr id="0" name=""/>
        <dsp:cNvSpPr/>
      </dsp:nvSpPr>
      <dsp:spPr>
        <a:xfrm>
          <a:off x="1382716" y="3221207"/>
          <a:ext cx="2123084" cy="73542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kern="1200" dirty="0">
              <a:solidFill>
                <a:schemeClr val="bg1"/>
              </a:solidFill>
              <a:latin typeface="Tahoma"/>
              <a:ea typeface="ＭＳ Ｐゴシック"/>
              <a:cs typeface="+mn-cs"/>
            </a:rPr>
            <a:t>Liability </a:t>
          </a:r>
          <a:r>
            <a:rPr lang="en-US" sz="1800" kern="1200" dirty="0"/>
            <a:t>accounts</a:t>
          </a:r>
          <a:endParaRPr lang="en-ZA" sz="1800" kern="1200" dirty="0"/>
        </a:p>
      </dsp:txBody>
      <dsp:txXfrm>
        <a:off x="1382716" y="3221207"/>
        <a:ext cx="2123084" cy="735420"/>
      </dsp:txXfrm>
    </dsp:sp>
    <dsp:sp modelId="{5D181589-379D-4D03-8A4E-C379EEBCBCD3}">
      <dsp:nvSpPr>
        <dsp:cNvPr id="0" name=""/>
        <dsp:cNvSpPr/>
      </dsp:nvSpPr>
      <dsp:spPr>
        <a:xfrm>
          <a:off x="1382716" y="4265503"/>
          <a:ext cx="2123084" cy="73542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kern="1200" dirty="0">
              <a:solidFill>
                <a:prstClr val="white"/>
              </a:solidFill>
              <a:latin typeface="Tahoma"/>
              <a:ea typeface="ＭＳ Ｐゴシック"/>
              <a:cs typeface="+mn-cs"/>
            </a:rPr>
            <a:t>Owners’ equity </a:t>
          </a:r>
          <a:r>
            <a:rPr lang="en-US" sz="1800" kern="1200" dirty="0"/>
            <a:t>accounts</a:t>
          </a:r>
          <a:endParaRPr lang="en-ZA" sz="1800" kern="1200" dirty="0"/>
        </a:p>
      </dsp:txBody>
      <dsp:txXfrm>
        <a:off x="1382716" y="4265503"/>
        <a:ext cx="2123084" cy="735420"/>
      </dsp:txXfrm>
    </dsp:sp>
    <dsp:sp modelId="{4C78C1FC-2F69-4BF9-9B87-4F7D20F7D559}">
      <dsp:nvSpPr>
        <dsp:cNvPr id="0" name=""/>
        <dsp:cNvSpPr/>
      </dsp:nvSpPr>
      <dsp:spPr>
        <a:xfrm>
          <a:off x="4371192" y="1116405"/>
          <a:ext cx="3538459" cy="73542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Financial performance</a:t>
          </a:r>
          <a:endParaRPr lang="en-ZA" sz="1800" kern="1200" dirty="0"/>
        </a:p>
      </dsp:txBody>
      <dsp:txXfrm>
        <a:off x="4371192" y="1116405"/>
        <a:ext cx="3538459" cy="735420"/>
      </dsp:txXfrm>
    </dsp:sp>
    <dsp:sp modelId="{262AD781-C79D-4253-AC84-F380595E7A22}">
      <dsp:nvSpPr>
        <dsp:cNvPr id="0" name=""/>
        <dsp:cNvSpPr/>
      </dsp:nvSpPr>
      <dsp:spPr>
        <a:xfrm>
          <a:off x="5230053" y="2176910"/>
          <a:ext cx="2123084" cy="73542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Revenue (income) accounts</a:t>
          </a:r>
          <a:endParaRPr lang="en-ZA" sz="1800" kern="1200" dirty="0"/>
        </a:p>
      </dsp:txBody>
      <dsp:txXfrm>
        <a:off x="5230053" y="2176910"/>
        <a:ext cx="2123084" cy="735420"/>
      </dsp:txXfrm>
    </dsp:sp>
    <dsp:sp modelId="{A6284662-AC4D-4CC6-926E-42B9FDFC1A32}">
      <dsp:nvSpPr>
        <dsp:cNvPr id="0" name=""/>
        <dsp:cNvSpPr/>
      </dsp:nvSpPr>
      <dsp:spPr>
        <a:xfrm>
          <a:off x="5230053" y="3221207"/>
          <a:ext cx="2123084" cy="73542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Expense accounts</a:t>
          </a:r>
          <a:endParaRPr lang="en-ZA" sz="1800" kern="1200" dirty="0"/>
        </a:p>
      </dsp:txBody>
      <dsp:txXfrm>
        <a:off x="5230053" y="3221207"/>
        <a:ext cx="2123084" cy="7354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0ED7F0-9B4E-41AC-AC84-7D600CB6C451}">
      <dsp:nvSpPr>
        <dsp:cNvPr id="0" name=""/>
        <dsp:cNvSpPr/>
      </dsp:nvSpPr>
      <dsp:spPr>
        <a:xfrm>
          <a:off x="1350327" y="4351"/>
          <a:ext cx="3395345" cy="68362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Occurrence of a business transaction</a:t>
          </a:r>
          <a:endParaRPr lang="en-ZA" sz="1800" kern="1200" dirty="0"/>
        </a:p>
      </dsp:txBody>
      <dsp:txXfrm>
        <a:off x="1370350" y="24374"/>
        <a:ext cx="3355299" cy="643578"/>
      </dsp:txXfrm>
    </dsp:sp>
    <dsp:sp modelId="{28DA5052-1E9E-4307-8BF7-7602B5A64709}">
      <dsp:nvSpPr>
        <dsp:cNvPr id="0" name=""/>
        <dsp:cNvSpPr/>
      </dsp:nvSpPr>
      <dsp:spPr>
        <a:xfrm rot="5331218">
          <a:off x="2944719" y="684982"/>
          <a:ext cx="226277" cy="30763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ZA" sz="1800" kern="1200"/>
        </a:p>
      </dsp:txBody>
      <dsp:txXfrm rot="-5400000">
        <a:off x="2964889" y="725665"/>
        <a:ext cx="184579" cy="158394"/>
      </dsp:txXfrm>
    </dsp:sp>
    <dsp:sp modelId="{5F283540-3F41-46F8-A4D7-3C037134581C}">
      <dsp:nvSpPr>
        <dsp:cNvPr id="0" name=""/>
        <dsp:cNvSpPr/>
      </dsp:nvSpPr>
      <dsp:spPr>
        <a:xfrm>
          <a:off x="1370042" y="989619"/>
          <a:ext cx="3395345" cy="68362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Preparation of a business document</a:t>
          </a:r>
          <a:endParaRPr lang="en-ZA" sz="1800" kern="1200" dirty="0"/>
        </a:p>
      </dsp:txBody>
      <dsp:txXfrm>
        <a:off x="1390065" y="1009642"/>
        <a:ext cx="3355299" cy="643578"/>
      </dsp:txXfrm>
    </dsp:sp>
    <dsp:sp modelId="{3D5114B2-D998-4CB9-AEF6-56A97FC3795A}">
      <dsp:nvSpPr>
        <dsp:cNvPr id="0" name=""/>
        <dsp:cNvSpPr/>
      </dsp:nvSpPr>
      <dsp:spPr>
        <a:xfrm rot="5463598">
          <a:off x="2914590" y="1710419"/>
          <a:ext cx="286535" cy="30763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ZA" sz="1800" kern="1200"/>
        </a:p>
      </dsp:txBody>
      <dsp:txXfrm rot="-5400000">
        <a:off x="2966363" y="1720974"/>
        <a:ext cx="184579" cy="200575"/>
      </dsp:txXfrm>
    </dsp:sp>
    <dsp:sp modelId="{0FBB9C0A-73CE-4F08-8885-5FE739E5F16D}">
      <dsp:nvSpPr>
        <dsp:cNvPr id="0" name=""/>
        <dsp:cNvSpPr/>
      </dsp:nvSpPr>
      <dsp:spPr>
        <a:xfrm>
          <a:off x="1350327" y="2055226"/>
          <a:ext cx="3395345" cy="68362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Information recorded</a:t>
          </a:r>
          <a:endParaRPr lang="en-ZA" sz="1800" kern="1200" dirty="0"/>
        </a:p>
      </dsp:txBody>
      <dsp:txXfrm>
        <a:off x="1370350" y="2075249"/>
        <a:ext cx="3355299" cy="643578"/>
      </dsp:txXfrm>
    </dsp:sp>
    <dsp:sp modelId="{2CE37485-0A9C-4A46-925B-8682A4874BA1}">
      <dsp:nvSpPr>
        <dsp:cNvPr id="0" name=""/>
        <dsp:cNvSpPr/>
      </dsp:nvSpPr>
      <dsp:spPr>
        <a:xfrm rot="5400000">
          <a:off x="2919820" y="2755941"/>
          <a:ext cx="256359" cy="30763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ZA" sz="1800" kern="1200"/>
        </a:p>
      </dsp:txBody>
      <dsp:txXfrm rot="-5400000">
        <a:off x="2955710" y="2781577"/>
        <a:ext cx="184579" cy="179451"/>
      </dsp:txXfrm>
    </dsp:sp>
    <dsp:sp modelId="{AA755A72-ADAE-43DA-A8E3-16E2C288EAE9}">
      <dsp:nvSpPr>
        <dsp:cNvPr id="0" name=""/>
        <dsp:cNvSpPr/>
      </dsp:nvSpPr>
      <dsp:spPr>
        <a:xfrm>
          <a:off x="1350327" y="3080663"/>
          <a:ext cx="3395345" cy="68362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Debits and credits posted to ledger accounts</a:t>
          </a:r>
          <a:endParaRPr lang="en-ZA" sz="1800" kern="1200" dirty="0"/>
        </a:p>
      </dsp:txBody>
      <dsp:txXfrm>
        <a:off x="1370350" y="3100686"/>
        <a:ext cx="3355299" cy="643578"/>
      </dsp:txXfrm>
    </dsp:sp>
    <dsp:sp modelId="{F4209E88-31BE-45FF-9AD9-D3ED8BC4F65F}">
      <dsp:nvSpPr>
        <dsp:cNvPr id="0" name=""/>
        <dsp:cNvSpPr/>
      </dsp:nvSpPr>
      <dsp:spPr>
        <a:xfrm rot="5400000">
          <a:off x="2919820" y="3781378"/>
          <a:ext cx="256359" cy="30763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ZA" sz="1800" kern="1200"/>
        </a:p>
      </dsp:txBody>
      <dsp:txXfrm rot="-5400000">
        <a:off x="2955710" y="3807014"/>
        <a:ext cx="184579" cy="179451"/>
      </dsp:txXfrm>
    </dsp:sp>
    <dsp:sp modelId="{9743635C-F2AC-4E92-A28C-8265F73709EA}">
      <dsp:nvSpPr>
        <dsp:cNvPr id="0" name=""/>
        <dsp:cNvSpPr/>
      </dsp:nvSpPr>
      <dsp:spPr>
        <a:xfrm>
          <a:off x="1350327" y="4106100"/>
          <a:ext cx="3395345" cy="99494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Financial statement prepared at end of accounting period</a:t>
          </a:r>
          <a:endParaRPr lang="en-ZA" sz="1800" kern="1200" dirty="0"/>
        </a:p>
      </dsp:txBody>
      <dsp:txXfrm>
        <a:off x="1379468" y="4135241"/>
        <a:ext cx="3337063" cy="936665"/>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bwMode="auto">
          <a:xfrm>
            <a:off x="0" y="0"/>
            <a:ext cx="2971800" cy="497285"/>
          </a:xfrm>
          <a:prstGeom prst="rect">
            <a:avLst/>
          </a:prstGeom>
          <a:noFill/>
          <a:ln w="9525">
            <a:noFill/>
            <a:miter lim="800000"/>
            <a:headEnd/>
            <a:tailEnd/>
          </a:ln>
        </p:spPr>
        <p:txBody>
          <a:bodyPr vert="horz" wrap="square" lIns="91870" tIns="45935" rIns="91870" bIns="45935" numCol="1" anchor="t"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61443" name="Rectangle 3"/>
          <p:cNvSpPr>
            <a:spLocks noGrp="1" noChangeArrowheads="1"/>
          </p:cNvSpPr>
          <p:nvPr>
            <p:ph type="dt" sz="quarter" idx="1"/>
          </p:nvPr>
        </p:nvSpPr>
        <p:spPr bwMode="auto">
          <a:xfrm>
            <a:off x="3886201" y="0"/>
            <a:ext cx="2971800" cy="497285"/>
          </a:xfrm>
          <a:prstGeom prst="rect">
            <a:avLst/>
          </a:prstGeom>
          <a:noFill/>
          <a:ln w="9525">
            <a:noFill/>
            <a:miter lim="800000"/>
            <a:headEnd/>
            <a:tailEnd/>
          </a:ln>
        </p:spPr>
        <p:txBody>
          <a:bodyPr vert="horz" wrap="square" lIns="91870" tIns="45935" rIns="91870" bIns="45935" numCol="1" anchor="t" anchorCtr="0" compatLnSpc="1">
            <a:prstTxWarp prst="textNoShape">
              <a:avLst/>
            </a:prstTxWarp>
          </a:bodyPr>
          <a:lstStyle>
            <a:lvl1pPr algn="r">
              <a:defRPr sz="1200">
                <a:ea typeface="ＭＳ Ｐゴシック" pitchFamily="1" charset="-128"/>
                <a:cs typeface="+mn-cs"/>
              </a:defRPr>
            </a:lvl1pPr>
          </a:lstStyle>
          <a:p>
            <a:pPr>
              <a:defRPr/>
            </a:pPr>
            <a:endParaRPr lang="en-US"/>
          </a:p>
        </p:txBody>
      </p:sp>
      <p:sp>
        <p:nvSpPr>
          <p:cNvPr id="61444" name="Rectangle 4"/>
          <p:cNvSpPr>
            <a:spLocks noGrp="1" noChangeArrowheads="1"/>
          </p:cNvSpPr>
          <p:nvPr>
            <p:ph type="ftr" sz="quarter" idx="2"/>
          </p:nvPr>
        </p:nvSpPr>
        <p:spPr bwMode="auto">
          <a:xfrm>
            <a:off x="0" y="9448403"/>
            <a:ext cx="2971800" cy="497285"/>
          </a:xfrm>
          <a:prstGeom prst="rect">
            <a:avLst/>
          </a:prstGeom>
          <a:noFill/>
          <a:ln w="9525">
            <a:noFill/>
            <a:miter lim="800000"/>
            <a:headEnd/>
            <a:tailEnd/>
          </a:ln>
        </p:spPr>
        <p:txBody>
          <a:bodyPr vert="horz" wrap="square" lIns="91870" tIns="45935" rIns="91870" bIns="45935" numCol="1" anchor="b"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61445" name="Rectangle 5"/>
          <p:cNvSpPr>
            <a:spLocks noGrp="1" noChangeArrowheads="1"/>
          </p:cNvSpPr>
          <p:nvPr>
            <p:ph type="sldNum" sz="quarter" idx="3"/>
          </p:nvPr>
        </p:nvSpPr>
        <p:spPr bwMode="auto">
          <a:xfrm>
            <a:off x="3886201" y="9448403"/>
            <a:ext cx="2971800" cy="497285"/>
          </a:xfrm>
          <a:prstGeom prst="rect">
            <a:avLst/>
          </a:prstGeom>
          <a:noFill/>
          <a:ln w="9525">
            <a:noFill/>
            <a:miter lim="800000"/>
            <a:headEnd/>
            <a:tailEnd/>
          </a:ln>
        </p:spPr>
        <p:txBody>
          <a:bodyPr vert="horz" wrap="square" lIns="91870" tIns="45935" rIns="91870" bIns="45935" numCol="1" anchor="b" anchorCtr="0" compatLnSpc="1">
            <a:prstTxWarp prst="textNoShape">
              <a:avLst/>
            </a:prstTxWarp>
          </a:bodyPr>
          <a:lstStyle>
            <a:lvl1pPr algn="r">
              <a:defRPr sz="1200"/>
            </a:lvl1pPr>
          </a:lstStyle>
          <a:p>
            <a:pPr>
              <a:defRPr/>
            </a:pPr>
            <a:fld id="{E1903A18-4839-8D4F-8ABB-4D063655F5E0}" type="slidenum">
              <a:rPr lang="en-US"/>
              <a:pPr>
                <a:defRPr/>
              </a:pPr>
              <a:t>‹#›</a:t>
            </a:fld>
            <a:endParaRPr lang="en-US"/>
          </a:p>
        </p:txBody>
      </p:sp>
    </p:spTree>
    <p:extLst>
      <p:ext uri="{BB962C8B-B14F-4D97-AF65-F5344CB8AC3E}">
        <p14:creationId xmlns:p14="http://schemas.microsoft.com/office/powerpoint/2010/main" val="886408647"/>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97285"/>
          </a:xfrm>
          <a:prstGeom prst="rect">
            <a:avLst/>
          </a:prstGeom>
          <a:noFill/>
          <a:ln w="9525">
            <a:noFill/>
            <a:miter lim="800000"/>
            <a:headEnd/>
            <a:tailEnd/>
          </a:ln>
        </p:spPr>
        <p:txBody>
          <a:bodyPr vert="horz" wrap="square" lIns="91870" tIns="45935" rIns="91870" bIns="45935" numCol="1" anchor="t"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3075" name="Rectangle 3"/>
          <p:cNvSpPr>
            <a:spLocks noGrp="1" noChangeArrowheads="1"/>
          </p:cNvSpPr>
          <p:nvPr>
            <p:ph type="dt" idx="1"/>
          </p:nvPr>
        </p:nvSpPr>
        <p:spPr bwMode="auto">
          <a:xfrm>
            <a:off x="3886201" y="0"/>
            <a:ext cx="2971800" cy="497285"/>
          </a:xfrm>
          <a:prstGeom prst="rect">
            <a:avLst/>
          </a:prstGeom>
          <a:noFill/>
          <a:ln w="9525">
            <a:noFill/>
            <a:miter lim="800000"/>
            <a:headEnd/>
            <a:tailEnd/>
          </a:ln>
        </p:spPr>
        <p:txBody>
          <a:bodyPr vert="horz" wrap="square" lIns="91870" tIns="45935" rIns="91870" bIns="45935" numCol="1" anchor="t" anchorCtr="0" compatLnSpc="1">
            <a:prstTxWarp prst="textNoShape">
              <a:avLst/>
            </a:prstTxWarp>
          </a:bodyPr>
          <a:lstStyle>
            <a:lvl1pPr algn="r">
              <a:defRPr sz="1200">
                <a:ea typeface="ＭＳ Ｐゴシック" pitchFamily="1" charset="-128"/>
                <a:cs typeface="+mn-cs"/>
              </a:defRPr>
            </a:lvl1pPr>
          </a:lstStyle>
          <a:p>
            <a:pPr>
              <a:defRPr/>
            </a:pPr>
            <a:endParaRPr lang="en-US"/>
          </a:p>
        </p:txBody>
      </p:sp>
      <p:sp>
        <p:nvSpPr>
          <p:cNvPr id="14340" name="Rectangle 4"/>
          <p:cNvSpPr>
            <a:spLocks noGrp="1" noRot="1" noChangeAspect="1" noChangeArrowheads="1" noTextEdit="1"/>
          </p:cNvSpPr>
          <p:nvPr>
            <p:ph type="sldImg" idx="2"/>
          </p:nvPr>
        </p:nvSpPr>
        <p:spPr bwMode="auto">
          <a:xfrm>
            <a:off x="942975" y="746125"/>
            <a:ext cx="4972050" cy="3729038"/>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914401" y="4724203"/>
            <a:ext cx="5029200" cy="4475559"/>
          </a:xfrm>
          <a:prstGeom prst="rect">
            <a:avLst/>
          </a:prstGeom>
          <a:noFill/>
          <a:ln w="9525">
            <a:noFill/>
            <a:miter lim="800000"/>
            <a:headEnd/>
            <a:tailEnd/>
          </a:ln>
        </p:spPr>
        <p:txBody>
          <a:bodyPr vert="horz" wrap="square" lIns="91870" tIns="45935" rIns="91870" bIns="4593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9448403"/>
            <a:ext cx="2971800" cy="497285"/>
          </a:xfrm>
          <a:prstGeom prst="rect">
            <a:avLst/>
          </a:prstGeom>
          <a:noFill/>
          <a:ln w="9525">
            <a:noFill/>
            <a:miter lim="800000"/>
            <a:headEnd/>
            <a:tailEnd/>
          </a:ln>
        </p:spPr>
        <p:txBody>
          <a:bodyPr vert="horz" wrap="square" lIns="91870" tIns="45935" rIns="91870" bIns="45935" numCol="1" anchor="b" anchorCtr="0" compatLnSpc="1">
            <a:prstTxWarp prst="textNoShape">
              <a:avLst/>
            </a:prstTxWarp>
          </a:bodyPr>
          <a:lstStyle>
            <a:lvl1pPr>
              <a:defRPr sz="1200">
                <a:ea typeface="ＭＳ Ｐゴシック" pitchFamily="1" charset="-128"/>
                <a:cs typeface="+mn-cs"/>
              </a:defRPr>
            </a:lvl1pPr>
          </a:lstStyle>
          <a:p>
            <a:pPr>
              <a:defRPr/>
            </a:pPr>
            <a:endParaRPr lang="en-US"/>
          </a:p>
        </p:txBody>
      </p:sp>
      <p:sp>
        <p:nvSpPr>
          <p:cNvPr id="3079" name="Rectangle 7"/>
          <p:cNvSpPr>
            <a:spLocks noGrp="1" noChangeArrowheads="1"/>
          </p:cNvSpPr>
          <p:nvPr>
            <p:ph type="sldNum" sz="quarter" idx="5"/>
          </p:nvPr>
        </p:nvSpPr>
        <p:spPr bwMode="auto">
          <a:xfrm>
            <a:off x="3886201" y="9448403"/>
            <a:ext cx="2971800" cy="497285"/>
          </a:xfrm>
          <a:prstGeom prst="rect">
            <a:avLst/>
          </a:prstGeom>
          <a:noFill/>
          <a:ln w="9525">
            <a:noFill/>
            <a:miter lim="800000"/>
            <a:headEnd/>
            <a:tailEnd/>
          </a:ln>
        </p:spPr>
        <p:txBody>
          <a:bodyPr vert="horz" wrap="square" lIns="91870" tIns="45935" rIns="91870" bIns="45935" numCol="1" anchor="b" anchorCtr="0" compatLnSpc="1">
            <a:prstTxWarp prst="textNoShape">
              <a:avLst/>
            </a:prstTxWarp>
          </a:bodyPr>
          <a:lstStyle>
            <a:lvl1pPr algn="r">
              <a:defRPr sz="1200"/>
            </a:lvl1pPr>
          </a:lstStyle>
          <a:p>
            <a:pPr>
              <a:defRPr/>
            </a:pPr>
            <a:fld id="{200996E8-5341-8848-B47C-0F512A8E3D8F}" type="slidenum">
              <a:rPr lang="en-US"/>
              <a:pPr>
                <a:defRPr/>
              </a:pPr>
              <a:t>‹#›</a:t>
            </a:fld>
            <a:endParaRPr lang="en-US"/>
          </a:p>
        </p:txBody>
      </p:sp>
    </p:spTree>
    <p:extLst>
      <p:ext uri="{BB962C8B-B14F-4D97-AF65-F5344CB8AC3E}">
        <p14:creationId xmlns:p14="http://schemas.microsoft.com/office/powerpoint/2010/main" val="3397933534"/>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charset="0"/>
        <a:ea typeface="ＭＳ Ｐゴシック" pitchFamily="1"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pitchFamily="1"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3105442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ChangeArrowheads="1" noTextEdit="1"/>
          </p:cNvSpPr>
          <p:nvPr>
            <p:ph type="sldImg"/>
          </p:nvPr>
        </p:nvSpPr>
        <p:spPr>
          <a:ln/>
        </p:spPr>
      </p:sp>
      <p:sp>
        <p:nvSpPr>
          <p:cNvPr id="6041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616782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7821101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70919-F969-CE19-38EC-E6ED7C0EE3EA}"/>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BBB06B9F-E188-7B41-1132-4FD80011819A}"/>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4D010E94-FD98-C886-7975-2366C4627544}"/>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4038274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820D4-B053-C849-7F2E-EB046F7859DA}"/>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30773CA1-21F8-B5CF-96C0-007FF68C8171}"/>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2886DCD0-0A04-5E53-FAB0-FE695CEC5244}"/>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5409679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947681-FD9A-214B-5D29-0F2CFE1F66CD}"/>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1CACF8A2-3A94-0DBA-7AB3-600D0989CFA5}"/>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0659FF9F-F400-B60F-038D-8ADCC6B6A914}"/>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1794041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D8A23-2124-AF66-EC82-973808710AFF}"/>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03CFAED7-7A0E-97A8-8D17-426141A157EC}"/>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681B67DA-C1F4-1AE8-9ED7-C4C98BDB23AB}"/>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9786081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F7C1C-0400-9CD7-75A3-5B9F8741F0DF}"/>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7B1A444C-9D1A-A768-A61F-D6617A377CF4}"/>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7697F4DC-2025-7DCE-BF7C-7B92C8D2366B}"/>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8710487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EC44A-E362-0438-51AD-1135147F501D}"/>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06523F9D-47B5-6D55-EC2E-982013C66EE5}"/>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B614795E-D2ED-4F6C-860B-4E00E4605548}"/>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8595273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6FDC0-7863-DF07-8BEE-5F97B0CFEB26}"/>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2533D7F7-C8B8-0AD7-D931-696F4676155D}"/>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51AE50DC-030F-81A2-0271-36E610064231}"/>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0283826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719D0-2542-4409-FADE-CD400A6327C3}"/>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556B1E2D-FC90-0CA1-0F2E-717F6A3DC113}"/>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54DA05CA-22A6-4A4E-BB9E-70A626FD46A6}"/>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4207835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B7691-9714-2EDD-F3F4-6D862673D229}"/>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CDD43649-2719-5349-FE7C-6604AFE3A7C2}"/>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088D5F92-6AEA-DB87-AB2B-2DA74F8AAD23}"/>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3579260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1056E-5E8F-83BF-ACBF-6801722E4EDD}"/>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EC2E523F-9390-652E-7194-D18FE5703CE8}"/>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8B6B1781-4E4C-E2A8-DBBA-7B9943265585}"/>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5154353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6F9AD-3445-7BE4-1D8D-76DBA573C953}"/>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7E0A763F-D77C-107B-EBA6-802D8FDCB57C}"/>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8F5EB20A-763E-9706-33C9-CCAF81EC1638}"/>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4122322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9A1FB-E0A3-4CA0-7F7F-4999F146B066}"/>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E9B3A43E-EF42-B3BE-7B9A-366CEEB80BA8}"/>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16507975-DFD4-BF33-EA74-057882E99483}"/>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846580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AE9F6-392C-BFB2-2ED0-659CB0629760}"/>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6FF74E80-3F42-72E5-DDDD-D12F3809DC54}"/>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667DA6A5-AAAA-3918-2218-E72691B47518}"/>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2467442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4D16B-1BAB-275E-19B4-70F5D8CDA4BC}"/>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072F2FDE-B9EC-E98E-F92A-0AD96F22EB92}"/>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19D7BC03-A1DC-A994-9107-2521183F61F8}"/>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42020716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AE3DE-70F7-6829-1C9B-523D6D0B8252}"/>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55F95200-5744-2C32-5D38-F78C6CD80D18}"/>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46A21271-A12B-D334-4BDD-7B1EAFFCADE0}"/>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40733197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EEBC8-91DD-2AC8-0D1C-F1074BC538ED}"/>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C429C685-D451-DAD7-B471-788F2293B325}"/>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6CB8BCA1-481C-A22F-09D5-2F6CD183C3D3}"/>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3301424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6CEDB-6BBA-FD88-5375-9D9EBDF986FB}"/>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A80CF40E-4FA8-DC24-D241-78FFE071C555}"/>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C147CFCF-2E64-16E8-E4FA-04A0087CD293}"/>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9098434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1CE5F-7047-C614-F33D-860BAD061E02}"/>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774C050E-F07B-CA41-39A3-91C9475215EA}"/>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287F3F23-0265-63C9-3FD6-19E6551A5DE1}"/>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5105754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A53B9-998F-CE67-D655-A2A5CB2C2C8A}"/>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5585F5CD-7CF6-5270-4257-33568279823F}"/>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C8B296FD-6B84-767F-8BA9-8F438958AEEB}"/>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2352549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6907347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36235-1133-6C76-2BB8-124A8A95DC3E}"/>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E21512E9-FF12-6D5B-199C-43C656FCBDA9}"/>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1B9AD821-1065-1A02-82FF-DA136FA6709F}"/>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15134482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903EE-F581-F133-69A7-051604D8182B}"/>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A407E887-3A77-919B-556F-C9CE97254785}"/>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FF9164B6-EA13-03C5-C4E8-98163627AF66}"/>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26563229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6517340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12701-38E8-4D86-3C41-27C6826C658D}"/>
            </a:ext>
          </a:extLst>
        </p:cNvPr>
        <p:cNvGrpSpPr/>
        <p:nvPr/>
      </p:nvGrpSpPr>
      <p:grpSpPr>
        <a:xfrm>
          <a:off x="0" y="0"/>
          <a:ext cx="0" cy="0"/>
          <a:chOff x="0" y="0"/>
          <a:chExt cx="0" cy="0"/>
        </a:xfrm>
      </p:grpSpPr>
      <p:sp>
        <p:nvSpPr>
          <p:cNvPr id="10242" name="Rectangle 2">
            <a:extLst>
              <a:ext uri="{FF2B5EF4-FFF2-40B4-BE49-F238E27FC236}">
                <a16:creationId xmlns:a16="http://schemas.microsoft.com/office/drawing/2014/main" id="{D249B11A-B2E3-BE9A-AC7C-09DC4B758BA1}"/>
              </a:ext>
            </a:extLst>
          </p:cNvPr>
          <p:cNvSpPr>
            <a:spLocks noGrp="1" noRot="1" noChangeAspect="1" noChangeArrowheads="1" noTextEdit="1"/>
          </p:cNvSpPr>
          <p:nvPr>
            <p:ph type="sldImg"/>
          </p:nvPr>
        </p:nvSpPr>
        <p:spPr bwMode="auto">
          <a:xfrm>
            <a:off x="950913" y="752475"/>
            <a:ext cx="4956175" cy="3716338"/>
          </a:xfrm>
          <a:prstGeom prst="rect">
            <a:avLst/>
          </a:prstGeom>
          <a:solidFill>
            <a:srgbClr val="FFFFFF"/>
          </a:solidFill>
          <a:ln>
            <a:solidFill>
              <a:srgbClr val="000000"/>
            </a:solidFill>
            <a:miter lim="800000"/>
            <a:headEnd/>
            <a:tailEnd/>
          </a:ln>
        </p:spPr>
      </p:sp>
      <p:sp>
        <p:nvSpPr>
          <p:cNvPr id="10243" name="Rectangle 3">
            <a:extLst>
              <a:ext uri="{FF2B5EF4-FFF2-40B4-BE49-F238E27FC236}">
                <a16:creationId xmlns:a16="http://schemas.microsoft.com/office/drawing/2014/main" id="{B69E32BD-4F3D-2A3A-1AC8-8DE912735559}"/>
              </a:ext>
            </a:extLst>
          </p:cNvPr>
          <p:cNvSpPr>
            <a:spLocks noGrp="1" noChangeArrowheads="1"/>
          </p:cNvSpPr>
          <p:nvPr>
            <p:ph type="body" idx="1"/>
          </p:nvPr>
        </p:nvSpPr>
        <p:spPr bwMode="auto">
          <a:xfrm>
            <a:off x="914401" y="4724203"/>
            <a:ext cx="5029200" cy="4475559"/>
          </a:xfrm>
          <a:prstGeom prst="rect">
            <a:avLst/>
          </a:prstGeom>
          <a:solidFill>
            <a:srgbClr val="FFFFFF"/>
          </a:solidFill>
          <a:ln>
            <a:solidFill>
              <a:srgbClr val="000000"/>
            </a:solidFill>
            <a:miter lim="800000"/>
            <a:headEnd/>
            <a:tailEnd/>
          </a:ln>
        </p:spPr>
        <p:txBody>
          <a:bodyPr>
            <a:prstTxWarp prst="textNoShape">
              <a:avLst/>
            </a:prstTxWarp>
          </a:bodyPr>
          <a:lstStyle/>
          <a:p>
            <a:endParaRPr lang="en-US" dirty="0"/>
          </a:p>
        </p:txBody>
      </p:sp>
    </p:spTree>
    <p:extLst>
      <p:ext uri="{BB962C8B-B14F-4D97-AF65-F5344CB8AC3E}">
        <p14:creationId xmlns:p14="http://schemas.microsoft.com/office/powerpoint/2010/main" val="34733013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defTabSz="918698"/>
            <a:fld id="{73303AEE-F764-0E46-AFB6-085D8FECA2EE}" type="slidenum">
              <a:rPr lang="en-US">
                <a:solidFill>
                  <a:srgbClr val="000000"/>
                </a:solidFill>
              </a:rPr>
              <a:pPr defTabSz="918698"/>
              <a:t>28</a:t>
            </a:fld>
            <a:endParaRPr lang="en-US">
              <a:solidFill>
                <a:srgbClr val="000000"/>
              </a:solidFill>
            </a:endParaRPr>
          </a:p>
        </p:txBody>
      </p:sp>
      <p:sp>
        <p:nvSpPr>
          <p:cNvPr id="183298" name="Rectangle 2"/>
          <p:cNvSpPr>
            <a:spLocks noGrp="1" noRot="1" noChangeAspect="1" noChangeArrowheads="1" noTextEdit="1"/>
          </p:cNvSpPr>
          <p:nvPr>
            <p:ph type="sldImg"/>
          </p:nvPr>
        </p:nvSpPr>
        <p:spPr>
          <a:ln/>
        </p:spPr>
      </p:sp>
      <p:sp>
        <p:nvSpPr>
          <p:cNvPr id="183299"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208039711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 name="Picture 2" descr="title templat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Title 1"/>
          <p:cNvSpPr>
            <a:spLocks noGrp="1"/>
          </p:cNvSpPr>
          <p:nvPr>
            <p:ph type="ctrTitle"/>
          </p:nvPr>
        </p:nvSpPr>
        <p:spPr>
          <a:xfrm>
            <a:off x="304800" y="304800"/>
            <a:ext cx="7772400" cy="1470025"/>
          </a:xfrm>
        </p:spPr>
        <p:txBody>
          <a:bodyPr/>
          <a:lstStyle>
            <a:lvl1pPr>
              <a:defRPr b="0" cap="none" spc="0">
                <a:ln>
                  <a:noFill/>
                </a:ln>
                <a:solidFill>
                  <a:schemeClr val="tx1"/>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940C429-FEEA-7C46-811F-BB6B290A1B5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EE7E0EE7-581C-F445-BDC6-E24C5F5F02F8}"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BB6F7B1-1F54-DC45-AA19-AF9670526628}"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13F0B62-EB7C-4C4C-9663-BBBCE653893C}"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DF99D31C-B9FB-A342-BD45-9C454D027312}"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F29A667-37E8-0F44-9A2C-CCFACA3E4347}"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7C6AF9B5-D6E4-DD42-9360-80893143945D}"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6CCEB52-F4EC-F746-83D7-E3FE51B4A016}"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19EA789-1832-954F-943E-958C915F8455}"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57250E-25D6-4747-832C-D993B004815D}"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304800"/>
            <a:ext cx="219075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304800"/>
            <a:ext cx="641985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2E7CE9-E929-6C4E-9651-8733B1382B8F}"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ZA"/>
          </a:p>
        </p:txBody>
      </p:sp>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646C6F65-9470-3143-AA4D-A7FCF6DFB4B2}" type="slidenum">
              <a:rPr lang="en-US" smtClean="0"/>
              <a:pPr>
                <a:defRPr/>
              </a:pPr>
              <a:t>‹#›</a:t>
            </a:fld>
            <a:endParaRPr lang="en-US"/>
          </a:p>
        </p:txBody>
      </p:sp>
    </p:spTree>
    <p:extLst>
      <p:ext uri="{BB962C8B-B14F-4D97-AF65-F5344CB8AC3E}">
        <p14:creationId xmlns:p14="http://schemas.microsoft.com/office/powerpoint/2010/main" val="6719260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3" name="Picture 2" descr="title templat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Title 1"/>
          <p:cNvSpPr>
            <a:spLocks noGrp="1"/>
          </p:cNvSpPr>
          <p:nvPr>
            <p:ph type="ctrTitle"/>
          </p:nvPr>
        </p:nvSpPr>
        <p:spPr>
          <a:xfrm>
            <a:off x="304800" y="228600"/>
            <a:ext cx="7772400" cy="1470025"/>
          </a:xfrm>
        </p:spPr>
        <p:txBody>
          <a:bodyPr/>
          <a:lstStyle>
            <a:lvl1pPr>
              <a:defRPr>
                <a:effectLst>
                  <a:outerShdw blurRad="50800" dist="38100" dir="2700000" algn="tl" rotWithShape="0">
                    <a:prstClr val="black">
                      <a:alpha val="40000"/>
                    </a:prstClr>
                  </a:outerShdw>
                </a:effectLst>
              </a:defRPr>
            </a:lvl1pPr>
          </a:lstStyle>
          <a:p>
            <a:r>
              <a:rPr lang="en-US" dirty="0"/>
              <a:t>Click to edit Master title style</a:t>
            </a:r>
          </a:p>
        </p:txBody>
      </p:sp>
      <p:sp>
        <p:nvSpPr>
          <p:cNvPr id="4" name="Rectangle 4"/>
          <p:cNvSpPr>
            <a:spLocks noGrp="1" noChangeArrowheads="1"/>
          </p:cNvSpPr>
          <p:nvPr>
            <p:ph type="dt" sz="half" idx="10"/>
          </p:nvPr>
        </p:nvSpPr>
        <p:spPr>
          <a:ln/>
        </p:spPr>
        <p:txBody>
          <a:bodyPr/>
          <a:lstStyle>
            <a:lvl1pPr>
              <a:defRPr/>
            </a:lvl1pPr>
          </a:lstStyle>
          <a:p>
            <a:pPr>
              <a:defRPr/>
            </a:pPr>
            <a:fld id="{93DC5801-AA14-4D1A-A09C-9A7B708D243D}" type="datetime1">
              <a:rPr lang="en-US" smtClean="0"/>
              <a:t>2/9/2026</a:t>
            </a:fld>
            <a:endParaRPr lang="en-US" dirty="0"/>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940C429-FEEA-7C46-811F-BB6B290A1B50}" type="slidenum">
              <a:rPr lang="en-US"/>
              <a:pPr>
                <a:defRPr/>
              </a:pPr>
              <a:t>‹#›</a:t>
            </a:fld>
            <a:endParaRPr lang="en-US"/>
          </a:p>
        </p:txBody>
      </p:sp>
    </p:spTree>
    <p:extLst>
      <p:ext uri="{BB962C8B-B14F-4D97-AF65-F5344CB8AC3E}">
        <p14:creationId xmlns:p14="http://schemas.microsoft.com/office/powerpoint/2010/main" val="36881303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lvl1pPr>
              <a:defRPr sz="2800"/>
            </a:lvl1pPr>
            <a:lvl2pPr>
              <a:defRPr sz="24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6"/>
          <p:cNvSpPr>
            <a:spLocks noGrp="1" noChangeArrowheads="1"/>
          </p:cNvSpPr>
          <p:nvPr>
            <p:ph type="sldNum" sz="quarter" idx="12"/>
          </p:nvPr>
        </p:nvSpPr>
        <p:spPr>
          <a:ln/>
        </p:spPr>
        <p:txBody>
          <a:bodyPr/>
          <a:lstStyle>
            <a:lvl1pPr>
              <a:defRPr>
                <a:solidFill>
                  <a:schemeClr val="tx1"/>
                </a:solidFill>
              </a:defRPr>
            </a:lvl1pPr>
          </a:lstStyle>
          <a:p>
            <a:pPr>
              <a:defRPr/>
            </a:pPr>
            <a:fld id="{EE7E0EE7-581C-F445-BDC6-E24C5F5F02F8}" type="slidenum">
              <a:rPr lang="en-US" smtClean="0"/>
              <a:pPr>
                <a:defRPr/>
              </a:pPr>
              <a:t>‹#›</a:t>
            </a:fld>
            <a:endParaRPr lang="en-US"/>
          </a:p>
        </p:txBody>
      </p:sp>
    </p:spTree>
    <p:extLst>
      <p:ext uri="{BB962C8B-B14F-4D97-AF65-F5344CB8AC3E}">
        <p14:creationId xmlns:p14="http://schemas.microsoft.com/office/powerpoint/2010/main" val="17806944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1065C6B5-DD21-4288-8561-AE356B15015C}" type="datetime1">
              <a:rPr lang="en-US" smtClean="0"/>
              <a:t>2/9/2026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BB6F7B1-1F54-DC45-AA19-AF9670526628}" type="slidenum">
              <a:rPr lang="en-US"/>
              <a:pPr>
                <a:defRPr/>
              </a:pPr>
              <a:t>‹#›</a:t>
            </a:fld>
            <a:endParaRPr lang="en-US"/>
          </a:p>
        </p:txBody>
      </p:sp>
    </p:spTree>
    <p:extLst>
      <p:ext uri="{BB962C8B-B14F-4D97-AF65-F5344CB8AC3E}">
        <p14:creationId xmlns:p14="http://schemas.microsoft.com/office/powerpoint/2010/main" val="35123631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764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C1559354-B95F-440D-8860-EF55DC073CE5}" type="datetime1">
              <a:rPr lang="en-US" smtClean="0"/>
              <a:t>2/9/2026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13F0B62-EB7C-4C4C-9663-BBBCE653893C}" type="slidenum">
              <a:rPr lang="en-US"/>
              <a:pPr>
                <a:defRPr/>
              </a:pPr>
              <a:t>‹#›</a:t>
            </a:fld>
            <a:endParaRPr lang="en-US"/>
          </a:p>
        </p:txBody>
      </p:sp>
    </p:spTree>
    <p:extLst>
      <p:ext uri="{BB962C8B-B14F-4D97-AF65-F5344CB8AC3E}">
        <p14:creationId xmlns:p14="http://schemas.microsoft.com/office/powerpoint/2010/main" val="31864934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77E4B58B-DB37-4B77-A33E-10DE74417EED}" type="datetime1">
              <a:rPr lang="en-US" smtClean="0"/>
              <a:t>2/9/2026</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DF99D31C-B9FB-A342-BD45-9C454D027312}" type="slidenum">
              <a:rPr lang="en-US"/>
              <a:pPr>
                <a:defRPr/>
              </a:pPr>
              <a:t>‹#›</a:t>
            </a:fld>
            <a:endParaRPr lang="en-US"/>
          </a:p>
        </p:txBody>
      </p:sp>
    </p:spTree>
    <p:extLst>
      <p:ext uri="{BB962C8B-B14F-4D97-AF65-F5344CB8AC3E}">
        <p14:creationId xmlns:p14="http://schemas.microsoft.com/office/powerpoint/2010/main" val="38543016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7102792B-6D6E-426B-AC0C-C6FEF743363F}" type="datetime1">
              <a:rPr lang="en-US" smtClean="0"/>
              <a:t>2/9/2026</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9F29A667-37E8-0F44-9A2C-CCFACA3E4347}" type="slidenum">
              <a:rPr lang="en-US"/>
              <a:pPr>
                <a:defRPr/>
              </a:pPr>
              <a:t>‹#›</a:t>
            </a:fld>
            <a:endParaRPr lang="en-US"/>
          </a:p>
        </p:txBody>
      </p:sp>
    </p:spTree>
    <p:extLst>
      <p:ext uri="{BB962C8B-B14F-4D97-AF65-F5344CB8AC3E}">
        <p14:creationId xmlns:p14="http://schemas.microsoft.com/office/powerpoint/2010/main" val="39167821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1DEDE5F5-1C57-47D5-852C-555C0AFFE31C}" type="datetime1">
              <a:rPr lang="en-US" smtClean="0"/>
              <a:t>2/9/2026</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7C6AF9B5-D6E4-DD42-9360-80893143945D}" type="slidenum">
              <a:rPr lang="en-US"/>
              <a:pPr>
                <a:defRPr/>
              </a:pPr>
              <a:t>‹#›</a:t>
            </a:fld>
            <a:endParaRPr lang="en-US"/>
          </a:p>
        </p:txBody>
      </p:sp>
    </p:spTree>
    <p:extLst>
      <p:ext uri="{BB962C8B-B14F-4D97-AF65-F5344CB8AC3E}">
        <p14:creationId xmlns:p14="http://schemas.microsoft.com/office/powerpoint/2010/main" val="26943681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23EA1D04-25F2-4213-979E-6BF08363A9FC}" type="datetime1">
              <a:rPr lang="en-US" smtClean="0"/>
              <a:t>2/9/2026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F6CCEB52-F4EC-F746-83D7-E3FE51B4A016}" type="slidenum">
              <a:rPr lang="en-US"/>
              <a:pPr>
                <a:defRPr/>
              </a:pPr>
              <a:t>‹#›</a:t>
            </a:fld>
            <a:endParaRPr lang="en-US"/>
          </a:p>
        </p:txBody>
      </p:sp>
    </p:spTree>
    <p:extLst>
      <p:ext uri="{BB962C8B-B14F-4D97-AF65-F5344CB8AC3E}">
        <p14:creationId xmlns:p14="http://schemas.microsoft.com/office/powerpoint/2010/main" val="31861553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AE6F2C86-7BFE-466F-80DB-F7397FFB5C35}" type="datetime1">
              <a:rPr lang="en-US" smtClean="0"/>
              <a:t>2/9/2026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19EA789-1832-954F-943E-958C915F8455}" type="slidenum">
              <a:rPr lang="en-US"/>
              <a:pPr>
                <a:defRPr/>
              </a:pPr>
              <a:t>‹#›</a:t>
            </a:fld>
            <a:endParaRPr lang="en-US"/>
          </a:p>
        </p:txBody>
      </p:sp>
    </p:spTree>
    <p:extLst>
      <p:ext uri="{BB962C8B-B14F-4D97-AF65-F5344CB8AC3E}">
        <p14:creationId xmlns:p14="http://schemas.microsoft.com/office/powerpoint/2010/main" val="32160238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8ED52624-D27F-4068-A9A7-8BF922128060}" type="datetime1">
              <a:rPr lang="en-US" smtClean="0"/>
              <a:t>2/9/2026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57250E-25D6-4747-832C-D993B004815D}" type="slidenum">
              <a:rPr lang="en-US"/>
              <a:pPr>
                <a:defRPr/>
              </a:pPr>
              <a:t>‹#›</a:t>
            </a:fld>
            <a:endParaRPr lang="en-US"/>
          </a:p>
        </p:txBody>
      </p:sp>
    </p:spTree>
    <p:extLst>
      <p:ext uri="{BB962C8B-B14F-4D97-AF65-F5344CB8AC3E}">
        <p14:creationId xmlns:p14="http://schemas.microsoft.com/office/powerpoint/2010/main" val="22052441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0850" y="304800"/>
            <a:ext cx="219075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304800"/>
            <a:ext cx="641985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A4293FD7-5D95-4EB5-9D95-C3616D7FED50}" type="datetime1">
              <a:rPr lang="en-US" smtClean="0"/>
              <a:t>2/9/2026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2E7CE9-E929-6C4E-9651-8733B1382B8F}" type="slidenum">
              <a:rPr lang="en-US"/>
              <a:pPr>
                <a:defRPr/>
              </a:pPr>
              <a:t>‹#›</a:t>
            </a:fld>
            <a:endParaRPr lang="en-US"/>
          </a:p>
        </p:txBody>
      </p:sp>
    </p:spTree>
    <p:extLst>
      <p:ext uri="{BB962C8B-B14F-4D97-AF65-F5344CB8AC3E}">
        <p14:creationId xmlns:p14="http://schemas.microsoft.com/office/powerpoint/2010/main" val="18739602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2" name="Slide Number Placeholder 7"/>
          <p:cNvSpPr>
            <a:spLocks noGrp="1"/>
          </p:cNvSpPr>
          <p:nvPr>
            <p:ph type="sldNum" sz="quarter" idx="10"/>
          </p:nvPr>
        </p:nvSpPr>
        <p:spPr/>
        <p:txBody>
          <a:bodyPr/>
          <a:lstStyle>
            <a:lvl1pPr>
              <a:defRPr/>
            </a:lvl1pPr>
          </a:lstStyle>
          <a:p>
            <a:pPr>
              <a:defRPr/>
            </a:pPr>
            <a:fld id="{97D32DAC-1C69-402C-AC50-7D9759DFBFB6}" type="slidenum">
              <a:rPr lang="en-GB"/>
              <a:pPr>
                <a:defRPr/>
              </a:pPr>
              <a:t>‹#›</a:t>
            </a:fld>
            <a:endParaRPr lang="en-GB" dirty="0"/>
          </a:p>
        </p:txBody>
      </p:sp>
    </p:spTree>
    <p:extLst>
      <p:ext uri="{BB962C8B-B14F-4D97-AF65-F5344CB8AC3E}">
        <p14:creationId xmlns:p14="http://schemas.microsoft.com/office/powerpoint/2010/main" val="314981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CFIN Blue.jpg"/>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Rectangle 2"/>
          <p:cNvSpPr>
            <a:spLocks noGrp="1" noChangeArrowheads="1"/>
          </p:cNvSpPr>
          <p:nvPr>
            <p:ph type="title"/>
          </p:nvPr>
        </p:nvSpPr>
        <p:spPr bwMode="auto">
          <a:xfrm>
            <a:off x="228600" y="304800"/>
            <a:ext cx="87630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6764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a:lvl1pPr>
          </a:lstStyle>
          <a:p>
            <a:pPr>
              <a:defRPr/>
            </a:pPr>
            <a:endParaRPr lang="en-US" dirty="0"/>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ea typeface="ＭＳ Ｐゴシック" pitchFamily="1" charset="-128"/>
                <a:cs typeface="+mn-cs"/>
              </a:defRPr>
            </a:lvl1pPr>
          </a:lstStyle>
          <a:p>
            <a:pPr>
              <a:defRPr/>
            </a:pPr>
            <a:endParaRPr lang="en-US"/>
          </a:p>
        </p:txBody>
      </p:sp>
      <p:sp>
        <p:nvSpPr>
          <p:cNvPr id="1030" name="Rectangle 6"/>
          <p:cNvSpPr>
            <a:spLocks noGrp="1" noChangeArrowheads="1"/>
          </p:cNvSpPr>
          <p:nvPr>
            <p:ph type="sldNum" sz="quarter" idx="4"/>
          </p:nvPr>
        </p:nvSpPr>
        <p:spPr bwMode="auto">
          <a:xfrm>
            <a:off x="7162800" y="64770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a:solidFill>
                  <a:schemeClr val="bg1"/>
                </a:solidFill>
              </a:defRPr>
            </a:lvl1pPr>
          </a:lstStyle>
          <a:p>
            <a:pPr>
              <a:defRPr/>
            </a:pPr>
            <a:fld id="{646C6F65-9470-3143-AA4D-A7FCF6DFB4B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3" r:id="rId12"/>
  </p:sldLayoutIdLst>
  <p:hf hdr="0" ftr="0" dt="0"/>
  <p:txStyles>
    <p:titleStyle>
      <a:lvl1pPr algn="l" rtl="0" eaLnBrk="0" fontAlgn="base" hangingPunct="0">
        <a:spcBef>
          <a:spcPct val="0"/>
        </a:spcBef>
        <a:spcAft>
          <a:spcPct val="0"/>
        </a:spcAft>
        <a:defRPr sz="4000">
          <a:solidFill>
            <a:schemeClr val="tx1"/>
          </a:solidFill>
          <a:latin typeface="+mj-lt"/>
          <a:ea typeface="+mj-ea"/>
          <a:cs typeface="ＭＳ Ｐゴシック" charset="-128"/>
        </a:defRPr>
      </a:lvl1pPr>
      <a:lvl2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2pPr>
      <a:lvl3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3pPr>
      <a:lvl4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4pPr>
      <a:lvl5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5pPr>
      <a:lvl6pPr marL="457200" algn="l" rtl="0" fontAlgn="base">
        <a:spcBef>
          <a:spcPct val="0"/>
        </a:spcBef>
        <a:spcAft>
          <a:spcPct val="0"/>
        </a:spcAft>
        <a:defRPr sz="4000">
          <a:solidFill>
            <a:schemeClr val="tx1"/>
          </a:solidFill>
          <a:latin typeface="Tahoma" pitchFamily="1" charset="0"/>
          <a:ea typeface="ＭＳ Ｐゴシック" pitchFamily="1" charset="-128"/>
        </a:defRPr>
      </a:lvl6pPr>
      <a:lvl7pPr marL="914400" algn="l" rtl="0" fontAlgn="base">
        <a:spcBef>
          <a:spcPct val="0"/>
        </a:spcBef>
        <a:spcAft>
          <a:spcPct val="0"/>
        </a:spcAft>
        <a:defRPr sz="4000">
          <a:solidFill>
            <a:schemeClr val="tx1"/>
          </a:solidFill>
          <a:latin typeface="Tahoma" pitchFamily="1" charset="0"/>
          <a:ea typeface="ＭＳ Ｐゴシック" pitchFamily="1" charset="-128"/>
        </a:defRPr>
      </a:lvl7pPr>
      <a:lvl8pPr marL="1371600" algn="l" rtl="0" fontAlgn="base">
        <a:spcBef>
          <a:spcPct val="0"/>
        </a:spcBef>
        <a:spcAft>
          <a:spcPct val="0"/>
        </a:spcAft>
        <a:defRPr sz="4000">
          <a:solidFill>
            <a:schemeClr val="tx1"/>
          </a:solidFill>
          <a:latin typeface="Tahoma" pitchFamily="1" charset="0"/>
          <a:ea typeface="ＭＳ Ｐゴシック" pitchFamily="1" charset="-128"/>
        </a:defRPr>
      </a:lvl8pPr>
      <a:lvl9pPr marL="1828800" algn="l" rtl="0" fontAlgn="base">
        <a:spcBef>
          <a:spcPct val="0"/>
        </a:spcBef>
        <a:spcAft>
          <a:spcPct val="0"/>
        </a:spcAft>
        <a:defRPr sz="4000">
          <a:solidFill>
            <a:schemeClr val="tx1"/>
          </a:solidFill>
          <a:latin typeface="Tahoma" pitchFamily="1" charset="0"/>
          <a:ea typeface="ＭＳ Ｐゴシック" pitchFamily="1" charset="-128"/>
        </a:defRPr>
      </a:lvl9pPr>
    </p:titleStyle>
    <p:body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32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CFIN Blue.jpg"/>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0" y="0"/>
            <a:ext cx="9139943" cy="6858000"/>
          </a:xfrm>
          <a:prstGeom prst="rect">
            <a:avLst/>
          </a:prstGeom>
        </p:spPr>
      </p:pic>
      <p:sp>
        <p:nvSpPr>
          <p:cNvPr id="2" name="Rectangle 2"/>
          <p:cNvSpPr>
            <a:spLocks noGrp="1" noChangeArrowheads="1"/>
          </p:cNvSpPr>
          <p:nvPr>
            <p:ph type="title"/>
          </p:nvPr>
        </p:nvSpPr>
        <p:spPr bwMode="auto">
          <a:xfrm>
            <a:off x="228600" y="304800"/>
            <a:ext cx="87630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6764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400"/>
            </a:lvl1pPr>
          </a:lstStyle>
          <a:p>
            <a:pPr>
              <a:defRPr/>
            </a:pPr>
            <a:fld id="{CA1720AD-FDE0-49DA-9374-2B2FC9527FE1}" type="datetime1">
              <a:rPr lang="en-US" smtClean="0"/>
              <a:t>2/9/2026</a:t>
            </a:fld>
            <a:endParaRPr lang="en-US" dirty="0"/>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a:defRPr sz="1400">
                <a:ea typeface="ＭＳ Ｐゴシック" pitchFamily="1" charset="-128"/>
                <a:cs typeface="+mn-cs"/>
              </a:defRPr>
            </a:lvl1pPr>
          </a:lstStyle>
          <a:p>
            <a:pPr>
              <a:defRPr/>
            </a:pPr>
            <a:endParaRPr lang="en-US"/>
          </a:p>
        </p:txBody>
      </p:sp>
      <p:sp>
        <p:nvSpPr>
          <p:cNvPr id="1030" name="Rectangle 6"/>
          <p:cNvSpPr>
            <a:spLocks noGrp="1" noChangeArrowheads="1"/>
          </p:cNvSpPr>
          <p:nvPr>
            <p:ph type="sldNum" sz="quarter" idx="4"/>
          </p:nvPr>
        </p:nvSpPr>
        <p:spPr bwMode="auto">
          <a:xfrm>
            <a:off x="7162800" y="64770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400">
                <a:solidFill>
                  <a:schemeClr val="bg1"/>
                </a:solidFill>
              </a:defRPr>
            </a:lvl1pPr>
          </a:lstStyle>
          <a:p>
            <a:pPr>
              <a:defRPr/>
            </a:pPr>
            <a:fld id="{646C6F65-9470-3143-AA4D-A7FCF6DFB4B2}" type="slidenum">
              <a:rPr lang="en-US"/>
              <a:pPr>
                <a:defRPr/>
              </a:pPr>
              <a:t>‹#›</a:t>
            </a:fld>
            <a:endParaRPr lang="en-US"/>
          </a:p>
        </p:txBody>
      </p:sp>
    </p:spTree>
    <p:extLst>
      <p:ext uri="{BB962C8B-B14F-4D97-AF65-F5344CB8AC3E}">
        <p14:creationId xmlns:p14="http://schemas.microsoft.com/office/powerpoint/2010/main" val="532813779"/>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Lst>
  <p:hf hdr="0" ftr="0" dt="0"/>
  <p:txStyles>
    <p:titleStyle>
      <a:lvl1pPr algn="l" rtl="0" eaLnBrk="0" fontAlgn="base" hangingPunct="0">
        <a:spcBef>
          <a:spcPct val="0"/>
        </a:spcBef>
        <a:spcAft>
          <a:spcPct val="0"/>
        </a:spcAft>
        <a:defRPr sz="4000">
          <a:solidFill>
            <a:schemeClr val="tx1"/>
          </a:solidFill>
          <a:latin typeface="+mj-lt"/>
          <a:ea typeface="+mj-ea"/>
          <a:cs typeface="ＭＳ Ｐゴシック" charset="-128"/>
        </a:defRPr>
      </a:lvl1pPr>
      <a:lvl2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2pPr>
      <a:lvl3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3pPr>
      <a:lvl4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4pPr>
      <a:lvl5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5pPr>
      <a:lvl6pPr marL="457200" algn="l" rtl="0" fontAlgn="base">
        <a:spcBef>
          <a:spcPct val="0"/>
        </a:spcBef>
        <a:spcAft>
          <a:spcPct val="0"/>
        </a:spcAft>
        <a:defRPr sz="4000">
          <a:solidFill>
            <a:schemeClr val="tx1"/>
          </a:solidFill>
          <a:latin typeface="Tahoma" pitchFamily="1" charset="0"/>
          <a:ea typeface="ＭＳ Ｐゴシック" pitchFamily="1" charset="-128"/>
        </a:defRPr>
      </a:lvl6pPr>
      <a:lvl7pPr marL="914400" algn="l" rtl="0" fontAlgn="base">
        <a:spcBef>
          <a:spcPct val="0"/>
        </a:spcBef>
        <a:spcAft>
          <a:spcPct val="0"/>
        </a:spcAft>
        <a:defRPr sz="4000">
          <a:solidFill>
            <a:schemeClr val="tx1"/>
          </a:solidFill>
          <a:latin typeface="Tahoma" pitchFamily="1" charset="0"/>
          <a:ea typeface="ＭＳ Ｐゴシック" pitchFamily="1" charset="-128"/>
        </a:defRPr>
      </a:lvl7pPr>
      <a:lvl8pPr marL="1371600" algn="l" rtl="0" fontAlgn="base">
        <a:spcBef>
          <a:spcPct val="0"/>
        </a:spcBef>
        <a:spcAft>
          <a:spcPct val="0"/>
        </a:spcAft>
        <a:defRPr sz="4000">
          <a:solidFill>
            <a:schemeClr val="tx1"/>
          </a:solidFill>
          <a:latin typeface="Tahoma" pitchFamily="1" charset="0"/>
          <a:ea typeface="ＭＳ Ｐゴシック" pitchFamily="1" charset="-128"/>
        </a:defRPr>
      </a:lvl8pPr>
      <a:lvl9pPr marL="1828800" algn="l" rtl="0" fontAlgn="base">
        <a:spcBef>
          <a:spcPct val="0"/>
        </a:spcBef>
        <a:spcAft>
          <a:spcPct val="0"/>
        </a:spcAft>
        <a:defRPr sz="4000">
          <a:solidFill>
            <a:schemeClr val="tx1"/>
          </a:solidFill>
          <a:latin typeface="Tahoma" pitchFamily="1" charset="0"/>
          <a:ea typeface="ＭＳ Ｐゴシック" pitchFamily="1" charset="-128"/>
        </a:defRPr>
      </a:lvl9pPr>
    </p:titleStyle>
    <p:body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32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hyperlink" Target="https://thespargroup.com/wp-content/uploads/2025/12/FY25-Integrated-Annual-Report.pdf" TargetMode="Externa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8.xml"/><Relationship Id="rId7" Type="http://schemas.openxmlformats.org/officeDocument/2006/relationships/diagramColors" Target="../diagrams/colors1.xml"/><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9.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9.xml"/><Relationship Id="rId7" Type="http://schemas.openxmlformats.org/officeDocument/2006/relationships/diagramColors" Target="../diagrams/colors2.xml"/><Relationship Id="rId2" Type="http://schemas.openxmlformats.org/officeDocument/2006/relationships/slideLayout" Target="../slideLayouts/slideLayout2.xml"/><Relationship Id="rId1" Type="http://schemas.openxmlformats.org/officeDocument/2006/relationships/tags" Target="../tags/tag8.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hyperlink" Target="https://thespargroup.com/pdf/SPAR_Group_FY25_AFS.pdf" TargetMode="Externa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9.xml"/><Relationship Id="rId5" Type="http://schemas.openxmlformats.org/officeDocument/2006/relationships/hyperlink" Target="https://thespargroup.com/pdf/SPAR_Group_FY25_AFS.pdf" TargetMode="External"/><Relationship Id="rId4" Type="http://schemas.openxmlformats.org/officeDocument/2006/relationships/image" Target="../media/image4.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20.xml"/><Relationship Id="rId4" Type="http://schemas.openxmlformats.org/officeDocument/2006/relationships/hyperlink" Target="https://thespargroup.com/pdf/SPAR_Group_FY25_AFS.pdf" TargetMode="Externa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2.xml"/><Relationship Id="rId4" Type="http://schemas.openxmlformats.org/officeDocument/2006/relationships/hyperlink" Target="https://pepkor.co.za/wp-content/uploads/Pepkor-annual-financial-statements-2024.pdf" TargetMode="Externa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24.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2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8" name="Rectangle 3"/>
          <p:cNvSpPr>
            <a:spLocks noChangeArrowheads="1"/>
          </p:cNvSpPr>
          <p:nvPr/>
        </p:nvSpPr>
        <p:spPr bwMode="auto">
          <a:xfrm>
            <a:off x="5334000" y="2514600"/>
            <a:ext cx="3238583" cy="1567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0" tIns="44446" rIns="90480" bIns="44446">
            <a:spAutoFit/>
          </a:bodyPr>
          <a:lstStyle/>
          <a:p>
            <a:pPr lvl="0" algn="ctr" defTabSz="912813" eaLnBrk="1" hangingPunct="1">
              <a:spcBef>
                <a:spcPct val="50000"/>
              </a:spcBef>
              <a:defRPr/>
            </a:pPr>
            <a:r>
              <a:rPr lang="en-ZA" sz="3200" b="1" dirty="0">
                <a:solidFill>
                  <a:srgbClr val="28287A"/>
                </a:solidFill>
                <a:latin typeface="Tahoma" panose="020B0604030504040204" pitchFamily="34" charset="0"/>
                <a:ea typeface="Tahoma" panose="020B0604030504040204" pitchFamily="34" charset="0"/>
                <a:cs typeface="Tahoma" panose="020B0604030504040204" pitchFamily="34" charset="0"/>
              </a:rPr>
              <a:t>Understanding financial statements</a:t>
            </a:r>
            <a:endParaRPr lang="en-GB" sz="3200" b="1" dirty="0">
              <a:solidFill>
                <a:srgbClr val="28287A"/>
              </a:solidFill>
              <a:latin typeface="Tahoma" panose="020B0604030504040204" pitchFamily="34" charset="0"/>
              <a:ea typeface="Tahoma" panose="020B0604030504040204" pitchFamily="34" charset="0"/>
              <a:cs typeface="Tahoma" panose="020B0604030504040204" pitchFamily="34" charset="0"/>
            </a:endParaRPr>
          </a:p>
        </p:txBody>
      </p:sp>
      <p:sp>
        <p:nvSpPr>
          <p:cNvPr id="4099" name="Rectangle 4"/>
          <p:cNvSpPr>
            <a:spLocks noChangeArrowheads="1"/>
          </p:cNvSpPr>
          <p:nvPr/>
        </p:nvSpPr>
        <p:spPr bwMode="auto">
          <a:xfrm>
            <a:off x="4339457" y="101304"/>
            <a:ext cx="5113283" cy="1132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0" tIns="44446" rIns="90480" bIns="44446" anchor="ctr"/>
          <a:lstStyle/>
          <a:p>
            <a:pPr marL="0" marR="0" lvl="0" indent="0" algn="ctr" defTabSz="912813" rtl="0" eaLnBrk="1" fontAlgn="base" latinLnBrk="0" hangingPunct="1">
              <a:lnSpc>
                <a:spcPct val="100000"/>
              </a:lnSpc>
              <a:spcBef>
                <a:spcPct val="0"/>
              </a:spcBef>
              <a:spcAft>
                <a:spcPct val="0"/>
              </a:spcAft>
              <a:buClrTx/>
              <a:buSzTx/>
              <a:buFontTx/>
              <a:buNone/>
              <a:tabLst/>
              <a:defRPr/>
            </a:pPr>
            <a:r>
              <a:rPr kumimoji="0" lang="en-GB" sz="4000" b="1" i="0" u="none" strike="noStrike" kern="1200" cap="none" spc="0" normalizeH="0" baseline="0" noProof="0" dirty="0">
                <a:ln>
                  <a:noFill/>
                </a:ln>
                <a:solidFill>
                  <a:srgbClr val="28287A"/>
                </a:solidFill>
                <a:effectLst/>
                <a:uLnTx/>
                <a:uFillTx/>
                <a:latin typeface="+mn-lt"/>
                <a:ea typeface="+mn-ea"/>
                <a:cs typeface="Arial" charset="0"/>
              </a:rPr>
              <a:t>Chapter 3</a:t>
            </a:r>
          </a:p>
        </p:txBody>
      </p:sp>
      <p:sp>
        <p:nvSpPr>
          <p:cNvPr id="4101" name="Rectangle 6"/>
          <p:cNvSpPr>
            <a:spLocks noChangeArrowheads="1"/>
          </p:cNvSpPr>
          <p:nvPr/>
        </p:nvSpPr>
        <p:spPr bwMode="auto">
          <a:xfrm>
            <a:off x="4742050" y="5387788"/>
            <a:ext cx="4424362" cy="1013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0" tIns="44446" rIns="90480" bIns="44446">
            <a:spAutoFit/>
          </a:bodyPr>
          <a:lstStyle/>
          <a:p>
            <a:pPr lvl="0" algn="ctr" defTabSz="912813" eaLnBrk="1" hangingPunct="1"/>
            <a:r>
              <a:rPr lang="en-GB" sz="2000" b="1" dirty="0">
                <a:solidFill>
                  <a:srgbClr val="28287A"/>
                </a:solidFill>
                <a:latin typeface="+mn-lt"/>
                <a:ea typeface="+mn-ea"/>
                <a:cs typeface="Arial" charset="0"/>
              </a:rPr>
              <a:t>Slides by Prof C Rootman, Dr S Watson, Ms E Kobese </a:t>
            </a:r>
          </a:p>
          <a:p>
            <a:pPr lvl="0" algn="ctr" defTabSz="912813" eaLnBrk="1" hangingPunct="1"/>
            <a:r>
              <a:rPr lang="en-GB" sz="2000" b="1" dirty="0">
                <a:solidFill>
                  <a:srgbClr val="28287A"/>
                </a:solidFill>
                <a:latin typeface="+mn-lt"/>
                <a:ea typeface="+mn-ea"/>
                <a:cs typeface="Arial" charset="0"/>
              </a:rPr>
              <a:t>&amp; Ms N Maliwa</a:t>
            </a:r>
            <a:endParaRPr kumimoji="0" lang="en-GB" sz="2000" b="1" i="0" u="none" strike="noStrike" kern="1200" cap="none" spc="0" normalizeH="0" baseline="0" noProof="0" dirty="0">
              <a:ln>
                <a:noFill/>
              </a:ln>
              <a:solidFill>
                <a:srgbClr val="28287A"/>
              </a:solidFill>
              <a:effectLst/>
              <a:uLnTx/>
              <a:uFillTx/>
              <a:latin typeface="+mn-lt"/>
              <a:ea typeface="+mn-ea"/>
              <a:cs typeface="Arial" charset="0"/>
            </a:endParaRPr>
          </a:p>
        </p:txBody>
      </p:sp>
    </p:spTree>
    <p:extLst>
      <p:ext uri="{BB962C8B-B14F-4D97-AF65-F5344CB8AC3E}">
        <p14:creationId xmlns:p14="http://schemas.microsoft.com/office/powerpoint/2010/main" val="10671340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9399" name="Rectangle 1031"/>
          <p:cNvSpPr>
            <a:spLocks noGrp="1" noChangeArrowheads="1"/>
          </p:cNvSpPr>
          <p:nvPr>
            <p:ph type="title"/>
          </p:nvPr>
        </p:nvSpPr>
        <p:spPr>
          <a:xfrm>
            <a:off x="190500" y="76200"/>
            <a:ext cx="8763000" cy="685800"/>
          </a:xfrm>
        </p:spPr>
        <p:txBody>
          <a:bodyPr/>
          <a:lstStyle/>
          <a:p>
            <a:r>
              <a:rPr lang="en-US" i="1" dirty="0">
                <a:latin typeface="Tahoma" panose="020B0604030504040204" pitchFamily="34" charset="0"/>
                <a:ea typeface="Tahoma" panose="020B0604030504040204" pitchFamily="34" charset="0"/>
                <a:cs typeface="Tahoma" panose="020B0604030504040204" pitchFamily="34" charset="0"/>
              </a:rPr>
              <a:t>Learning outcomes: Chapter 3</a:t>
            </a:r>
            <a:endParaRPr lang="en-US" sz="2800" dirty="0">
              <a:solidFill>
                <a:schemeClr val="tx2"/>
              </a:solidFill>
              <a:latin typeface="+mn-lt"/>
            </a:endParaRPr>
          </a:p>
        </p:txBody>
      </p:sp>
      <p:sp>
        <p:nvSpPr>
          <p:cNvPr id="59400" name="Rectangle 1032"/>
          <p:cNvSpPr>
            <a:spLocks noGrp="1" noChangeArrowheads="1"/>
          </p:cNvSpPr>
          <p:nvPr>
            <p:ph idx="1"/>
          </p:nvPr>
        </p:nvSpPr>
        <p:spPr>
          <a:xfrm>
            <a:off x="217394" y="914400"/>
            <a:ext cx="8762999" cy="5791200"/>
          </a:xfrm>
        </p:spPr>
        <p:txBody>
          <a:bodyPr/>
          <a:lstStyle/>
          <a:p>
            <a:pPr marL="342900" lvl="0" indent="-342900" algn="just">
              <a:buFont typeface="Symbol" panose="05050102010706020507" pitchFamily="18" charset="2"/>
              <a:buChar char=""/>
            </a:pPr>
            <a:r>
              <a:rPr lang="en-ZA" sz="2400" dirty="0"/>
              <a:t>identify the users of financial statements</a:t>
            </a:r>
          </a:p>
          <a:p>
            <a:pPr marL="342900" lvl="0" indent="-342900" algn="just">
              <a:buFont typeface="Symbol" panose="05050102010706020507" pitchFamily="18" charset="2"/>
              <a:buChar char=""/>
            </a:pPr>
            <a:r>
              <a:rPr lang="en-ZA" sz="2400" dirty="0"/>
              <a:t>briefly describe the International Financial Reporting Standards</a:t>
            </a:r>
          </a:p>
          <a:p>
            <a:pPr marL="342900" lvl="0" indent="-342900" algn="just">
              <a:buFont typeface="Symbol" panose="05050102010706020507" pitchFamily="18" charset="2"/>
              <a:buChar char=""/>
            </a:pPr>
            <a:r>
              <a:rPr lang="en-ZA" sz="2400" dirty="0"/>
              <a:t>explain how the types of accounts may be classified</a:t>
            </a:r>
          </a:p>
          <a:p>
            <a:pPr marL="342900" lvl="0" indent="-342900" algn="just">
              <a:buFont typeface="Symbol" panose="05050102010706020507" pitchFamily="18" charset="2"/>
              <a:buChar char=""/>
            </a:pPr>
            <a:r>
              <a:rPr lang="en-ZA" sz="2400" dirty="0"/>
              <a:t>record changes in the financial position</a:t>
            </a:r>
          </a:p>
          <a:p>
            <a:pPr marL="342900" lvl="0" indent="-342900" algn="just">
              <a:buFont typeface="Symbol" panose="05050102010706020507" pitchFamily="18" charset="2"/>
              <a:buChar char=""/>
            </a:pPr>
            <a:r>
              <a:rPr lang="en-ZA" sz="2400" dirty="0"/>
              <a:t>summarise financial information in the financial statements</a:t>
            </a:r>
          </a:p>
          <a:p>
            <a:pPr marL="342900" lvl="0" indent="-342900" algn="just">
              <a:buFont typeface="Symbol" panose="05050102010706020507" pitchFamily="18" charset="2"/>
              <a:buChar char=""/>
            </a:pPr>
            <a:r>
              <a:rPr lang="en-ZA" sz="2400" dirty="0"/>
              <a:t>interpret the auditors’ report and the directors’ report.</a:t>
            </a:r>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a:t>
            </a:fld>
            <a:endParaRPr lang="en-US">
              <a:solidFill>
                <a:schemeClr val="tx1"/>
              </a:solidFill>
            </a:endParaRPr>
          </a:p>
        </p:txBody>
      </p:sp>
    </p:spTree>
    <p:extLst>
      <p:ext uri="{BB962C8B-B14F-4D97-AF65-F5344CB8AC3E}">
        <p14:creationId xmlns:p14="http://schemas.microsoft.com/office/powerpoint/2010/main" val="327236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763000" cy="1143000"/>
          </a:xfrm>
        </p:spPr>
        <p:txBody>
          <a:bodyPr/>
          <a:lstStyle/>
          <a:p>
            <a:r>
              <a:rPr lang="en-US" dirty="0">
                <a:solidFill>
                  <a:schemeClr val="tx2"/>
                </a:solidFill>
              </a:rPr>
              <a:t>Introduction</a:t>
            </a:r>
          </a:p>
        </p:txBody>
      </p:sp>
      <p:sp>
        <p:nvSpPr>
          <p:cNvPr id="9221" name="Rectangle 5"/>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400" dirty="0">
                <a:latin typeface="+mj-lt"/>
              </a:rPr>
              <a:t>Fair representation of firm’s financial performance and position</a:t>
            </a:r>
          </a:p>
          <a:p>
            <a:pPr>
              <a:lnSpc>
                <a:spcPct val="105000"/>
              </a:lnSpc>
              <a:buSzPct val="100000"/>
              <a:buFont typeface="Arial" panose="020B0604020202020204" pitchFamily="34" charset="0"/>
              <a:buChar char="•"/>
            </a:pPr>
            <a:r>
              <a:rPr lang="en-US" sz="2400" dirty="0">
                <a:latin typeface="+mj-lt"/>
              </a:rPr>
              <a:t>Public companies – annual shareholders’ report </a:t>
            </a:r>
          </a:p>
          <a:p>
            <a:pPr marL="714375" lvl="1" indent="-354013">
              <a:lnSpc>
                <a:spcPct val="100000"/>
              </a:lnSpc>
              <a:spcBef>
                <a:spcPts val="0"/>
              </a:spcBef>
              <a:buClr>
                <a:srgbClr val="1F497D"/>
              </a:buClr>
              <a:buSzPct val="100000"/>
              <a:buFont typeface="Wingdings" panose="05000000000000000000" pitchFamily="2" charset="2"/>
              <a:buChar char="§"/>
              <a:defRPr/>
            </a:pPr>
            <a:r>
              <a:rPr lang="en-US" sz="2400" dirty="0">
                <a:solidFill>
                  <a:prstClr val="black"/>
                </a:solidFill>
                <a:ea typeface="ＭＳ Ｐゴシック"/>
              </a:rPr>
              <a:t>Letter to shareholders (chairperson of </a:t>
            </a:r>
            <a:r>
              <a:rPr lang="en-US" sz="2400" dirty="0" err="1">
                <a:solidFill>
                  <a:prstClr val="black"/>
                </a:solidFill>
                <a:ea typeface="ＭＳ Ｐゴシック"/>
              </a:rPr>
              <a:t>BoD</a:t>
            </a:r>
            <a:r>
              <a:rPr lang="en-US" sz="2400" dirty="0">
                <a:solidFill>
                  <a:prstClr val="black"/>
                </a:solidFill>
                <a:ea typeface="ＭＳ Ｐゴシック"/>
              </a:rPr>
              <a:t>)</a:t>
            </a:r>
          </a:p>
          <a:p>
            <a:pPr marL="714375" lvl="1" indent="-354013">
              <a:lnSpc>
                <a:spcPct val="100000"/>
              </a:lnSpc>
              <a:spcBef>
                <a:spcPts val="0"/>
              </a:spcBef>
              <a:buClr>
                <a:srgbClr val="1F497D"/>
              </a:buClr>
              <a:buSzPct val="100000"/>
              <a:buFont typeface="Wingdings" panose="05000000000000000000" pitchFamily="2" charset="2"/>
              <a:buChar char="§"/>
              <a:defRPr/>
            </a:pPr>
            <a:r>
              <a:rPr lang="en-US" sz="2400" dirty="0">
                <a:solidFill>
                  <a:prstClr val="black"/>
                </a:solidFill>
                <a:ea typeface="ＭＳ Ｐゴシック"/>
              </a:rPr>
              <a:t>Summary of values of firm</a:t>
            </a:r>
          </a:p>
          <a:p>
            <a:pPr marL="714375" lvl="1" indent="-354013">
              <a:lnSpc>
                <a:spcPct val="100000"/>
              </a:lnSpc>
              <a:spcBef>
                <a:spcPts val="0"/>
              </a:spcBef>
              <a:buClr>
                <a:srgbClr val="1F497D"/>
              </a:buClr>
              <a:buSzPct val="100000"/>
              <a:buFont typeface="Wingdings" panose="05000000000000000000" pitchFamily="2" charset="2"/>
              <a:buChar char="§"/>
              <a:defRPr/>
            </a:pPr>
            <a:r>
              <a:rPr lang="en-US" sz="2400" dirty="0">
                <a:solidFill>
                  <a:prstClr val="black"/>
                </a:solidFill>
                <a:ea typeface="ＭＳ Ｐゴシック"/>
              </a:rPr>
              <a:t>Mission statement</a:t>
            </a:r>
          </a:p>
          <a:p>
            <a:pPr marL="714375" lvl="1" indent="-354013">
              <a:lnSpc>
                <a:spcPct val="100000"/>
              </a:lnSpc>
              <a:spcBef>
                <a:spcPts val="0"/>
              </a:spcBef>
              <a:buClr>
                <a:srgbClr val="1F497D"/>
              </a:buClr>
              <a:buSzPct val="100000"/>
              <a:buFont typeface="Wingdings" panose="05000000000000000000" pitchFamily="2" charset="2"/>
              <a:buChar char="§"/>
              <a:defRPr/>
            </a:pPr>
            <a:r>
              <a:rPr lang="en-US" sz="2400" dirty="0">
                <a:solidFill>
                  <a:prstClr val="black"/>
                </a:solidFill>
                <a:ea typeface="ＭＳ Ｐゴシック"/>
              </a:rPr>
              <a:t>Overview of performance – economic, environmental and social conditions</a:t>
            </a:r>
          </a:p>
          <a:p>
            <a:pPr marL="714375" lvl="1" indent="-354013">
              <a:lnSpc>
                <a:spcPct val="100000"/>
              </a:lnSpc>
              <a:spcBef>
                <a:spcPts val="0"/>
              </a:spcBef>
              <a:buClr>
                <a:srgbClr val="1F497D"/>
              </a:buClr>
              <a:buSzPct val="100000"/>
              <a:buFont typeface="Wingdings" panose="05000000000000000000" pitchFamily="2" charset="2"/>
              <a:buChar char="§"/>
              <a:defRPr/>
            </a:pPr>
            <a:r>
              <a:rPr lang="en-US" sz="2400" dirty="0">
                <a:solidFill>
                  <a:prstClr val="black"/>
                </a:solidFill>
                <a:ea typeface="ＭＳ Ｐゴシック"/>
              </a:rPr>
              <a:t>Financial </a:t>
            </a:r>
            <a:r>
              <a:rPr lang="en-US" sz="2400" dirty="0">
                <a:solidFill>
                  <a:prstClr val="black"/>
                </a:solidFill>
                <a:latin typeface="+mj-lt"/>
                <a:ea typeface="ＭＳ Ｐゴシック"/>
              </a:rPr>
              <a:t>statements</a:t>
            </a:r>
          </a:p>
          <a:p>
            <a:pPr marL="1074738" lvl="1" indent="-360363">
              <a:lnSpc>
                <a:spcPct val="100000"/>
              </a:lnSpc>
              <a:spcBef>
                <a:spcPts val="0"/>
              </a:spcBef>
              <a:buClr>
                <a:srgbClr val="1F497D"/>
              </a:buClr>
              <a:buSzPct val="100000"/>
              <a:buFont typeface="Wingdings" panose="05000000000000000000" pitchFamily="2" charset="2"/>
              <a:buChar char="§"/>
              <a:defRPr/>
            </a:pPr>
            <a:r>
              <a:rPr lang="en-US" sz="2400" dirty="0">
                <a:solidFill>
                  <a:srgbClr val="C00000"/>
                </a:solidFill>
                <a:ea typeface="ＭＳ Ｐゴシック"/>
              </a:rPr>
              <a:t>Statement of financial performance</a:t>
            </a:r>
          </a:p>
          <a:p>
            <a:pPr marL="1074738" lvl="1" indent="-360363">
              <a:lnSpc>
                <a:spcPct val="100000"/>
              </a:lnSpc>
              <a:spcBef>
                <a:spcPts val="0"/>
              </a:spcBef>
              <a:buClr>
                <a:srgbClr val="1F497D"/>
              </a:buClr>
              <a:buSzPct val="100000"/>
              <a:buFont typeface="Wingdings" panose="05000000000000000000" pitchFamily="2" charset="2"/>
              <a:buChar char="§"/>
              <a:defRPr/>
            </a:pPr>
            <a:r>
              <a:rPr lang="en-US" sz="2400" dirty="0">
                <a:solidFill>
                  <a:srgbClr val="C00000"/>
                </a:solidFill>
                <a:ea typeface="ＭＳ Ｐゴシック"/>
              </a:rPr>
              <a:t>Statement of financial position</a:t>
            </a:r>
          </a:p>
          <a:p>
            <a:pPr marL="1074738" lvl="1" indent="-360363">
              <a:lnSpc>
                <a:spcPct val="100000"/>
              </a:lnSpc>
              <a:spcBef>
                <a:spcPts val="0"/>
              </a:spcBef>
              <a:buClr>
                <a:srgbClr val="1F497D"/>
              </a:buClr>
              <a:buSzPct val="100000"/>
              <a:buFont typeface="Wingdings" panose="05000000000000000000" pitchFamily="2" charset="2"/>
              <a:buChar char="§"/>
              <a:defRPr/>
            </a:pPr>
            <a:r>
              <a:rPr lang="en-US" sz="2400" dirty="0">
                <a:solidFill>
                  <a:prstClr val="black"/>
                </a:solidFill>
                <a:ea typeface="ＭＳ Ｐゴシック"/>
              </a:rPr>
              <a:t>Statement of retained earnings</a:t>
            </a:r>
          </a:p>
          <a:p>
            <a:pPr marL="1074738" lvl="1" indent="-360363">
              <a:lnSpc>
                <a:spcPct val="100000"/>
              </a:lnSpc>
              <a:spcBef>
                <a:spcPts val="0"/>
              </a:spcBef>
              <a:buClr>
                <a:srgbClr val="1F497D"/>
              </a:buClr>
              <a:buSzPct val="100000"/>
              <a:buFont typeface="Wingdings" panose="05000000000000000000" pitchFamily="2" charset="2"/>
              <a:buChar char="§"/>
              <a:defRPr/>
            </a:pPr>
            <a:r>
              <a:rPr lang="en-US" sz="2400" dirty="0">
                <a:solidFill>
                  <a:prstClr val="black"/>
                </a:solidFill>
                <a:ea typeface="ＭＳ Ｐゴシック"/>
              </a:rPr>
              <a:t>Cash flow statement</a:t>
            </a:r>
          </a:p>
        </p:txBody>
      </p:sp>
      <p:sp>
        <p:nvSpPr>
          <p:cNvPr id="3" name="Slide Number Placeholder 2"/>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3</a:t>
            </a:fld>
            <a:endParaRPr lang="en-US">
              <a:solidFill>
                <a:schemeClr val="tx1"/>
              </a:solidFill>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7E40687-BFE8-54E7-DDDC-ACCA77E91FDB}"/>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A9DA4652-4A70-C93B-A2FA-4EEBF6FE59CC}"/>
              </a:ext>
            </a:extLst>
          </p:cNvPr>
          <p:cNvSpPr>
            <a:spLocks noGrp="1" noChangeArrowheads="1"/>
          </p:cNvSpPr>
          <p:nvPr>
            <p:ph type="title"/>
          </p:nvPr>
        </p:nvSpPr>
        <p:spPr>
          <a:xfrm>
            <a:off x="228600" y="10510"/>
            <a:ext cx="8763000" cy="1143000"/>
          </a:xfrm>
        </p:spPr>
        <p:txBody>
          <a:bodyPr/>
          <a:lstStyle/>
          <a:p>
            <a:r>
              <a:rPr lang="en-US" dirty="0">
                <a:solidFill>
                  <a:schemeClr val="tx2"/>
                </a:solidFill>
              </a:rPr>
              <a:t>Introduction (cont.)</a:t>
            </a:r>
          </a:p>
        </p:txBody>
      </p:sp>
      <p:sp>
        <p:nvSpPr>
          <p:cNvPr id="9221" name="Rectangle 5">
            <a:extLst>
              <a:ext uri="{FF2B5EF4-FFF2-40B4-BE49-F238E27FC236}">
                <a16:creationId xmlns:a16="http://schemas.microsoft.com/office/drawing/2014/main" id="{26CBDC2D-0637-9A40-1852-46C1E198913D}"/>
              </a:ext>
            </a:extLst>
          </p:cNvPr>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400" dirty="0">
                <a:latin typeface="+mj-lt"/>
              </a:rPr>
              <a:t>Revenue vs Earnings after tax (EAT)</a:t>
            </a:r>
          </a:p>
          <a:p>
            <a:pPr>
              <a:lnSpc>
                <a:spcPct val="105000"/>
              </a:lnSpc>
              <a:buSzPct val="100000"/>
              <a:buFont typeface="Arial" panose="020B0604020202020204" pitchFamily="34" charset="0"/>
              <a:buChar char="•"/>
            </a:pPr>
            <a:r>
              <a:rPr lang="en-US" sz="2400" dirty="0">
                <a:latin typeface="+mj-lt"/>
              </a:rPr>
              <a:t>Comparative statement</a:t>
            </a:r>
          </a:p>
          <a:p>
            <a:pPr marL="857250" lvl="1" indent="-457200">
              <a:lnSpc>
                <a:spcPct val="100000"/>
              </a:lnSpc>
              <a:spcBef>
                <a:spcPts val="0"/>
              </a:spcBef>
              <a:buClr>
                <a:srgbClr val="1F497D"/>
              </a:buClr>
              <a:buSzPct val="100000"/>
              <a:buFont typeface="Wingdings" panose="05000000000000000000" pitchFamily="2" charset="2"/>
              <a:buChar char="§"/>
              <a:defRPr/>
            </a:pPr>
            <a:r>
              <a:rPr lang="en-US" sz="2400" dirty="0">
                <a:solidFill>
                  <a:prstClr val="black"/>
                </a:solidFill>
                <a:ea typeface="ＭＳ Ｐゴシック"/>
              </a:rPr>
              <a:t>Financial performance – 3 (to 5) years</a:t>
            </a:r>
          </a:p>
          <a:p>
            <a:pPr marL="857250" lvl="1" indent="-457200">
              <a:lnSpc>
                <a:spcPct val="100000"/>
              </a:lnSpc>
              <a:spcBef>
                <a:spcPts val="0"/>
              </a:spcBef>
              <a:buClr>
                <a:srgbClr val="1F497D"/>
              </a:buClr>
              <a:buSzPct val="100000"/>
              <a:buFont typeface="Wingdings" panose="05000000000000000000" pitchFamily="2" charset="2"/>
              <a:buChar char="§"/>
              <a:defRPr/>
            </a:pPr>
            <a:r>
              <a:rPr lang="en-US" sz="2400" dirty="0">
                <a:solidFill>
                  <a:prstClr val="black"/>
                </a:solidFill>
                <a:ea typeface="ＭＳ Ｐゴシック"/>
              </a:rPr>
              <a:t>Financial position – previous year</a:t>
            </a:r>
          </a:p>
          <a:p>
            <a:pPr marL="857250" lvl="1" indent="-457200">
              <a:lnSpc>
                <a:spcPct val="100000"/>
              </a:lnSpc>
              <a:spcBef>
                <a:spcPts val="0"/>
              </a:spcBef>
              <a:buClr>
                <a:srgbClr val="1F497D"/>
              </a:buClr>
              <a:buSzPct val="100000"/>
              <a:buFont typeface="Wingdings" panose="05000000000000000000" pitchFamily="2" charset="2"/>
              <a:buChar char="§"/>
              <a:defRPr/>
            </a:pPr>
            <a:r>
              <a:rPr lang="en-US" sz="2400" dirty="0">
                <a:solidFill>
                  <a:prstClr val="black"/>
                </a:solidFill>
                <a:ea typeface="ＭＳ Ｐゴシック"/>
              </a:rPr>
              <a:t>Notes to statements</a:t>
            </a:r>
          </a:p>
        </p:txBody>
      </p:sp>
      <p:sp>
        <p:nvSpPr>
          <p:cNvPr id="3" name="Slide Number Placeholder 2">
            <a:extLst>
              <a:ext uri="{FF2B5EF4-FFF2-40B4-BE49-F238E27FC236}">
                <a16:creationId xmlns:a16="http://schemas.microsoft.com/office/drawing/2014/main" id="{07259366-BAA3-1640-6A19-C6498098FE9B}"/>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4</a:t>
            </a:fld>
            <a:endParaRPr lang="en-US">
              <a:solidFill>
                <a:schemeClr val="tx1"/>
              </a:solidFill>
            </a:endParaRPr>
          </a:p>
        </p:txBody>
      </p:sp>
      <p:sp>
        <p:nvSpPr>
          <p:cNvPr id="6" name="TextBox 5">
            <a:extLst>
              <a:ext uri="{FF2B5EF4-FFF2-40B4-BE49-F238E27FC236}">
                <a16:creationId xmlns:a16="http://schemas.microsoft.com/office/drawing/2014/main" id="{6CCCA6A3-5C6A-841A-7BE1-5DE8286C76DC}"/>
              </a:ext>
            </a:extLst>
          </p:cNvPr>
          <p:cNvSpPr txBox="1"/>
          <p:nvPr/>
        </p:nvSpPr>
        <p:spPr>
          <a:xfrm>
            <a:off x="1143000" y="4876800"/>
            <a:ext cx="5257800" cy="738664"/>
          </a:xfrm>
          <a:prstGeom prst="rect">
            <a:avLst/>
          </a:prstGeom>
          <a:noFill/>
        </p:spPr>
        <p:txBody>
          <a:bodyPr wrap="square">
            <a:spAutoFit/>
          </a:bodyPr>
          <a:lstStyle/>
          <a:p>
            <a:r>
              <a:rPr lang="en-ZA" sz="1400" dirty="0"/>
              <a:t>Source: </a:t>
            </a:r>
            <a:r>
              <a:rPr lang="en-ZA" sz="1400" dirty="0">
                <a:hlinkClick r:id="rId4"/>
              </a:rPr>
              <a:t>https://thespargroup.com/wp-content/uploads/2025/12/FY25-Integrated-Annual-Report.pdf</a:t>
            </a:r>
            <a:r>
              <a:rPr lang="en-ZA" sz="1400" dirty="0"/>
              <a:t> See p 108 for 5-year review</a:t>
            </a:r>
          </a:p>
        </p:txBody>
      </p:sp>
    </p:spTree>
    <p:custDataLst>
      <p:tags r:id="rId1"/>
    </p:custDataLst>
    <p:extLst>
      <p:ext uri="{BB962C8B-B14F-4D97-AF65-F5344CB8AC3E}">
        <p14:creationId xmlns:p14="http://schemas.microsoft.com/office/powerpoint/2010/main" val="983348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30A32F6-EF27-5CB7-5953-AE8BB450C640}"/>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14B4EC8A-E617-480C-FB78-FA29D2FFD1F5}"/>
              </a:ext>
            </a:extLst>
          </p:cNvPr>
          <p:cNvSpPr>
            <a:spLocks noGrp="1" noChangeArrowheads="1"/>
          </p:cNvSpPr>
          <p:nvPr>
            <p:ph type="title"/>
          </p:nvPr>
        </p:nvSpPr>
        <p:spPr>
          <a:xfrm>
            <a:off x="228600" y="10510"/>
            <a:ext cx="8763000" cy="1143000"/>
          </a:xfrm>
        </p:spPr>
        <p:txBody>
          <a:bodyPr/>
          <a:lstStyle/>
          <a:p>
            <a:r>
              <a:rPr lang="en-US" dirty="0">
                <a:solidFill>
                  <a:schemeClr val="tx2"/>
                </a:solidFill>
              </a:rPr>
              <a:t>Users of financial statements</a:t>
            </a:r>
          </a:p>
        </p:txBody>
      </p:sp>
      <p:sp>
        <p:nvSpPr>
          <p:cNvPr id="9221" name="Rectangle 5">
            <a:extLst>
              <a:ext uri="{FF2B5EF4-FFF2-40B4-BE49-F238E27FC236}">
                <a16:creationId xmlns:a16="http://schemas.microsoft.com/office/drawing/2014/main" id="{BD92C532-F83E-487A-BE7D-0597525DA8EA}"/>
              </a:ext>
            </a:extLst>
          </p:cNvPr>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400" dirty="0">
                <a:latin typeface="+mj-lt"/>
              </a:rPr>
              <a:t>Shareholders – worth of interest in company as shareholders provide equity financing</a:t>
            </a:r>
          </a:p>
          <a:p>
            <a:pPr>
              <a:lnSpc>
                <a:spcPct val="105000"/>
              </a:lnSpc>
              <a:buSzPct val="100000"/>
              <a:buFont typeface="Arial" panose="020B0604020202020204" pitchFamily="34" charset="0"/>
              <a:buChar char="•"/>
            </a:pPr>
            <a:r>
              <a:rPr lang="en-US" sz="2400" dirty="0">
                <a:latin typeface="+mj-lt"/>
              </a:rPr>
              <a:t>Management – plan and control activities to achieve objectives</a:t>
            </a:r>
          </a:p>
          <a:p>
            <a:pPr>
              <a:lnSpc>
                <a:spcPct val="105000"/>
              </a:lnSpc>
              <a:buSzPct val="100000"/>
              <a:buFont typeface="Arial" panose="020B0604020202020204" pitchFamily="34" charset="0"/>
              <a:buChar char="•"/>
            </a:pPr>
            <a:r>
              <a:rPr lang="en-US" sz="2400" dirty="0">
                <a:latin typeface="+mj-lt"/>
              </a:rPr>
              <a:t>Lenders – assess likelihood of repaying funds</a:t>
            </a:r>
          </a:p>
          <a:p>
            <a:pPr>
              <a:lnSpc>
                <a:spcPct val="105000"/>
              </a:lnSpc>
              <a:buSzPct val="100000"/>
              <a:buFont typeface="Arial" panose="020B0604020202020204" pitchFamily="34" charset="0"/>
              <a:buChar char="•"/>
            </a:pPr>
            <a:r>
              <a:rPr lang="en-US" sz="2400" dirty="0" err="1">
                <a:latin typeface="+mj-lt"/>
              </a:rPr>
              <a:t>Labour</a:t>
            </a:r>
            <a:r>
              <a:rPr lang="en-US" sz="2400" dirty="0">
                <a:latin typeface="+mj-lt"/>
              </a:rPr>
              <a:t> unions – wage negotiations</a:t>
            </a:r>
          </a:p>
          <a:p>
            <a:pPr>
              <a:lnSpc>
                <a:spcPct val="105000"/>
              </a:lnSpc>
              <a:buSzPct val="100000"/>
              <a:buFont typeface="Arial" panose="020B0604020202020204" pitchFamily="34" charset="0"/>
              <a:buChar char="•"/>
            </a:pPr>
            <a:r>
              <a:rPr lang="en-US" sz="2400" dirty="0">
                <a:latin typeface="+mj-lt"/>
              </a:rPr>
              <a:t>Investment analysts – share valuation (over-, under- or fairly priced)</a:t>
            </a:r>
          </a:p>
          <a:p>
            <a:pPr>
              <a:lnSpc>
                <a:spcPct val="105000"/>
              </a:lnSpc>
              <a:buSzPct val="100000"/>
              <a:buFont typeface="Arial" panose="020B0604020202020204" pitchFamily="34" charset="0"/>
              <a:buChar char="•"/>
            </a:pPr>
            <a:r>
              <a:rPr lang="en-US" sz="2400" dirty="0">
                <a:latin typeface="+mj-lt"/>
              </a:rPr>
              <a:t>Government – tax payment</a:t>
            </a:r>
          </a:p>
          <a:p>
            <a:pPr>
              <a:lnSpc>
                <a:spcPct val="105000"/>
              </a:lnSpc>
              <a:buSzPct val="100000"/>
              <a:buFont typeface="Arial" panose="020B0604020202020204" pitchFamily="34" charset="0"/>
              <a:buChar char="•"/>
            </a:pPr>
            <a:r>
              <a:rPr lang="en-US" sz="2400" dirty="0">
                <a:latin typeface="+mj-lt"/>
              </a:rPr>
              <a:t>Rating agencies (Moody’s, Fitch, S&amp;P) – assess investment grade and to issue credit ratings</a:t>
            </a:r>
          </a:p>
        </p:txBody>
      </p:sp>
      <p:sp>
        <p:nvSpPr>
          <p:cNvPr id="3" name="Slide Number Placeholder 2">
            <a:extLst>
              <a:ext uri="{FF2B5EF4-FFF2-40B4-BE49-F238E27FC236}">
                <a16:creationId xmlns:a16="http://schemas.microsoft.com/office/drawing/2014/main" id="{CF6733B2-0164-EB08-1D05-AFB51FA9A61A}"/>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5</a:t>
            </a:fld>
            <a:endParaRPr lang="en-US">
              <a:solidFill>
                <a:schemeClr val="tx1"/>
              </a:solidFill>
            </a:endParaRPr>
          </a:p>
        </p:txBody>
      </p:sp>
    </p:spTree>
    <p:custDataLst>
      <p:tags r:id="rId1"/>
    </p:custDataLst>
    <p:extLst>
      <p:ext uri="{BB962C8B-B14F-4D97-AF65-F5344CB8AC3E}">
        <p14:creationId xmlns:p14="http://schemas.microsoft.com/office/powerpoint/2010/main" val="2769542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0C527F0-9BF0-F07D-FD72-B5E9A30E9B87}"/>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8069FB3B-E415-9DD3-B3EE-4199916D0519}"/>
              </a:ext>
            </a:extLst>
          </p:cNvPr>
          <p:cNvSpPr>
            <a:spLocks noGrp="1" noChangeArrowheads="1"/>
          </p:cNvSpPr>
          <p:nvPr>
            <p:ph type="title"/>
          </p:nvPr>
        </p:nvSpPr>
        <p:spPr>
          <a:xfrm>
            <a:off x="228600" y="10510"/>
            <a:ext cx="8763000" cy="1143000"/>
          </a:xfrm>
        </p:spPr>
        <p:txBody>
          <a:bodyPr/>
          <a:lstStyle/>
          <a:p>
            <a:r>
              <a:rPr lang="en-US" dirty="0">
                <a:solidFill>
                  <a:schemeClr val="tx2"/>
                </a:solidFill>
              </a:rPr>
              <a:t>IFRS and GAAP</a:t>
            </a:r>
          </a:p>
        </p:txBody>
      </p:sp>
      <p:sp>
        <p:nvSpPr>
          <p:cNvPr id="9221" name="Rectangle 5">
            <a:extLst>
              <a:ext uri="{FF2B5EF4-FFF2-40B4-BE49-F238E27FC236}">
                <a16:creationId xmlns:a16="http://schemas.microsoft.com/office/drawing/2014/main" id="{460EC427-60D2-CBE7-2F87-F63061B2AB70}"/>
              </a:ext>
            </a:extLst>
          </p:cNvPr>
          <p:cNvSpPr>
            <a:spLocks noGrp="1" noChangeArrowheads="1"/>
          </p:cNvSpPr>
          <p:nvPr>
            <p:ph idx="1"/>
          </p:nvPr>
        </p:nvSpPr>
        <p:spPr>
          <a:xfrm>
            <a:off x="259976" y="990600"/>
            <a:ext cx="8579224" cy="5247290"/>
          </a:xfrm>
        </p:spPr>
        <p:txBody>
          <a:bodyPr/>
          <a:lstStyle/>
          <a:p>
            <a:pPr>
              <a:lnSpc>
                <a:spcPct val="100000"/>
              </a:lnSpc>
              <a:spcBef>
                <a:spcPts val="0"/>
              </a:spcBef>
              <a:buSzPct val="100000"/>
              <a:buFont typeface="Arial" panose="020B0604020202020204" pitchFamily="34" charset="0"/>
              <a:buChar char="•"/>
            </a:pPr>
            <a:r>
              <a:rPr lang="en-US" sz="2400" dirty="0">
                <a:latin typeface="+mj-lt"/>
              </a:rPr>
              <a:t>IFRS – set of international accounting standards  </a:t>
            </a:r>
          </a:p>
          <a:p>
            <a:pPr marL="0" indent="0" defTabSz="358775">
              <a:lnSpc>
                <a:spcPct val="105000"/>
              </a:lnSpc>
              <a:buSzPct val="100000"/>
              <a:buNone/>
            </a:pPr>
            <a:r>
              <a:rPr lang="en-US" sz="2400" dirty="0">
                <a:latin typeface="+mj-lt"/>
              </a:rPr>
              <a:t>	by International Accounting Standards Board (IASB)</a:t>
            </a:r>
          </a:p>
          <a:p>
            <a:pPr marL="857250" lvl="1" indent="-457200">
              <a:lnSpc>
                <a:spcPct val="100000"/>
              </a:lnSpc>
              <a:spcBef>
                <a:spcPts val="0"/>
              </a:spcBef>
              <a:buClr>
                <a:srgbClr val="1F497D"/>
              </a:buClr>
              <a:buSzPct val="100000"/>
              <a:buFont typeface="Wingdings" panose="05000000000000000000" pitchFamily="2" charset="2"/>
              <a:buChar char="§"/>
              <a:defRPr/>
            </a:pPr>
            <a:r>
              <a:rPr lang="en-US" sz="2400" dirty="0" err="1">
                <a:solidFill>
                  <a:prstClr val="black"/>
                </a:solidFill>
                <a:ea typeface="ＭＳ Ｐゴシック"/>
              </a:rPr>
              <a:t>Standardisation</a:t>
            </a:r>
            <a:r>
              <a:rPr lang="en-US" sz="2400" dirty="0">
                <a:solidFill>
                  <a:prstClr val="black"/>
                </a:solidFill>
                <a:ea typeface="ＭＳ Ｐゴシック"/>
              </a:rPr>
              <a:t>, uniformity and quality</a:t>
            </a:r>
          </a:p>
          <a:p>
            <a:pPr>
              <a:lnSpc>
                <a:spcPct val="105000"/>
              </a:lnSpc>
              <a:buSzPct val="100000"/>
              <a:buFont typeface="Arial" panose="020B0604020202020204" pitchFamily="34" charset="0"/>
              <a:buChar char="•"/>
            </a:pPr>
            <a:r>
              <a:rPr lang="en-US" sz="2400" dirty="0">
                <a:latin typeface="+mj-lt"/>
              </a:rPr>
              <a:t>GAAP</a:t>
            </a:r>
          </a:p>
          <a:p>
            <a:pPr marL="857250" lvl="1" indent="-457200">
              <a:lnSpc>
                <a:spcPct val="100000"/>
              </a:lnSpc>
              <a:spcBef>
                <a:spcPts val="0"/>
              </a:spcBef>
              <a:buClr>
                <a:srgbClr val="1F497D"/>
              </a:buClr>
              <a:buSzPct val="100000"/>
              <a:buFont typeface="Wingdings" panose="05000000000000000000" pitchFamily="2" charset="2"/>
              <a:buChar char="§"/>
              <a:defRPr/>
            </a:pPr>
            <a:r>
              <a:rPr lang="en-US" sz="2400" dirty="0">
                <a:solidFill>
                  <a:prstClr val="black"/>
                </a:solidFill>
                <a:ea typeface="ＭＳ Ｐゴシック"/>
              </a:rPr>
              <a:t>Accounting entity – transactions </a:t>
            </a:r>
          </a:p>
          <a:p>
            <a:pPr marL="400050" lvl="1" indent="0">
              <a:lnSpc>
                <a:spcPct val="100000"/>
              </a:lnSpc>
              <a:spcBef>
                <a:spcPts val="0"/>
              </a:spcBef>
              <a:buClr>
                <a:srgbClr val="1F497D"/>
              </a:buClr>
              <a:buSzPct val="100000"/>
              <a:buNone/>
              <a:defRPr/>
            </a:pPr>
            <a:r>
              <a:rPr lang="en-US" sz="2400" dirty="0">
                <a:solidFill>
                  <a:prstClr val="black"/>
                </a:solidFill>
                <a:ea typeface="ＭＳ Ｐゴシック"/>
              </a:rPr>
              <a:t>	for entity only to be recorded</a:t>
            </a:r>
          </a:p>
          <a:p>
            <a:pPr marL="857250" lvl="1" indent="-457200">
              <a:lnSpc>
                <a:spcPct val="100000"/>
              </a:lnSpc>
              <a:spcBef>
                <a:spcPts val="0"/>
              </a:spcBef>
              <a:buClr>
                <a:srgbClr val="1F497D"/>
              </a:buClr>
              <a:buSzPct val="100000"/>
              <a:buFont typeface="Wingdings" panose="05000000000000000000" pitchFamily="2" charset="2"/>
              <a:buChar char="§"/>
              <a:defRPr/>
            </a:pPr>
            <a:r>
              <a:rPr lang="en-US" sz="2400" dirty="0">
                <a:solidFill>
                  <a:prstClr val="black"/>
                </a:solidFill>
                <a:ea typeface="ＭＳ Ｐゴシック"/>
              </a:rPr>
              <a:t>Money measurement – money as a </a:t>
            </a:r>
          </a:p>
          <a:p>
            <a:pPr marL="400050" lvl="1" indent="0">
              <a:lnSpc>
                <a:spcPct val="100000"/>
              </a:lnSpc>
              <a:spcBef>
                <a:spcPts val="0"/>
              </a:spcBef>
              <a:buClr>
                <a:srgbClr val="1F497D"/>
              </a:buClr>
              <a:buSzPct val="100000"/>
              <a:buNone/>
              <a:defRPr/>
            </a:pPr>
            <a:r>
              <a:rPr lang="en-US" sz="2400" dirty="0">
                <a:solidFill>
                  <a:prstClr val="black"/>
                </a:solidFill>
                <a:ea typeface="ＭＳ Ｐゴシック"/>
              </a:rPr>
              <a:t>	universal accounting denominator</a:t>
            </a:r>
          </a:p>
          <a:p>
            <a:pPr marL="857250" lvl="1" indent="-457200">
              <a:lnSpc>
                <a:spcPct val="100000"/>
              </a:lnSpc>
              <a:spcBef>
                <a:spcPts val="0"/>
              </a:spcBef>
              <a:buClr>
                <a:srgbClr val="1F497D"/>
              </a:buClr>
              <a:buSzPct val="100000"/>
              <a:buFont typeface="Wingdings" panose="05000000000000000000" pitchFamily="2" charset="2"/>
              <a:buChar char="§"/>
              <a:defRPr/>
            </a:pPr>
            <a:r>
              <a:rPr lang="en-US" sz="2400" dirty="0">
                <a:solidFill>
                  <a:prstClr val="black"/>
                </a:solidFill>
                <a:ea typeface="ＭＳ Ｐゴシック"/>
              </a:rPr>
              <a:t>Conservatism – most conservative approach</a:t>
            </a:r>
          </a:p>
          <a:p>
            <a:pPr marL="857250" lvl="1" indent="-457200">
              <a:lnSpc>
                <a:spcPct val="100000"/>
              </a:lnSpc>
              <a:spcBef>
                <a:spcPts val="0"/>
              </a:spcBef>
              <a:buClr>
                <a:srgbClr val="1F497D"/>
              </a:buClr>
              <a:buSzPct val="100000"/>
              <a:buFont typeface="Wingdings" panose="05000000000000000000" pitchFamily="2" charset="2"/>
              <a:buChar char="§"/>
              <a:defRPr/>
            </a:pPr>
            <a:r>
              <a:rPr lang="en-US" sz="2400" dirty="0">
                <a:solidFill>
                  <a:prstClr val="black"/>
                </a:solidFill>
                <a:ea typeface="ＭＳ Ｐゴシック"/>
              </a:rPr>
              <a:t>Consistency – changes need to be reported</a:t>
            </a:r>
          </a:p>
          <a:p>
            <a:pPr marL="857250" lvl="1" indent="-457200">
              <a:lnSpc>
                <a:spcPct val="100000"/>
              </a:lnSpc>
              <a:spcBef>
                <a:spcPts val="0"/>
              </a:spcBef>
              <a:buClr>
                <a:srgbClr val="1F497D"/>
              </a:buClr>
              <a:buSzPct val="100000"/>
              <a:buFont typeface="Wingdings" panose="05000000000000000000" pitchFamily="2" charset="2"/>
              <a:buChar char="§"/>
              <a:defRPr/>
            </a:pPr>
            <a:r>
              <a:rPr lang="en-US" sz="2400" dirty="0">
                <a:solidFill>
                  <a:prstClr val="black"/>
                </a:solidFill>
                <a:ea typeface="ＭＳ Ｐゴシック"/>
              </a:rPr>
              <a:t>Materiality – not material in relation to nature and scope of entity’s activities</a:t>
            </a:r>
          </a:p>
          <a:p>
            <a:pPr marL="857250" lvl="1" indent="-457200">
              <a:lnSpc>
                <a:spcPct val="100000"/>
              </a:lnSpc>
              <a:spcBef>
                <a:spcPts val="0"/>
              </a:spcBef>
              <a:buClr>
                <a:srgbClr val="1F497D"/>
              </a:buClr>
              <a:buSzPct val="100000"/>
              <a:buFont typeface="Wingdings" panose="05000000000000000000" pitchFamily="2" charset="2"/>
              <a:buChar char="§"/>
              <a:defRPr/>
            </a:pPr>
            <a:r>
              <a:rPr lang="en-US" sz="2400" dirty="0">
                <a:solidFill>
                  <a:prstClr val="black"/>
                </a:solidFill>
                <a:ea typeface="ＭＳ Ｐゴシック"/>
              </a:rPr>
              <a:t>Historic cost – original cost of assets</a:t>
            </a:r>
          </a:p>
        </p:txBody>
      </p:sp>
      <p:sp>
        <p:nvSpPr>
          <p:cNvPr id="3" name="Slide Number Placeholder 2">
            <a:extLst>
              <a:ext uri="{FF2B5EF4-FFF2-40B4-BE49-F238E27FC236}">
                <a16:creationId xmlns:a16="http://schemas.microsoft.com/office/drawing/2014/main" id="{A569372D-C668-28FB-A7F3-7565116E0D6C}"/>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6</a:t>
            </a:fld>
            <a:endParaRPr lang="en-US">
              <a:solidFill>
                <a:schemeClr val="tx1"/>
              </a:solidFill>
            </a:endParaRPr>
          </a:p>
        </p:txBody>
      </p:sp>
    </p:spTree>
    <p:custDataLst>
      <p:tags r:id="rId1"/>
    </p:custDataLst>
    <p:extLst>
      <p:ext uri="{BB962C8B-B14F-4D97-AF65-F5344CB8AC3E}">
        <p14:creationId xmlns:p14="http://schemas.microsoft.com/office/powerpoint/2010/main" val="1806096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B8E0239-E97B-1390-1219-A4E34F8614A0}"/>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B57B0A9E-AAC2-0AA4-2A6C-38FAAAD60E95}"/>
              </a:ext>
            </a:extLst>
          </p:cNvPr>
          <p:cNvSpPr>
            <a:spLocks noGrp="1" noChangeArrowheads="1"/>
          </p:cNvSpPr>
          <p:nvPr>
            <p:ph type="title"/>
          </p:nvPr>
        </p:nvSpPr>
        <p:spPr>
          <a:xfrm>
            <a:off x="228600" y="10510"/>
            <a:ext cx="8763000" cy="1143000"/>
          </a:xfrm>
        </p:spPr>
        <p:txBody>
          <a:bodyPr/>
          <a:lstStyle/>
          <a:p>
            <a:r>
              <a:rPr lang="en-US" dirty="0">
                <a:solidFill>
                  <a:schemeClr val="tx2"/>
                </a:solidFill>
              </a:rPr>
              <a:t>IFRS and GAAP (cont.)</a:t>
            </a:r>
          </a:p>
        </p:txBody>
      </p:sp>
      <p:sp>
        <p:nvSpPr>
          <p:cNvPr id="9221" name="Rectangle 5">
            <a:extLst>
              <a:ext uri="{FF2B5EF4-FFF2-40B4-BE49-F238E27FC236}">
                <a16:creationId xmlns:a16="http://schemas.microsoft.com/office/drawing/2014/main" id="{A3B5D039-2AE7-521E-ADF1-EDD77B8BE894}"/>
              </a:ext>
            </a:extLst>
          </p:cNvPr>
          <p:cNvSpPr>
            <a:spLocks noGrp="1" noChangeArrowheads="1"/>
          </p:cNvSpPr>
          <p:nvPr>
            <p:ph idx="1"/>
          </p:nvPr>
        </p:nvSpPr>
        <p:spPr>
          <a:xfrm>
            <a:off x="259976" y="990600"/>
            <a:ext cx="8655424" cy="5247290"/>
          </a:xfrm>
        </p:spPr>
        <p:txBody>
          <a:bodyPr/>
          <a:lstStyle/>
          <a:p>
            <a:pPr marL="857250" lvl="1" indent="-457200">
              <a:lnSpc>
                <a:spcPct val="100000"/>
              </a:lnSpc>
              <a:spcBef>
                <a:spcPts val="0"/>
              </a:spcBef>
              <a:buClr>
                <a:srgbClr val="1F497D"/>
              </a:buClr>
              <a:buSzPct val="100000"/>
              <a:buFont typeface="Wingdings" panose="05000000000000000000" pitchFamily="2" charset="2"/>
              <a:buChar char="§"/>
              <a:defRPr/>
            </a:pPr>
            <a:r>
              <a:rPr lang="en-US" sz="2400" dirty="0">
                <a:solidFill>
                  <a:prstClr val="black"/>
                </a:solidFill>
                <a:ea typeface="ＭＳ Ｐゴシック"/>
              </a:rPr>
              <a:t>Double entry – assets vs how financed</a:t>
            </a:r>
          </a:p>
          <a:p>
            <a:pPr marL="857250" lvl="1" indent="-457200">
              <a:lnSpc>
                <a:spcPct val="100000"/>
              </a:lnSpc>
              <a:spcBef>
                <a:spcPts val="0"/>
              </a:spcBef>
              <a:buClr>
                <a:srgbClr val="1F497D"/>
              </a:buClr>
              <a:buSzPct val="100000"/>
              <a:buFont typeface="Wingdings" panose="05000000000000000000" pitchFamily="2" charset="2"/>
              <a:buChar char="§"/>
              <a:defRPr/>
            </a:pPr>
            <a:r>
              <a:rPr lang="en-US" sz="2400" dirty="0">
                <a:solidFill>
                  <a:prstClr val="black"/>
                </a:solidFill>
                <a:ea typeface="ＭＳ Ｐゴシック"/>
              </a:rPr>
              <a:t>Going concern – continuity</a:t>
            </a:r>
          </a:p>
          <a:p>
            <a:pPr marL="857250" lvl="1" indent="-457200">
              <a:lnSpc>
                <a:spcPct val="100000"/>
              </a:lnSpc>
              <a:spcBef>
                <a:spcPts val="0"/>
              </a:spcBef>
              <a:buClr>
                <a:srgbClr val="1F497D"/>
              </a:buClr>
              <a:buSzPct val="100000"/>
              <a:buFont typeface="Wingdings" panose="05000000000000000000" pitchFamily="2" charset="2"/>
              <a:buChar char="§"/>
              <a:defRPr/>
            </a:pPr>
            <a:r>
              <a:rPr lang="en-US" sz="2400" dirty="0">
                <a:solidFill>
                  <a:prstClr val="black"/>
                </a:solidFill>
                <a:ea typeface="ＭＳ Ｐゴシック"/>
              </a:rPr>
              <a:t>Accounting period – record income and expenses as earned or incurred</a:t>
            </a:r>
          </a:p>
          <a:p>
            <a:pPr marL="857250" lvl="1" indent="-457200">
              <a:lnSpc>
                <a:spcPct val="100000"/>
              </a:lnSpc>
              <a:spcBef>
                <a:spcPts val="0"/>
              </a:spcBef>
              <a:buClr>
                <a:srgbClr val="1F497D"/>
              </a:buClr>
              <a:buSzPct val="100000"/>
              <a:buFont typeface="Wingdings" panose="05000000000000000000" pitchFamily="2" charset="2"/>
              <a:buChar char="§"/>
              <a:defRPr/>
            </a:pPr>
            <a:r>
              <a:rPr lang="en-US" sz="2400" dirty="0" err="1">
                <a:solidFill>
                  <a:prstClr val="black"/>
                </a:solidFill>
                <a:ea typeface="ＭＳ Ｐゴシック"/>
              </a:rPr>
              <a:t>Realisation</a:t>
            </a:r>
            <a:r>
              <a:rPr lang="en-US" sz="2400" dirty="0">
                <a:solidFill>
                  <a:prstClr val="black"/>
                </a:solidFill>
                <a:ea typeface="ＭＳ Ｐゴシック"/>
              </a:rPr>
              <a:t> period – income earned should be measurable</a:t>
            </a:r>
          </a:p>
          <a:p>
            <a:pPr marL="857250" lvl="1" indent="-457200">
              <a:lnSpc>
                <a:spcPct val="100000"/>
              </a:lnSpc>
              <a:spcBef>
                <a:spcPts val="0"/>
              </a:spcBef>
              <a:buClr>
                <a:srgbClr val="1F497D"/>
              </a:buClr>
              <a:buSzPct val="100000"/>
              <a:buFont typeface="Wingdings" panose="05000000000000000000" pitchFamily="2" charset="2"/>
              <a:buChar char="§"/>
              <a:defRPr/>
            </a:pPr>
            <a:r>
              <a:rPr lang="en-US" sz="2400" dirty="0">
                <a:solidFill>
                  <a:prstClr val="black"/>
                </a:solidFill>
                <a:ea typeface="ＭＳ Ｐゴシック"/>
              </a:rPr>
              <a:t>Accrual principle – income earned (received or not) recorded, expenses incurred (paid or not) recorded</a:t>
            </a:r>
          </a:p>
        </p:txBody>
      </p:sp>
      <p:sp>
        <p:nvSpPr>
          <p:cNvPr id="3" name="Slide Number Placeholder 2">
            <a:extLst>
              <a:ext uri="{FF2B5EF4-FFF2-40B4-BE49-F238E27FC236}">
                <a16:creationId xmlns:a16="http://schemas.microsoft.com/office/drawing/2014/main" id="{63186FCD-FB00-6B0B-0404-21424AA79A5B}"/>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7</a:t>
            </a:fld>
            <a:endParaRPr lang="en-US">
              <a:solidFill>
                <a:schemeClr val="tx1"/>
              </a:solidFill>
            </a:endParaRPr>
          </a:p>
        </p:txBody>
      </p:sp>
    </p:spTree>
    <p:custDataLst>
      <p:tags r:id="rId1"/>
    </p:custDataLst>
    <p:extLst>
      <p:ext uri="{BB962C8B-B14F-4D97-AF65-F5344CB8AC3E}">
        <p14:creationId xmlns:p14="http://schemas.microsoft.com/office/powerpoint/2010/main" val="2432882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5CAC156-33C3-A603-341F-EDBCAA13E894}"/>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3DC37F92-B01C-27C7-5B78-EC549A5593D0}"/>
              </a:ext>
            </a:extLst>
          </p:cNvPr>
          <p:cNvSpPr>
            <a:spLocks noGrp="1" noChangeArrowheads="1"/>
          </p:cNvSpPr>
          <p:nvPr>
            <p:ph type="title"/>
          </p:nvPr>
        </p:nvSpPr>
        <p:spPr>
          <a:xfrm>
            <a:off x="228600" y="10510"/>
            <a:ext cx="8763000" cy="1143000"/>
          </a:xfrm>
        </p:spPr>
        <p:txBody>
          <a:bodyPr/>
          <a:lstStyle/>
          <a:p>
            <a:r>
              <a:rPr lang="en-US" dirty="0">
                <a:solidFill>
                  <a:schemeClr val="tx2"/>
                </a:solidFill>
              </a:rPr>
              <a:t>Classification of financial information</a:t>
            </a:r>
          </a:p>
        </p:txBody>
      </p:sp>
      <p:sp>
        <p:nvSpPr>
          <p:cNvPr id="3" name="Slide Number Placeholder 2">
            <a:extLst>
              <a:ext uri="{FF2B5EF4-FFF2-40B4-BE49-F238E27FC236}">
                <a16:creationId xmlns:a16="http://schemas.microsoft.com/office/drawing/2014/main" id="{6237CD8A-AD4B-8A0B-FAD9-79AEF16D565C}"/>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8</a:t>
            </a:fld>
            <a:endParaRPr lang="en-US" dirty="0">
              <a:solidFill>
                <a:schemeClr val="tx1"/>
              </a:solidFill>
            </a:endParaRPr>
          </a:p>
        </p:txBody>
      </p:sp>
      <p:graphicFrame>
        <p:nvGraphicFramePr>
          <p:cNvPr id="5" name="Diagram 4">
            <a:extLst>
              <a:ext uri="{FF2B5EF4-FFF2-40B4-BE49-F238E27FC236}">
                <a16:creationId xmlns:a16="http://schemas.microsoft.com/office/drawing/2014/main" id="{ED9521D8-74F1-BF32-6EAB-BAE4A99F0CC9}"/>
              </a:ext>
            </a:extLst>
          </p:cNvPr>
          <p:cNvGraphicFramePr/>
          <p:nvPr>
            <p:extLst>
              <p:ext uri="{D42A27DB-BD31-4B8C-83A1-F6EECF244321}">
                <p14:modId xmlns:p14="http://schemas.microsoft.com/office/powerpoint/2010/main" val="1681226564"/>
              </p:ext>
            </p:extLst>
          </p:nvPr>
        </p:nvGraphicFramePr>
        <p:xfrm>
          <a:off x="381000" y="927100"/>
          <a:ext cx="8382000" cy="50038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Rectangle 5">
            <a:extLst>
              <a:ext uri="{FF2B5EF4-FFF2-40B4-BE49-F238E27FC236}">
                <a16:creationId xmlns:a16="http://schemas.microsoft.com/office/drawing/2014/main" id="{BE761839-458B-0E3A-DA58-2DB7F74E8E97}"/>
              </a:ext>
            </a:extLst>
          </p:cNvPr>
          <p:cNvSpPr/>
          <p:nvPr/>
        </p:nvSpPr>
        <p:spPr bwMode="auto">
          <a:xfrm>
            <a:off x="1066800" y="2879133"/>
            <a:ext cx="7162800" cy="3276600"/>
          </a:xfrm>
          <a:prstGeom prst="rect">
            <a:avLst/>
          </a:prstGeom>
          <a:noFill/>
          <a:ln w="76200">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7" name="Speech Bubble: Oval 6">
            <a:extLst>
              <a:ext uri="{FF2B5EF4-FFF2-40B4-BE49-F238E27FC236}">
                <a16:creationId xmlns:a16="http://schemas.microsoft.com/office/drawing/2014/main" id="{DF41E33D-1D3F-5FD9-1855-B4C50BF8E901}"/>
              </a:ext>
            </a:extLst>
          </p:cNvPr>
          <p:cNvSpPr/>
          <p:nvPr/>
        </p:nvSpPr>
        <p:spPr bwMode="auto">
          <a:xfrm rot="19394598">
            <a:off x="-88410" y="1937564"/>
            <a:ext cx="2010547" cy="627174"/>
          </a:xfrm>
          <a:prstGeom prst="wedgeEllipseCallout">
            <a:avLst/>
          </a:prstGeom>
          <a:ln w="76200">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mj-lt"/>
                <a:ea typeface="ＭＳ Ｐゴシック" pitchFamily="1" charset="-128"/>
              </a:rPr>
              <a:t>Ledger</a:t>
            </a:r>
            <a:endParaRPr kumimoji="0" lang="en-ZA" sz="2400" b="0" i="0" u="none" strike="noStrike" cap="none" normalizeH="0" baseline="0" dirty="0">
              <a:ln>
                <a:noFill/>
              </a:ln>
              <a:solidFill>
                <a:schemeClr val="tx1"/>
              </a:solidFill>
              <a:effectLst/>
              <a:latin typeface="+mj-lt"/>
              <a:ea typeface="ＭＳ Ｐゴシック" pitchFamily="1" charset="-128"/>
            </a:endParaRPr>
          </a:p>
        </p:txBody>
      </p:sp>
      <p:sp>
        <p:nvSpPr>
          <p:cNvPr id="10" name="TextBox 9">
            <a:extLst>
              <a:ext uri="{FF2B5EF4-FFF2-40B4-BE49-F238E27FC236}">
                <a16:creationId xmlns:a16="http://schemas.microsoft.com/office/drawing/2014/main" id="{73AA7CA8-4E9D-6076-56D2-3ABA49B112BD}"/>
              </a:ext>
            </a:extLst>
          </p:cNvPr>
          <p:cNvSpPr txBox="1"/>
          <p:nvPr/>
        </p:nvSpPr>
        <p:spPr>
          <a:xfrm>
            <a:off x="228600" y="6248400"/>
            <a:ext cx="7391400" cy="523220"/>
          </a:xfrm>
          <a:prstGeom prst="rect">
            <a:avLst/>
          </a:prstGeom>
          <a:noFill/>
        </p:spPr>
        <p:txBody>
          <a:bodyPr wrap="square" rtlCol="0">
            <a:spAutoFit/>
          </a:bodyPr>
          <a:lstStyle/>
          <a:p>
            <a:r>
              <a:rPr lang="en-US" b="1" dirty="0">
                <a:solidFill>
                  <a:srgbClr val="C00000"/>
                </a:solidFill>
              </a:rPr>
              <a:t>Assets = Owners’ equity + Liabilities</a:t>
            </a:r>
            <a:endParaRPr lang="en-ZA" b="1" dirty="0">
              <a:solidFill>
                <a:srgbClr val="C00000"/>
              </a:solidFill>
            </a:endParaRPr>
          </a:p>
        </p:txBody>
      </p:sp>
    </p:spTree>
    <p:custDataLst>
      <p:tags r:id="rId1"/>
    </p:custDataLst>
    <p:extLst>
      <p:ext uri="{BB962C8B-B14F-4D97-AF65-F5344CB8AC3E}">
        <p14:creationId xmlns:p14="http://schemas.microsoft.com/office/powerpoint/2010/main" val="23640861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FB9EFE6-F4C2-0D50-F9FE-5CB9BB1068C2}"/>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218E67B6-D3BB-ACDA-9C9F-FE72D9D3EE32}"/>
              </a:ext>
            </a:extLst>
          </p:cNvPr>
          <p:cNvSpPr>
            <a:spLocks noGrp="1" noChangeArrowheads="1"/>
          </p:cNvSpPr>
          <p:nvPr>
            <p:ph type="title"/>
          </p:nvPr>
        </p:nvSpPr>
        <p:spPr>
          <a:xfrm>
            <a:off x="228600" y="10510"/>
            <a:ext cx="8763000" cy="1143000"/>
          </a:xfrm>
        </p:spPr>
        <p:txBody>
          <a:bodyPr/>
          <a:lstStyle/>
          <a:p>
            <a:r>
              <a:rPr lang="en-US" dirty="0">
                <a:solidFill>
                  <a:schemeClr val="tx2"/>
                </a:solidFill>
              </a:rPr>
              <a:t>Recording changes</a:t>
            </a:r>
          </a:p>
        </p:txBody>
      </p:sp>
      <p:sp>
        <p:nvSpPr>
          <p:cNvPr id="9221" name="Rectangle 5">
            <a:extLst>
              <a:ext uri="{FF2B5EF4-FFF2-40B4-BE49-F238E27FC236}">
                <a16:creationId xmlns:a16="http://schemas.microsoft.com/office/drawing/2014/main" id="{F58372FC-D048-20B9-EA2C-381423850805}"/>
              </a:ext>
            </a:extLst>
          </p:cNvPr>
          <p:cNvSpPr>
            <a:spLocks noGrp="1" noChangeArrowheads="1"/>
          </p:cNvSpPr>
          <p:nvPr>
            <p:ph idx="1"/>
          </p:nvPr>
        </p:nvSpPr>
        <p:spPr>
          <a:xfrm>
            <a:off x="259976" y="990600"/>
            <a:ext cx="8655424" cy="457200"/>
          </a:xfrm>
        </p:spPr>
        <p:txBody>
          <a:bodyPr/>
          <a:lstStyle/>
          <a:p>
            <a:pPr>
              <a:lnSpc>
                <a:spcPct val="105000"/>
              </a:lnSpc>
              <a:buSzPct val="100000"/>
              <a:buFont typeface="Arial" panose="020B0604020202020204" pitchFamily="34" charset="0"/>
              <a:buChar char="•"/>
            </a:pPr>
            <a:r>
              <a:rPr lang="en-US" sz="2400" dirty="0">
                <a:latin typeface="+mj-lt"/>
              </a:rPr>
              <a:t>Transactions recorded on daily basis in ledgers</a:t>
            </a:r>
          </a:p>
          <a:p>
            <a:pPr>
              <a:lnSpc>
                <a:spcPct val="105000"/>
              </a:lnSpc>
              <a:buSzPct val="100000"/>
              <a:buFont typeface="Arial" panose="020B0604020202020204" pitchFamily="34" charset="0"/>
              <a:buChar char="•"/>
            </a:pPr>
            <a:endParaRPr lang="en-US" sz="2400" dirty="0">
              <a:latin typeface="+mj-lt"/>
            </a:endParaRPr>
          </a:p>
          <a:p>
            <a:pPr>
              <a:lnSpc>
                <a:spcPct val="105000"/>
              </a:lnSpc>
              <a:buSzPct val="100000"/>
              <a:buFont typeface="Arial" panose="020B0604020202020204" pitchFamily="34" charset="0"/>
              <a:buChar char="•"/>
            </a:pPr>
            <a:endParaRPr lang="en-US" sz="2400" dirty="0">
              <a:latin typeface="+mj-lt"/>
            </a:endParaRPr>
          </a:p>
          <a:p>
            <a:pPr>
              <a:lnSpc>
                <a:spcPct val="105000"/>
              </a:lnSpc>
              <a:buSzPct val="100000"/>
              <a:buFont typeface="Arial" panose="020B0604020202020204" pitchFamily="34" charset="0"/>
              <a:buChar char="•"/>
            </a:pPr>
            <a:endParaRPr lang="en-US" sz="2400" dirty="0">
              <a:latin typeface="+mj-lt"/>
            </a:endParaRPr>
          </a:p>
          <a:p>
            <a:pPr>
              <a:lnSpc>
                <a:spcPct val="105000"/>
              </a:lnSpc>
              <a:buSzPct val="100000"/>
              <a:buFont typeface="Arial" panose="020B0604020202020204" pitchFamily="34" charset="0"/>
              <a:buChar char="•"/>
            </a:pPr>
            <a:endParaRPr lang="en-US" sz="2400" dirty="0">
              <a:latin typeface="+mj-lt"/>
            </a:endParaRPr>
          </a:p>
          <a:p>
            <a:pPr marL="0" indent="0">
              <a:lnSpc>
                <a:spcPct val="105000"/>
              </a:lnSpc>
              <a:buSzPct val="100000"/>
              <a:buNone/>
            </a:pPr>
            <a:r>
              <a:rPr lang="en-US" sz="2400" dirty="0">
                <a:latin typeface="+mj-lt"/>
              </a:rPr>
              <a:t>Figure 3.2: </a:t>
            </a:r>
          </a:p>
          <a:p>
            <a:pPr marL="0" indent="0">
              <a:lnSpc>
                <a:spcPct val="105000"/>
              </a:lnSpc>
              <a:buSzPct val="100000"/>
              <a:buNone/>
            </a:pPr>
            <a:r>
              <a:rPr lang="en-US" sz="2400" dirty="0">
                <a:latin typeface="+mj-lt"/>
              </a:rPr>
              <a:t>The flow of information </a:t>
            </a:r>
          </a:p>
          <a:p>
            <a:pPr marL="0" indent="0">
              <a:lnSpc>
                <a:spcPct val="105000"/>
              </a:lnSpc>
              <a:buSzPct val="100000"/>
              <a:buNone/>
            </a:pPr>
            <a:r>
              <a:rPr lang="en-US" sz="2400" dirty="0">
                <a:latin typeface="+mj-lt"/>
              </a:rPr>
              <a:t>Through the accounting</a:t>
            </a:r>
          </a:p>
          <a:p>
            <a:pPr marL="0" indent="0">
              <a:lnSpc>
                <a:spcPct val="105000"/>
              </a:lnSpc>
              <a:buSzPct val="100000"/>
              <a:buNone/>
            </a:pPr>
            <a:r>
              <a:rPr lang="en-US" sz="2400" dirty="0">
                <a:latin typeface="+mj-lt"/>
              </a:rPr>
              <a:t>system</a:t>
            </a:r>
          </a:p>
        </p:txBody>
      </p:sp>
      <p:sp>
        <p:nvSpPr>
          <p:cNvPr id="3" name="Slide Number Placeholder 2">
            <a:extLst>
              <a:ext uri="{FF2B5EF4-FFF2-40B4-BE49-F238E27FC236}">
                <a16:creationId xmlns:a16="http://schemas.microsoft.com/office/drawing/2014/main" id="{48B251D5-2F6D-968B-EFFA-76CE4223ABCF}"/>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9</a:t>
            </a:fld>
            <a:endParaRPr lang="en-US">
              <a:solidFill>
                <a:schemeClr val="tx1"/>
              </a:solidFill>
            </a:endParaRPr>
          </a:p>
        </p:txBody>
      </p:sp>
      <p:graphicFrame>
        <p:nvGraphicFramePr>
          <p:cNvPr id="4" name="Diagram 3">
            <a:extLst>
              <a:ext uri="{FF2B5EF4-FFF2-40B4-BE49-F238E27FC236}">
                <a16:creationId xmlns:a16="http://schemas.microsoft.com/office/drawing/2014/main" id="{DC306F39-894C-DD58-72FB-667E265B6241}"/>
              </a:ext>
            </a:extLst>
          </p:cNvPr>
          <p:cNvGraphicFramePr/>
          <p:nvPr>
            <p:extLst>
              <p:ext uri="{D42A27DB-BD31-4B8C-83A1-F6EECF244321}">
                <p14:modId xmlns:p14="http://schemas.microsoft.com/office/powerpoint/2010/main" val="4025694341"/>
              </p:ext>
            </p:extLst>
          </p:nvPr>
        </p:nvGraphicFramePr>
        <p:xfrm>
          <a:off x="2895600" y="1576137"/>
          <a:ext cx="6096000" cy="51054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14830196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609A5B9-8523-D4EB-1559-01036D1C1886}"/>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696C9E49-365E-4FBC-4411-E84DDAB08C21}"/>
              </a:ext>
            </a:extLst>
          </p:cNvPr>
          <p:cNvSpPr>
            <a:spLocks noGrp="1" noChangeArrowheads="1"/>
          </p:cNvSpPr>
          <p:nvPr>
            <p:ph type="title"/>
          </p:nvPr>
        </p:nvSpPr>
        <p:spPr>
          <a:xfrm>
            <a:off x="228600" y="10510"/>
            <a:ext cx="8763000" cy="1143000"/>
          </a:xfrm>
        </p:spPr>
        <p:txBody>
          <a:bodyPr/>
          <a:lstStyle/>
          <a:p>
            <a:r>
              <a:rPr lang="en-US" dirty="0">
                <a:solidFill>
                  <a:schemeClr val="tx2"/>
                </a:solidFill>
              </a:rPr>
              <a:t>Recording changes (cont.)</a:t>
            </a:r>
          </a:p>
        </p:txBody>
      </p:sp>
      <p:sp>
        <p:nvSpPr>
          <p:cNvPr id="9221" name="Rectangle 5">
            <a:extLst>
              <a:ext uri="{FF2B5EF4-FFF2-40B4-BE49-F238E27FC236}">
                <a16:creationId xmlns:a16="http://schemas.microsoft.com/office/drawing/2014/main" id="{6E9C6141-AEDF-1E63-E5AB-89D71353F76C}"/>
              </a:ext>
            </a:extLst>
          </p:cNvPr>
          <p:cNvSpPr>
            <a:spLocks noGrp="1" noChangeArrowheads="1"/>
          </p:cNvSpPr>
          <p:nvPr>
            <p:ph idx="1"/>
          </p:nvPr>
        </p:nvSpPr>
        <p:spPr>
          <a:xfrm>
            <a:off x="259976" y="990600"/>
            <a:ext cx="8655424" cy="5638800"/>
          </a:xfrm>
        </p:spPr>
        <p:txBody>
          <a:bodyPr/>
          <a:lstStyle/>
          <a:p>
            <a:pPr marL="0" indent="0">
              <a:lnSpc>
                <a:spcPct val="105000"/>
              </a:lnSpc>
              <a:buSzPct val="100000"/>
              <a:buNone/>
            </a:pPr>
            <a:r>
              <a:rPr lang="en-US" sz="2400" dirty="0">
                <a:latin typeface="+mj-lt"/>
              </a:rPr>
              <a:t>Table 3.1: The debit and credit rule</a:t>
            </a:r>
          </a:p>
          <a:p>
            <a:pPr>
              <a:lnSpc>
                <a:spcPct val="105000"/>
              </a:lnSpc>
              <a:buSzPct val="100000"/>
              <a:buFont typeface="Arial" panose="020B0604020202020204" pitchFamily="34" charset="0"/>
              <a:buChar char="•"/>
            </a:pPr>
            <a:endParaRPr lang="en-US" sz="2400" dirty="0">
              <a:latin typeface="+mj-lt"/>
            </a:endParaRPr>
          </a:p>
          <a:p>
            <a:pPr>
              <a:lnSpc>
                <a:spcPct val="105000"/>
              </a:lnSpc>
              <a:buSzPct val="100000"/>
              <a:buFont typeface="Arial" panose="020B0604020202020204" pitchFamily="34" charset="0"/>
              <a:buChar char="•"/>
            </a:pPr>
            <a:endParaRPr lang="en-US" sz="2400" dirty="0">
              <a:latin typeface="+mj-lt"/>
            </a:endParaRPr>
          </a:p>
          <a:p>
            <a:pPr>
              <a:lnSpc>
                <a:spcPct val="105000"/>
              </a:lnSpc>
              <a:buSzPct val="100000"/>
              <a:buFont typeface="Arial" panose="020B0604020202020204" pitchFamily="34" charset="0"/>
              <a:buChar char="•"/>
            </a:pPr>
            <a:endParaRPr lang="en-US" sz="2400" dirty="0">
              <a:latin typeface="+mj-lt"/>
            </a:endParaRPr>
          </a:p>
          <a:p>
            <a:pPr>
              <a:lnSpc>
                <a:spcPct val="105000"/>
              </a:lnSpc>
              <a:buSzPct val="100000"/>
              <a:buFont typeface="Arial" panose="020B0604020202020204" pitchFamily="34" charset="0"/>
              <a:buChar char="•"/>
            </a:pPr>
            <a:endParaRPr lang="en-US" sz="2400" dirty="0">
              <a:latin typeface="+mj-lt"/>
            </a:endParaRPr>
          </a:p>
        </p:txBody>
      </p:sp>
      <p:sp>
        <p:nvSpPr>
          <p:cNvPr id="3" name="Slide Number Placeholder 2">
            <a:extLst>
              <a:ext uri="{FF2B5EF4-FFF2-40B4-BE49-F238E27FC236}">
                <a16:creationId xmlns:a16="http://schemas.microsoft.com/office/drawing/2014/main" id="{98CD4836-7F50-BCD0-5A1C-2E640F46BC11}"/>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10</a:t>
            </a:fld>
            <a:endParaRPr lang="en-US">
              <a:solidFill>
                <a:schemeClr val="tx1"/>
              </a:solidFill>
            </a:endParaRPr>
          </a:p>
        </p:txBody>
      </p:sp>
      <p:graphicFrame>
        <p:nvGraphicFramePr>
          <p:cNvPr id="2" name="Table 1">
            <a:extLst>
              <a:ext uri="{FF2B5EF4-FFF2-40B4-BE49-F238E27FC236}">
                <a16:creationId xmlns:a16="http://schemas.microsoft.com/office/drawing/2014/main" id="{B561AABB-3534-3F41-18F6-6D1B99D8428D}"/>
              </a:ext>
            </a:extLst>
          </p:cNvPr>
          <p:cNvGraphicFramePr>
            <a:graphicFrameLocks noGrp="1"/>
          </p:cNvGraphicFramePr>
          <p:nvPr>
            <p:extLst>
              <p:ext uri="{D42A27DB-BD31-4B8C-83A1-F6EECF244321}">
                <p14:modId xmlns:p14="http://schemas.microsoft.com/office/powerpoint/2010/main" val="3172383926"/>
              </p:ext>
            </p:extLst>
          </p:nvPr>
        </p:nvGraphicFramePr>
        <p:xfrm>
          <a:off x="381000" y="1524000"/>
          <a:ext cx="8458200" cy="357124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1265771900"/>
                    </a:ext>
                  </a:extLst>
                </a:gridCol>
                <a:gridCol w="6172200">
                  <a:extLst>
                    <a:ext uri="{9D8B030D-6E8A-4147-A177-3AD203B41FA5}">
                      <a16:colId xmlns:a16="http://schemas.microsoft.com/office/drawing/2014/main" val="3204204862"/>
                    </a:ext>
                  </a:extLst>
                </a:gridCol>
              </a:tblGrid>
              <a:tr h="370840">
                <a:tc>
                  <a:txBody>
                    <a:bodyPr/>
                    <a:lstStyle/>
                    <a:p>
                      <a:r>
                        <a:rPr lang="en-US" dirty="0"/>
                        <a:t>Type of account</a:t>
                      </a:r>
                      <a:endParaRPr lang="en-ZA" dirty="0"/>
                    </a:p>
                  </a:txBody>
                  <a:tcPr/>
                </a:tc>
                <a:tc>
                  <a:txBody>
                    <a:bodyPr/>
                    <a:lstStyle/>
                    <a:p>
                      <a:r>
                        <a:rPr lang="en-US" dirty="0"/>
                        <a:t>Rule</a:t>
                      </a:r>
                      <a:endParaRPr lang="en-ZA" dirty="0"/>
                    </a:p>
                  </a:txBody>
                  <a:tcPr/>
                </a:tc>
                <a:extLst>
                  <a:ext uri="{0D108BD9-81ED-4DB2-BD59-A6C34878D82A}">
                    <a16:rowId xmlns:a16="http://schemas.microsoft.com/office/drawing/2014/main" val="2887473642"/>
                  </a:ext>
                </a:extLst>
              </a:tr>
              <a:tr h="370840">
                <a:tc>
                  <a:txBody>
                    <a:bodyPr/>
                    <a:lstStyle/>
                    <a:p>
                      <a:r>
                        <a:rPr lang="en-US" dirty="0"/>
                        <a:t>Assets</a:t>
                      </a:r>
                      <a:endParaRPr lang="en-ZA" dirty="0"/>
                    </a:p>
                  </a:txBody>
                  <a:tcPr/>
                </a:tc>
                <a:tc>
                  <a:txBody>
                    <a:bodyPr/>
                    <a:lstStyle/>
                    <a:p>
                      <a:r>
                        <a:rPr lang="en-US" dirty="0"/>
                        <a:t>Increases are recorded by debits</a:t>
                      </a:r>
                      <a:r>
                        <a:rPr lang="en-US"/>
                        <a:t>. </a:t>
                      </a:r>
                    </a:p>
                    <a:p>
                      <a:r>
                        <a:rPr lang="en-US"/>
                        <a:t>Decreases </a:t>
                      </a:r>
                      <a:r>
                        <a:rPr lang="en-US" dirty="0"/>
                        <a:t>are recorded by credits.</a:t>
                      </a:r>
                      <a:endParaRPr lang="en-ZA" dirty="0"/>
                    </a:p>
                  </a:txBody>
                  <a:tcPr/>
                </a:tc>
                <a:extLst>
                  <a:ext uri="{0D108BD9-81ED-4DB2-BD59-A6C34878D82A}">
                    <a16:rowId xmlns:a16="http://schemas.microsoft.com/office/drawing/2014/main" val="3494564840"/>
                  </a:ext>
                </a:extLst>
              </a:tr>
              <a:tr h="370840">
                <a:tc>
                  <a:txBody>
                    <a:bodyPr/>
                    <a:lstStyle/>
                    <a:p>
                      <a:r>
                        <a:rPr lang="en-US" dirty="0"/>
                        <a:t>Liabilities</a:t>
                      </a:r>
                      <a:endParaRPr lang="en-ZA" dirty="0"/>
                    </a:p>
                  </a:txBody>
                  <a:tcPr/>
                </a:tc>
                <a:tc>
                  <a:txBody>
                    <a:bodyPr/>
                    <a:lstStyle/>
                    <a:p>
                      <a:r>
                        <a:rPr lang="en-US" dirty="0"/>
                        <a:t>Increases are recorded by credits.</a:t>
                      </a:r>
                    </a:p>
                    <a:p>
                      <a:r>
                        <a:rPr lang="en-US" dirty="0"/>
                        <a:t>Decreases are recorded by debits.</a:t>
                      </a:r>
                      <a:endParaRPr lang="en-ZA" dirty="0"/>
                    </a:p>
                  </a:txBody>
                  <a:tcPr/>
                </a:tc>
                <a:extLst>
                  <a:ext uri="{0D108BD9-81ED-4DB2-BD59-A6C34878D82A}">
                    <a16:rowId xmlns:a16="http://schemas.microsoft.com/office/drawing/2014/main" val="3509812419"/>
                  </a:ext>
                </a:extLst>
              </a:tr>
              <a:tr h="370840">
                <a:tc>
                  <a:txBody>
                    <a:bodyPr/>
                    <a:lstStyle/>
                    <a:p>
                      <a:r>
                        <a:rPr lang="en-US" dirty="0"/>
                        <a:t>Owners’ equity</a:t>
                      </a:r>
                      <a:endParaRPr lang="en-ZA" dirty="0"/>
                    </a:p>
                  </a:txBody>
                  <a:tcPr/>
                </a:tc>
                <a:tc>
                  <a:txBody>
                    <a:bodyPr/>
                    <a:lstStyle/>
                    <a:p>
                      <a:r>
                        <a:rPr lang="en-US" dirty="0"/>
                        <a:t>Increases are recorded by credits.</a:t>
                      </a:r>
                    </a:p>
                    <a:p>
                      <a:r>
                        <a:rPr lang="en-US" dirty="0"/>
                        <a:t>Decreases are recorded by debits.</a:t>
                      </a:r>
                      <a:endParaRPr lang="en-ZA" dirty="0"/>
                    </a:p>
                  </a:txBody>
                  <a:tcPr/>
                </a:tc>
                <a:extLst>
                  <a:ext uri="{0D108BD9-81ED-4DB2-BD59-A6C34878D82A}">
                    <a16:rowId xmlns:a16="http://schemas.microsoft.com/office/drawing/2014/main" val="1885516088"/>
                  </a:ext>
                </a:extLst>
              </a:tr>
              <a:tr h="370840">
                <a:tc>
                  <a:txBody>
                    <a:bodyPr/>
                    <a:lstStyle/>
                    <a:p>
                      <a:r>
                        <a:rPr lang="en-US" dirty="0"/>
                        <a:t>Revenue (income)</a:t>
                      </a:r>
                      <a:endParaRPr lang="en-ZA" dirty="0"/>
                    </a:p>
                  </a:txBody>
                  <a:tcPr/>
                </a:tc>
                <a:tc>
                  <a:txBody>
                    <a:bodyPr/>
                    <a:lstStyle/>
                    <a:p>
                      <a:r>
                        <a:rPr lang="en-US" dirty="0"/>
                        <a:t>Since revenue increases owners’ equity, it is recorded by a credit </a:t>
                      </a:r>
                      <a:endParaRPr lang="en-ZA" dirty="0"/>
                    </a:p>
                  </a:txBody>
                  <a:tcPr/>
                </a:tc>
                <a:extLst>
                  <a:ext uri="{0D108BD9-81ED-4DB2-BD59-A6C34878D82A}">
                    <a16:rowId xmlns:a16="http://schemas.microsoft.com/office/drawing/2014/main" val="1549345242"/>
                  </a:ext>
                </a:extLst>
              </a:tr>
              <a:tr h="370840">
                <a:tc>
                  <a:txBody>
                    <a:bodyPr/>
                    <a:lstStyle/>
                    <a:p>
                      <a:r>
                        <a:rPr lang="en-US" dirty="0"/>
                        <a:t>Expenses (cost)</a:t>
                      </a:r>
                      <a:endParaRPr lang="en-ZA" dirty="0"/>
                    </a:p>
                  </a:txBody>
                  <a:tcPr/>
                </a:tc>
                <a:tc>
                  <a:txBody>
                    <a:bodyPr/>
                    <a:lstStyle/>
                    <a:p>
                      <a:r>
                        <a:rPr lang="en-US" dirty="0"/>
                        <a:t>Since an expense decrease owners’ equity, it is recorded by a debit</a:t>
                      </a:r>
                      <a:endParaRPr lang="en-ZA" dirty="0"/>
                    </a:p>
                  </a:txBody>
                  <a:tcPr/>
                </a:tc>
                <a:extLst>
                  <a:ext uri="{0D108BD9-81ED-4DB2-BD59-A6C34878D82A}">
                    <a16:rowId xmlns:a16="http://schemas.microsoft.com/office/drawing/2014/main" val="3641084646"/>
                  </a:ext>
                </a:extLst>
              </a:tr>
            </a:tbl>
          </a:graphicData>
        </a:graphic>
      </p:graphicFrame>
    </p:spTree>
    <p:custDataLst>
      <p:tags r:id="rId1"/>
    </p:custDataLst>
    <p:extLst>
      <p:ext uri="{BB962C8B-B14F-4D97-AF65-F5344CB8AC3E}">
        <p14:creationId xmlns:p14="http://schemas.microsoft.com/office/powerpoint/2010/main" val="34208202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651D070-0A62-AF96-642F-6A81C2F26088}"/>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F0110908-3486-CDBD-ACB1-B06B8901C050}"/>
              </a:ext>
            </a:extLst>
          </p:cNvPr>
          <p:cNvSpPr>
            <a:spLocks noGrp="1" noChangeArrowheads="1"/>
          </p:cNvSpPr>
          <p:nvPr>
            <p:ph type="title"/>
          </p:nvPr>
        </p:nvSpPr>
        <p:spPr>
          <a:xfrm>
            <a:off x="228600" y="10510"/>
            <a:ext cx="8763000" cy="1143000"/>
          </a:xfrm>
        </p:spPr>
        <p:txBody>
          <a:bodyPr/>
          <a:lstStyle/>
          <a:p>
            <a:r>
              <a:rPr lang="en-US" dirty="0" err="1">
                <a:solidFill>
                  <a:schemeClr val="tx2"/>
                </a:solidFill>
              </a:rPr>
              <a:t>Summarising</a:t>
            </a:r>
            <a:endParaRPr lang="en-US" dirty="0">
              <a:solidFill>
                <a:schemeClr val="tx2"/>
              </a:solidFill>
            </a:endParaRPr>
          </a:p>
        </p:txBody>
      </p:sp>
      <p:sp>
        <p:nvSpPr>
          <p:cNvPr id="9221" name="Rectangle 5">
            <a:extLst>
              <a:ext uri="{FF2B5EF4-FFF2-40B4-BE49-F238E27FC236}">
                <a16:creationId xmlns:a16="http://schemas.microsoft.com/office/drawing/2014/main" id="{E2D81564-9C92-FA8C-12F6-11679928F4AA}"/>
              </a:ext>
            </a:extLst>
          </p:cNvPr>
          <p:cNvSpPr>
            <a:spLocks noGrp="1" noChangeArrowheads="1"/>
          </p:cNvSpPr>
          <p:nvPr>
            <p:ph idx="1"/>
          </p:nvPr>
        </p:nvSpPr>
        <p:spPr>
          <a:xfrm>
            <a:off x="259976" y="990600"/>
            <a:ext cx="8655424" cy="457200"/>
          </a:xfrm>
        </p:spPr>
        <p:txBody>
          <a:bodyPr/>
          <a:lstStyle/>
          <a:p>
            <a:pPr marL="0" indent="0">
              <a:lnSpc>
                <a:spcPct val="105000"/>
              </a:lnSpc>
              <a:buSzPct val="100000"/>
              <a:buNone/>
            </a:pPr>
            <a:r>
              <a:rPr lang="en-US" sz="2400" dirty="0">
                <a:latin typeface="+mj-lt"/>
              </a:rPr>
              <a:t>Table 3.2: </a:t>
            </a:r>
          </a:p>
          <a:p>
            <a:pPr marL="0" indent="0">
              <a:lnSpc>
                <a:spcPct val="105000"/>
              </a:lnSpc>
              <a:buSzPct val="100000"/>
              <a:buNone/>
            </a:pPr>
            <a:r>
              <a:rPr lang="en-US" sz="2400" dirty="0">
                <a:latin typeface="+mj-lt"/>
              </a:rPr>
              <a:t>An example </a:t>
            </a:r>
          </a:p>
          <a:p>
            <a:pPr marL="0" indent="0">
              <a:lnSpc>
                <a:spcPct val="105000"/>
              </a:lnSpc>
              <a:buSzPct val="100000"/>
              <a:buNone/>
            </a:pPr>
            <a:r>
              <a:rPr lang="en-US" sz="2400" dirty="0">
                <a:latin typeface="+mj-lt"/>
              </a:rPr>
              <a:t>of a statement of </a:t>
            </a:r>
          </a:p>
          <a:p>
            <a:pPr marL="0" indent="0">
              <a:lnSpc>
                <a:spcPct val="105000"/>
              </a:lnSpc>
              <a:buSzPct val="100000"/>
              <a:buNone/>
            </a:pPr>
            <a:r>
              <a:rPr lang="en-US" sz="2400" dirty="0">
                <a:latin typeface="+mj-lt"/>
              </a:rPr>
              <a:t>financial </a:t>
            </a:r>
          </a:p>
          <a:p>
            <a:pPr marL="0" indent="0">
              <a:lnSpc>
                <a:spcPct val="105000"/>
              </a:lnSpc>
              <a:buSzPct val="100000"/>
              <a:buNone/>
            </a:pPr>
            <a:r>
              <a:rPr lang="en-US" sz="2400" dirty="0">
                <a:latin typeface="+mj-lt"/>
              </a:rPr>
              <a:t>performances</a:t>
            </a:r>
          </a:p>
          <a:p>
            <a:pPr>
              <a:lnSpc>
                <a:spcPct val="105000"/>
              </a:lnSpc>
              <a:buSzPct val="100000"/>
              <a:buFont typeface="Arial" panose="020B0604020202020204" pitchFamily="34" charset="0"/>
              <a:buChar char="•"/>
            </a:pPr>
            <a:endParaRPr lang="en-US" sz="2400" dirty="0">
              <a:latin typeface="+mj-lt"/>
            </a:endParaRPr>
          </a:p>
        </p:txBody>
      </p:sp>
      <p:sp>
        <p:nvSpPr>
          <p:cNvPr id="3" name="Slide Number Placeholder 2">
            <a:extLst>
              <a:ext uri="{FF2B5EF4-FFF2-40B4-BE49-F238E27FC236}">
                <a16:creationId xmlns:a16="http://schemas.microsoft.com/office/drawing/2014/main" id="{23D76C5C-7EBC-7897-4F1F-1965A0455FDC}"/>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11</a:t>
            </a:fld>
            <a:endParaRPr lang="en-US">
              <a:solidFill>
                <a:schemeClr val="tx1"/>
              </a:solidFill>
            </a:endParaRPr>
          </a:p>
        </p:txBody>
      </p:sp>
      <p:sp>
        <p:nvSpPr>
          <p:cNvPr id="7" name="Arrow: Down 6">
            <a:extLst>
              <a:ext uri="{FF2B5EF4-FFF2-40B4-BE49-F238E27FC236}">
                <a16:creationId xmlns:a16="http://schemas.microsoft.com/office/drawing/2014/main" id="{41A307CC-E276-05FC-629B-12A6CEE27689}"/>
              </a:ext>
            </a:extLst>
          </p:cNvPr>
          <p:cNvSpPr/>
          <p:nvPr/>
        </p:nvSpPr>
        <p:spPr bwMode="auto">
          <a:xfrm rot="1673260">
            <a:off x="7383669" y="122510"/>
            <a:ext cx="338461" cy="1066800"/>
          </a:xfrm>
          <a:prstGeom prst="downArrow">
            <a:avLst/>
          </a:prstGeom>
          <a:solidFill>
            <a:srgbClr val="C0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8" name="Arrow: Down 7">
            <a:extLst>
              <a:ext uri="{FF2B5EF4-FFF2-40B4-BE49-F238E27FC236}">
                <a16:creationId xmlns:a16="http://schemas.microsoft.com/office/drawing/2014/main" id="{ACA80CEE-AC40-96BA-A71F-42121246AF61}"/>
              </a:ext>
            </a:extLst>
          </p:cNvPr>
          <p:cNvSpPr/>
          <p:nvPr/>
        </p:nvSpPr>
        <p:spPr bwMode="auto">
          <a:xfrm rot="1787373">
            <a:off x="5311964" y="3327655"/>
            <a:ext cx="338461" cy="1066800"/>
          </a:xfrm>
          <a:prstGeom prst="downArrow">
            <a:avLst/>
          </a:prstGeom>
          <a:solidFill>
            <a:srgbClr val="C0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9" name="Arrow: Down 8">
            <a:extLst>
              <a:ext uri="{FF2B5EF4-FFF2-40B4-BE49-F238E27FC236}">
                <a16:creationId xmlns:a16="http://schemas.microsoft.com/office/drawing/2014/main" id="{47E54CBE-7345-50F8-F7AF-630883B20686}"/>
              </a:ext>
            </a:extLst>
          </p:cNvPr>
          <p:cNvSpPr/>
          <p:nvPr/>
        </p:nvSpPr>
        <p:spPr bwMode="auto">
          <a:xfrm rot="1673260">
            <a:off x="5154996" y="1687049"/>
            <a:ext cx="336886" cy="1066800"/>
          </a:xfrm>
          <a:prstGeom prst="downArrow">
            <a:avLst/>
          </a:prstGeom>
          <a:solidFill>
            <a:srgbClr val="C0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10" name="Right Brace 9">
            <a:extLst>
              <a:ext uri="{FF2B5EF4-FFF2-40B4-BE49-F238E27FC236}">
                <a16:creationId xmlns:a16="http://schemas.microsoft.com/office/drawing/2014/main" id="{286EC324-A5E3-40AC-4ABE-5462A9D32347}"/>
              </a:ext>
            </a:extLst>
          </p:cNvPr>
          <p:cNvSpPr/>
          <p:nvPr/>
        </p:nvSpPr>
        <p:spPr bwMode="auto">
          <a:xfrm>
            <a:off x="4679460" y="1571467"/>
            <a:ext cx="352922" cy="2340000"/>
          </a:xfrm>
          <a:prstGeom prst="rightBrace">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11" name="Right Brace 10">
            <a:extLst>
              <a:ext uri="{FF2B5EF4-FFF2-40B4-BE49-F238E27FC236}">
                <a16:creationId xmlns:a16="http://schemas.microsoft.com/office/drawing/2014/main" id="{A7973C37-22EA-A259-B3BB-88307EE710F5}"/>
              </a:ext>
            </a:extLst>
          </p:cNvPr>
          <p:cNvSpPr/>
          <p:nvPr/>
        </p:nvSpPr>
        <p:spPr bwMode="auto">
          <a:xfrm>
            <a:off x="4893808" y="3924234"/>
            <a:ext cx="277148" cy="900000"/>
          </a:xfrm>
          <a:prstGeom prst="rightBrace">
            <a:avLst/>
          </a:prstGeom>
          <a:noFill/>
          <a:ln w="38100"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12" name="Arrow: Down 11">
            <a:extLst>
              <a:ext uri="{FF2B5EF4-FFF2-40B4-BE49-F238E27FC236}">
                <a16:creationId xmlns:a16="http://schemas.microsoft.com/office/drawing/2014/main" id="{3CB33518-2C09-B3EE-48F6-A2E6E37FBFC0}"/>
              </a:ext>
            </a:extLst>
          </p:cNvPr>
          <p:cNvSpPr/>
          <p:nvPr/>
        </p:nvSpPr>
        <p:spPr bwMode="auto">
          <a:xfrm rot="13886940">
            <a:off x="2377255" y="4046168"/>
            <a:ext cx="338461" cy="1066800"/>
          </a:xfrm>
          <a:prstGeom prst="downArrow">
            <a:avLst/>
          </a:prstGeom>
          <a:solidFill>
            <a:srgbClr val="C0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14" name="TextBox 13">
            <a:extLst>
              <a:ext uri="{FF2B5EF4-FFF2-40B4-BE49-F238E27FC236}">
                <a16:creationId xmlns:a16="http://schemas.microsoft.com/office/drawing/2014/main" id="{9E1D0048-FD22-8C53-14CD-98A4846B9BE7}"/>
              </a:ext>
            </a:extLst>
          </p:cNvPr>
          <p:cNvSpPr txBox="1"/>
          <p:nvPr/>
        </p:nvSpPr>
        <p:spPr>
          <a:xfrm>
            <a:off x="193086" y="4510793"/>
            <a:ext cx="2438400" cy="1569660"/>
          </a:xfrm>
          <a:prstGeom prst="rect">
            <a:avLst/>
          </a:prstGeom>
          <a:noFill/>
        </p:spPr>
        <p:txBody>
          <a:bodyPr wrap="square" rtlCol="0">
            <a:spAutoFit/>
          </a:bodyPr>
          <a:lstStyle/>
          <a:p>
            <a:r>
              <a:rPr lang="en-US" sz="2400" dirty="0">
                <a:latin typeface="+mj-lt"/>
              </a:rPr>
              <a:t>Transactions affecting more than accounting period – 2 types</a:t>
            </a:r>
            <a:endParaRPr lang="en-ZA" sz="2400" dirty="0">
              <a:latin typeface="+mj-lt"/>
            </a:endParaRPr>
          </a:p>
        </p:txBody>
      </p:sp>
    </p:spTree>
    <p:custDataLst>
      <p:tags r:id="rId1"/>
    </p:custDataLst>
    <p:extLst>
      <p:ext uri="{BB962C8B-B14F-4D97-AF65-F5344CB8AC3E}">
        <p14:creationId xmlns:p14="http://schemas.microsoft.com/office/powerpoint/2010/main" val="2327765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D2E7148-0AC3-C30C-199C-B2A3C6C4C58A}"/>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0B94FDCE-7BE7-1B4A-4864-2E664B8B6831}"/>
              </a:ext>
            </a:extLst>
          </p:cNvPr>
          <p:cNvSpPr>
            <a:spLocks noGrp="1" noChangeArrowheads="1"/>
          </p:cNvSpPr>
          <p:nvPr>
            <p:ph type="title"/>
          </p:nvPr>
        </p:nvSpPr>
        <p:spPr>
          <a:xfrm>
            <a:off x="228600" y="10510"/>
            <a:ext cx="8763000" cy="1143000"/>
          </a:xfrm>
        </p:spPr>
        <p:txBody>
          <a:bodyPr/>
          <a:lstStyle/>
          <a:p>
            <a:r>
              <a:rPr lang="en-US" dirty="0" err="1">
                <a:solidFill>
                  <a:schemeClr val="tx2"/>
                </a:solidFill>
              </a:rPr>
              <a:t>Summarising</a:t>
            </a:r>
            <a:endParaRPr lang="en-US" dirty="0">
              <a:solidFill>
                <a:schemeClr val="tx2"/>
              </a:solidFill>
            </a:endParaRPr>
          </a:p>
        </p:txBody>
      </p:sp>
      <p:sp>
        <p:nvSpPr>
          <p:cNvPr id="3" name="Slide Number Placeholder 2">
            <a:extLst>
              <a:ext uri="{FF2B5EF4-FFF2-40B4-BE49-F238E27FC236}">
                <a16:creationId xmlns:a16="http://schemas.microsoft.com/office/drawing/2014/main" id="{D9911227-F58D-9CE4-1AF7-24701F10B373}"/>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12</a:t>
            </a:fld>
            <a:endParaRPr lang="en-US">
              <a:solidFill>
                <a:schemeClr val="tx1"/>
              </a:solidFill>
            </a:endParaRPr>
          </a:p>
        </p:txBody>
      </p:sp>
      <p:sp>
        <p:nvSpPr>
          <p:cNvPr id="20" name="TextBox 19">
            <a:extLst>
              <a:ext uri="{FF2B5EF4-FFF2-40B4-BE49-F238E27FC236}">
                <a16:creationId xmlns:a16="http://schemas.microsoft.com/office/drawing/2014/main" id="{7C928FF1-1FB6-5037-3C16-5C8FCF0EB4A5}"/>
              </a:ext>
            </a:extLst>
          </p:cNvPr>
          <p:cNvSpPr txBox="1"/>
          <p:nvPr/>
        </p:nvSpPr>
        <p:spPr>
          <a:xfrm>
            <a:off x="662116" y="5371391"/>
            <a:ext cx="7895968" cy="338554"/>
          </a:xfrm>
          <a:prstGeom prst="rect">
            <a:avLst/>
          </a:prstGeom>
          <a:noFill/>
        </p:spPr>
        <p:txBody>
          <a:bodyPr wrap="square">
            <a:spAutoFit/>
          </a:bodyPr>
          <a:lstStyle/>
          <a:p>
            <a:r>
              <a:rPr lang="en-ZA" sz="1600" dirty="0"/>
              <a:t>Source: </a:t>
            </a:r>
            <a:r>
              <a:rPr lang="en-ZA" sz="1600" dirty="0">
                <a:hlinkClick r:id="rId4"/>
              </a:rPr>
              <a:t>https://thespargroup.com/pdf/SPAR_Group_FY25_AFS.pdf</a:t>
            </a:r>
            <a:r>
              <a:rPr lang="en-ZA" sz="1600" dirty="0"/>
              <a:t> See p 21</a:t>
            </a:r>
          </a:p>
        </p:txBody>
      </p:sp>
    </p:spTree>
    <p:custDataLst>
      <p:tags r:id="rId1"/>
    </p:custDataLst>
    <p:extLst>
      <p:ext uri="{BB962C8B-B14F-4D97-AF65-F5344CB8AC3E}">
        <p14:creationId xmlns:p14="http://schemas.microsoft.com/office/powerpoint/2010/main" val="1086008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D9244B1-31C4-F38C-1AD2-FABE562CF769}"/>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2A8817DD-9FE6-60D2-8115-B5D03F9BF193}"/>
              </a:ext>
            </a:extLst>
          </p:cNvPr>
          <p:cNvSpPr>
            <a:spLocks noGrp="1" noChangeArrowheads="1"/>
          </p:cNvSpPr>
          <p:nvPr>
            <p:ph type="title"/>
          </p:nvPr>
        </p:nvSpPr>
        <p:spPr>
          <a:xfrm>
            <a:off x="228600" y="10510"/>
            <a:ext cx="8763000" cy="1143000"/>
          </a:xfrm>
        </p:spPr>
        <p:txBody>
          <a:bodyPr/>
          <a:lstStyle/>
          <a:p>
            <a:r>
              <a:rPr lang="en-US" dirty="0" err="1">
                <a:solidFill>
                  <a:schemeClr val="tx2"/>
                </a:solidFill>
              </a:rPr>
              <a:t>Summarising</a:t>
            </a:r>
            <a:r>
              <a:rPr lang="en-US" dirty="0">
                <a:solidFill>
                  <a:schemeClr val="tx2"/>
                </a:solidFill>
              </a:rPr>
              <a:t> (cont.)</a:t>
            </a:r>
          </a:p>
        </p:txBody>
      </p:sp>
      <p:sp>
        <p:nvSpPr>
          <p:cNvPr id="9221" name="Rectangle 5">
            <a:extLst>
              <a:ext uri="{FF2B5EF4-FFF2-40B4-BE49-F238E27FC236}">
                <a16:creationId xmlns:a16="http://schemas.microsoft.com/office/drawing/2014/main" id="{7D75D268-1F40-BD09-60B9-0FD6BD25767C}"/>
              </a:ext>
            </a:extLst>
          </p:cNvPr>
          <p:cNvSpPr>
            <a:spLocks noGrp="1" noChangeArrowheads="1"/>
          </p:cNvSpPr>
          <p:nvPr>
            <p:ph idx="1"/>
          </p:nvPr>
        </p:nvSpPr>
        <p:spPr>
          <a:xfrm>
            <a:off x="259976" y="990600"/>
            <a:ext cx="8655424" cy="609600"/>
          </a:xfrm>
        </p:spPr>
        <p:txBody>
          <a:bodyPr/>
          <a:lstStyle/>
          <a:p>
            <a:pPr marL="0" indent="0">
              <a:lnSpc>
                <a:spcPct val="105000"/>
              </a:lnSpc>
              <a:buSzPct val="100000"/>
              <a:buNone/>
            </a:pPr>
            <a:r>
              <a:rPr lang="en-US" sz="2400" dirty="0">
                <a:latin typeface="+mj-lt"/>
              </a:rPr>
              <a:t>Example 3.1</a:t>
            </a:r>
          </a:p>
          <a:p>
            <a:pPr>
              <a:lnSpc>
                <a:spcPct val="105000"/>
              </a:lnSpc>
              <a:buSzPct val="100000"/>
              <a:buFont typeface="Arial" panose="020B0604020202020204" pitchFamily="34" charset="0"/>
              <a:buChar char="•"/>
            </a:pPr>
            <a:r>
              <a:rPr lang="en-US" sz="2400" dirty="0">
                <a:latin typeface="+mj-lt"/>
              </a:rPr>
              <a:t>Cost 			R1 400 000</a:t>
            </a:r>
          </a:p>
          <a:p>
            <a:pPr>
              <a:lnSpc>
                <a:spcPct val="105000"/>
              </a:lnSpc>
              <a:buSzPct val="100000"/>
              <a:buFont typeface="Arial" panose="020B0604020202020204" pitchFamily="34" charset="0"/>
              <a:buChar char="•"/>
            </a:pPr>
            <a:r>
              <a:rPr lang="en-US" sz="2400" dirty="0">
                <a:latin typeface="+mj-lt"/>
              </a:rPr>
              <a:t>Installation cost		R   100 000</a:t>
            </a:r>
          </a:p>
          <a:p>
            <a:pPr>
              <a:lnSpc>
                <a:spcPct val="105000"/>
              </a:lnSpc>
              <a:buSzPct val="100000"/>
              <a:buFont typeface="Arial" panose="020B0604020202020204" pitchFamily="34" charset="0"/>
              <a:buChar char="•"/>
            </a:pPr>
            <a:r>
              <a:rPr lang="en-US" sz="2400" dirty="0">
                <a:latin typeface="+mj-lt"/>
              </a:rPr>
              <a:t>Useable years		5</a:t>
            </a:r>
          </a:p>
          <a:p>
            <a:pPr>
              <a:lnSpc>
                <a:spcPct val="105000"/>
              </a:lnSpc>
              <a:buSzPct val="100000"/>
              <a:buFont typeface="Arial" panose="020B0604020202020204" pitchFamily="34" charset="0"/>
              <a:buChar char="•"/>
            </a:pPr>
            <a:r>
              <a:rPr lang="en-US" sz="2400" dirty="0">
                <a:latin typeface="+mj-lt"/>
              </a:rPr>
              <a:t>Straight-line vs accelerated depreciation</a:t>
            </a:r>
          </a:p>
          <a:p>
            <a:pPr>
              <a:lnSpc>
                <a:spcPct val="105000"/>
              </a:lnSpc>
              <a:buSzPct val="100000"/>
              <a:buFont typeface="Arial" panose="020B0604020202020204" pitchFamily="34" charset="0"/>
              <a:buChar char="•"/>
            </a:pPr>
            <a:r>
              <a:rPr lang="en-US" sz="2400" dirty="0">
                <a:latin typeface="+mj-lt"/>
              </a:rPr>
              <a:t>(R1 400 000 + R100 000) / 5 = R300 000 per annum</a:t>
            </a:r>
          </a:p>
        </p:txBody>
      </p:sp>
      <p:sp>
        <p:nvSpPr>
          <p:cNvPr id="3" name="Slide Number Placeholder 2">
            <a:extLst>
              <a:ext uri="{FF2B5EF4-FFF2-40B4-BE49-F238E27FC236}">
                <a16:creationId xmlns:a16="http://schemas.microsoft.com/office/drawing/2014/main" id="{9C82C1FD-0DE5-47FD-65ED-646D37A3E953}"/>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13</a:t>
            </a:fld>
            <a:endParaRPr lang="en-US">
              <a:solidFill>
                <a:schemeClr val="tx1"/>
              </a:solidFill>
            </a:endParaRPr>
          </a:p>
        </p:txBody>
      </p:sp>
      <p:graphicFrame>
        <p:nvGraphicFramePr>
          <p:cNvPr id="2" name="Table 1">
            <a:extLst>
              <a:ext uri="{FF2B5EF4-FFF2-40B4-BE49-F238E27FC236}">
                <a16:creationId xmlns:a16="http://schemas.microsoft.com/office/drawing/2014/main" id="{6FBF1722-AD13-65E1-E3A9-56BACCC25794}"/>
              </a:ext>
            </a:extLst>
          </p:cNvPr>
          <p:cNvGraphicFramePr>
            <a:graphicFrameLocks noGrp="1"/>
          </p:cNvGraphicFramePr>
          <p:nvPr>
            <p:extLst>
              <p:ext uri="{D42A27DB-BD31-4B8C-83A1-F6EECF244321}">
                <p14:modId xmlns:p14="http://schemas.microsoft.com/office/powerpoint/2010/main" val="2378548210"/>
              </p:ext>
            </p:extLst>
          </p:nvPr>
        </p:nvGraphicFramePr>
        <p:xfrm>
          <a:off x="533400" y="3962400"/>
          <a:ext cx="8153400" cy="2743200"/>
        </p:xfrm>
        <a:graphic>
          <a:graphicData uri="http://schemas.openxmlformats.org/drawingml/2006/table">
            <a:tbl>
              <a:tblPr firstRow="1" bandRow="1">
                <a:tableStyleId>{5C22544A-7EE6-4342-B048-85BDC9FD1C3A}</a:tableStyleId>
              </a:tblPr>
              <a:tblGrid>
                <a:gridCol w="2717800">
                  <a:extLst>
                    <a:ext uri="{9D8B030D-6E8A-4147-A177-3AD203B41FA5}">
                      <a16:colId xmlns:a16="http://schemas.microsoft.com/office/drawing/2014/main" val="1233087380"/>
                    </a:ext>
                  </a:extLst>
                </a:gridCol>
                <a:gridCol w="2717800">
                  <a:extLst>
                    <a:ext uri="{9D8B030D-6E8A-4147-A177-3AD203B41FA5}">
                      <a16:colId xmlns:a16="http://schemas.microsoft.com/office/drawing/2014/main" val="3019632980"/>
                    </a:ext>
                  </a:extLst>
                </a:gridCol>
                <a:gridCol w="2717800">
                  <a:extLst>
                    <a:ext uri="{9D8B030D-6E8A-4147-A177-3AD203B41FA5}">
                      <a16:colId xmlns:a16="http://schemas.microsoft.com/office/drawing/2014/main" val="3308276717"/>
                    </a:ext>
                  </a:extLst>
                </a:gridCol>
              </a:tblGrid>
              <a:tr h="370840">
                <a:tc>
                  <a:txBody>
                    <a:bodyPr/>
                    <a:lstStyle/>
                    <a:p>
                      <a:r>
                        <a:rPr lang="en-US" sz="2400" dirty="0"/>
                        <a:t>Year</a:t>
                      </a:r>
                      <a:endParaRPr lang="en-ZA" sz="2400" dirty="0"/>
                    </a:p>
                  </a:txBody>
                  <a:tcPr/>
                </a:tc>
                <a:tc>
                  <a:txBody>
                    <a:bodyPr/>
                    <a:lstStyle/>
                    <a:p>
                      <a:r>
                        <a:rPr lang="en-US" sz="2400" dirty="0"/>
                        <a:t>Percentage</a:t>
                      </a:r>
                      <a:endParaRPr lang="en-ZA" sz="2400" dirty="0"/>
                    </a:p>
                  </a:txBody>
                  <a:tcPr/>
                </a:tc>
                <a:tc>
                  <a:txBody>
                    <a:bodyPr/>
                    <a:lstStyle/>
                    <a:p>
                      <a:r>
                        <a:rPr lang="en-US" sz="2400" dirty="0"/>
                        <a:t>Amount</a:t>
                      </a:r>
                      <a:endParaRPr lang="en-ZA" sz="2400" dirty="0"/>
                    </a:p>
                  </a:txBody>
                  <a:tcPr/>
                </a:tc>
                <a:extLst>
                  <a:ext uri="{0D108BD9-81ED-4DB2-BD59-A6C34878D82A}">
                    <a16:rowId xmlns:a16="http://schemas.microsoft.com/office/drawing/2014/main" val="1038365010"/>
                  </a:ext>
                </a:extLst>
              </a:tr>
              <a:tr h="370840">
                <a:tc>
                  <a:txBody>
                    <a:bodyPr/>
                    <a:lstStyle/>
                    <a:p>
                      <a:r>
                        <a:rPr lang="en-US" sz="2400" dirty="0"/>
                        <a:t>1</a:t>
                      </a:r>
                      <a:endParaRPr lang="en-ZA" sz="2400" dirty="0"/>
                    </a:p>
                  </a:txBody>
                  <a:tcPr/>
                </a:tc>
                <a:tc>
                  <a:txBody>
                    <a:bodyPr/>
                    <a:lstStyle/>
                    <a:p>
                      <a:r>
                        <a:rPr lang="en-US" sz="2400" dirty="0"/>
                        <a:t>40%</a:t>
                      </a:r>
                      <a:endParaRPr lang="en-ZA" sz="2400" dirty="0"/>
                    </a:p>
                  </a:txBody>
                  <a:tcPr/>
                </a:tc>
                <a:tc>
                  <a:txBody>
                    <a:bodyPr/>
                    <a:lstStyle/>
                    <a:p>
                      <a:r>
                        <a:rPr lang="en-US" sz="2400" dirty="0"/>
                        <a:t>R600 000</a:t>
                      </a:r>
                      <a:endParaRPr lang="en-ZA" sz="2400" dirty="0"/>
                    </a:p>
                  </a:txBody>
                  <a:tcPr/>
                </a:tc>
                <a:extLst>
                  <a:ext uri="{0D108BD9-81ED-4DB2-BD59-A6C34878D82A}">
                    <a16:rowId xmlns:a16="http://schemas.microsoft.com/office/drawing/2014/main" val="1229884116"/>
                  </a:ext>
                </a:extLst>
              </a:tr>
              <a:tr h="370840">
                <a:tc>
                  <a:txBody>
                    <a:bodyPr/>
                    <a:lstStyle/>
                    <a:p>
                      <a:r>
                        <a:rPr lang="en-US" sz="2400" dirty="0"/>
                        <a:t>2</a:t>
                      </a:r>
                      <a:endParaRPr lang="en-ZA" sz="2400" dirty="0"/>
                    </a:p>
                  </a:txBody>
                  <a:tcPr/>
                </a:tc>
                <a:tc>
                  <a:txBody>
                    <a:bodyPr/>
                    <a:lstStyle/>
                    <a:p>
                      <a:r>
                        <a:rPr lang="en-US" sz="2400" dirty="0"/>
                        <a:t>30%</a:t>
                      </a:r>
                      <a:endParaRPr lang="en-ZA" sz="2400" dirty="0"/>
                    </a:p>
                  </a:txBody>
                  <a:tcPr/>
                </a:tc>
                <a:tc>
                  <a:txBody>
                    <a:bodyPr/>
                    <a:lstStyle/>
                    <a:p>
                      <a:r>
                        <a:rPr lang="en-US" sz="2400" dirty="0"/>
                        <a:t>R450 000</a:t>
                      </a:r>
                      <a:endParaRPr lang="en-ZA" sz="2400" dirty="0"/>
                    </a:p>
                  </a:txBody>
                  <a:tcPr/>
                </a:tc>
                <a:extLst>
                  <a:ext uri="{0D108BD9-81ED-4DB2-BD59-A6C34878D82A}">
                    <a16:rowId xmlns:a16="http://schemas.microsoft.com/office/drawing/2014/main" val="3022066992"/>
                  </a:ext>
                </a:extLst>
              </a:tr>
              <a:tr h="370840">
                <a:tc>
                  <a:txBody>
                    <a:bodyPr/>
                    <a:lstStyle/>
                    <a:p>
                      <a:r>
                        <a:rPr lang="en-US" sz="2400" dirty="0"/>
                        <a:t>3</a:t>
                      </a:r>
                      <a:endParaRPr lang="en-ZA" sz="2400" dirty="0"/>
                    </a:p>
                  </a:txBody>
                  <a:tcPr/>
                </a:tc>
                <a:tc>
                  <a:txBody>
                    <a:bodyPr/>
                    <a:lstStyle/>
                    <a:p>
                      <a:r>
                        <a:rPr lang="en-US" sz="2400" dirty="0"/>
                        <a:t>15%</a:t>
                      </a:r>
                      <a:endParaRPr lang="en-ZA" sz="2400" dirty="0"/>
                    </a:p>
                  </a:txBody>
                  <a:tcPr/>
                </a:tc>
                <a:tc>
                  <a:txBody>
                    <a:bodyPr/>
                    <a:lstStyle/>
                    <a:p>
                      <a:r>
                        <a:rPr lang="en-US" sz="2400" dirty="0"/>
                        <a:t>R225 000</a:t>
                      </a:r>
                      <a:endParaRPr lang="en-ZA" sz="2400" dirty="0"/>
                    </a:p>
                  </a:txBody>
                  <a:tcPr/>
                </a:tc>
                <a:extLst>
                  <a:ext uri="{0D108BD9-81ED-4DB2-BD59-A6C34878D82A}">
                    <a16:rowId xmlns:a16="http://schemas.microsoft.com/office/drawing/2014/main" val="895993453"/>
                  </a:ext>
                </a:extLst>
              </a:tr>
              <a:tr h="370840">
                <a:tc>
                  <a:txBody>
                    <a:bodyPr/>
                    <a:lstStyle/>
                    <a:p>
                      <a:r>
                        <a:rPr lang="en-US" sz="2400" dirty="0"/>
                        <a:t>4</a:t>
                      </a:r>
                      <a:endParaRPr lang="en-ZA" sz="2400" dirty="0"/>
                    </a:p>
                  </a:txBody>
                  <a:tcPr/>
                </a:tc>
                <a:tc>
                  <a:txBody>
                    <a:bodyPr/>
                    <a:lstStyle/>
                    <a:p>
                      <a:r>
                        <a:rPr lang="en-US" sz="2400" dirty="0"/>
                        <a:t>10%</a:t>
                      </a:r>
                      <a:endParaRPr lang="en-ZA" sz="2400" dirty="0"/>
                    </a:p>
                  </a:txBody>
                  <a:tcPr/>
                </a:tc>
                <a:tc>
                  <a:txBody>
                    <a:bodyPr/>
                    <a:lstStyle/>
                    <a:p>
                      <a:r>
                        <a:rPr lang="en-US" sz="2400" dirty="0"/>
                        <a:t>R150 000</a:t>
                      </a:r>
                      <a:endParaRPr lang="en-ZA" sz="2400" dirty="0"/>
                    </a:p>
                  </a:txBody>
                  <a:tcPr/>
                </a:tc>
                <a:extLst>
                  <a:ext uri="{0D108BD9-81ED-4DB2-BD59-A6C34878D82A}">
                    <a16:rowId xmlns:a16="http://schemas.microsoft.com/office/drawing/2014/main" val="1297618049"/>
                  </a:ext>
                </a:extLst>
              </a:tr>
              <a:tr h="370840">
                <a:tc>
                  <a:txBody>
                    <a:bodyPr/>
                    <a:lstStyle/>
                    <a:p>
                      <a:r>
                        <a:rPr lang="en-US" sz="2400" dirty="0"/>
                        <a:t>5</a:t>
                      </a:r>
                      <a:endParaRPr lang="en-ZA" sz="2400" dirty="0"/>
                    </a:p>
                  </a:txBody>
                  <a:tcPr/>
                </a:tc>
                <a:tc>
                  <a:txBody>
                    <a:bodyPr/>
                    <a:lstStyle/>
                    <a:p>
                      <a:r>
                        <a:rPr lang="en-US" sz="2400" dirty="0"/>
                        <a:t>5%</a:t>
                      </a:r>
                      <a:endParaRPr lang="en-ZA" sz="2400" dirty="0"/>
                    </a:p>
                  </a:txBody>
                  <a:tcPr/>
                </a:tc>
                <a:tc>
                  <a:txBody>
                    <a:bodyPr/>
                    <a:lstStyle/>
                    <a:p>
                      <a:r>
                        <a:rPr lang="en-US" sz="2400" dirty="0"/>
                        <a:t>R75 000</a:t>
                      </a:r>
                      <a:endParaRPr lang="en-ZA" sz="2400" dirty="0"/>
                    </a:p>
                  </a:txBody>
                  <a:tcPr/>
                </a:tc>
                <a:extLst>
                  <a:ext uri="{0D108BD9-81ED-4DB2-BD59-A6C34878D82A}">
                    <a16:rowId xmlns:a16="http://schemas.microsoft.com/office/drawing/2014/main" val="1802846721"/>
                  </a:ext>
                </a:extLst>
              </a:tr>
            </a:tbl>
          </a:graphicData>
        </a:graphic>
      </p:graphicFrame>
      <p:pic>
        <p:nvPicPr>
          <p:cNvPr id="4098" name="Picture 2" descr="What is Accumulated Depreciation? How it Works and Why You Need it">
            <a:extLst>
              <a:ext uri="{FF2B5EF4-FFF2-40B4-BE49-F238E27FC236}">
                <a16:creationId xmlns:a16="http://schemas.microsoft.com/office/drawing/2014/main" id="{CC4236E8-B0C0-EC21-A86A-C2DBF2E5C6D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6784" y="1066800"/>
            <a:ext cx="3224816" cy="1451167"/>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181669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2D8F0EE-8B99-3370-DB47-9892C7C2D52B}"/>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672B73B9-41FD-EEC7-1F15-314427D0AABC}"/>
              </a:ext>
            </a:extLst>
          </p:cNvPr>
          <p:cNvSpPr>
            <a:spLocks noGrp="1" noChangeArrowheads="1"/>
          </p:cNvSpPr>
          <p:nvPr>
            <p:ph type="title"/>
          </p:nvPr>
        </p:nvSpPr>
        <p:spPr>
          <a:xfrm>
            <a:off x="228600" y="10510"/>
            <a:ext cx="8763000" cy="1143000"/>
          </a:xfrm>
        </p:spPr>
        <p:txBody>
          <a:bodyPr/>
          <a:lstStyle/>
          <a:p>
            <a:r>
              <a:rPr lang="en-US" dirty="0" err="1">
                <a:solidFill>
                  <a:schemeClr val="tx2"/>
                </a:solidFill>
              </a:rPr>
              <a:t>Summarising</a:t>
            </a:r>
            <a:r>
              <a:rPr lang="en-US" dirty="0">
                <a:solidFill>
                  <a:schemeClr val="tx2"/>
                </a:solidFill>
              </a:rPr>
              <a:t> (cont.)</a:t>
            </a:r>
          </a:p>
        </p:txBody>
      </p:sp>
      <p:sp>
        <p:nvSpPr>
          <p:cNvPr id="9221" name="Rectangle 5">
            <a:extLst>
              <a:ext uri="{FF2B5EF4-FFF2-40B4-BE49-F238E27FC236}">
                <a16:creationId xmlns:a16="http://schemas.microsoft.com/office/drawing/2014/main" id="{E6B6B8B4-7492-4EA6-19CA-AA5ECA1E1CB2}"/>
              </a:ext>
            </a:extLst>
          </p:cNvPr>
          <p:cNvSpPr>
            <a:spLocks noGrp="1" noChangeArrowheads="1"/>
          </p:cNvSpPr>
          <p:nvPr>
            <p:ph idx="1"/>
          </p:nvPr>
        </p:nvSpPr>
        <p:spPr>
          <a:xfrm>
            <a:off x="259976" y="990600"/>
            <a:ext cx="8655424" cy="5486400"/>
          </a:xfrm>
        </p:spPr>
        <p:txBody>
          <a:bodyPr/>
          <a:lstStyle/>
          <a:p>
            <a:pPr marL="0" indent="0">
              <a:lnSpc>
                <a:spcPct val="105000"/>
              </a:lnSpc>
              <a:buSzPct val="100000"/>
              <a:buNone/>
            </a:pPr>
            <a:r>
              <a:rPr lang="en-US" sz="2400" dirty="0">
                <a:latin typeface="+mj-lt"/>
              </a:rPr>
              <a:t>Table 3.3: Example of a condensed statement of financial performance	</a:t>
            </a:r>
          </a:p>
        </p:txBody>
      </p:sp>
      <p:sp>
        <p:nvSpPr>
          <p:cNvPr id="3" name="Slide Number Placeholder 2">
            <a:extLst>
              <a:ext uri="{FF2B5EF4-FFF2-40B4-BE49-F238E27FC236}">
                <a16:creationId xmlns:a16="http://schemas.microsoft.com/office/drawing/2014/main" id="{2C9107D2-E062-5EDC-CD77-23D265DD6B18}"/>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14</a:t>
            </a:fld>
            <a:endParaRPr lang="en-US">
              <a:solidFill>
                <a:schemeClr val="tx1"/>
              </a:solidFill>
            </a:endParaRPr>
          </a:p>
        </p:txBody>
      </p:sp>
    </p:spTree>
    <p:custDataLst>
      <p:tags r:id="rId1"/>
    </p:custDataLst>
    <p:extLst>
      <p:ext uri="{BB962C8B-B14F-4D97-AF65-F5344CB8AC3E}">
        <p14:creationId xmlns:p14="http://schemas.microsoft.com/office/powerpoint/2010/main" val="19402142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B31870A-EF5C-FABF-844E-638EDCFE1693}"/>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6B94E250-75E8-E64B-D8B3-158766273A83}"/>
              </a:ext>
            </a:extLst>
          </p:cNvPr>
          <p:cNvSpPr>
            <a:spLocks noGrp="1" noChangeArrowheads="1"/>
          </p:cNvSpPr>
          <p:nvPr>
            <p:ph type="title"/>
          </p:nvPr>
        </p:nvSpPr>
        <p:spPr>
          <a:xfrm>
            <a:off x="228600" y="10510"/>
            <a:ext cx="8763000" cy="1143000"/>
          </a:xfrm>
        </p:spPr>
        <p:txBody>
          <a:bodyPr/>
          <a:lstStyle/>
          <a:p>
            <a:r>
              <a:rPr lang="en-US" dirty="0" err="1">
                <a:solidFill>
                  <a:schemeClr val="tx2"/>
                </a:solidFill>
              </a:rPr>
              <a:t>Summarising</a:t>
            </a:r>
            <a:r>
              <a:rPr lang="en-US" dirty="0">
                <a:solidFill>
                  <a:schemeClr val="tx2"/>
                </a:solidFill>
              </a:rPr>
              <a:t> (cont.)</a:t>
            </a:r>
          </a:p>
        </p:txBody>
      </p:sp>
      <p:sp>
        <p:nvSpPr>
          <p:cNvPr id="9221" name="Rectangle 5">
            <a:extLst>
              <a:ext uri="{FF2B5EF4-FFF2-40B4-BE49-F238E27FC236}">
                <a16:creationId xmlns:a16="http://schemas.microsoft.com/office/drawing/2014/main" id="{16F448BA-3BD4-99FA-0320-773AB2038E89}"/>
              </a:ext>
            </a:extLst>
          </p:cNvPr>
          <p:cNvSpPr>
            <a:spLocks noGrp="1" noChangeArrowheads="1"/>
          </p:cNvSpPr>
          <p:nvPr>
            <p:ph idx="1"/>
          </p:nvPr>
        </p:nvSpPr>
        <p:spPr>
          <a:xfrm>
            <a:off x="259976" y="990600"/>
            <a:ext cx="8655424" cy="5486400"/>
          </a:xfrm>
        </p:spPr>
        <p:txBody>
          <a:bodyPr/>
          <a:lstStyle/>
          <a:p>
            <a:pPr marL="0" indent="0">
              <a:lnSpc>
                <a:spcPct val="105000"/>
              </a:lnSpc>
              <a:buSzPct val="100000"/>
              <a:buNone/>
            </a:pPr>
            <a:r>
              <a:rPr lang="en-US" sz="2400" dirty="0">
                <a:latin typeface="+mj-lt"/>
              </a:rPr>
              <a:t>Table 3.4: Example of an old-fashioned statement of financial position	</a:t>
            </a:r>
          </a:p>
        </p:txBody>
      </p:sp>
      <p:sp>
        <p:nvSpPr>
          <p:cNvPr id="3" name="Slide Number Placeholder 2">
            <a:extLst>
              <a:ext uri="{FF2B5EF4-FFF2-40B4-BE49-F238E27FC236}">
                <a16:creationId xmlns:a16="http://schemas.microsoft.com/office/drawing/2014/main" id="{B3B6434B-D9EB-E4FD-0A73-4D5DC4298422}"/>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15</a:t>
            </a:fld>
            <a:endParaRPr lang="en-US">
              <a:solidFill>
                <a:schemeClr val="tx1"/>
              </a:solidFill>
            </a:endParaRPr>
          </a:p>
        </p:txBody>
      </p:sp>
      <p:graphicFrame>
        <p:nvGraphicFramePr>
          <p:cNvPr id="2" name="Table 1">
            <a:extLst>
              <a:ext uri="{FF2B5EF4-FFF2-40B4-BE49-F238E27FC236}">
                <a16:creationId xmlns:a16="http://schemas.microsoft.com/office/drawing/2014/main" id="{AF9A64DD-473B-6936-8AE9-97150AC9A04C}"/>
              </a:ext>
            </a:extLst>
          </p:cNvPr>
          <p:cNvGraphicFramePr>
            <a:graphicFrameLocks noGrp="1"/>
          </p:cNvGraphicFramePr>
          <p:nvPr>
            <p:extLst>
              <p:ext uri="{D42A27DB-BD31-4B8C-83A1-F6EECF244321}">
                <p14:modId xmlns:p14="http://schemas.microsoft.com/office/powerpoint/2010/main" val="1668136187"/>
              </p:ext>
            </p:extLst>
          </p:nvPr>
        </p:nvGraphicFramePr>
        <p:xfrm>
          <a:off x="259976" y="1905000"/>
          <a:ext cx="8503025" cy="4038599"/>
        </p:xfrm>
        <a:graphic>
          <a:graphicData uri="http://schemas.openxmlformats.org/drawingml/2006/table">
            <a:tbl>
              <a:tblPr firstRow="1" bandRow="1">
                <a:tableStyleId>{5C22544A-7EE6-4342-B048-85BDC9FD1C3A}</a:tableStyleId>
              </a:tblPr>
              <a:tblGrid>
                <a:gridCol w="2407024">
                  <a:extLst>
                    <a:ext uri="{9D8B030D-6E8A-4147-A177-3AD203B41FA5}">
                      <a16:colId xmlns:a16="http://schemas.microsoft.com/office/drawing/2014/main" val="2062464909"/>
                    </a:ext>
                  </a:extLst>
                </a:gridCol>
                <a:gridCol w="1676400">
                  <a:extLst>
                    <a:ext uri="{9D8B030D-6E8A-4147-A177-3AD203B41FA5}">
                      <a16:colId xmlns:a16="http://schemas.microsoft.com/office/drawing/2014/main" val="800744583"/>
                    </a:ext>
                  </a:extLst>
                </a:gridCol>
                <a:gridCol w="304800">
                  <a:extLst>
                    <a:ext uri="{9D8B030D-6E8A-4147-A177-3AD203B41FA5}">
                      <a16:colId xmlns:a16="http://schemas.microsoft.com/office/drawing/2014/main" val="86201184"/>
                    </a:ext>
                  </a:extLst>
                </a:gridCol>
                <a:gridCol w="2667000">
                  <a:extLst>
                    <a:ext uri="{9D8B030D-6E8A-4147-A177-3AD203B41FA5}">
                      <a16:colId xmlns:a16="http://schemas.microsoft.com/office/drawing/2014/main" val="629967616"/>
                    </a:ext>
                  </a:extLst>
                </a:gridCol>
                <a:gridCol w="1447801">
                  <a:extLst>
                    <a:ext uri="{9D8B030D-6E8A-4147-A177-3AD203B41FA5}">
                      <a16:colId xmlns:a16="http://schemas.microsoft.com/office/drawing/2014/main" val="1670785927"/>
                    </a:ext>
                  </a:extLst>
                </a:gridCol>
              </a:tblGrid>
              <a:tr h="402207">
                <a:tc gridSpan="5">
                  <a:txBody>
                    <a:bodyPr/>
                    <a:lstStyle/>
                    <a:p>
                      <a:pPr algn="ctr"/>
                      <a:r>
                        <a:rPr lang="en-US" dirty="0">
                          <a:solidFill>
                            <a:schemeClr val="tx1"/>
                          </a:solidFill>
                        </a:rPr>
                        <a:t>STATEMENT OF FINANCIAL POSITION AS AT 28 FEBRUARY 2022</a:t>
                      </a:r>
                      <a:endParaRPr lang="en-ZA" dirty="0">
                        <a:solidFill>
                          <a:schemeClr val="tx1"/>
                        </a:solidFill>
                      </a:endParaRPr>
                    </a:p>
                  </a:txBody>
                  <a:tcPr>
                    <a:noFill/>
                  </a:tcPr>
                </a:tc>
                <a:tc hMerge="1">
                  <a:txBody>
                    <a:bodyPr/>
                    <a:lstStyle/>
                    <a:p>
                      <a:endParaRPr lang="en-ZA" dirty="0"/>
                    </a:p>
                  </a:txBody>
                  <a:tcPr/>
                </a:tc>
                <a:tc hMerge="1">
                  <a:txBody>
                    <a:bodyPr/>
                    <a:lstStyle/>
                    <a:p>
                      <a:endParaRPr lang="en-ZA"/>
                    </a:p>
                  </a:txBody>
                  <a:tcPr/>
                </a:tc>
                <a:tc hMerge="1">
                  <a:txBody>
                    <a:bodyPr/>
                    <a:lstStyle/>
                    <a:p>
                      <a:endParaRPr lang="en-ZA" dirty="0"/>
                    </a:p>
                  </a:txBody>
                  <a:tcPr/>
                </a:tc>
                <a:tc hMerge="1">
                  <a:txBody>
                    <a:bodyPr/>
                    <a:lstStyle/>
                    <a:p>
                      <a:endParaRPr lang="en-ZA" dirty="0"/>
                    </a:p>
                  </a:txBody>
                  <a:tcPr/>
                </a:tc>
                <a:extLst>
                  <a:ext uri="{0D108BD9-81ED-4DB2-BD59-A6C34878D82A}">
                    <a16:rowId xmlns:a16="http://schemas.microsoft.com/office/drawing/2014/main" val="3615185384"/>
                  </a:ext>
                </a:extLst>
              </a:tr>
              <a:tr h="402207">
                <a:tc gridSpan="2">
                  <a:txBody>
                    <a:bodyPr/>
                    <a:lstStyle/>
                    <a:p>
                      <a:r>
                        <a:rPr lang="en-US" b="1" dirty="0"/>
                        <a:t>ASSETS</a:t>
                      </a:r>
                      <a:endParaRPr lang="en-ZA" b="1" dirty="0"/>
                    </a:p>
                  </a:txBody>
                  <a:tcPr>
                    <a:noFill/>
                  </a:tcPr>
                </a:tc>
                <a:tc hMerge="1">
                  <a:txBody>
                    <a:bodyPr/>
                    <a:lstStyle/>
                    <a:p>
                      <a:endParaRPr lang="en-ZA" dirty="0"/>
                    </a:p>
                  </a:txBody>
                  <a:tcPr/>
                </a:tc>
                <a:tc>
                  <a:txBody>
                    <a:bodyPr/>
                    <a:lstStyle/>
                    <a:p>
                      <a:endParaRPr lang="en-ZA" b="1" dirty="0"/>
                    </a:p>
                  </a:txBody>
                  <a:tcPr>
                    <a:noFill/>
                  </a:tcPr>
                </a:tc>
                <a:tc gridSpan="2">
                  <a:txBody>
                    <a:bodyPr/>
                    <a:lstStyle/>
                    <a:p>
                      <a:r>
                        <a:rPr lang="en-US" b="1" dirty="0"/>
                        <a:t>SHAREHOLDERS’ INTEREST</a:t>
                      </a:r>
                      <a:endParaRPr lang="en-ZA" b="1" dirty="0"/>
                    </a:p>
                  </a:txBody>
                  <a:tcPr>
                    <a:noFill/>
                  </a:tcPr>
                </a:tc>
                <a:tc hMerge="1">
                  <a:txBody>
                    <a:bodyPr/>
                    <a:lstStyle/>
                    <a:p>
                      <a:endParaRPr lang="en-ZA" dirty="0"/>
                    </a:p>
                  </a:txBody>
                  <a:tcPr/>
                </a:tc>
                <a:extLst>
                  <a:ext uri="{0D108BD9-81ED-4DB2-BD59-A6C34878D82A}">
                    <a16:rowId xmlns:a16="http://schemas.microsoft.com/office/drawing/2014/main" val="3046255869"/>
                  </a:ext>
                </a:extLst>
              </a:tr>
              <a:tr h="402207">
                <a:tc>
                  <a:txBody>
                    <a:bodyPr/>
                    <a:lstStyle/>
                    <a:p>
                      <a:r>
                        <a:rPr lang="en-US" dirty="0"/>
                        <a:t>Land and buildings</a:t>
                      </a:r>
                      <a:endParaRPr lang="en-ZA" dirty="0"/>
                    </a:p>
                  </a:txBody>
                  <a:tcPr>
                    <a:noFill/>
                  </a:tcPr>
                </a:tc>
                <a:tc>
                  <a:txBody>
                    <a:bodyPr/>
                    <a:lstStyle/>
                    <a:p>
                      <a:pPr algn="r"/>
                      <a:r>
                        <a:rPr lang="en-US" dirty="0"/>
                        <a:t>8 490 200</a:t>
                      </a:r>
                      <a:endParaRPr lang="en-ZA" dirty="0"/>
                    </a:p>
                  </a:txBody>
                  <a:tcPr>
                    <a:noFill/>
                  </a:tcPr>
                </a:tc>
                <a:tc>
                  <a:txBody>
                    <a:bodyPr/>
                    <a:lstStyle/>
                    <a:p>
                      <a:pPr algn="r"/>
                      <a:endParaRPr lang="en-ZA" dirty="0"/>
                    </a:p>
                  </a:txBody>
                  <a:tcPr>
                    <a:noFill/>
                  </a:tcPr>
                </a:tc>
                <a:tc>
                  <a:txBody>
                    <a:bodyPr/>
                    <a:lstStyle/>
                    <a:p>
                      <a:r>
                        <a:rPr lang="en-US" dirty="0"/>
                        <a:t>Ordinary shares</a:t>
                      </a:r>
                      <a:endParaRPr lang="en-ZA" dirty="0"/>
                    </a:p>
                  </a:txBody>
                  <a:tcPr>
                    <a:noFill/>
                  </a:tcPr>
                </a:tc>
                <a:tc>
                  <a:txBody>
                    <a:bodyPr/>
                    <a:lstStyle/>
                    <a:p>
                      <a:pPr algn="r"/>
                      <a:r>
                        <a:rPr lang="en-US" dirty="0"/>
                        <a:t>12 000 000</a:t>
                      </a:r>
                      <a:endParaRPr lang="en-ZA" dirty="0"/>
                    </a:p>
                  </a:txBody>
                  <a:tcPr>
                    <a:noFill/>
                  </a:tcPr>
                </a:tc>
                <a:extLst>
                  <a:ext uri="{0D108BD9-81ED-4DB2-BD59-A6C34878D82A}">
                    <a16:rowId xmlns:a16="http://schemas.microsoft.com/office/drawing/2014/main" val="2930766470"/>
                  </a:ext>
                </a:extLst>
              </a:tr>
              <a:tr h="402207">
                <a:tc>
                  <a:txBody>
                    <a:bodyPr/>
                    <a:lstStyle/>
                    <a:p>
                      <a:r>
                        <a:rPr lang="en-US" dirty="0"/>
                        <a:t>Plant and equipment</a:t>
                      </a:r>
                      <a:endParaRPr lang="en-ZA" dirty="0"/>
                    </a:p>
                  </a:txBody>
                  <a:tcPr>
                    <a:noFill/>
                  </a:tcPr>
                </a:tc>
                <a:tc>
                  <a:txBody>
                    <a:bodyPr/>
                    <a:lstStyle/>
                    <a:p>
                      <a:pPr algn="r"/>
                      <a:r>
                        <a:rPr lang="en-US" dirty="0"/>
                        <a:t>7 252 200</a:t>
                      </a:r>
                      <a:endParaRPr lang="en-ZA" dirty="0"/>
                    </a:p>
                  </a:txBody>
                  <a:tcPr>
                    <a:noFill/>
                  </a:tcPr>
                </a:tc>
                <a:tc>
                  <a:txBody>
                    <a:bodyPr/>
                    <a:lstStyle/>
                    <a:p>
                      <a:pPr algn="r"/>
                      <a:endParaRPr lang="en-ZA" dirty="0"/>
                    </a:p>
                  </a:txBody>
                  <a:tcPr>
                    <a:noFill/>
                  </a:tcPr>
                </a:tc>
                <a:tc>
                  <a:txBody>
                    <a:bodyPr/>
                    <a:lstStyle/>
                    <a:p>
                      <a:r>
                        <a:rPr lang="en-US" dirty="0"/>
                        <a:t>Preference shares</a:t>
                      </a:r>
                      <a:endParaRPr lang="en-ZA" dirty="0"/>
                    </a:p>
                  </a:txBody>
                  <a:tcPr>
                    <a:noFill/>
                  </a:tcPr>
                </a:tc>
                <a:tc>
                  <a:txBody>
                    <a:bodyPr/>
                    <a:lstStyle/>
                    <a:p>
                      <a:pPr algn="r"/>
                      <a:r>
                        <a:rPr lang="en-US" dirty="0"/>
                        <a:t>1 000 000</a:t>
                      </a:r>
                      <a:endParaRPr lang="en-ZA" dirty="0"/>
                    </a:p>
                  </a:txBody>
                  <a:tcPr>
                    <a:noFill/>
                  </a:tcPr>
                </a:tc>
                <a:extLst>
                  <a:ext uri="{0D108BD9-81ED-4DB2-BD59-A6C34878D82A}">
                    <a16:rowId xmlns:a16="http://schemas.microsoft.com/office/drawing/2014/main" val="1426822020"/>
                  </a:ext>
                </a:extLst>
              </a:tr>
              <a:tr h="402207">
                <a:tc>
                  <a:txBody>
                    <a:bodyPr/>
                    <a:lstStyle/>
                    <a:p>
                      <a:r>
                        <a:rPr lang="en-US" dirty="0"/>
                        <a:t>Vehicles</a:t>
                      </a:r>
                      <a:endParaRPr lang="en-ZA" dirty="0"/>
                    </a:p>
                  </a:txBody>
                  <a:tcPr>
                    <a:noFill/>
                  </a:tcPr>
                </a:tc>
                <a:tc>
                  <a:txBody>
                    <a:bodyPr/>
                    <a:lstStyle/>
                    <a:p>
                      <a:pPr algn="r"/>
                      <a:r>
                        <a:rPr lang="en-US" dirty="0"/>
                        <a:t>1 238 000</a:t>
                      </a:r>
                      <a:endParaRPr lang="en-ZA" dirty="0"/>
                    </a:p>
                  </a:txBody>
                  <a:tcPr>
                    <a:noFill/>
                  </a:tcPr>
                </a:tc>
                <a:tc>
                  <a:txBody>
                    <a:bodyPr/>
                    <a:lstStyle/>
                    <a:p>
                      <a:pPr algn="r"/>
                      <a:endParaRPr lang="en-ZA" dirty="0"/>
                    </a:p>
                  </a:txBody>
                  <a:tcPr>
                    <a:noFill/>
                  </a:tcPr>
                </a:tc>
                <a:tc>
                  <a:txBody>
                    <a:bodyPr/>
                    <a:lstStyle/>
                    <a:p>
                      <a:r>
                        <a:rPr lang="en-US" dirty="0"/>
                        <a:t>Retained earnings</a:t>
                      </a:r>
                      <a:endParaRPr lang="en-ZA" dirty="0"/>
                    </a:p>
                  </a:txBody>
                  <a:tcPr>
                    <a:noFill/>
                  </a:tcPr>
                </a:tc>
                <a:tc>
                  <a:txBody>
                    <a:bodyPr/>
                    <a:lstStyle/>
                    <a:p>
                      <a:pPr algn="r"/>
                      <a:r>
                        <a:rPr lang="en-US" dirty="0"/>
                        <a:t>7 870 500</a:t>
                      </a:r>
                      <a:endParaRPr lang="en-ZA" dirty="0"/>
                    </a:p>
                  </a:txBody>
                  <a:tcPr>
                    <a:noFill/>
                  </a:tcPr>
                </a:tc>
                <a:extLst>
                  <a:ext uri="{0D108BD9-81ED-4DB2-BD59-A6C34878D82A}">
                    <a16:rowId xmlns:a16="http://schemas.microsoft.com/office/drawing/2014/main" val="2254864168"/>
                  </a:ext>
                </a:extLst>
              </a:tr>
              <a:tr h="402207">
                <a:tc>
                  <a:txBody>
                    <a:bodyPr/>
                    <a:lstStyle/>
                    <a:p>
                      <a:r>
                        <a:rPr lang="en-US" b="1" dirty="0"/>
                        <a:t>Current assets</a:t>
                      </a:r>
                      <a:endParaRPr lang="en-ZA" b="1" dirty="0"/>
                    </a:p>
                  </a:txBody>
                  <a:tcPr>
                    <a:noFill/>
                  </a:tcPr>
                </a:tc>
                <a:tc>
                  <a:txBody>
                    <a:bodyPr/>
                    <a:lstStyle/>
                    <a:p>
                      <a:pPr algn="r"/>
                      <a:endParaRPr lang="en-ZA" dirty="0"/>
                    </a:p>
                  </a:txBody>
                  <a:tcPr>
                    <a:noFill/>
                  </a:tcPr>
                </a:tc>
                <a:tc>
                  <a:txBody>
                    <a:bodyPr/>
                    <a:lstStyle/>
                    <a:p>
                      <a:pPr algn="r"/>
                      <a:endParaRPr lang="en-ZA" dirty="0"/>
                    </a:p>
                  </a:txBody>
                  <a:tcPr>
                    <a:noFill/>
                  </a:tcPr>
                </a:tc>
                <a:tc>
                  <a:txBody>
                    <a:bodyPr/>
                    <a:lstStyle/>
                    <a:p>
                      <a:r>
                        <a:rPr lang="en-US" b="1" dirty="0"/>
                        <a:t>Long-term liabilities</a:t>
                      </a:r>
                      <a:endParaRPr lang="en-ZA" b="1" dirty="0"/>
                    </a:p>
                  </a:txBody>
                  <a:tcPr>
                    <a:noFill/>
                  </a:tcPr>
                </a:tc>
                <a:tc>
                  <a:txBody>
                    <a:bodyPr/>
                    <a:lstStyle/>
                    <a:p>
                      <a:pPr algn="r"/>
                      <a:endParaRPr lang="en-ZA" dirty="0"/>
                    </a:p>
                  </a:txBody>
                  <a:tcPr>
                    <a:noFill/>
                  </a:tcPr>
                </a:tc>
                <a:extLst>
                  <a:ext uri="{0D108BD9-81ED-4DB2-BD59-A6C34878D82A}">
                    <a16:rowId xmlns:a16="http://schemas.microsoft.com/office/drawing/2014/main" val="497781649"/>
                  </a:ext>
                </a:extLst>
              </a:tr>
              <a:tr h="402207">
                <a:tc>
                  <a:txBody>
                    <a:bodyPr/>
                    <a:lstStyle/>
                    <a:p>
                      <a:r>
                        <a:rPr lang="en-US" dirty="0"/>
                        <a:t>Cash</a:t>
                      </a:r>
                      <a:endParaRPr lang="en-ZA" dirty="0"/>
                    </a:p>
                  </a:txBody>
                  <a:tcPr>
                    <a:noFill/>
                  </a:tcPr>
                </a:tc>
                <a:tc>
                  <a:txBody>
                    <a:bodyPr/>
                    <a:lstStyle/>
                    <a:p>
                      <a:pPr algn="r"/>
                      <a:r>
                        <a:rPr lang="en-US" dirty="0"/>
                        <a:t>690 080</a:t>
                      </a:r>
                      <a:endParaRPr lang="en-ZA" dirty="0"/>
                    </a:p>
                  </a:txBody>
                  <a:tcPr>
                    <a:noFill/>
                  </a:tcPr>
                </a:tc>
                <a:tc>
                  <a:txBody>
                    <a:bodyPr/>
                    <a:lstStyle/>
                    <a:p>
                      <a:pPr algn="r"/>
                      <a:endParaRPr lang="en-ZA" dirty="0"/>
                    </a:p>
                  </a:txBody>
                  <a:tcPr>
                    <a:noFill/>
                  </a:tcPr>
                </a:tc>
                <a:tc>
                  <a:txBody>
                    <a:bodyPr/>
                    <a:lstStyle/>
                    <a:p>
                      <a:r>
                        <a:rPr lang="en-US" dirty="0"/>
                        <a:t>Mortgage loan</a:t>
                      </a:r>
                      <a:endParaRPr lang="en-ZA" dirty="0"/>
                    </a:p>
                  </a:txBody>
                  <a:tcPr>
                    <a:noFill/>
                  </a:tcPr>
                </a:tc>
                <a:tc>
                  <a:txBody>
                    <a:bodyPr/>
                    <a:lstStyle/>
                    <a:p>
                      <a:pPr algn="r"/>
                      <a:r>
                        <a:rPr lang="en-US" dirty="0"/>
                        <a:t>2 400 000</a:t>
                      </a:r>
                      <a:endParaRPr lang="en-ZA" dirty="0"/>
                    </a:p>
                  </a:txBody>
                  <a:tcPr>
                    <a:noFill/>
                  </a:tcPr>
                </a:tc>
                <a:extLst>
                  <a:ext uri="{0D108BD9-81ED-4DB2-BD59-A6C34878D82A}">
                    <a16:rowId xmlns:a16="http://schemas.microsoft.com/office/drawing/2014/main" val="3448324606"/>
                  </a:ext>
                </a:extLst>
              </a:tr>
              <a:tr h="402207">
                <a:tc>
                  <a:txBody>
                    <a:bodyPr/>
                    <a:lstStyle/>
                    <a:p>
                      <a:r>
                        <a:rPr lang="en-US" dirty="0"/>
                        <a:t>Accounts receivable</a:t>
                      </a:r>
                      <a:endParaRPr lang="en-ZA" dirty="0"/>
                    </a:p>
                  </a:txBody>
                  <a:tcPr>
                    <a:noFill/>
                  </a:tcPr>
                </a:tc>
                <a:tc>
                  <a:txBody>
                    <a:bodyPr/>
                    <a:lstStyle/>
                    <a:p>
                      <a:pPr algn="r"/>
                      <a:r>
                        <a:rPr lang="en-US" dirty="0"/>
                        <a:t>4 800 020</a:t>
                      </a:r>
                      <a:endParaRPr lang="en-ZA" dirty="0"/>
                    </a:p>
                  </a:txBody>
                  <a:tcPr>
                    <a:noFill/>
                  </a:tcPr>
                </a:tc>
                <a:tc>
                  <a:txBody>
                    <a:bodyPr/>
                    <a:lstStyle/>
                    <a:p>
                      <a:pPr algn="r"/>
                      <a:endParaRPr lang="en-ZA" dirty="0"/>
                    </a:p>
                  </a:txBody>
                  <a:tcPr>
                    <a:noFill/>
                  </a:tcPr>
                </a:tc>
                <a:tc>
                  <a:txBody>
                    <a:bodyPr/>
                    <a:lstStyle/>
                    <a:p>
                      <a:r>
                        <a:rPr lang="en-US" b="1" dirty="0"/>
                        <a:t>Current liabilities</a:t>
                      </a:r>
                      <a:endParaRPr lang="en-ZA" b="1" dirty="0"/>
                    </a:p>
                  </a:txBody>
                  <a:tcPr>
                    <a:noFill/>
                  </a:tcPr>
                </a:tc>
                <a:tc>
                  <a:txBody>
                    <a:bodyPr/>
                    <a:lstStyle/>
                    <a:p>
                      <a:pPr algn="r"/>
                      <a:endParaRPr lang="en-ZA" dirty="0"/>
                    </a:p>
                  </a:txBody>
                  <a:tcPr>
                    <a:noFill/>
                  </a:tcPr>
                </a:tc>
                <a:extLst>
                  <a:ext uri="{0D108BD9-81ED-4DB2-BD59-A6C34878D82A}">
                    <a16:rowId xmlns:a16="http://schemas.microsoft.com/office/drawing/2014/main" val="226494159"/>
                  </a:ext>
                </a:extLst>
              </a:tr>
              <a:tr h="418736">
                <a:tc>
                  <a:txBody>
                    <a:bodyPr/>
                    <a:lstStyle/>
                    <a:p>
                      <a:r>
                        <a:rPr lang="en-US" dirty="0"/>
                        <a:t>Inventory</a:t>
                      </a:r>
                      <a:endParaRPr lang="en-ZA" dirty="0"/>
                    </a:p>
                  </a:txBody>
                  <a:tcPr>
                    <a:noFill/>
                  </a:tcPr>
                </a:tc>
                <a:tc>
                  <a:txBody>
                    <a:bodyPr/>
                    <a:lstStyle/>
                    <a:p>
                      <a:pPr algn="r"/>
                      <a:r>
                        <a:rPr lang="en-US" dirty="0"/>
                        <a:t>1 600 000</a:t>
                      </a:r>
                      <a:endParaRPr lang="en-ZA" dirty="0"/>
                    </a:p>
                  </a:txBody>
                  <a:tcPr>
                    <a:lnB w="12700" cap="flat" cmpd="sng" algn="ctr">
                      <a:solidFill>
                        <a:schemeClr val="tx1"/>
                      </a:solidFill>
                      <a:prstDash val="solid"/>
                      <a:round/>
                      <a:headEnd type="none" w="med" len="med"/>
                      <a:tailEnd type="none" w="med" len="med"/>
                    </a:lnB>
                    <a:noFill/>
                  </a:tcPr>
                </a:tc>
                <a:tc>
                  <a:txBody>
                    <a:bodyPr/>
                    <a:lstStyle/>
                    <a:p>
                      <a:pPr algn="r"/>
                      <a:endParaRPr lang="en-ZA" dirty="0"/>
                    </a:p>
                  </a:txBody>
                  <a:tcPr>
                    <a:lnB w="12700" cap="flat" cmpd="sng" algn="ctr">
                      <a:noFill/>
                      <a:prstDash val="solid"/>
                      <a:round/>
                      <a:headEnd type="none" w="med" len="med"/>
                      <a:tailEnd type="none" w="med" len="med"/>
                    </a:lnB>
                    <a:noFill/>
                  </a:tcPr>
                </a:tc>
                <a:tc>
                  <a:txBody>
                    <a:bodyPr/>
                    <a:lstStyle/>
                    <a:p>
                      <a:r>
                        <a:rPr lang="en-US" dirty="0"/>
                        <a:t>Accounts payable</a:t>
                      </a:r>
                      <a:endParaRPr lang="en-ZA" dirty="0"/>
                    </a:p>
                  </a:txBody>
                  <a:tcPr>
                    <a:noFill/>
                  </a:tcPr>
                </a:tc>
                <a:tc>
                  <a:txBody>
                    <a:bodyPr/>
                    <a:lstStyle/>
                    <a:p>
                      <a:pPr algn="r"/>
                      <a:r>
                        <a:rPr lang="en-US" dirty="0"/>
                        <a:t>800 000</a:t>
                      </a:r>
                      <a:endParaRPr lang="en-ZA" dirty="0"/>
                    </a:p>
                  </a:txBody>
                  <a:tcP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1199651"/>
                  </a:ext>
                </a:extLst>
              </a:tr>
              <a:tr h="402207">
                <a:tc>
                  <a:txBody>
                    <a:bodyPr/>
                    <a:lstStyle/>
                    <a:p>
                      <a:endParaRPr lang="en-ZA" dirty="0"/>
                    </a:p>
                  </a:txBody>
                  <a:tcPr>
                    <a:noFill/>
                  </a:tcPr>
                </a:tc>
                <a:tc>
                  <a:txBody>
                    <a:bodyPr/>
                    <a:lstStyle/>
                    <a:p>
                      <a:pPr algn="r"/>
                      <a:r>
                        <a:rPr lang="en-US" dirty="0"/>
                        <a:t>24 070 500</a:t>
                      </a:r>
                      <a:endParaRPr lang="en-ZA" dirty="0"/>
                    </a:p>
                  </a:txBody>
                  <a:tcPr>
                    <a:lnR w="12700" cmpd="sng">
                      <a:noFill/>
                    </a:ln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noFill/>
                  </a:tcPr>
                </a:tc>
                <a:tc>
                  <a:txBody>
                    <a:bodyPr/>
                    <a:lstStyle/>
                    <a:p>
                      <a:pPr algn="r"/>
                      <a:endParaRPr lang="en-ZA" dirty="0"/>
                    </a:p>
                  </a:txBody>
                  <a:tcPr>
                    <a:lnL w="12700" cmpd="sng">
                      <a:noFill/>
                    </a:lnL>
                    <a:lnR w="12700" cmpd="sng">
                      <a:noFill/>
                    </a:lnR>
                    <a:lnT w="12700" cap="flat" cmpd="sng" algn="ctr">
                      <a:noFill/>
                      <a:prstDash val="solid"/>
                      <a:round/>
                      <a:headEnd type="none" w="med" len="med"/>
                      <a:tailEnd type="none" w="med" len="med"/>
                    </a:lnT>
                    <a:lnB w="762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ZA" dirty="0"/>
                    </a:p>
                  </a:txBody>
                  <a:tcPr>
                    <a:lnL w="12700" cmpd="sng">
                      <a:noFill/>
                    </a:lnL>
                    <a:noFill/>
                  </a:tcPr>
                </a:tc>
                <a:tc>
                  <a:txBody>
                    <a:bodyPr/>
                    <a:lstStyle/>
                    <a:p>
                      <a:pPr algn="r"/>
                      <a:r>
                        <a:rPr lang="en-US" dirty="0"/>
                        <a:t>24 070 500</a:t>
                      </a:r>
                      <a:endParaRPr lang="en-ZA" dirty="0"/>
                    </a:p>
                  </a:txBody>
                  <a:tcPr>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695585"/>
                  </a:ext>
                </a:extLst>
              </a:tr>
            </a:tbl>
          </a:graphicData>
        </a:graphic>
      </p:graphicFrame>
    </p:spTree>
    <p:custDataLst>
      <p:tags r:id="rId1"/>
    </p:custDataLst>
    <p:extLst>
      <p:ext uri="{BB962C8B-B14F-4D97-AF65-F5344CB8AC3E}">
        <p14:creationId xmlns:p14="http://schemas.microsoft.com/office/powerpoint/2010/main" val="3786604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D8E7F63-B585-B64A-8E9C-EB55DCA8C40D}"/>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6E3E1C4D-5F6A-2BD8-25FB-FDFBCCDAAC62}"/>
              </a:ext>
            </a:extLst>
          </p:cNvPr>
          <p:cNvSpPr>
            <a:spLocks noGrp="1" noChangeArrowheads="1"/>
          </p:cNvSpPr>
          <p:nvPr>
            <p:ph type="title"/>
          </p:nvPr>
        </p:nvSpPr>
        <p:spPr>
          <a:xfrm>
            <a:off x="228600" y="10510"/>
            <a:ext cx="8763000" cy="1143000"/>
          </a:xfrm>
        </p:spPr>
        <p:txBody>
          <a:bodyPr/>
          <a:lstStyle/>
          <a:p>
            <a:r>
              <a:rPr lang="en-US" dirty="0" err="1">
                <a:solidFill>
                  <a:schemeClr val="tx2"/>
                </a:solidFill>
              </a:rPr>
              <a:t>Summarising</a:t>
            </a:r>
            <a:r>
              <a:rPr lang="en-US" dirty="0">
                <a:solidFill>
                  <a:schemeClr val="tx2"/>
                </a:solidFill>
              </a:rPr>
              <a:t> (cont.)</a:t>
            </a:r>
          </a:p>
        </p:txBody>
      </p:sp>
      <p:sp>
        <p:nvSpPr>
          <p:cNvPr id="9221" name="Rectangle 5">
            <a:extLst>
              <a:ext uri="{FF2B5EF4-FFF2-40B4-BE49-F238E27FC236}">
                <a16:creationId xmlns:a16="http://schemas.microsoft.com/office/drawing/2014/main" id="{BFA631D7-ECFC-5E78-E77C-5646BE5EF9AC}"/>
              </a:ext>
            </a:extLst>
          </p:cNvPr>
          <p:cNvSpPr>
            <a:spLocks noGrp="1" noChangeArrowheads="1"/>
          </p:cNvSpPr>
          <p:nvPr>
            <p:ph idx="1"/>
          </p:nvPr>
        </p:nvSpPr>
        <p:spPr>
          <a:xfrm>
            <a:off x="259976" y="990600"/>
            <a:ext cx="8655424" cy="5486400"/>
          </a:xfrm>
        </p:spPr>
        <p:txBody>
          <a:bodyPr/>
          <a:lstStyle/>
          <a:p>
            <a:pPr marL="0" indent="0">
              <a:lnSpc>
                <a:spcPct val="105000"/>
              </a:lnSpc>
              <a:buSzPct val="100000"/>
              <a:buNone/>
            </a:pPr>
            <a:r>
              <a:rPr lang="en-US" sz="2400" dirty="0">
                <a:latin typeface="+mj-lt"/>
              </a:rPr>
              <a:t>Table 3.5: Example of the modern format of a statement of financial position	</a:t>
            </a:r>
          </a:p>
        </p:txBody>
      </p:sp>
      <p:sp>
        <p:nvSpPr>
          <p:cNvPr id="3" name="Slide Number Placeholder 2">
            <a:extLst>
              <a:ext uri="{FF2B5EF4-FFF2-40B4-BE49-F238E27FC236}">
                <a16:creationId xmlns:a16="http://schemas.microsoft.com/office/drawing/2014/main" id="{5DF29D14-28E3-0A7B-65F0-BE1996380DC0}"/>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16</a:t>
            </a:fld>
            <a:endParaRPr lang="en-US">
              <a:solidFill>
                <a:schemeClr val="tx1"/>
              </a:solidFill>
            </a:endParaRPr>
          </a:p>
        </p:txBody>
      </p:sp>
    </p:spTree>
    <p:custDataLst>
      <p:tags r:id="rId1"/>
    </p:custDataLst>
    <p:extLst>
      <p:ext uri="{BB962C8B-B14F-4D97-AF65-F5344CB8AC3E}">
        <p14:creationId xmlns:p14="http://schemas.microsoft.com/office/powerpoint/2010/main" val="37951782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3BDB08D-F90B-05C1-CE8D-D711DB36D440}"/>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F58EA0FD-977E-B5D1-6204-EFFD68608D62}"/>
              </a:ext>
            </a:extLst>
          </p:cNvPr>
          <p:cNvSpPr>
            <a:spLocks noGrp="1" noChangeArrowheads="1"/>
          </p:cNvSpPr>
          <p:nvPr>
            <p:ph type="title"/>
          </p:nvPr>
        </p:nvSpPr>
        <p:spPr>
          <a:xfrm>
            <a:off x="228600" y="10510"/>
            <a:ext cx="8763000" cy="1143000"/>
          </a:xfrm>
        </p:spPr>
        <p:txBody>
          <a:bodyPr/>
          <a:lstStyle/>
          <a:p>
            <a:r>
              <a:rPr lang="en-US" dirty="0" err="1">
                <a:solidFill>
                  <a:schemeClr val="tx2"/>
                </a:solidFill>
              </a:rPr>
              <a:t>Summarising</a:t>
            </a:r>
            <a:r>
              <a:rPr lang="en-US" dirty="0">
                <a:solidFill>
                  <a:schemeClr val="tx2"/>
                </a:solidFill>
              </a:rPr>
              <a:t> (cont.)</a:t>
            </a:r>
          </a:p>
        </p:txBody>
      </p:sp>
      <p:sp>
        <p:nvSpPr>
          <p:cNvPr id="3" name="Slide Number Placeholder 2">
            <a:extLst>
              <a:ext uri="{FF2B5EF4-FFF2-40B4-BE49-F238E27FC236}">
                <a16:creationId xmlns:a16="http://schemas.microsoft.com/office/drawing/2014/main" id="{8B6F5D03-942A-DBB3-DC61-38DF8D7D92CB}"/>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17</a:t>
            </a:fld>
            <a:endParaRPr lang="en-US">
              <a:solidFill>
                <a:schemeClr val="tx1"/>
              </a:solidFill>
            </a:endParaRPr>
          </a:p>
        </p:txBody>
      </p:sp>
    </p:spTree>
    <p:custDataLst>
      <p:tags r:id="rId1"/>
    </p:custDataLst>
    <p:extLst>
      <p:ext uri="{BB962C8B-B14F-4D97-AF65-F5344CB8AC3E}">
        <p14:creationId xmlns:p14="http://schemas.microsoft.com/office/powerpoint/2010/main" val="40527750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FD61BE3-9A26-88BF-3D77-27B2805BE3EC}"/>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810B9ADF-CE23-797D-341D-499219F1DA34}"/>
              </a:ext>
            </a:extLst>
          </p:cNvPr>
          <p:cNvSpPr>
            <a:spLocks noGrp="1" noChangeArrowheads="1"/>
          </p:cNvSpPr>
          <p:nvPr>
            <p:ph type="title"/>
          </p:nvPr>
        </p:nvSpPr>
        <p:spPr>
          <a:xfrm>
            <a:off x="228600" y="10510"/>
            <a:ext cx="8763000" cy="1143000"/>
          </a:xfrm>
        </p:spPr>
        <p:txBody>
          <a:bodyPr/>
          <a:lstStyle/>
          <a:p>
            <a:r>
              <a:rPr lang="en-US" dirty="0">
                <a:solidFill>
                  <a:schemeClr val="tx2"/>
                </a:solidFill>
              </a:rPr>
              <a:t>Cash flow statement</a:t>
            </a:r>
          </a:p>
        </p:txBody>
      </p:sp>
      <p:sp>
        <p:nvSpPr>
          <p:cNvPr id="9221" name="Rectangle 5">
            <a:extLst>
              <a:ext uri="{FF2B5EF4-FFF2-40B4-BE49-F238E27FC236}">
                <a16:creationId xmlns:a16="http://schemas.microsoft.com/office/drawing/2014/main" id="{B9AB32F1-9512-9431-DF7F-2D9F28612E80}"/>
              </a:ext>
            </a:extLst>
          </p:cNvPr>
          <p:cNvSpPr>
            <a:spLocks noGrp="1" noChangeArrowheads="1"/>
          </p:cNvSpPr>
          <p:nvPr>
            <p:ph idx="1"/>
          </p:nvPr>
        </p:nvSpPr>
        <p:spPr>
          <a:xfrm>
            <a:off x="259976" y="990600"/>
            <a:ext cx="8655424" cy="5247290"/>
          </a:xfrm>
        </p:spPr>
        <p:txBody>
          <a:bodyPr/>
          <a:lstStyle/>
          <a:p>
            <a:pPr marL="0" indent="0">
              <a:lnSpc>
                <a:spcPct val="105000"/>
              </a:lnSpc>
              <a:buSzPct val="100000"/>
              <a:buNone/>
            </a:pPr>
            <a:r>
              <a:rPr lang="en-US" sz="2400" dirty="0">
                <a:latin typeface="+mj-lt"/>
              </a:rPr>
              <a:t>Table 3.6: An example of a cash flow statement</a:t>
            </a:r>
          </a:p>
        </p:txBody>
      </p:sp>
      <p:sp>
        <p:nvSpPr>
          <p:cNvPr id="3" name="Slide Number Placeholder 2">
            <a:extLst>
              <a:ext uri="{FF2B5EF4-FFF2-40B4-BE49-F238E27FC236}">
                <a16:creationId xmlns:a16="http://schemas.microsoft.com/office/drawing/2014/main" id="{2AB81151-1B45-1B16-2890-AAA1F38A5AE9}"/>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18</a:t>
            </a:fld>
            <a:endParaRPr lang="en-US">
              <a:solidFill>
                <a:schemeClr val="tx1"/>
              </a:solidFill>
            </a:endParaRPr>
          </a:p>
        </p:txBody>
      </p:sp>
      <p:sp>
        <p:nvSpPr>
          <p:cNvPr id="5" name="Arrow: Left 4">
            <a:extLst>
              <a:ext uri="{FF2B5EF4-FFF2-40B4-BE49-F238E27FC236}">
                <a16:creationId xmlns:a16="http://schemas.microsoft.com/office/drawing/2014/main" id="{B5A6866B-F41B-43CD-91A2-65019BC81325}"/>
              </a:ext>
            </a:extLst>
          </p:cNvPr>
          <p:cNvSpPr/>
          <p:nvPr/>
        </p:nvSpPr>
        <p:spPr bwMode="auto">
          <a:xfrm>
            <a:off x="2855441" y="1916449"/>
            <a:ext cx="838200" cy="216000"/>
          </a:xfrm>
          <a:prstGeom prst="leftArrow">
            <a:avLst/>
          </a:prstGeom>
          <a:solidFill>
            <a:srgbClr val="C00000"/>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7" name="Arrow: Left 6">
            <a:extLst>
              <a:ext uri="{FF2B5EF4-FFF2-40B4-BE49-F238E27FC236}">
                <a16:creationId xmlns:a16="http://schemas.microsoft.com/office/drawing/2014/main" id="{508F65F9-3F66-A1DE-82B4-4FE4F527593D}"/>
              </a:ext>
            </a:extLst>
          </p:cNvPr>
          <p:cNvSpPr/>
          <p:nvPr/>
        </p:nvSpPr>
        <p:spPr bwMode="auto">
          <a:xfrm>
            <a:off x="2819400" y="4202661"/>
            <a:ext cx="838200" cy="216000"/>
          </a:xfrm>
          <a:prstGeom prst="leftArrow">
            <a:avLst/>
          </a:prstGeom>
          <a:solidFill>
            <a:srgbClr val="C00000"/>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8" name="Arrow: Left 7">
            <a:extLst>
              <a:ext uri="{FF2B5EF4-FFF2-40B4-BE49-F238E27FC236}">
                <a16:creationId xmlns:a16="http://schemas.microsoft.com/office/drawing/2014/main" id="{1D79267B-5EAC-F625-936F-04684259CCC2}"/>
              </a:ext>
            </a:extLst>
          </p:cNvPr>
          <p:cNvSpPr/>
          <p:nvPr/>
        </p:nvSpPr>
        <p:spPr bwMode="auto">
          <a:xfrm>
            <a:off x="3238500" y="5182751"/>
            <a:ext cx="838200" cy="216000"/>
          </a:xfrm>
          <a:prstGeom prst="leftArrow">
            <a:avLst/>
          </a:prstGeom>
          <a:solidFill>
            <a:srgbClr val="C00000"/>
          </a:solidFill>
          <a:ln w="952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10" name="Arrow: Left 9">
            <a:extLst>
              <a:ext uri="{FF2B5EF4-FFF2-40B4-BE49-F238E27FC236}">
                <a16:creationId xmlns:a16="http://schemas.microsoft.com/office/drawing/2014/main" id="{08CBD83C-AA4E-04F0-3BEE-EA9EE216DD58}"/>
              </a:ext>
            </a:extLst>
          </p:cNvPr>
          <p:cNvSpPr/>
          <p:nvPr/>
        </p:nvSpPr>
        <p:spPr bwMode="auto">
          <a:xfrm>
            <a:off x="3238500" y="6160994"/>
            <a:ext cx="838200" cy="216000"/>
          </a:xfrm>
          <a:prstGeom prst="leftArrow">
            <a:avLst/>
          </a:prstGeom>
          <a:solidFill>
            <a:srgbClr val="00B050"/>
          </a:solidFill>
          <a:ln w="952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11" name="Arrow: Left 10">
            <a:extLst>
              <a:ext uri="{FF2B5EF4-FFF2-40B4-BE49-F238E27FC236}">
                <a16:creationId xmlns:a16="http://schemas.microsoft.com/office/drawing/2014/main" id="{F31E4F89-76A5-4F0F-E2BB-A313FEF1DC9E}"/>
              </a:ext>
            </a:extLst>
          </p:cNvPr>
          <p:cNvSpPr/>
          <p:nvPr/>
        </p:nvSpPr>
        <p:spPr bwMode="auto">
          <a:xfrm>
            <a:off x="3657600" y="5919721"/>
            <a:ext cx="838200" cy="216000"/>
          </a:xfrm>
          <a:prstGeom prst="leftArrow">
            <a:avLst/>
          </a:prstGeom>
          <a:solidFill>
            <a:srgbClr val="00B050"/>
          </a:solidFill>
          <a:ln w="952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12" name="Arrow: Left 11">
            <a:extLst>
              <a:ext uri="{FF2B5EF4-FFF2-40B4-BE49-F238E27FC236}">
                <a16:creationId xmlns:a16="http://schemas.microsoft.com/office/drawing/2014/main" id="{6844AD60-C519-413E-BD91-287559CD529F}"/>
              </a:ext>
            </a:extLst>
          </p:cNvPr>
          <p:cNvSpPr/>
          <p:nvPr/>
        </p:nvSpPr>
        <p:spPr bwMode="auto">
          <a:xfrm>
            <a:off x="3305433" y="5670601"/>
            <a:ext cx="838200" cy="216000"/>
          </a:xfrm>
          <a:prstGeom prst="leftArrow">
            <a:avLst/>
          </a:prstGeom>
          <a:solidFill>
            <a:srgbClr val="00B050"/>
          </a:solidFill>
          <a:ln w="9525"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Tree>
    <p:custDataLst>
      <p:tags r:id="rId1"/>
    </p:custDataLst>
    <p:extLst>
      <p:ext uri="{BB962C8B-B14F-4D97-AF65-F5344CB8AC3E}">
        <p14:creationId xmlns:p14="http://schemas.microsoft.com/office/powerpoint/2010/main" val="4365967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CDD7DB6-6231-AC5E-A95F-B69C4B402A41}"/>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4035D876-7739-218B-CDCC-AC7A84906EE1}"/>
              </a:ext>
            </a:extLst>
          </p:cNvPr>
          <p:cNvSpPr>
            <a:spLocks noGrp="1" noChangeArrowheads="1"/>
          </p:cNvSpPr>
          <p:nvPr>
            <p:ph type="title"/>
          </p:nvPr>
        </p:nvSpPr>
        <p:spPr>
          <a:xfrm>
            <a:off x="228600" y="10510"/>
            <a:ext cx="8763000" cy="1143000"/>
          </a:xfrm>
        </p:spPr>
        <p:txBody>
          <a:bodyPr/>
          <a:lstStyle/>
          <a:p>
            <a:r>
              <a:rPr lang="en-US" dirty="0">
                <a:solidFill>
                  <a:schemeClr val="tx2"/>
                </a:solidFill>
              </a:rPr>
              <a:t>Cash flow statement (cont.)</a:t>
            </a:r>
          </a:p>
        </p:txBody>
      </p:sp>
      <p:sp>
        <p:nvSpPr>
          <p:cNvPr id="9221" name="Rectangle 5">
            <a:extLst>
              <a:ext uri="{FF2B5EF4-FFF2-40B4-BE49-F238E27FC236}">
                <a16:creationId xmlns:a16="http://schemas.microsoft.com/office/drawing/2014/main" id="{9E8B1E5A-8B78-F4B1-4604-B698A2CD51DE}"/>
              </a:ext>
            </a:extLst>
          </p:cNvPr>
          <p:cNvSpPr>
            <a:spLocks noGrp="1" noChangeArrowheads="1"/>
          </p:cNvSpPr>
          <p:nvPr>
            <p:ph idx="1"/>
          </p:nvPr>
        </p:nvSpPr>
        <p:spPr>
          <a:xfrm>
            <a:off x="259976" y="990600"/>
            <a:ext cx="8655424" cy="533400"/>
          </a:xfrm>
        </p:spPr>
        <p:txBody>
          <a:bodyPr/>
          <a:lstStyle/>
          <a:p>
            <a:pPr marL="0" indent="0">
              <a:lnSpc>
                <a:spcPct val="105000"/>
              </a:lnSpc>
              <a:buSzPct val="100000"/>
              <a:buNone/>
            </a:pPr>
            <a:r>
              <a:rPr lang="en-US" sz="2400" dirty="0">
                <a:latin typeface="+mj-lt"/>
              </a:rPr>
              <a:t>Table 3.7: An example of a statement of retained earnings</a:t>
            </a:r>
          </a:p>
        </p:txBody>
      </p:sp>
      <p:sp>
        <p:nvSpPr>
          <p:cNvPr id="3" name="Slide Number Placeholder 2">
            <a:extLst>
              <a:ext uri="{FF2B5EF4-FFF2-40B4-BE49-F238E27FC236}">
                <a16:creationId xmlns:a16="http://schemas.microsoft.com/office/drawing/2014/main" id="{DE147824-65CF-F91C-6005-B84579EC6B43}"/>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19</a:t>
            </a:fld>
            <a:endParaRPr lang="en-US">
              <a:solidFill>
                <a:schemeClr val="tx1"/>
              </a:solidFill>
            </a:endParaRPr>
          </a:p>
        </p:txBody>
      </p:sp>
      <p:graphicFrame>
        <p:nvGraphicFramePr>
          <p:cNvPr id="2" name="Table 1">
            <a:extLst>
              <a:ext uri="{FF2B5EF4-FFF2-40B4-BE49-F238E27FC236}">
                <a16:creationId xmlns:a16="http://schemas.microsoft.com/office/drawing/2014/main" id="{01330EB3-1E74-A334-20BF-5A10C05D819C}"/>
              </a:ext>
            </a:extLst>
          </p:cNvPr>
          <p:cNvGraphicFramePr>
            <a:graphicFrameLocks noGrp="1"/>
          </p:cNvGraphicFramePr>
          <p:nvPr>
            <p:extLst>
              <p:ext uri="{D42A27DB-BD31-4B8C-83A1-F6EECF244321}">
                <p14:modId xmlns:p14="http://schemas.microsoft.com/office/powerpoint/2010/main" val="513271694"/>
              </p:ext>
            </p:extLst>
          </p:nvPr>
        </p:nvGraphicFramePr>
        <p:xfrm>
          <a:off x="152400" y="1590215"/>
          <a:ext cx="8839200" cy="4410360"/>
        </p:xfrm>
        <a:graphic>
          <a:graphicData uri="http://schemas.openxmlformats.org/drawingml/2006/table">
            <a:tbl>
              <a:tblPr firstRow="1" bandRow="1">
                <a:tableStyleId>{5C22544A-7EE6-4342-B048-85BDC9FD1C3A}</a:tableStyleId>
              </a:tblPr>
              <a:tblGrid>
                <a:gridCol w="5715000">
                  <a:extLst>
                    <a:ext uri="{9D8B030D-6E8A-4147-A177-3AD203B41FA5}">
                      <a16:colId xmlns:a16="http://schemas.microsoft.com/office/drawing/2014/main" val="2776819172"/>
                    </a:ext>
                  </a:extLst>
                </a:gridCol>
                <a:gridCol w="1066800">
                  <a:extLst>
                    <a:ext uri="{9D8B030D-6E8A-4147-A177-3AD203B41FA5}">
                      <a16:colId xmlns:a16="http://schemas.microsoft.com/office/drawing/2014/main" val="3896271845"/>
                    </a:ext>
                  </a:extLst>
                </a:gridCol>
                <a:gridCol w="1447800">
                  <a:extLst>
                    <a:ext uri="{9D8B030D-6E8A-4147-A177-3AD203B41FA5}">
                      <a16:colId xmlns:a16="http://schemas.microsoft.com/office/drawing/2014/main" val="1289628466"/>
                    </a:ext>
                  </a:extLst>
                </a:gridCol>
                <a:gridCol w="609600">
                  <a:extLst>
                    <a:ext uri="{9D8B030D-6E8A-4147-A177-3AD203B41FA5}">
                      <a16:colId xmlns:a16="http://schemas.microsoft.com/office/drawing/2014/main" val="4007623376"/>
                    </a:ext>
                  </a:extLst>
                </a:gridCol>
              </a:tblGrid>
              <a:tr h="573493">
                <a:tc gridSpan="4">
                  <a:txBody>
                    <a:bodyPr/>
                    <a:lstStyle/>
                    <a:p>
                      <a:pPr algn="ctr"/>
                      <a:r>
                        <a:rPr lang="en-US" sz="1800" dirty="0">
                          <a:solidFill>
                            <a:schemeClr val="tx1"/>
                          </a:solidFill>
                        </a:rPr>
                        <a:t>RETAINED EARNINGS STATEMENT </a:t>
                      </a:r>
                    </a:p>
                    <a:p>
                      <a:pPr algn="ctr"/>
                      <a:r>
                        <a:rPr lang="en-US" sz="1800" dirty="0">
                          <a:solidFill>
                            <a:schemeClr val="tx1"/>
                          </a:solidFill>
                        </a:rPr>
                        <a:t>FOR THE YEAR ENDED 28 FEBRUARY 2022</a:t>
                      </a:r>
                      <a:endParaRPr lang="en-ZA" sz="1800" dirty="0">
                        <a:solidFill>
                          <a:schemeClr val="tx1"/>
                        </a:solidFill>
                      </a:endParaRPr>
                    </a:p>
                  </a:txBody>
                  <a:tcPr>
                    <a:noFill/>
                  </a:tcPr>
                </a:tc>
                <a:tc hMerge="1">
                  <a:txBody>
                    <a:bodyPr/>
                    <a:lstStyle/>
                    <a:p>
                      <a:endParaRPr lang="en-ZA" dirty="0"/>
                    </a:p>
                  </a:txBody>
                  <a:tcPr/>
                </a:tc>
                <a:tc hMerge="1">
                  <a:txBody>
                    <a:bodyPr/>
                    <a:lstStyle/>
                    <a:p>
                      <a:endParaRPr lang="en-ZA" dirty="0"/>
                    </a:p>
                  </a:txBody>
                  <a:tcPr/>
                </a:tc>
                <a:tc hMerge="1">
                  <a:txBody>
                    <a:bodyPr/>
                    <a:lstStyle/>
                    <a:p>
                      <a:endParaRPr lang="en-ZA"/>
                    </a:p>
                  </a:txBody>
                  <a:tcPr/>
                </a:tc>
                <a:extLst>
                  <a:ext uri="{0D108BD9-81ED-4DB2-BD59-A6C34878D82A}">
                    <a16:rowId xmlns:a16="http://schemas.microsoft.com/office/drawing/2014/main" val="2059524638"/>
                  </a:ext>
                </a:extLst>
              </a:tr>
              <a:tr h="521700">
                <a:tc>
                  <a:txBody>
                    <a:bodyPr/>
                    <a:lstStyle/>
                    <a:p>
                      <a:pPr algn="l"/>
                      <a:endParaRPr lang="en-ZA" sz="1800" dirty="0"/>
                    </a:p>
                  </a:txBody>
                  <a:tcPr anchor="b">
                    <a:noFill/>
                  </a:tcPr>
                </a:tc>
                <a:tc>
                  <a:txBody>
                    <a:bodyPr/>
                    <a:lstStyle/>
                    <a:p>
                      <a:pPr algn="l"/>
                      <a:r>
                        <a:rPr lang="en-US" sz="1800" b="1" dirty="0"/>
                        <a:t>Notes</a:t>
                      </a:r>
                      <a:endParaRPr lang="en-ZA" sz="1800" b="1" dirty="0"/>
                    </a:p>
                  </a:txBody>
                  <a:tcPr anchor="b">
                    <a:noFill/>
                  </a:tcPr>
                </a:tc>
                <a:tc gridSpan="2">
                  <a:txBody>
                    <a:bodyPr/>
                    <a:lstStyle/>
                    <a:p>
                      <a:pPr algn="l"/>
                      <a:r>
                        <a:rPr lang="en-US" sz="1800" b="1" dirty="0"/>
                        <a:t>2022</a:t>
                      </a:r>
                      <a:endParaRPr lang="en-ZA" sz="1800" b="1" dirty="0"/>
                    </a:p>
                  </a:txBody>
                  <a:tcPr anchor="b">
                    <a:noFill/>
                  </a:tcPr>
                </a:tc>
                <a:tc hMerge="1">
                  <a:txBody>
                    <a:bodyPr/>
                    <a:lstStyle/>
                    <a:p>
                      <a:endParaRPr lang="en-ZA"/>
                    </a:p>
                  </a:txBody>
                  <a:tcPr/>
                </a:tc>
                <a:extLst>
                  <a:ext uri="{0D108BD9-81ED-4DB2-BD59-A6C34878D82A}">
                    <a16:rowId xmlns:a16="http://schemas.microsoft.com/office/drawing/2014/main" val="1398657428"/>
                  </a:ext>
                </a:extLst>
              </a:tr>
              <a:tr h="573493">
                <a:tc>
                  <a:txBody>
                    <a:bodyPr/>
                    <a:lstStyle/>
                    <a:p>
                      <a:pPr algn="l"/>
                      <a:r>
                        <a:rPr lang="en-US" sz="1800" dirty="0"/>
                        <a:t>Retained earnings balance (1 March 2021)</a:t>
                      </a:r>
                      <a:endParaRPr lang="en-ZA" sz="1800" dirty="0"/>
                    </a:p>
                  </a:txBody>
                  <a:tcPr anchor="b">
                    <a:noFill/>
                  </a:tcPr>
                </a:tc>
                <a:tc>
                  <a:txBody>
                    <a:bodyPr/>
                    <a:lstStyle/>
                    <a:p>
                      <a:pPr algn="l"/>
                      <a:endParaRPr lang="en-ZA" sz="1800" dirty="0"/>
                    </a:p>
                  </a:txBody>
                  <a:tcPr anchor="b">
                    <a:noFill/>
                  </a:tcPr>
                </a:tc>
                <a:tc>
                  <a:txBody>
                    <a:bodyPr/>
                    <a:lstStyle/>
                    <a:p>
                      <a:pPr algn="r"/>
                      <a:endParaRPr lang="en-US" sz="1800" dirty="0"/>
                    </a:p>
                    <a:p>
                      <a:pPr algn="r"/>
                      <a:r>
                        <a:rPr lang="en-ZA" sz="1800" dirty="0"/>
                        <a:t>5 910 500</a:t>
                      </a:r>
                    </a:p>
                  </a:txBody>
                  <a:tcPr anchor="b">
                    <a:noFill/>
                  </a:tcPr>
                </a:tc>
                <a:tc>
                  <a:txBody>
                    <a:bodyPr/>
                    <a:lstStyle/>
                    <a:p>
                      <a:pPr algn="l"/>
                      <a:r>
                        <a:rPr lang="en-US" sz="1800" dirty="0"/>
                        <a:t>00</a:t>
                      </a:r>
                      <a:endParaRPr lang="en-ZA" sz="1800" dirty="0"/>
                    </a:p>
                  </a:txBody>
                  <a:tcPr anchor="b">
                    <a:noFill/>
                  </a:tcPr>
                </a:tc>
                <a:extLst>
                  <a:ext uri="{0D108BD9-81ED-4DB2-BD59-A6C34878D82A}">
                    <a16:rowId xmlns:a16="http://schemas.microsoft.com/office/drawing/2014/main" val="1672775336"/>
                  </a:ext>
                </a:extLst>
              </a:tr>
              <a:tr h="521700">
                <a:tc>
                  <a:txBody>
                    <a:bodyPr/>
                    <a:lstStyle/>
                    <a:p>
                      <a:pPr algn="l"/>
                      <a:r>
                        <a:rPr lang="en-US" sz="1800" i="1" dirty="0"/>
                        <a:t>Add</a:t>
                      </a:r>
                      <a:r>
                        <a:rPr lang="en-US" sz="1800" dirty="0"/>
                        <a:t>: Net income for 2021/22</a:t>
                      </a:r>
                      <a:endParaRPr lang="en-ZA" sz="1800" dirty="0"/>
                    </a:p>
                  </a:txBody>
                  <a:tcPr anchor="b">
                    <a:noFill/>
                  </a:tcPr>
                </a:tc>
                <a:tc>
                  <a:txBody>
                    <a:bodyPr/>
                    <a:lstStyle/>
                    <a:p>
                      <a:pPr algn="l"/>
                      <a:endParaRPr lang="en-ZA" sz="1800" dirty="0"/>
                    </a:p>
                  </a:txBody>
                  <a:tcPr anchor="b">
                    <a:noFill/>
                  </a:tcPr>
                </a:tc>
                <a:tc>
                  <a:txBody>
                    <a:bodyPr/>
                    <a:lstStyle/>
                    <a:p>
                      <a:pPr algn="r"/>
                      <a:r>
                        <a:rPr lang="en-US" sz="1800" dirty="0"/>
                        <a:t>2 492 000</a:t>
                      </a:r>
                      <a:endParaRPr lang="en-ZA" sz="1800" dirty="0"/>
                    </a:p>
                  </a:txBody>
                  <a:tcPr anchor="b">
                    <a:noFill/>
                  </a:tcPr>
                </a:tc>
                <a:tc>
                  <a:txBody>
                    <a:bodyPr/>
                    <a:lstStyle/>
                    <a:p>
                      <a:pPr algn="l"/>
                      <a:r>
                        <a:rPr lang="en-US" sz="1800" dirty="0"/>
                        <a:t>00</a:t>
                      </a:r>
                      <a:endParaRPr lang="en-ZA" sz="1800" dirty="0"/>
                    </a:p>
                  </a:txBody>
                  <a:tcPr anchor="b">
                    <a:noFill/>
                  </a:tcPr>
                </a:tc>
                <a:extLst>
                  <a:ext uri="{0D108BD9-81ED-4DB2-BD59-A6C34878D82A}">
                    <a16:rowId xmlns:a16="http://schemas.microsoft.com/office/drawing/2014/main" val="3813118415"/>
                  </a:ext>
                </a:extLst>
              </a:tr>
              <a:tr h="521700">
                <a:tc>
                  <a:txBody>
                    <a:bodyPr/>
                    <a:lstStyle/>
                    <a:p>
                      <a:pPr algn="l"/>
                      <a:r>
                        <a:rPr lang="en-US" sz="1800" i="1" dirty="0"/>
                        <a:t>Less</a:t>
                      </a:r>
                      <a:r>
                        <a:rPr lang="en-US" sz="1800" dirty="0"/>
                        <a:t>: Cash dividends paid (during 2021/21)</a:t>
                      </a:r>
                      <a:endParaRPr lang="en-ZA" sz="1800" dirty="0"/>
                    </a:p>
                  </a:txBody>
                  <a:tcPr anchor="b">
                    <a:noFill/>
                  </a:tcPr>
                </a:tc>
                <a:tc>
                  <a:txBody>
                    <a:bodyPr/>
                    <a:lstStyle/>
                    <a:p>
                      <a:pPr algn="l"/>
                      <a:endParaRPr lang="en-ZA" sz="1800"/>
                    </a:p>
                  </a:txBody>
                  <a:tcPr anchor="b">
                    <a:noFill/>
                  </a:tcPr>
                </a:tc>
                <a:tc>
                  <a:txBody>
                    <a:bodyPr/>
                    <a:lstStyle/>
                    <a:p>
                      <a:pPr algn="r"/>
                      <a:r>
                        <a:rPr lang="en-US" sz="1800" dirty="0"/>
                        <a:t>(532 000</a:t>
                      </a:r>
                      <a:endParaRPr lang="en-ZA" sz="1800" dirty="0"/>
                    </a:p>
                  </a:txBody>
                  <a:tcPr anchor="b">
                    <a:lnB w="12700" cap="flat" cmpd="sng" algn="ctr">
                      <a:solidFill>
                        <a:schemeClr val="tx1"/>
                      </a:solidFill>
                      <a:prstDash val="solid"/>
                      <a:round/>
                      <a:headEnd type="none" w="med" len="med"/>
                      <a:tailEnd type="none" w="med" len="med"/>
                    </a:lnB>
                    <a:noFill/>
                  </a:tcPr>
                </a:tc>
                <a:tc>
                  <a:txBody>
                    <a:bodyPr/>
                    <a:lstStyle/>
                    <a:p>
                      <a:pPr algn="l"/>
                      <a:r>
                        <a:rPr lang="en-US" sz="1800" dirty="0"/>
                        <a:t>00)</a:t>
                      </a:r>
                      <a:endParaRPr lang="en-ZA" sz="1800" dirty="0"/>
                    </a:p>
                  </a:txBody>
                  <a:tcPr anchor="b">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08263546"/>
                  </a:ext>
                </a:extLst>
              </a:tr>
              <a:tr h="521700">
                <a:tc>
                  <a:txBody>
                    <a:bodyPr/>
                    <a:lstStyle/>
                    <a:p>
                      <a:pPr algn="l"/>
                      <a:r>
                        <a:rPr lang="en-US" sz="1800" dirty="0"/>
                        <a:t>Dividend on preference shares</a:t>
                      </a:r>
                      <a:endParaRPr lang="en-ZA" sz="1800" dirty="0"/>
                    </a:p>
                  </a:txBody>
                  <a:tcPr anchor="b">
                    <a:noFill/>
                  </a:tcPr>
                </a:tc>
                <a:tc>
                  <a:txBody>
                    <a:bodyPr/>
                    <a:lstStyle/>
                    <a:p>
                      <a:pPr algn="l"/>
                      <a:endParaRPr lang="en-ZA" sz="1800" dirty="0"/>
                    </a:p>
                  </a:txBody>
                  <a:tcPr anchor="b">
                    <a:lnR w="12700" cap="flat" cmpd="sng" algn="ctr">
                      <a:solidFill>
                        <a:schemeClr val="tx1"/>
                      </a:solidFill>
                      <a:prstDash val="solid"/>
                      <a:round/>
                      <a:headEnd type="none" w="med" len="med"/>
                      <a:tailEnd type="none" w="med" len="med"/>
                    </a:lnR>
                    <a:noFill/>
                  </a:tcPr>
                </a:tc>
                <a:tc>
                  <a:txBody>
                    <a:bodyPr/>
                    <a:lstStyle/>
                    <a:p>
                      <a:pPr algn="r"/>
                      <a:r>
                        <a:rPr lang="en-US" sz="1800" dirty="0"/>
                        <a:t>60 000</a:t>
                      </a:r>
                      <a:endParaRPr lang="en-ZA" sz="1800" dirty="0"/>
                    </a:p>
                  </a:txBody>
                  <a:tcPr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noFill/>
                  </a:tcPr>
                </a:tc>
                <a:tc>
                  <a:txBody>
                    <a:bodyPr/>
                    <a:lstStyle/>
                    <a:p>
                      <a:pPr algn="l"/>
                      <a:r>
                        <a:rPr lang="en-US" sz="1800" dirty="0"/>
                        <a:t>00</a:t>
                      </a:r>
                      <a:endParaRPr lang="en-ZA" sz="1800" dirty="0"/>
                    </a:p>
                  </a:txBody>
                  <a:tcPr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2792963146"/>
                  </a:ext>
                </a:extLst>
              </a:tr>
              <a:tr h="521700">
                <a:tc>
                  <a:txBody>
                    <a:bodyPr/>
                    <a:lstStyle/>
                    <a:p>
                      <a:pPr algn="l"/>
                      <a:r>
                        <a:rPr lang="en-US" sz="1800" dirty="0"/>
                        <a:t>Dividends on ordinary shares</a:t>
                      </a:r>
                      <a:endParaRPr lang="en-ZA" sz="1800" dirty="0"/>
                    </a:p>
                  </a:txBody>
                  <a:tcPr anchor="b">
                    <a:noFill/>
                  </a:tcPr>
                </a:tc>
                <a:tc>
                  <a:txBody>
                    <a:bodyPr/>
                    <a:lstStyle/>
                    <a:p>
                      <a:pPr algn="l"/>
                      <a:endParaRPr lang="en-ZA" sz="1800" dirty="0"/>
                    </a:p>
                  </a:txBody>
                  <a:tcPr anchor="b">
                    <a:lnR w="12700" cap="flat" cmpd="sng" algn="ctr">
                      <a:solidFill>
                        <a:schemeClr val="tx1"/>
                      </a:solidFill>
                      <a:prstDash val="solid"/>
                      <a:round/>
                      <a:headEnd type="none" w="med" len="med"/>
                      <a:tailEnd type="none" w="med" len="med"/>
                    </a:lnR>
                    <a:noFill/>
                  </a:tcPr>
                </a:tc>
                <a:tc>
                  <a:txBody>
                    <a:bodyPr/>
                    <a:lstStyle/>
                    <a:p>
                      <a:pPr algn="r"/>
                      <a:r>
                        <a:rPr lang="en-US" sz="1800" dirty="0"/>
                        <a:t>472 000</a:t>
                      </a:r>
                      <a:endParaRPr lang="en-ZA" sz="1800" dirty="0"/>
                    </a:p>
                  </a:txBody>
                  <a:tcPr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noFill/>
                  </a:tcPr>
                </a:tc>
                <a:tc>
                  <a:txBody>
                    <a:bodyPr/>
                    <a:lstStyle/>
                    <a:p>
                      <a:pPr algn="l"/>
                      <a:r>
                        <a:rPr lang="en-US" sz="1800" dirty="0"/>
                        <a:t>00</a:t>
                      </a:r>
                      <a:endParaRPr lang="en-ZA" sz="1800" dirty="0"/>
                    </a:p>
                  </a:txBody>
                  <a:tcPr anchor="b">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20624284"/>
                  </a:ext>
                </a:extLst>
              </a:tr>
              <a:tr h="521700">
                <a:tc>
                  <a:txBody>
                    <a:bodyPr/>
                    <a:lstStyle/>
                    <a:p>
                      <a:pPr algn="l"/>
                      <a:r>
                        <a:rPr lang="en-US" sz="1800" dirty="0"/>
                        <a:t>RETAINED EARNINGS BALANCE (28 FEBRUARY 2022)</a:t>
                      </a:r>
                      <a:endParaRPr lang="en-ZA" sz="1800" dirty="0"/>
                    </a:p>
                  </a:txBody>
                  <a:tcPr anchor="b">
                    <a:noFill/>
                  </a:tcPr>
                </a:tc>
                <a:tc>
                  <a:txBody>
                    <a:bodyPr/>
                    <a:lstStyle/>
                    <a:p>
                      <a:pPr algn="l"/>
                      <a:endParaRPr lang="en-ZA" sz="1800" dirty="0"/>
                    </a:p>
                  </a:txBody>
                  <a:tcPr anchor="b">
                    <a:noFill/>
                  </a:tcPr>
                </a:tc>
                <a:tc>
                  <a:txBody>
                    <a:bodyPr/>
                    <a:lstStyle/>
                    <a:p>
                      <a:pPr algn="r"/>
                      <a:r>
                        <a:rPr lang="en-US" sz="1800" dirty="0"/>
                        <a:t>7 870 500</a:t>
                      </a:r>
                      <a:endParaRPr lang="en-ZA" sz="1800" dirty="0"/>
                    </a:p>
                  </a:txBody>
                  <a:tcPr anchor="b">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noFill/>
                  </a:tcPr>
                </a:tc>
                <a:tc>
                  <a:txBody>
                    <a:bodyPr/>
                    <a:lstStyle/>
                    <a:p>
                      <a:pPr algn="l"/>
                      <a:r>
                        <a:rPr lang="en-US" sz="1800" dirty="0"/>
                        <a:t>00</a:t>
                      </a:r>
                      <a:endParaRPr lang="en-ZA" sz="1800" dirty="0"/>
                    </a:p>
                  </a:txBody>
                  <a:tcPr anchor="b">
                    <a:lnT w="12700" cap="flat" cmpd="sng" algn="ctr">
                      <a:solidFill>
                        <a:schemeClr val="tx1"/>
                      </a:solidFill>
                      <a:prstDash val="solid"/>
                      <a:round/>
                      <a:headEnd type="none" w="med" len="med"/>
                      <a:tailEnd type="none" w="med" len="med"/>
                    </a:lnT>
                    <a:lnB w="762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46473769"/>
                  </a:ext>
                </a:extLst>
              </a:tr>
            </a:tbl>
          </a:graphicData>
        </a:graphic>
      </p:graphicFrame>
      <p:sp>
        <p:nvSpPr>
          <p:cNvPr id="4" name="Left Brace 3">
            <a:extLst>
              <a:ext uri="{FF2B5EF4-FFF2-40B4-BE49-F238E27FC236}">
                <a16:creationId xmlns:a16="http://schemas.microsoft.com/office/drawing/2014/main" id="{D4C4179F-0BD8-1E1D-4ED7-47D0988765AF}"/>
              </a:ext>
            </a:extLst>
          </p:cNvPr>
          <p:cNvSpPr/>
          <p:nvPr/>
        </p:nvSpPr>
        <p:spPr bwMode="auto">
          <a:xfrm>
            <a:off x="6629400" y="4419600"/>
            <a:ext cx="304800" cy="1104897"/>
          </a:xfrm>
          <a:prstGeom prst="leftBrace">
            <a:avLst/>
          </a:prstGeom>
          <a:no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cxnSp>
        <p:nvCxnSpPr>
          <p:cNvPr id="6" name="Straight Connector 5">
            <a:extLst>
              <a:ext uri="{FF2B5EF4-FFF2-40B4-BE49-F238E27FC236}">
                <a16:creationId xmlns:a16="http://schemas.microsoft.com/office/drawing/2014/main" id="{80FA4058-02B2-3CD8-344D-03AD99526DF1}"/>
              </a:ext>
            </a:extLst>
          </p:cNvPr>
          <p:cNvCxnSpPr/>
          <p:nvPr/>
        </p:nvCxnSpPr>
        <p:spPr bwMode="auto">
          <a:xfrm flipV="1">
            <a:off x="6189000" y="4305000"/>
            <a:ext cx="0" cy="648000"/>
          </a:xfrm>
          <a:prstGeom prst="line">
            <a:avLst/>
          </a:prstGeom>
          <a:ln w="38100">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7" name="Straight Connector 6">
            <a:extLst>
              <a:ext uri="{FF2B5EF4-FFF2-40B4-BE49-F238E27FC236}">
                <a16:creationId xmlns:a16="http://schemas.microsoft.com/office/drawing/2014/main" id="{5A65994C-816A-CB50-F6F5-C98E1CC1A403}"/>
              </a:ext>
            </a:extLst>
          </p:cNvPr>
          <p:cNvCxnSpPr>
            <a:cxnSpLocks/>
          </p:cNvCxnSpPr>
          <p:nvPr/>
        </p:nvCxnSpPr>
        <p:spPr bwMode="auto">
          <a:xfrm flipH="1">
            <a:off x="6189000" y="4953000"/>
            <a:ext cx="288000" cy="0"/>
          </a:xfrm>
          <a:prstGeom prst="line">
            <a:avLst/>
          </a:prstGeom>
          <a:ln w="38100">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10" name="Straight Arrow Connector 9">
            <a:extLst>
              <a:ext uri="{FF2B5EF4-FFF2-40B4-BE49-F238E27FC236}">
                <a16:creationId xmlns:a16="http://schemas.microsoft.com/office/drawing/2014/main" id="{23DBD171-93CE-2EEA-4FD0-76B7CA621BBF}"/>
              </a:ext>
            </a:extLst>
          </p:cNvPr>
          <p:cNvCxnSpPr/>
          <p:nvPr/>
        </p:nvCxnSpPr>
        <p:spPr bwMode="auto">
          <a:xfrm>
            <a:off x="6189000" y="4305000"/>
            <a:ext cx="973800" cy="0"/>
          </a:xfrm>
          <a:prstGeom prst="straightConnector1">
            <a:avLst/>
          </a:prstGeom>
          <a:ln w="38100">
            <a:headEnd type="none" w="med" len="med"/>
            <a:tailEnd type="triangle"/>
          </a:ln>
        </p:spPr>
        <p:style>
          <a:lnRef idx="1">
            <a:schemeClr val="accent2"/>
          </a:lnRef>
          <a:fillRef idx="0">
            <a:schemeClr val="accent2"/>
          </a:fillRef>
          <a:effectRef idx="0">
            <a:schemeClr val="accent2"/>
          </a:effectRef>
          <a:fontRef idx="minor">
            <a:schemeClr val="tx1"/>
          </a:fontRef>
        </p:style>
      </p:cxnSp>
    </p:spTree>
    <p:custDataLst>
      <p:tags r:id="rId1"/>
    </p:custDataLst>
    <p:extLst>
      <p:ext uri="{BB962C8B-B14F-4D97-AF65-F5344CB8AC3E}">
        <p14:creationId xmlns:p14="http://schemas.microsoft.com/office/powerpoint/2010/main" val="29461848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7B39393-0652-7155-4AA9-4780341405F6}"/>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9F027B74-28A5-72E6-8EFE-B1F6EFF088E4}"/>
              </a:ext>
            </a:extLst>
          </p:cNvPr>
          <p:cNvSpPr>
            <a:spLocks noGrp="1" noChangeArrowheads="1"/>
          </p:cNvSpPr>
          <p:nvPr>
            <p:ph type="title"/>
          </p:nvPr>
        </p:nvSpPr>
        <p:spPr>
          <a:xfrm>
            <a:off x="228600" y="10510"/>
            <a:ext cx="8763000" cy="1143000"/>
          </a:xfrm>
        </p:spPr>
        <p:txBody>
          <a:bodyPr/>
          <a:lstStyle/>
          <a:p>
            <a:r>
              <a:rPr lang="en-US" dirty="0">
                <a:solidFill>
                  <a:schemeClr val="tx2"/>
                </a:solidFill>
              </a:rPr>
              <a:t>Auditors’ report</a:t>
            </a:r>
          </a:p>
        </p:txBody>
      </p:sp>
      <p:sp>
        <p:nvSpPr>
          <p:cNvPr id="9221" name="Rectangle 5">
            <a:extLst>
              <a:ext uri="{FF2B5EF4-FFF2-40B4-BE49-F238E27FC236}">
                <a16:creationId xmlns:a16="http://schemas.microsoft.com/office/drawing/2014/main" id="{A02A4109-24AA-64CA-3157-1C3DE18B9402}"/>
              </a:ext>
            </a:extLst>
          </p:cNvPr>
          <p:cNvSpPr>
            <a:spLocks noGrp="1" noChangeArrowheads="1"/>
          </p:cNvSpPr>
          <p:nvPr>
            <p:ph idx="1"/>
          </p:nvPr>
        </p:nvSpPr>
        <p:spPr>
          <a:xfrm>
            <a:off x="259976" y="990600"/>
            <a:ext cx="8655424" cy="5247290"/>
          </a:xfrm>
        </p:spPr>
        <p:txBody>
          <a:bodyPr/>
          <a:lstStyle/>
          <a:p>
            <a:pPr>
              <a:lnSpc>
                <a:spcPct val="100000"/>
              </a:lnSpc>
              <a:spcBef>
                <a:spcPts val="0"/>
              </a:spcBef>
              <a:buSzPct val="100000"/>
              <a:buFont typeface="Arial" panose="020B0604020202020204" pitchFamily="34" charset="0"/>
              <a:buChar char="•"/>
            </a:pPr>
            <a:r>
              <a:rPr lang="en-US" sz="2400" dirty="0">
                <a:latin typeface="+mj-lt"/>
              </a:rPr>
              <a:t>Annual financial statements </a:t>
            </a:r>
          </a:p>
          <a:p>
            <a:pPr marL="0" indent="358775">
              <a:lnSpc>
                <a:spcPct val="100000"/>
              </a:lnSpc>
              <a:spcBef>
                <a:spcPts val="0"/>
              </a:spcBef>
              <a:buSzPct val="100000"/>
              <a:buNone/>
            </a:pPr>
            <a:r>
              <a:rPr lang="en-US" sz="2400" dirty="0">
                <a:latin typeface="+mj-lt"/>
              </a:rPr>
              <a:t>were audited and fair </a:t>
            </a:r>
          </a:p>
          <a:p>
            <a:pPr marL="0" indent="358775">
              <a:lnSpc>
                <a:spcPct val="100000"/>
              </a:lnSpc>
              <a:spcBef>
                <a:spcPts val="0"/>
              </a:spcBef>
              <a:buSzPct val="100000"/>
              <a:buNone/>
            </a:pPr>
            <a:r>
              <a:rPr lang="en-US" sz="2400" dirty="0">
                <a:latin typeface="+mj-lt"/>
              </a:rPr>
              <a:t>representation</a:t>
            </a:r>
          </a:p>
          <a:p>
            <a:pPr>
              <a:lnSpc>
                <a:spcPct val="105000"/>
              </a:lnSpc>
              <a:buSzPct val="100000"/>
              <a:buFont typeface="Arial" panose="020B0604020202020204" pitchFamily="34" charset="0"/>
              <a:buChar char="•"/>
            </a:pPr>
            <a:r>
              <a:rPr lang="en-US" sz="2400" dirty="0">
                <a:latin typeface="+mj-lt"/>
              </a:rPr>
              <a:t>Dissatisfaction? </a:t>
            </a:r>
          </a:p>
          <a:p>
            <a:pPr marL="714375">
              <a:lnSpc>
                <a:spcPct val="105000"/>
              </a:lnSpc>
              <a:buSzPct val="100000"/>
              <a:buFont typeface="Arial" panose="020B0604020202020204" pitchFamily="34" charset="0"/>
              <a:buChar char="•"/>
            </a:pPr>
            <a:r>
              <a:rPr lang="en-US" sz="2400" dirty="0">
                <a:latin typeface="+mj-lt"/>
              </a:rPr>
              <a:t>Report qualified</a:t>
            </a:r>
          </a:p>
          <a:p>
            <a:pPr>
              <a:lnSpc>
                <a:spcPct val="105000"/>
              </a:lnSpc>
              <a:buSzPct val="100000"/>
              <a:buFont typeface="Arial" panose="020B0604020202020204" pitchFamily="34" charset="0"/>
              <a:buChar char="•"/>
            </a:pPr>
            <a:endParaRPr lang="en-US" sz="2400" dirty="0">
              <a:latin typeface="+mj-lt"/>
            </a:endParaRPr>
          </a:p>
        </p:txBody>
      </p:sp>
      <p:sp>
        <p:nvSpPr>
          <p:cNvPr id="3" name="Slide Number Placeholder 2">
            <a:extLst>
              <a:ext uri="{FF2B5EF4-FFF2-40B4-BE49-F238E27FC236}">
                <a16:creationId xmlns:a16="http://schemas.microsoft.com/office/drawing/2014/main" id="{96A19D4C-214E-8D31-46C5-891E820D87AC}"/>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20</a:t>
            </a:fld>
            <a:endParaRPr lang="en-US">
              <a:solidFill>
                <a:schemeClr val="tx1"/>
              </a:solidFill>
            </a:endParaRPr>
          </a:p>
        </p:txBody>
      </p:sp>
      <p:pic>
        <p:nvPicPr>
          <p:cNvPr id="1026" name="Picture 2" descr="Difference Between Unqualified and Qualified Report (with Comparison Chart)  - Key Differences">
            <a:extLst>
              <a:ext uri="{FF2B5EF4-FFF2-40B4-BE49-F238E27FC236}">
                <a16:creationId xmlns:a16="http://schemas.microsoft.com/office/drawing/2014/main" id="{3404CF2E-1B1F-226F-14E0-9B6BB2534E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4006132"/>
            <a:ext cx="4914900" cy="2571750"/>
          </a:xfrm>
          <a:prstGeom prst="rect">
            <a:avLst/>
          </a:prstGeom>
          <a:noFill/>
          <a:extLst>
            <a:ext uri="{909E8E84-426E-40DD-AFC4-6F175D3DCCD1}">
              <a14:hiddenFill xmlns:a14="http://schemas.microsoft.com/office/drawing/2010/main">
                <a:solidFill>
                  <a:srgbClr val="FFFFFF"/>
                </a:solidFill>
              </a14:hiddenFill>
            </a:ext>
          </a:extLst>
        </p:spPr>
      </p:pic>
      <p:sp>
        <p:nvSpPr>
          <p:cNvPr id="2" name="Arrow: Right 1">
            <a:extLst>
              <a:ext uri="{FF2B5EF4-FFF2-40B4-BE49-F238E27FC236}">
                <a16:creationId xmlns:a16="http://schemas.microsoft.com/office/drawing/2014/main" id="{5F54DD5E-620C-3D15-36C6-2ACFF42AF89B}"/>
              </a:ext>
            </a:extLst>
          </p:cNvPr>
          <p:cNvSpPr/>
          <p:nvPr/>
        </p:nvSpPr>
        <p:spPr bwMode="auto">
          <a:xfrm rot="1997575">
            <a:off x="17258" y="5496641"/>
            <a:ext cx="864000" cy="396000"/>
          </a:xfrm>
          <a:prstGeom prst="rightArrow">
            <a:avLst/>
          </a:prstGeom>
          <a:solidFill>
            <a:srgbClr val="C0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6" name="Arrow: Right 5">
            <a:extLst>
              <a:ext uri="{FF2B5EF4-FFF2-40B4-BE49-F238E27FC236}">
                <a16:creationId xmlns:a16="http://schemas.microsoft.com/office/drawing/2014/main" id="{72257AB7-C761-7C31-BC7A-3B23D16540F5}"/>
              </a:ext>
            </a:extLst>
          </p:cNvPr>
          <p:cNvSpPr/>
          <p:nvPr/>
        </p:nvSpPr>
        <p:spPr bwMode="auto">
          <a:xfrm rot="19323562">
            <a:off x="2699185" y="3390395"/>
            <a:ext cx="1624272" cy="432000"/>
          </a:xfrm>
          <a:prstGeom prst="rightArrow">
            <a:avLst/>
          </a:prstGeom>
          <a:solidFill>
            <a:srgbClr val="C0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ZA" sz="2800" b="0" i="0" u="none" strike="noStrike" cap="none" normalizeH="0" baseline="0">
              <a:ln>
                <a:noFill/>
              </a:ln>
              <a:solidFill>
                <a:schemeClr val="tx1"/>
              </a:solidFill>
              <a:effectLst/>
              <a:latin typeface="Arial" charset="0"/>
              <a:ea typeface="ＭＳ Ｐゴシック" pitchFamily="1" charset="-128"/>
            </a:endParaRPr>
          </a:p>
        </p:txBody>
      </p:sp>
      <p:sp>
        <p:nvSpPr>
          <p:cNvPr id="10" name="TextBox 9">
            <a:extLst>
              <a:ext uri="{FF2B5EF4-FFF2-40B4-BE49-F238E27FC236}">
                <a16:creationId xmlns:a16="http://schemas.microsoft.com/office/drawing/2014/main" id="{462FBEB3-254B-EEE9-FE74-95D7001D3784}"/>
              </a:ext>
            </a:extLst>
          </p:cNvPr>
          <p:cNvSpPr txBox="1"/>
          <p:nvPr/>
        </p:nvSpPr>
        <p:spPr>
          <a:xfrm>
            <a:off x="4939376" y="5105400"/>
            <a:ext cx="4256527" cy="646331"/>
          </a:xfrm>
          <a:prstGeom prst="rect">
            <a:avLst/>
          </a:prstGeom>
          <a:noFill/>
        </p:spPr>
        <p:txBody>
          <a:bodyPr wrap="square">
            <a:spAutoFit/>
          </a:bodyPr>
          <a:lstStyle/>
          <a:p>
            <a:r>
              <a:rPr lang="en-ZA" sz="1200" dirty="0"/>
              <a:t>Source: </a:t>
            </a:r>
            <a:r>
              <a:rPr lang="en-ZA" sz="1200" dirty="0">
                <a:hlinkClick r:id="rId5"/>
              </a:rPr>
              <a:t>https://thespargroup.com/pdf/SPAR_Group_FY25_AFS.pdf</a:t>
            </a:r>
            <a:r>
              <a:rPr lang="en-ZA" sz="1200" dirty="0"/>
              <a:t> See p 4</a:t>
            </a:r>
          </a:p>
        </p:txBody>
      </p:sp>
    </p:spTree>
    <p:custDataLst>
      <p:tags r:id="rId1"/>
    </p:custDataLst>
    <p:extLst>
      <p:ext uri="{BB962C8B-B14F-4D97-AF65-F5344CB8AC3E}">
        <p14:creationId xmlns:p14="http://schemas.microsoft.com/office/powerpoint/2010/main" val="11673285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95D5951-CABB-39C9-5E27-CB26EBD0BF3D}"/>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1B700CE4-45AA-BB00-4CF5-7823D687FAF1}"/>
              </a:ext>
            </a:extLst>
          </p:cNvPr>
          <p:cNvSpPr>
            <a:spLocks noGrp="1" noChangeArrowheads="1"/>
          </p:cNvSpPr>
          <p:nvPr>
            <p:ph type="title"/>
          </p:nvPr>
        </p:nvSpPr>
        <p:spPr>
          <a:xfrm>
            <a:off x="228600" y="304800"/>
            <a:ext cx="8763000" cy="1143000"/>
          </a:xfrm>
        </p:spPr>
        <p:txBody>
          <a:bodyPr wrap="square" anchor="ctr">
            <a:normAutofit/>
          </a:bodyPr>
          <a:lstStyle/>
          <a:p>
            <a:r>
              <a:rPr lang="en-US" dirty="0"/>
              <a:t>Directors’ report</a:t>
            </a:r>
          </a:p>
        </p:txBody>
      </p:sp>
      <p:sp>
        <p:nvSpPr>
          <p:cNvPr id="9221" name="Rectangle 5">
            <a:extLst>
              <a:ext uri="{FF2B5EF4-FFF2-40B4-BE49-F238E27FC236}">
                <a16:creationId xmlns:a16="http://schemas.microsoft.com/office/drawing/2014/main" id="{BB099F4C-3EE9-15C6-A662-859E5E5B01FF}"/>
              </a:ext>
            </a:extLst>
          </p:cNvPr>
          <p:cNvSpPr>
            <a:spLocks noGrp="1" noChangeArrowheads="1"/>
          </p:cNvSpPr>
          <p:nvPr>
            <p:ph sz="half" idx="1"/>
          </p:nvPr>
        </p:nvSpPr>
        <p:spPr>
          <a:xfrm>
            <a:off x="304800" y="1295400"/>
            <a:ext cx="4122420" cy="5105400"/>
          </a:xfrm>
        </p:spPr>
        <p:txBody>
          <a:bodyPr wrap="square" anchor="t">
            <a:normAutofit/>
          </a:bodyPr>
          <a:lstStyle/>
          <a:p>
            <a:pPr>
              <a:lnSpc>
                <a:spcPct val="105000"/>
              </a:lnSpc>
              <a:buSzPct val="100000"/>
              <a:buFont typeface="Arial" panose="020B0604020202020204" pitchFamily="34" charset="0"/>
              <a:buChar char="•"/>
            </a:pPr>
            <a:r>
              <a:rPr lang="en-US" sz="2400" dirty="0"/>
              <a:t>Overview of firm and state of affairs</a:t>
            </a:r>
          </a:p>
          <a:p>
            <a:pPr marL="857250" lvl="1" indent="-457200">
              <a:lnSpc>
                <a:spcPct val="105000"/>
              </a:lnSpc>
              <a:spcBef>
                <a:spcPts val="0"/>
              </a:spcBef>
              <a:buClr>
                <a:srgbClr val="1F497D"/>
              </a:buClr>
              <a:buSzPct val="100000"/>
              <a:buFont typeface="Wingdings" panose="05000000000000000000" pitchFamily="2" charset="2"/>
              <a:buChar char="§"/>
              <a:defRPr/>
            </a:pPr>
            <a:r>
              <a:rPr lang="en-US" dirty="0"/>
              <a:t>Nature of activities</a:t>
            </a:r>
          </a:p>
          <a:p>
            <a:pPr marL="857250" lvl="1" indent="-457200">
              <a:lnSpc>
                <a:spcPct val="105000"/>
              </a:lnSpc>
              <a:spcBef>
                <a:spcPts val="0"/>
              </a:spcBef>
              <a:buClr>
                <a:srgbClr val="1F497D"/>
              </a:buClr>
              <a:buSzPct val="100000"/>
              <a:buFont typeface="Wingdings" panose="05000000000000000000" pitchFamily="2" charset="2"/>
              <a:buChar char="§"/>
              <a:defRPr/>
            </a:pPr>
            <a:r>
              <a:rPr lang="en-US" dirty="0"/>
              <a:t>Profit or loss</a:t>
            </a:r>
          </a:p>
          <a:p>
            <a:pPr marL="857250" lvl="1" indent="-457200">
              <a:lnSpc>
                <a:spcPct val="105000"/>
              </a:lnSpc>
              <a:spcBef>
                <a:spcPts val="0"/>
              </a:spcBef>
              <a:buClr>
                <a:srgbClr val="1F497D"/>
              </a:buClr>
              <a:buSzPct val="100000"/>
              <a:buFont typeface="Wingdings" panose="05000000000000000000" pitchFamily="2" charset="2"/>
              <a:buChar char="§"/>
              <a:defRPr/>
            </a:pPr>
            <a:r>
              <a:rPr lang="en-US" dirty="0"/>
              <a:t>State of affairs</a:t>
            </a:r>
          </a:p>
          <a:p>
            <a:pPr marL="857250" lvl="1" indent="-457200">
              <a:lnSpc>
                <a:spcPct val="105000"/>
              </a:lnSpc>
              <a:spcBef>
                <a:spcPts val="0"/>
              </a:spcBef>
              <a:buClr>
                <a:srgbClr val="1F497D"/>
              </a:buClr>
              <a:buSzPct val="100000"/>
              <a:buFont typeface="Wingdings" panose="05000000000000000000" pitchFamily="2" charset="2"/>
              <a:buChar char="§"/>
              <a:defRPr/>
            </a:pPr>
            <a:r>
              <a:rPr lang="en-US" dirty="0"/>
              <a:t>Additional financing raised</a:t>
            </a:r>
          </a:p>
          <a:p>
            <a:pPr marL="857250" lvl="1" indent="-457200">
              <a:lnSpc>
                <a:spcPct val="105000"/>
              </a:lnSpc>
              <a:spcBef>
                <a:spcPts val="0"/>
              </a:spcBef>
              <a:buClr>
                <a:srgbClr val="1F497D"/>
              </a:buClr>
              <a:buSzPct val="100000"/>
              <a:buFont typeface="Wingdings" panose="05000000000000000000" pitchFamily="2" charset="2"/>
              <a:buChar char="§"/>
              <a:defRPr/>
            </a:pPr>
            <a:r>
              <a:rPr lang="en-US" dirty="0"/>
              <a:t>Major changes in nature of firm’s non-current assets</a:t>
            </a:r>
          </a:p>
          <a:p>
            <a:pPr marL="857250" lvl="1" indent="-457200">
              <a:lnSpc>
                <a:spcPct val="105000"/>
              </a:lnSpc>
              <a:spcBef>
                <a:spcPts val="0"/>
              </a:spcBef>
              <a:buClr>
                <a:srgbClr val="1F497D"/>
              </a:buClr>
              <a:buSzPct val="100000"/>
              <a:buFont typeface="Wingdings" panose="05000000000000000000" pitchFamily="2" charset="2"/>
              <a:buChar char="§"/>
              <a:defRPr/>
            </a:pPr>
            <a:r>
              <a:rPr lang="en-US" dirty="0"/>
              <a:t>Dividends paid and/or declared</a:t>
            </a:r>
          </a:p>
        </p:txBody>
      </p:sp>
      <p:sp>
        <p:nvSpPr>
          <p:cNvPr id="3" name="Slide Number Placeholder 2">
            <a:extLst>
              <a:ext uri="{FF2B5EF4-FFF2-40B4-BE49-F238E27FC236}">
                <a16:creationId xmlns:a16="http://schemas.microsoft.com/office/drawing/2014/main" id="{2520C149-FD9B-8880-21BA-B467DA658758}"/>
              </a:ext>
            </a:extLst>
          </p:cNvPr>
          <p:cNvSpPr>
            <a:spLocks noGrp="1"/>
          </p:cNvSpPr>
          <p:nvPr>
            <p:ph type="sldNum" sz="quarter" idx="12"/>
          </p:nvPr>
        </p:nvSpPr>
        <p:spPr>
          <a:xfrm>
            <a:off x="7162800" y="6477000"/>
            <a:ext cx="1905000" cy="457200"/>
          </a:xfrm>
        </p:spPr>
        <p:txBody>
          <a:bodyPr wrap="square" anchor="t">
            <a:normAutofit/>
          </a:bodyPr>
          <a:lstStyle/>
          <a:p>
            <a:pPr>
              <a:spcAft>
                <a:spcPts val="600"/>
              </a:spcAft>
              <a:defRPr/>
            </a:pPr>
            <a:fld id="{EE7E0EE7-581C-F445-BDC6-E24C5F5F02F8}" type="slidenum">
              <a:rPr lang="en-US" smtClean="0"/>
              <a:pPr>
                <a:spcAft>
                  <a:spcPts val="600"/>
                </a:spcAft>
                <a:defRPr/>
              </a:pPr>
              <a:t>21</a:t>
            </a:fld>
            <a:endParaRPr lang="en-US"/>
          </a:p>
        </p:txBody>
      </p:sp>
      <p:sp>
        <p:nvSpPr>
          <p:cNvPr id="7" name="TextBox 6">
            <a:extLst>
              <a:ext uri="{FF2B5EF4-FFF2-40B4-BE49-F238E27FC236}">
                <a16:creationId xmlns:a16="http://schemas.microsoft.com/office/drawing/2014/main" id="{D5ED04CC-12C7-7C8C-10BC-01CF414E71A2}"/>
              </a:ext>
            </a:extLst>
          </p:cNvPr>
          <p:cNvSpPr txBox="1"/>
          <p:nvPr/>
        </p:nvSpPr>
        <p:spPr>
          <a:xfrm>
            <a:off x="4419600" y="345989"/>
            <a:ext cx="4256527" cy="646331"/>
          </a:xfrm>
          <a:prstGeom prst="rect">
            <a:avLst/>
          </a:prstGeom>
          <a:noFill/>
        </p:spPr>
        <p:txBody>
          <a:bodyPr wrap="square">
            <a:spAutoFit/>
          </a:bodyPr>
          <a:lstStyle/>
          <a:p>
            <a:r>
              <a:rPr lang="en-ZA" sz="1200" dirty="0"/>
              <a:t>Source: </a:t>
            </a:r>
            <a:r>
              <a:rPr lang="en-ZA" sz="1200" dirty="0">
                <a:hlinkClick r:id="rId4"/>
              </a:rPr>
              <a:t>https://thespargroup.com/pdf/SPAR_Group_FY25_AFS.pdf</a:t>
            </a:r>
            <a:r>
              <a:rPr lang="en-ZA" sz="1200" dirty="0"/>
              <a:t> See pp 8-9</a:t>
            </a:r>
          </a:p>
        </p:txBody>
      </p:sp>
    </p:spTree>
    <p:custDataLst>
      <p:tags r:id="rId1"/>
    </p:custDataLst>
    <p:extLst>
      <p:ext uri="{BB962C8B-B14F-4D97-AF65-F5344CB8AC3E}">
        <p14:creationId xmlns:p14="http://schemas.microsoft.com/office/powerpoint/2010/main" val="9460173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1954050-51DC-4951-1313-4C5AD43D97ED}"/>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684B11E1-8DC7-868B-E1B9-F362F198B5BC}"/>
              </a:ext>
            </a:extLst>
          </p:cNvPr>
          <p:cNvSpPr>
            <a:spLocks noGrp="1" noChangeArrowheads="1"/>
          </p:cNvSpPr>
          <p:nvPr>
            <p:ph type="title"/>
          </p:nvPr>
        </p:nvSpPr>
        <p:spPr>
          <a:xfrm>
            <a:off x="228600" y="10510"/>
            <a:ext cx="8763000" cy="1143000"/>
          </a:xfrm>
        </p:spPr>
        <p:txBody>
          <a:bodyPr/>
          <a:lstStyle/>
          <a:p>
            <a:r>
              <a:rPr lang="en-US" dirty="0">
                <a:solidFill>
                  <a:schemeClr val="tx2"/>
                </a:solidFill>
              </a:rPr>
              <a:t>Financial management and accounting</a:t>
            </a:r>
          </a:p>
        </p:txBody>
      </p:sp>
      <p:sp>
        <p:nvSpPr>
          <p:cNvPr id="9221" name="Rectangle 5">
            <a:extLst>
              <a:ext uri="{FF2B5EF4-FFF2-40B4-BE49-F238E27FC236}">
                <a16:creationId xmlns:a16="http://schemas.microsoft.com/office/drawing/2014/main" id="{A3FFA0D3-CDA2-ACDC-FAFB-78EAE1CCDF98}"/>
              </a:ext>
            </a:extLst>
          </p:cNvPr>
          <p:cNvSpPr>
            <a:spLocks noGrp="1" noChangeArrowheads="1"/>
          </p:cNvSpPr>
          <p:nvPr>
            <p:ph idx="1"/>
          </p:nvPr>
        </p:nvSpPr>
        <p:spPr>
          <a:xfrm>
            <a:off x="259976" y="990600"/>
            <a:ext cx="8655424" cy="5247290"/>
          </a:xfrm>
        </p:spPr>
        <p:txBody>
          <a:bodyPr/>
          <a:lstStyle/>
          <a:p>
            <a:pPr>
              <a:lnSpc>
                <a:spcPct val="105000"/>
              </a:lnSpc>
              <a:buSzPct val="100000"/>
              <a:buFont typeface="Arial" panose="020B0604020202020204" pitchFamily="34" charset="0"/>
              <a:buChar char="•"/>
            </a:pPr>
            <a:r>
              <a:rPr lang="en-US" sz="2400" dirty="0">
                <a:latin typeface="+mj-lt"/>
              </a:rPr>
              <a:t>Handling of funds</a:t>
            </a:r>
          </a:p>
          <a:p>
            <a:pPr marL="857250" lvl="1" indent="-457200">
              <a:lnSpc>
                <a:spcPct val="100000"/>
              </a:lnSpc>
              <a:spcBef>
                <a:spcPts val="0"/>
              </a:spcBef>
              <a:buClr>
                <a:srgbClr val="1F497D"/>
              </a:buClr>
              <a:buSzPct val="100000"/>
              <a:buFont typeface="Wingdings" panose="05000000000000000000" pitchFamily="2" charset="2"/>
              <a:buChar char="§"/>
              <a:defRPr/>
            </a:pPr>
            <a:r>
              <a:rPr lang="en-US" sz="2400" dirty="0">
                <a:solidFill>
                  <a:prstClr val="black"/>
                </a:solidFill>
                <a:ea typeface="ＭＳ Ｐゴシック"/>
              </a:rPr>
              <a:t>Financial accountant – use principles for recording transactions (accrual principle – when transaction occurs)</a:t>
            </a:r>
          </a:p>
          <a:p>
            <a:pPr marL="857250" lvl="1" indent="-457200">
              <a:lnSpc>
                <a:spcPct val="100000"/>
              </a:lnSpc>
              <a:spcBef>
                <a:spcPts val="0"/>
              </a:spcBef>
              <a:buClr>
                <a:srgbClr val="1F497D"/>
              </a:buClr>
              <a:buSzPct val="100000"/>
              <a:buFont typeface="Wingdings" panose="05000000000000000000" pitchFamily="2" charset="2"/>
              <a:buChar char="§"/>
              <a:defRPr/>
            </a:pPr>
            <a:r>
              <a:rPr lang="en-US" sz="2400" dirty="0">
                <a:solidFill>
                  <a:prstClr val="black"/>
                </a:solidFill>
                <a:ea typeface="ＭＳ Ｐゴシック"/>
              </a:rPr>
              <a:t>CFO – firm’s liquidity and solvency, assessing need for current and non-current assets (and how to finance these assets)</a:t>
            </a:r>
          </a:p>
          <a:p>
            <a:pPr>
              <a:lnSpc>
                <a:spcPct val="105000"/>
              </a:lnSpc>
              <a:buSzPct val="100000"/>
              <a:buFont typeface="Arial" panose="020B0604020202020204" pitchFamily="34" charset="0"/>
              <a:buChar char="•"/>
            </a:pPr>
            <a:r>
              <a:rPr lang="en-US" sz="2400" dirty="0">
                <a:latin typeface="+mj-lt"/>
              </a:rPr>
              <a:t>Decision making</a:t>
            </a:r>
          </a:p>
          <a:p>
            <a:pPr marL="857250" lvl="1" indent="-457200">
              <a:lnSpc>
                <a:spcPct val="100000"/>
              </a:lnSpc>
              <a:spcBef>
                <a:spcPts val="0"/>
              </a:spcBef>
              <a:buClr>
                <a:srgbClr val="1F497D"/>
              </a:buClr>
              <a:buSzPct val="100000"/>
              <a:buFont typeface="Wingdings" panose="05000000000000000000" pitchFamily="2" charset="2"/>
              <a:buChar char="§"/>
              <a:defRPr/>
            </a:pPr>
            <a:r>
              <a:rPr lang="en-US" sz="2400" dirty="0">
                <a:solidFill>
                  <a:prstClr val="black"/>
                </a:solidFill>
                <a:ea typeface="ＭＳ Ｐゴシック"/>
              </a:rPr>
              <a:t>CFO analyses financial statements as provided by financial account for decision making purposes</a:t>
            </a:r>
          </a:p>
          <a:p>
            <a:pPr>
              <a:lnSpc>
                <a:spcPct val="105000"/>
              </a:lnSpc>
              <a:buSzPct val="100000"/>
              <a:buFont typeface="Arial" panose="020B0604020202020204" pitchFamily="34" charset="0"/>
              <a:buChar char="•"/>
            </a:pPr>
            <a:r>
              <a:rPr lang="en-US" sz="2400" dirty="0">
                <a:latin typeface="+mj-lt"/>
              </a:rPr>
              <a:t>Historical versus future orientation</a:t>
            </a:r>
          </a:p>
          <a:p>
            <a:pPr marL="857250" lvl="1" indent="-457200">
              <a:lnSpc>
                <a:spcPct val="100000"/>
              </a:lnSpc>
              <a:spcBef>
                <a:spcPts val="0"/>
              </a:spcBef>
              <a:buClr>
                <a:srgbClr val="1F497D"/>
              </a:buClr>
              <a:buSzPct val="100000"/>
              <a:buFont typeface="Wingdings" panose="05000000000000000000" pitchFamily="2" charset="2"/>
              <a:buChar char="§"/>
              <a:defRPr/>
            </a:pPr>
            <a:r>
              <a:rPr lang="en-US" sz="2400" dirty="0">
                <a:solidFill>
                  <a:prstClr val="black"/>
                </a:solidFill>
                <a:ea typeface="ＭＳ Ｐゴシック"/>
              </a:rPr>
              <a:t>Statements provide information pertaining to past year</a:t>
            </a:r>
          </a:p>
          <a:p>
            <a:pPr marL="857250" lvl="1" indent="-457200">
              <a:lnSpc>
                <a:spcPct val="100000"/>
              </a:lnSpc>
              <a:spcBef>
                <a:spcPts val="0"/>
              </a:spcBef>
              <a:buClr>
                <a:srgbClr val="1F497D"/>
              </a:buClr>
              <a:buSzPct val="100000"/>
              <a:buFont typeface="Wingdings" panose="05000000000000000000" pitchFamily="2" charset="2"/>
              <a:buChar char="§"/>
              <a:defRPr/>
            </a:pPr>
            <a:r>
              <a:rPr lang="en-US" sz="2400" dirty="0">
                <a:solidFill>
                  <a:prstClr val="black"/>
                </a:solidFill>
                <a:ea typeface="ＭＳ Ｐゴシック"/>
              </a:rPr>
              <a:t>Currently information used for future planning and </a:t>
            </a:r>
            <a:r>
              <a:rPr lang="en-US" sz="2400" dirty="0" err="1">
                <a:solidFill>
                  <a:prstClr val="black"/>
                </a:solidFill>
                <a:ea typeface="ＭＳ Ｐゴシック"/>
              </a:rPr>
              <a:t>strategising</a:t>
            </a:r>
            <a:endParaRPr lang="en-US" sz="2400" dirty="0">
              <a:solidFill>
                <a:prstClr val="black"/>
              </a:solidFill>
              <a:ea typeface="ＭＳ Ｐゴシック"/>
            </a:endParaRPr>
          </a:p>
        </p:txBody>
      </p:sp>
      <p:sp>
        <p:nvSpPr>
          <p:cNvPr id="3" name="Slide Number Placeholder 2">
            <a:extLst>
              <a:ext uri="{FF2B5EF4-FFF2-40B4-BE49-F238E27FC236}">
                <a16:creationId xmlns:a16="http://schemas.microsoft.com/office/drawing/2014/main" id="{C871F735-6DCF-BD01-33BC-0AA21452C0B6}"/>
              </a:ext>
            </a:extLst>
          </p:cNvPr>
          <p:cNvSpPr>
            <a:spLocks noGrp="1"/>
          </p:cNvSpPr>
          <p:nvPr>
            <p:ph type="sldNum" sz="quarter" idx="12"/>
          </p:nvPr>
        </p:nvSpPr>
        <p:spPr/>
        <p:txBody>
          <a:bodyPr/>
          <a:lstStyle/>
          <a:p>
            <a:pPr>
              <a:defRPr/>
            </a:pPr>
            <a:fld id="{EE7E0EE7-581C-F445-BDC6-E24C5F5F02F8}" type="slidenum">
              <a:rPr lang="en-US" smtClean="0">
                <a:solidFill>
                  <a:schemeClr val="tx1"/>
                </a:solidFill>
              </a:rPr>
              <a:pPr>
                <a:defRPr/>
              </a:pPr>
              <a:t>22</a:t>
            </a:fld>
            <a:endParaRPr lang="en-US">
              <a:solidFill>
                <a:schemeClr val="tx1"/>
              </a:solidFill>
            </a:endParaRPr>
          </a:p>
        </p:txBody>
      </p:sp>
    </p:spTree>
    <p:custDataLst>
      <p:tags r:id="rId1"/>
    </p:custDataLst>
    <p:extLst>
      <p:ext uri="{BB962C8B-B14F-4D97-AF65-F5344CB8AC3E}">
        <p14:creationId xmlns:p14="http://schemas.microsoft.com/office/powerpoint/2010/main" val="5321131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763000" cy="733134"/>
          </a:xfrm>
        </p:spPr>
        <p:txBody>
          <a:bodyPr/>
          <a:lstStyle/>
          <a:p>
            <a:r>
              <a:rPr lang="en-US" dirty="0">
                <a:solidFill>
                  <a:schemeClr val="tx2"/>
                </a:solidFill>
              </a:rPr>
              <a:t>Example – SG pg. 14</a:t>
            </a:r>
          </a:p>
        </p:txBody>
      </p:sp>
      <p:sp>
        <p:nvSpPr>
          <p:cNvPr id="9221" name="Rectangle 5"/>
          <p:cNvSpPr>
            <a:spLocks noGrp="1" noChangeArrowheads="1"/>
          </p:cNvSpPr>
          <p:nvPr>
            <p:ph idx="1"/>
          </p:nvPr>
        </p:nvSpPr>
        <p:spPr>
          <a:xfrm>
            <a:off x="76200" y="914400"/>
            <a:ext cx="8991600" cy="5933090"/>
          </a:xfrm>
        </p:spPr>
        <p:txBody>
          <a:bodyPr/>
          <a:lstStyle/>
          <a:p>
            <a:pPr lvl="1">
              <a:lnSpc>
                <a:spcPct val="105000"/>
              </a:lnSpc>
              <a:buSzPct val="100000"/>
              <a:buFont typeface="Wingdings" panose="05000000000000000000" pitchFamily="2" charset="2"/>
              <a:buChar char="§"/>
            </a:pPr>
            <a:endParaRPr lang="en-US" b="1" dirty="0">
              <a:solidFill>
                <a:schemeClr val="accent1">
                  <a:lumMod val="75000"/>
                </a:schemeClr>
              </a:solidFill>
            </a:endParaRPr>
          </a:p>
          <a:p>
            <a:pPr>
              <a:lnSpc>
                <a:spcPct val="105000"/>
              </a:lnSpc>
              <a:buSzPct val="100000"/>
              <a:buFont typeface="Arial" panose="020B0604020202020204" pitchFamily="34" charset="0"/>
              <a:buChar char="•"/>
            </a:pPr>
            <a:endParaRPr lang="en-US" dirty="0"/>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23</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
        <p:nvSpPr>
          <p:cNvPr id="6" name="Rectangle 5">
            <a:extLst>
              <a:ext uri="{FF2B5EF4-FFF2-40B4-BE49-F238E27FC236}">
                <a16:creationId xmlns:a16="http://schemas.microsoft.com/office/drawing/2014/main" id="{3605E2F7-0BE4-3E73-5752-2B05F8916FA3}"/>
              </a:ext>
            </a:extLst>
          </p:cNvPr>
          <p:cNvSpPr txBox="1">
            <a:spLocks noChangeArrowheads="1"/>
          </p:cNvSpPr>
          <p:nvPr/>
        </p:nvSpPr>
        <p:spPr bwMode="auto">
          <a:xfrm>
            <a:off x="228600" y="838200"/>
            <a:ext cx="8763000" cy="6019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28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a:lstStyle>
          <a:p>
            <a:pPr marL="0" indent="0" algn="just">
              <a:buNone/>
              <a:tabLst>
                <a:tab pos="285750" algn="l"/>
                <a:tab pos="571500" algn="l"/>
              </a:tabLst>
            </a:pPr>
            <a:r>
              <a:rPr lang="en-US" sz="2400" dirty="0">
                <a:effectLst/>
                <a:latin typeface="+mj-lt"/>
                <a:ea typeface="Times New Roman" panose="02020603050405020304" pitchFamily="18" charset="0"/>
                <a:cs typeface="Times New Roman" panose="02020603050405020304" pitchFamily="18" charset="0"/>
              </a:rPr>
              <a:t>Referring to </a:t>
            </a:r>
            <a:r>
              <a:rPr lang="en-US" sz="2400" dirty="0">
                <a:solidFill>
                  <a:srgbClr val="000000"/>
                </a:solidFill>
                <a:effectLst/>
                <a:latin typeface="+mj-lt"/>
                <a:ea typeface="Times New Roman" panose="02020603050405020304" pitchFamily="18" charset="0"/>
                <a:cs typeface="Times New Roman" panose="02020603050405020304" pitchFamily="18" charset="0"/>
                <a:hlinkClick r:id="rId4"/>
              </a:rPr>
              <a:t>PEPKOR Holdings Limited</a:t>
            </a:r>
            <a:r>
              <a:rPr lang="en-US" sz="2400" dirty="0">
                <a:solidFill>
                  <a:srgbClr val="000000"/>
                </a:solidFill>
                <a:effectLst/>
                <a:latin typeface="+mj-lt"/>
                <a:ea typeface="Times New Roman" panose="02020603050405020304" pitchFamily="18" charset="0"/>
                <a:cs typeface="Times New Roman" panose="02020603050405020304" pitchFamily="18" charset="0"/>
              </a:rPr>
              <a:t> (see Examples of open questions for Chapter One). View the Annual Financial Statements and answer the following questions: </a:t>
            </a:r>
            <a:endParaRPr lang="en-ZA" sz="2400" dirty="0">
              <a:effectLst/>
              <a:latin typeface="+mj-lt"/>
              <a:ea typeface="Times New Roman" panose="02020603050405020304" pitchFamily="18" charset="0"/>
              <a:cs typeface="Times New Roman" panose="02020603050405020304" pitchFamily="18" charset="0"/>
            </a:endParaRPr>
          </a:p>
          <a:p>
            <a:pPr marL="538163" indent="-538163" algn="just">
              <a:buNone/>
              <a:tabLst>
                <a:tab pos="538163" algn="l"/>
              </a:tabLst>
            </a:pPr>
            <a:r>
              <a:rPr lang="en-US" sz="2400" dirty="0">
                <a:solidFill>
                  <a:srgbClr val="000000"/>
                </a:solidFill>
                <a:effectLst/>
                <a:latin typeface="+mj-lt"/>
                <a:ea typeface="Times New Roman" panose="02020603050405020304" pitchFamily="18" charset="0"/>
                <a:cs typeface="Times New Roman" panose="02020603050405020304" pitchFamily="18" charset="0"/>
              </a:rPr>
              <a:t>(a)	Identify the applicable accounting period of the latest Annual Financial Statements.</a:t>
            </a:r>
            <a:endParaRPr lang="en-ZA" sz="2400" dirty="0">
              <a:effectLst/>
              <a:latin typeface="+mj-lt"/>
              <a:ea typeface="Times New Roman" panose="02020603050405020304" pitchFamily="18" charset="0"/>
              <a:cs typeface="Times New Roman" panose="02020603050405020304" pitchFamily="18" charset="0"/>
            </a:endParaRPr>
          </a:p>
          <a:p>
            <a:pPr marL="538163" indent="-538163" algn="just">
              <a:buNone/>
            </a:pPr>
            <a:r>
              <a:rPr lang="en-US" sz="2400" dirty="0">
                <a:effectLst/>
                <a:latin typeface="+mj-lt"/>
                <a:ea typeface="Times New Roman" panose="02020603050405020304" pitchFamily="18" charset="0"/>
                <a:cs typeface="Times New Roman" panose="02020603050405020304" pitchFamily="18" charset="0"/>
              </a:rPr>
              <a:t>(b)	</a:t>
            </a:r>
            <a:r>
              <a:rPr lang="en-US" sz="2400" dirty="0">
                <a:solidFill>
                  <a:srgbClr val="000000"/>
                </a:solidFill>
                <a:latin typeface="+mj-lt"/>
                <a:cs typeface="Times New Roman" panose="02020603050405020304" pitchFamily="18" charset="0"/>
              </a:rPr>
              <a:t>Consider the Directors’ report and identify whether there was any movement in ordinary shares.</a:t>
            </a:r>
            <a:endParaRPr lang="en-ZA" sz="2400" dirty="0">
              <a:solidFill>
                <a:srgbClr val="000000"/>
              </a:solidFill>
              <a:latin typeface="+mj-lt"/>
              <a:cs typeface="Times New Roman" panose="02020603050405020304" pitchFamily="18" charset="0"/>
            </a:endParaRPr>
          </a:p>
          <a:p>
            <a:pPr marL="538163" indent="-538163" algn="just">
              <a:buNone/>
            </a:pPr>
            <a:r>
              <a:rPr lang="en-US" sz="2400" dirty="0">
                <a:solidFill>
                  <a:srgbClr val="000000"/>
                </a:solidFill>
                <a:latin typeface="+mj-lt"/>
                <a:cs typeface="Times New Roman" panose="02020603050405020304" pitchFamily="18" charset="0"/>
              </a:rPr>
              <a:t>(c)	What </a:t>
            </a:r>
            <a:r>
              <a:rPr lang="en-US" sz="2400" dirty="0">
                <a:solidFill>
                  <a:srgbClr val="000000"/>
                </a:solidFill>
                <a:effectLst/>
                <a:latin typeface="+mj-lt"/>
                <a:ea typeface="Times New Roman" panose="02020603050405020304" pitchFamily="18" charset="0"/>
                <a:cs typeface="Times New Roman" panose="02020603050405020304" pitchFamily="18" charset="0"/>
              </a:rPr>
              <a:t>debt did PEPKOR obtain during the financial year when considering the Directors’ report?  </a:t>
            </a:r>
            <a:endParaRPr lang="en-ZA" sz="2400" dirty="0">
              <a:effectLst/>
              <a:latin typeface="+mj-lt"/>
              <a:ea typeface="Times New Roman" panose="02020603050405020304" pitchFamily="18" charset="0"/>
              <a:cs typeface="Times New Roman" panose="02020603050405020304" pitchFamily="18" charset="0"/>
            </a:endParaRPr>
          </a:p>
          <a:p>
            <a:pPr marL="0" indent="0" algn="just">
              <a:buClr>
                <a:srgbClr val="1F497D"/>
              </a:buClr>
              <a:buSzPct val="100000"/>
              <a:buFont typeface="Wingdings" charset="2"/>
              <a:buNone/>
            </a:pPr>
            <a:endParaRPr lang="en-US" sz="2400" kern="0" dirty="0">
              <a:solidFill>
                <a:prstClr val="black"/>
              </a:solidFill>
              <a:latin typeface="+mj-lt"/>
            </a:endParaRPr>
          </a:p>
        </p:txBody>
      </p:sp>
    </p:spTree>
    <p:custDataLst>
      <p:tags r:id="rId1"/>
    </p:custDataLst>
    <p:extLst>
      <p:ext uri="{BB962C8B-B14F-4D97-AF65-F5344CB8AC3E}">
        <p14:creationId xmlns:p14="http://schemas.microsoft.com/office/powerpoint/2010/main" val="618394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5313D3C-39B9-3D18-CC94-2FC42BCC4BE3}"/>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95881E10-FCB3-9559-6CBE-9F9E10A8DC8C}"/>
              </a:ext>
            </a:extLst>
          </p:cNvPr>
          <p:cNvSpPr>
            <a:spLocks noGrp="1" noChangeArrowheads="1"/>
          </p:cNvSpPr>
          <p:nvPr>
            <p:ph type="title"/>
          </p:nvPr>
        </p:nvSpPr>
        <p:spPr>
          <a:xfrm>
            <a:off x="228600" y="10510"/>
            <a:ext cx="8763000" cy="733134"/>
          </a:xfrm>
        </p:spPr>
        <p:txBody>
          <a:bodyPr/>
          <a:lstStyle/>
          <a:p>
            <a:r>
              <a:rPr lang="en-US" dirty="0">
                <a:solidFill>
                  <a:schemeClr val="tx2"/>
                </a:solidFill>
              </a:rPr>
              <a:t>Example – SG pg. 14 (cont.)</a:t>
            </a:r>
          </a:p>
        </p:txBody>
      </p:sp>
      <p:sp>
        <p:nvSpPr>
          <p:cNvPr id="9221" name="Rectangle 5">
            <a:extLst>
              <a:ext uri="{FF2B5EF4-FFF2-40B4-BE49-F238E27FC236}">
                <a16:creationId xmlns:a16="http://schemas.microsoft.com/office/drawing/2014/main" id="{AB8684BD-6655-F04B-A661-E2C2110E59B5}"/>
              </a:ext>
            </a:extLst>
          </p:cNvPr>
          <p:cNvSpPr>
            <a:spLocks noGrp="1" noChangeArrowheads="1"/>
          </p:cNvSpPr>
          <p:nvPr>
            <p:ph idx="1"/>
          </p:nvPr>
        </p:nvSpPr>
        <p:spPr>
          <a:xfrm>
            <a:off x="76200" y="914400"/>
            <a:ext cx="8991600" cy="5933090"/>
          </a:xfrm>
        </p:spPr>
        <p:txBody>
          <a:bodyPr/>
          <a:lstStyle/>
          <a:p>
            <a:pPr lvl="1">
              <a:lnSpc>
                <a:spcPct val="105000"/>
              </a:lnSpc>
              <a:buSzPct val="100000"/>
              <a:buFont typeface="Wingdings" panose="05000000000000000000" pitchFamily="2" charset="2"/>
              <a:buChar char="§"/>
            </a:pPr>
            <a:endParaRPr lang="en-US" b="1" dirty="0">
              <a:solidFill>
                <a:schemeClr val="accent1">
                  <a:lumMod val="75000"/>
                </a:schemeClr>
              </a:solidFill>
            </a:endParaRPr>
          </a:p>
          <a:p>
            <a:pPr>
              <a:lnSpc>
                <a:spcPct val="105000"/>
              </a:lnSpc>
              <a:buSzPct val="100000"/>
              <a:buFont typeface="Arial" panose="020B0604020202020204" pitchFamily="34" charset="0"/>
              <a:buChar char="•"/>
            </a:pPr>
            <a:endParaRPr lang="en-US" dirty="0"/>
          </a:p>
        </p:txBody>
      </p:sp>
      <p:sp>
        <p:nvSpPr>
          <p:cNvPr id="3" name="Slide Number Placeholder 2">
            <a:extLst>
              <a:ext uri="{FF2B5EF4-FFF2-40B4-BE49-F238E27FC236}">
                <a16:creationId xmlns:a16="http://schemas.microsoft.com/office/drawing/2014/main" id="{BE534490-7B6F-5472-0380-FF73E422EB27}"/>
              </a:ext>
            </a:extLst>
          </p:cNvPr>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24</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Tree>
    <p:custDataLst>
      <p:tags r:id="rId1"/>
    </p:custDataLst>
    <p:extLst>
      <p:ext uri="{BB962C8B-B14F-4D97-AF65-F5344CB8AC3E}">
        <p14:creationId xmlns:p14="http://schemas.microsoft.com/office/powerpoint/2010/main" val="592638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E8AB45D-D2F4-3B96-6BE8-B07D6D2E1CB0}"/>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4B301E41-7E76-CCD3-FFAC-6985B586C7E0}"/>
              </a:ext>
            </a:extLst>
          </p:cNvPr>
          <p:cNvSpPr>
            <a:spLocks noGrp="1" noChangeArrowheads="1"/>
          </p:cNvSpPr>
          <p:nvPr>
            <p:ph type="title"/>
          </p:nvPr>
        </p:nvSpPr>
        <p:spPr>
          <a:xfrm>
            <a:off x="228600" y="10510"/>
            <a:ext cx="8763000" cy="733134"/>
          </a:xfrm>
        </p:spPr>
        <p:txBody>
          <a:bodyPr/>
          <a:lstStyle/>
          <a:p>
            <a:r>
              <a:rPr lang="en-US" dirty="0">
                <a:solidFill>
                  <a:schemeClr val="tx2"/>
                </a:solidFill>
              </a:rPr>
              <a:t>Example – SG pg. 14 (cont.)</a:t>
            </a:r>
          </a:p>
        </p:txBody>
      </p:sp>
      <p:sp>
        <p:nvSpPr>
          <p:cNvPr id="9221" name="Rectangle 5">
            <a:extLst>
              <a:ext uri="{FF2B5EF4-FFF2-40B4-BE49-F238E27FC236}">
                <a16:creationId xmlns:a16="http://schemas.microsoft.com/office/drawing/2014/main" id="{84977689-ACF6-8650-8E28-6E00AC7C8A2C}"/>
              </a:ext>
            </a:extLst>
          </p:cNvPr>
          <p:cNvSpPr>
            <a:spLocks noGrp="1" noChangeArrowheads="1"/>
          </p:cNvSpPr>
          <p:nvPr>
            <p:ph idx="1"/>
          </p:nvPr>
        </p:nvSpPr>
        <p:spPr>
          <a:xfrm>
            <a:off x="76200" y="914400"/>
            <a:ext cx="8991600" cy="5933090"/>
          </a:xfrm>
        </p:spPr>
        <p:txBody>
          <a:bodyPr/>
          <a:lstStyle/>
          <a:p>
            <a:pPr lvl="1">
              <a:lnSpc>
                <a:spcPct val="105000"/>
              </a:lnSpc>
              <a:buSzPct val="100000"/>
              <a:buFont typeface="Wingdings" panose="05000000000000000000" pitchFamily="2" charset="2"/>
              <a:buChar char="§"/>
            </a:pPr>
            <a:endParaRPr lang="en-US" b="1" dirty="0">
              <a:solidFill>
                <a:schemeClr val="accent1">
                  <a:lumMod val="75000"/>
                </a:schemeClr>
              </a:solidFill>
            </a:endParaRPr>
          </a:p>
          <a:p>
            <a:pPr>
              <a:lnSpc>
                <a:spcPct val="105000"/>
              </a:lnSpc>
              <a:buSzPct val="100000"/>
              <a:buFont typeface="Arial" panose="020B0604020202020204" pitchFamily="34" charset="0"/>
              <a:buChar char="•"/>
            </a:pPr>
            <a:endParaRPr lang="en-US" dirty="0"/>
          </a:p>
        </p:txBody>
      </p:sp>
      <p:sp>
        <p:nvSpPr>
          <p:cNvPr id="3" name="Slide Number Placeholder 2">
            <a:extLst>
              <a:ext uri="{FF2B5EF4-FFF2-40B4-BE49-F238E27FC236}">
                <a16:creationId xmlns:a16="http://schemas.microsoft.com/office/drawing/2014/main" id="{B1DBD2A6-E71E-35D6-4AEB-78E873C88895}"/>
              </a:ext>
            </a:extLst>
          </p:cNvPr>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25</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
        <p:nvSpPr>
          <p:cNvPr id="6" name="Rectangle 5">
            <a:extLst>
              <a:ext uri="{FF2B5EF4-FFF2-40B4-BE49-F238E27FC236}">
                <a16:creationId xmlns:a16="http://schemas.microsoft.com/office/drawing/2014/main" id="{033E3217-1684-A9E7-6219-F855F0E0D828}"/>
              </a:ext>
            </a:extLst>
          </p:cNvPr>
          <p:cNvSpPr txBox="1">
            <a:spLocks noChangeArrowheads="1"/>
          </p:cNvSpPr>
          <p:nvPr/>
        </p:nvSpPr>
        <p:spPr bwMode="auto">
          <a:xfrm>
            <a:off x="228600" y="838200"/>
            <a:ext cx="8763000" cy="6019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28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a:lstStyle>
          <a:p>
            <a:pPr marL="0" indent="0" algn="just">
              <a:buNone/>
              <a:tabLst>
                <a:tab pos="285750" algn="l"/>
                <a:tab pos="571500" algn="l"/>
              </a:tabLst>
            </a:pPr>
            <a:endParaRPr lang="en-US" sz="2400" kern="0" dirty="0">
              <a:solidFill>
                <a:prstClr val="black"/>
              </a:solidFill>
              <a:latin typeface="+mj-lt"/>
            </a:endParaRPr>
          </a:p>
        </p:txBody>
      </p:sp>
    </p:spTree>
    <p:custDataLst>
      <p:tags r:id="rId1"/>
    </p:custDataLst>
    <p:extLst>
      <p:ext uri="{BB962C8B-B14F-4D97-AF65-F5344CB8AC3E}">
        <p14:creationId xmlns:p14="http://schemas.microsoft.com/office/powerpoint/2010/main" val="41319309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20" name="Rectangle 4"/>
          <p:cNvSpPr>
            <a:spLocks noGrp="1" noChangeArrowheads="1"/>
          </p:cNvSpPr>
          <p:nvPr>
            <p:ph type="title"/>
          </p:nvPr>
        </p:nvSpPr>
        <p:spPr>
          <a:xfrm>
            <a:off x="228600" y="10510"/>
            <a:ext cx="8763000" cy="733134"/>
          </a:xfrm>
        </p:spPr>
        <p:txBody>
          <a:bodyPr/>
          <a:lstStyle/>
          <a:p>
            <a:r>
              <a:rPr lang="en-US" dirty="0">
                <a:solidFill>
                  <a:schemeClr val="tx2"/>
                </a:solidFill>
              </a:rPr>
              <a:t>Example (cont.) – SG pg. 13</a:t>
            </a:r>
          </a:p>
        </p:txBody>
      </p:sp>
      <p:sp>
        <p:nvSpPr>
          <p:cNvPr id="9221" name="Rectangle 5"/>
          <p:cNvSpPr>
            <a:spLocks noGrp="1" noChangeArrowheads="1"/>
          </p:cNvSpPr>
          <p:nvPr>
            <p:ph idx="1"/>
          </p:nvPr>
        </p:nvSpPr>
        <p:spPr>
          <a:xfrm>
            <a:off x="76200" y="914400"/>
            <a:ext cx="8991600" cy="5933090"/>
          </a:xfrm>
        </p:spPr>
        <p:txBody>
          <a:bodyPr/>
          <a:lstStyle/>
          <a:p>
            <a:pPr lvl="1">
              <a:lnSpc>
                <a:spcPct val="105000"/>
              </a:lnSpc>
              <a:buSzPct val="100000"/>
              <a:buFont typeface="Wingdings" panose="05000000000000000000" pitchFamily="2" charset="2"/>
              <a:buChar char="§"/>
            </a:pPr>
            <a:endParaRPr lang="en-US" b="1" dirty="0">
              <a:solidFill>
                <a:schemeClr val="accent1">
                  <a:lumMod val="75000"/>
                </a:schemeClr>
              </a:solidFill>
            </a:endParaRPr>
          </a:p>
          <a:p>
            <a:pPr>
              <a:lnSpc>
                <a:spcPct val="105000"/>
              </a:lnSpc>
              <a:buSzPct val="100000"/>
              <a:buFont typeface="Arial" panose="020B0604020202020204" pitchFamily="34" charset="0"/>
              <a:buChar char="•"/>
            </a:pPr>
            <a:endParaRPr lang="en-US" dirty="0"/>
          </a:p>
        </p:txBody>
      </p:sp>
      <p:sp>
        <p:nvSpPr>
          <p:cNvPr id="3" name="Slide Number Placeholder 2"/>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26</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
        <p:nvSpPr>
          <p:cNvPr id="6" name="Rectangle 5">
            <a:extLst>
              <a:ext uri="{FF2B5EF4-FFF2-40B4-BE49-F238E27FC236}">
                <a16:creationId xmlns:a16="http://schemas.microsoft.com/office/drawing/2014/main" id="{601D1ED3-F3E4-8B99-2F98-187255CAF1A6}"/>
              </a:ext>
            </a:extLst>
          </p:cNvPr>
          <p:cNvSpPr txBox="1">
            <a:spLocks noChangeArrowheads="1"/>
          </p:cNvSpPr>
          <p:nvPr/>
        </p:nvSpPr>
        <p:spPr bwMode="auto">
          <a:xfrm>
            <a:off x="228600" y="838200"/>
            <a:ext cx="8763000" cy="6019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28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a:lstStyle>
          <a:p>
            <a:pPr marL="0" indent="0" algn="just">
              <a:buNone/>
              <a:tabLst>
                <a:tab pos="538163" algn="l"/>
              </a:tabLst>
            </a:pPr>
            <a:r>
              <a:rPr lang="en-ZA" sz="2400" dirty="0">
                <a:effectLst/>
                <a:latin typeface="+mj-lt"/>
                <a:ea typeface="Times New Roman" panose="02020603050405020304" pitchFamily="18" charset="0"/>
              </a:rPr>
              <a:t>(a)	1 October 2024 to 30 September 2025</a:t>
            </a:r>
          </a:p>
          <a:p>
            <a:pPr marL="0" indent="0" algn="just">
              <a:buNone/>
              <a:tabLst>
                <a:tab pos="538163" algn="l"/>
              </a:tabLst>
            </a:pPr>
            <a:r>
              <a:rPr lang="en-ZA" sz="2400" dirty="0">
                <a:latin typeface="+mj-lt"/>
              </a:rPr>
              <a:t>(b)	Issued 9.8 million (2024: 17.9 million) ordinary shares 	during the current financial year for share rights that 	vested under the Pepkor Executive Share Rights 	Scheme.</a:t>
            </a:r>
          </a:p>
          <a:p>
            <a:pPr marL="0" indent="0" algn="just">
              <a:buNone/>
              <a:tabLst>
                <a:tab pos="538163" algn="l"/>
              </a:tabLst>
            </a:pPr>
            <a:r>
              <a:rPr lang="en-ZA" sz="1800" b="0" i="0" u="none" strike="noStrike" baseline="0" dirty="0">
                <a:solidFill>
                  <a:srgbClr val="000000"/>
                </a:solidFill>
                <a:latin typeface="Arial" panose="020B0604020202020204" pitchFamily="34" charset="0"/>
              </a:rPr>
              <a:t>	</a:t>
            </a:r>
            <a:r>
              <a:rPr lang="en-ZA" sz="2400" b="0" i="0" u="none" strike="noStrike" baseline="0" dirty="0">
                <a:solidFill>
                  <a:srgbClr val="000000"/>
                </a:solidFill>
                <a:latin typeface="+mj-lt"/>
              </a:rPr>
              <a:t>The group did not repurchase or cancel ordinary shares 	during the current 	financial year from the open market 	on the Johannesburg Stock Exchange 	(JSE). In the 	prior year, the group repurchased and cancelled 1.7 million 	ordinary shares from the open market on the JSE. </a:t>
            </a:r>
          </a:p>
          <a:p>
            <a:pPr marL="0" indent="0" algn="just">
              <a:buNone/>
              <a:tabLst>
                <a:tab pos="538163" algn="l"/>
              </a:tabLst>
            </a:pPr>
            <a:r>
              <a:rPr lang="en-ZA" sz="2400" dirty="0">
                <a:solidFill>
                  <a:srgbClr val="000000"/>
                </a:solidFill>
                <a:latin typeface="+mj-lt"/>
              </a:rPr>
              <a:t>	</a:t>
            </a:r>
            <a:r>
              <a:rPr lang="en-ZA" sz="2400" b="0" i="0" u="none" strike="noStrike" baseline="0" dirty="0">
                <a:solidFill>
                  <a:srgbClr val="000000"/>
                </a:solidFill>
                <a:latin typeface="+mj-lt"/>
              </a:rPr>
              <a:t>A company within the group transferred 508 175 (2024: 	443 095) ordinary 	shares for share rights that vested 	under the Pepkor Scheme statements. </a:t>
            </a:r>
            <a:endParaRPr lang="en-ZA" sz="2400" dirty="0">
              <a:effectLst/>
              <a:latin typeface="+mj-lt"/>
              <a:ea typeface="Times New Roman" panose="02020603050405020304" pitchFamily="18" charset="0"/>
            </a:endParaRPr>
          </a:p>
        </p:txBody>
      </p:sp>
    </p:spTree>
    <p:custDataLst>
      <p:tags r:id="rId1"/>
    </p:custDataLst>
    <p:extLst>
      <p:ext uri="{BB962C8B-B14F-4D97-AF65-F5344CB8AC3E}">
        <p14:creationId xmlns:p14="http://schemas.microsoft.com/office/powerpoint/2010/main" val="4852719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5EC77B2-F800-837D-712D-E1FF7BB3E40F}"/>
            </a:ext>
          </a:extLst>
        </p:cNvPr>
        <p:cNvGrpSpPr/>
        <p:nvPr/>
      </p:nvGrpSpPr>
      <p:grpSpPr>
        <a:xfrm>
          <a:off x="0" y="0"/>
          <a:ext cx="0" cy="0"/>
          <a:chOff x="0" y="0"/>
          <a:chExt cx="0" cy="0"/>
        </a:xfrm>
      </p:grpSpPr>
      <p:sp>
        <p:nvSpPr>
          <p:cNvPr id="9220" name="Rectangle 4">
            <a:extLst>
              <a:ext uri="{FF2B5EF4-FFF2-40B4-BE49-F238E27FC236}">
                <a16:creationId xmlns:a16="http://schemas.microsoft.com/office/drawing/2014/main" id="{B93F5B24-9B89-BC2E-5871-B9E48396316A}"/>
              </a:ext>
            </a:extLst>
          </p:cNvPr>
          <p:cNvSpPr>
            <a:spLocks noGrp="1" noChangeArrowheads="1"/>
          </p:cNvSpPr>
          <p:nvPr>
            <p:ph type="title"/>
          </p:nvPr>
        </p:nvSpPr>
        <p:spPr>
          <a:xfrm>
            <a:off x="228600" y="10510"/>
            <a:ext cx="8763000" cy="733134"/>
          </a:xfrm>
        </p:spPr>
        <p:txBody>
          <a:bodyPr/>
          <a:lstStyle/>
          <a:p>
            <a:r>
              <a:rPr lang="en-US" dirty="0">
                <a:solidFill>
                  <a:schemeClr val="tx2"/>
                </a:solidFill>
              </a:rPr>
              <a:t>Example (cont.) – SG pg. 13</a:t>
            </a:r>
          </a:p>
        </p:txBody>
      </p:sp>
      <p:sp>
        <p:nvSpPr>
          <p:cNvPr id="9221" name="Rectangle 5">
            <a:extLst>
              <a:ext uri="{FF2B5EF4-FFF2-40B4-BE49-F238E27FC236}">
                <a16:creationId xmlns:a16="http://schemas.microsoft.com/office/drawing/2014/main" id="{DAB3A457-8CEB-B0D1-FAA9-C07EFF71F3D8}"/>
              </a:ext>
            </a:extLst>
          </p:cNvPr>
          <p:cNvSpPr>
            <a:spLocks noGrp="1" noChangeArrowheads="1"/>
          </p:cNvSpPr>
          <p:nvPr>
            <p:ph idx="1"/>
          </p:nvPr>
        </p:nvSpPr>
        <p:spPr>
          <a:xfrm>
            <a:off x="76200" y="914400"/>
            <a:ext cx="8991600" cy="5933090"/>
          </a:xfrm>
        </p:spPr>
        <p:txBody>
          <a:bodyPr/>
          <a:lstStyle/>
          <a:p>
            <a:pPr lvl="1">
              <a:lnSpc>
                <a:spcPct val="105000"/>
              </a:lnSpc>
              <a:buSzPct val="100000"/>
              <a:buFont typeface="Wingdings" panose="05000000000000000000" pitchFamily="2" charset="2"/>
              <a:buChar char="§"/>
            </a:pPr>
            <a:endParaRPr lang="en-US" b="1" dirty="0">
              <a:solidFill>
                <a:schemeClr val="accent1">
                  <a:lumMod val="75000"/>
                </a:schemeClr>
              </a:solidFill>
            </a:endParaRPr>
          </a:p>
          <a:p>
            <a:pPr>
              <a:lnSpc>
                <a:spcPct val="105000"/>
              </a:lnSpc>
              <a:buSzPct val="100000"/>
              <a:buFont typeface="Arial" panose="020B0604020202020204" pitchFamily="34" charset="0"/>
              <a:buChar char="•"/>
            </a:pPr>
            <a:endParaRPr lang="en-US" dirty="0"/>
          </a:p>
        </p:txBody>
      </p:sp>
      <p:sp>
        <p:nvSpPr>
          <p:cNvPr id="3" name="Slide Number Placeholder 2">
            <a:extLst>
              <a:ext uri="{FF2B5EF4-FFF2-40B4-BE49-F238E27FC236}">
                <a16:creationId xmlns:a16="http://schemas.microsoft.com/office/drawing/2014/main" id="{DD4951A0-139A-9096-EBE9-083C96BB09DE}"/>
              </a:ext>
            </a:extLst>
          </p:cNvPr>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EE7E0EE7-581C-F445-BDC6-E24C5F5F02F8}" type="slidenum">
              <a:rPr kumimoji="0" lang="en-US" sz="1400" b="0" i="0" u="none" strike="noStrike" kern="1200" cap="none" spc="0" normalizeH="0" baseline="0" noProof="0" smtClean="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27</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
        <p:nvSpPr>
          <p:cNvPr id="6" name="Rectangle 5">
            <a:extLst>
              <a:ext uri="{FF2B5EF4-FFF2-40B4-BE49-F238E27FC236}">
                <a16:creationId xmlns:a16="http://schemas.microsoft.com/office/drawing/2014/main" id="{169C2794-1895-7F61-F04D-22C9021EA74C}"/>
              </a:ext>
            </a:extLst>
          </p:cNvPr>
          <p:cNvSpPr txBox="1">
            <a:spLocks noChangeArrowheads="1"/>
          </p:cNvSpPr>
          <p:nvPr/>
        </p:nvSpPr>
        <p:spPr bwMode="auto">
          <a:xfrm>
            <a:off x="228600" y="838200"/>
            <a:ext cx="8763000" cy="6019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28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a:lstStyle>
          <a:p>
            <a:pPr marL="0" indent="0" algn="just">
              <a:buNone/>
            </a:pPr>
            <a:r>
              <a:rPr lang="en-ZA" sz="2400" dirty="0">
                <a:latin typeface="+mj-lt"/>
              </a:rPr>
              <a:t>(c)	</a:t>
            </a:r>
            <a:r>
              <a:rPr lang="en-ZA" sz="2400" b="0" i="0" u="none" strike="noStrike" baseline="0" dirty="0">
                <a:solidFill>
                  <a:srgbClr val="000000"/>
                </a:solidFill>
                <a:latin typeface="+mj-lt"/>
              </a:rPr>
              <a:t>The group successfully raised R2.083 billion in the bond 	market following an auction held on 5 March 2025. 	The group further successfully placed an	additional	R1.250 billion under its Domestic Medium Term	Note 	programme, raised R3.5 billion in term loans and 	entered into a new R1.0 billion revolving credit facility, 	effective from the end of March 2025. </a:t>
            </a:r>
          </a:p>
          <a:p>
            <a:pPr marL="0" indent="0" algn="just">
              <a:buNone/>
            </a:pPr>
            <a:r>
              <a:rPr lang="en-ZA" sz="2400" b="0" i="0" u="none" strike="noStrike" baseline="0" dirty="0">
                <a:solidFill>
                  <a:srgbClr val="000000"/>
                </a:solidFill>
                <a:latin typeface="+mj-lt"/>
              </a:rPr>
              <a:t>	The group also entered into a new R2.0 billion revolving 	credit facility, effective from December 2024. The 	proceeds from the above replaced R206 million in 	floating rate notes, R5.205 billion in term loans and R2.5 	billion in revolving credit facilities </a:t>
            </a:r>
            <a:endParaRPr lang="en-ZA" sz="2400" dirty="0">
              <a:effectLst/>
              <a:latin typeface="+mj-lt"/>
              <a:ea typeface="Times New Roman" panose="02020603050405020304" pitchFamily="18" charset="0"/>
            </a:endParaRPr>
          </a:p>
        </p:txBody>
      </p:sp>
    </p:spTree>
    <p:custDataLst>
      <p:tags r:id="rId1"/>
    </p:custDataLst>
    <p:extLst>
      <p:ext uri="{BB962C8B-B14F-4D97-AF65-F5344CB8AC3E}">
        <p14:creationId xmlns:p14="http://schemas.microsoft.com/office/powerpoint/2010/main" val="37718195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4"/>
          <p:cNvSpPr>
            <a:spLocks noGrp="1"/>
          </p:cNvSpPr>
          <p:nvPr>
            <p:ph type="sldNum" sz="quarter" idx="12"/>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5CF821DC-48D2-104C-8B58-C959D857C485}" type="slidenum">
              <a:rPr kumimoji="0" lang="en-US" sz="1400" b="0" i="0" u="none" strike="noStrike" kern="1200" cap="none" spc="0" normalizeH="0" baseline="0" noProof="0">
                <a:ln>
                  <a:noFill/>
                </a:ln>
                <a:solidFill>
                  <a:prstClr val="black"/>
                </a:solidFill>
                <a:effectLst/>
                <a:uLnTx/>
                <a:uFillTx/>
                <a:latin typeface="Arial" charset="0"/>
                <a:ea typeface="ＭＳ Ｐゴシック" charset="-128"/>
              </a:rPr>
              <a:pPr marL="0" marR="0" lvl="0" indent="0" algn="r" defTabSz="914400" rtl="0" eaLnBrk="0" fontAlgn="base" latinLnBrk="0" hangingPunct="0">
                <a:lnSpc>
                  <a:spcPct val="100000"/>
                </a:lnSpc>
                <a:spcBef>
                  <a:spcPct val="0"/>
                </a:spcBef>
                <a:spcAft>
                  <a:spcPct val="0"/>
                </a:spcAft>
                <a:buClrTx/>
                <a:buSzTx/>
                <a:buFontTx/>
                <a:buNone/>
                <a:tabLst/>
                <a:defRPr/>
              </a:pPr>
              <a:t>28</a:t>
            </a:fld>
            <a:endParaRPr kumimoji="0" lang="en-US" sz="1400" b="0" i="0" u="none" strike="noStrike" kern="1200" cap="none" spc="0" normalizeH="0" baseline="0" noProof="0">
              <a:ln>
                <a:noFill/>
              </a:ln>
              <a:solidFill>
                <a:prstClr val="black"/>
              </a:solidFill>
              <a:effectLst/>
              <a:uLnTx/>
              <a:uFillTx/>
              <a:latin typeface="Arial" charset="0"/>
              <a:ea typeface="ＭＳ Ｐゴシック" charset="-128"/>
            </a:endParaRPr>
          </a:p>
        </p:txBody>
      </p:sp>
      <p:sp>
        <p:nvSpPr>
          <p:cNvPr id="17" name="Rectangle 4"/>
          <p:cNvSpPr txBox="1">
            <a:spLocks noChangeArrowheads="1"/>
          </p:cNvSpPr>
          <p:nvPr/>
        </p:nvSpPr>
        <p:spPr bwMode="auto">
          <a:xfrm>
            <a:off x="228600" y="0"/>
            <a:ext cx="8677701"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3600">
                <a:solidFill>
                  <a:schemeClr val="tx1"/>
                </a:solidFill>
                <a:latin typeface="+mj-lt"/>
                <a:ea typeface="+mj-ea"/>
                <a:cs typeface="ＭＳ Ｐゴシック" charset="-128"/>
              </a:defRPr>
            </a:lvl1pPr>
            <a:lvl2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2pPr>
            <a:lvl3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3pPr>
            <a:lvl4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4pPr>
            <a:lvl5pPr algn="l" rtl="0" eaLnBrk="0" fontAlgn="base" hangingPunct="0">
              <a:spcBef>
                <a:spcPct val="0"/>
              </a:spcBef>
              <a:spcAft>
                <a:spcPct val="0"/>
              </a:spcAft>
              <a:defRPr sz="4000">
                <a:solidFill>
                  <a:schemeClr val="tx1"/>
                </a:solidFill>
                <a:latin typeface="Tahoma" pitchFamily="1" charset="0"/>
                <a:ea typeface="ＭＳ Ｐゴシック" pitchFamily="1" charset="-128"/>
                <a:cs typeface="ＭＳ Ｐゴシック" charset="-128"/>
              </a:defRPr>
            </a:lvl5pPr>
            <a:lvl6pPr marL="457200" algn="l" rtl="0" fontAlgn="base">
              <a:spcBef>
                <a:spcPct val="0"/>
              </a:spcBef>
              <a:spcAft>
                <a:spcPct val="0"/>
              </a:spcAft>
              <a:defRPr sz="4000">
                <a:solidFill>
                  <a:schemeClr val="tx1"/>
                </a:solidFill>
                <a:latin typeface="Tahoma" pitchFamily="1" charset="0"/>
                <a:ea typeface="ＭＳ Ｐゴシック" pitchFamily="1" charset="-128"/>
              </a:defRPr>
            </a:lvl6pPr>
            <a:lvl7pPr marL="914400" algn="l" rtl="0" fontAlgn="base">
              <a:spcBef>
                <a:spcPct val="0"/>
              </a:spcBef>
              <a:spcAft>
                <a:spcPct val="0"/>
              </a:spcAft>
              <a:defRPr sz="4000">
                <a:solidFill>
                  <a:schemeClr val="tx1"/>
                </a:solidFill>
                <a:latin typeface="Tahoma" pitchFamily="1" charset="0"/>
                <a:ea typeface="ＭＳ Ｐゴシック" pitchFamily="1" charset="-128"/>
              </a:defRPr>
            </a:lvl7pPr>
            <a:lvl8pPr marL="1371600" algn="l" rtl="0" fontAlgn="base">
              <a:spcBef>
                <a:spcPct val="0"/>
              </a:spcBef>
              <a:spcAft>
                <a:spcPct val="0"/>
              </a:spcAft>
              <a:defRPr sz="4000">
                <a:solidFill>
                  <a:schemeClr val="tx1"/>
                </a:solidFill>
                <a:latin typeface="Tahoma" pitchFamily="1" charset="0"/>
                <a:ea typeface="ＭＳ Ｐゴシック" pitchFamily="1" charset="-128"/>
              </a:defRPr>
            </a:lvl8pPr>
            <a:lvl9pPr marL="1828800" algn="l" rtl="0" fontAlgn="base">
              <a:spcBef>
                <a:spcPct val="0"/>
              </a:spcBef>
              <a:spcAft>
                <a:spcPct val="0"/>
              </a:spcAft>
              <a:defRPr sz="4000">
                <a:solidFill>
                  <a:schemeClr val="tx1"/>
                </a:solidFill>
                <a:latin typeface="Tahoma" pitchFamily="1" charset="0"/>
                <a:ea typeface="ＭＳ Ｐゴシック" pitchFamily="1"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3600" b="0" i="0" u="none" strike="noStrike" kern="0" cap="none" spc="0" normalizeH="0" baseline="0" noProof="0" dirty="0">
                <a:ln>
                  <a:noFill/>
                </a:ln>
                <a:solidFill>
                  <a:srgbClr val="1F497D"/>
                </a:solidFill>
                <a:effectLst/>
                <a:uLnTx/>
                <a:uFillTx/>
                <a:latin typeface="Tahoma"/>
                <a:ea typeface="ＭＳ Ｐゴシック"/>
              </a:rPr>
              <a:t>Preparation for next session</a:t>
            </a:r>
          </a:p>
        </p:txBody>
      </p:sp>
      <p:sp>
        <p:nvSpPr>
          <p:cNvPr id="19" name="Rectangle 7"/>
          <p:cNvSpPr txBox="1">
            <a:spLocks noChangeArrowheads="1"/>
          </p:cNvSpPr>
          <p:nvPr/>
        </p:nvSpPr>
        <p:spPr>
          <a:xfrm>
            <a:off x="304799" y="1066800"/>
            <a:ext cx="8601501" cy="5562600"/>
          </a:xfrm>
          <a:prstGeom prst="rect">
            <a:avLst/>
          </a:prstGeom>
          <a:noFill/>
        </p:spPr>
        <p:txBody>
          <a:bodyPr/>
          <a:lstStyle>
            <a:lvl1pPr marL="342900" indent="-342900" algn="l" rtl="0" eaLnBrk="0" fontAlgn="base" hangingPunct="0">
              <a:lnSpc>
                <a:spcPct val="115000"/>
              </a:lnSpc>
              <a:spcBef>
                <a:spcPct val="20000"/>
              </a:spcBef>
              <a:spcAft>
                <a:spcPct val="0"/>
              </a:spcAft>
              <a:buClr>
                <a:schemeClr val="tx2"/>
              </a:buClr>
              <a:buSzPct val="75000"/>
              <a:buFont typeface="Wingdings" charset="2"/>
              <a:buChar char="u"/>
              <a:defRPr sz="3200">
                <a:solidFill>
                  <a:schemeClr val="tx1"/>
                </a:solidFill>
                <a:latin typeface="+mn-lt"/>
                <a:ea typeface="+mn-ea"/>
                <a:cs typeface="ＭＳ Ｐゴシック" charset="-128"/>
              </a:defRPr>
            </a:lvl1pPr>
            <a:lvl2pPr marL="742950" indent="-285750" algn="l" rtl="0" eaLnBrk="0" fontAlgn="base" hangingPunct="0">
              <a:lnSpc>
                <a:spcPct val="115000"/>
              </a:lnSpc>
              <a:spcBef>
                <a:spcPct val="20000"/>
              </a:spcBef>
              <a:spcAft>
                <a:spcPct val="0"/>
              </a:spcAft>
              <a:buClr>
                <a:schemeClr val="tx2"/>
              </a:buClr>
              <a:buFont typeface="Wingdings 2" charset="2"/>
              <a:buChar char=""/>
              <a:defRPr sz="2800">
                <a:solidFill>
                  <a:schemeClr val="tx1"/>
                </a:solidFill>
                <a:latin typeface="+mn-lt"/>
                <a:ea typeface="+mn-ea"/>
              </a:defRPr>
            </a:lvl2pPr>
            <a:lvl3pPr marL="1143000" indent="-228600" algn="l" rtl="0" eaLnBrk="0" fontAlgn="base" hangingPunct="0">
              <a:lnSpc>
                <a:spcPct val="115000"/>
              </a:lnSpc>
              <a:spcBef>
                <a:spcPct val="20000"/>
              </a:spcBef>
              <a:spcAft>
                <a:spcPct val="0"/>
              </a:spcAft>
              <a:buClr>
                <a:schemeClr val="tx2"/>
              </a:buClr>
              <a:buFont typeface="Times" charset="0"/>
              <a:buChar char="•"/>
              <a:defRPr sz="2400">
                <a:solidFill>
                  <a:schemeClr val="tx1"/>
                </a:solidFill>
                <a:latin typeface="+mn-lt"/>
                <a:ea typeface="+mn-ea"/>
              </a:defRPr>
            </a:lvl3pPr>
            <a:lvl4pPr marL="16002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4pPr>
            <a:lvl5pPr marL="2057400" indent="-228600" algn="l" rtl="0" eaLnBrk="0" fontAlgn="base" hangingPunct="0">
              <a:lnSpc>
                <a:spcPct val="115000"/>
              </a:lnSpc>
              <a:spcBef>
                <a:spcPct val="20000"/>
              </a:spcBef>
              <a:spcAft>
                <a:spcPct val="0"/>
              </a:spcAft>
              <a:buClr>
                <a:schemeClr val="tx2"/>
              </a:buClr>
              <a:buChar char="»"/>
              <a:defRPr sz="2000">
                <a:solidFill>
                  <a:schemeClr val="tx1"/>
                </a:solidFill>
                <a:latin typeface="+mn-lt"/>
                <a:ea typeface="+mn-ea"/>
              </a:defRPr>
            </a:lvl5pPr>
            <a:lvl6pPr marL="2514600" indent="-228600" algn="l" rtl="0" fontAlgn="base">
              <a:lnSpc>
                <a:spcPct val="115000"/>
              </a:lnSpc>
              <a:spcBef>
                <a:spcPct val="20000"/>
              </a:spcBef>
              <a:spcAft>
                <a:spcPct val="0"/>
              </a:spcAft>
              <a:buChar char="»"/>
              <a:defRPr sz="2000">
                <a:solidFill>
                  <a:schemeClr val="tx1"/>
                </a:solidFill>
                <a:latin typeface="+mn-lt"/>
                <a:ea typeface="+mn-ea"/>
              </a:defRPr>
            </a:lvl6pPr>
            <a:lvl7pPr marL="2971800" indent="-228600" algn="l" rtl="0" fontAlgn="base">
              <a:lnSpc>
                <a:spcPct val="115000"/>
              </a:lnSpc>
              <a:spcBef>
                <a:spcPct val="20000"/>
              </a:spcBef>
              <a:spcAft>
                <a:spcPct val="0"/>
              </a:spcAft>
              <a:buChar char="»"/>
              <a:defRPr sz="2000">
                <a:solidFill>
                  <a:schemeClr val="tx1"/>
                </a:solidFill>
                <a:latin typeface="+mn-lt"/>
                <a:ea typeface="+mn-ea"/>
              </a:defRPr>
            </a:lvl7pPr>
            <a:lvl8pPr marL="3429000" indent="-228600" algn="l" rtl="0" fontAlgn="base">
              <a:lnSpc>
                <a:spcPct val="115000"/>
              </a:lnSpc>
              <a:spcBef>
                <a:spcPct val="20000"/>
              </a:spcBef>
              <a:spcAft>
                <a:spcPct val="0"/>
              </a:spcAft>
              <a:buChar char="»"/>
              <a:defRPr sz="2000">
                <a:solidFill>
                  <a:schemeClr val="tx1"/>
                </a:solidFill>
                <a:latin typeface="+mn-lt"/>
                <a:ea typeface="+mn-ea"/>
              </a:defRPr>
            </a:lvl8pPr>
            <a:lvl9pPr marL="3886200" indent="-228600" algn="l" rtl="0" fontAlgn="base">
              <a:lnSpc>
                <a:spcPct val="115000"/>
              </a:lnSpc>
              <a:spcBef>
                <a:spcPct val="20000"/>
              </a:spcBef>
              <a:spcAft>
                <a:spcPct val="0"/>
              </a:spcAft>
              <a:buChar char="»"/>
              <a:defRPr sz="2000">
                <a:solidFill>
                  <a:schemeClr val="tx1"/>
                </a:solidFill>
                <a:latin typeface="+mn-lt"/>
                <a:ea typeface="+mn-ea"/>
              </a:defRPr>
            </a:lvl9pPr>
          </a:lstStyle>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Tahoma"/>
                <a:ea typeface="ＭＳ Ｐゴシック"/>
              </a:rPr>
              <a:t>Work through Chapter 3</a:t>
            </a:r>
          </a:p>
          <a:p>
            <a:pPr marL="682625"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0" cap="none" spc="0" normalizeH="0" baseline="0" noProof="0" dirty="0">
                <a:ln>
                  <a:noFill/>
                </a:ln>
                <a:solidFill>
                  <a:prstClr val="black"/>
                </a:solidFill>
                <a:effectLst/>
                <a:uLnTx/>
                <a:uFillTx/>
                <a:latin typeface="Tahoma"/>
                <a:ea typeface="ＭＳ Ｐゴシック"/>
              </a:rPr>
              <a:t>Questions in study guide</a:t>
            </a:r>
          </a:p>
          <a:p>
            <a:pPr marL="682625"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0" cap="none" spc="0" normalizeH="0" baseline="0" noProof="0" dirty="0">
                <a:ln>
                  <a:noFill/>
                </a:ln>
                <a:solidFill>
                  <a:prstClr val="black"/>
                </a:solidFill>
                <a:effectLst/>
                <a:uLnTx/>
                <a:uFillTx/>
                <a:latin typeface="Tahoma"/>
                <a:ea typeface="ＭＳ Ｐゴシック"/>
              </a:rPr>
              <a:t>Problems at the end of the chapter</a:t>
            </a:r>
          </a:p>
          <a:p>
            <a:pPr marL="0" marR="0" lvl="0" indent="0" algn="l" defTabSz="914400" rtl="0" eaLnBrk="0" fontAlgn="base" latinLnBrk="0" hangingPunct="0">
              <a:lnSpc>
                <a:spcPct val="100000"/>
              </a:lnSpc>
              <a:spcBef>
                <a:spcPts val="0"/>
              </a:spcBef>
              <a:spcAft>
                <a:spcPts val="600"/>
              </a:spcAft>
              <a:buClr>
                <a:srgbClr val="1F497D"/>
              </a:buClr>
              <a:buSzPct val="100000"/>
              <a:buFont typeface="Wingdings" charset="2"/>
              <a:buNone/>
              <a:tabLst/>
              <a:defRPr/>
            </a:pPr>
            <a:endParaRPr kumimoji="0" lang="en-US" sz="2800" b="0" i="0" u="none" strike="noStrike" kern="0" cap="none" spc="0" normalizeH="0" baseline="0" noProof="0" dirty="0">
              <a:ln>
                <a:noFill/>
              </a:ln>
              <a:solidFill>
                <a:prstClr val="black"/>
              </a:solidFill>
              <a:effectLst/>
              <a:uLnTx/>
              <a:uFillTx/>
              <a:latin typeface="Tahoma"/>
              <a:ea typeface="ＭＳ Ｐゴシック"/>
            </a:endParaRP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0" cap="none" spc="0" normalizeH="0" baseline="0" noProof="0" dirty="0">
                <a:ln>
                  <a:noFill/>
                </a:ln>
                <a:solidFill>
                  <a:prstClr val="black"/>
                </a:solidFill>
                <a:effectLst/>
                <a:uLnTx/>
                <a:uFillTx/>
                <a:latin typeface="Tahoma"/>
                <a:ea typeface="ＭＳ Ｐゴシック"/>
              </a:rPr>
              <a:t>Read through Chapter 4</a:t>
            </a:r>
            <a:r>
              <a:rPr lang="en-US" sz="2800" kern="0" dirty="0">
                <a:solidFill>
                  <a:prstClr val="black"/>
                </a:solidFill>
                <a:latin typeface="Tahoma"/>
                <a:ea typeface="ＭＳ Ｐゴシック"/>
              </a:rPr>
              <a:t> and download/print the slides</a:t>
            </a: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endParaRPr kumimoji="0" lang="en-US" sz="2800" b="0" i="0" u="none" strike="noStrike" kern="0" cap="none" spc="0" normalizeH="0" baseline="0" noProof="0" dirty="0">
              <a:ln>
                <a:noFill/>
              </a:ln>
              <a:solidFill>
                <a:prstClr val="black"/>
              </a:solidFill>
              <a:effectLst/>
              <a:uLnTx/>
              <a:uFillTx/>
              <a:latin typeface="Tahoma"/>
              <a:ea typeface="ＭＳ Ｐゴシック"/>
            </a:endParaRP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lang="en-US" sz="2800" b="1" kern="0" dirty="0">
                <a:solidFill>
                  <a:srgbClr val="C00000"/>
                </a:solidFill>
                <a:latin typeface="Tahoma"/>
                <a:ea typeface="ＭＳ Ｐゴシック"/>
              </a:rPr>
              <a:t>Individual assignment opens 23 February 2026 (Monday) and closes 25 March 2026</a:t>
            </a: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r>
              <a:rPr kumimoji="0" lang="en-US" sz="2800" b="0" i="0" u="none" strike="noStrike" kern="0" cap="none" spc="0" normalizeH="0" baseline="0" noProof="0" dirty="0">
                <a:ln>
                  <a:noFill/>
                </a:ln>
                <a:solidFill>
                  <a:prstClr val="black"/>
                </a:solidFill>
                <a:effectLst/>
                <a:uLnTx/>
                <a:uFillTx/>
                <a:latin typeface="Tahoma"/>
                <a:ea typeface="ＭＳ Ｐゴシック"/>
              </a:rPr>
              <a:t>Tut</a:t>
            </a:r>
            <a:r>
              <a:rPr lang="en-US" sz="2800" kern="0" dirty="0" err="1">
                <a:solidFill>
                  <a:prstClr val="black"/>
                </a:solidFill>
                <a:latin typeface="Tahoma"/>
                <a:ea typeface="ＭＳ Ｐゴシック"/>
              </a:rPr>
              <a:t>orial</a:t>
            </a:r>
            <a:r>
              <a:rPr lang="en-US" sz="2800" kern="0" dirty="0">
                <a:solidFill>
                  <a:prstClr val="black"/>
                </a:solidFill>
                <a:latin typeface="Tahoma"/>
                <a:ea typeface="ＭＳ Ｐゴシック"/>
              </a:rPr>
              <a:t> A opens 4 March 2026 and closes 11 March 2026</a:t>
            </a:r>
            <a:endParaRPr kumimoji="0" lang="en-US" sz="2800" b="0" i="0" u="none" strike="noStrike" kern="0" cap="none" spc="0" normalizeH="0" baseline="0" noProof="0" dirty="0">
              <a:ln>
                <a:noFill/>
              </a:ln>
              <a:solidFill>
                <a:prstClr val="black"/>
              </a:solidFill>
              <a:effectLst/>
              <a:uLnTx/>
              <a:uFillTx/>
              <a:latin typeface="Tahoma"/>
              <a:ea typeface="ＭＳ Ｐゴシック"/>
            </a:endParaRPr>
          </a:p>
          <a:p>
            <a:pPr marL="0" marR="0" lvl="0" indent="0" algn="l" defTabSz="914400" rtl="0" eaLnBrk="0" fontAlgn="base" latinLnBrk="0" hangingPunct="0">
              <a:lnSpc>
                <a:spcPct val="100000"/>
              </a:lnSpc>
              <a:spcBef>
                <a:spcPts val="0"/>
              </a:spcBef>
              <a:spcAft>
                <a:spcPts val="600"/>
              </a:spcAft>
              <a:buClr>
                <a:srgbClr val="1F497D"/>
              </a:buClr>
              <a:buSzPct val="100000"/>
              <a:buFont typeface="Wingdings" charset="2"/>
              <a:buNone/>
              <a:tabLst/>
              <a:defRPr/>
            </a:pPr>
            <a:endParaRPr kumimoji="0" lang="en-US" sz="2800" b="0" i="0" u="none" strike="noStrike" kern="0" cap="none" spc="0" normalizeH="0" baseline="0" noProof="0" dirty="0">
              <a:ln>
                <a:noFill/>
              </a:ln>
              <a:solidFill>
                <a:prstClr val="black"/>
              </a:solidFill>
              <a:effectLst/>
              <a:uLnTx/>
              <a:uFillTx/>
              <a:latin typeface="Tahoma"/>
              <a:ea typeface="ＭＳ Ｐゴシック"/>
            </a:endParaRPr>
          </a:p>
          <a:p>
            <a:pPr marL="0" marR="0" lvl="0" indent="0" algn="l" defTabSz="914400" rtl="0" eaLnBrk="0" fontAlgn="base" latinLnBrk="0" hangingPunct="0">
              <a:lnSpc>
                <a:spcPct val="100000"/>
              </a:lnSpc>
              <a:spcBef>
                <a:spcPts val="0"/>
              </a:spcBef>
              <a:spcAft>
                <a:spcPts val="0"/>
              </a:spcAft>
              <a:buClr>
                <a:srgbClr val="1F497D"/>
              </a:buClr>
              <a:buSzPct val="100000"/>
              <a:buFont typeface="Wingdings" charset="2"/>
              <a:buNone/>
              <a:tabLst/>
              <a:defRPr/>
            </a:pPr>
            <a:endParaRPr kumimoji="0" lang="en-US" sz="800" b="0" i="0" u="none" strike="noStrike" kern="0" cap="none" spc="0" normalizeH="0" baseline="0" noProof="0" dirty="0">
              <a:ln>
                <a:noFill/>
              </a:ln>
              <a:solidFill>
                <a:prstClr val="black"/>
              </a:solidFill>
              <a:effectLst/>
              <a:uLnTx/>
              <a:uFillTx/>
              <a:latin typeface="Tahoma"/>
              <a:ea typeface="ＭＳ Ｐゴシック"/>
            </a:endParaRPr>
          </a:p>
          <a:p>
            <a:pPr marL="342900" marR="0" lvl="0" indent="-342900" algn="l" defTabSz="914400" rtl="0" eaLnBrk="0" fontAlgn="base" latinLnBrk="0" hangingPunct="0">
              <a:lnSpc>
                <a:spcPct val="100000"/>
              </a:lnSpc>
              <a:spcBef>
                <a:spcPts val="0"/>
              </a:spcBef>
              <a:spcAft>
                <a:spcPts val="600"/>
              </a:spcAft>
              <a:buClr>
                <a:srgbClr val="1F497D"/>
              </a:buClr>
              <a:buSzPct val="100000"/>
              <a:buFont typeface="Arial" panose="020B0604020202020204" pitchFamily="34" charset="0"/>
              <a:buChar char="•"/>
              <a:tabLst/>
              <a:defRPr/>
            </a:pPr>
            <a:endParaRPr kumimoji="0" lang="en-US" sz="2400" b="0" i="0" u="none" strike="noStrike" kern="0" cap="none" spc="0" normalizeH="0" baseline="0" noProof="0" dirty="0">
              <a:ln>
                <a:noFill/>
              </a:ln>
              <a:solidFill>
                <a:prstClr val="black"/>
              </a:solidFill>
              <a:effectLst/>
              <a:uLnTx/>
              <a:uFillTx/>
              <a:latin typeface="Tahoma"/>
              <a:ea typeface="ＭＳ Ｐゴシック"/>
            </a:endParaRPr>
          </a:p>
        </p:txBody>
      </p:sp>
    </p:spTree>
    <p:extLst>
      <p:ext uri="{BB962C8B-B14F-4D97-AF65-F5344CB8AC3E}">
        <p14:creationId xmlns:p14="http://schemas.microsoft.com/office/powerpoint/2010/main" val="39646244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TIMING" val="|41.1|7.7|19|3.7"/>
</p:tagLst>
</file>

<file path=ppt/tags/tag3.xml><?xml version="1.0" encoding="utf-8"?>
<p:tagLst xmlns:a="http://schemas.openxmlformats.org/drawingml/2006/main" xmlns:r="http://schemas.openxmlformats.org/officeDocument/2006/relationships" xmlns:p="http://schemas.openxmlformats.org/presentationml/2006/main">
  <p:tag name="TIMING" val="|41.1|7.7|19|3.7"/>
</p:tagLst>
</file>

<file path=ppt/tags/tag4.xml><?xml version="1.0" encoding="utf-8"?>
<p:tagLst xmlns:a="http://schemas.openxmlformats.org/drawingml/2006/main" xmlns:r="http://schemas.openxmlformats.org/officeDocument/2006/relationships" xmlns:p="http://schemas.openxmlformats.org/presentationml/2006/main">
  <p:tag name="TIMING" val="|41.1|7.7|19|3.7"/>
</p:tagLst>
</file>

<file path=ppt/tags/tag5.xml><?xml version="1.0" encoding="utf-8"?>
<p:tagLst xmlns:a="http://schemas.openxmlformats.org/drawingml/2006/main" xmlns:r="http://schemas.openxmlformats.org/officeDocument/2006/relationships" xmlns:p="http://schemas.openxmlformats.org/presentationml/2006/main">
  <p:tag name="TIMING" val="|41.1|7.7|19|3.7"/>
</p:tagLst>
</file>

<file path=ppt/tags/tag6.xml><?xml version="1.0" encoding="utf-8"?>
<p:tagLst xmlns:a="http://schemas.openxmlformats.org/drawingml/2006/main" xmlns:r="http://schemas.openxmlformats.org/officeDocument/2006/relationships" xmlns:p="http://schemas.openxmlformats.org/presentationml/2006/main">
  <p:tag name="TIMING" val="|41.1|7.7|19|3.7"/>
</p:tagLst>
</file>

<file path=ppt/tags/tag7.xml><?xml version="1.0" encoding="utf-8"?>
<p:tagLst xmlns:a="http://schemas.openxmlformats.org/drawingml/2006/main" xmlns:r="http://schemas.openxmlformats.org/officeDocument/2006/relationships" xmlns:p="http://schemas.openxmlformats.org/presentationml/2006/main">
  <p:tag name="TIMING" val="|41.1|7.7|19|3.7"/>
</p:tagLst>
</file>

<file path=ppt/tags/tag8.xml><?xml version="1.0" encoding="utf-8"?>
<p:tagLst xmlns:a="http://schemas.openxmlformats.org/drawingml/2006/main" xmlns:r="http://schemas.openxmlformats.org/officeDocument/2006/relationships" xmlns:p="http://schemas.openxmlformats.org/presentationml/2006/main">
  <p:tag name="TIMING" val="|41.1|7.7|19|3.7"/>
</p:tagLst>
</file>

<file path=ppt/tags/tag9.xml><?xml version="1.0" encoding="utf-8"?>
<p:tagLst xmlns:a="http://schemas.openxmlformats.org/drawingml/2006/main" xmlns:r="http://schemas.openxmlformats.org/officeDocument/2006/relationships" xmlns:p="http://schemas.openxmlformats.org/presentationml/2006/main">
  <p:tag name="TIMING" val="|41.1|7.7|19|3.7"/>
</p:tagLst>
</file>

<file path=ppt/tags/tag10.xml><?xml version="1.0" encoding="utf-8"?>
<p:tagLst xmlns:a="http://schemas.openxmlformats.org/drawingml/2006/main" xmlns:r="http://schemas.openxmlformats.org/officeDocument/2006/relationships" xmlns:p="http://schemas.openxmlformats.org/presentationml/2006/main">
  <p:tag name="TIMING" val="|41.1|7.7|19|3.7"/>
</p:tagLst>
</file>

<file path=ppt/tags/tag11.xml><?xml version="1.0" encoding="utf-8"?>
<p:tagLst xmlns:a="http://schemas.openxmlformats.org/drawingml/2006/main" xmlns:r="http://schemas.openxmlformats.org/officeDocument/2006/relationships" xmlns:p="http://schemas.openxmlformats.org/presentationml/2006/main">
  <p:tag name="TIMING" val="|41.1|7.7|19|3.7"/>
</p:tagLst>
</file>

<file path=ppt/tags/tag12.xml><?xml version="1.0" encoding="utf-8"?>
<p:tagLst xmlns:a="http://schemas.openxmlformats.org/drawingml/2006/main" xmlns:r="http://schemas.openxmlformats.org/officeDocument/2006/relationships" xmlns:p="http://schemas.openxmlformats.org/presentationml/2006/main">
  <p:tag name="TIMING" val="|41.1|7.7|19|3.7"/>
</p:tagLst>
</file>

<file path=ppt/tags/tag13.xml><?xml version="1.0" encoding="utf-8"?>
<p:tagLst xmlns:a="http://schemas.openxmlformats.org/drawingml/2006/main" xmlns:r="http://schemas.openxmlformats.org/officeDocument/2006/relationships" xmlns:p="http://schemas.openxmlformats.org/presentationml/2006/main">
  <p:tag name="TIMING" val="|41.1|7.7|19|3.7"/>
</p:tagLst>
</file>

<file path=ppt/tags/tag14.xml><?xml version="1.0" encoding="utf-8"?>
<p:tagLst xmlns:a="http://schemas.openxmlformats.org/drawingml/2006/main" xmlns:r="http://schemas.openxmlformats.org/officeDocument/2006/relationships" xmlns:p="http://schemas.openxmlformats.org/presentationml/2006/main">
  <p:tag name="TIMING" val="|41.1|7.7|19|3.7"/>
</p:tagLst>
</file>

<file path=ppt/tags/tag15.xml><?xml version="1.0" encoding="utf-8"?>
<p:tagLst xmlns:a="http://schemas.openxmlformats.org/drawingml/2006/main" xmlns:r="http://schemas.openxmlformats.org/officeDocument/2006/relationships" xmlns:p="http://schemas.openxmlformats.org/presentationml/2006/main">
  <p:tag name="TIMING" val="|41.1|7.7|19|3.7"/>
</p:tagLst>
</file>

<file path=ppt/tags/tag16.xml><?xml version="1.0" encoding="utf-8"?>
<p:tagLst xmlns:a="http://schemas.openxmlformats.org/drawingml/2006/main" xmlns:r="http://schemas.openxmlformats.org/officeDocument/2006/relationships" xmlns:p="http://schemas.openxmlformats.org/presentationml/2006/main">
  <p:tag name="TIMING" val="|41.1|7.7|19|3.7"/>
</p:tagLst>
</file>

<file path=ppt/tags/tag17.xml><?xml version="1.0" encoding="utf-8"?>
<p:tagLst xmlns:a="http://schemas.openxmlformats.org/drawingml/2006/main" xmlns:r="http://schemas.openxmlformats.org/officeDocument/2006/relationships" xmlns:p="http://schemas.openxmlformats.org/presentationml/2006/main">
  <p:tag name="TIMING" val="|41.1|7.7|19|3.7"/>
</p:tagLst>
</file>

<file path=ppt/tags/tag18.xml><?xml version="1.0" encoding="utf-8"?>
<p:tagLst xmlns:a="http://schemas.openxmlformats.org/drawingml/2006/main" xmlns:r="http://schemas.openxmlformats.org/officeDocument/2006/relationships" xmlns:p="http://schemas.openxmlformats.org/presentationml/2006/main">
  <p:tag name="TIMING" val="|41.1|7.7|19|3.7"/>
</p:tagLst>
</file>

<file path=ppt/tags/tag19.xml><?xml version="1.0" encoding="utf-8"?>
<p:tagLst xmlns:a="http://schemas.openxmlformats.org/drawingml/2006/main" xmlns:r="http://schemas.openxmlformats.org/officeDocument/2006/relationships" xmlns:p="http://schemas.openxmlformats.org/presentationml/2006/main">
  <p:tag name="TIMING" val="|41.1|7.7|19|3.7"/>
</p:tagLst>
</file>

<file path=ppt/tags/tag20.xml><?xml version="1.0" encoding="utf-8"?>
<p:tagLst xmlns:a="http://schemas.openxmlformats.org/drawingml/2006/main" xmlns:r="http://schemas.openxmlformats.org/officeDocument/2006/relationships" xmlns:p="http://schemas.openxmlformats.org/presentationml/2006/main">
  <p:tag name="TIMING" val="|41.1|7.7|19|3.7"/>
</p:tagLst>
</file>

<file path=ppt/tags/tag21.xml><?xml version="1.0" encoding="utf-8"?>
<p:tagLst xmlns:a="http://schemas.openxmlformats.org/drawingml/2006/main" xmlns:r="http://schemas.openxmlformats.org/officeDocument/2006/relationships" xmlns:p="http://schemas.openxmlformats.org/presentationml/2006/main">
  <p:tag name="TIMING" val="|41.1|7.7|19|3.7"/>
</p:tagLst>
</file>

<file path=ppt/tags/tag22.xml><?xml version="1.0" encoding="utf-8"?>
<p:tagLst xmlns:a="http://schemas.openxmlformats.org/drawingml/2006/main" xmlns:r="http://schemas.openxmlformats.org/officeDocument/2006/relationships" xmlns:p="http://schemas.openxmlformats.org/presentationml/2006/main">
  <p:tag name="TIMING" val="|41.1|7.7|19|3.7"/>
</p:tagLst>
</file>

<file path=ppt/tags/tag23.xml><?xml version="1.0" encoding="utf-8"?>
<p:tagLst xmlns:a="http://schemas.openxmlformats.org/drawingml/2006/main" xmlns:r="http://schemas.openxmlformats.org/officeDocument/2006/relationships" xmlns:p="http://schemas.openxmlformats.org/presentationml/2006/main">
  <p:tag name="TIMING" val="|41.1|7.7|19|3.7"/>
</p:tagLst>
</file>

<file path=ppt/tags/tag24.xml><?xml version="1.0" encoding="utf-8"?>
<p:tagLst xmlns:a="http://schemas.openxmlformats.org/drawingml/2006/main" xmlns:r="http://schemas.openxmlformats.org/officeDocument/2006/relationships" xmlns:p="http://schemas.openxmlformats.org/presentationml/2006/main">
  <p:tag name="TIMING" val="|41.1|7.7|19|3.7"/>
</p:tagLst>
</file>

<file path=ppt/tags/tag25.xml><?xml version="1.0" encoding="utf-8"?>
<p:tagLst xmlns:a="http://schemas.openxmlformats.org/drawingml/2006/main" xmlns:r="http://schemas.openxmlformats.org/officeDocument/2006/relationships" xmlns:p="http://schemas.openxmlformats.org/presentationml/2006/main">
  <p:tag name="TIMING" val="|41.1|7.7|19|3.7"/>
</p:tagLst>
</file>

<file path=ppt/tags/tag26.xml><?xml version="1.0" encoding="utf-8"?>
<p:tagLst xmlns:a="http://schemas.openxmlformats.org/drawingml/2006/main" xmlns:r="http://schemas.openxmlformats.org/officeDocument/2006/relationships" xmlns:p="http://schemas.openxmlformats.org/presentationml/2006/main">
  <p:tag name="TIMING" val="|41.1|7.7|19|3.7"/>
</p:tagLst>
</file>

<file path=ppt/theme/theme1.xml><?xml version="1.0" encoding="utf-8"?>
<a:theme xmlns:a="http://schemas.openxmlformats.org/drawingml/2006/main" name="Blank Presentation">
  <a:themeElements>
    <a:clrScheme name="Custom 1">
      <a:dk1>
        <a:sysClr val="windowText" lastClr="000000"/>
      </a:dk1>
      <a:lt1>
        <a:sysClr val="window" lastClr="FFFFFF"/>
      </a:lt1>
      <a:dk2>
        <a:srgbClr val="1F497D"/>
      </a:dk2>
      <a:lt2>
        <a:srgbClr val="EEECE1"/>
      </a:lt2>
      <a:accent1>
        <a:srgbClr val="4F81BD"/>
      </a:accent1>
      <a:accent2>
        <a:srgbClr val="C0504D"/>
      </a:accent2>
      <a:accent3>
        <a:srgbClr val="277CA4"/>
      </a:accent3>
      <a:accent4>
        <a:srgbClr val="8064A2"/>
      </a:accent4>
      <a:accent5>
        <a:srgbClr val="4BACC6"/>
      </a:accent5>
      <a:accent6>
        <a:srgbClr val="F79646"/>
      </a:accent6>
      <a:hlink>
        <a:srgbClr val="0000FF"/>
      </a:hlink>
      <a:folHlink>
        <a:srgbClr val="800080"/>
      </a:folHlink>
    </a:clrScheme>
    <a:fontScheme name="Blank Presentation">
      <a:majorFont>
        <a:latin typeface="Tahoma"/>
        <a:ea typeface="ＭＳ Ｐゴシック"/>
        <a:cs typeface=""/>
      </a:majorFont>
      <a:minorFont>
        <a:latin typeface="Tahoma"/>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ank Presentation">
  <a:themeElements>
    <a:clrScheme name="Custom 1">
      <a:dk1>
        <a:sysClr val="windowText" lastClr="000000"/>
      </a:dk1>
      <a:lt1>
        <a:sysClr val="window" lastClr="FFFFFF"/>
      </a:lt1>
      <a:dk2>
        <a:srgbClr val="1F497D"/>
      </a:dk2>
      <a:lt2>
        <a:srgbClr val="EEECE1"/>
      </a:lt2>
      <a:accent1>
        <a:srgbClr val="4F81BD"/>
      </a:accent1>
      <a:accent2>
        <a:srgbClr val="C0504D"/>
      </a:accent2>
      <a:accent3>
        <a:srgbClr val="277CA4"/>
      </a:accent3>
      <a:accent4>
        <a:srgbClr val="8064A2"/>
      </a:accent4>
      <a:accent5>
        <a:srgbClr val="4BACC6"/>
      </a:accent5>
      <a:accent6>
        <a:srgbClr val="F79646"/>
      </a:accent6>
      <a:hlink>
        <a:srgbClr val="0000FF"/>
      </a:hlink>
      <a:folHlink>
        <a:srgbClr val="800080"/>
      </a:folHlink>
    </a:clrScheme>
    <a:fontScheme name="Blank Presentation">
      <a:majorFont>
        <a:latin typeface="Tahoma"/>
        <a:ea typeface="ＭＳ Ｐゴシック"/>
        <a:cs typeface=""/>
      </a:majorFont>
      <a:minorFont>
        <a:latin typeface="Tahoma"/>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tx1"/>
            </a:solidFill>
            <a:effectLst/>
            <a:latin typeface="Arial" charset="0"/>
            <a:ea typeface="ＭＳ Ｐゴシック"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4400</TotalTime>
  <Words>1558</Words>
  <Application>Microsoft Office PowerPoint</Application>
  <PresentationFormat>On-screen Show (4:3)</PresentationFormat>
  <Paragraphs>278</Paragraphs>
  <Slides>28</Slides>
  <Notes>28</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28</vt:i4>
      </vt:variant>
    </vt:vector>
  </HeadingPairs>
  <TitlesOfParts>
    <vt:vector size="37" baseType="lpstr">
      <vt:lpstr>ＭＳ Ｐゴシック</vt:lpstr>
      <vt:lpstr>Arial</vt:lpstr>
      <vt:lpstr>Symbol</vt:lpstr>
      <vt:lpstr>Tahoma</vt:lpstr>
      <vt:lpstr>Times</vt:lpstr>
      <vt:lpstr>Wingdings</vt:lpstr>
      <vt:lpstr>Wingdings 2</vt:lpstr>
      <vt:lpstr>Blank Presentation</vt:lpstr>
      <vt:lpstr>1_Blank Presentation</vt:lpstr>
      <vt:lpstr>PowerPoint Presentation</vt:lpstr>
      <vt:lpstr>Learning outcomes: Chapter 3</vt:lpstr>
      <vt:lpstr>Introduction</vt:lpstr>
      <vt:lpstr>Introduction (cont.)</vt:lpstr>
      <vt:lpstr>Users of financial statements</vt:lpstr>
      <vt:lpstr>IFRS and GAAP</vt:lpstr>
      <vt:lpstr>IFRS and GAAP (cont.)</vt:lpstr>
      <vt:lpstr>Classification of financial information</vt:lpstr>
      <vt:lpstr>Recording changes</vt:lpstr>
      <vt:lpstr>Recording changes (cont.)</vt:lpstr>
      <vt:lpstr>Summarising</vt:lpstr>
      <vt:lpstr>Summarising</vt:lpstr>
      <vt:lpstr>Summarising (cont.)</vt:lpstr>
      <vt:lpstr>Summarising (cont.)</vt:lpstr>
      <vt:lpstr>Summarising (cont.)</vt:lpstr>
      <vt:lpstr>Summarising (cont.)</vt:lpstr>
      <vt:lpstr>Summarising (cont.)</vt:lpstr>
      <vt:lpstr>Cash flow statement</vt:lpstr>
      <vt:lpstr>Cash flow statement (cont.)</vt:lpstr>
      <vt:lpstr>Auditors’ report</vt:lpstr>
      <vt:lpstr>Directors’ report</vt:lpstr>
      <vt:lpstr>Financial management and accounting</vt:lpstr>
      <vt:lpstr>Example – SG pg. 14</vt:lpstr>
      <vt:lpstr>Example – SG pg. 14 (cont.)</vt:lpstr>
      <vt:lpstr>Example – SG pg. 14 (cont.)</vt:lpstr>
      <vt:lpstr>Example (cont.) – SG pg. 13</vt:lpstr>
      <vt:lpstr>Example (cont.) – SG pg. 13</vt:lpstr>
      <vt:lpstr>PowerPoint Presentation</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Essentials of Finance</dc:title>
  <dc:creator>Susan Cook</dc:creator>
  <cp:lastModifiedBy>Reviewer</cp:lastModifiedBy>
  <cp:revision>434</cp:revision>
  <cp:lastPrinted>2022-02-09T10:40:55Z</cp:lastPrinted>
  <dcterms:created xsi:type="dcterms:W3CDTF">2010-03-21T13:43:06Z</dcterms:created>
  <dcterms:modified xsi:type="dcterms:W3CDTF">2026-02-09T09:21:05Z</dcterms:modified>
</cp:coreProperties>
</file>