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77" r:id="rId2"/>
  </p:sldMasterIdLst>
  <p:notesMasterIdLst>
    <p:notesMasterId r:id="rId15"/>
  </p:notesMasterIdLst>
  <p:handoutMasterIdLst>
    <p:handoutMasterId r:id="rId16"/>
  </p:handoutMasterIdLst>
  <p:sldIdLst>
    <p:sldId id="493" r:id="rId3"/>
    <p:sldId id="475" r:id="rId4"/>
    <p:sldId id="486" r:id="rId5"/>
    <p:sldId id="494" r:id="rId6"/>
    <p:sldId id="495" r:id="rId7"/>
    <p:sldId id="481" r:id="rId8"/>
    <p:sldId id="488" r:id="rId9"/>
    <p:sldId id="489" r:id="rId10"/>
    <p:sldId id="490" r:id="rId11"/>
    <p:sldId id="491" r:id="rId12"/>
    <p:sldId id="492" r:id="rId13"/>
    <p:sldId id="482" r:id="rId14"/>
  </p:sldIdLst>
  <p:sldSz cx="9144000" cy="6858000" type="screen4x3"/>
  <p:notesSz cx="6858000" cy="9945688"/>
  <p:custDataLst>
    <p:tags r:id="rId1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00677B"/>
    <a:srgbClr val="D69249"/>
    <a:srgbClr val="ADB3BF"/>
    <a:srgbClr val="D63A17"/>
    <a:srgbClr val="FDF1BB"/>
    <a:srgbClr val="FDF4C9"/>
    <a:srgbClr val="A2A871"/>
    <a:srgbClr val="9DA900"/>
    <a:srgbClr val="94A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123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tman, Chantal (Prof) (Summerstrand Campus South)" userId="b3444f73-21d4-4d22-b260-75b64de2b6d6" providerId="ADAL" clId="{21ADB5A2-6EF7-4843-BA5B-2181C9A5BFA5}"/>
    <pc:docChg chg="undo redo custSel addSld delSld modSld">
      <pc:chgData name="Rootman, Chantal (Prof) (Summerstrand Campus South)" userId="b3444f73-21d4-4d22-b260-75b64de2b6d6" providerId="ADAL" clId="{21ADB5A2-6EF7-4843-BA5B-2181C9A5BFA5}" dt="2026-05-16T13:34:07.805" v="1819" actId="207"/>
      <pc:docMkLst>
        <pc:docMk/>
      </pc:docMkLst>
      <pc:sldChg chg="delSp modSp del mod">
        <pc:chgData name="Rootman, Chantal (Prof) (Summerstrand Campus South)" userId="b3444f73-21d4-4d22-b260-75b64de2b6d6" providerId="ADAL" clId="{21ADB5A2-6EF7-4843-BA5B-2181C9A5BFA5}" dt="2026-05-15T13:35:16.827" v="69" actId="47"/>
        <pc:sldMkLst>
          <pc:docMk/>
          <pc:sldMk cId="1067134094" sldId="283"/>
        </pc:sldMkLst>
        <pc:spChg chg="mod">
          <ac:chgData name="Rootman, Chantal (Prof) (Summerstrand Campus South)" userId="b3444f73-21d4-4d22-b260-75b64de2b6d6" providerId="ADAL" clId="{21ADB5A2-6EF7-4843-BA5B-2181C9A5BFA5}" dt="2026-05-15T13:34:29.752" v="63" actId="20577"/>
          <ac:spMkLst>
            <pc:docMk/>
            <pc:sldMk cId="1067134094" sldId="283"/>
            <ac:spMk id="4099" creationId="{00000000-0000-0000-0000-000000000000}"/>
          </ac:spMkLst>
        </pc:spChg>
        <pc:picChg chg="del">
          <ac:chgData name="Rootman, Chantal (Prof) (Summerstrand Campus South)" userId="b3444f73-21d4-4d22-b260-75b64de2b6d6" providerId="ADAL" clId="{21ADB5A2-6EF7-4843-BA5B-2181C9A5BFA5}" dt="2026-05-15T13:34:10.997" v="0" actId="478"/>
          <ac:picMkLst>
            <pc:docMk/>
            <pc:sldMk cId="1067134094" sldId="283"/>
            <ac:picMk id="4" creationId="{1022AE71-D7C8-51D0-8077-1B394481F51D}"/>
          </ac:picMkLst>
        </pc:picChg>
      </pc:sldChg>
      <pc:sldChg chg="modSp mod">
        <pc:chgData name="Rootman, Chantal (Prof) (Summerstrand Campus South)" userId="b3444f73-21d4-4d22-b260-75b64de2b6d6" providerId="ADAL" clId="{21ADB5A2-6EF7-4843-BA5B-2181C9A5BFA5}" dt="2026-05-16T13:17:00.970" v="1474" actId="20577"/>
        <pc:sldMkLst>
          <pc:docMk/>
          <pc:sldMk cId="1878492951" sldId="475"/>
        </pc:sldMkLst>
        <pc:spChg chg="mod">
          <ac:chgData name="Rootman, Chantal (Prof) (Summerstrand Campus South)" userId="b3444f73-21d4-4d22-b260-75b64de2b6d6" providerId="ADAL" clId="{21ADB5A2-6EF7-4843-BA5B-2181C9A5BFA5}" dt="2026-05-16T13:17:00.970" v="1474" actId="20577"/>
          <ac:spMkLst>
            <pc:docMk/>
            <pc:sldMk cId="1878492951" sldId="475"/>
            <ac:spMk id="5" creationId="{4944AD35-2A86-26D6-0BD9-21B5FEDCAA9B}"/>
          </ac:spMkLst>
        </pc:spChg>
        <pc:spChg chg="mod">
          <ac:chgData name="Rootman, Chantal (Prof) (Summerstrand Campus South)" userId="b3444f73-21d4-4d22-b260-75b64de2b6d6" providerId="ADAL" clId="{21ADB5A2-6EF7-4843-BA5B-2181C9A5BFA5}" dt="2026-05-16T13:06:32.097" v="580" actId="20577"/>
          <ac:spMkLst>
            <pc:docMk/>
            <pc:sldMk cId="1878492951" sldId="475"/>
            <ac:spMk id="144387" creationId="{00000000-0000-0000-0000-000000000000}"/>
          </ac:spMkLst>
        </pc:spChg>
      </pc:sldChg>
      <pc:sldChg chg="addSp delSp modSp mod modAnim">
        <pc:chgData name="Rootman, Chantal (Prof) (Summerstrand Campus South)" userId="b3444f73-21d4-4d22-b260-75b64de2b6d6" providerId="ADAL" clId="{21ADB5A2-6EF7-4843-BA5B-2181C9A5BFA5}" dt="2026-05-16T13:14:15.453" v="1277" actId="20577"/>
        <pc:sldMkLst>
          <pc:docMk/>
          <pc:sldMk cId="3690871470" sldId="481"/>
        </pc:sldMkLst>
        <pc:spChg chg="add del mod">
          <ac:chgData name="Rootman, Chantal (Prof) (Summerstrand Campus South)" userId="b3444f73-21d4-4d22-b260-75b64de2b6d6" providerId="ADAL" clId="{21ADB5A2-6EF7-4843-BA5B-2181C9A5BFA5}" dt="2026-05-16T13:10:45.427" v="1140" actId="478"/>
          <ac:spMkLst>
            <pc:docMk/>
            <pc:sldMk cId="3690871470" sldId="481"/>
            <ac:spMk id="2" creationId="{42F35896-EB5B-1908-D0DB-FB9FA17334C4}"/>
          </ac:spMkLst>
        </pc:spChg>
        <pc:spChg chg="del">
          <ac:chgData name="Rootman, Chantal (Prof) (Summerstrand Campus South)" userId="b3444f73-21d4-4d22-b260-75b64de2b6d6" providerId="ADAL" clId="{21ADB5A2-6EF7-4843-BA5B-2181C9A5BFA5}" dt="2026-05-16T13:13:01.607" v="1262" actId="478"/>
          <ac:spMkLst>
            <pc:docMk/>
            <pc:sldMk cId="3690871470" sldId="481"/>
            <ac:spMk id="14" creationId="{6B41FD77-66B3-3AA1-94CD-541A57CFEB72}"/>
          </ac:spMkLst>
        </pc:spChg>
        <pc:spChg chg="mod">
          <ac:chgData name="Rootman, Chantal (Prof) (Summerstrand Campus South)" userId="b3444f73-21d4-4d22-b260-75b64de2b6d6" providerId="ADAL" clId="{21ADB5A2-6EF7-4843-BA5B-2181C9A5BFA5}" dt="2026-05-16T13:14:15.453" v="1277" actId="20577"/>
          <ac:spMkLst>
            <pc:docMk/>
            <pc:sldMk cId="3690871470" sldId="481"/>
            <ac:spMk id="144387" creationId="{00000000-0000-0000-0000-000000000000}"/>
          </ac:spMkLst>
        </pc:spChg>
        <pc:spChg chg="del">
          <ac:chgData name="Rootman, Chantal (Prof) (Summerstrand Campus South)" userId="b3444f73-21d4-4d22-b260-75b64de2b6d6" providerId="ADAL" clId="{21ADB5A2-6EF7-4843-BA5B-2181C9A5BFA5}" dt="2026-05-16T13:10:35.968" v="1139" actId="478"/>
          <ac:spMkLst>
            <pc:docMk/>
            <pc:sldMk cId="3690871470" sldId="481"/>
            <ac:spMk id="144388" creationId="{00000000-0000-0000-0000-000000000000}"/>
          </ac:spMkLst>
        </pc:spChg>
      </pc:sldChg>
      <pc:sldChg chg="modSp mod">
        <pc:chgData name="Rootman, Chantal (Prof) (Summerstrand Campus South)" userId="b3444f73-21d4-4d22-b260-75b64de2b6d6" providerId="ADAL" clId="{21ADB5A2-6EF7-4843-BA5B-2181C9A5BFA5}" dt="2026-05-15T13:37:03.295" v="96" actId="20577"/>
        <pc:sldMkLst>
          <pc:docMk/>
          <pc:sldMk cId="981765715" sldId="482"/>
        </pc:sldMkLst>
        <pc:spChg chg="mod">
          <ac:chgData name="Rootman, Chantal (Prof) (Summerstrand Campus South)" userId="b3444f73-21d4-4d22-b260-75b64de2b6d6" providerId="ADAL" clId="{21ADB5A2-6EF7-4843-BA5B-2181C9A5BFA5}" dt="2026-05-15T13:37:03.295" v="96" actId="20577"/>
          <ac:spMkLst>
            <pc:docMk/>
            <pc:sldMk cId="981765715" sldId="482"/>
            <ac:spMk id="4098" creationId="{00000000-0000-0000-0000-000000000000}"/>
          </ac:spMkLst>
        </pc:spChg>
      </pc:sldChg>
      <pc:sldChg chg="modSp del mod">
        <pc:chgData name="Rootman, Chantal (Prof) (Summerstrand Campus South)" userId="b3444f73-21d4-4d22-b260-75b64de2b6d6" providerId="ADAL" clId="{21ADB5A2-6EF7-4843-BA5B-2181C9A5BFA5}" dt="2026-05-16T13:24:10.481" v="1639" actId="47"/>
        <pc:sldMkLst>
          <pc:docMk/>
          <pc:sldMk cId="1737691735" sldId="487"/>
        </pc:sldMkLst>
        <pc:spChg chg="mod">
          <ac:chgData name="Rootman, Chantal (Prof) (Summerstrand Campus South)" userId="b3444f73-21d4-4d22-b260-75b64de2b6d6" providerId="ADAL" clId="{21ADB5A2-6EF7-4843-BA5B-2181C9A5BFA5}" dt="2026-05-16T13:16:38.798" v="1472" actId="20577"/>
          <ac:spMkLst>
            <pc:docMk/>
            <pc:sldMk cId="1737691735" sldId="487"/>
            <ac:spMk id="2" creationId="{4E546B8E-DE66-868D-1EF2-99E1F4D84585}"/>
          </ac:spMkLst>
        </pc:spChg>
        <pc:picChg chg="mod">
          <ac:chgData name="Rootman, Chantal (Prof) (Summerstrand Campus South)" userId="b3444f73-21d4-4d22-b260-75b64de2b6d6" providerId="ADAL" clId="{21ADB5A2-6EF7-4843-BA5B-2181C9A5BFA5}" dt="2026-05-16T13:15:40.155" v="1455" actId="1076"/>
          <ac:picMkLst>
            <pc:docMk/>
            <pc:sldMk cId="1737691735" sldId="487"/>
            <ac:picMk id="5" creationId="{4618F64A-88E5-7D3F-1838-E324450F3F0F}"/>
          </ac:picMkLst>
        </pc:picChg>
      </pc:sldChg>
      <pc:sldChg chg="modSp mod">
        <pc:chgData name="Rootman, Chantal (Prof) (Summerstrand Campus South)" userId="b3444f73-21d4-4d22-b260-75b64de2b6d6" providerId="ADAL" clId="{21ADB5A2-6EF7-4843-BA5B-2181C9A5BFA5}" dt="2026-05-16T13:18:01.267" v="1475" actId="14100"/>
        <pc:sldMkLst>
          <pc:docMk/>
          <pc:sldMk cId="4111514853" sldId="488"/>
        </pc:sldMkLst>
        <pc:picChg chg="mod">
          <ac:chgData name="Rootman, Chantal (Prof) (Summerstrand Campus South)" userId="b3444f73-21d4-4d22-b260-75b64de2b6d6" providerId="ADAL" clId="{21ADB5A2-6EF7-4843-BA5B-2181C9A5BFA5}" dt="2026-05-16T13:18:01.267" v="1475" actId="14100"/>
          <ac:picMkLst>
            <pc:docMk/>
            <pc:sldMk cId="4111514853" sldId="488"/>
            <ac:picMk id="3" creationId="{CE357AFF-F084-B6B6-E1CF-10682E116BE0}"/>
          </ac:picMkLst>
        </pc:picChg>
      </pc:sldChg>
      <pc:sldChg chg="addSp modSp mod">
        <pc:chgData name="Rootman, Chantal (Prof) (Summerstrand Campus South)" userId="b3444f73-21d4-4d22-b260-75b64de2b6d6" providerId="ADAL" clId="{21ADB5A2-6EF7-4843-BA5B-2181C9A5BFA5}" dt="2026-05-15T13:40:32.017" v="333" actId="20577"/>
        <pc:sldMkLst>
          <pc:docMk/>
          <pc:sldMk cId="3772628222" sldId="492"/>
        </pc:sldMkLst>
        <pc:spChg chg="add mod">
          <ac:chgData name="Rootman, Chantal (Prof) (Summerstrand Campus South)" userId="b3444f73-21d4-4d22-b260-75b64de2b6d6" providerId="ADAL" clId="{21ADB5A2-6EF7-4843-BA5B-2181C9A5BFA5}" dt="2026-05-15T13:40:32.017" v="333" actId="20577"/>
          <ac:spMkLst>
            <pc:docMk/>
            <pc:sldMk cId="3772628222" sldId="492"/>
            <ac:spMk id="2" creationId="{64DC2CDB-341A-1718-E08F-75C6F69AA9ED}"/>
          </ac:spMkLst>
        </pc:spChg>
        <pc:picChg chg="mod">
          <ac:chgData name="Rootman, Chantal (Prof) (Summerstrand Campus South)" userId="b3444f73-21d4-4d22-b260-75b64de2b6d6" providerId="ADAL" clId="{21ADB5A2-6EF7-4843-BA5B-2181C9A5BFA5}" dt="2026-05-15T13:39:38.180" v="268" actId="1076"/>
          <ac:picMkLst>
            <pc:docMk/>
            <pc:sldMk cId="3772628222" sldId="492"/>
            <ac:picMk id="3" creationId="{3C60C14A-14AB-E852-07CE-E3D6044DB4A2}"/>
          </ac:picMkLst>
        </pc:picChg>
      </pc:sldChg>
      <pc:sldChg chg="modSp add mod">
        <pc:chgData name="Rootman, Chantal (Prof) (Summerstrand Campus South)" userId="b3444f73-21d4-4d22-b260-75b64de2b6d6" providerId="ADAL" clId="{21ADB5A2-6EF7-4843-BA5B-2181C9A5BFA5}" dt="2026-05-15T13:35:12.649" v="68" actId="6549"/>
        <pc:sldMkLst>
          <pc:docMk/>
          <pc:sldMk cId="3179230381" sldId="493"/>
        </pc:sldMkLst>
        <pc:spChg chg="mod">
          <ac:chgData name="Rootman, Chantal (Prof) (Summerstrand Campus South)" userId="b3444f73-21d4-4d22-b260-75b64de2b6d6" providerId="ADAL" clId="{21ADB5A2-6EF7-4843-BA5B-2181C9A5BFA5}" dt="2026-05-15T13:35:12.649" v="68" actId="6549"/>
          <ac:spMkLst>
            <pc:docMk/>
            <pc:sldMk cId="3179230381" sldId="493"/>
            <ac:spMk id="4098" creationId="{00000000-0000-0000-0000-000000000000}"/>
          </ac:spMkLst>
        </pc:spChg>
      </pc:sldChg>
      <pc:sldChg chg="addSp delSp modSp add mod">
        <pc:chgData name="Rootman, Chantal (Prof) (Summerstrand Campus South)" userId="b3444f73-21d4-4d22-b260-75b64de2b6d6" providerId="ADAL" clId="{21ADB5A2-6EF7-4843-BA5B-2181C9A5BFA5}" dt="2026-05-16T13:30:36.202" v="1769" actId="1076"/>
        <pc:sldMkLst>
          <pc:docMk/>
          <pc:sldMk cId="2026541518" sldId="494"/>
        </pc:sldMkLst>
        <pc:spChg chg="add del mod">
          <ac:chgData name="Rootman, Chantal (Prof) (Summerstrand Campus South)" userId="b3444f73-21d4-4d22-b260-75b64de2b6d6" providerId="ADAL" clId="{21ADB5A2-6EF7-4843-BA5B-2181C9A5BFA5}" dt="2026-05-16T13:28:58.276" v="1747" actId="11529"/>
          <ac:spMkLst>
            <pc:docMk/>
            <pc:sldMk cId="2026541518" sldId="494"/>
            <ac:spMk id="2" creationId="{99E7A5A8-B13D-241F-F6C0-81C3793FFCE8}"/>
          </ac:spMkLst>
        </pc:spChg>
        <pc:spChg chg="add del">
          <ac:chgData name="Rootman, Chantal (Prof) (Summerstrand Campus South)" userId="b3444f73-21d4-4d22-b260-75b64de2b6d6" providerId="ADAL" clId="{21ADB5A2-6EF7-4843-BA5B-2181C9A5BFA5}" dt="2026-05-16T13:29:17.020" v="1749" actId="11529"/>
          <ac:spMkLst>
            <pc:docMk/>
            <pc:sldMk cId="2026541518" sldId="494"/>
            <ac:spMk id="3" creationId="{EA25174D-A5C4-8E9F-8271-B4AB0AE1BA28}"/>
          </ac:spMkLst>
        </pc:spChg>
        <pc:spChg chg="mod">
          <ac:chgData name="Rootman, Chantal (Prof) (Summerstrand Campus South)" userId="b3444f73-21d4-4d22-b260-75b64de2b6d6" providerId="ADAL" clId="{21ADB5A2-6EF7-4843-BA5B-2181C9A5BFA5}" dt="2026-05-16T13:06:16.588" v="559" actId="20577"/>
          <ac:spMkLst>
            <pc:docMk/>
            <pc:sldMk cId="2026541518" sldId="494"/>
            <ac:spMk id="5" creationId="{CA8D2D8D-34BB-9416-4FCE-50CA0E280A76}"/>
          </ac:spMkLst>
        </pc:spChg>
        <pc:spChg chg="add mod">
          <ac:chgData name="Rootman, Chantal (Prof) (Summerstrand Campus South)" userId="b3444f73-21d4-4d22-b260-75b64de2b6d6" providerId="ADAL" clId="{21ADB5A2-6EF7-4843-BA5B-2181C9A5BFA5}" dt="2026-05-16T13:30:16.939" v="1767" actId="692"/>
          <ac:spMkLst>
            <pc:docMk/>
            <pc:sldMk cId="2026541518" sldId="494"/>
            <ac:spMk id="6" creationId="{7AAA82A1-859A-37B2-EA08-4B391D4251AE}"/>
          </ac:spMkLst>
        </pc:spChg>
        <pc:spChg chg="add mod">
          <ac:chgData name="Rootman, Chantal (Prof) (Summerstrand Campus South)" userId="b3444f73-21d4-4d22-b260-75b64de2b6d6" providerId="ADAL" clId="{21ADB5A2-6EF7-4843-BA5B-2181C9A5BFA5}" dt="2026-05-16T13:30:36.202" v="1769" actId="1076"/>
          <ac:spMkLst>
            <pc:docMk/>
            <pc:sldMk cId="2026541518" sldId="494"/>
            <ac:spMk id="7" creationId="{CA74C6A6-E0FD-31B6-203C-D80C86AE0932}"/>
          </ac:spMkLst>
        </pc:spChg>
        <pc:spChg chg="mod">
          <ac:chgData name="Rootman, Chantal (Prof) (Summerstrand Campus South)" userId="b3444f73-21d4-4d22-b260-75b64de2b6d6" providerId="ADAL" clId="{21ADB5A2-6EF7-4843-BA5B-2181C9A5BFA5}" dt="2026-05-16T13:06:57.085" v="599" actId="20577"/>
          <ac:spMkLst>
            <pc:docMk/>
            <pc:sldMk cId="2026541518" sldId="494"/>
            <ac:spMk id="144387" creationId="{4FD2DA88-B24E-912A-923E-E95CAA8DF5EA}"/>
          </ac:spMkLst>
        </pc:spChg>
      </pc:sldChg>
      <pc:sldChg chg="addSp delSp modSp add mod">
        <pc:chgData name="Rootman, Chantal (Prof) (Summerstrand Campus South)" userId="b3444f73-21d4-4d22-b260-75b64de2b6d6" providerId="ADAL" clId="{21ADB5A2-6EF7-4843-BA5B-2181C9A5BFA5}" dt="2026-05-16T13:34:07.805" v="1819" actId="207"/>
        <pc:sldMkLst>
          <pc:docMk/>
          <pc:sldMk cId="593628265" sldId="495"/>
        </pc:sldMkLst>
        <pc:graphicFrameChg chg="add del mod modGraphic">
          <ac:chgData name="Rootman, Chantal (Prof) (Summerstrand Campus South)" userId="b3444f73-21d4-4d22-b260-75b64de2b6d6" providerId="ADAL" clId="{21ADB5A2-6EF7-4843-BA5B-2181C9A5BFA5}" dt="2026-05-16T13:20:51.409" v="1518" actId="3680"/>
          <ac:graphicFrameMkLst>
            <pc:docMk/>
            <pc:sldMk cId="593628265" sldId="495"/>
            <ac:graphicFrameMk id="3" creationId="{6772B52A-1DB5-9F36-20C9-D43E3ED38751}"/>
          </ac:graphicFrameMkLst>
        </pc:graphicFrameChg>
        <pc:graphicFrameChg chg="add mod modGraphic">
          <ac:chgData name="Rootman, Chantal (Prof) (Summerstrand Campus South)" userId="b3444f73-21d4-4d22-b260-75b64de2b6d6" providerId="ADAL" clId="{21ADB5A2-6EF7-4843-BA5B-2181C9A5BFA5}" dt="2026-05-16T13:34:07.805" v="1819" actId="207"/>
          <ac:graphicFrameMkLst>
            <pc:docMk/>
            <pc:sldMk cId="593628265" sldId="495"/>
            <ac:graphicFrameMk id="4" creationId="{881845EE-26E9-2146-A1BB-8C1BB363E4DF}"/>
          </ac:graphicFrameMkLst>
        </pc:graphicFrameChg>
        <pc:picChg chg="add del">
          <ac:chgData name="Rootman, Chantal (Prof) (Summerstrand Campus South)" userId="b3444f73-21d4-4d22-b260-75b64de2b6d6" providerId="ADAL" clId="{21ADB5A2-6EF7-4843-BA5B-2181C9A5BFA5}" dt="2026-05-16T13:20:53.449" v="1520" actId="478"/>
          <ac:picMkLst>
            <pc:docMk/>
            <pc:sldMk cId="593628265" sldId="495"/>
            <ac:picMk id="5" creationId="{059C1996-A9A8-ED5B-2697-9669F26CFCD1}"/>
          </ac:picMkLst>
        </pc:picChg>
      </pc:sldChg>
    </pc:docChg>
  </pc:docChgLst>
  <pc:docChgLst>
    <pc:chgData name="Rootman, Chantal (Prof) (Summerstrand Campus South)" userId="b3444f73-21d4-4d22-b260-75b64de2b6d6" providerId="ADAL" clId="{872A3A2B-8962-4B5C-BAE0-BC54AA49AEB4}"/>
    <pc:docChg chg="custSel addSld delSld modSld">
      <pc:chgData name="Rootman, Chantal (Prof) (Summerstrand Campus South)" userId="b3444f73-21d4-4d22-b260-75b64de2b6d6" providerId="ADAL" clId="{872A3A2B-8962-4B5C-BAE0-BC54AA49AEB4}" dt="2026-03-05T14:45:07.909" v="176" actId="47"/>
      <pc:docMkLst>
        <pc:docMk/>
      </pc:docMkLst>
      <pc:sldChg chg="modSp mod">
        <pc:chgData name="Rootman, Chantal (Prof) (Summerstrand Campus South)" userId="b3444f73-21d4-4d22-b260-75b64de2b6d6" providerId="ADAL" clId="{872A3A2B-8962-4B5C-BAE0-BC54AA49AEB4}" dt="2026-03-05T14:28:13.178" v="30" actId="1076"/>
        <pc:sldMkLst>
          <pc:docMk/>
          <pc:sldMk cId="1067134094" sldId="283"/>
        </pc:sldMkLst>
      </pc:sldChg>
      <pc:sldChg chg="del">
        <pc:chgData name="Rootman, Chantal (Prof) (Summerstrand Campus South)" userId="b3444f73-21d4-4d22-b260-75b64de2b6d6" providerId="ADAL" clId="{872A3A2B-8962-4B5C-BAE0-BC54AA49AEB4}" dt="2026-03-05T14:27:32.043" v="5" actId="47"/>
        <pc:sldMkLst>
          <pc:docMk/>
          <pc:sldMk cId="1537813267" sldId="450"/>
        </pc:sldMkLst>
      </pc:sldChg>
      <pc:sldChg chg="del">
        <pc:chgData name="Rootman, Chantal (Prof) (Summerstrand Campus South)" userId="b3444f73-21d4-4d22-b260-75b64de2b6d6" providerId="ADAL" clId="{872A3A2B-8962-4B5C-BAE0-BC54AA49AEB4}" dt="2026-03-05T14:27:20.378" v="4" actId="47"/>
        <pc:sldMkLst>
          <pc:docMk/>
          <pc:sldMk cId="859694024" sldId="474"/>
        </pc:sldMkLst>
      </pc:sldChg>
      <pc:sldChg chg="modSp mod">
        <pc:chgData name="Rootman, Chantal (Prof) (Summerstrand Campus South)" userId="b3444f73-21d4-4d22-b260-75b64de2b6d6" providerId="ADAL" clId="{872A3A2B-8962-4B5C-BAE0-BC54AA49AEB4}" dt="2026-03-05T14:34:25.099" v="70" actId="20577"/>
        <pc:sldMkLst>
          <pc:docMk/>
          <pc:sldMk cId="1878492951" sldId="475"/>
        </pc:sldMkLst>
        <pc:spChg chg="mod">
          <ac:chgData name="Rootman, Chantal (Prof) (Summerstrand Campus South)" userId="b3444f73-21d4-4d22-b260-75b64de2b6d6" providerId="ADAL" clId="{872A3A2B-8962-4B5C-BAE0-BC54AA49AEB4}" dt="2026-03-05T14:28:59.012" v="40" actId="1076"/>
          <ac:spMkLst>
            <pc:docMk/>
            <pc:sldMk cId="1878492951" sldId="475"/>
            <ac:spMk id="5" creationId="{4944AD35-2A86-26D6-0BD9-21B5FEDCAA9B}"/>
          </ac:spMkLst>
        </pc:spChg>
        <pc:spChg chg="mod">
          <ac:chgData name="Rootman, Chantal (Prof) (Summerstrand Campus South)" userId="b3444f73-21d4-4d22-b260-75b64de2b6d6" providerId="ADAL" clId="{872A3A2B-8962-4B5C-BAE0-BC54AA49AEB4}" dt="2026-03-05T14:34:25.099" v="70" actId="20577"/>
          <ac:spMkLst>
            <pc:docMk/>
            <pc:sldMk cId="1878492951" sldId="475"/>
            <ac:spMk id="144387" creationId="{00000000-0000-0000-0000-000000000000}"/>
          </ac:spMkLst>
        </pc:spChg>
        <pc:picChg chg="mod">
          <ac:chgData name="Rootman, Chantal (Prof) (Summerstrand Campus South)" userId="b3444f73-21d4-4d22-b260-75b64de2b6d6" providerId="ADAL" clId="{872A3A2B-8962-4B5C-BAE0-BC54AA49AEB4}" dt="2026-03-05T14:29:03.377" v="41" actId="14100"/>
          <ac:picMkLst>
            <pc:docMk/>
            <pc:sldMk cId="1878492951" sldId="475"/>
            <ac:picMk id="4" creationId="{A7B6013C-65F3-F229-EC13-DF41B9C7F732}"/>
          </ac:picMkLst>
        </pc:picChg>
      </pc:sldChg>
      <pc:sldChg chg="del">
        <pc:chgData name="Rootman, Chantal (Prof) (Summerstrand Campus South)" userId="b3444f73-21d4-4d22-b260-75b64de2b6d6" providerId="ADAL" clId="{872A3A2B-8962-4B5C-BAE0-BC54AA49AEB4}" dt="2026-03-05T14:27:20.378" v="4" actId="47"/>
        <pc:sldMkLst>
          <pc:docMk/>
          <pc:sldMk cId="1808979601" sldId="478"/>
        </pc:sldMkLst>
      </pc:sldChg>
      <pc:sldChg chg="del">
        <pc:chgData name="Rootman, Chantal (Prof) (Summerstrand Campus South)" userId="b3444f73-21d4-4d22-b260-75b64de2b6d6" providerId="ADAL" clId="{872A3A2B-8962-4B5C-BAE0-BC54AA49AEB4}" dt="2026-03-05T14:27:20.378" v="4" actId="47"/>
        <pc:sldMkLst>
          <pc:docMk/>
          <pc:sldMk cId="2584645603" sldId="479"/>
        </pc:sldMkLst>
      </pc:sldChg>
      <pc:sldChg chg="del">
        <pc:chgData name="Rootman, Chantal (Prof) (Summerstrand Campus South)" userId="b3444f73-21d4-4d22-b260-75b64de2b6d6" providerId="ADAL" clId="{872A3A2B-8962-4B5C-BAE0-BC54AA49AEB4}" dt="2026-03-05T14:27:32.043" v="5" actId="47"/>
        <pc:sldMkLst>
          <pc:docMk/>
          <pc:sldMk cId="2445013701" sldId="480"/>
        </pc:sldMkLst>
      </pc:sldChg>
      <pc:sldChg chg="modSp mod">
        <pc:chgData name="Rootman, Chantal (Prof) (Summerstrand Campus South)" userId="b3444f73-21d4-4d22-b260-75b64de2b6d6" providerId="ADAL" clId="{872A3A2B-8962-4B5C-BAE0-BC54AA49AEB4}" dt="2026-03-05T14:27:56.681" v="29" actId="6549"/>
        <pc:sldMkLst>
          <pc:docMk/>
          <pc:sldMk cId="981765715" sldId="482"/>
        </pc:sldMkLst>
        <pc:spChg chg="mod">
          <ac:chgData name="Rootman, Chantal (Prof) (Summerstrand Campus South)" userId="b3444f73-21d4-4d22-b260-75b64de2b6d6" providerId="ADAL" clId="{872A3A2B-8962-4B5C-BAE0-BC54AA49AEB4}" dt="2026-03-05T14:27:56.681" v="29" actId="6549"/>
          <ac:spMkLst>
            <pc:docMk/>
            <pc:sldMk cId="981765715" sldId="482"/>
            <ac:spMk id="4098" creationId="{00000000-0000-0000-0000-000000000000}"/>
          </ac:spMkLst>
        </pc:spChg>
      </pc:sldChg>
      <pc:sldChg chg="del">
        <pc:chgData name="Rootman, Chantal (Prof) (Summerstrand Campus South)" userId="b3444f73-21d4-4d22-b260-75b64de2b6d6" providerId="ADAL" clId="{872A3A2B-8962-4B5C-BAE0-BC54AA49AEB4}" dt="2026-03-05T14:27:32.043" v="5" actId="47"/>
        <pc:sldMkLst>
          <pc:docMk/>
          <pc:sldMk cId="1627034772" sldId="483"/>
        </pc:sldMkLst>
      </pc:sldChg>
      <pc:sldChg chg="del">
        <pc:chgData name="Rootman, Chantal (Prof) (Summerstrand Campus South)" userId="b3444f73-21d4-4d22-b260-75b64de2b6d6" providerId="ADAL" clId="{872A3A2B-8962-4B5C-BAE0-BC54AA49AEB4}" dt="2026-03-05T14:27:32.043" v="5" actId="47"/>
        <pc:sldMkLst>
          <pc:docMk/>
          <pc:sldMk cId="1572397088" sldId="484"/>
        </pc:sldMkLst>
      </pc:sldChg>
      <pc:sldChg chg="del">
        <pc:chgData name="Rootman, Chantal (Prof) (Summerstrand Campus South)" userId="b3444f73-21d4-4d22-b260-75b64de2b6d6" providerId="ADAL" clId="{872A3A2B-8962-4B5C-BAE0-BC54AA49AEB4}" dt="2026-03-05T14:27:32.043" v="5" actId="47"/>
        <pc:sldMkLst>
          <pc:docMk/>
          <pc:sldMk cId="1204211360" sldId="485"/>
        </pc:sldMkLst>
      </pc:sldChg>
      <pc:sldChg chg="del">
        <pc:chgData name="Rootman, Chantal (Prof) (Summerstrand Campus South)" userId="b3444f73-21d4-4d22-b260-75b64de2b6d6" providerId="ADAL" clId="{872A3A2B-8962-4B5C-BAE0-BC54AA49AEB4}" dt="2026-03-05T14:27:20.378" v="4" actId="47"/>
        <pc:sldMkLst>
          <pc:docMk/>
          <pc:sldMk cId="2168194793" sldId="488"/>
        </pc:sldMkLst>
      </pc:sldChg>
      <pc:sldChg chg="addSp delSp modSp add mod">
        <pc:chgData name="Rootman, Chantal (Prof) (Summerstrand Campus South)" userId="b3444f73-21d4-4d22-b260-75b64de2b6d6" providerId="ADAL" clId="{872A3A2B-8962-4B5C-BAE0-BC54AA49AEB4}" dt="2026-03-05T14:40:03.440" v="146" actId="14100"/>
        <pc:sldMkLst>
          <pc:docMk/>
          <pc:sldMk cId="4111514853" sldId="488"/>
        </pc:sldMkLst>
        <pc:spChg chg="mod">
          <ac:chgData name="Rootman, Chantal (Prof) (Summerstrand Campus South)" userId="b3444f73-21d4-4d22-b260-75b64de2b6d6" providerId="ADAL" clId="{872A3A2B-8962-4B5C-BAE0-BC54AA49AEB4}" dt="2026-03-05T14:39:57.558" v="144" actId="1076"/>
          <ac:spMkLst>
            <pc:docMk/>
            <pc:sldMk cId="4111514853" sldId="488"/>
            <ac:spMk id="144387" creationId="{D276F8F7-9A0F-84B4-03E5-2F54250EEC70}"/>
          </ac:spMkLst>
        </pc:spChg>
        <pc:picChg chg="add mod">
          <ac:chgData name="Rootman, Chantal (Prof) (Summerstrand Campus South)" userId="b3444f73-21d4-4d22-b260-75b64de2b6d6" providerId="ADAL" clId="{872A3A2B-8962-4B5C-BAE0-BC54AA49AEB4}" dt="2026-03-05T14:40:03.440" v="146" actId="14100"/>
          <ac:picMkLst>
            <pc:docMk/>
            <pc:sldMk cId="4111514853" sldId="488"/>
            <ac:picMk id="3" creationId="{CE357AFF-F084-B6B6-E1CF-10682E116BE0}"/>
          </ac:picMkLst>
        </pc:picChg>
      </pc:sldChg>
      <pc:sldChg chg="addSp delSp modSp add mod">
        <pc:chgData name="Rootman, Chantal (Prof) (Summerstrand Campus South)" userId="b3444f73-21d4-4d22-b260-75b64de2b6d6" providerId="ADAL" clId="{872A3A2B-8962-4B5C-BAE0-BC54AA49AEB4}" dt="2026-03-05T14:41:03.817" v="155" actId="14100"/>
        <pc:sldMkLst>
          <pc:docMk/>
          <pc:sldMk cId="2004089250" sldId="489"/>
        </pc:sldMkLst>
        <pc:picChg chg="add mod">
          <ac:chgData name="Rootman, Chantal (Prof) (Summerstrand Campus South)" userId="b3444f73-21d4-4d22-b260-75b64de2b6d6" providerId="ADAL" clId="{872A3A2B-8962-4B5C-BAE0-BC54AA49AEB4}" dt="2026-03-05T14:41:03.817" v="155" actId="14100"/>
          <ac:picMkLst>
            <pc:docMk/>
            <pc:sldMk cId="2004089250" sldId="489"/>
            <ac:picMk id="5" creationId="{BF947945-E5B5-EB60-16C2-202C4EE6AB8B}"/>
          </ac:picMkLst>
        </pc:picChg>
      </pc:sldChg>
      <pc:sldChg chg="addSp delSp modSp add mod">
        <pc:chgData name="Rootman, Chantal (Prof) (Summerstrand Campus South)" userId="b3444f73-21d4-4d22-b260-75b64de2b6d6" providerId="ADAL" clId="{872A3A2B-8962-4B5C-BAE0-BC54AA49AEB4}" dt="2026-03-05T14:42:37.339" v="162" actId="14100"/>
        <pc:sldMkLst>
          <pc:docMk/>
          <pc:sldMk cId="3081936448" sldId="490"/>
        </pc:sldMkLst>
        <pc:picChg chg="add mod">
          <ac:chgData name="Rootman, Chantal (Prof) (Summerstrand Campus South)" userId="b3444f73-21d4-4d22-b260-75b64de2b6d6" providerId="ADAL" clId="{872A3A2B-8962-4B5C-BAE0-BC54AA49AEB4}" dt="2026-03-05T14:42:37.339" v="162" actId="14100"/>
          <ac:picMkLst>
            <pc:docMk/>
            <pc:sldMk cId="3081936448" sldId="490"/>
            <ac:picMk id="5" creationId="{F0145E83-140E-FDC5-8B8F-7765F7A561A9}"/>
          </ac:picMkLst>
        </pc:picChg>
      </pc:sldChg>
      <pc:sldChg chg="addSp delSp modSp add mod">
        <pc:chgData name="Rootman, Chantal (Prof) (Summerstrand Campus South)" userId="b3444f73-21d4-4d22-b260-75b64de2b6d6" providerId="ADAL" clId="{872A3A2B-8962-4B5C-BAE0-BC54AA49AEB4}" dt="2026-03-05T14:43:29.437" v="171" actId="14100"/>
        <pc:sldMkLst>
          <pc:docMk/>
          <pc:sldMk cId="4126994079" sldId="491"/>
        </pc:sldMkLst>
        <pc:picChg chg="add mod">
          <ac:chgData name="Rootman, Chantal (Prof) (Summerstrand Campus South)" userId="b3444f73-21d4-4d22-b260-75b64de2b6d6" providerId="ADAL" clId="{872A3A2B-8962-4B5C-BAE0-BC54AA49AEB4}" dt="2026-03-05T14:43:29.437" v="171" actId="14100"/>
          <ac:picMkLst>
            <pc:docMk/>
            <pc:sldMk cId="4126994079" sldId="491"/>
            <ac:picMk id="3" creationId="{5CDFED2E-BEC6-3588-BCF5-7E514470A6ED}"/>
          </ac:picMkLst>
        </pc:picChg>
      </pc:sldChg>
      <pc:sldChg chg="addSp delSp modSp add mod">
        <pc:chgData name="Rootman, Chantal (Prof) (Summerstrand Campus South)" userId="b3444f73-21d4-4d22-b260-75b64de2b6d6" providerId="ADAL" clId="{872A3A2B-8962-4B5C-BAE0-BC54AA49AEB4}" dt="2026-03-05T14:44:07.548" v="175" actId="14100"/>
        <pc:sldMkLst>
          <pc:docMk/>
          <pc:sldMk cId="3772628222" sldId="492"/>
        </pc:sldMkLst>
        <pc:picChg chg="add mod">
          <ac:chgData name="Rootman, Chantal (Prof) (Summerstrand Campus South)" userId="b3444f73-21d4-4d22-b260-75b64de2b6d6" providerId="ADAL" clId="{872A3A2B-8962-4B5C-BAE0-BC54AA49AEB4}" dt="2026-03-05T14:44:07.548" v="175" actId="14100"/>
          <ac:picMkLst>
            <pc:docMk/>
            <pc:sldMk cId="3772628222" sldId="492"/>
            <ac:picMk id="3" creationId="{3C60C14A-14AB-E852-07CE-E3D6044DB4A2}"/>
          </ac:picMkLst>
        </pc:picChg>
      </pc:sldChg>
      <pc:sldChg chg="add del">
        <pc:chgData name="Rootman, Chantal (Prof) (Summerstrand Campus South)" userId="b3444f73-21d4-4d22-b260-75b64de2b6d6" providerId="ADAL" clId="{872A3A2B-8962-4B5C-BAE0-BC54AA49AEB4}" dt="2026-03-05T14:45:07.909" v="176" actId="47"/>
        <pc:sldMkLst>
          <pc:docMk/>
          <pc:sldMk cId="2062959213" sldId="4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2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E04A2-0886-4C51-95AB-95E45F99C2C2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602196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AABED-6F16-4B77-9711-ACDBC7079BF3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604309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91C1F-FFBA-4199-B863-544289B811C6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449328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9243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9243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9F683-EEB7-4713-A50B-30DF7BE4033E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4284707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45FAF-4A9C-4CBC-8E82-C9D7719982B2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711448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6F950-A1F4-4F2D-B94D-D759ECEA1B4A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7532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04383B-E969-4A71-ACCC-8F5CFAEE8EEB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590777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66556-AB11-4A86-BD3E-E2C1DB4029FB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523177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F99B1-9886-4675-8FDA-019E921A5A5C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892221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C689E-9540-4225-A7C9-25125CDEB492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716517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228600"/>
            <a:ext cx="200025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84835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B9972-3295-4A5D-B9BC-41C3B1E87698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406450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9243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9243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3A82F-C868-4B9C-805C-0CFE69B60EB5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55682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ZA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8001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ZA" altLang="en-US"/>
              <a:t>Click to edit Master text styles</a:t>
            </a:r>
          </a:p>
          <a:p>
            <a:pPr lvl="1"/>
            <a:r>
              <a:rPr lang="en-ZA" altLang="en-US"/>
              <a:t>Second level</a:t>
            </a:r>
          </a:p>
          <a:p>
            <a:pPr lvl="2"/>
            <a:r>
              <a:rPr lang="en-ZA" altLang="en-US"/>
              <a:t>Third level</a:t>
            </a:r>
          </a:p>
          <a:p>
            <a:pPr lvl="3"/>
            <a:r>
              <a:rPr lang="en-ZA" altLang="en-US"/>
              <a:t>Fourth level</a:t>
            </a:r>
          </a:p>
          <a:p>
            <a:pPr lvl="4"/>
            <a:r>
              <a:rPr lang="en-ZA" altLang="en-US"/>
              <a:t>Fifth level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EC0C210-C190-4F27-820E-930075D5037D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  <p:pic>
        <p:nvPicPr>
          <p:cNvPr id="1029" name="Picture 5" descr="logo_tp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12954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7315200" y="6478588"/>
            <a:ext cx="1828800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>
            <a:lvl1pPr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buFontTx/>
              <a:buChar char="©"/>
              <a:defRPr/>
            </a:pPr>
            <a:r>
              <a:rPr lang="en-ZA" altLang="en-US" sz="1200" b="1" i="1">
                <a:latin typeface="Book Antiqua" panose="02040602050305030304" pitchFamily="18" charset="0"/>
              </a:rPr>
              <a:t>The McGraw-Hill Companies, 2004</a:t>
            </a:r>
          </a:p>
        </p:txBody>
      </p:sp>
    </p:spTree>
    <p:extLst>
      <p:ext uri="{BB962C8B-B14F-4D97-AF65-F5344CB8AC3E}">
        <p14:creationId xmlns:p14="http://schemas.microsoft.com/office/powerpoint/2010/main" val="152234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466312" y="2286000"/>
            <a:ext cx="3124200" cy="2767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>
            <a:spAutoFit/>
          </a:bodyPr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Chs</a:t>
            </a:r>
            <a:r>
              <a:rPr kumimoji="0" lang="en-ZA" sz="32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14 and 16</a:t>
            </a: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(relevant to both open and MC questions)</a:t>
            </a: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3200" b="1" i="0" u="none" strike="noStrike" kern="1200" cap="none" spc="0" normalizeH="0" baseline="0" noProof="0" dirty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Self-study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381000" y="381000"/>
            <a:ext cx="5486400" cy="1548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Some r</a:t>
            </a:r>
            <a:r>
              <a:rPr kumimoji="0" lang="en-GB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evision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 notes </a:t>
            </a: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(if you ONLY study this is would NOT be enough)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816231" y="5943600"/>
            <a:ext cx="4424362" cy="39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Slides by Prof C Rootman</a:t>
            </a:r>
          </a:p>
        </p:txBody>
      </p:sp>
    </p:spTree>
    <p:extLst>
      <p:ext uri="{BB962C8B-B14F-4D97-AF65-F5344CB8AC3E}">
        <p14:creationId xmlns:p14="http://schemas.microsoft.com/office/powerpoint/2010/main" val="317923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69"/>
    </mc:Choice>
    <mc:Fallback xmlns="">
      <p:transition spd="slow" advTm="762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40677"/>
            <a:ext cx="9067800" cy="1230924"/>
          </a:xfrm>
        </p:spPr>
        <p:txBody>
          <a:bodyPr/>
          <a:lstStyle/>
          <a:p>
            <a:pPr algn="l"/>
            <a:r>
              <a:rPr lang="en-ZA" altLang="en-US" sz="3600" dirty="0">
                <a:solidFill>
                  <a:srgbClr val="000099"/>
                </a:solidFill>
              </a:rPr>
              <a:t>Chapter 14</a:t>
            </a:r>
            <a:br>
              <a:rPr lang="en-ZA" altLang="en-US" sz="3600" dirty="0">
                <a:solidFill>
                  <a:srgbClr val="000099"/>
                </a:solidFill>
              </a:rPr>
            </a:br>
            <a:r>
              <a:rPr lang="en-ZA" altLang="en-US" sz="3600" dirty="0">
                <a:solidFill>
                  <a:srgbClr val="000099"/>
                </a:solidFill>
              </a:rPr>
              <a:t>Scenario analysis; (can you do sensitivity?)</a:t>
            </a:r>
            <a:endParaRPr lang="en-GB" altLang="en-US" sz="3600" dirty="0">
              <a:solidFill>
                <a:srgbClr val="000099"/>
              </a:solidFill>
            </a:endParaRPr>
          </a:p>
        </p:txBody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B6013C-65F3-F229-EC13-DF41B9C7F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7" y="1447800"/>
            <a:ext cx="8536541" cy="40386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944AD35-2A86-26D6-0BD9-21B5FEDCA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37" y="5645121"/>
            <a:ext cx="8611671" cy="68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9pPr>
          </a:lstStyle>
          <a:p>
            <a:pPr algn="l"/>
            <a:endParaRPr lang="en-GB" altLang="en-US" sz="2600" kern="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49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204C9-BDD9-A1CF-DD05-F9F94B5DD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52" y="914400"/>
            <a:ext cx="8427096" cy="421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0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0B1943-706F-B978-F83E-73633F50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>
            <a:extLst>
              <a:ext uri="{FF2B5EF4-FFF2-40B4-BE49-F238E27FC236}">
                <a16:creationId xmlns:a16="http://schemas.microsoft.com/office/drawing/2014/main" id="{80E1C4CB-AA8A-9CBF-5F66-24AFA5803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4FD2DA88-B24E-912A-923E-E95CAA8DF5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40677"/>
            <a:ext cx="9067800" cy="1230924"/>
          </a:xfrm>
        </p:spPr>
        <p:txBody>
          <a:bodyPr/>
          <a:lstStyle/>
          <a:p>
            <a:pPr algn="l"/>
            <a:r>
              <a:rPr lang="en-ZA" altLang="en-US" sz="3600" dirty="0">
                <a:solidFill>
                  <a:srgbClr val="000099"/>
                </a:solidFill>
              </a:rPr>
              <a:t>Chapter 14</a:t>
            </a:r>
            <a:br>
              <a:rPr lang="en-ZA" altLang="en-US" sz="3600" dirty="0">
                <a:solidFill>
                  <a:srgbClr val="000099"/>
                </a:solidFill>
              </a:rPr>
            </a:br>
            <a:r>
              <a:rPr lang="en-ZA" altLang="en-US" sz="3600" dirty="0">
                <a:solidFill>
                  <a:srgbClr val="000099"/>
                </a:solidFill>
              </a:rPr>
              <a:t>Scenario analysis; (can you do sensitivity?)</a:t>
            </a:r>
            <a:endParaRPr lang="en-GB" altLang="en-US" sz="3600" dirty="0">
              <a:solidFill>
                <a:srgbClr val="000099"/>
              </a:solidFill>
            </a:endParaRPr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5E1D5AFC-26BC-3C8F-7EEF-83926AABD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B89EE-F7BD-1C50-1A4F-39AF709C1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7" y="1447800"/>
            <a:ext cx="8536541" cy="40386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A8D2D8D-34BB-9416-4FCE-50CA0E280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37" y="5562599"/>
            <a:ext cx="8611671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Those are the figures to use for the best-case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800" kern="0" dirty="0">
              <a:solidFill>
                <a:srgbClr val="000000"/>
              </a:solidFill>
              <a:latin typeface="Tahom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Do you know which figures to use for the worst-case?</a:t>
            </a:r>
            <a:endParaRPr kumimoji="0" lang="en-GB" altLang="en-US" sz="26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A82A1-859A-37B2-EA08-4B391D4251AE}"/>
              </a:ext>
            </a:extLst>
          </p:cNvPr>
          <p:cNvSpPr/>
          <p:nvPr/>
        </p:nvSpPr>
        <p:spPr bwMode="auto">
          <a:xfrm>
            <a:off x="6858000" y="2971800"/>
            <a:ext cx="1295400" cy="762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74C6A6-E0FD-31B6-203C-D80C86AE0932}"/>
              </a:ext>
            </a:extLst>
          </p:cNvPr>
          <p:cNvSpPr/>
          <p:nvPr/>
        </p:nvSpPr>
        <p:spPr bwMode="auto">
          <a:xfrm>
            <a:off x="4871869" y="3733800"/>
            <a:ext cx="1295400" cy="762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4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86A150-940D-9AC3-CC1A-9B50E036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>
            <a:extLst>
              <a:ext uri="{FF2B5EF4-FFF2-40B4-BE49-F238E27FC236}">
                <a16:creationId xmlns:a16="http://schemas.microsoft.com/office/drawing/2014/main" id="{AA5B967E-3523-DD4A-67A0-F9739FBB8D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AE735D94-E84F-DAF5-54BD-BBE130C95D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6BA61D0-C127-DEF0-E55C-5C28AB143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91" y="5044667"/>
            <a:ext cx="8534400" cy="1508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FF"/>
                </a:solidFill>
                <a:latin typeface="Tahoma" pitchFamily="34" charset="0"/>
              </a:defRPr>
            </a:lvl9pPr>
          </a:lstStyle>
          <a:p>
            <a:pPr algn="l"/>
            <a:r>
              <a:rPr lang="en-ZA" altLang="en-US" sz="2800" kern="0" dirty="0">
                <a:solidFill>
                  <a:srgbClr val="C00000"/>
                </a:solidFill>
              </a:rPr>
              <a:t>What type of Qs can be asked?</a:t>
            </a:r>
          </a:p>
          <a:p>
            <a:pPr algn="l"/>
            <a:endParaRPr lang="en-ZA" altLang="en-US" sz="1050" kern="0" dirty="0">
              <a:solidFill>
                <a:srgbClr val="C00000"/>
              </a:solidFill>
            </a:endParaRPr>
          </a:p>
          <a:p>
            <a:pPr algn="l"/>
            <a:r>
              <a:rPr lang="en-ZA" altLang="en-US" sz="2800" kern="0" dirty="0">
                <a:solidFill>
                  <a:srgbClr val="00B050"/>
                </a:solidFill>
              </a:rPr>
              <a:t>Also now try a sensitivity analysis: with the SP the sensitive variable (let’s say they will go through a low sales period)… </a:t>
            </a:r>
            <a:endParaRPr lang="en-GB" altLang="en-US" sz="2800" kern="0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1845EE-26E9-2146-A1BB-8C1BB363E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75372"/>
              </p:ext>
            </p:extLst>
          </p:nvPr>
        </p:nvGraphicFramePr>
        <p:xfrm>
          <a:off x="263891" y="304800"/>
          <a:ext cx="8616220" cy="444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244">
                  <a:extLst>
                    <a:ext uri="{9D8B030D-6E8A-4147-A177-3AD203B41FA5}">
                      <a16:colId xmlns:a16="http://schemas.microsoft.com/office/drawing/2014/main" val="59552694"/>
                    </a:ext>
                  </a:extLst>
                </a:gridCol>
                <a:gridCol w="1723244">
                  <a:extLst>
                    <a:ext uri="{9D8B030D-6E8A-4147-A177-3AD203B41FA5}">
                      <a16:colId xmlns:a16="http://schemas.microsoft.com/office/drawing/2014/main" val="3023304260"/>
                    </a:ext>
                  </a:extLst>
                </a:gridCol>
                <a:gridCol w="1723244">
                  <a:extLst>
                    <a:ext uri="{9D8B030D-6E8A-4147-A177-3AD203B41FA5}">
                      <a16:colId xmlns:a16="http://schemas.microsoft.com/office/drawing/2014/main" val="4079178365"/>
                    </a:ext>
                  </a:extLst>
                </a:gridCol>
                <a:gridCol w="1723244">
                  <a:extLst>
                    <a:ext uri="{9D8B030D-6E8A-4147-A177-3AD203B41FA5}">
                      <a16:colId xmlns:a16="http://schemas.microsoft.com/office/drawing/2014/main" val="1469401057"/>
                    </a:ext>
                  </a:extLst>
                </a:gridCol>
                <a:gridCol w="1723244">
                  <a:extLst>
                    <a:ext uri="{9D8B030D-6E8A-4147-A177-3AD203B41FA5}">
                      <a16:colId xmlns:a16="http://schemas.microsoft.com/office/drawing/2014/main" val="169452443"/>
                    </a:ext>
                  </a:extLst>
                </a:gridCol>
              </a:tblGrid>
              <a:tr h="617981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Base case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Best-case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Worst-case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Sensitivity analysis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814962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</a:t>
                      </a:r>
                      <a:endParaRPr lang="en-Z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</a:t>
                      </a:r>
                      <a:endParaRPr lang="en-Z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</a:t>
                      </a:r>
                      <a:endParaRPr lang="en-Z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</a:t>
                      </a:r>
                      <a:endParaRPr lang="en-Z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837526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238 000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324 000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960712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dirty="0"/>
                        <a:t>VC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119 000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117 000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157297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dirty="0"/>
                        <a:t>FC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20 000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18 000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091782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dirty="0"/>
                        <a:t>Depreciation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6 000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6 000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932453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EBIT</a:t>
                      </a:r>
                      <a:endParaRPr lang="en-ZA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93 000</a:t>
                      </a:r>
                      <a:endParaRPr lang="en-ZA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183 000</a:t>
                      </a:r>
                      <a:endParaRPr lang="en-ZA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492483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dirty="0"/>
                        <a:t>Tax (28%)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26 040 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51 240</a:t>
                      </a:r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417234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EAT</a:t>
                      </a:r>
                      <a:endParaRPr lang="en-ZA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66 960</a:t>
                      </a:r>
                      <a:endParaRPr lang="en-ZA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131 760</a:t>
                      </a:r>
                      <a:endParaRPr lang="en-ZA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364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628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855"/>
    </mc:Choice>
    <mc:Fallback>
      <p:transition spd="slow" advTm="1248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>
          <a:xfrm>
            <a:off x="363293" y="133078"/>
            <a:ext cx="8522678" cy="6572522"/>
          </a:xfrm>
        </p:spPr>
        <p:txBody>
          <a:bodyPr/>
          <a:lstStyle/>
          <a:p>
            <a:pPr algn="l"/>
            <a:br>
              <a:rPr lang="en-ZA" altLang="en-US" sz="2800" dirty="0">
                <a:solidFill>
                  <a:srgbClr val="00B050"/>
                </a:solidFill>
              </a:rPr>
            </a:br>
            <a:r>
              <a:rPr lang="en-ZA" altLang="en-US" sz="2800" dirty="0">
                <a:solidFill>
                  <a:srgbClr val="00B050"/>
                </a:solidFill>
              </a:rPr>
              <a:t>What if it is a sensitivity analysis? When ONE variable changes/is “sensitive”…</a:t>
            </a:r>
            <a:br>
              <a:rPr lang="en-ZA" altLang="en-US" sz="2800" dirty="0">
                <a:solidFill>
                  <a:srgbClr val="00B050"/>
                </a:solidFill>
              </a:rPr>
            </a:br>
            <a:r>
              <a:rPr lang="en-ZA" altLang="en-US" sz="2800" dirty="0">
                <a:solidFill>
                  <a:srgbClr val="00B050"/>
                </a:solidFill>
              </a:rPr>
              <a:t>Which figures will you use?</a:t>
            </a:r>
            <a:br>
              <a:rPr lang="en-ZA" altLang="en-US" sz="2800" dirty="0">
                <a:solidFill>
                  <a:srgbClr val="00B050"/>
                </a:solidFill>
              </a:rPr>
            </a:br>
            <a:r>
              <a:rPr lang="en-ZA" altLang="en-US" sz="2800" dirty="0">
                <a:solidFill>
                  <a:srgbClr val="00B050"/>
                </a:solidFill>
              </a:rPr>
              <a:t>Base case figures for ALL, except use another figure for the one sensitive variable…</a:t>
            </a:r>
            <a:br>
              <a:rPr lang="en-ZA" altLang="en-US" sz="2800" dirty="0">
                <a:solidFill>
                  <a:srgbClr val="00B050"/>
                </a:solidFill>
              </a:rPr>
            </a:br>
            <a:br>
              <a:rPr lang="en-ZA" altLang="en-US" sz="2800" dirty="0">
                <a:solidFill>
                  <a:srgbClr val="00B050"/>
                </a:solidFill>
              </a:rPr>
            </a:br>
            <a:r>
              <a:rPr lang="en-ZA" altLang="en-US" sz="2800" dirty="0">
                <a:solidFill>
                  <a:srgbClr val="0070C0"/>
                </a:solidFill>
              </a:rPr>
              <a:t>For example, let’s say you need to perform a sensitivity analysis: FC is sensitive and the firm forecast a difficult time (a worse situation):</a:t>
            </a:r>
            <a:br>
              <a:rPr lang="en-ZA" altLang="en-US" sz="2800" dirty="0">
                <a:solidFill>
                  <a:srgbClr val="0070C0"/>
                </a:solidFill>
              </a:rPr>
            </a:br>
            <a:r>
              <a:rPr lang="en-ZA" altLang="en-US" sz="2800" dirty="0">
                <a:solidFill>
                  <a:srgbClr val="0070C0"/>
                </a:solidFill>
              </a:rPr>
              <a:t>Use for ALL variables the BASE case figures, except for FC you will you the UPPER bound (highest) FC. </a:t>
            </a:r>
            <a:br>
              <a:rPr lang="en-ZA" altLang="en-US" sz="2800" dirty="0">
                <a:solidFill>
                  <a:srgbClr val="0070C0"/>
                </a:solidFill>
              </a:rPr>
            </a:br>
            <a:r>
              <a:rPr lang="en-ZA" altLang="en-US" sz="2800" dirty="0">
                <a:solidFill>
                  <a:srgbClr val="0070C0"/>
                </a:solidFill>
              </a:rPr>
              <a:t>And if they forecast a good next period (a best situation)…?</a:t>
            </a:r>
            <a:br>
              <a:rPr lang="en-ZA" altLang="en-US" sz="2800" dirty="0">
                <a:solidFill>
                  <a:srgbClr val="0070C0"/>
                </a:solidFill>
              </a:rPr>
            </a:br>
            <a:br>
              <a:rPr lang="en-ZA" altLang="en-US" sz="2800" dirty="0">
                <a:solidFill>
                  <a:srgbClr val="0070C0"/>
                </a:solidFill>
              </a:rPr>
            </a:br>
            <a:r>
              <a:rPr lang="en-ZA" altLang="en-US" sz="2800" dirty="0">
                <a:solidFill>
                  <a:srgbClr val="0070C0"/>
                </a:solidFill>
              </a:rPr>
              <a:t>What if VC is sensitive? Etc.</a:t>
            </a:r>
            <a:br>
              <a:rPr lang="en-ZA" altLang="en-US" sz="2800" dirty="0">
                <a:solidFill>
                  <a:srgbClr val="0070C0"/>
                </a:solidFill>
              </a:rPr>
            </a:br>
            <a:endParaRPr lang="en-GB" altLang="en-US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7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7E5A77-515B-66AC-3CBC-1A18A845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>
            <a:extLst>
              <a:ext uri="{FF2B5EF4-FFF2-40B4-BE49-F238E27FC236}">
                <a16:creationId xmlns:a16="http://schemas.microsoft.com/office/drawing/2014/main" id="{084A583D-932A-2268-0E05-5923B089D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D276F8F7-9A0F-84B4-03E5-2F54250EE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1819" y="138841"/>
            <a:ext cx="9067800" cy="464876"/>
          </a:xfrm>
        </p:spPr>
        <p:txBody>
          <a:bodyPr/>
          <a:lstStyle/>
          <a:p>
            <a:pPr algn="l"/>
            <a:r>
              <a:rPr lang="en-ZA" altLang="en-US" sz="3600" dirty="0">
                <a:solidFill>
                  <a:srgbClr val="000099"/>
                </a:solidFill>
              </a:rPr>
              <a:t>Chapter 16 Capital structure</a:t>
            </a:r>
            <a:endParaRPr lang="en-GB" altLang="en-US" sz="3600" dirty="0">
              <a:solidFill>
                <a:srgbClr val="000099"/>
              </a:solidFill>
            </a:endParaRPr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DFEE8147-7771-B770-B741-51ADE4ECE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357AFF-F084-B6B6-E1CF-10682E116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85800"/>
            <a:ext cx="8740838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1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4FF0FE-4ADA-DBAB-853D-6FB66239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>
            <a:extLst>
              <a:ext uri="{FF2B5EF4-FFF2-40B4-BE49-F238E27FC236}">
                <a16:creationId xmlns:a16="http://schemas.microsoft.com/office/drawing/2014/main" id="{30A277AC-AD06-0A8A-1D88-8F7215162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4CFB4E7C-F08B-EFC9-F818-4508FA366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47945-E5B5-EB60-16C2-202C4EE6A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533400"/>
            <a:ext cx="8639241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8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08B0AC2-C7CD-C4C4-A90B-70B38E59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>
            <a:extLst>
              <a:ext uri="{FF2B5EF4-FFF2-40B4-BE49-F238E27FC236}">
                <a16:creationId xmlns:a16="http://schemas.microsoft.com/office/drawing/2014/main" id="{C3AF377E-3C67-EBAE-4840-EBCAD22401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73724DC0-30EE-4156-10D6-797A49B11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45E83-140E-FDC5-8B8F-7765F7A5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746633"/>
            <a:ext cx="8969761" cy="199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3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D431A4-2D2E-0A09-0166-848C524D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>
            <a:extLst>
              <a:ext uri="{FF2B5EF4-FFF2-40B4-BE49-F238E27FC236}">
                <a16:creationId xmlns:a16="http://schemas.microsoft.com/office/drawing/2014/main" id="{968B3DFE-8D19-FAB3-DAF4-A47EE2B122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FAEE9F50-2743-602E-926E-3C8EB0587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DFED2E-BEC6-3588-BCF5-7E514470A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09599"/>
            <a:ext cx="8839200" cy="518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9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0E6408-1139-0319-7527-6AB0DDFE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>
            <a:extLst>
              <a:ext uri="{FF2B5EF4-FFF2-40B4-BE49-F238E27FC236}">
                <a16:creationId xmlns:a16="http://schemas.microsoft.com/office/drawing/2014/main" id="{8D0D0556-AE0C-9667-3F64-09D65EBF5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A5CB51-BFA2-4649-8108-A9563A211342}" type="slidenum">
              <a:rPr kumimoji="0" lang="en-ZA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+mn-cs"/>
            </a:endParaRPr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B76ED83F-900F-C30F-61E5-DA2E71884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09800"/>
            <a:ext cx="8534400" cy="4419600"/>
          </a:xfrm>
        </p:spPr>
        <p:txBody>
          <a:bodyPr/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ZA" altLang="en-US" sz="1600" dirty="0"/>
              <a:t>	</a:t>
            </a:r>
            <a:endParaRPr lang="en-GB" alt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60C14A-14AB-E852-07CE-E3D6044DB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04800"/>
            <a:ext cx="8763434" cy="571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DC2CDB-341A-1718-E08F-75C6F69AA9ED}"/>
              </a:ext>
            </a:extLst>
          </p:cNvPr>
          <p:cNvSpPr txBox="1"/>
          <p:nvPr/>
        </p:nvSpPr>
        <p:spPr>
          <a:xfrm>
            <a:off x="167640" y="5916389"/>
            <a:ext cx="8671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Another tip: Number of shares can still change, in a situation were more (additional) shares are issued. Remember then to add the new number to the existing number of shares in issue.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377262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855"/>
    </mc:Choice>
    <mc:Fallback xmlns="">
      <p:transition spd="slow" advTm="12485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619644" y="609600"/>
            <a:ext cx="7904712" cy="5722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Happy studying! </a:t>
            </a: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sz="20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revision notes and examples: SG, Funda (remember </a:t>
            </a:r>
            <a:r>
              <a:rPr kumimoji="0" lang="en-ZA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Chs</a:t>
            </a:r>
            <a:r>
              <a:rPr kumimoji="0" lang="en-ZA" sz="32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13 and 15), textbook, etc. </a:t>
            </a: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3200" b="1" i="0" u="none" strike="noStrike" kern="1200" cap="none" spc="0" normalizeH="0" baseline="0" noProof="0" dirty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sz="3200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to use the overview slides as well as the Exam guidelines &amp; layout that were discussed in class, etc.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76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69"/>
    </mc:Choice>
    <mc:Fallback xmlns="">
      <p:transition spd="slow" advTm="7626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E7E7"/>
      </a:accent6>
      <a:hlink>
        <a:srgbClr val="FFFFFF"/>
      </a:hlink>
      <a:folHlink>
        <a:srgbClr val="F8F8F8"/>
      </a:folHlink>
    </a:clrScheme>
    <a:fontScheme name="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triangle" w="med" len="med"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triangle" w="med" len="med"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000033"/>
        </a:dk1>
        <a:lt1>
          <a:srgbClr val="CCCCFF"/>
        </a:lt1>
        <a:dk2>
          <a:srgbClr val="000066"/>
        </a:dk2>
        <a:lt2>
          <a:srgbClr val="CCCCFF"/>
        </a:lt2>
        <a:accent1>
          <a:srgbClr val="CCCCFF"/>
        </a:accent1>
        <a:accent2>
          <a:srgbClr val="3333CC"/>
        </a:accent2>
        <a:accent3>
          <a:srgbClr val="AAAAB8"/>
        </a:accent3>
        <a:accent4>
          <a:srgbClr val="AEAEDA"/>
        </a:accent4>
        <a:accent5>
          <a:srgbClr val="E2E2FF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6957</TotalTime>
  <Words>386</Words>
  <Application>Microsoft Office PowerPoint</Application>
  <PresentationFormat>On-screen Show (4:3)</PresentationFormat>
  <Paragraphs>71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Book Antiqua</vt:lpstr>
      <vt:lpstr>Tahoma</vt:lpstr>
      <vt:lpstr>Times</vt:lpstr>
      <vt:lpstr>Times New Roman</vt:lpstr>
      <vt:lpstr>Wingdings</vt:lpstr>
      <vt:lpstr>Wingdings 2</vt:lpstr>
      <vt:lpstr>Blank Presentation</vt:lpstr>
      <vt:lpstr>3_template</vt:lpstr>
      <vt:lpstr>PowerPoint Presentation</vt:lpstr>
      <vt:lpstr>Chapter 14 Scenario analysis; (can you do sensitivity?)</vt:lpstr>
      <vt:lpstr>PowerPoint Presentation</vt:lpstr>
      <vt:lpstr>Chapter 14 Scenario analysis; (can you do sensitivity?)</vt:lpstr>
      <vt:lpstr>PowerPoint Presentation</vt:lpstr>
      <vt:lpstr> What if it is a sensitivity analysis? When ONE variable changes/is “sensitive”… Which figures will you use? Base case figures for ALL, except use another figure for the one sensitive variable…  For example, let’s say you need to perform a sensitivity analysis: FC is sensitive and the firm forecast a difficult time (a worse situation): Use for ALL variables the BASE case figures, except for FC you will you the UPPER bound (highest) FC.  And if they forecast a good next period (a best situation)…?  What if VC is sensitive? Etc. </vt:lpstr>
      <vt:lpstr>Chapter 16 Capital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Rootman, Chantal (Prof) (Summerstrand Campus South)</cp:lastModifiedBy>
  <cp:revision>357</cp:revision>
  <cp:lastPrinted>2022-02-09T10:40:55Z</cp:lastPrinted>
  <dcterms:created xsi:type="dcterms:W3CDTF">2010-03-21T13:43:06Z</dcterms:created>
  <dcterms:modified xsi:type="dcterms:W3CDTF">2026-05-16T13:34:40Z</dcterms:modified>
</cp:coreProperties>
</file>