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  <p:sldMasterId id="2147483665" r:id="rId2"/>
  </p:sldMasterIdLst>
  <p:notesMasterIdLst>
    <p:notesMasterId r:id="rId16"/>
  </p:notesMasterIdLst>
  <p:handoutMasterIdLst>
    <p:handoutMasterId r:id="rId17"/>
  </p:handoutMasterIdLst>
  <p:sldIdLst>
    <p:sldId id="256" r:id="rId3"/>
    <p:sldId id="374" r:id="rId4"/>
    <p:sldId id="380" r:id="rId5"/>
    <p:sldId id="289" r:id="rId6"/>
    <p:sldId id="279" r:id="rId7"/>
    <p:sldId id="417" r:id="rId8"/>
    <p:sldId id="360" r:id="rId9"/>
    <p:sldId id="282" r:id="rId10"/>
    <p:sldId id="416" r:id="rId11"/>
    <p:sldId id="423" r:id="rId12"/>
    <p:sldId id="418" r:id="rId13"/>
    <p:sldId id="420" r:id="rId14"/>
    <p:sldId id="421" r:id="rId15"/>
  </p:sldIdLst>
  <p:sldSz cx="12192000" cy="6858000"/>
  <p:notesSz cx="6797675" cy="987425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FF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6357" autoAdjust="0"/>
  </p:normalViewPr>
  <p:slideViewPr>
    <p:cSldViewPr snapToGrid="0">
      <p:cViewPr varScale="1">
        <p:scale>
          <a:sx n="107" d="100"/>
          <a:sy n="107" d="100"/>
        </p:scale>
        <p:origin x="672" y="126"/>
      </p:cViewPr>
      <p:guideLst/>
    </p:cSldViewPr>
  </p:slideViewPr>
  <p:outlineViewPr>
    <p:cViewPr>
      <p:scale>
        <a:sx n="33" d="100"/>
        <a:sy n="33" d="100"/>
      </p:scale>
      <p:origin x="0" y="-642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60" d="100"/>
          <a:sy n="60" d="100"/>
        </p:scale>
        <p:origin x="1670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csalb\Documents\2026\WRDV301\WRDV301%20Admin\2026%20WRDV301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WRDV301 Test 1</a:t>
            </a:r>
          </a:p>
          <a:p>
            <a:pPr>
              <a:defRPr/>
            </a:pPr>
            <a:r>
              <a:rPr lang="en-US" dirty="0"/>
              <a:t>n=127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'Test stats'!$D$6:$D$11</c:f>
              <c:strCache>
                <c:ptCount val="6"/>
                <c:pt idx="0">
                  <c:v>26-40%</c:v>
                </c:pt>
                <c:pt idx="1">
                  <c:v>41-50%</c:v>
                </c:pt>
                <c:pt idx="2">
                  <c:v>51-60%</c:v>
                </c:pt>
                <c:pt idx="3">
                  <c:v>61-70%</c:v>
                </c:pt>
                <c:pt idx="4">
                  <c:v>71-80%</c:v>
                </c:pt>
                <c:pt idx="5">
                  <c:v>81+%</c:v>
                </c:pt>
              </c:strCache>
            </c:strRef>
          </c:cat>
          <c:val>
            <c:numRef>
              <c:f>'Test stats'!$F$6:$F$11</c:f>
              <c:numCache>
                <c:formatCode>General</c:formatCode>
                <c:ptCount val="6"/>
                <c:pt idx="0">
                  <c:v>3</c:v>
                </c:pt>
                <c:pt idx="1">
                  <c:v>9</c:v>
                </c:pt>
                <c:pt idx="2">
                  <c:v>23</c:v>
                </c:pt>
                <c:pt idx="3">
                  <c:v>28</c:v>
                </c:pt>
                <c:pt idx="4">
                  <c:v>25</c:v>
                </c:pt>
                <c:pt idx="5">
                  <c:v>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F88-46AA-AACF-9F53D822131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"/>
        <c:overlap val="-27"/>
        <c:axId val="1772472592"/>
        <c:axId val="1772473840"/>
      </c:barChart>
      <c:catAx>
        <c:axId val="177247259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72473840"/>
        <c:crosses val="autoZero"/>
        <c:auto val="1"/>
        <c:lblAlgn val="ctr"/>
        <c:lblOffset val="100"/>
        <c:noMultiLvlLbl val="0"/>
      </c:catAx>
      <c:valAx>
        <c:axId val="177247384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7247259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2873B9F-50A0-4622-8B27-9EA7B86E7C9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542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217B71-78E5-4F1B-8D85-573B8AAD3E4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542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6A5925-1F73-40BA-85C9-D3AC61ACF64E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A5D993-102A-4921-A12E-E8E8D0285AF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378824"/>
            <a:ext cx="2945659" cy="49542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F94975-3B91-4B9C-9498-7DA766AE146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0443" y="9378824"/>
            <a:ext cx="2945659" cy="49542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10B77D-D561-4A25-8C29-51CAB365AE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64297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542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542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D28DB0-09F6-4366-A211-0FA9A757C8BD}" type="datetimeFigureOut">
              <a:rPr lang="en-US" noProof="0" smtClean="0"/>
              <a:t>4/9/2026</a:t>
            </a:fld>
            <a:endParaRPr lang="en-US" noProof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6563" y="1233488"/>
            <a:ext cx="5924550" cy="3333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51983"/>
            <a:ext cx="5438140" cy="3887986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378824"/>
            <a:ext cx="2945659" cy="49542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378824"/>
            <a:ext cx="2945659" cy="49542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DCE8F5-1341-475C-BF40-2E24D91E8058}" type="slidenum">
              <a:rPr lang="en-US" noProof="0" smtClean="0"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9064971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0945AC3A-7D9B-423E-A2BF-B883C9B2D241}"/>
              </a:ext>
            </a:extLst>
          </p:cNvPr>
          <p:cNvPicPr>
            <a:picLocks/>
          </p:cNvPicPr>
          <p:nvPr userDrawn="1"/>
        </p:nvPicPr>
        <p:blipFill rotWithShape="1">
          <a:blip r:embed="rId2" cstate="screen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15"/>
          <a:stretch/>
        </p:blipFill>
        <p:spPr>
          <a:xfrm>
            <a:off x="7801452" y="1"/>
            <a:ext cx="4389120" cy="667512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7524B29-B525-4E47-862B-FD57B403D539}"/>
              </a:ext>
            </a:extLst>
          </p:cNvPr>
          <p:cNvSpPr/>
          <p:nvPr userDrawn="1"/>
        </p:nvSpPr>
        <p:spPr>
          <a:xfrm>
            <a:off x="7804351" y="1"/>
            <a:ext cx="4386221" cy="6678000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140927D5-AE1A-4ABD-BD8F-2F78723FF0D6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11284" y="1"/>
            <a:ext cx="7815636" cy="667702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Insert or Drag and Drop your Image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94C333A-735B-44F8-99E4-E73D8172DE35}"/>
              </a:ext>
            </a:extLst>
          </p:cNvPr>
          <p:cNvSpPr/>
          <p:nvPr userDrawn="1"/>
        </p:nvSpPr>
        <p:spPr>
          <a:xfrm>
            <a:off x="-9856" y="6678000"/>
            <a:ext cx="9405316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C69AA83-848B-4DFD-A644-A5D9CEFF95E3}"/>
              </a:ext>
            </a:extLst>
          </p:cNvPr>
          <p:cNvSpPr/>
          <p:nvPr userDrawn="1"/>
        </p:nvSpPr>
        <p:spPr>
          <a:xfrm>
            <a:off x="7804351" y="6678000"/>
            <a:ext cx="4224295" cy="144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Ins="36000" bIns="0" rtlCol="0" anchor="b"/>
          <a:lstStyle/>
          <a:p>
            <a:pPr algn="r"/>
            <a:endParaRPr lang="en-US" sz="1000" noProof="1">
              <a:latin typeface="Tw Cen MT" panose="020B0602020104020603" pitchFamily="34" charset="0"/>
            </a:endParaRP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42880EF2-ACF9-4D66-99FF-99CB3F61BE99}"/>
              </a:ext>
            </a:extLst>
          </p:cNvPr>
          <p:cNvSpPr txBox="1">
            <a:spLocks/>
          </p:cNvSpPr>
          <p:nvPr userDrawn="1"/>
        </p:nvSpPr>
        <p:spPr>
          <a:xfrm>
            <a:off x="12030074" y="6678000"/>
            <a:ext cx="161925" cy="144000"/>
          </a:xfrm>
          <a:prstGeom prst="rect">
            <a:avLst/>
          </a:prstGeom>
          <a:solidFill>
            <a:schemeClr val="accent1"/>
          </a:solidFill>
        </p:spPr>
        <p:txBody>
          <a:bodyPr vert="horz" lIns="0" tIns="0" rIns="7200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87E03C-DE68-4CE8-A7F1-B9DD28846B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73392" y="1962149"/>
            <a:ext cx="3759807" cy="1547813"/>
          </a:xfrm>
        </p:spPr>
        <p:txBody>
          <a:bodyPr anchor="b"/>
          <a:lstStyle>
            <a:lvl1pPr algn="l">
              <a:lnSpc>
                <a:spcPts val="4000"/>
              </a:lnSpc>
              <a:defRPr sz="4800" spc="-15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EE8855-FE55-4351-B21B-FE33CB8050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73391" y="3602038"/>
            <a:ext cx="3756943" cy="722312"/>
          </a:xfrm>
        </p:spPr>
        <p:txBody>
          <a:bodyPr/>
          <a:lstStyle>
            <a:lvl1pPr marL="0" indent="0" algn="l">
              <a:buNone/>
              <a:defRPr sz="1600" spc="-15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Graphic 11">
            <a:extLst>
              <a:ext uri="{FF2B5EF4-FFF2-40B4-BE49-F238E27FC236}">
                <a16:creationId xmlns:a16="http://schemas.microsoft.com/office/drawing/2014/main" id="{54BAE1D8-3DF8-48CA-92C4-2E2064E4A3C5}"/>
              </a:ext>
            </a:extLst>
          </p:cNvPr>
          <p:cNvSpPr/>
          <p:nvPr userDrawn="1"/>
        </p:nvSpPr>
        <p:spPr>
          <a:xfrm>
            <a:off x="8776606" y="3981146"/>
            <a:ext cx="3413965" cy="2695876"/>
          </a:xfrm>
          <a:custGeom>
            <a:avLst/>
            <a:gdLst>
              <a:gd name="connsiteX0" fmla="*/ 4121944 w 4124325"/>
              <a:gd name="connsiteY0" fmla="*/ 1555076 h 3257550"/>
              <a:gd name="connsiteX1" fmla="*/ 4118134 w 4124325"/>
              <a:gd name="connsiteY1" fmla="*/ 1533169 h 3257550"/>
              <a:gd name="connsiteX2" fmla="*/ 2782729 w 4124325"/>
              <a:gd name="connsiteY2" fmla="*/ 39649 h 3257550"/>
              <a:gd name="connsiteX3" fmla="*/ 2108359 w 4124325"/>
              <a:gd name="connsiteY3" fmla="*/ 2436139 h 3257550"/>
              <a:gd name="connsiteX4" fmla="*/ 1262539 w 4124325"/>
              <a:gd name="connsiteY4" fmla="*/ 1310284 h 3257550"/>
              <a:gd name="connsiteX5" fmla="*/ 717709 w 4124325"/>
              <a:gd name="connsiteY5" fmla="*/ 2358986 h 3257550"/>
              <a:gd name="connsiteX6" fmla="*/ 7144 w 4124325"/>
              <a:gd name="connsiteY6" fmla="*/ 3257194 h 3257550"/>
              <a:gd name="connsiteX7" fmla="*/ 4075271 w 4124325"/>
              <a:gd name="connsiteY7" fmla="*/ 3257194 h 3257550"/>
              <a:gd name="connsiteX8" fmla="*/ 4122896 w 4124325"/>
              <a:gd name="connsiteY8" fmla="*/ 3201949 h 3257550"/>
              <a:gd name="connsiteX9" fmla="*/ 4122896 w 4124325"/>
              <a:gd name="connsiteY9" fmla="*/ 1555076 h 3257550"/>
              <a:gd name="connsiteX0" fmla="*/ 4115752 w 4207192"/>
              <a:gd name="connsiteY0" fmla="*/ 3194805 h 3286245"/>
              <a:gd name="connsiteX1" fmla="*/ 4115752 w 4207192"/>
              <a:gd name="connsiteY1" fmla="*/ 1547932 h 3286245"/>
              <a:gd name="connsiteX2" fmla="*/ 4114800 w 4207192"/>
              <a:gd name="connsiteY2" fmla="*/ 1547932 h 3286245"/>
              <a:gd name="connsiteX3" fmla="*/ 4110990 w 4207192"/>
              <a:gd name="connsiteY3" fmla="*/ 1526025 h 3286245"/>
              <a:gd name="connsiteX4" fmla="*/ 2775585 w 4207192"/>
              <a:gd name="connsiteY4" fmla="*/ 32505 h 3286245"/>
              <a:gd name="connsiteX5" fmla="*/ 2101215 w 4207192"/>
              <a:gd name="connsiteY5" fmla="*/ 2428995 h 3286245"/>
              <a:gd name="connsiteX6" fmla="*/ 1255395 w 4207192"/>
              <a:gd name="connsiteY6" fmla="*/ 1303140 h 3286245"/>
              <a:gd name="connsiteX7" fmla="*/ 710565 w 4207192"/>
              <a:gd name="connsiteY7" fmla="*/ 2351842 h 3286245"/>
              <a:gd name="connsiteX8" fmla="*/ 0 w 4207192"/>
              <a:gd name="connsiteY8" fmla="*/ 3250050 h 3286245"/>
              <a:gd name="connsiteX9" fmla="*/ 4068127 w 4207192"/>
              <a:gd name="connsiteY9" fmla="*/ 3250050 h 3286245"/>
              <a:gd name="connsiteX10" fmla="*/ 4207192 w 4207192"/>
              <a:gd name="connsiteY10" fmla="*/ 3286245 h 3286245"/>
              <a:gd name="connsiteX0" fmla="*/ 4115752 w 4207192"/>
              <a:gd name="connsiteY0" fmla="*/ 3194805 h 3286245"/>
              <a:gd name="connsiteX1" fmla="*/ 4115752 w 4207192"/>
              <a:gd name="connsiteY1" fmla="*/ 1547932 h 3286245"/>
              <a:gd name="connsiteX2" fmla="*/ 4114800 w 4207192"/>
              <a:gd name="connsiteY2" fmla="*/ 1547932 h 3286245"/>
              <a:gd name="connsiteX3" fmla="*/ 4110990 w 4207192"/>
              <a:gd name="connsiteY3" fmla="*/ 1526025 h 3286245"/>
              <a:gd name="connsiteX4" fmla="*/ 2775585 w 4207192"/>
              <a:gd name="connsiteY4" fmla="*/ 32505 h 3286245"/>
              <a:gd name="connsiteX5" fmla="*/ 2101215 w 4207192"/>
              <a:gd name="connsiteY5" fmla="*/ 2428995 h 3286245"/>
              <a:gd name="connsiteX6" fmla="*/ 1255395 w 4207192"/>
              <a:gd name="connsiteY6" fmla="*/ 1303140 h 3286245"/>
              <a:gd name="connsiteX7" fmla="*/ 710565 w 4207192"/>
              <a:gd name="connsiteY7" fmla="*/ 2351842 h 3286245"/>
              <a:gd name="connsiteX8" fmla="*/ 0 w 4207192"/>
              <a:gd name="connsiteY8" fmla="*/ 3250050 h 3286245"/>
              <a:gd name="connsiteX9" fmla="*/ 4207192 w 4207192"/>
              <a:gd name="connsiteY9" fmla="*/ 3286245 h 3286245"/>
              <a:gd name="connsiteX0" fmla="*/ 4115752 w 4115752"/>
              <a:gd name="connsiteY0" fmla="*/ 3194805 h 3250050"/>
              <a:gd name="connsiteX1" fmla="*/ 4115752 w 4115752"/>
              <a:gd name="connsiteY1" fmla="*/ 1547932 h 3250050"/>
              <a:gd name="connsiteX2" fmla="*/ 4114800 w 4115752"/>
              <a:gd name="connsiteY2" fmla="*/ 1547932 h 3250050"/>
              <a:gd name="connsiteX3" fmla="*/ 4110990 w 4115752"/>
              <a:gd name="connsiteY3" fmla="*/ 1526025 h 3250050"/>
              <a:gd name="connsiteX4" fmla="*/ 2775585 w 4115752"/>
              <a:gd name="connsiteY4" fmla="*/ 32505 h 3250050"/>
              <a:gd name="connsiteX5" fmla="*/ 2101215 w 4115752"/>
              <a:gd name="connsiteY5" fmla="*/ 2428995 h 3250050"/>
              <a:gd name="connsiteX6" fmla="*/ 1255395 w 4115752"/>
              <a:gd name="connsiteY6" fmla="*/ 1303140 h 3250050"/>
              <a:gd name="connsiteX7" fmla="*/ 710565 w 4115752"/>
              <a:gd name="connsiteY7" fmla="*/ 2351842 h 3250050"/>
              <a:gd name="connsiteX8" fmla="*/ 0 w 4115752"/>
              <a:gd name="connsiteY8" fmla="*/ 3250050 h 3250050"/>
              <a:gd name="connsiteX0" fmla="*/ 4115752 w 4115752"/>
              <a:gd name="connsiteY0" fmla="*/ 1547932 h 3250050"/>
              <a:gd name="connsiteX1" fmla="*/ 4114800 w 4115752"/>
              <a:gd name="connsiteY1" fmla="*/ 1547932 h 3250050"/>
              <a:gd name="connsiteX2" fmla="*/ 4110990 w 4115752"/>
              <a:gd name="connsiteY2" fmla="*/ 1526025 h 3250050"/>
              <a:gd name="connsiteX3" fmla="*/ 2775585 w 4115752"/>
              <a:gd name="connsiteY3" fmla="*/ 32505 h 3250050"/>
              <a:gd name="connsiteX4" fmla="*/ 2101215 w 4115752"/>
              <a:gd name="connsiteY4" fmla="*/ 2428995 h 3250050"/>
              <a:gd name="connsiteX5" fmla="*/ 1255395 w 4115752"/>
              <a:gd name="connsiteY5" fmla="*/ 1303140 h 3250050"/>
              <a:gd name="connsiteX6" fmla="*/ 710565 w 4115752"/>
              <a:gd name="connsiteY6" fmla="*/ 2351842 h 3250050"/>
              <a:gd name="connsiteX7" fmla="*/ 0 w 4115752"/>
              <a:gd name="connsiteY7" fmla="*/ 3250050 h 325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115752" h="3250050">
                <a:moveTo>
                  <a:pt x="4115752" y="1547932"/>
                </a:moveTo>
                <a:lnTo>
                  <a:pt x="4114800" y="1547932"/>
                </a:lnTo>
                <a:cubicBezTo>
                  <a:pt x="4114800" y="1540312"/>
                  <a:pt x="4113847" y="1532692"/>
                  <a:pt x="4110990" y="1526025"/>
                </a:cubicBezTo>
                <a:cubicBezTo>
                  <a:pt x="4060507" y="1391722"/>
                  <a:pt x="3224212" y="-249435"/>
                  <a:pt x="2775585" y="32505"/>
                </a:cubicBezTo>
                <a:cubicBezTo>
                  <a:pt x="2375535" y="283965"/>
                  <a:pt x="2629852" y="2428995"/>
                  <a:pt x="2101215" y="2428995"/>
                </a:cubicBezTo>
                <a:cubicBezTo>
                  <a:pt x="1784985" y="2428995"/>
                  <a:pt x="1670685" y="1303140"/>
                  <a:pt x="1255395" y="1303140"/>
                </a:cubicBezTo>
                <a:cubicBezTo>
                  <a:pt x="1037272" y="1303140"/>
                  <a:pt x="710565" y="1554600"/>
                  <a:pt x="710565" y="2351842"/>
                </a:cubicBezTo>
                <a:cubicBezTo>
                  <a:pt x="710565" y="3149085"/>
                  <a:pt x="0" y="3250050"/>
                  <a:pt x="0" y="3250050"/>
                </a:cubicBezTo>
              </a:path>
            </a:pathLst>
          </a:custGeom>
          <a:noFill/>
          <a:ln w="9525" cap="flat">
            <a:solidFill>
              <a:schemeClr val="bg1"/>
            </a:solidFill>
            <a:prstDash val="dash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74E860F-437F-442E-898C-244A0DD5D765}"/>
              </a:ext>
            </a:extLst>
          </p:cNvPr>
          <p:cNvSpPr/>
          <p:nvPr userDrawn="1"/>
        </p:nvSpPr>
        <p:spPr>
          <a:xfrm>
            <a:off x="-9856" y="6822000"/>
            <a:ext cx="12201856" cy="36000"/>
          </a:xfrm>
          <a:prstGeom prst="rect">
            <a:avLst/>
          </a:prstGeom>
          <a:gradFill>
            <a:gsLst>
              <a:gs pos="0">
                <a:schemeClr val="accent4"/>
              </a:gs>
              <a:gs pos="37000">
                <a:schemeClr val="bg1">
                  <a:lumMod val="85000"/>
                </a:schemeClr>
              </a:gs>
              <a:gs pos="100000">
                <a:schemeClr val="accent1"/>
              </a:gs>
              <a:gs pos="68000">
                <a:schemeClr val="tx1">
                  <a:lumMod val="85000"/>
                  <a:lumOff val="15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4264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9FB83C35-D975-48B4-8E79-AB7A1A80DFC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7799832" cy="667512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D7E187E-6082-49C3-B795-CC4321FE39F8}"/>
              </a:ext>
            </a:extLst>
          </p:cNvPr>
          <p:cNvSpPr/>
          <p:nvPr userDrawn="1"/>
        </p:nvSpPr>
        <p:spPr>
          <a:xfrm>
            <a:off x="6671" y="0"/>
            <a:ext cx="7802524" cy="6677644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8FBFF6A8-5ABD-4191-81E4-C9F86380A56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7801097" y="1"/>
            <a:ext cx="4389475" cy="667764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/>
              <a:t>Insert or Drag and Drop your Image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E27D1E-1708-4D17-AB85-058EE0C34776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360000" y="6483329"/>
            <a:ext cx="2378438" cy="187367"/>
          </a:xfrm>
          <a:prstGeom prst="rect">
            <a:avLst/>
          </a:prstGeom>
          <a:gradFill>
            <a:gsLst>
              <a:gs pos="82000">
                <a:schemeClr val="tx1">
                  <a:lumMod val="85000"/>
                  <a:lumOff val="15000"/>
                </a:schemeClr>
              </a:gs>
              <a:gs pos="100000">
                <a:schemeClr val="tx1"/>
              </a:gs>
            </a:gsLst>
          </a:gra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Chapter 9 - Advanced SQL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529A18-E6EB-4081-B804-B2FCF5287DFF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1594400" y="6678000"/>
            <a:ext cx="597600" cy="144000"/>
          </a:xfrm>
        </p:spPr>
        <p:txBody>
          <a:bodyPr/>
          <a:lstStyle/>
          <a:p>
            <a:fld id="{058DB212-BFA2-403F-85EF-DFD3FF6D973A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C6A78464-8D00-4B94-90C7-90F1B54C8A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73834" y="2481141"/>
            <a:ext cx="3759807" cy="1547813"/>
          </a:xfrm>
        </p:spPr>
        <p:txBody>
          <a:bodyPr anchor="b"/>
          <a:lstStyle>
            <a:lvl1pPr algn="l">
              <a:lnSpc>
                <a:spcPts val="4000"/>
              </a:lnSpc>
              <a:defRPr sz="4800" spc="-15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3CDBDF0B-F377-47FD-9DA1-C3BDA7C1DE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73833" y="4220102"/>
            <a:ext cx="3756943" cy="722312"/>
          </a:xfrm>
        </p:spPr>
        <p:txBody>
          <a:bodyPr/>
          <a:lstStyle>
            <a:lvl1pPr marL="0" indent="0" algn="l">
              <a:buNone/>
              <a:defRPr sz="1600" spc="-15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18" name="Graphic 15">
            <a:extLst>
              <a:ext uri="{FF2B5EF4-FFF2-40B4-BE49-F238E27FC236}">
                <a16:creationId xmlns:a16="http://schemas.microsoft.com/office/drawing/2014/main" id="{F50292C9-54F6-4F7B-A885-34CE1E3B0351}"/>
              </a:ext>
            </a:extLst>
          </p:cNvPr>
          <p:cNvSpPr/>
          <p:nvPr/>
        </p:nvSpPr>
        <p:spPr>
          <a:xfrm flipH="1">
            <a:off x="-1428" y="4123811"/>
            <a:ext cx="6027420" cy="2599249"/>
          </a:xfrm>
          <a:custGeom>
            <a:avLst/>
            <a:gdLst>
              <a:gd name="connsiteX0" fmla="*/ 7144 w 6505575"/>
              <a:gd name="connsiteY0" fmla="*/ 2606393 h 2609850"/>
              <a:gd name="connsiteX1" fmla="*/ 881539 w 6505575"/>
              <a:gd name="connsiteY1" fmla="*/ 2062516 h 2609850"/>
              <a:gd name="connsiteX2" fmla="*/ 1477804 w 6505575"/>
              <a:gd name="connsiteY2" fmla="*/ 2056801 h 2609850"/>
              <a:gd name="connsiteX3" fmla="*/ 1569244 w 6505575"/>
              <a:gd name="connsiteY3" fmla="*/ 2112046 h 2609850"/>
              <a:gd name="connsiteX4" fmla="*/ 2539841 w 6505575"/>
              <a:gd name="connsiteY4" fmla="*/ 2084423 h 2609850"/>
              <a:gd name="connsiteX5" fmla="*/ 3238976 w 6505575"/>
              <a:gd name="connsiteY5" fmla="*/ 1611031 h 2609850"/>
              <a:gd name="connsiteX6" fmla="*/ 3642836 w 6505575"/>
              <a:gd name="connsiteY6" fmla="*/ 1590076 h 2609850"/>
              <a:gd name="connsiteX7" fmla="*/ 3963829 w 6505575"/>
              <a:gd name="connsiteY7" fmla="*/ 1762478 h 2609850"/>
              <a:gd name="connsiteX8" fmla="*/ 4862989 w 6505575"/>
              <a:gd name="connsiteY8" fmla="*/ 1455773 h 2609850"/>
              <a:gd name="connsiteX9" fmla="*/ 5106829 w 6505575"/>
              <a:gd name="connsiteY9" fmla="*/ 734731 h 2609850"/>
              <a:gd name="connsiteX10" fmla="*/ 6034564 w 6505575"/>
              <a:gd name="connsiteY10" fmla="*/ 69886 h 2609850"/>
              <a:gd name="connsiteX11" fmla="*/ 6034564 w 6505575"/>
              <a:gd name="connsiteY11" fmla="*/ 69886 h 2609850"/>
              <a:gd name="connsiteX12" fmla="*/ 6507004 w 6505575"/>
              <a:gd name="connsiteY12" fmla="*/ 1395766 h 2609850"/>
              <a:gd name="connsiteX13" fmla="*/ 6507004 w 6505575"/>
              <a:gd name="connsiteY13" fmla="*/ 2605441 h 2609850"/>
              <a:gd name="connsiteX14" fmla="*/ 7144 w 6505575"/>
              <a:gd name="connsiteY14" fmla="*/ 2605441 h 2609850"/>
              <a:gd name="connsiteX0" fmla="*/ 6499860 w 6591300"/>
              <a:gd name="connsiteY0" fmla="*/ 1388622 h 2599249"/>
              <a:gd name="connsiteX1" fmla="*/ 6499860 w 6591300"/>
              <a:gd name="connsiteY1" fmla="*/ 2598297 h 2599249"/>
              <a:gd name="connsiteX2" fmla="*/ 0 w 6591300"/>
              <a:gd name="connsiteY2" fmla="*/ 2598297 h 2599249"/>
              <a:gd name="connsiteX3" fmla="*/ 0 w 6591300"/>
              <a:gd name="connsiteY3" fmla="*/ 2599249 h 2599249"/>
              <a:gd name="connsiteX4" fmla="*/ 874395 w 6591300"/>
              <a:gd name="connsiteY4" fmla="*/ 2055372 h 2599249"/>
              <a:gd name="connsiteX5" fmla="*/ 1470660 w 6591300"/>
              <a:gd name="connsiteY5" fmla="*/ 2049657 h 2599249"/>
              <a:gd name="connsiteX6" fmla="*/ 1562100 w 6591300"/>
              <a:gd name="connsiteY6" fmla="*/ 2104902 h 2599249"/>
              <a:gd name="connsiteX7" fmla="*/ 2532697 w 6591300"/>
              <a:gd name="connsiteY7" fmla="*/ 2077279 h 2599249"/>
              <a:gd name="connsiteX8" fmla="*/ 3231832 w 6591300"/>
              <a:gd name="connsiteY8" fmla="*/ 1603887 h 2599249"/>
              <a:gd name="connsiteX9" fmla="*/ 3635692 w 6591300"/>
              <a:gd name="connsiteY9" fmla="*/ 1582932 h 2599249"/>
              <a:gd name="connsiteX10" fmla="*/ 3956685 w 6591300"/>
              <a:gd name="connsiteY10" fmla="*/ 1755334 h 2599249"/>
              <a:gd name="connsiteX11" fmla="*/ 4855845 w 6591300"/>
              <a:gd name="connsiteY11" fmla="*/ 1448629 h 2599249"/>
              <a:gd name="connsiteX12" fmla="*/ 5099685 w 6591300"/>
              <a:gd name="connsiteY12" fmla="*/ 727587 h 2599249"/>
              <a:gd name="connsiteX13" fmla="*/ 6027420 w 6591300"/>
              <a:gd name="connsiteY13" fmla="*/ 62742 h 2599249"/>
              <a:gd name="connsiteX14" fmla="*/ 6027420 w 6591300"/>
              <a:gd name="connsiteY14" fmla="*/ 62742 h 2599249"/>
              <a:gd name="connsiteX15" fmla="*/ 6591300 w 6591300"/>
              <a:gd name="connsiteY15" fmla="*/ 1480062 h 2599249"/>
              <a:gd name="connsiteX0" fmla="*/ 6499860 w 6591300"/>
              <a:gd name="connsiteY0" fmla="*/ 2598297 h 2599249"/>
              <a:gd name="connsiteX1" fmla="*/ 0 w 6591300"/>
              <a:gd name="connsiteY1" fmla="*/ 2598297 h 2599249"/>
              <a:gd name="connsiteX2" fmla="*/ 0 w 6591300"/>
              <a:gd name="connsiteY2" fmla="*/ 2599249 h 2599249"/>
              <a:gd name="connsiteX3" fmla="*/ 874395 w 6591300"/>
              <a:gd name="connsiteY3" fmla="*/ 2055372 h 2599249"/>
              <a:gd name="connsiteX4" fmla="*/ 1470660 w 6591300"/>
              <a:gd name="connsiteY4" fmla="*/ 2049657 h 2599249"/>
              <a:gd name="connsiteX5" fmla="*/ 1562100 w 6591300"/>
              <a:gd name="connsiteY5" fmla="*/ 2104902 h 2599249"/>
              <a:gd name="connsiteX6" fmla="*/ 2532697 w 6591300"/>
              <a:gd name="connsiteY6" fmla="*/ 2077279 h 2599249"/>
              <a:gd name="connsiteX7" fmla="*/ 3231832 w 6591300"/>
              <a:gd name="connsiteY7" fmla="*/ 1603887 h 2599249"/>
              <a:gd name="connsiteX8" fmla="*/ 3635692 w 6591300"/>
              <a:gd name="connsiteY8" fmla="*/ 1582932 h 2599249"/>
              <a:gd name="connsiteX9" fmla="*/ 3956685 w 6591300"/>
              <a:gd name="connsiteY9" fmla="*/ 1755334 h 2599249"/>
              <a:gd name="connsiteX10" fmla="*/ 4855845 w 6591300"/>
              <a:gd name="connsiteY10" fmla="*/ 1448629 h 2599249"/>
              <a:gd name="connsiteX11" fmla="*/ 5099685 w 6591300"/>
              <a:gd name="connsiteY11" fmla="*/ 727587 h 2599249"/>
              <a:gd name="connsiteX12" fmla="*/ 6027420 w 6591300"/>
              <a:gd name="connsiteY12" fmla="*/ 62742 h 2599249"/>
              <a:gd name="connsiteX13" fmla="*/ 6027420 w 6591300"/>
              <a:gd name="connsiteY13" fmla="*/ 62742 h 2599249"/>
              <a:gd name="connsiteX14" fmla="*/ 6591300 w 6591300"/>
              <a:gd name="connsiteY14" fmla="*/ 1480062 h 2599249"/>
              <a:gd name="connsiteX0" fmla="*/ 0 w 6591300"/>
              <a:gd name="connsiteY0" fmla="*/ 2598297 h 2599249"/>
              <a:gd name="connsiteX1" fmla="*/ 0 w 6591300"/>
              <a:gd name="connsiteY1" fmla="*/ 2599249 h 2599249"/>
              <a:gd name="connsiteX2" fmla="*/ 874395 w 6591300"/>
              <a:gd name="connsiteY2" fmla="*/ 2055372 h 2599249"/>
              <a:gd name="connsiteX3" fmla="*/ 1470660 w 6591300"/>
              <a:gd name="connsiteY3" fmla="*/ 2049657 h 2599249"/>
              <a:gd name="connsiteX4" fmla="*/ 1562100 w 6591300"/>
              <a:gd name="connsiteY4" fmla="*/ 2104902 h 2599249"/>
              <a:gd name="connsiteX5" fmla="*/ 2532697 w 6591300"/>
              <a:gd name="connsiteY5" fmla="*/ 2077279 h 2599249"/>
              <a:gd name="connsiteX6" fmla="*/ 3231832 w 6591300"/>
              <a:gd name="connsiteY6" fmla="*/ 1603887 h 2599249"/>
              <a:gd name="connsiteX7" fmla="*/ 3635692 w 6591300"/>
              <a:gd name="connsiteY7" fmla="*/ 1582932 h 2599249"/>
              <a:gd name="connsiteX8" fmla="*/ 3956685 w 6591300"/>
              <a:gd name="connsiteY8" fmla="*/ 1755334 h 2599249"/>
              <a:gd name="connsiteX9" fmla="*/ 4855845 w 6591300"/>
              <a:gd name="connsiteY9" fmla="*/ 1448629 h 2599249"/>
              <a:gd name="connsiteX10" fmla="*/ 5099685 w 6591300"/>
              <a:gd name="connsiteY10" fmla="*/ 727587 h 2599249"/>
              <a:gd name="connsiteX11" fmla="*/ 6027420 w 6591300"/>
              <a:gd name="connsiteY11" fmla="*/ 62742 h 2599249"/>
              <a:gd name="connsiteX12" fmla="*/ 6027420 w 6591300"/>
              <a:gd name="connsiteY12" fmla="*/ 62742 h 2599249"/>
              <a:gd name="connsiteX13" fmla="*/ 6591300 w 6591300"/>
              <a:gd name="connsiteY13" fmla="*/ 1480062 h 2599249"/>
              <a:gd name="connsiteX0" fmla="*/ 0 w 6027420"/>
              <a:gd name="connsiteY0" fmla="*/ 2598297 h 2599249"/>
              <a:gd name="connsiteX1" fmla="*/ 0 w 6027420"/>
              <a:gd name="connsiteY1" fmla="*/ 2599249 h 2599249"/>
              <a:gd name="connsiteX2" fmla="*/ 874395 w 6027420"/>
              <a:gd name="connsiteY2" fmla="*/ 2055372 h 2599249"/>
              <a:gd name="connsiteX3" fmla="*/ 1470660 w 6027420"/>
              <a:gd name="connsiteY3" fmla="*/ 2049657 h 2599249"/>
              <a:gd name="connsiteX4" fmla="*/ 1562100 w 6027420"/>
              <a:gd name="connsiteY4" fmla="*/ 2104902 h 2599249"/>
              <a:gd name="connsiteX5" fmla="*/ 2532697 w 6027420"/>
              <a:gd name="connsiteY5" fmla="*/ 2077279 h 2599249"/>
              <a:gd name="connsiteX6" fmla="*/ 3231832 w 6027420"/>
              <a:gd name="connsiteY6" fmla="*/ 1603887 h 2599249"/>
              <a:gd name="connsiteX7" fmla="*/ 3635692 w 6027420"/>
              <a:gd name="connsiteY7" fmla="*/ 1582932 h 2599249"/>
              <a:gd name="connsiteX8" fmla="*/ 3956685 w 6027420"/>
              <a:gd name="connsiteY8" fmla="*/ 1755334 h 2599249"/>
              <a:gd name="connsiteX9" fmla="*/ 4855845 w 6027420"/>
              <a:gd name="connsiteY9" fmla="*/ 1448629 h 2599249"/>
              <a:gd name="connsiteX10" fmla="*/ 5099685 w 6027420"/>
              <a:gd name="connsiteY10" fmla="*/ 727587 h 2599249"/>
              <a:gd name="connsiteX11" fmla="*/ 6027420 w 6027420"/>
              <a:gd name="connsiteY11" fmla="*/ 62742 h 2599249"/>
              <a:gd name="connsiteX12" fmla="*/ 6027420 w 6027420"/>
              <a:gd name="connsiteY12" fmla="*/ 62742 h 25992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027420" h="2599249">
                <a:moveTo>
                  <a:pt x="0" y="2598297"/>
                </a:moveTo>
                <a:lnTo>
                  <a:pt x="0" y="2599249"/>
                </a:lnTo>
                <a:lnTo>
                  <a:pt x="874395" y="2055372"/>
                </a:lnTo>
                <a:cubicBezTo>
                  <a:pt x="1056322" y="1942024"/>
                  <a:pt x="1286827" y="1940119"/>
                  <a:pt x="1470660" y="2049657"/>
                </a:cubicBezTo>
                <a:lnTo>
                  <a:pt x="1562100" y="2104902"/>
                </a:lnTo>
                <a:cubicBezTo>
                  <a:pt x="1863090" y="2284924"/>
                  <a:pt x="2241232" y="2273494"/>
                  <a:pt x="2532697" y="2077279"/>
                </a:cubicBezTo>
                <a:lnTo>
                  <a:pt x="3231832" y="1603887"/>
                </a:lnTo>
                <a:cubicBezTo>
                  <a:pt x="3351847" y="1521972"/>
                  <a:pt x="3508057" y="1514352"/>
                  <a:pt x="3635692" y="1582932"/>
                </a:cubicBezTo>
                <a:lnTo>
                  <a:pt x="3956685" y="1755334"/>
                </a:lnTo>
                <a:cubicBezTo>
                  <a:pt x="4288155" y="1933452"/>
                  <a:pt x="4701540" y="1792482"/>
                  <a:pt x="4855845" y="1448629"/>
                </a:cubicBezTo>
                <a:lnTo>
                  <a:pt x="5099685" y="727587"/>
                </a:lnTo>
                <a:cubicBezTo>
                  <a:pt x="5228273" y="156087"/>
                  <a:pt x="5863590" y="-137283"/>
                  <a:pt x="6027420" y="62742"/>
                </a:cubicBezTo>
                <a:lnTo>
                  <a:pt x="6027420" y="62742"/>
                </a:lnTo>
              </a:path>
            </a:pathLst>
          </a:custGeom>
          <a:noFill/>
          <a:ln w="9525" cap="flat">
            <a:solidFill>
              <a:schemeClr val="bg1"/>
            </a:solidFill>
            <a:prstDash val="dash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1202362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F7CBC-CC93-4AB3-9D46-610755058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0000"/>
            <a:ext cx="6993300" cy="540000"/>
          </a:xfrm>
        </p:spPr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16" name="Subtitle">
            <a:extLst>
              <a:ext uri="{FF2B5EF4-FFF2-40B4-BE49-F238E27FC236}">
                <a16:creationId xmlns:a16="http://schemas.microsoft.com/office/drawing/2014/main" id="{152317FE-88B5-4D1F-AECF-DA69D6779BE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363" y="1080000"/>
            <a:ext cx="6992937" cy="360362"/>
          </a:xfrm>
        </p:spPr>
        <p:txBody>
          <a:bodyPr/>
          <a:lstStyle>
            <a:lvl1pPr marL="0" indent="0">
              <a:buNone/>
              <a:defRPr sz="2100"/>
            </a:lvl1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3" name="Left Col">
            <a:extLst>
              <a:ext uri="{FF2B5EF4-FFF2-40B4-BE49-F238E27FC236}">
                <a16:creationId xmlns:a16="http://schemas.microsoft.com/office/drawing/2014/main" id="{49529B8D-BAD9-4E6D-82F7-0275D8195A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60000" y="1620000"/>
            <a:ext cx="6992936" cy="4500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3B63572F-04A5-456D-9066-1A65AFF5E68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804150" y="1"/>
            <a:ext cx="4387850" cy="6679488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/>
              <a:t>Insert or Drag and Drop your Image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263EBA-2C46-40FB-9D48-819ED0C8994F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360000" y="6539216"/>
            <a:ext cx="2719102" cy="104083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Chapter 9 - Advanced SQL</a:t>
            </a:r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9230BC-20AB-4DD9-AF5C-47BA72E5698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6428578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Layou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95A87C21-15CD-48D8-B583-89B110156879}"/>
              </a:ext>
            </a:extLst>
          </p:cNvPr>
          <p:cNvSpPr/>
          <p:nvPr userDrawn="1"/>
        </p:nvSpPr>
        <p:spPr>
          <a:xfrm>
            <a:off x="7804351" y="0"/>
            <a:ext cx="4386221" cy="6677022"/>
          </a:xfrm>
          <a:prstGeom prst="rect">
            <a:avLst/>
          </a:prstGeom>
          <a:solidFill>
            <a:schemeClr val="bg1">
              <a:lumMod val="9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BF7CBC-CC93-4AB3-9D46-610755058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0000"/>
            <a:ext cx="6993300" cy="540000"/>
          </a:xfrm>
        </p:spPr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16" name="Subtitle">
            <a:extLst>
              <a:ext uri="{FF2B5EF4-FFF2-40B4-BE49-F238E27FC236}">
                <a16:creationId xmlns:a16="http://schemas.microsoft.com/office/drawing/2014/main" id="{152317FE-88B5-4D1F-AECF-DA69D6779BE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363" y="1080000"/>
            <a:ext cx="6992937" cy="360362"/>
          </a:xfrm>
        </p:spPr>
        <p:txBody>
          <a:bodyPr/>
          <a:lstStyle>
            <a:lvl1pPr marL="0" indent="0">
              <a:buNone/>
              <a:defRPr sz="2100"/>
            </a:lvl1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3" name="Left Col">
            <a:extLst>
              <a:ext uri="{FF2B5EF4-FFF2-40B4-BE49-F238E27FC236}">
                <a16:creationId xmlns:a16="http://schemas.microsoft.com/office/drawing/2014/main" id="{49529B8D-BAD9-4E6D-82F7-0275D8195A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60000" y="1620000"/>
            <a:ext cx="6992936" cy="4500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3B63572F-04A5-456D-9066-1A65AFF5E68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27752" y="4320000"/>
            <a:ext cx="1800000" cy="1800000"/>
          </a:xfrm>
          <a:solidFill>
            <a:schemeClr val="bg1"/>
          </a:solidFill>
        </p:spPr>
        <p:txBody>
          <a:bodyPr anchor="ctr"/>
          <a:lstStyle>
            <a:lvl1pPr marL="0" indent="0" algn="ctr">
              <a:buNone/>
              <a:defRPr sz="16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/>
              <a:t>Insert or Drag and Drop your Image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263EBA-2C46-40FB-9D48-819ED0C8994F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360000" y="6483329"/>
            <a:ext cx="2378438" cy="187367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Chapter 9 - Advanced SQL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9230BC-20AB-4DD9-AF5C-47BA72E5698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5092E684-C621-4F92-A05A-A167EEF46270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0057037" y="4320000"/>
            <a:ext cx="1800000" cy="1800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/>
              <a:t>Insert or Drag and Drop your Image</a:t>
            </a:r>
          </a:p>
        </p:txBody>
      </p:sp>
      <p:sp>
        <p:nvSpPr>
          <p:cNvPr id="9" name="Picture Placeholder 5">
            <a:extLst>
              <a:ext uri="{FF2B5EF4-FFF2-40B4-BE49-F238E27FC236}">
                <a16:creationId xmlns:a16="http://schemas.microsoft.com/office/drawing/2014/main" id="{6958D132-F2A9-41E1-BDD8-067D52CE5FEB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127752" y="2395565"/>
            <a:ext cx="1800000" cy="1800000"/>
          </a:xfrm>
          <a:solidFill>
            <a:schemeClr val="bg1"/>
          </a:solidFill>
        </p:spPr>
        <p:txBody>
          <a:bodyPr anchor="ctr"/>
          <a:lstStyle>
            <a:lvl1pPr marL="0" indent="0" algn="ctr">
              <a:buNone/>
              <a:defRPr sz="16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/>
              <a:t>Insert or Drag and Drop your Image</a:t>
            </a:r>
          </a:p>
        </p:txBody>
      </p:sp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B88FD4DB-5089-4686-B4F7-A26163146C9A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0057037" y="2395565"/>
            <a:ext cx="1800000" cy="1800000"/>
          </a:xfrm>
          <a:solidFill>
            <a:schemeClr val="tx1">
              <a:lumMod val="75000"/>
              <a:lumOff val="25000"/>
            </a:schemeClr>
          </a:solidFill>
        </p:spPr>
        <p:txBody>
          <a:bodyPr anchor="ctr"/>
          <a:lstStyle>
            <a:lvl1pPr marL="0" indent="0" algn="ctr">
              <a:buNone/>
              <a:defRPr sz="1600" i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/>
              <a:t>Insert or Drag and Drop your Image</a:t>
            </a:r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324023AF-AB97-4B60-86FA-5DC8DA1B5C49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8127752" y="471129"/>
            <a:ext cx="1800000" cy="1800000"/>
          </a:xfr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6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/>
              <a:t>Insert or Drag and Drop your Image</a:t>
            </a:r>
          </a:p>
        </p:txBody>
      </p:sp>
      <p:sp>
        <p:nvSpPr>
          <p:cNvPr id="12" name="Picture Placeholder 5">
            <a:extLst>
              <a:ext uri="{FF2B5EF4-FFF2-40B4-BE49-F238E27FC236}">
                <a16:creationId xmlns:a16="http://schemas.microsoft.com/office/drawing/2014/main" id="{8210F231-568A-4348-B33F-9EBB4A5CF9EB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10057037" y="471129"/>
            <a:ext cx="1800000" cy="1800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/>
              <a:t>Insert or Drag and Drop your Image</a:t>
            </a:r>
          </a:p>
        </p:txBody>
      </p:sp>
    </p:spTree>
    <p:extLst>
      <p:ext uri="{BB962C8B-B14F-4D97-AF65-F5344CB8AC3E}">
        <p14:creationId xmlns:p14="http://schemas.microsoft.com/office/powerpoint/2010/main" val="2445114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F7CBC-CC93-4AB3-9D46-610755058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0000"/>
            <a:ext cx="11473200" cy="540000"/>
          </a:xfrm>
        </p:spPr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Left Col">
            <a:extLst>
              <a:ext uri="{FF2B5EF4-FFF2-40B4-BE49-F238E27FC236}">
                <a16:creationId xmlns:a16="http://schemas.microsoft.com/office/drawing/2014/main" id="{49529B8D-BAD9-4E6D-82F7-0275D8195A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60000" y="1980000"/>
            <a:ext cx="5580000" cy="4140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" name="Left Header">
            <a:extLst>
              <a:ext uri="{FF2B5EF4-FFF2-40B4-BE49-F238E27FC236}">
                <a16:creationId xmlns:a16="http://schemas.microsoft.com/office/drawing/2014/main" id="{2241B0A0-0033-49FF-89B8-142165C8E93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000" y="1620000"/>
            <a:ext cx="5580000" cy="360000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pPr lvl="0"/>
            <a:r>
              <a:rPr lang="en-US" noProof="0"/>
              <a:t>Compare A</a:t>
            </a:r>
          </a:p>
        </p:txBody>
      </p:sp>
      <p:sp>
        <p:nvSpPr>
          <p:cNvPr id="4" name="Right Col">
            <a:extLst>
              <a:ext uri="{FF2B5EF4-FFF2-40B4-BE49-F238E27FC236}">
                <a16:creationId xmlns:a16="http://schemas.microsoft.com/office/drawing/2014/main" id="{0AAD114E-6BCC-4476-8E44-12E87D4675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53200" y="1980000"/>
            <a:ext cx="5580000" cy="4140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" name="Right Header">
            <a:extLst>
              <a:ext uri="{FF2B5EF4-FFF2-40B4-BE49-F238E27FC236}">
                <a16:creationId xmlns:a16="http://schemas.microsoft.com/office/drawing/2014/main" id="{069A9930-1B94-49BC-B4A6-B597F155D2D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53200" y="1620000"/>
            <a:ext cx="5580000" cy="360000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pPr lvl="0"/>
            <a:r>
              <a:rPr lang="en-US" noProof="0"/>
              <a:t>Compare B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7AC535-CCE6-472A-BA3D-DDE92DFF0ED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360000" y="6483329"/>
            <a:ext cx="2378438" cy="187367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Chapter 9 - Advanced SQL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32F890-EB29-4A5B-A499-BB0FC04447A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4888889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3B63572F-04A5-456D-9066-1A65AFF5E68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1999" cy="6678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/>
              <a:t>Insert or Drag and Drop your Image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9A41AC-399F-4B25-A28A-F7679843C36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0" name="Caption">
            <a:extLst>
              <a:ext uri="{FF2B5EF4-FFF2-40B4-BE49-F238E27FC236}">
                <a16:creationId xmlns:a16="http://schemas.microsoft.com/office/drawing/2014/main" id="{E1C65CF6-B529-468F-B46C-1D1C2E71A11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801275" y="6156000"/>
            <a:ext cx="3793125" cy="396000"/>
          </a:xfrm>
          <a:solidFill>
            <a:schemeClr val="tx1"/>
          </a:solidFill>
        </p:spPr>
        <p:txBody>
          <a:bodyPr lIns="72000" tIns="7200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263525" indent="0">
              <a:buNone/>
              <a:defRPr/>
            </a:lvl2pPr>
            <a:lvl3pPr marL="536575" indent="0">
              <a:buNone/>
              <a:defRPr/>
            </a:lvl3pPr>
            <a:lvl4pPr marL="811213" indent="0">
              <a:buNone/>
              <a:defRPr/>
            </a:lvl4pPr>
            <a:lvl5pPr marL="1074738" indent="0">
              <a:buNone/>
              <a:defRPr/>
            </a:lvl5pPr>
          </a:lstStyle>
          <a:p>
            <a:pPr lvl="0"/>
            <a:r>
              <a:rPr lang="en-US" noProof="0"/>
              <a:t>Place your Image Caption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5845FB-DCB7-4844-B346-98986ADFC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188077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dia Placeholder 2">
            <a:extLst>
              <a:ext uri="{FF2B5EF4-FFF2-40B4-BE49-F238E27FC236}">
                <a16:creationId xmlns:a16="http://schemas.microsoft.com/office/drawing/2014/main" id="{FB784EBA-F0C5-4F6F-9426-185FBA239203}"/>
              </a:ext>
            </a:extLst>
          </p:cNvPr>
          <p:cNvSpPr>
            <a:spLocks noGrp="1"/>
          </p:cNvSpPr>
          <p:nvPr>
            <p:ph type="media" sz="quarter" idx="15" hasCustomPrompt="1"/>
          </p:nvPr>
        </p:nvSpPr>
        <p:spPr>
          <a:xfrm>
            <a:off x="0" y="0"/>
            <a:ext cx="12192000" cy="6678000"/>
          </a:xfrm>
          <a:pattFill prst="dkUpDiag">
            <a:fgClr>
              <a:schemeClr val="bg1">
                <a:lumMod val="8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anchor="ctr"/>
          <a:lstStyle>
            <a:lvl1pPr marL="0" indent="0" algn="ctr">
              <a:buNone/>
              <a:defRPr sz="16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/>
              <a:t>Insert Your Video</a:t>
            </a:r>
          </a:p>
        </p:txBody>
      </p:sp>
      <p:sp>
        <p:nvSpPr>
          <p:cNvPr id="5" name="Caption">
            <a:extLst>
              <a:ext uri="{FF2B5EF4-FFF2-40B4-BE49-F238E27FC236}">
                <a16:creationId xmlns:a16="http://schemas.microsoft.com/office/drawing/2014/main" id="{172090C5-61AC-430F-AA33-8EF3902C466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801275" y="6156000"/>
            <a:ext cx="3793125" cy="396000"/>
          </a:xfrm>
          <a:solidFill>
            <a:schemeClr val="tx1"/>
          </a:solidFill>
        </p:spPr>
        <p:txBody>
          <a:bodyPr lIns="72000" tIns="7200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263525" indent="0">
              <a:buNone/>
              <a:defRPr/>
            </a:lvl2pPr>
            <a:lvl3pPr marL="536575" indent="0">
              <a:buNone/>
              <a:defRPr/>
            </a:lvl3pPr>
            <a:lvl4pPr marL="811213" indent="0">
              <a:buNone/>
              <a:defRPr/>
            </a:lvl4pPr>
            <a:lvl5pPr marL="1074738" indent="0">
              <a:buNone/>
              <a:defRPr/>
            </a:lvl5pPr>
          </a:lstStyle>
          <a:p>
            <a:pPr lvl="0"/>
            <a:r>
              <a:rPr lang="en-US" noProof="0"/>
              <a:t>Place your Image Caption Here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77EBDA-221D-4CBD-8DBF-E03A370015D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2508FC-366E-44DA-80A8-28048E1E4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215801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>
            <a:extLst>
              <a:ext uri="{FF2B5EF4-FFF2-40B4-BE49-F238E27FC236}">
                <a16:creationId xmlns:a16="http://schemas.microsoft.com/office/drawing/2014/main" id="{111E4563-E2FC-4D6F-B759-AB4FB77D270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0" y="0"/>
            <a:ext cx="7799832" cy="6675120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92FE8913-A018-418C-99FB-2DF342B9B5A0}"/>
              </a:ext>
            </a:extLst>
          </p:cNvPr>
          <p:cNvSpPr/>
          <p:nvPr userDrawn="1"/>
        </p:nvSpPr>
        <p:spPr>
          <a:xfrm>
            <a:off x="0" y="0"/>
            <a:ext cx="7802524" cy="6677644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Picture Placeholder 9">
            <a:extLst>
              <a:ext uri="{FF2B5EF4-FFF2-40B4-BE49-F238E27FC236}">
                <a16:creationId xmlns:a16="http://schemas.microsoft.com/office/drawing/2014/main" id="{AF7702AD-1968-4CE6-BC7C-02C0637069A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801097" y="1"/>
            <a:ext cx="4389475" cy="667764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Insert or Drag and Drop your Image</a:t>
            </a:r>
            <a:endParaRPr lang="en-US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C6A78464-8D00-4B94-90C7-90F1B54C8AA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94862" y="3032684"/>
            <a:ext cx="3759807" cy="1547813"/>
          </a:xfrm>
        </p:spPr>
        <p:txBody>
          <a:bodyPr anchor="b"/>
          <a:lstStyle>
            <a:lvl1pPr algn="l">
              <a:lnSpc>
                <a:spcPts val="4000"/>
              </a:lnSpc>
              <a:defRPr sz="6600" spc="-150">
                <a:solidFill>
                  <a:schemeClr val="bg1"/>
                </a:solidFill>
              </a:defRPr>
            </a:lvl1pPr>
          </a:lstStyle>
          <a:p>
            <a:r>
              <a:rPr lang="en-US"/>
              <a:t>Thank You</a:t>
            </a:r>
            <a:endParaRPr lang="en-US" dirty="0"/>
          </a:p>
        </p:txBody>
      </p:sp>
      <p:sp>
        <p:nvSpPr>
          <p:cNvPr id="18" name="Graphic 15">
            <a:extLst>
              <a:ext uri="{FF2B5EF4-FFF2-40B4-BE49-F238E27FC236}">
                <a16:creationId xmlns:a16="http://schemas.microsoft.com/office/drawing/2014/main" id="{F50292C9-54F6-4F7B-A885-34CE1E3B0351}"/>
              </a:ext>
            </a:extLst>
          </p:cNvPr>
          <p:cNvSpPr/>
          <p:nvPr userDrawn="1"/>
        </p:nvSpPr>
        <p:spPr>
          <a:xfrm>
            <a:off x="1774391" y="4123811"/>
            <a:ext cx="6027420" cy="2599249"/>
          </a:xfrm>
          <a:custGeom>
            <a:avLst/>
            <a:gdLst>
              <a:gd name="connsiteX0" fmla="*/ 7144 w 6505575"/>
              <a:gd name="connsiteY0" fmla="*/ 2606393 h 2609850"/>
              <a:gd name="connsiteX1" fmla="*/ 881539 w 6505575"/>
              <a:gd name="connsiteY1" fmla="*/ 2062516 h 2609850"/>
              <a:gd name="connsiteX2" fmla="*/ 1477804 w 6505575"/>
              <a:gd name="connsiteY2" fmla="*/ 2056801 h 2609850"/>
              <a:gd name="connsiteX3" fmla="*/ 1569244 w 6505575"/>
              <a:gd name="connsiteY3" fmla="*/ 2112046 h 2609850"/>
              <a:gd name="connsiteX4" fmla="*/ 2539841 w 6505575"/>
              <a:gd name="connsiteY4" fmla="*/ 2084423 h 2609850"/>
              <a:gd name="connsiteX5" fmla="*/ 3238976 w 6505575"/>
              <a:gd name="connsiteY5" fmla="*/ 1611031 h 2609850"/>
              <a:gd name="connsiteX6" fmla="*/ 3642836 w 6505575"/>
              <a:gd name="connsiteY6" fmla="*/ 1590076 h 2609850"/>
              <a:gd name="connsiteX7" fmla="*/ 3963829 w 6505575"/>
              <a:gd name="connsiteY7" fmla="*/ 1762478 h 2609850"/>
              <a:gd name="connsiteX8" fmla="*/ 4862989 w 6505575"/>
              <a:gd name="connsiteY8" fmla="*/ 1455773 h 2609850"/>
              <a:gd name="connsiteX9" fmla="*/ 5106829 w 6505575"/>
              <a:gd name="connsiteY9" fmla="*/ 734731 h 2609850"/>
              <a:gd name="connsiteX10" fmla="*/ 6034564 w 6505575"/>
              <a:gd name="connsiteY10" fmla="*/ 69886 h 2609850"/>
              <a:gd name="connsiteX11" fmla="*/ 6034564 w 6505575"/>
              <a:gd name="connsiteY11" fmla="*/ 69886 h 2609850"/>
              <a:gd name="connsiteX12" fmla="*/ 6507004 w 6505575"/>
              <a:gd name="connsiteY12" fmla="*/ 1395766 h 2609850"/>
              <a:gd name="connsiteX13" fmla="*/ 6507004 w 6505575"/>
              <a:gd name="connsiteY13" fmla="*/ 2605441 h 2609850"/>
              <a:gd name="connsiteX14" fmla="*/ 7144 w 6505575"/>
              <a:gd name="connsiteY14" fmla="*/ 2605441 h 2609850"/>
              <a:gd name="connsiteX0" fmla="*/ 6499860 w 6591300"/>
              <a:gd name="connsiteY0" fmla="*/ 1388622 h 2599249"/>
              <a:gd name="connsiteX1" fmla="*/ 6499860 w 6591300"/>
              <a:gd name="connsiteY1" fmla="*/ 2598297 h 2599249"/>
              <a:gd name="connsiteX2" fmla="*/ 0 w 6591300"/>
              <a:gd name="connsiteY2" fmla="*/ 2598297 h 2599249"/>
              <a:gd name="connsiteX3" fmla="*/ 0 w 6591300"/>
              <a:gd name="connsiteY3" fmla="*/ 2599249 h 2599249"/>
              <a:gd name="connsiteX4" fmla="*/ 874395 w 6591300"/>
              <a:gd name="connsiteY4" fmla="*/ 2055372 h 2599249"/>
              <a:gd name="connsiteX5" fmla="*/ 1470660 w 6591300"/>
              <a:gd name="connsiteY5" fmla="*/ 2049657 h 2599249"/>
              <a:gd name="connsiteX6" fmla="*/ 1562100 w 6591300"/>
              <a:gd name="connsiteY6" fmla="*/ 2104902 h 2599249"/>
              <a:gd name="connsiteX7" fmla="*/ 2532697 w 6591300"/>
              <a:gd name="connsiteY7" fmla="*/ 2077279 h 2599249"/>
              <a:gd name="connsiteX8" fmla="*/ 3231832 w 6591300"/>
              <a:gd name="connsiteY8" fmla="*/ 1603887 h 2599249"/>
              <a:gd name="connsiteX9" fmla="*/ 3635692 w 6591300"/>
              <a:gd name="connsiteY9" fmla="*/ 1582932 h 2599249"/>
              <a:gd name="connsiteX10" fmla="*/ 3956685 w 6591300"/>
              <a:gd name="connsiteY10" fmla="*/ 1755334 h 2599249"/>
              <a:gd name="connsiteX11" fmla="*/ 4855845 w 6591300"/>
              <a:gd name="connsiteY11" fmla="*/ 1448629 h 2599249"/>
              <a:gd name="connsiteX12" fmla="*/ 5099685 w 6591300"/>
              <a:gd name="connsiteY12" fmla="*/ 727587 h 2599249"/>
              <a:gd name="connsiteX13" fmla="*/ 6027420 w 6591300"/>
              <a:gd name="connsiteY13" fmla="*/ 62742 h 2599249"/>
              <a:gd name="connsiteX14" fmla="*/ 6027420 w 6591300"/>
              <a:gd name="connsiteY14" fmla="*/ 62742 h 2599249"/>
              <a:gd name="connsiteX15" fmla="*/ 6591300 w 6591300"/>
              <a:gd name="connsiteY15" fmla="*/ 1480062 h 2599249"/>
              <a:gd name="connsiteX0" fmla="*/ 6499860 w 6591300"/>
              <a:gd name="connsiteY0" fmla="*/ 2598297 h 2599249"/>
              <a:gd name="connsiteX1" fmla="*/ 0 w 6591300"/>
              <a:gd name="connsiteY1" fmla="*/ 2598297 h 2599249"/>
              <a:gd name="connsiteX2" fmla="*/ 0 w 6591300"/>
              <a:gd name="connsiteY2" fmla="*/ 2599249 h 2599249"/>
              <a:gd name="connsiteX3" fmla="*/ 874395 w 6591300"/>
              <a:gd name="connsiteY3" fmla="*/ 2055372 h 2599249"/>
              <a:gd name="connsiteX4" fmla="*/ 1470660 w 6591300"/>
              <a:gd name="connsiteY4" fmla="*/ 2049657 h 2599249"/>
              <a:gd name="connsiteX5" fmla="*/ 1562100 w 6591300"/>
              <a:gd name="connsiteY5" fmla="*/ 2104902 h 2599249"/>
              <a:gd name="connsiteX6" fmla="*/ 2532697 w 6591300"/>
              <a:gd name="connsiteY6" fmla="*/ 2077279 h 2599249"/>
              <a:gd name="connsiteX7" fmla="*/ 3231832 w 6591300"/>
              <a:gd name="connsiteY7" fmla="*/ 1603887 h 2599249"/>
              <a:gd name="connsiteX8" fmla="*/ 3635692 w 6591300"/>
              <a:gd name="connsiteY8" fmla="*/ 1582932 h 2599249"/>
              <a:gd name="connsiteX9" fmla="*/ 3956685 w 6591300"/>
              <a:gd name="connsiteY9" fmla="*/ 1755334 h 2599249"/>
              <a:gd name="connsiteX10" fmla="*/ 4855845 w 6591300"/>
              <a:gd name="connsiteY10" fmla="*/ 1448629 h 2599249"/>
              <a:gd name="connsiteX11" fmla="*/ 5099685 w 6591300"/>
              <a:gd name="connsiteY11" fmla="*/ 727587 h 2599249"/>
              <a:gd name="connsiteX12" fmla="*/ 6027420 w 6591300"/>
              <a:gd name="connsiteY12" fmla="*/ 62742 h 2599249"/>
              <a:gd name="connsiteX13" fmla="*/ 6027420 w 6591300"/>
              <a:gd name="connsiteY13" fmla="*/ 62742 h 2599249"/>
              <a:gd name="connsiteX14" fmla="*/ 6591300 w 6591300"/>
              <a:gd name="connsiteY14" fmla="*/ 1480062 h 2599249"/>
              <a:gd name="connsiteX0" fmla="*/ 0 w 6591300"/>
              <a:gd name="connsiteY0" fmla="*/ 2598297 h 2599249"/>
              <a:gd name="connsiteX1" fmla="*/ 0 w 6591300"/>
              <a:gd name="connsiteY1" fmla="*/ 2599249 h 2599249"/>
              <a:gd name="connsiteX2" fmla="*/ 874395 w 6591300"/>
              <a:gd name="connsiteY2" fmla="*/ 2055372 h 2599249"/>
              <a:gd name="connsiteX3" fmla="*/ 1470660 w 6591300"/>
              <a:gd name="connsiteY3" fmla="*/ 2049657 h 2599249"/>
              <a:gd name="connsiteX4" fmla="*/ 1562100 w 6591300"/>
              <a:gd name="connsiteY4" fmla="*/ 2104902 h 2599249"/>
              <a:gd name="connsiteX5" fmla="*/ 2532697 w 6591300"/>
              <a:gd name="connsiteY5" fmla="*/ 2077279 h 2599249"/>
              <a:gd name="connsiteX6" fmla="*/ 3231832 w 6591300"/>
              <a:gd name="connsiteY6" fmla="*/ 1603887 h 2599249"/>
              <a:gd name="connsiteX7" fmla="*/ 3635692 w 6591300"/>
              <a:gd name="connsiteY7" fmla="*/ 1582932 h 2599249"/>
              <a:gd name="connsiteX8" fmla="*/ 3956685 w 6591300"/>
              <a:gd name="connsiteY8" fmla="*/ 1755334 h 2599249"/>
              <a:gd name="connsiteX9" fmla="*/ 4855845 w 6591300"/>
              <a:gd name="connsiteY9" fmla="*/ 1448629 h 2599249"/>
              <a:gd name="connsiteX10" fmla="*/ 5099685 w 6591300"/>
              <a:gd name="connsiteY10" fmla="*/ 727587 h 2599249"/>
              <a:gd name="connsiteX11" fmla="*/ 6027420 w 6591300"/>
              <a:gd name="connsiteY11" fmla="*/ 62742 h 2599249"/>
              <a:gd name="connsiteX12" fmla="*/ 6027420 w 6591300"/>
              <a:gd name="connsiteY12" fmla="*/ 62742 h 2599249"/>
              <a:gd name="connsiteX13" fmla="*/ 6591300 w 6591300"/>
              <a:gd name="connsiteY13" fmla="*/ 1480062 h 2599249"/>
              <a:gd name="connsiteX0" fmla="*/ 0 w 6027420"/>
              <a:gd name="connsiteY0" fmla="*/ 2598297 h 2599249"/>
              <a:gd name="connsiteX1" fmla="*/ 0 w 6027420"/>
              <a:gd name="connsiteY1" fmla="*/ 2599249 h 2599249"/>
              <a:gd name="connsiteX2" fmla="*/ 874395 w 6027420"/>
              <a:gd name="connsiteY2" fmla="*/ 2055372 h 2599249"/>
              <a:gd name="connsiteX3" fmla="*/ 1470660 w 6027420"/>
              <a:gd name="connsiteY3" fmla="*/ 2049657 h 2599249"/>
              <a:gd name="connsiteX4" fmla="*/ 1562100 w 6027420"/>
              <a:gd name="connsiteY4" fmla="*/ 2104902 h 2599249"/>
              <a:gd name="connsiteX5" fmla="*/ 2532697 w 6027420"/>
              <a:gd name="connsiteY5" fmla="*/ 2077279 h 2599249"/>
              <a:gd name="connsiteX6" fmla="*/ 3231832 w 6027420"/>
              <a:gd name="connsiteY6" fmla="*/ 1603887 h 2599249"/>
              <a:gd name="connsiteX7" fmla="*/ 3635692 w 6027420"/>
              <a:gd name="connsiteY7" fmla="*/ 1582932 h 2599249"/>
              <a:gd name="connsiteX8" fmla="*/ 3956685 w 6027420"/>
              <a:gd name="connsiteY8" fmla="*/ 1755334 h 2599249"/>
              <a:gd name="connsiteX9" fmla="*/ 4855845 w 6027420"/>
              <a:gd name="connsiteY9" fmla="*/ 1448629 h 2599249"/>
              <a:gd name="connsiteX10" fmla="*/ 5099685 w 6027420"/>
              <a:gd name="connsiteY10" fmla="*/ 727587 h 2599249"/>
              <a:gd name="connsiteX11" fmla="*/ 6027420 w 6027420"/>
              <a:gd name="connsiteY11" fmla="*/ 62742 h 2599249"/>
              <a:gd name="connsiteX12" fmla="*/ 6027420 w 6027420"/>
              <a:gd name="connsiteY12" fmla="*/ 62742 h 25992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027420" h="2599249">
                <a:moveTo>
                  <a:pt x="0" y="2598297"/>
                </a:moveTo>
                <a:lnTo>
                  <a:pt x="0" y="2599249"/>
                </a:lnTo>
                <a:lnTo>
                  <a:pt x="874395" y="2055372"/>
                </a:lnTo>
                <a:cubicBezTo>
                  <a:pt x="1056322" y="1942024"/>
                  <a:pt x="1286827" y="1940119"/>
                  <a:pt x="1470660" y="2049657"/>
                </a:cubicBezTo>
                <a:lnTo>
                  <a:pt x="1562100" y="2104902"/>
                </a:lnTo>
                <a:cubicBezTo>
                  <a:pt x="1863090" y="2284924"/>
                  <a:pt x="2241232" y="2273494"/>
                  <a:pt x="2532697" y="2077279"/>
                </a:cubicBezTo>
                <a:lnTo>
                  <a:pt x="3231832" y="1603887"/>
                </a:lnTo>
                <a:cubicBezTo>
                  <a:pt x="3351847" y="1521972"/>
                  <a:pt x="3508057" y="1514352"/>
                  <a:pt x="3635692" y="1582932"/>
                </a:cubicBezTo>
                <a:lnTo>
                  <a:pt x="3956685" y="1755334"/>
                </a:lnTo>
                <a:cubicBezTo>
                  <a:pt x="4288155" y="1933452"/>
                  <a:pt x="4701540" y="1792482"/>
                  <a:pt x="4855845" y="1448629"/>
                </a:cubicBezTo>
                <a:lnTo>
                  <a:pt x="5099685" y="727587"/>
                </a:lnTo>
                <a:cubicBezTo>
                  <a:pt x="5228273" y="156087"/>
                  <a:pt x="5863590" y="-137283"/>
                  <a:pt x="6027420" y="62742"/>
                </a:cubicBezTo>
                <a:lnTo>
                  <a:pt x="6027420" y="62742"/>
                </a:lnTo>
              </a:path>
            </a:pathLst>
          </a:custGeom>
          <a:noFill/>
          <a:ln w="9525" cap="flat">
            <a:solidFill>
              <a:schemeClr val="bg1"/>
            </a:solidFill>
            <a:prstDash val="dash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15" name="Name">
            <a:extLst>
              <a:ext uri="{FF2B5EF4-FFF2-40B4-BE49-F238E27FC236}">
                <a16:creationId xmlns:a16="http://schemas.microsoft.com/office/drawing/2014/main" id="{B8C48821-0D90-416C-873E-50587E8A0C8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94861" y="4741677"/>
            <a:ext cx="3756943" cy="252000"/>
          </a:xfrm>
        </p:spPr>
        <p:txBody>
          <a:bodyPr anchor="ctr"/>
          <a:lstStyle>
            <a:lvl1pPr marL="0" indent="0">
              <a:buNone/>
              <a:defRPr sz="16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Name</a:t>
            </a:r>
            <a:endParaRPr lang="en-US" dirty="0"/>
          </a:p>
        </p:txBody>
      </p:sp>
      <p:sp>
        <p:nvSpPr>
          <p:cNvPr id="16" name="Email">
            <a:extLst>
              <a:ext uri="{FF2B5EF4-FFF2-40B4-BE49-F238E27FC236}">
                <a16:creationId xmlns:a16="http://schemas.microsoft.com/office/drawing/2014/main" id="{42450180-8D19-405E-97F0-2A309B58D01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88990" y="5147137"/>
            <a:ext cx="3462814" cy="252000"/>
          </a:xfrm>
        </p:spPr>
        <p:txBody>
          <a:bodyPr anchor="ctr"/>
          <a:lstStyle>
            <a:lvl1pPr marL="0" indent="0">
              <a:buNone/>
              <a:defRPr sz="12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Email</a:t>
            </a:r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837F23B-0C4D-4D27-BF83-0B10D1CFFDCD}"/>
              </a:ext>
            </a:extLst>
          </p:cNvPr>
          <p:cNvSpPr/>
          <p:nvPr userDrawn="1"/>
        </p:nvSpPr>
        <p:spPr>
          <a:xfrm>
            <a:off x="-9856" y="6678000"/>
            <a:ext cx="9405316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39551A1-FBAD-4CC8-AA99-F9F4D4281782}"/>
              </a:ext>
            </a:extLst>
          </p:cNvPr>
          <p:cNvSpPr/>
          <p:nvPr userDrawn="1"/>
        </p:nvSpPr>
        <p:spPr>
          <a:xfrm>
            <a:off x="7804351" y="6678000"/>
            <a:ext cx="4224296" cy="144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Ins="36000" bIns="0" rtlCol="0" anchor="b"/>
          <a:lstStyle/>
          <a:p>
            <a:pPr algn="r"/>
            <a:endParaRPr lang="en-US" sz="1000" noProof="1">
              <a:latin typeface="Tw Cen MT" panose="020B0602020104020603" pitchFamily="34" charset="0"/>
            </a:endParaRP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5F695C6B-DBEE-447E-B106-7351E00BD0AF}"/>
              </a:ext>
            </a:extLst>
          </p:cNvPr>
          <p:cNvSpPr txBox="1">
            <a:spLocks/>
          </p:cNvSpPr>
          <p:nvPr userDrawn="1"/>
        </p:nvSpPr>
        <p:spPr>
          <a:xfrm>
            <a:off x="12030074" y="6678000"/>
            <a:ext cx="161925" cy="144000"/>
          </a:xfrm>
          <a:prstGeom prst="rect">
            <a:avLst/>
          </a:prstGeom>
          <a:solidFill>
            <a:schemeClr val="accent1"/>
          </a:solidFill>
        </p:spPr>
        <p:txBody>
          <a:bodyPr vert="horz" lIns="0" tIns="0" rIns="7200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1A38929-6316-4332-83F8-9E95386C7C42}"/>
              </a:ext>
            </a:extLst>
          </p:cNvPr>
          <p:cNvSpPr/>
          <p:nvPr userDrawn="1"/>
        </p:nvSpPr>
        <p:spPr>
          <a:xfrm>
            <a:off x="-9856" y="6822000"/>
            <a:ext cx="12201856" cy="36000"/>
          </a:xfrm>
          <a:prstGeom prst="rect">
            <a:avLst/>
          </a:prstGeom>
          <a:gradFill>
            <a:gsLst>
              <a:gs pos="0">
                <a:schemeClr val="accent4"/>
              </a:gs>
              <a:gs pos="37000">
                <a:schemeClr val="bg1">
                  <a:lumMod val="85000"/>
                </a:schemeClr>
              </a:gs>
              <a:gs pos="100000">
                <a:schemeClr val="accent1"/>
              </a:gs>
              <a:gs pos="68000">
                <a:schemeClr val="tx1">
                  <a:lumMod val="85000"/>
                  <a:lumOff val="15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74727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921DB-2DD6-4869-9104-BE40FBBCC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10" name="Subtitle">
            <a:extLst>
              <a:ext uri="{FF2B5EF4-FFF2-40B4-BE49-F238E27FC236}">
                <a16:creationId xmlns:a16="http://schemas.microsoft.com/office/drawing/2014/main" id="{1CC9B96F-1A0A-4B16-BDF7-48B289CD533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363" y="1080000"/>
            <a:ext cx="11471275" cy="360362"/>
          </a:xfrm>
        </p:spPr>
        <p:txBody>
          <a:bodyPr/>
          <a:lstStyle>
            <a:lvl1pPr marL="0" indent="0">
              <a:buNone/>
              <a:defRPr sz="2100"/>
            </a:lvl1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9A7081-42C5-4F4E-8A26-E7788CCF4F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0" y="1620000"/>
            <a:ext cx="11473200" cy="4500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38FCAA-94B1-47BD-AD46-123D3404BBB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360000" y="6483329"/>
            <a:ext cx="2709771" cy="194671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Chapter 9 - Advanced SQL</a:t>
            </a:r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A11CEA-C130-40E5-A858-8D4FE6E58641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7087722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F7CBC-CC93-4AB3-9D46-610755058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0000"/>
            <a:ext cx="11473200" cy="540000"/>
          </a:xfrm>
        </p:spPr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16" name="Subtitle">
            <a:extLst>
              <a:ext uri="{FF2B5EF4-FFF2-40B4-BE49-F238E27FC236}">
                <a16:creationId xmlns:a16="http://schemas.microsoft.com/office/drawing/2014/main" id="{152317FE-88B5-4D1F-AECF-DA69D6779BE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363" y="1080000"/>
            <a:ext cx="11471275" cy="360362"/>
          </a:xfrm>
        </p:spPr>
        <p:txBody>
          <a:bodyPr/>
          <a:lstStyle>
            <a:lvl1pPr marL="0" indent="0">
              <a:buNone/>
              <a:defRPr sz="2100"/>
            </a:lvl1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3" name="Left Col">
            <a:extLst>
              <a:ext uri="{FF2B5EF4-FFF2-40B4-BE49-F238E27FC236}">
                <a16:creationId xmlns:a16="http://schemas.microsoft.com/office/drawing/2014/main" id="{49529B8D-BAD9-4E6D-82F7-0275D8195A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60000" y="1620000"/>
            <a:ext cx="5580000" cy="4500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Right Col">
            <a:extLst>
              <a:ext uri="{FF2B5EF4-FFF2-40B4-BE49-F238E27FC236}">
                <a16:creationId xmlns:a16="http://schemas.microsoft.com/office/drawing/2014/main" id="{0AAD114E-6BCC-4476-8E44-12E87D4675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53200" y="1620000"/>
            <a:ext cx="5580000" cy="4500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FF9123-1F0C-4BD2-8233-FEE5B2A4661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360000" y="6483329"/>
            <a:ext cx="2378438" cy="187367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Chapter 9 - Advanced SQL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1E8981-59A6-4480-80A6-5619C2201789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3119239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s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9DDDF3-2E7E-4175-ACE9-B214DCE40C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8" name="Subtitle">
            <a:extLst>
              <a:ext uri="{FF2B5EF4-FFF2-40B4-BE49-F238E27FC236}">
                <a16:creationId xmlns:a16="http://schemas.microsoft.com/office/drawing/2014/main" id="{5302A3D4-CF60-41AF-924C-B30D3FD9975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363" y="1080000"/>
            <a:ext cx="11471275" cy="360362"/>
          </a:xfrm>
        </p:spPr>
        <p:txBody>
          <a:bodyPr/>
          <a:lstStyle>
            <a:lvl1pPr marL="0" indent="0">
              <a:buNone/>
              <a:defRPr sz="2100"/>
            </a:lvl1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E0E8FCF-8FC7-49D2-9516-7662294E35B7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360000" y="6483329"/>
            <a:ext cx="2378438" cy="187367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Chapter 9 - Advanced SQL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6208B4-CFD5-4FAE-9519-74EFAC0B0368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421223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AED074E-AB07-44D1-8B4E-189EAEF798D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60000" y="6483329"/>
            <a:ext cx="2378438" cy="187367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Chapter 9 - Advanced SQL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801D44B-9877-40D1-B788-EE3BFD57C5A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9466374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58BDAF4-6652-4ED3-9CCB-A28214DC5C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52407" y="6261893"/>
            <a:ext cx="4287186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Chapter 9 - Advanced SQL</a:t>
            </a:r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696823-A505-4E63-8532-FD90C1BF7A9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3621520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9577E27-B60E-C6DD-BAAF-5CCC3D59E5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303963"/>
            <a:ext cx="1219200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760"/>
            <a:ext cx="10515600" cy="1325880"/>
          </a:xfrm>
        </p:spPr>
        <p:txBody>
          <a:bodyPr anchor="ctr" anchorCtr="0">
            <a:noAutofit/>
          </a:bodyPr>
          <a:lstStyle>
            <a:lvl1pPr algn="ctr"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Content Placeholder 10">
            <a:extLst>
              <a:ext uri="{FF2B5EF4-FFF2-40B4-BE49-F238E27FC236}">
                <a16:creationId xmlns:a16="http://schemas.microsoft.com/office/drawing/2014/main" id="{964CA031-27E0-D0AA-1451-A904CCF234F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38199" y="2024781"/>
            <a:ext cx="5212079" cy="4137189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0"/>
              </a:spcBef>
              <a:spcAft>
                <a:spcPts val="6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2pPr>
            <a:lvl3pPr marL="457200" indent="-228600">
              <a:spcBef>
                <a:spcPts val="0"/>
              </a:spcBef>
              <a:spcAft>
                <a:spcPts val="6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685800" indent="-228600">
              <a:spcBef>
                <a:spcPts val="0"/>
              </a:spcBef>
              <a:spcAft>
                <a:spcPts val="6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4pPr>
            <a:lvl5pPr marL="914400" indent="-228600">
              <a:spcBef>
                <a:spcPts val="0"/>
              </a:spcBef>
              <a:spcAft>
                <a:spcPts val="6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81FE0D7D-86B7-CCD2-A7A1-70E95846B542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459795" y="2024780"/>
            <a:ext cx="4894006" cy="4137189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0"/>
              </a:spcBef>
              <a:spcAft>
                <a:spcPts val="6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2pPr>
            <a:lvl3pPr marL="457200" indent="-228600">
              <a:spcBef>
                <a:spcPts val="0"/>
              </a:spcBef>
              <a:spcAft>
                <a:spcPts val="6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685800" indent="-228600">
              <a:spcBef>
                <a:spcPts val="0"/>
              </a:spcBef>
              <a:spcAft>
                <a:spcPts val="6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4pPr>
            <a:lvl5pPr marL="914400" indent="-228600">
              <a:spcBef>
                <a:spcPts val="0"/>
              </a:spcBef>
              <a:spcAft>
                <a:spcPts val="6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Chapter 9 - Advanced SQL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5851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0945AC3A-7D9B-423E-A2BF-B883C9B2D241}"/>
              </a:ext>
            </a:extLst>
          </p:cNvPr>
          <p:cNvPicPr>
            <a:picLocks/>
          </p:cNvPicPr>
          <p:nvPr userDrawn="1"/>
        </p:nvPicPr>
        <p:blipFill rotWithShape="1">
          <a:blip r:embed="rId2" cstate="screen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15"/>
          <a:stretch/>
        </p:blipFill>
        <p:spPr>
          <a:xfrm>
            <a:off x="7801452" y="1"/>
            <a:ext cx="4389120" cy="667512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7524B29-B525-4E47-862B-FD57B403D539}"/>
              </a:ext>
            </a:extLst>
          </p:cNvPr>
          <p:cNvSpPr/>
          <p:nvPr userDrawn="1"/>
        </p:nvSpPr>
        <p:spPr>
          <a:xfrm>
            <a:off x="7804351" y="1"/>
            <a:ext cx="4386221" cy="6678000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140927D5-AE1A-4ABD-BD8F-2F78723FF0D6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11284" y="1"/>
            <a:ext cx="7815636" cy="667702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Insert or Drag and Drop your Image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94C333A-735B-44F8-99E4-E73D8172DE35}"/>
              </a:ext>
            </a:extLst>
          </p:cNvPr>
          <p:cNvSpPr/>
          <p:nvPr userDrawn="1"/>
        </p:nvSpPr>
        <p:spPr>
          <a:xfrm>
            <a:off x="-9856" y="6678000"/>
            <a:ext cx="9405316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C69AA83-848B-4DFD-A644-A5D9CEFF95E3}"/>
              </a:ext>
            </a:extLst>
          </p:cNvPr>
          <p:cNvSpPr/>
          <p:nvPr userDrawn="1"/>
        </p:nvSpPr>
        <p:spPr>
          <a:xfrm>
            <a:off x="7804351" y="6678000"/>
            <a:ext cx="4224295" cy="144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Ins="36000" bIns="0" rtlCol="0" anchor="b"/>
          <a:lstStyle/>
          <a:p>
            <a:pPr algn="r"/>
            <a:endParaRPr lang="en-US" sz="1000" noProof="1">
              <a:latin typeface="Tw Cen MT" panose="020B0602020104020603" pitchFamily="34" charset="0"/>
            </a:endParaRP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42880EF2-ACF9-4D66-99FF-99CB3F61BE99}"/>
              </a:ext>
            </a:extLst>
          </p:cNvPr>
          <p:cNvSpPr txBox="1">
            <a:spLocks/>
          </p:cNvSpPr>
          <p:nvPr userDrawn="1"/>
        </p:nvSpPr>
        <p:spPr>
          <a:xfrm>
            <a:off x="12030074" y="6678000"/>
            <a:ext cx="161925" cy="144000"/>
          </a:xfrm>
          <a:prstGeom prst="rect">
            <a:avLst/>
          </a:prstGeom>
          <a:solidFill>
            <a:schemeClr val="accent1"/>
          </a:solidFill>
        </p:spPr>
        <p:txBody>
          <a:bodyPr vert="horz" lIns="0" tIns="0" rIns="7200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87E03C-DE68-4CE8-A7F1-B9DD28846B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73392" y="1962149"/>
            <a:ext cx="3759807" cy="1547813"/>
          </a:xfrm>
        </p:spPr>
        <p:txBody>
          <a:bodyPr anchor="b"/>
          <a:lstStyle>
            <a:lvl1pPr algn="l">
              <a:lnSpc>
                <a:spcPts val="4000"/>
              </a:lnSpc>
              <a:defRPr sz="4800" spc="-15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EE8855-FE55-4351-B21B-FE33CB8050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73391" y="3602038"/>
            <a:ext cx="3756943" cy="722312"/>
          </a:xfrm>
        </p:spPr>
        <p:txBody>
          <a:bodyPr/>
          <a:lstStyle>
            <a:lvl1pPr marL="0" indent="0" algn="l">
              <a:buNone/>
              <a:defRPr sz="1600" spc="-15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Graphic 11">
            <a:extLst>
              <a:ext uri="{FF2B5EF4-FFF2-40B4-BE49-F238E27FC236}">
                <a16:creationId xmlns:a16="http://schemas.microsoft.com/office/drawing/2014/main" id="{54BAE1D8-3DF8-48CA-92C4-2E2064E4A3C5}"/>
              </a:ext>
            </a:extLst>
          </p:cNvPr>
          <p:cNvSpPr/>
          <p:nvPr userDrawn="1"/>
        </p:nvSpPr>
        <p:spPr>
          <a:xfrm>
            <a:off x="8776606" y="3981146"/>
            <a:ext cx="3413965" cy="2695876"/>
          </a:xfrm>
          <a:custGeom>
            <a:avLst/>
            <a:gdLst>
              <a:gd name="connsiteX0" fmla="*/ 4121944 w 4124325"/>
              <a:gd name="connsiteY0" fmla="*/ 1555076 h 3257550"/>
              <a:gd name="connsiteX1" fmla="*/ 4118134 w 4124325"/>
              <a:gd name="connsiteY1" fmla="*/ 1533169 h 3257550"/>
              <a:gd name="connsiteX2" fmla="*/ 2782729 w 4124325"/>
              <a:gd name="connsiteY2" fmla="*/ 39649 h 3257550"/>
              <a:gd name="connsiteX3" fmla="*/ 2108359 w 4124325"/>
              <a:gd name="connsiteY3" fmla="*/ 2436139 h 3257550"/>
              <a:gd name="connsiteX4" fmla="*/ 1262539 w 4124325"/>
              <a:gd name="connsiteY4" fmla="*/ 1310284 h 3257550"/>
              <a:gd name="connsiteX5" fmla="*/ 717709 w 4124325"/>
              <a:gd name="connsiteY5" fmla="*/ 2358986 h 3257550"/>
              <a:gd name="connsiteX6" fmla="*/ 7144 w 4124325"/>
              <a:gd name="connsiteY6" fmla="*/ 3257194 h 3257550"/>
              <a:gd name="connsiteX7" fmla="*/ 4075271 w 4124325"/>
              <a:gd name="connsiteY7" fmla="*/ 3257194 h 3257550"/>
              <a:gd name="connsiteX8" fmla="*/ 4122896 w 4124325"/>
              <a:gd name="connsiteY8" fmla="*/ 3201949 h 3257550"/>
              <a:gd name="connsiteX9" fmla="*/ 4122896 w 4124325"/>
              <a:gd name="connsiteY9" fmla="*/ 1555076 h 3257550"/>
              <a:gd name="connsiteX0" fmla="*/ 4115752 w 4207192"/>
              <a:gd name="connsiteY0" fmla="*/ 3194805 h 3286245"/>
              <a:gd name="connsiteX1" fmla="*/ 4115752 w 4207192"/>
              <a:gd name="connsiteY1" fmla="*/ 1547932 h 3286245"/>
              <a:gd name="connsiteX2" fmla="*/ 4114800 w 4207192"/>
              <a:gd name="connsiteY2" fmla="*/ 1547932 h 3286245"/>
              <a:gd name="connsiteX3" fmla="*/ 4110990 w 4207192"/>
              <a:gd name="connsiteY3" fmla="*/ 1526025 h 3286245"/>
              <a:gd name="connsiteX4" fmla="*/ 2775585 w 4207192"/>
              <a:gd name="connsiteY4" fmla="*/ 32505 h 3286245"/>
              <a:gd name="connsiteX5" fmla="*/ 2101215 w 4207192"/>
              <a:gd name="connsiteY5" fmla="*/ 2428995 h 3286245"/>
              <a:gd name="connsiteX6" fmla="*/ 1255395 w 4207192"/>
              <a:gd name="connsiteY6" fmla="*/ 1303140 h 3286245"/>
              <a:gd name="connsiteX7" fmla="*/ 710565 w 4207192"/>
              <a:gd name="connsiteY7" fmla="*/ 2351842 h 3286245"/>
              <a:gd name="connsiteX8" fmla="*/ 0 w 4207192"/>
              <a:gd name="connsiteY8" fmla="*/ 3250050 h 3286245"/>
              <a:gd name="connsiteX9" fmla="*/ 4068127 w 4207192"/>
              <a:gd name="connsiteY9" fmla="*/ 3250050 h 3286245"/>
              <a:gd name="connsiteX10" fmla="*/ 4207192 w 4207192"/>
              <a:gd name="connsiteY10" fmla="*/ 3286245 h 3286245"/>
              <a:gd name="connsiteX0" fmla="*/ 4115752 w 4207192"/>
              <a:gd name="connsiteY0" fmla="*/ 3194805 h 3286245"/>
              <a:gd name="connsiteX1" fmla="*/ 4115752 w 4207192"/>
              <a:gd name="connsiteY1" fmla="*/ 1547932 h 3286245"/>
              <a:gd name="connsiteX2" fmla="*/ 4114800 w 4207192"/>
              <a:gd name="connsiteY2" fmla="*/ 1547932 h 3286245"/>
              <a:gd name="connsiteX3" fmla="*/ 4110990 w 4207192"/>
              <a:gd name="connsiteY3" fmla="*/ 1526025 h 3286245"/>
              <a:gd name="connsiteX4" fmla="*/ 2775585 w 4207192"/>
              <a:gd name="connsiteY4" fmla="*/ 32505 h 3286245"/>
              <a:gd name="connsiteX5" fmla="*/ 2101215 w 4207192"/>
              <a:gd name="connsiteY5" fmla="*/ 2428995 h 3286245"/>
              <a:gd name="connsiteX6" fmla="*/ 1255395 w 4207192"/>
              <a:gd name="connsiteY6" fmla="*/ 1303140 h 3286245"/>
              <a:gd name="connsiteX7" fmla="*/ 710565 w 4207192"/>
              <a:gd name="connsiteY7" fmla="*/ 2351842 h 3286245"/>
              <a:gd name="connsiteX8" fmla="*/ 0 w 4207192"/>
              <a:gd name="connsiteY8" fmla="*/ 3250050 h 3286245"/>
              <a:gd name="connsiteX9" fmla="*/ 4207192 w 4207192"/>
              <a:gd name="connsiteY9" fmla="*/ 3286245 h 3286245"/>
              <a:gd name="connsiteX0" fmla="*/ 4115752 w 4115752"/>
              <a:gd name="connsiteY0" fmla="*/ 3194805 h 3250050"/>
              <a:gd name="connsiteX1" fmla="*/ 4115752 w 4115752"/>
              <a:gd name="connsiteY1" fmla="*/ 1547932 h 3250050"/>
              <a:gd name="connsiteX2" fmla="*/ 4114800 w 4115752"/>
              <a:gd name="connsiteY2" fmla="*/ 1547932 h 3250050"/>
              <a:gd name="connsiteX3" fmla="*/ 4110990 w 4115752"/>
              <a:gd name="connsiteY3" fmla="*/ 1526025 h 3250050"/>
              <a:gd name="connsiteX4" fmla="*/ 2775585 w 4115752"/>
              <a:gd name="connsiteY4" fmla="*/ 32505 h 3250050"/>
              <a:gd name="connsiteX5" fmla="*/ 2101215 w 4115752"/>
              <a:gd name="connsiteY5" fmla="*/ 2428995 h 3250050"/>
              <a:gd name="connsiteX6" fmla="*/ 1255395 w 4115752"/>
              <a:gd name="connsiteY6" fmla="*/ 1303140 h 3250050"/>
              <a:gd name="connsiteX7" fmla="*/ 710565 w 4115752"/>
              <a:gd name="connsiteY7" fmla="*/ 2351842 h 3250050"/>
              <a:gd name="connsiteX8" fmla="*/ 0 w 4115752"/>
              <a:gd name="connsiteY8" fmla="*/ 3250050 h 3250050"/>
              <a:gd name="connsiteX0" fmla="*/ 4115752 w 4115752"/>
              <a:gd name="connsiteY0" fmla="*/ 1547932 h 3250050"/>
              <a:gd name="connsiteX1" fmla="*/ 4114800 w 4115752"/>
              <a:gd name="connsiteY1" fmla="*/ 1547932 h 3250050"/>
              <a:gd name="connsiteX2" fmla="*/ 4110990 w 4115752"/>
              <a:gd name="connsiteY2" fmla="*/ 1526025 h 3250050"/>
              <a:gd name="connsiteX3" fmla="*/ 2775585 w 4115752"/>
              <a:gd name="connsiteY3" fmla="*/ 32505 h 3250050"/>
              <a:gd name="connsiteX4" fmla="*/ 2101215 w 4115752"/>
              <a:gd name="connsiteY4" fmla="*/ 2428995 h 3250050"/>
              <a:gd name="connsiteX5" fmla="*/ 1255395 w 4115752"/>
              <a:gd name="connsiteY5" fmla="*/ 1303140 h 3250050"/>
              <a:gd name="connsiteX6" fmla="*/ 710565 w 4115752"/>
              <a:gd name="connsiteY6" fmla="*/ 2351842 h 3250050"/>
              <a:gd name="connsiteX7" fmla="*/ 0 w 4115752"/>
              <a:gd name="connsiteY7" fmla="*/ 3250050 h 325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115752" h="3250050">
                <a:moveTo>
                  <a:pt x="4115752" y="1547932"/>
                </a:moveTo>
                <a:lnTo>
                  <a:pt x="4114800" y="1547932"/>
                </a:lnTo>
                <a:cubicBezTo>
                  <a:pt x="4114800" y="1540312"/>
                  <a:pt x="4113847" y="1532692"/>
                  <a:pt x="4110990" y="1526025"/>
                </a:cubicBezTo>
                <a:cubicBezTo>
                  <a:pt x="4060507" y="1391722"/>
                  <a:pt x="3224212" y="-249435"/>
                  <a:pt x="2775585" y="32505"/>
                </a:cubicBezTo>
                <a:cubicBezTo>
                  <a:pt x="2375535" y="283965"/>
                  <a:pt x="2629852" y="2428995"/>
                  <a:pt x="2101215" y="2428995"/>
                </a:cubicBezTo>
                <a:cubicBezTo>
                  <a:pt x="1784985" y="2428995"/>
                  <a:pt x="1670685" y="1303140"/>
                  <a:pt x="1255395" y="1303140"/>
                </a:cubicBezTo>
                <a:cubicBezTo>
                  <a:pt x="1037272" y="1303140"/>
                  <a:pt x="710565" y="1554600"/>
                  <a:pt x="710565" y="2351842"/>
                </a:cubicBezTo>
                <a:cubicBezTo>
                  <a:pt x="710565" y="3149085"/>
                  <a:pt x="0" y="3250050"/>
                  <a:pt x="0" y="3250050"/>
                </a:cubicBezTo>
              </a:path>
            </a:pathLst>
          </a:custGeom>
          <a:noFill/>
          <a:ln w="9525" cap="flat">
            <a:solidFill>
              <a:schemeClr val="bg1"/>
            </a:solidFill>
            <a:prstDash val="dash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74E860F-437F-442E-898C-244A0DD5D765}"/>
              </a:ext>
            </a:extLst>
          </p:cNvPr>
          <p:cNvSpPr/>
          <p:nvPr userDrawn="1"/>
        </p:nvSpPr>
        <p:spPr>
          <a:xfrm>
            <a:off x="-9856" y="6822000"/>
            <a:ext cx="12201856" cy="36000"/>
          </a:xfrm>
          <a:prstGeom prst="rect">
            <a:avLst/>
          </a:prstGeom>
          <a:gradFill>
            <a:gsLst>
              <a:gs pos="0">
                <a:schemeClr val="accent4"/>
              </a:gs>
              <a:gs pos="37000">
                <a:schemeClr val="bg1">
                  <a:lumMod val="85000"/>
                </a:schemeClr>
              </a:gs>
              <a:gs pos="100000">
                <a:schemeClr val="accent1"/>
              </a:gs>
              <a:gs pos="68000">
                <a:schemeClr val="tx1">
                  <a:lumMod val="85000"/>
                  <a:lumOff val="15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50338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9FB83C35-D975-48B4-8E79-AB7A1A80DFC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7799832" cy="667512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D7E187E-6082-49C3-B795-CC4321FE39F8}"/>
              </a:ext>
            </a:extLst>
          </p:cNvPr>
          <p:cNvSpPr/>
          <p:nvPr userDrawn="1"/>
        </p:nvSpPr>
        <p:spPr>
          <a:xfrm>
            <a:off x="6671" y="0"/>
            <a:ext cx="7802524" cy="6677644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8FBFF6A8-5ABD-4191-81E4-C9F86380A56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7801097" y="1"/>
            <a:ext cx="4389475" cy="667764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/>
              <a:t>Insert or Drag and Drop your Image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E27D1E-1708-4D17-AB85-058EE0C34776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gradFill>
            <a:gsLst>
              <a:gs pos="82000">
                <a:schemeClr val="tx1">
                  <a:lumMod val="85000"/>
                  <a:lumOff val="15000"/>
                </a:schemeClr>
              </a:gs>
              <a:gs pos="100000">
                <a:schemeClr val="tx1"/>
              </a:gs>
            </a:gsLst>
          </a:gra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Chapter 9 - Advanced SQL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529A18-E6EB-4081-B804-B2FCF5287DFF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1594400" y="6678000"/>
            <a:ext cx="597600" cy="144000"/>
          </a:xfrm>
        </p:spPr>
        <p:txBody>
          <a:bodyPr/>
          <a:lstStyle/>
          <a:p>
            <a:fld id="{058DB212-BFA2-403F-85EF-DFD3FF6D973A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C6A78464-8D00-4B94-90C7-90F1B54C8A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73834" y="2481141"/>
            <a:ext cx="3759807" cy="1547813"/>
          </a:xfrm>
        </p:spPr>
        <p:txBody>
          <a:bodyPr anchor="b"/>
          <a:lstStyle>
            <a:lvl1pPr algn="l">
              <a:lnSpc>
                <a:spcPts val="4000"/>
              </a:lnSpc>
              <a:defRPr sz="4800" spc="-15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3CDBDF0B-F377-47FD-9DA1-C3BDA7C1DE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73833" y="4220102"/>
            <a:ext cx="3756943" cy="722312"/>
          </a:xfrm>
        </p:spPr>
        <p:txBody>
          <a:bodyPr/>
          <a:lstStyle>
            <a:lvl1pPr marL="0" indent="0" algn="l">
              <a:buNone/>
              <a:defRPr sz="1600" spc="-15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18" name="Graphic 15">
            <a:extLst>
              <a:ext uri="{FF2B5EF4-FFF2-40B4-BE49-F238E27FC236}">
                <a16:creationId xmlns:a16="http://schemas.microsoft.com/office/drawing/2014/main" id="{F50292C9-54F6-4F7B-A885-34CE1E3B0351}"/>
              </a:ext>
            </a:extLst>
          </p:cNvPr>
          <p:cNvSpPr/>
          <p:nvPr/>
        </p:nvSpPr>
        <p:spPr>
          <a:xfrm flipH="1">
            <a:off x="-1428" y="4123811"/>
            <a:ext cx="6027420" cy="2599249"/>
          </a:xfrm>
          <a:custGeom>
            <a:avLst/>
            <a:gdLst>
              <a:gd name="connsiteX0" fmla="*/ 7144 w 6505575"/>
              <a:gd name="connsiteY0" fmla="*/ 2606393 h 2609850"/>
              <a:gd name="connsiteX1" fmla="*/ 881539 w 6505575"/>
              <a:gd name="connsiteY1" fmla="*/ 2062516 h 2609850"/>
              <a:gd name="connsiteX2" fmla="*/ 1477804 w 6505575"/>
              <a:gd name="connsiteY2" fmla="*/ 2056801 h 2609850"/>
              <a:gd name="connsiteX3" fmla="*/ 1569244 w 6505575"/>
              <a:gd name="connsiteY3" fmla="*/ 2112046 h 2609850"/>
              <a:gd name="connsiteX4" fmla="*/ 2539841 w 6505575"/>
              <a:gd name="connsiteY4" fmla="*/ 2084423 h 2609850"/>
              <a:gd name="connsiteX5" fmla="*/ 3238976 w 6505575"/>
              <a:gd name="connsiteY5" fmla="*/ 1611031 h 2609850"/>
              <a:gd name="connsiteX6" fmla="*/ 3642836 w 6505575"/>
              <a:gd name="connsiteY6" fmla="*/ 1590076 h 2609850"/>
              <a:gd name="connsiteX7" fmla="*/ 3963829 w 6505575"/>
              <a:gd name="connsiteY7" fmla="*/ 1762478 h 2609850"/>
              <a:gd name="connsiteX8" fmla="*/ 4862989 w 6505575"/>
              <a:gd name="connsiteY8" fmla="*/ 1455773 h 2609850"/>
              <a:gd name="connsiteX9" fmla="*/ 5106829 w 6505575"/>
              <a:gd name="connsiteY9" fmla="*/ 734731 h 2609850"/>
              <a:gd name="connsiteX10" fmla="*/ 6034564 w 6505575"/>
              <a:gd name="connsiteY10" fmla="*/ 69886 h 2609850"/>
              <a:gd name="connsiteX11" fmla="*/ 6034564 w 6505575"/>
              <a:gd name="connsiteY11" fmla="*/ 69886 h 2609850"/>
              <a:gd name="connsiteX12" fmla="*/ 6507004 w 6505575"/>
              <a:gd name="connsiteY12" fmla="*/ 1395766 h 2609850"/>
              <a:gd name="connsiteX13" fmla="*/ 6507004 w 6505575"/>
              <a:gd name="connsiteY13" fmla="*/ 2605441 h 2609850"/>
              <a:gd name="connsiteX14" fmla="*/ 7144 w 6505575"/>
              <a:gd name="connsiteY14" fmla="*/ 2605441 h 2609850"/>
              <a:gd name="connsiteX0" fmla="*/ 6499860 w 6591300"/>
              <a:gd name="connsiteY0" fmla="*/ 1388622 h 2599249"/>
              <a:gd name="connsiteX1" fmla="*/ 6499860 w 6591300"/>
              <a:gd name="connsiteY1" fmla="*/ 2598297 h 2599249"/>
              <a:gd name="connsiteX2" fmla="*/ 0 w 6591300"/>
              <a:gd name="connsiteY2" fmla="*/ 2598297 h 2599249"/>
              <a:gd name="connsiteX3" fmla="*/ 0 w 6591300"/>
              <a:gd name="connsiteY3" fmla="*/ 2599249 h 2599249"/>
              <a:gd name="connsiteX4" fmla="*/ 874395 w 6591300"/>
              <a:gd name="connsiteY4" fmla="*/ 2055372 h 2599249"/>
              <a:gd name="connsiteX5" fmla="*/ 1470660 w 6591300"/>
              <a:gd name="connsiteY5" fmla="*/ 2049657 h 2599249"/>
              <a:gd name="connsiteX6" fmla="*/ 1562100 w 6591300"/>
              <a:gd name="connsiteY6" fmla="*/ 2104902 h 2599249"/>
              <a:gd name="connsiteX7" fmla="*/ 2532697 w 6591300"/>
              <a:gd name="connsiteY7" fmla="*/ 2077279 h 2599249"/>
              <a:gd name="connsiteX8" fmla="*/ 3231832 w 6591300"/>
              <a:gd name="connsiteY8" fmla="*/ 1603887 h 2599249"/>
              <a:gd name="connsiteX9" fmla="*/ 3635692 w 6591300"/>
              <a:gd name="connsiteY9" fmla="*/ 1582932 h 2599249"/>
              <a:gd name="connsiteX10" fmla="*/ 3956685 w 6591300"/>
              <a:gd name="connsiteY10" fmla="*/ 1755334 h 2599249"/>
              <a:gd name="connsiteX11" fmla="*/ 4855845 w 6591300"/>
              <a:gd name="connsiteY11" fmla="*/ 1448629 h 2599249"/>
              <a:gd name="connsiteX12" fmla="*/ 5099685 w 6591300"/>
              <a:gd name="connsiteY12" fmla="*/ 727587 h 2599249"/>
              <a:gd name="connsiteX13" fmla="*/ 6027420 w 6591300"/>
              <a:gd name="connsiteY13" fmla="*/ 62742 h 2599249"/>
              <a:gd name="connsiteX14" fmla="*/ 6027420 w 6591300"/>
              <a:gd name="connsiteY14" fmla="*/ 62742 h 2599249"/>
              <a:gd name="connsiteX15" fmla="*/ 6591300 w 6591300"/>
              <a:gd name="connsiteY15" fmla="*/ 1480062 h 2599249"/>
              <a:gd name="connsiteX0" fmla="*/ 6499860 w 6591300"/>
              <a:gd name="connsiteY0" fmla="*/ 2598297 h 2599249"/>
              <a:gd name="connsiteX1" fmla="*/ 0 w 6591300"/>
              <a:gd name="connsiteY1" fmla="*/ 2598297 h 2599249"/>
              <a:gd name="connsiteX2" fmla="*/ 0 w 6591300"/>
              <a:gd name="connsiteY2" fmla="*/ 2599249 h 2599249"/>
              <a:gd name="connsiteX3" fmla="*/ 874395 w 6591300"/>
              <a:gd name="connsiteY3" fmla="*/ 2055372 h 2599249"/>
              <a:gd name="connsiteX4" fmla="*/ 1470660 w 6591300"/>
              <a:gd name="connsiteY4" fmla="*/ 2049657 h 2599249"/>
              <a:gd name="connsiteX5" fmla="*/ 1562100 w 6591300"/>
              <a:gd name="connsiteY5" fmla="*/ 2104902 h 2599249"/>
              <a:gd name="connsiteX6" fmla="*/ 2532697 w 6591300"/>
              <a:gd name="connsiteY6" fmla="*/ 2077279 h 2599249"/>
              <a:gd name="connsiteX7" fmla="*/ 3231832 w 6591300"/>
              <a:gd name="connsiteY7" fmla="*/ 1603887 h 2599249"/>
              <a:gd name="connsiteX8" fmla="*/ 3635692 w 6591300"/>
              <a:gd name="connsiteY8" fmla="*/ 1582932 h 2599249"/>
              <a:gd name="connsiteX9" fmla="*/ 3956685 w 6591300"/>
              <a:gd name="connsiteY9" fmla="*/ 1755334 h 2599249"/>
              <a:gd name="connsiteX10" fmla="*/ 4855845 w 6591300"/>
              <a:gd name="connsiteY10" fmla="*/ 1448629 h 2599249"/>
              <a:gd name="connsiteX11" fmla="*/ 5099685 w 6591300"/>
              <a:gd name="connsiteY11" fmla="*/ 727587 h 2599249"/>
              <a:gd name="connsiteX12" fmla="*/ 6027420 w 6591300"/>
              <a:gd name="connsiteY12" fmla="*/ 62742 h 2599249"/>
              <a:gd name="connsiteX13" fmla="*/ 6027420 w 6591300"/>
              <a:gd name="connsiteY13" fmla="*/ 62742 h 2599249"/>
              <a:gd name="connsiteX14" fmla="*/ 6591300 w 6591300"/>
              <a:gd name="connsiteY14" fmla="*/ 1480062 h 2599249"/>
              <a:gd name="connsiteX0" fmla="*/ 0 w 6591300"/>
              <a:gd name="connsiteY0" fmla="*/ 2598297 h 2599249"/>
              <a:gd name="connsiteX1" fmla="*/ 0 w 6591300"/>
              <a:gd name="connsiteY1" fmla="*/ 2599249 h 2599249"/>
              <a:gd name="connsiteX2" fmla="*/ 874395 w 6591300"/>
              <a:gd name="connsiteY2" fmla="*/ 2055372 h 2599249"/>
              <a:gd name="connsiteX3" fmla="*/ 1470660 w 6591300"/>
              <a:gd name="connsiteY3" fmla="*/ 2049657 h 2599249"/>
              <a:gd name="connsiteX4" fmla="*/ 1562100 w 6591300"/>
              <a:gd name="connsiteY4" fmla="*/ 2104902 h 2599249"/>
              <a:gd name="connsiteX5" fmla="*/ 2532697 w 6591300"/>
              <a:gd name="connsiteY5" fmla="*/ 2077279 h 2599249"/>
              <a:gd name="connsiteX6" fmla="*/ 3231832 w 6591300"/>
              <a:gd name="connsiteY6" fmla="*/ 1603887 h 2599249"/>
              <a:gd name="connsiteX7" fmla="*/ 3635692 w 6591300"/>
              <a:gd name="connsiteY7" fmla="*/ 1582932 h 2599249"/>
              <a:gd name="connsiteX8" fmla="*/ 3956685 w 6591300"/>
              <a:gd name="connsiteY8" fmla="*/ 1755334 h 2599249"/>
              <a:gd name="connsiteX9" fmla="*/ 4855845 w 6591300"/>
              <a:gd name="connsiteY9" fmla="*/ 1448629 h 2599249"/>
              <a:gd name="connsiteX10" fmla="*/ 5099685 w 6591300"/>
              <a:gd name="connsiteY10" fmla="*/ 727587 h 2599249"/>
              <a:gd name="connsiteX11" fmla="*/ 6027420 w 6591300"/>
              <a:gd name="connsiteY11" fmla="*/ 62742 h 2599249"/>
              <a:gd name="connsiteX12" fmla="*/ 6027420 w 6591300"/>
              <a:gd name="connsiteY12" fmla="*/ 62742 h 2599249"/>
              <a:gd name="connsiteX13" fmla="*/ 6591300 w 6591300"/>
              <a:gd name="connsiteY13" fmla="*/ 1480062 h 2599249"/>
              <a:gd name="connsiteX0" fmla="*/ 0 w 6027420"/>
              <a:gd name="connsiteY0" fmla="*/ 2598297 h 2599249"/>
              <a:gd name="connsiteX1" fmla="*/ 0 w 6027420"/>
              <a:gd name="connsiteY1" fmla="*/ 2599249 h 2599249"/>
              <a:gd name="connsiteX2" fmla="*/ 874395 w 6027420"/>
              <a:gd name="connsiteY2" fmla="*/ 2055372 h 2599249"/>
              <a:gd name="connsiteX3" fmla="*/ 1470660 w 6027420"/>
              <a:gd name="connsiteY3" fmla="*/ 2049657 h 2599249"/>
              <a:gd name="connsiteX4" fmla="*/ 1562100 w 6027420"/>
              <a:gd name="connsiteY4" fmla="*/ 2104902 h 2599249"/>
              <a:gd name="connsiteX5" fmla="*/ 2532697 w 6027420"/>
              <a:gd name="connsiteY5" fmla="*/ 2077279 h 2599249"/>
              <a:gd name="connsiteX6" fmla="*/ 3231832 w 6027420"/>
              <a:gd name="connsiteY6" fmla="*/ 1603887 h 2599249"/>
              <a:gd name="connsiteX7" fmla="*/ 3635692 w 6027420"/>
              <a:gd name="connsiteY7" fmla="*/ 1582932 h 2599249"/>
              <a:gd name="connsiteX8" fmla="*/ 3956685 w 6027420"/>
              <a:gd name="connsiteY8" fmla="*/ 1755334 h 2599249"/>
              <a:gd name="connsiteX9" fmla="*/ 4855845 w 6027420"/>
              <a:gd name="connsiteY9" fmla="*/ 1448629 h 2599249"/>
              <a:gd name="connsiteX10" fmla="*/ 5099685 w 6027420"/>
              <a:gd name="connsiteY10" fmla="*/ 727587 h 2599249"/>
              <a:gd name="connsiteX11" fmla="*/ 6027420 w 6027420"/>
              <a:gd name="connsiteY11" fmla="*/ 62742 h 2599249"/>
              <a:gd name="connsiteX12" fmla="*/ 6027420 w 6027420"/>
              <a:gd name="connsiteY12" fmla="*/ 62742 h 25992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027420" h="2599249">
                <a:moveTo>
                  <a:pt x="0" y="2598297"/>
                </a:moveTo>
                <a:lnTo>
                  <a:pt x="0" y="2599249"/>
                </a:lnTo>
                <a:lnTo>
                  <a:pt x="874395" y="2055372"/>
                </a:lnTo>
                <a:cubicBezTo>
                  <a:pt x="1056322" y="1942024"/>
                  <a:pt x="1286827" y="1940119"/>
                  <a:pt x="1470660" y="2049657"/>
                </a:cubicBezTo>
                <a:lnTo>
                  <a:pt x="1562100" y="2104902"/>
                </a:lnTo>
                <a:cubicBezTo>
                  <a:pt x="1863090" y="2284924"/>
                  <a:pt x="2241232" y="2273494"/>
                  <a:pt x="2532697" y="2077279"/>
                </a:cubicBezTo>
                <a:lnTo>
                  <a:pt x="3231832" y="1603887"/>
                </a:lnTo>
                <a:cubicBezTo>
                  <a:pt x="3351847" y="1521972"/>
                  <a:pt x="3508057" y="1514352"/>
                  <a:pt x="3635692" y="1582932"/>
                </a:cubicBezTo>
                <a:lnTo>
                  <a:pt x="3956685" y="1755334"/>
                </a:lnTo>
                <a:cubicBezTo>
                  <a:pt x="4288155" y="1933452"/>
                  <a:pt x="4701540" y="1792482"/>
                  <a:pt x="4855845" y="1448629"/>
                </a:cubicBezTo>
                <a:lnTo>
                  <a:pt x="5099685" y="727587"/>
                </a:lnTo>
                <a:cubicBezTo>
                  <a:pt x="5228273" y="156087"/>
                  <a:pt x="5863590" y="-137283"/>
                  <a:pt x="6027420" y="62742"/>
                </a:cubicBezTo>
                <a:lnTo>
                  <a:pt x="6027420" y="62742"/>
                </a:lnTo>
              </a:path>
            </a:pathLst>
          </a:custGeom>
          <a:noFill/>
          <a:ln w="9525" cap="flat">
            <a:solidFill>
              <a:schemeClr val="bg1"/>
            </a:solidFill>
            <a:prstDash val="dash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82679088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F7CBC-CC93-4AB3-9D46-610755058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0000"/>
            <a:ext cx="6993300" cy="540000"/>
          </a:xfrm>
        </p:spPr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16" name="Subtitle">
            <a:extLst>
              <a:ext uri="{FF2B5EF4-FFF2-40B4-BE49-F238E27FC236}">
                <a16:creationId xmlns:a16="http://schemas.microsoft.com/office/drawing/2014/main" id="{152317FE-88B5-4D1F-AECF-DA69D6779BE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363" y="1080000"/>
            <a:ext cx="6992937" cy="360362"/>
          </a:xfrm>
        </p:spPr>
        <p:txBody>
          <a:bodyPr/>
          <a:lstStyle>
            <a:lvl1pPr marL="0" indent="0">
              <a:buNone/>
              <a:defRPr sz="2100"/>
            </a:lvl1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3" name="Left Col">
            <a:extLst>
              <a:ext uri="{FF2B5EF4-FFF2-40B4-BE49-F238E27FC236}">
                <a16:creationId xmlns:a16="http://schemas.microsoft.com/office/drawing/2014/main" id="{49529B8D-BAD9-4E6D-82F7-0275D8195A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60000" y="1620000"/>
            <a:ext cx="6992936" cy="4500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3B63572F-04A5-456D-9066-1A65AFF5E68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804150" y="1"/>
            <a:ext cx="4387850" cy="6679488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/>
              <a:t>Insert or Drag and Drop your Image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9230BC-20AB-4DD9-AF5C-47BA72E5698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37017250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Layou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95A87C21-15CD-48D8-B583-89B110156879}"/>
              </a:ext>
            </a:extLst>
          </p:cNvPr>
          <p:cNvSpPr/>
          <p:nvPr userDrawn="1"/>
        </p:nvSpPr>
        <p:spPr>
          <a:xfrm>
            <a:off x="7804351" y="0"/>
            <a:ext cx="4386221" cy="6677022"/>
          </a:xfrm>
          <a:prstGeom prst="rect">
            <a:avLst/>
          </a:prstGeom>
          <a:solidFill>
            <a:schemeClr val="bg1">
              <a:lumMod val="9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BF7CBC-CC93-4AB3-9D46-610755058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0000"/>
            <a:ext cx="6993300" cy="540000"/>
          </a:xfrm>
        </p:spPr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16" name="Subtitle">
            <a:extLst>
              <a:ext uri="{FF2B5EF4-FFF2-40B4-BE49-F238E27FC236}">
                <a16:creationId xmlns:a16="http://schemas.microsoft.com/office/drawing/2014/main" id="{152317FE-88B5-4D1F-AECF-DA69D6779BE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363" y="1080000"/>
            <a:ext cx="6992937" cy="360362"/>
          </a:xfrm>
        </p:spPr>
        <p:txBody>
          <a:bodyPr/>
          <a:lstStyle>
            <a:lvl1pPr marL="0" indent="0">
              <a:buNone/>
              <a:defRPr sz="2100"/>
            </a:lvl1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3" name="Left Col">
            <a:extLst>
              <a:ext uri="{FF2B5EF4-FFF2-40B4-BE49-F238E27FC236}">
                <a16:creationId xmlns:a16="http://schemas.microsoft.com/office/drawing/2014/main" id="{49529B8D-BAD9-4E6D-82F7-0275D8195A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60000" y="1620000"/>
            <a:ext cx="6992936" cy="4500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3B63572F-04A5-456D-9066-1A65AFF5E68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27752" y="4320000"/>
            <a:ext cx="1800000" cy="1800000"/>
          </a:xfrm>
          <a:solidFill>
            <a:schemeClr val="bg1"/>
          </a:solidFill>
        </p:spPr>
        <p:txBody>
          <a:bodyPr anchor="ctr"/>
          <a:lstStyle>
            <a:lvl1pPr marL="0" indent="0" algn="ctr">
              <a:buNone/>
              <a:defRPr sz="16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/>
              <a:t>Insert or Drag and Drop your Image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263EBA-2C46-40FB-9D48-819ED0C8994F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noProof="0"/>
              <a:t>Chapter 9 - Advanced SQL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9230BC-20AB-4DD9-AF5C-47BA72E5698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5092E684-C621-4F92-A05A-A167EEF46270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0057037" y="4320000"/>
            <a:ext cx="1800000" cy="1800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/>
              <a:t>Insert or Drag and Drop your Image</a:t>
            </a:r>
          </a:p>
        </p:txBody>
      </p:sp>
      <p:sp>
        <p:nvSpPr>
          <p:cNvPr id="9" name="Picture Placeholder 5">
            <a:extLst>
              <a:ext uri="{FF2B5EF4-FFF2-40B4-BE49-F238E27FC236}">
                <a16:creationId xmlns:a16="http://schemas.microsoft.com/office/drawing/2014/main" id="{6958D132-F2A9-41E1-BDD8-067D52CE5FEB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127752" y="2395565"/>
            <a:ext cx="1800000" cy="1800000"/>
          </a:xfrm>
          <a:solidFill>
            <a:schemeClr val="bg1"/>
          </a:solidFill>
        </p:spPr>
        <p:txBody>
          <a:bodyPr anchor="ctr"/>
          <a:lstStyle>
            <a:lvl1pPr marL="0" indent="0" algn="ctr">
              <a:buNone/>
              <a:defRPr sz="16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/>
              <a:t>Insert or Drag and Drop your Image</a:t>
            </a:r>
          </a:p>
        </p:txBody>
      </p:sp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B88FD4DB-5089-4686-B4F7-A26163146C9A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0057037" y="2395565"/>
            <a:ext cx="1800000" cy="1800000"/>
          </a:xfrm>
          <a:solidFill>
            <a:schemeClr val="tx1">
              <a:lumMod val="75000"/>
              <a:lumOff val="25000"/>
            </a:schemeClr>
          </a:solidFill>
        </p:spPr>
        <p:txBody>
          <a:bodyPr anchor="ctr"/>
          <a:lstStyle>
            <a:lvl1pPr marL="0" indent="0" algn="ctr">
              <a:buNone/>
              <a:defRPr sz="1600" i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/>
              <a:t>Insert or Drag and Drop your Image</a:t>
            </a:r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324023AF-AB97-4B60-86FA-5DC8DA1B5C49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8127752" y="471129"/>
            <a:ext cx="1800000" cy="1800000"/>
          </a:xfr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6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/>
              <a:t>Insert or Drag and Drop your Image</a:t>
            </a:r>
          </a:p>
        </p:txBody>
      </p:sp>
      <p:sp>
        <p:nvSpPr>
          <p:cNvPr id="12" name="Picture Placeholder 5">
            <a:extLst>
              <a:ext uri="{FF2B5EF4-FFF2-40B4-BE49-F238E27FC236}">
                <a16:creationId xmlns:a16="http://schemas.microsoft.com/office/drawing/2014/main" id="{8210F231-568A-4348-B33F-9EBB4A5CF9EB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10057037" y="471129"/>
            <a:ext cx="1800000" cy="1800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/>
              <a:t>Insert or Drag and Drop your Image</a:t>
            </a:r>
          </a:p>
        </p:txBody>
      </p:sp>
    </p:spTree>
    <p:extLst>
      <p:ext uri="{BB962C8B-B14F-4D97-AF65-F5344CB8AC3E}">
        <p14:creationId xmlns:p14="http://schemas.microsoft.com/office/powerpoint/2010/main" val="150216862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F7CBC-CC93-4AB3-9D46-610755058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0000"/>
            <a:ext cx="11473200" cy="540000"/>
          </a:xfrm>
        </p:spPr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Left Col">
            <a:extLst>
              <a:ext uri="{FF2B5EF4-FFF2-40B4-BE49-F238E27FC236}">
                <a16:creationId xmlns:a16="http://schemas.microsoft.com/office/drawing/2014/main" id="{49529B8D-BAD9-4E6D-82F7-0275D8195A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60000" y="1980000"/>
            <a:ext cx="5580000" cy="4140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" name="Left Header">
            <a:extLst>
              <a:ext uri="{FF2B5EF4-FFF2-40B4-BE49-F238E27FC236}">
                <a16:creationId xmlns:a16="http://schemas.microsoft.com/office/drawing/2014/main" id="{2241B0A0-0033-49FF-89B8-142165C8E93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000" y="1620000"/>
            <a:ext cx="5580000" cy="360000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pPr lvl="0"/>
            <a:r>
              <a:rPr lang="en-US" noProof="0"/>
              <a:t>Compare A</a:t>
            </a:r>
          </a:p>
        </p:txBody>
      </p:sp>
      <p:sp>
        <p:nvSpPr>
          <p:cNvPr id="4" name="Right Col">
            <a:extLst>
              <a:ext uri="{FF2B5EF4-FFF2-40B4-BE49-F238E27FC236}">
                <a16:creationId xmlns:a16="http://schemas.microsoft.com/office/drawing/2014/main" id="{0AAD114E-6BCC-4476-8E44-12E87D4675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53200" y="1980000"/>
            <a:ext cx="5580000" cy="4140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" name="Right Header">
            <a:extLst>
              <a:ext uri="{FF2B5EF4-FFF2-40B4-BE49-F238E27FC236}">
                <a16:creationId xmlns:a16="http://schemas.microsoft.com/office/drawing/2014/main" id="{069A9930-1B94-49BC-B4A6-B597F155D2D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53200" y="1620000"/>
            <a:ext cx="5580000" cy="360000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pPr lvl="0"/>
            <a:r>
              <a:rPr lang="en-US" noProof="0"/>
              <a:t>Compare B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7AC535-CCE6-472A-BA3D-DDE92DFF0ED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noProof="0"/>
              <a:t>Chapter 9 - Advanced SQL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32F890-EB29-4A5B-A499-BB0FC04447A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94479617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3B63572F-04A5-456D-9066-1A65AFF5E68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1999" cy="6678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/>
              <a:t>Insert or Drag and Drop your Image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9A41AC-399F-4B25-A28A-F7679843C36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0" name="Caption">
            <a:extLst>
              <a:ext uri="{FF2B5EF4-FFF2-40B4-BE49-F238E27FC236}">
                <a16:creationId xmlns:a16="http://schemas.microsoft.com/office/drawing/2014/main" id="{E1C65CF6-B529-468F-B46C-1D1C2E71A11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801275" y="6156000"/>
            <a:ext cx="3793125" cy="396000"/>
          </a:xfrm>
          <a:solidFill>
            <a:schemeClr val="tx1"/>
          </a:solidFill>
        </p:spPr>
        <p:txBody>
          <a:bodyPr lIns="72000" tIns="7200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263525" indent="0">
              <a:buNone/>
              <a:defRPr/>
            </a:lvl2pPr>
            <a:lvl3pPr marL="536575" indent="0">
              <a:buNone/>
              <a:defRPr/>
            </a:lvl3pPr>
            <a:lvl4pPr marL="811213" indent="0">
              <a:buNone/>
              <a:defRPr/>
            </a:lvl4pPr>
            <a:lvl5pPr marL="1074738" indent="0">
              <a:buNone/>
              <a:defRPr/>
            </a:lvl5pPr>
          </a:lstStyle>
          <a:p>
            <a:pPr lvl="0"/>
            <a:r>
              <a:rPr lang="en-US" noProof="0"/>
              <a:t>Place your Image Caption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5845FB-DCB7-4844-B346-98986ADFC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8534412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dia Placeholder 2">
            <a:extLst>
              <a:ext uri="{FF2B5EF4-FFF2-40B4-BE49-F238E27FC236}">
                <a16:creationId xmlns:a16="http://schemas.microsoft.com/office/drawing/2014/main" id="{FB784EBA-F0C5-4F6F-9426-185FBA239203}"/>
              </a:ext>
            </a:extLst>
          </p:cNvPr>
          <p:cNvSpPr>
            <a:spLocks noGrp="1"/>
          </p:cNvSpPr>
          <p:nvPr>
            <p:ph type="media" sz="quarter" idx="15" hasCustomPrompt="1"/>
          </p:nvPr>
        </p:nvSpPr>
        <p:spPr>
          <a:xfrm>
            <a:off x="0" y="0"/>
            <a:ext cx="12192000" cy="6678000"/>
          </a:xfrm>
          <a:pattFill prst="dkUpDiag">
            <a:fgClr>
              <a:schemeClr val="bg1">
                <a:lumMod val="8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anchor="ctr"/>
          <a:lstStyle>
            <a:lvl1pPr marL="0" indent="0" algn="ctr">
              <a:buNone/>
              <a:defRPr sz="16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/>
              <a:t>Insert Your Video</a:t>
            </a:r>
          </a:p>
        </p:txBody>
      </p:sp>
      <p:sp>
        <p:nvSpPr>
          <p:cNvPr id="5" name="Caption">
            <a:extLst>
              <a:ext uri="{FF2B5EF4-FFF2-40B4-BE49-F238E27FC236}">
                <a16:creationId xmlns:a16="http://schemas.microsoft.com/office/drawing/2014/main" id="{172090C5-61AC-430F-AA33-8EF3902C466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801275" y="6156000"/>
            <a:ext cx="3793125" cy="396000"/>
          </a:xfrm>
          <a:solidFill>
            <a:schemeClr val="tx1"/>
          </a:solidFill>
        </p:spPr>
        <p:txBody>
          <a:bodyPr lIns="72000" tIns="7200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263525" indent="0">
              <a:buNone/>
              <a:defRPr/>
            </a:lvl2pPr>
            <a:lvl3pPr marL="536575" indent="0">
              <a:buNone/>
              <a:defRPr/>
            </a:lvl3pPr>
            <a:lvl4pPr marL="811213" indent="0">
              <a:buNone/>
              <a:defRPr/>
            </a:lvl4pPr>
            <a:lvl5pPr marL="1074738" indent="0">
              <a:buNone/>
              <a:defRPr/>
            </a:lvl5pPr>
          </a:lstStyle>
          <a:p>
            <a:pPr lvl="0"/>
            <a:r>
              <a:rPr lang="en-US" noProof="0"/>
              <a:t>Place your Image Caption Here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77EBDA-221D-4CBD-8DBF-E03A370015D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2508FC-366E-44DA-80A8-28048E1E4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1295197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>
            <a:extLst>
              <a:ext uri="{FF2B5EF4-FFF2-40B4-BE49-F238E27FC236}">
                <a16:creationId xmlns:a16="http://schemas.microsoft.com/office/drawing/2014/main" id="{111E4563-E2FC-4D6F-B759-AB4FB77D270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0" y="0"/>
            <a:ext cx="7799832" cy="6675120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92FE8913-A018-418C-99FB-2DF342B9B5A0}"/>
              </a:ext>
            </a:extLst>
          </p:cNvPr>
          <p:cNvSpPr/>
          <p:nvPr userDrawn="1"/>
        </p:nvSpPr>
        <p:spPr>
          <a:xfrm>
            <a:off x="0" y="0"/>
            <a:ext cx="7802524" cy="6677644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Picture Placeholder 9">
            <a:extLst>
              <a:ext uri="{FF2B5EF4-FFF2-40B4-BE49-F238E27FC236}">
                <a16:creationId xmlns:a16="http://schemas.microsoft.com/office/drawing/2014/main" id="{AF7702AD-1968-4CE6-BC7C-02C0637069A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801097" y="1"/>
            <a:ext cx="4389475" cy="667764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Insert or Drag and Drop your Image</a:t>
            </a:r>
            <a:endParaRPr lang="en-US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C6A78464-8D00-4B94-90C7-90F1B54C8AA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94862" y="3032684"/>
            <a:ext cx="3759807" cy="1547813"/>
          </a:xfrm>
        </p:spPr>
        <p:txBody>
          <a:bodyPr anchor="b"/>
          <a:lstStyle>
            <a:lvl1pPr algn="l">
              <a:lnSpc>
                <a:spcPts val="4000"/>
              </a:lnSpc>
              <a:defRPr sz="6600" spc="-150">
                <a:solidFill>
                  <a:schemeClr val="bg1"/>
                </a:solidFill>
              </a:defRPr>
            </a:lvl1pPr>
          </a:lstStyle>
          <a:p>
            <a:r>
              <a:rPr lang="en-US"/>
              <a:t>Thank You</a:t>
            </a:r>
            <a:endParaRPr lang="en-US" dirty="0"/>
          </a:p>
        </p:txBody>
      </p:sp>
      <p:sp>
        <p:nvSpPr>
          <p:cNvPr id="18" name="Graphic 15">
            <a:extLst>
              <a:ext uri="{FF2B5EF4-FFF2-40B4-BE49-F238E27FC236}">
                <a16:creationId xmlns:a16="http://schemas.microsoft.com/office/drawing/2014/main" id="{F50292C9-54F6-4F7B-A885-34CE1E3B0351}"/>
              </a:ext>
            </a:extLst>
          </p:cNvPr>
          <p:cNvSpPr/>
          <p:nvPr userDrawn="1"/>
        </p:nvSpPr>
        <p:spPr>
          <a:xfrm>
            <a:off x="1774391" y="4123811"/>
            <a:ext cx="6027420" cy="2599249"/>
          </a:xfrm>
          <a:custGeom>
            <a:avLst/>
            <a:gdLst>
              <a:gd name="connsiteX0" fmla="*/ 7144 w 6505575"/>
              <a:gd name="connsiteY0" fmla="*/ 2606393 h 2609850"/>
              <a:gd name="connsiteX1" fmla="*/ 881539 w 6505575"/>
              <a:gd name="connsiteY1" fmla="*/ 2062516 h 2609850"/>
              <a:gd name="connsiteX2" fmla="*/ 1477804 w 6505575"/>
              <a:gd name="connsiteY2" fmla="*/ 2056801 h 2609850"/>
              <a:gd name="connsiteX3" fmla="*/ 1569244 w 6505575"/>
              <a:gd name="connsiteY3" fmla="*/ 2112046 h 2609850"/>
              <a:gd name="connsiteX4" fmla="*/ 2539841 w 6505575"/>
              <a:gd name="connsiteY4" fmla="*/ 2084423 h 2609850"/>
              <a:gd name="connsiteX5" fmla="*/ 3238976 w 6505575"/>
              <a:gd name="connsiteY5" fmla="*/ 1611031 h 2609850"/>
              <a:gd name="connsiteX6" fmla="*/ 3642836 w 6505575"/>
              <a:gd name="connsiteY6" fmla="*/ 1590076 h 2609850"/>
              <a:gd name="connsiteX7" fmla="*/ 3963829 w 6505575"/>
              <a:gd name="connsiteY7" fmla="*/ 1762478 h 2609850"/>
              <a:gd name="connsiteX8" fmla="*/ 4862989 w 6505575"/>
              <a:gd name="connsiteY8" fmla="*/ 1455773 h 2609850"/>
              <a:gd name="connsiteX9" fmla="*/ 5106829 w 6505575"/>
              <a:gd name="connsiteY9" fmla="*/ 734731 h 2609850"/>
              <a:gd name="connsiteX10" fmla="*/ 6034564 w 6505575"/>
              <a:gd name="connsiteY10" fmla="*/ 69886 h 2609850"/>
              <a:gd name="connsiteX11" fmla="*/ 6034564 w 6505575"/>
              <a:gd name="connsiteY11" fmla="*/ 69886 h 2609850"/>
              <a:gd name="connsiteX12" fmla="*/ 6507004 w 6505575"/>
              <a:gd name="connsiteY12" fmla="*/ 1395766 h 2609850"/>
              <a:gd name="connsiteX13" fmla="*/ 6507004 w 6505575"/>
              <a:gd name="connsiteY13" fmla="*/ 2605441 h 2609850"/>
              <a:gd name="connsiteX14" fmla="*/ 7144 w 6505575"/>
              <a:gd name="connsiteY14" fmla="*/ 2605441 h 2609850"/>
              <a:gd name="connsiteX0" fmla="*/ 6499860 w 6591300"/>
              <a:gd name="connsiteY0" fmla="*/ 1388622 h 2599249"/>
              <a:gd name="connsiteX1" fmla="*/ 6499860 w 6591300"/>
              <a:gd name="connsiteY1" fmla="*/ 2598297 h 2599249"/>
              <a:gd name="connsiteX2" fmla="*/ 0 w 6591300"/>
              <a:gd name="connsiteY2" fmla="*/ 2598297 h 2599249"/>
              <a:gd name="connsiteX3" fmla="*/ 0 w 6591300"/>
              <a:gd name="connsiteY3" fmla="*/ 2599249 h 2599249"/>
              <a:gd name="connsiteX4" fmla="*/ 874395 w 6591300"/>
              <a:gd name="connsiteY4" fmla="*/ 2055372 h 2599249"/>
              <a:gd name="connsiteX5" fmla="*/ 1470660 w 6591300"/>
              <a:gd name="connsiteY5" fmla="*/ 2049657 h 2599249"/>
              <a:gd name="connsiteX6" fmla="*/ 1562100 w 6591300"/>
              <a:gd name="connsiteY6" fmla="*/ 2104902 h 2599249"/>
              <a:gd name="connsiteX7" fmla="*/ 2532697 w 6591300"/>
              <a:gd name="connsiteY7" fmla="*/ 2077279 h 2599249"/>
              <a:gd name="connsiteX8" fmla="*/ 3231832 w 6591300"/>
              <a:gd name="connsiteY8" fmla="*/ 1603887 h 2599249"/>
              <a:gd name="connsiteX9" fmla="*/ 3635692 w 6591300"/>
              <a:gd name="connsiteY9" fmla="*/ 1582932 h 2599249"/>
              <a:gd name="connsiteX10" fmla="*/ 3956685 w 6591300"/>
              <a:gd name="connsiteY10" fmla="*/ 1755334 h 2599249"/>
              <a:gd name="connsiteX11" fmla="*/ 4855845 w 6591300"/>
              <a:gd name="connsiteY11" fmla="*/ 1448629 h 2599249"/>
              <a:gd name="connsiteX12" fmla="*/ 5099685 w 6591300"/>
              <a:gd name="connsiteY12" fmla="*/ 727587 h 2599249"/>
              <a:gd name="connsiteX13" fmla="*/ 6027420 w 6591300"/>
              <a:gd name="connsiteY13" fmla="*/ 62742 h 2599249"/>
              <a:gd name="connsiteX14" fmla="*/ 6027420 w 6591300"/>
              <a:gd name="connsiteY14" fmla="*/ 62742 h 2599249"/>
              <a:gd name="connsiteX15" fmla="*/ 6591300 w 6591300"/>
              <a:gd name="connsiteY15" fmla="*/ 1480062 h 2599249"/>
              <a:gd name="connsiteX0" fmla="*/ 6499860 w 6591300"/>
              <a:gd name="connsiteY0" fmla="*/ 2598297 h 2599249"/>
              <a:gd name="connsiteX1" fmla="*/ 0 w 6591300"/>
              <a:gd name="connsiteY1" fmla="*/ 2598297 h 2599249"/>
              <a:gd name="connsiteX2" fmla="*/ 0 w 6591300"/>
              <a:gd name="connsiteY2" fmla="*/ 2599249 h 2599249"/>
              <a:gd name="connsiteX3" fmla="*/ 874395 w 6591300"/>
              <a:gd name="connsiteY3" fmla="*/ 2055372 h 2599249"/>
              <a:gd name="connsiteX4" fmla="*/ 1470660 w 6591300"/>
              <a:gd name="connsiteY4" fmla="*/ 2049657 h 2599249"/>
              <a:gd name="connsiteX5" fmla="*/ 1562100 w 6591300"/>
              <a:gd name="connsiteY5" fmla="*/ 2104902 h 2599249"/>
              <a:gd name="connsiteX6" fmla="*/ 2532697 w 6591300"/>
              <a:gd name="connsiteY6" fmla="*/ 2077279 h 2599249"/>
              <a:gd name="connsiteX7" fmla="*/ 3231832 w 6591300"/>
              <a:gd name="connsiteY7" fmla="*/ 1603887 h 2599249"/>
              <a:gd name="connsiteX8" fmla="*/ 3635692 w 6591300"/>
              <a:gd name="connsiteY8" fmla="*/ 1582932 h 2599249"/>
              <a:gd name="connsiteX9" fmla="*/ 3956685 w 6591300"/>
              <a:gd name="connsiteY9" fmla="*/ 1755334 h 2599249"/>
              <a:gd name="connsiteX10" fmla="*/ 4855845 w 6591300"/>
              <a:gd name="connsiteY10" fmla="*/ 1448629 h 2599249"/>
              <a:gd name="connsiteX11" fmla="*/ 5099685 w 6591300"/>
              <a:gd name="connsiteY11" fmla="*/ 727587 h 2599249"/>
              <a:gd name="connsiteX12" fmla="*/ 6027420 w 6591300"/>
              <a:gd name="connsiteY12" fmla="*/ 62742 h 2599249"/>
              <a:gd name="connsiteX13" fmla="*/ 6027420 w 6591300"/>
              <a:gd name="connsiteY13" fmla="*/ 62742 h 2599249"/>
              <a:gd name="connsiteX14" fmla="*/ 6591300 w 6591300"/>
              <a:gd name="connsiteY14" fmla="*/ 1480062 h 2599249"/>
              <a:gd name="connsiteX0" fmla="*/ 0 w 6591300"/>
              <a:gd name="connsiteY0" fmla="*/ 2598297 h 2599249"/>
              <a:gd name="connsiteX1" fmla="*/ 0 w 6591300"/>
              <a:gd name="connsiteY1" fmla="*/ 2599249 h 2599249"/>
              <a:gd name="connsiteX2" fmla="*/ 874395 w 6591300"/>
              <a:gd name="connsiteY2" fmla="*/ 2055372 h 2599249"/>
              <a:gd name="connsiteX3" fmla="*/ 1470660 w 6591300"/>
              <a:gd name="connsiteY3" fmla="*/ 2049657 h 2599249"/>
              <a:gd name="connsiteX4" fmla="*/ 1562100 w 6591300"/>
              <a:gd name="connsiteY4" fmla="*/ 2104902 h 2599249"/>
              <a:gd name="connsiteX5" fmla="*/ 2532697 w 6591300"/>
              <a:gd name="connsiteY5" fmla="*/ 2077279 h 2599249"/>
              <a:gd name="connsiteX6" fmla="*/ 3231832 w 6591300"/>
              <a:gd name="connsiteY6" fmla="*/ 1603887 h 2599249"/>
              <a:gd name="connsiteX7" fmla="*/ 3635692 w 6591300"/>
              <a:gd name="connsiteY7" fmla="*/ 1582932 h 2599249"/>
              <a:gd name="connsiteX8" fmla="*/ 3956685 w 6591300"/>
              <a:gd name="connsiteY8" fmla="*/ 1755334 h 2599249"/>
              <a:gd name="connsiteX9" fmla="*/ 4855845 w 6591300"/>
              <a:gd name="connsiteY9" fmla="*/ 1448629 h 2599249"/>
              <a:gd name="connsiteX10" fmla="*/ 5099685 w 6591300"/>
              <a:gd name="connsiteY10" fmla="*/ 727587 h 2599249"/>
              <a:gd name="connsiteX11" fmla="*/ 6027420 w 6591300"/>
              <a:gd name="connsiteY11" fmla="*/ 62742 h 2599249"/>
              <a:gd name="connsiteX12" fmla="*/ 6027420 w 6591300"/>
              <a:gd name="connsiteY12" fmla="*/ 62742 h 2599249"/>
              <a:gd name="connsiteX13" fmla="*/ 6591300 w 6591300"/>
              <a:gd name="connsiteY13" fmla="*/ 1480062 h 2599249"/>
              <a:gd name="connsiteX0" fmla="*/ 0 w 6027420"/>
              <a:gd name="connsiteY0" fmla="*/ 2598297 h 2599249"/>
              <a:gd name="connsiteX1" fmla="*/ 0 w 6027420"/>
              <a:gd name="connsiteY1" fmla="*/ 2599249 h 2599249"/>
              <a:gd name="connsiteX2" fmla="*/ 874395 w 6027420"/>
              <a:gd name="connsiteY2" fmla="*/ 2055372 h 2599249"/>
              <a:gd name="connsiteX3" fmla="*/ 1470660 w 6027420"/>
              <a:gd name="connsiteY3" fmla="*/ 2049657 h 2599249"/>
              <a:gd name="connsiteX4" fmla="*/ 1562100 w 6027420"/>
              <a:gd name="connsiteY4" fmla="*/ 2104902 h 2599249"/>
              <a:gd name="connsiteX5" fmla="*/ 2532697 w 6027420"/>
              <a:gd name="connsiteY5" fmla="*/ 2077279 h 2599249"/>
              <a:gd name="connsiteX6" fmla="*/ 3231832 w 6027420"/>
              <a:gd name="connsiteY6" fmla="*/ 1603887 h 2599249"/>
              <a:gd name="connsiteX7" fmla="*/ 3635692 w 6027420"/>
              <a:gd name="connsiteY7" fmla="*/ 1582932 h 2599249"/>
              <a:gd name="connsiteX8" fmla="*/ 3956685 w 6027420"/>
              <a:gd name="connsiteY8" fmla="*/ 1755334 h 2599249"/>
              <a:gd name="connsiteX9" fmla="*/ 4855845 w 6027420"/>
              <a:gd name="connsiteY9" fmla="*/ 1448629 h 2599249"/>
              <a:gd name="connsiteX10" fmla="*/ 5099685 w 6027420"/>
              <a:gd name="connsiteY10" fmla="*/ 727587 h 2599249"/>
              <a:gd name="connsiteX11" fmla="*/ 6027420 w 6027420"/>
              <a:gd name="connsiteY11" fmla="*/ 62742 h 2599249"/>
              <a:gd name="connsiteX12" fmla="*/ 6027420 w 6027420"/>
              <a:gd name="connsiteY12" fmla="*/ 62742 h 25992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027420" h="2599249">
                <a:moveTo>
                  <a:pt x="0" y="2598297"/>
                </a:moveTo>
                <a:lnTo>
                  <a:pt x="0" y="2599249"/>
                </a:lnTo>
                <a:lnTo>
                  <a:pt x="874395" y="2055372"/>
                </a:lnTo>
                <a:cubicBezTo>
                  <a:pt x="1056322" y="1942024"/>
                  <a:pt x="1286827" y="1940119"/>
                  <a:pt x="1470660" y="2049657"/>
                </a:cubicBezTo>
                <a:lnTo>
                  <a:pt x="1562100" y="2104902"/>
                </a:lnTo>
                <a:cubicBezTo>
                  <a:pt x="1863090" y="2284924"/>
                  <a:pt x="2241232" y="2273494"/>
                  <a:pt x="2532697" y="2077279"/>
                </a:cubicBezTo>
                <a:lnTo>
                  <a:pt x="3231832" y="1603887"/>
                </a:lnTo>
                <a:cubicBezTo>
                  <a:pt x="3351847" y="1521972"/>
                  <a:pt x="3508057" y="1514352"/>
                  <a:pt x="3635692" y="1582932"/>
                </a:cubicBezTo>
                <a:lnTo>
                  <a:pt x="3956685" y="1755334"/>
                </a:lnTo>
                <a:cubicBezTo>
                  <a:pt x="4288155" y="1933452"/>
                  <a:pt x="4701540" y="1792482"/>
                  <a:pt x="4855845" y="1448629"/>
                </a:cubicBezTo>
                <a:lnTo>
                  <a:pt x="5099685" y="727587"/>
                </a:lnTo>
                <a:cubicBezTo>
                  <a:pt x="5228273" y="156087"/>
                  <a:pt x="5863590" y="-137283"/>
                  <a:pt x="6027420" y="62742"/>
                </a:cubicBezTo>
                <a:lnTo>
                  <a:pt x="6027420" y="62742"/>
                </a:lnTo>
              </a:path>
            </a:pathLst>
          </a:custGeom>
          <a:noFill/>
          <a:ln w="9525" cap="flat">
            <a:solidFill>
              <a:schemeClr val="bg1"/>
            </a:solidFill>
            <a:prstDash val="dash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15" name="Name">
            <a:extLst>
              <a:ext uri="{FF2B5EF4-FFF2-40B4-BE49-F238E27FC236}">
                <a16:creationId xmlns:a16="http://schemas.microsoft.com/office/drawing/2014/main" id="{B8C48821-0D90-416C-873E-50587E8A0C8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94861" y="4741677"/>
            <a:ext cx="3756943" cy="252000"/>
          </a:xfrm>
        </p:spPr>
        <p:txBody>
          <a:bodyPr anchor="ctr"/>
          <a:lstStyle>
            <a:lvl1pPr marL="0" indent="0">
              <a:buNone/>
              <a:defRPr sz="16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Name</a:t>
            </a:r>
            <a:endParaRPr lang="en-US" dirty="0"/>
          </a:p>
        </p:txBody>
      </p:sp>
      <p:sp>
        <p:nvSpPr>
          <p:cNvPr id="16" name="Email">
            <a:extLst>
              <a:ext uri="{FF2B5EF4-FFF2-40B4-BE49-F238E27FC236}">
                <a16:creationId xmlns:a16="http://schemas.microsoft.com/office/drawing/2014/main" id="{42450180-8D19-405E-97F0-2A309B58D01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88990" y="5147137"/>
            <a:ext cx="3462814" cy="252000"/>
          </a:xfrm>
        </p:spPr>
        <p:txBody>
          <a:bodyPr anchor="ctr"/>
          <a:lstStyle>
            <a:lvl1pPr marL="0" indent="0">
              <a:buNone/>
              <a:defRPr sz="12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Email</a:t>
            </a:r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837F23B-0C4D-4D27-BF83-0B10D1CFFDCD}"/>
              </a:ext>
            </a:extLst>
          </p:cNvPr>
          <p:cNvSpPr/>
          <p:nvPr userDrawn="1"/>
        </p:nvSpPr>
        <p:spPr>
          <a:xfrm>
            <a:off x="-9856" y="6678000"/>
            <a:ext cx="9405316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39551A1-FBAD-4CC8-AA99-F9F4D4281782}"/>
              </a:ext>
            </a:extLst>
          </p:cNvPr>
          <p:cNvSpPr/>
          <p:nvPr userDrawn="1"/>
        </p:nvSpPr>
        <p:spPr>
          <a:xfrm>
            <a:off x="7804351" y="6678000"/>
            <a:ext cx="4224296" cy="144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Ins="36000" bIns="0" rtlCol="0" anchor="b"/>
          <a:lstStyle/>
          <a:p>
            <a:pPr algn="r"/>
            <a:endParaRPr lang="en-US" sz="1000" noProof="1">
              <a:latin typeface="Tw Cen MT" panose="020B0602020104020603" pitchFamily="34" charset="0"/>
            </a:endParaRP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5F695C6B-DBEE-447E-B106-7351E00BD0AF}"/>
              </a:ext>
            </a:extLst>
          </p:cNvPr>
          <p:cNvSpPr txBox="1">
            <a:spLocks/>
          </p:cNvSpPr>
          <p:nvPr userDrawn="1"/>
        </p:nvSpPr>
        <p:spPr>
          <a:xfrm>
            <a:off x="12030074" y="6678000"/>
            <a:ext cx="161925" cy="144000"/>
          </a:xfrm>
          <a:prstGeom prst="rect">
            <a:avLst/>
          </a:prstGeom>
          <a:solidFill>
            <a:schemeClr val="accent1"/>
          </a:solidFill>
        </p:spPr>
        <p:txBody>
          <a:bodyPr vert="horz" lIns="0" tIns="0" rIns="7200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1A38929-6316-4332-83F8-9E95386C7C42}"/>
              </a:ext>
            </a:extLst>
          </p:cNvPr>
          <p:cNvSpPr/>
          <p:nvPr userDrawn="1"/>
        </p:nvSpPr>
        <p:spPr>
          <a:xfrm>
            <a:off x="-9856" y="6822000"/>
            <a:ext cx="12201856" cy="36000"/>
          </a:xfrm>
          <a:prstGeom prst="rect">
            <a:avLst/>
          </a:prstGeom>
          <a:gradFill>
            <a:gsLst>
              <a:gs pos="0">
                <a:schemeClr val="accent4"/>
              </a:gs>
              <a:gs pos="37000">
                <a:schemeClr val="bg1">
                  <a:lumMod val="85000"/>
                </a:schemeClr>
              </a:gs>
              <a:gs pos="100000">
                <a:schemeClr val="accent1"/>
              </a:gs>
              <a:gs pos="68000">
                <a:schemeClr val="tx1">
                  <a:lumMod val="85000"/>
                  <a:lumOff val="15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18304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921DB-2DD6-4869-9104-BE40FBBCC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10" name="Subtitle">
            <a:extLst>
              <a:ext uri="{FF2B5EF4-FFF2-40B4-BE49-F238E27FC236}">
                <a16:creationId xmlns:a16="http://schemas.microsoft.com/office/drawing/2014/main" id="{1CC9B96F-1A0A-4B16-BDF7-48B289CD533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363" y="1080000"/>
            <a:ext cx="11471275" cy="360362"/>
          </a:xfrm>
        </p:spPr>
        <p:txBody>
          <a:bodyPr/>
          <a:lstStyle>
            <a:lvl1pPr marL="0" indent="0">
              <a:buNone/>
              <a:defRPr sz="2100"/>
            </a:lvl1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9A7081-42C5-4F4E-8A26-E7788CCF4F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0" y="1620000"/>
            <a:ext cx="11473200" cy="4500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38FCAA-94B1-47BD-AD46-123D3404BBB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noProof="0"/>
              <a:t>Chapter 9 - Advanced SQL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A11CEA-C130-40E5-A858-8D4FE6E58641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69189246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F7CBC-CC93-4AB3-9D46-610755058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0000"/>
            <a:ext cx="11473200" cy="540000"/>
          </a:xfrm>
        </p:spPr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16" name="Subtitle">
            <a:extLst>
              <a:ext uri="{FF2B5EF4-FFF2-40B4-BE49-F238E27FC236}">
                <a16:creationId xmlns:a16="http://schemas.microsoft.com/office/drawing/2014/main" id="{152317FE-88B5-4D1F-AECF-DA69D6779BE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363" y="1080000"/>
            <a:ext cx="11471275" cy="360362"/>
          </a:xfrm>
        </p:spPr>
        <p:txBody>
          <a:bodyPr/>
          <a:lstStyle>
            <a:lvl1pPr marL="0" indent="0">
              <a:buNone/>
              <a:defRPr sz="2100"/>
            </a:lvl1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3" name="Left Col">
            <a:extLst>
              <a:ext uri="{FF2B5EF4-FFF2-40B4-BE49-F238E27FC236}">
                <a16:creationId xmlns:a16="http://schemas.microsoft.com/office/drawing/2014/main" id="{49529B8D-BAD9-4E6D-82F7-0275D8195A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60000" y="1620000"/>
            <a:ext cx="5580000" cy="4500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Right Col">
            <a:extLst>
              <a:ext uri="{FF2B5EF4-FFF2-40B4-BE49-F238E27FC236}">
                <a16:creationId xmlns:a16="http://schemas.microsoft.com/office/drawing/2014/main" id="{0AAD114E-6BCC-4476-8E44-12E87D4675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53200" y="1620000"/>
            <a:ext cx="5580000" cy="4500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FF9123-1F0C-4BD2-8233-FEE5B2A4661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noProof="0"/>
              <a:t>Chapter 9 - Advanced SQL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1E8981-59A6-4480-80A6-5619C2201789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4798441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s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9DDDF3-2E7E-4175-ACE9-B214DCE40C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8" name="Subtitle">
            <a:extLst>
              <a:ext uri="{FF2B5EF4-FFF2-40B4-BE49-F238E27FC236}">
                <a16:creationId xmlns:a16="http://schemas.microsoft.com/office/drawing/2014/main" id="{5302A3D4-CF60-41AF-924C-B30D3FD9975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363" y="1080000"/>
            <a:ext cx="11471275" cy="360362"/>
          </a:xfrm>
        </p:spPr>
        <p:txBody>
          <a:bodyPr/>
          <a:lstStyle>
            <a:lvl1pPr marL="0" indent="0">
              <a:buNone/>
              <a:defRPr sz="2100"/>
            </a:lvl1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E0E8FCF-8FC7-49D2-9516-7662294E35B7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noProof="0"/>
              <a:t>Chapter 9 - Advanced SQL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6208B4-CFD5-4FAE-9519-74EFAC0B0368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44853443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AED074E-AB07-44D1-8B4E-189EAEF798D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/>
              <a:t>Chapter 9 - Advanced SQL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801D44B-9877-40D1-B788-EE3BFD57C5A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5096105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E99CE02-8616-40B2-85FF-B06E192752AB}"/>
              </a:ext>
            </a:extLst>
          </p:cNvPr>
          <p:cNvSpPr/>
          <p:nvPr userDrawn="1"/>
        </p:nvSpPr>
        <p:spPr>
          <a:xfrm>
            <a:off x="-9856" y="6678000"/>
            <a:ext cx="9405316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E3DF8E0-6324-45B7-8B0A-24383EF1B915}"/>
              </a:ext>
            </a:extLst>
          </p:cNvPr>
          <p:cNvSpPr/>
          <p:nvPr userDrawn="1"/>
        </p:nvSpPr>
        <p:spPr>
          <a:xfrm>
            <a:off x="7804351" y="6678000"/>
            <a:ext cx="3789833" cy="144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Ins="36000" bIns="0" rtlCol="0" anchor="b"/>
          <a:lstStyle/>
          <a:p>
            <a:pPr algn="r"/>
            <a:endParaRPr lang="en-US" sz="1000" noProof="1">
              <a:latin typeface="+mn-lt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A9E718F-2F10-41F1-8E9F-18DD53EF065F}"/>
              </a:ext>
            </a:extLst>
          </p:cNvPr>
          <p:cNvSpPr/>
          <p:nvPr userDrawn="1"/>
        </p:nvSpPr>
        <p:spPr>
          <a:xfrm>
            <a:off x="-9856" y="6822000"/>
            <a:ext cx="12201856" cy="36000"/>
          </a:xfrm>
          <a:prstGeom prst="rect">
            <a:avLst/>
          </a:prstGeom>
          <a:gradFill>
            <a:gsLst>
              <a:gs pos="0">
                <a:schemeClr val="accent4"/>
              </a:gs>
              <a:gs pos="37000">
                <a:schemeClr val="bg1">
                  <a:lumMod val="85000"/>
                </a:schemeClr>
              </a:gs>
              <a:gs pos="100000">
                <a:schemeClr val="accent1"/>
              </a:gs>
              <a:gs pos="68000">
                <a:schemeClr val="tx1">
                  <a:lumMod val="85000"/>
                  <a:lumOff val="15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31581A5-A75E-41FB-A68A-70BA1AB54B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0000"/>
            <a:ext cx="11473200" cy="540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BA9B02-6E3D-4037-BE18-E02B786633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0000" y="1260000"/>
            <a:ext cx="11473200" cy="486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954C2B-6B0B-4286-BFA4-F6131386B0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0000" y="6483329"/>
            <a:ext cx="2775086" cy="144001"/>
          </a:xfrm>
          <a:prstGeom prst="rect">
            <a:avLst/>
          </a:prstGeom>
          <a:noFill/>
        </p:spPr>
        <p:txBody>
          <a:bodyPr vert="horz" lIns="36000" tIns="0" rIns="0" bIns="0" rtlCol="0" anchor="ctr"/>
          <a:lstStyle>
            <a:lvl1pPr algn="l"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Chapter 9 - Advanced SQL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45D258-5720-4517-B8DE-EB5AA5C4FA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94400" y="6678000"/>
            <a:ext cx="597600" cy="144000"/>
          </a:xfrm>
          <a:prstGeom prst="rect">
            <a:avLst/>
          </a:prstGeom>
          <a:gradFill>
            <a:gsLst>
              <a:gs pos="0">
                <a:schemeClr val="accent2">
                  <a:lumMod val="75000"/>
                  <a:shade val="30000"/>
                  <a:satMod val="115000"/>
                </a:schemeClr>
              </a:gs>
              <a:gs pos="47000">
                <a:schemeClr val="accent2">
                  <a:lumMod val="75000"/>
                  <a:shade val="67500"/>
                  <a:satMod val="115000"/>
                </a:schemeClr>
              </a:gs>
              <a:gs pos="100000">
                <a:schemeClr val="accent1"/>
              </a:gs>
            </a:gsLst>
            <a:lin ang="10800000" scaled="0"/>
          </a:gradFill>
        </p:spPr>
        <p:txBody>
          <a:bodyPr vert="horz" lIns="0" tIns="0" rIns="72000" bIns="0" rtlCol="0" anchor="ctr"/>
          <a:lstStyle>
            <a:lvl1pPr algn="r"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fld id="{058DB212-BFA2-403F-85EF-DFD3FF6D973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77112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7" r:id="rId2"/>
    <p:sldLayoutId id="2147483658" r:id="rId3"/>
    <p:sldLayoutId id="2147483663" r:id="rId4"/>
    <p:sldLayoutId id="2147483656" r:id="rId5"/>
    <p:sldLayoutId id="2147483660" r:id="rId6"/>
    <p:sldLayoutId id="2147483661" r:id="rId7"/>
    <p:sldLayoutId id="2147483664" r:id="rId8"/>
    <p:sldLayoutId id="2147483650" r:id="rId9"/>
    <p:sldLayoutId id="2147483652" r:id="rId10"/>
    <p:sldLayoutId id="2147483654" r:id="rId11"/>
    <p:sldLayoutId id="2147483655" r:id="rId12"/>
    <p:sldLayoutId id="2147483678" r:id="rId13"/>
    <p:sldLayoutId id="2147483679" r:id="rId14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63525" indent="-263525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j-lt"/>
          <a:ea typeface="+mn-ea"/>
          <a:cs typeface="+mn-cs"/>
        </a:defRPr>
      </a:lvl1pPr>
      <a:lvl2pPr marL="536575" indent="-27305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j-lt"/>
          <a:ea typeface="+mn-ea"/>
          <a:cs typeface="+mn-cs"/>
        </a:defRPr>
      </a:lvl2pPr>
      <a:lvl3pPr marL="811213" indent="-274638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j-lt"/>
          <a:ea typeface="+mn-ea"/>
          <a:cs typeface="+mn-cs"/>
        </a:defRPr>
      </a:lvl3pPr>
      <a:lvl4pPr marL="1074738" indent="-263525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j-lt"/>
          <a:ea typeface="+mn-ea"/>
          <a:cs typeface="+mn-cs"/>
        </a:defRPr>
      </a:lvl4pPr>
      <a:lvl5pPr marL="1347788" indent="-27305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E99CE02-8616-40B2-85FF-B06E192752AB}"/>
              </a:ext>
            </a:extLst>
          </p:cNvPr>
          <p:cNvSpPr/>
          <p:nvPr userDrawn="1"/>
        </p:nvSpPr>
        <p:spPr>
          <a:xfrm>
            <a:off x="-9856" y="6678000"/>
            <a:ext cx="9405316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E3DF8E0-6324-45B7-8B0A-24383EF1B915}"/>
              </a:ext>
            </a:extLst>
          </p:cNvPr>
          <p:cNvSpPr/>
          <p:nvPr userDrawn="1"/>
        </p:nvSpPr>
        <p:spPr>
          <a:xfrm>
            <a:off x="7804351" y="6678000"/>
            <a:ext cx="3789833" cy="144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Ins="36000" bIns="0" rtlCol="0" anchor="b"/>
          <a:lstStyle/>
          <a:p>
            <a:pPr algn="r"/>
            <a:endParaRPr lang="en-US" sz="1000" noProof="1">
              <a:latin typeface="+mn-lt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A9E718F-2F10-41F1-8E9F-18DD53EF065F}"/>
              </a:ext>
            </a:extLst>
          </p:cNvPr>
          <p:cNvSpPr/>
          <p:nvPr userDrawn="1"/>
        </p:nvSpPr>
        <p:spPr>
          <a:xfrm>
            <a:off x="-9856" y="6822000"/>
            <a:ext cx="12201856" cy="36000"/>
          </a:xfrm>
          <a:prstGeom prst="rect">
            <a:avLst/>
          </a:prstGeom>
          <a:gradFill>
            <a:gsLst>
              <a:gs pos="0">
                <a:schemeClr val="accent4"/>
              </a:gs>
              <a:gs pos="37000">
                <a:schemeClr val="bg1">
                  <a:lumMod val="85000"/>
                </a:schemeClr>
              </a:gs>
              <a:gs pos="100000">
                <a:schemeClr val="accent1"/>
              </a:gs>
              <a:gs pos="68000">
                <a:schemeClr val="tx1">
                  <a:lumMod val="85000"/>
                  <a:lumOff val="15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31581A5-A75E-41FB-A68A-70BA1AB54B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0000"/>
            <a:ext cx="11473200" cy="540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BA9B02-6E3D-4037-BE18-E02B786633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0000" y="1260000"/>
            <a:ext cx="11473200" cy="486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954C2B-6B0B-4286-BFA4-F6131386B0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0000" y="6483329"/>
            <a:ext cx="2378438" cy="187367"/>
          </a:xfrm>
          <a:prstGeom prst="rect">
            <a:avLst/>
          </a:prstGeom>
          <a:gradFill>
            <a:gsLst>
              <a:gs pos="82000">
                <a:schemeClr val="bg1">
                  <a:lumMod val="95000"/>
                </a:schemeClr>
              </a:gs>
              <a:gs pos="100000">
                <a:schemeClr val="bg1">
                  <a:lumMod val="65000"/>
                </a:schemeClr>
              </a:gs>
            </a:gsLst>
            <a:lin ang="5400000" scaled="0"/>
          </a:gradFill>
        </p:spPr>
        <p:txBody>
          <a:bodyPr vert="horz" lIns="36000" tIns="0" rIns="0" bIns="0" rtlCol="0" anchor="ctr"/>
          <a:lstStyle>
            <a:lvl1pPr algn="l"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Chapter 9 - Advanced SQL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45D258-5720-4517-B8DE-EB5AA5C4FA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94400" y="6678000"/>
            <a:ext cx="597600" cy="144000"/>
          </a:xfrm>
          <a:prstGeom prst="rect">
            <a:avLst/>
          </a:prstGeom>
          <a:gradFill>
            <a:gsLst>
              <a:gs pos="0">
                <a:schemeClr val="accent2">
                  <a:lumMod val="75000"/>
                  <a:shade val="30000"/>
                  <a:satMod val="115000"/>
                </a:schemeClr>
              </a:gs>
              <a:gs pos="47000">
                <a:schemeClr val="accent2">
                  <a:lumMod val="75000"/>
                  <a:shade val="67500"/>
                  <a:satMod val="115000"/>
                </a:schemeClr>
              </a:gs>
              <a:gs pos="100000">
                <a:schemeClr val="accent1"/>
              </a:gs>
            </a:gsLst>
            <a:lin ang="10800000" scaled="0"/>
          </a:gradFill>
        </p:spPr>
        <p:txBody>
          <a:bodyPr vert="horz" lIns="0" tIns="0" rIns="72000" bIns="0" rtlCol="0" anchor="ctr"/>
          <a:lstStyle>
            <a:lvl1pPr algn="r"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fld id="{058DB212-BFA2-403F-85EF-DFD3FF6D973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82505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  <p:sldLayoutId id="2147483677" r:id="rId1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63525" indent="-263525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j-lt"/>
          <a:ea typeface="+mn-ea"/>
          <a:cs typeface="+mn-cs"/>
        </a:defRPr>
      </a:lvl1pPr>
      <a:lvl2pPr marL="536575" indent="-27305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j-lt"/>
          <a:ea typeface="+mn-ea"/>
          <a:cs typeface="+mn-cs"/>
        </a:defRPr>
      </a:lvl2pPr>
      <a:lvl3pPr marL="811213" indent="-274638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j-lt"/>
          <a:ea typeface="+mn-ea"/>
          <a:cs typeface="+mn-cs"/>
        </a:defRPr>
      </a:lvl3pPr>
      <a:lvl4pPr marL="1074738" indent="-263525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j-lt"/>
          <a:ea typeface="+mn-ea"/>
          <a:cs typeface="+mn-cs"/>
        </a:defRPr>
      </a:lvl4pPr>
      <a:lvl5pPr marL="1347788" indent="-27305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stackoverflow.com/questions/13997365/sql-joins-as-venn-diagram" TargetMode="External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1.xml"/><Relationship Id="rId4" Type="http://schemas.openxmlformats.org/officeDocument/2006/relationships/hyperlink" Target="https://creativecommons.org/licenses/by-sa/3.0/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://the1709blog.blogspot.com/2010/04/limited-term-assignments-reader-writes.html" TargetMode="Externa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hyperlink" Target="https://mystery.knightlab.com/" TargetMode="Externa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65A836F-346F-4099-BC7B-0D8F3B27F3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73392" y="701965"/>
            <a:ext cx="4007769" cy="2807998"/>
          </a:xfrm>
        </p:spPr>
        <p:txBody>
          <a:bodyPr/>
          <a:lstStyle/>
          <a:p>
            <a:r>
              <a:rPr lang="en-ZA" sz="4800" dirty="0"/>
              <a:t>Advanced SQL</a:t>
            </a:r>
            <a:endParaRPr lang="en-US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1FF39718-6251-4A5A-AAC7-76722931783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9 April 2026</a:t>
            </a:r>
          </a:p>
          <a:p>
            <a:r>
              <a:rPr lang="en-US" noProof="1"/>
              <a:t>Lynette Barnard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1B17638D-56AE-48AD-96C8-EE46229C74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7804352" y="1204506"/>
            <a:ext cx="0" cy="4093388"/>
          </a:xfrm>
          <a:prstGeom prst="line">
            <a:avLst/>
          </a:prstGeom>
          <a:ln w="63500" cap="rnd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AD243359-CBEA-4C3C-8024-4EDF4953F8F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4735192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FD728C-A2CA-3EE3-2900-952AB3B31C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4862" y="2413262"/>
            <a:ext cx="3759807" cy="2167235"/>
          </a:xfrm>
        </p:spPr>
        <p:txBody>
          <a:bodyPr/>
          <a:lstStyle/>
          <a:p>
            <a:pPr>
              <a:lnSpc>
                <a:spcPct val="114000"/>
              </a:lnSpc>
            </a:pPr>
            <a:r>
              <a:rPr lang="en-ZA" dirty="0"/>
              <a:t>Resources reminder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EA21B4-5487-ECA4-4ADF-92501F0ED67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95100" y="6678613"/>
            <a:ext cx="596900" cy="142875"/>
          </a:xfrm>
        </p:spPr>
        <p:txBody>
          <a:bodyPr/>
          <a:lstStyle/>
          <a:p>
            <a:fld id="{058DB212-BFA2-403F-85EF-DFD3FF6D973A}" type="slidenum">
              <a:rPr lang="en-US" noProof="0" smtClean="0"/>
              <a:pPr/>
              <a:t>2</a:t>
            </a:fld>
            <a:endParaRPr lang="en-US" noProof="0"/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53ADF707-B745-07F5-B7C8-54EDDE759DBE}"/>
              </a:ext>
            </a:extLst>
          </p:cNvPr>
          <p:cNvSpPr txBox="1">
            <a:spLocks/>
          </p:cNvSpPr>
          <p:nvPr/>
        </p:nvSpPr>
        <p:spPr>
          <a:xfrm>
            <a:off x="7833674" y="36511"/>
            <a:ext cx="4190063" cy="6642101"/>
          </a:xfrm>
          <a:prstGeom prst="rect">
            <a:avLst/>
          </a:prstGeom>
        </p:spPr>
        <p:txBody>
          <a:bodyPr/>
          <a:lstStyle>
            <a:lvl1pPr marL="263525" indent="-263525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536575" indent="-2730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2pPr>
            <a:lvl3pPr marL="811213" indent="-2746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3pPr>
            <a:lvl4pPr marL="1074738" indent="-2635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4pPr>
            <a:lvl5pPr marL="1347788" indent="-2730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ZA" sz="26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2132521-DF48-8211-2CB9-48EDD099A4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2684" y="788648"/>
            <a:ext cx="4033208" cy="236584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93BC82A-3B30-864D-2246-C4AA9C10C5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4840" y="3703503"/>
            <a:ext cx="4068897" cy="1753988"/>
          </a:xfrm>
          <a:prstGeom prst="rect">
            <a:avLst/>
          </a:prstGeom>
        </p:spPr>
      </p:pic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5258D96C-7E4B-4B46-B22B-955426C18DD3}"/>
              </a:ext>
            </a:extLst>
          </p:cNvPr>
          <p:cNvSpPr txBox="1">
            <a:spLocks/>
          </p:cNvSpPr>
          <p:nvPr/>
        </p:nvSpPr>
        <p:spPr>
          <a:xfrm>
            <a:off x="9215962" y="6646212"/>
            <a:ext cx="2378438" cy="187367"/>
          </a:xfrm>
          <a:prstGeom prst="rect">
            <a:avLst/>
          </a:prstGeom>
          <a:noFill/>
        </p:spPr>
        <p:txBody>
          <a:bodyPr vert="horz" lIns="3600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Chapter 9 - Advanced SQL</a:t>
            </a:r>
          </a:p>
        </p:txBody>
      </p:sp>
    </p:spTree>
    <p:extLst>
      <p:ext uri="{BB962C8B-B14F-4D97-AF65-F5344CB8AC3E}">
        <p14:creationId xmlns:p14="http://schemas.microsoft.com/office/powerpoint/2010/main" val="27803117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70A9D-3368-A2B2-CF7A-AD135F3594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Tips and Tricks: UNION, INTERSECT, MINUS</a:t>
            </a:r>
            <a:br>
              <a:rPr lang="en-ZA" dirty="0"/>
            </a:br>
            <a:endParaRPr lang="en-ZA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C5045AE-ACB8-D967-6E9C-018540145BD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ZA" sz="2800" cap="none" spc="200" dirty="0">
                <a:solidFill>
                  <a:srgbClr val="C00000"/>
                </a:solidFill>
              </a:rPr>
              <a:t>Only</a:t>
            </a:r>
            <a:r>
              <a:rPr lang="en-ZA" sz="2800" cap="none" spc="200" dirty="0"/>
              <a:t> work on </a:t>
            </a:r>
            <a:r>
              <a:rPr lang="en-ZA" sz="2800" cap="none" spc="200" dirty="0">
                <a:solidFill>
                  <a:srgbClr val="C00000"/>
                </a:solidFill>
              </a:rPr>
              <a:t>union-compatible</a:t>
            </a:r>
            <a:r>
              <a:rPr lang="en-ZA" sz="2800" cap="none" spc="200" dirty="0"/>
              <a:t> tables</a:t>
            </a:r>
            <a:endParaRPr lang="en-ZA" sz="28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CA56B7-62A8-4980-4B22-9A7561F29C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60000" y="1979630"/>
            <a:ext cx="6992936" cy="4140370"/>
          </a:xfrm>
        </p:spPr>
        <p:txBody>
          <a:bodyPr/>
          <a:lstStyle/>
          <a:p>
            <a:r>
              <a:rPr lang="en-ZA" sz="3200" spc="200" dirty="0"/>
              <a:t>Union-compatible</a:t>
            </a:r>
          </a:p>
          <a:p>
            <a:pPr lvl="1"/>
            <a:r>
              <a:rPr lang="en-ZA" sz="2800" spc="200" dirty="0"/>
              <a:t>Same number of attributes</a:t>
            </a:r>
          </a:p>
          <a:p>
            <a:pPr lvl="1"/>
            <a:r>
              <a:rPr lang="en-ZA" sz="2800" spc="200" dirty="0"/>
              <a:t>Data types identical (or in some SQL dialects, compatible)</a:t>
            </a:r>
          </a:p>
          <a:p>
            <a:pPr lvl="2"/>
            <a:r>
              <a:rPr lang="en-ZA" sz="2800" spc="200" dirty="0"/>
              <a:t>Identical is safest option</a:t>
            </a:r>
          </a:p>
        </p:txBody>
      </p:sp>
      <p:pic>
        <p:nvPicPr>
          <p:cNvPr id="14" name="Picture Placeholder 13" descr="A logo for a helpful tips&#10;&#10;Description automatically generated">
            <a:extLst>
              <a:ext uri="{FF2B5EF4-FFF2-40B4-BE49-F238E27FC236}">
                <a16:creationId xmlns:a16="http://schemas.microsoft.com/office/drawing/2014/main" id="{ADA08D7E-E315-2BEA-EAE9-285F31CAC68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10C3EB-5A23-6ECE-130E-C6620248783D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pPr/>
              <a:t>3</a:t>
            </a:fld>
            <a:endParaRPr lang="en-US" noProof="0"/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59419385-2FC5-4623-BE6B-F122FC035CB8}"/>
              </a:ext>
            </a:extLst>
          </p:cNvPr>
          <p:cNvSpPr txBox="1">
            <a:spLocks/>
          </p:cNvSpPr>
          <p:nvPr/>
        </p:nvSpPr>
        <p:spPr>
          <a:xfrm>
            <a:off x="9215962" y="6646212"/>
            <a:ext cx="2378438" cy="187367"/>
          </a:xfrm>
          <a:prstGeom prst="rect">
            <a:avLst/>
          </a:prstGeom>
          <a:noFill/>
        </p:spPr>
        <p:txBody>
          <a:bodyPr vert="horz" lIns="3600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Chapter 9 - Advanced SQL</a:t>
            </a:r>
          </a:p>
        </p:txBody>
      </p:sp>
    </p:spTree>
    <p:extLst>
      <p:ext uri="{BB962C8B-B14F-4D97-AF65-F5344CB8AC3E}">
        <p14:creationId xmlns:p14="http://schemas.microsoft.com/office/powerpoint/2010/main" val="29263611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4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C95B5D6-0FB6-494F-A52C-A12EA63DC752}" type="slidenum">
              <a:rPr lang="en-ZA" smtClean="0"/>
              <a:pPr/>
              <a:t>4</a:t>
            </a:fld>
            <a:endParaRPr lang="en-ZA"/>
          </a:p>
        </p:txBody>
      </p:sp>
      <p:pic>
        <p:nvPicPr>
          <p:cNvPr id="7" name="Picture 6" descr="A diagram of a group of circles&#10;&#10;Description automatically generated">
            <a:extLst>
              <a:ext uri="{FF2B5EF4-FFF2-40B4-BE49-F238E27FC236}">
                <a16:creationId xmlns:a16="http://schemas.microsoft.com/office/drawing/2014/main" id="{DCF70C4E-E8FB-63DA-9153-563BB00083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399059" y="-94678"/>
            <a:ext cx="8442841" cy="663359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ADD5113-297F-E8D2-D5FC-F81C5FE2A07E}"/>
              </a:ext>
            </a:extLst>
          </p:cNvPr>
          <p:cNvSpPr txBox="1"/>
          <p:nvPr/>
        </p:nvSpPr>
        <p:spPr>
          <a:xfrm>
            <a:off x="4246899" y="6540049"/>
            <a:ext cx="2898550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600"/>
              </a:spcAft>
            </a:pPr>
            <a:r>
              <a:rPr lang="en-US" sz="900" dirty="0">
                <a:latin typeface="Calibri Light" panose="020F0302020204030204" pitchFamily="34" charset="0"/>
                <a:cs typeface="Calibri Light" panose="020F030202020403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en-US" sz="900" dirty="0">
                <a:latin typeface="Calibri Light" panose="020F0302020204030204" pitchFamily="34" charset="0"/>
                <a:cs typeface="Calibri Light" panose="020F0302020204030204" pitchFamily="34" charset="0"/>
              </a:rPr>
              <a:t> by Unknown author is licensed under </a:t>
            </a:r>
            <a:r>
              <a:rPr lang="en-US" sz="900" dirty="0">
                <a:latin typeface="Calibri Light" panose="020F0302020204030204" pitchFamily="34" charset="0"/>
                <a:cs typeface="Calibri Light" panose="020F030202020403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BY-SA</a:t>
            </a:r>
            <a:r>
              <a:rPr lang="en-US" sz="900" dirty="0">
                <a:latin typeface="Calibri Light" panose="020F0302020204030204" pitchFamily="34" charset="0"/>
                <a:cs typeface="Calibri Light" panose="020F0302020204030204" pitchFamily="34" charset="0"/>
              </a:rPr>
              <a:t>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DE2E5D-F1E2-D8EE-7D9A-4F8FB22E170A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9215962" y="6646212"/>
            <a:ext cx="2378438" cy="187367"/>
          </a:xfrm>
        </p:spPr>
        <p:txBody>
          <a:bodyPr/>
          <a:lstStyle/>
          <a:p>
            <a:r>
              <a:rPr lang="en-US" noProof="0" dirty="0">
                <a:solidFill>
                  <a:schemeClr val="bg1">
                    <a:lumMod val="85000"/>
                  </a:schemeClr>
                </a:solidFill>
              </a:rPr>
              <a:t>Chapter 9 - Advanced SQL</a:t>
            </a:r>
          </a:p>
        </p:txBody>
      </p:sp>
    </p:spTree>
    <p:extLst>
      <p:ext uri="{BB962C8B-B14F-4D97-AF65-F5344CB8AC3E}">
        <p14:creationId xmlns:p14="http://schemas.microsoft.com/office/powerpoint/2010/main" val="38745774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3192" y="1862563"/>
            <a:ext cx="2521129" cy="3132874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085" y="2799190"/>
            <a:ext cx="3570820" cy="229472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ZA" sz="3600"/>
              <a:t>UNION</a:t>
            </a:r>
            <a:endParaRPr lang="en-ZA" sz="3600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B36D1D65-2508-6B63-429D-72381D85E2B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000" y="1620000"/>
            <a:ext cx="4466524" cy="981798"/>
          </a:xfrm>
        </p:spPr>
        <p:txBody>
          <a:bodyPr anchor="t">
            <a:noAutofit/>
          </a:bodyPr>
          <a:lstStyle/>
          <a:p>
            <a:r>
              <a:rPr lang="en-ZA" sz="2800" dirty="0"/>
              <a:t>Staff  &amp; Students</a:t>
            </a:r>
          </a:p>
          <a:p>
            <a:pPr lvl="1"/>
            <a:r>
              <a:rPr lang="en-ZA" sz="2400" dirty="0"/>
              <a:t>Some staff may be students too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4"/>
          </p:nvPr>
        </p:nvSpPr>
        <p:spPr/>
        <p:txBody>
          <a:bodyPr>
            <a:normAutofit fontScale="92500" lnSpcReduction="20000"/>
          </a:bodyPr>
          <a:lstStyle/>
          <a:p>
            <a:pPr lvl="0"/>
            <a:fld id="{8C95B5D6-0FB6-494F-A52C-A12EA63DC752}" type="slidenum">
              <a:rPr lang="en-ZA" noProof="0" smtClean="0"/>
              <a:pPr lvl="0"/>
              <a:t>5</a:t>
            </a:fld>
            <a:endParaRPr lang="en-ZA" noProof="0"/>
          </a:p>
        </p:txBody>
      </p:sp>
      <p:grpSp>
        <p:nvGrpSpPr>
          <p:cNvPr id="13" name="Group 12"/>
          <p:cNvGrpSpPr/>
          <p:nvPr/>
        </p:nvGrpSpPr>
        <p:grpSpPr>
          <a:xfrm>
            <a:off x="552917" y="3321798"/>
            <a:ext cx="3251211" cy="1609879"/>
            <a:chOff x="3153990" y="904807"/>
            <a:chExt cx="3251211" cy="1609879"/>
          </a:xfrm>
        </p:grpSpPr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598323" y="904807"/>
              <a:ext cx="2095500" cy="1457325"/>
            </a:xfrm>
            <a:prstGeom prst="rect">
              <a:avLst/>
            </a:prstGeom>
          </p:spPr>
        </p:pic>
        <p:sp>
          <p:nvSpPr>
            <p:cNvPr id="12" name="TextBox 11"/>
            <p:cNvSpPr txBox="1"/>
            <p:nvPr/>
          </p:nvSpPr>
          <p:spPr>
            <a:xfrm>
              <a:off x="3153990" y="2314631"/>
              <a:ext cx="3251211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700" dirty="0"/>
                <a:t>https://www.edrawmax.com/article/venn-diagram-symbols-and-set-notations.html</a:t>
              </a:r>
            </a:p>
          </p:txBody>
        </p:sp>
      </p:grpSp>
      <p:sp>
        <p:nvSpPr>
          <p:cNvPr id="16" name="Footer Placeholder 3">
            <a:extLst>
              <a:ext uri="{FF2B5EF4-FFF2-40B4-BE49-F238E27FC236}">
                <a16:creationId xmlns:a16="http://schemas.microsoft.com/office/drawing/2014/main" id="{5EAA17F7-367F-2133-8D61-E9F81A4BC0EF}"/>
              </a:ext>
            </a:extLst>
          </p:cNvPr>
          <p:cNvSpPr txBox="1">
            <a:spLocks/>
          </p:cNvSpPr>
          <p:nvPr/>
        </p:nvSpPr>
        <p:spPr>
          <a:xfrm>
            <a:off x="9215962" y="6646212"/>
            <a:ext cx="2378438" cy="187367"/>
          </a:xfrm>
          <a:prstGeom prst="rect">
            <a:avLst/>
          </a:prstGeom>
          <a:noFill/>
        </p:spPr>
        <p:txBody>
          <a:bodyPr vert="horz" lIns="3600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Chapter 9 - Advanced SQL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9806D4E3-A495-4D55-04B2-D12A24B9B2B2}"/>
              </a:ext>
            </a:extLst>
          </p:cNvPr>
          <p:cNvSpPr txBox="1">
            <a:spLocks/>
          </p:cNvSpPr>
          <p:nvPr/>
        </p:nvSpPr>
        <p:spPr>
          <a:xfrm>
            <a:off x="7997282" y="1620000"/>
            <a:ext cx="4466524" cy="3271616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263525" indent="-263525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536575" indent="-2730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2pPr>
            <a:lvl3pPr marL="811213" indent="-2746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3pPr>
            <a:lvl4pPr marL="1074738" indent="-2635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4pPr>
            <a:lvl5pPr marL="1347788" indent="-2730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2800" dirty="0"/>
              <a:t>Give the resultant set for</a:t>
            </a:r>
          </a:p>
          <a:p>
            <a:pPr lvl="1"/>
            <a:r>
              <a:rPr lang="en-ZA" sz="2400" dirty="0"/>
              <a:t>staff UNION student</a:t>
            </a:r>
          </a:p>
        </p:txBody>
      </p:sp>
    </p:spTree>
    <p:extLst>
      <p:ext uri="{BB962C8B-B14F-4D97-AF65-F5344CB8AC3E}">
        <p14:creationId xmlns:p14="http://schemas.microsoft.com/office/powerpoint/2010/main" val="97446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3192" y="1862563"/>
            <a:ext cx="2521129" cy="313287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ZA" sz="3600" dirty="0"/>
              <a:t>UNION ALL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B36D1D65-2508-6B63-429D-72381D85E2B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000" y="1620000"/>
            <a:ext cx="4466524" cy="981798"/>
          </a:xfrm>
        </p:spPr>
        <p:txBody>
          <a:bodyPr anchor="t">
            <a:noAutofit/>
          </a:bodyPr>
          <a:lstStyle/>
          <a:p>
            <a:r>
              <a:rPr lang="en-ZA" sz="2800" dirty="0"/>
              <a:t>Staff  &amp; Students</a:t>
            </a:r>
          </a:p>
          <a:p>
            <a:pPr lvl="1"/>
            <a:r>
              <a:rPr lang="en-ZA" sz="2400" dirty="0"/>
              <a:t>Some staff may be students too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4"/>
          </p:nvPr>
        </p:nvSpPr>
        <p:spPr/>
        <p:txBody>
          <a:bodyPr>
            <a:normAutofit fontScale="92500" lnSpcReduction="20000"/>
          </a:bodyPr>
          <a:lstStyle/>
          <a:p>
            <a:pPr lvl="0"/>
            <a:fld id="{8C95B5D6-0FB6-494F-A52C-A12EA63DC752}" type="slidenum">
              <a:rPr lang="en-ZA" noProof="0" smtClean="0"/>
              <a:pPr lvl="0"/>
              <a:t>6</a:t>
            </a:fld>
            <a:endParaRPr lang="en-ZA" noProof="0"/>
          </a:p>
        </p:txBody>
      </p:sp>
      <p:grpSp>
        <p:nvGrpSpPr>
          <p:cNvPr id="13" name="Group 12"/>
          <p:cNvGrpSpPr/>
          <p:nvPr/>
        </p:nvGrpSpPr>
        <p:grpSpPr>
          <a:xfrm>
            <a:off x="552917" y="3321798"/>
            <a:ext cx="3251211" cy="1609879"/>
            <a:chOff x="3153990" y="904807"/>
            <a:chExt cx="3251211" cy="1609879"/>
          </a:xfrm>
        </p:grpSpPr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598323" y="904807"/>
              <a:ext cx="2095500" cy="1457325"/>
            </a:xfrm>
            <a:prstGeom prst="rect">
              <a:avLst/>
            </a:prstGeom>
          </p:spPr>
        </p:pic>
        <p:sp>
          <p:nvSpPr>
            <p:cNvPr id="12" name="TextBox 11"/>
            <p:cNvSpPr txBox="1"/>
            <p:nvPr/>
          </p:nvSpPr>
          <p:spPr>
            <a:xfrm>
              <a:off x="3153990" y="2314631"/>
              <a:ext cx="3251211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700" dirty="0"/>
                <a:t>https://www.edrawmax.com/article/venn-diagram-symbols-and-set-notations.html</a:t>
              </a:r>
            </a:p>
          </p:txBody>
        </p:sp>
      </p:grpSp>
      <p:sp>
        <p:nvSpPr>
          <p:cNvPr id="16" name="Footer Placeholder 3">
            <a:extLst>
              <a:ext uri="{FF2B5EF4-FFF2-40B4-BE49-F238E27FC236}">
                <a16:creationId xmlns:a16="http://schemas.microsoft.com/office/drawing/2014/main" id="{5EAA17F7-367F-2133-8D61-E9F81A4BC0EF}"/>
              </a:ext>
            </a:extLst>
          </p:cNvPr>
          <p:cNvSpPr txBox="1">
            <a:spLocks/>
          </p:cNvSpPr>
          <p:nvPr/>
        </p:nvSpPr>
        <p:spPr>
          <a:xfrm>
            <a:off x="9215962" y="6646212"/>
            <a:ext cx="2378438" cy="187367"/>
          </a:xfrm>
          <a:prstGeom prst="rect">
            <a:avLst/>
          </a:prstGeom>
          <a:noFill/>
        </p:spPr>
        <p:txBody>
          <a:bodyPr vert="horz" lIns="3600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bg1">
                    <a:lumMod val="85000"/>
                  </a:schemeClr>
                </a:solidFill>
              </a:rPr>
              <a:t>Chapter 9 - Advanced SQL</a:t>
            </a:r>
            <a:endParaRPr lang="en-US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9806D4E3-A495-4D55-04B2-D12A24B9B2B2}"/>
              </a:ext>
            </a:extLst>
          </p:cNvPr>
          <p:cNvSpPr txBox="1">
            <a:spLocks/>
          </p:cNvSpPr>
          <p:nvPr/>
        </p:nvSpPr>
        <p:spPr>
          <a:xfrm>
            <a:off x="7997282" y="1620000"/>
            <a:ext cx="4466524" cy="3271616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263525" indent="-263525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536575" indent="-2730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2pPr>
            <a:lvl3pPr marL="811213" indent="-2746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3pPr>
            <a:lvl4pPr marL="1074738" indent="-2635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4pPr>
            <a:lvl5pPr marL="1347788" indent="-2730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2800" dirty="0"/>
              <a:t>Give the resultant set for</a:t>
            </a:r>
          </a:p>
          <a:p>
            <a:pPr lvl="1"/>
            <a:r>
              <a:rPr lang="en-ZA" sz="2400" dirty="0"/>
              <a:t>staff UNION ALL student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D0D7332-E97E-6989-0587-9C7CD5DB7D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3257" y="2810892"/>
            <a:ext cx="3215826" cy="2546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1286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02655" y="2515032"/>
            <a:ext cx="3510140" cy="64718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ZA" sz="3600" dirty="0"/>
              <a:t>INTERSECT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64D53EE-F9AF-E063-1FBE-B1AAC2D2120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>
            <a:normAutofit/>
          </a:bodyPr>
          <a:lstStyle/>
          <a:p>
            <a:r>
              <a:rPr lang="en-ZA" sz="2800" dirty="0"/>
              <a:t>Staff  &amp; Students</a:t>
            </a:r>
          </a:p>
          <a:p>
            <a:pPr lvl="1"/>
            <a:r>
              <a:rPr lang="en-ZA" sz="2400" dirty="0"/>
              <a:t>Some staff may be students too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4"/>
          </p:nvPr>
        </p:nvSpPr>
        <p:spPr/>
        <p:txBody>
          <a:bodyPr>
            <a:normAutofit fontScale="92500" lnSpcReduction="20000"/>
          </a:bodyPr>
          <a:lstStyle/>
          <a:p>
            <a:pPr lvl="0"/>
            <a:fld id="{8C95B5D6-0FB6-494F-A52C-A12EA63DC752}" type="slidenum">
              <a:rPr lang="en-ZA" noProof="0"/>
              <a:pPr lvl="0"/>
              <a:t>7</a:t>
            </a:fld>
            <a:endParaRPr lang="en-ZA" noProof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5660" y="3253286"/>
            <a:ext cx="2066925" cy="143827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10450" y="4691561"/>
            <a:ext cx="3251211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700" dirty="0"/>
              <a:t>https://www.edrawmax.com/article/venn-diagram-symbols-and-set-notations.html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1C10503-9BB6-1F44-86C0-68FFF64A37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2531" y="1758868"/>
            <a:ext cx="2521129" cy="3132874"/>
          </a:xfrm>
          <a:prstGeom prst="rect">
            <a:avLst/>
          </a:prstGeom>
        </p:spPr>
      </p:pic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DAA5ACDE-FDBE-2996-5F6C-4FCFDF87AA1A}"/>
              </a:ext>
            </a:extLst>
          </p:cNvPr>
          <p:cNvSpPr txBox="1">
            <a:spLocks/>
          </p:cNvSpPr>
          <p:nvPr/>
        </p:nvSpPr>
        <p:spPr>
          <a:xfrm>
            <a:off x="9215962" y="6646212"/>
            <a:ext cx="2378438" cy="187367"/>
          </a:xfrm>
          <a:prstGeom prst="rect">
            <a:avLst/>
          </a:prstGeom>
          <a:noFill/>
        </p:spPr>
        <p:txBody>
          <a:bodyPr vert="horz" lIns="3600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bg1">
                    <a:lumMod val="85000"/>
                  </a:schemeClr>
                </a:solidFill>
              </a:rPr>
              <a:t>Chapter 9 - Advanced SQL</a:t>
            </a:r>
            <a:endParaRPr lang="en-US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78286F1E-B4F5-96A9-3B3A-CF21411FF66B}"/>
              </a:ext>
            </a:extLst>
          </p:cNvPr>
          <p:cNvSpPr txBox="1">
            <a:spLocks/>
          </p:cNvSpPr>
          <p:nvPr/>
        </p:nvSpPr>
        <p:spPr>
          <a:xfrm>
            <a:off x="7997282" y="1620000"/>
            <a:ext cx="4466524" cy="3271616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263525" indent="-263525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536575" indent="-2730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2pPr>
            <a:lvl3pPr marL="811213" indent="-2746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3pPr>
            <a:lvl4pPr marL="1074738" indent="-2635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4pPr>
            <a:lvl5pPr marL="1347788" indent="-2730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2800" dirty="0"/>
              <a:t>Give the resultant set for</a:t>
            </a:r>
          </a:p>
          <a:p>
            <a:pPr lvl="1"/>
            <a:r>
              <a:rPr lang="en-ZA" sz="2400" dirty="0"/>
              <a:t>staff INTERSECT student</a:t>
            </a:r>
          </a:p>
        </p:txBody>
      </p:sp>
    </p:spTree>
    <p:extLst>
      <p:ext uri="{BB962C8B-B14F-4D97-AF65-F5344CB8AC3E}">
        <p14:creationId xmlns:p14="http://schemas.microsoft.com/office/powerpoint/2010/main" val="12308405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sz="3600" dirty="0"/>
              <a:t>MINUS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000" y="1620000"/>
            <a:ext cx="4530598" cy="4500000"/>
          </a:xfrm>
        </p:spPr>
        <p:txBody>
          <a:bodyPr/>
          <a:lstStyle/>
          <a:p>
            <a:r>
              <a:rPr lang="en-ZA" sz="2800" dirty="0"/>
              <a:t>Staff  &amp; Students</a:t>
            </a:r>
          </a:p>
          <a:p>
            <a:pPr lvl="1"/>
            <a:r>
              <a:rPr lang="en-ZA" sz="2400" dirty="0"/>
              <a:t>Some staff may be students too</a:t>
            </a:r>
          </a:p>
          <a:p>
            <a:r>
              <a:rPr lang="en-ZA" sz="2800" dirty="0"/>
              <a:t>Give the resultant set for</a:t>
            </a:r>
          </a:p>
          <a:p>
            <a:pPr lvl="1"/>
            <a:r>
              <a:rPr lang="en-ZA" sz="2400" dirty="0"/>
              <a:t>staff (A) MINUS student (B)				</a:t>
            </a:r>
          </a:p>
          <a:p>
            <a:endParaRPr lang="en-ZA" sz="28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pPr lvl="0"/>
            <a:fld id="{8C95B5D6-0FB6-494F-A52C-A12EA63DC752}" type="slidenum">
              <a:rPr lang="en-ZA" noProof="0" smtClean="0"/>
              <a:pPr lvl="0"/>
              <a:t>8</a:t>
            </a:fld>
            <a:endParaRPr lang="en-ZA" noProof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0598" y="89391"/>
            <a:ext cx="2590800" cy="321945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1684" y="5127657"/>
            <a:ext cx="3057525" cy="104775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9493" y="5423694"/>
            <a:ext cx="3028950" cy="56197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71105" y="3708337"/>
            <a:ext cx="1967495" cy="1423988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02375" y="3844542"/>
            <a:ext cx="1983186" cy="1287783"/>
          </a:xfrm>
          <a:prstGeom prst="rect">
            <a:avLst/>
          </a:prstGeom>
        </p:spPr>
      </p:pic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EFD9E0F8-5212-59EA-6423-C91ADB96DA50}"/>
              </a:ext>
            </a:extLst>
          </p:cNvPr>
          <p:cNvSpPr txBox="1">
            <a:spLocks/>
          </p:cNvSpPr>
          <p:nvPr/>
        </p:nvSpPr>
        <p:spPr>
          <a:xfrm>
            <a:off x="9215962" y="6646212"/>
            <a:ext cx="2378438" cy="187367"/>
          </a:xfrm>
          <a:prstGeom prst="rect">
            <a:avLst/>
          </a:prstGeom>
          <a:noFill/>
        </p:spPr>
        <p:txBody>
          <a:bodyPr vert="horz" lIns="3600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bg1">
                    <a:lumMod val="85000"/>
                  </a:schemeClr>
                </a:solidFill>
              </a:rPr>
              <a:t>Chapter 9 - Advanced SQL</a:t>
            </a:r>
            <a:endParaRPr lang="en-US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DECF3E5-34D5-CC50-E583-321983F3717E}"/>
              </a:ext>
            </a:extLst>
          </p:cNvPr>
          <p:cNvSpPr txBox="1"/>
          <p:nvPr/>
        </p:nvSpPr>
        <p:spPr>
          <a:xfrm>
            <a:off x="7051249" y="44511"/>
            <a:ext cx="3299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2800" dirty="0"/>
              <a:t>A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31AEE98-AE79-685B-7BFC-C7DD8920FC01}"/>
              </a:ext>
            </a:extLst>
          </p:cNvPr>
          <p:cNvSpPr txBox="1"/>
          <p:nvPr/>
        </p:nvSpPr>
        <p:spPr>
          <a:xfrm>
            <a:off x="7051248" y="2025115"/>
            <a:ext cx="3299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2800" dirty="0"/>
              <a:t>B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76186CA2-E168-F121-E0D6-9270FFFE7F5A}"/>
              </a:ext>
            </a:extLst>
          </p:cNvPr>
          <p:cNvSpPr txBox="1">
            <a:spLocks/>
          </p:cNvSpPr>
          <p:nvPr/>
        </p:nvSpPr>
        <p:spPr>
          <a:xfrm>
            <a:off x="7997282" y="2281286"/>
            <a:ext cx="4014714" cy="261032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263525" indent="-263525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536575" indent="-2730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2pPr>
            <a:lvl3pPr marL="811213" indent="-2746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3pPr>
            <a:lvl4pPr marL="1074738" indent="-2635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4pPr>
            <a:lvl5pPr marL="1347788" indent="-2730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2800" dirty="0"/>
              <a:t>Give the resultant set for</a:t>
            </a:r>
          </a:p>
          <a:p>
            <a:pPr lvl="1"/>
            <a:r>
              <a:rPr lang="en-ZA" sz="2400" dirty="0"/>
              <a:t>student (B) MINUS staff (A)</a:t>
            </a:r>
          </a:p>
        </p:txBody>
      </p:sp>
    </p:spTree>
    <p:extLst>
      <p:ext uri="{BB962C8B-B14F-4D97-AF65-F5344CB8AC3E}">
        <p14:creationId xmlns:p14="http://schemas.microsoft.com/office/powerpoint/2010/main" val="24917611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7BBAC6-6CC5-C300-43FB-FBAC9BBF63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Assignment Feedback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E0F256-37F6-420C-4A15-213CD7B32F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0" y="1423446"/>
            <a:ext cx="11473200" cy="4696553"/>
          </a:xfrm>
        </p:spPr>
        <p:txBody>
          <a:bodyPr/>
          <a:lstStyle/>
          <a:p>
            <a:r>
              <a:rPr lang="en-ZA" sz="2800" dirty="0"/>
              <a:t>Take responsibility for your (in)action</a:t>
            </a:r>
            <a:endParaRPr lang="en-ZA" sz="2600" dirty="0"/>
          </a:p>
          <a:p>
            <a:r>
              <a:rPr lang="en-ZA" sz="2800" dirty="0"/>
              <a:t>Follow instructions…</a:t>
            </a:r>
          </a:p>
          <a:p>
            <a:pPr lvl="1"/>
            <a:r>
              <a:rPr lang="en-ZA" sz="2400" dirty="0"/>
              <a:t>Copy and paste the SQL (NOT screen snips)</a:t>
            </a:r>
          </a:p>
          <a:p>
            <a:pPr lvl="1"/>
            <a:r>
              <a:rPr lang="en-ZA" sz="2400" dirty="0"/>
              <a:t>Give resultant sets</a:t>
            </a:r>
          </a:p>
          <a:p>
            <a:r>
              <a:rPr lang="en-ZA" sz="2800" dirty="0"/>
              <a:t>Join conditions required when joining tables (# of tables - 1)</a:t>
            </a:r>
          </a:p>
          <a:p>
            <a:pPr lvl="1"/>
            <a:r>
              <a:rPr lang="en-ZA" sz="2600" dirty="0"/>
              <a:t>NO old style joins</a:t>
            </a:r>
          </a:p>
          <a:p>
            <a:r>
              <a:rPr lang="en-ZA" sz="2800" dirty="0"/>
              <a:t>Use ONLY required tables</a:t>
            </a:r>
          </a:p>
          <a:p>
            <a:pPr lvl="1"/>
            <a:r>
              <a:rPr lang="en-ZA" sz="2400" dirty="0"/>
              <a:t>Check which tables contain what you require</a:t>
            </a:r>
          </a:p>
          <a:p>
            <a:r>
              <a:rPr lang="en-ZA" sz="2800" dirty="0"/>
              <a:t>Difference between COUNT and SUM</a:t>
            </a:r>
          </a:p>
          <a:p>
            <a:pPr marL="0" indent="0">
              <a:buNone/>
            </a:pPr>
            <a:endParaRPr lang="en-ZA" sz="40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A93C9B-F6D1-1B4D-9A88-75E9986D4852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pPr/>
              <a:t>9</a:t>
            </a:fld>
            <a:endParaRPr lang="en-US" noProof="0"/>
          </a:p>
        </p:txBody>
      </p:sp>
      <p:pic>
        <p:nvPicPr>
          <p:cNvPr id="3" name="Picture 7" descr="A picture containing text, businesscard&#10;&#10;Description automatically generated">
            <a:extLst>
              <a:ext uri="{FF2B5EF4-FFF2-40B4-BE49-F238E27FC236}">
                <a16:creationId xmlns:a16="http://schemas.microsoft.com/office/drawing/2014/main" id="{1EA52C11-7198-218F-3091-5CA95D1A4E7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4953" r="3963" b="-4"/>
          <a:stretch/>
        </p:blipFill>
        <p:spPr>
          <a:xfrm>
            <a:off x="9321058" y="228025"/>
            <a:ext cx="2870942" cy="2216336"/>
          </a:xfrm>
          <a:prstGeom prst="rect">
            <a:avLst/>
          </a:prstGeom>
        </p:spPr>
      </p:pic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35B590D0-6BFA-6984-701C-1CA24C95C714}"/>
              </a:ext>
            </a:extLst>
          </p:cNvPr>
          <p:cNvSpPr txBox="1">
            <a:spLocks/>
          </p:cNvSpPr>
          <p:nvPr/>
        </p:nvSpPr>
        <p:spPr>
          <a:xfrm>
            <a:off x="9215962" y="6646212"/>
            <a:ext cx="2378438" cy="187367"/>
          </a:xfrm>
          <a:prstGeom prst="rect">
            <a:avLst/>
          </a:prstGeom>
          <a:noFill/>
        </p:spPr>
        <p:txBody>
          <a:bodyPr vert="horz" lIns="3600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bg1">
                    <a:lumMod val="85000"/>
                  </a:schemeClr>
                </a:solidFill>
              </a:rPr>
              <a:t>Chapter 9 - Advanced SQL</a:t>
            </a:r>
            <a:endParaRPr lang="en-US" dirty="0">
              <a:solidFill>
                <a:schemeClr val="bg1">
                  <a:lumMod val="8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52670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2C735-0A8F-ACF3-C086-2BC510F328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0000"/>
            <a:ext cx="11473200" cy="540000"/>
          </a:xfrm>
        </p:spPr>
        <p:txBody>
          <a:bodyPr/>
          <a:lstStyle/>
          <a:p>
            <a:r>
              <a:rPr lang="en-ZA" dirty="0"/>
              <a:t>Test feedback: Comments per Question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42F0FA-F51E-42AC-FDFA-2BEC6FD274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363" y="997528"/>
            <a:ext cx="11472862" cy="5122286"/>
          </a:xfrm>
        </p:spPr>
        <p:txBody>
          <a:bodyPr/>
          <a:lstStyle/>
          <a:p>
            <a:pPr marL="0" indent="0">
              <a:buNone/>
            </a:pPr>
            <a:r>
              <a:rPr lang="en-ZA" sz="2400" dirty="0"/>
              <a:t>Q 1a: Relational schema and normal form (check “repeating groups”; see Figure 7.1, p 274)</a:t>
            </a:r>
          </a:p>
          <a:p>
            <a:pPr marL="0" indent="0">
              <a:buNone/>
            </a:pPr>
            <a:r>
              <a:rPr lang="en-ZA" sz="2400" dirty="0"/>
              <a:t>Q 1b: Multi-valued attribute (an attribute with potential multiple values)</a:t>
            </a:r>
          </a:p>
          <a:p>
            <a:pPr marL="0" indent="0">
              <a:buNone/>
            </a:pPr>
            <a:r>
              <a:rPr lang="en-ZA" sz="2400" dirty="0"/>
              <a:t>Q 1c: Two partial and one transitive dependency</a:t>
            </a:r>
          </a:p>
          <a:p>
            <a:pPr marL="0" indent="0">
              <a:buNone/>
            </a:pPr>
            <a:r>
              <a:rPr lang="en-ZA" sz="2400" dirty="0"/>
              <a:t>Q 2a: Relationship degree (unary, binary, ternary); ternary does NOT contain multiple binaries</a:t>
            </a:r>
          </a:p>
          <a:p>
            <a:pPr marL="0" indent="0">
              <a:buNone/>
            </a:pPr>
            <a:r>
              <a:rPr lang="en-ZA" sz="2400" dirty="0"/>
              <a:t>Q 2b: Strong / weak entity (motivate using both conditions for weak; mandatory FK; natural PK; existence dependent)</a:t>
            </a:r>
          </a:p>
          <a:p>
            <a:pPr marL="0" indent="0">
              <a:buNone/>
            </a:pPr>
            <a:r>
              <a:rPr lang="en-ZA" sz="2400" dirty="0"/>
              <a:t>Q3 (Slides 9 – 13 of 5 Mar)</a:t>
            </a:r>
          </a:p>
          <a:p>
            <a:pPr marL="0" indent="0">
              <a:buNone/>
            </a:pPr>
            <a:r>
              <a:rPr lang="en-ZA" sz="2400" dirty="0"/>
              <a:t>Q4: Inheritance implementation – see e.g. slide 11 of 19 Feb; slides 9 &amp; 10 of 5 Mar</a:t>
            </a:r>
          </a:p>
          <a:p>
            <a:r>
              <a:rPr lang="en-ZA" sz="2400" dirty="0"/>
              <a:t>UML asked; specifically Visio’s UML Database Notation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A67D4A-9BF9-60CD-0C7D-754916382B33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1594400" y="6678000"/>
            <a:ext cx="597600" cy="144000"/>
          </a:xfrm>
        </p:spPr>
        <p:txBody>
          <a:bodyPr/>
          <a:lstStyle/>
          <a:p>
            <a:fld id="{058DB212-BFA2-403F-85EF-DFD3FF6D973A}" type="slidenum">
              <a:rPr lang="en-US" noProof="0" smtClean="0"/>
              <a:pPr/>
              <a:t>10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3262148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2C735-0A8F-ACF3-C086-2BC510F328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Test feedback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42F0FA-F51E-42AC-FDFA-2BEC6FD274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0" y="1620000"/>
            <a:ext cx="4701527" cy="4500000"/>
          </a:xfrm>
        </p:spPr>
        <p:txBody>
          <a:bodyPr/>
          <a:lstStyle/>
          <a:p>
            <a:pPr marL="0" indent="0">
              <a:buNone/>
            </a:pPr>
            <a:r>
              <a:rPr lang="en-ZA" sz="2400" dirty="0"/>
              <a:t>Average 65% (30 distinctions)</a:t>
            </a:r>
          </a:p>
          <a:p>
            <a:pPr marL="0" indent="0">
              <a:buNone/>
            </a:pPr>
            <a:endParaRPr lang="en-ZA" sz="2400" dirty="0"/>
          </a:p>
          <a:p>
            <a:pPr marL="0" indent="0">
              <a:buNone/>
            </a:pPr>
            <a:r>
              <a:rPr lang="en-ZA" sz="2400" dirty="0"/>
              <a:t>Test moderated externally (question paper and selection of scripts)</a:t>
            </a:r>
          </a:p>
          <a:p>
            <a:pPr marL="0" indent="0">
              <a:buNone/>
            </a:pPr>
            <a:endParaRPr lang="en-ZA" sz="2400" dirty="0"/>
          </a:p>
          <a:p>
            <a:pPr marL="0" indent="0">
              <a:buNone/>
            </a:pPr>
            <a:r>
              <a:rPr lang="en-ZA" sz="2400" dirty="0"/>
              <a:t>Test queries until Friday, 17 April @ 11:00 (thereafter marks are final)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A67D4A-9BF9-60CD-0C7D-754916382B33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pPr/>
              <a:t>11</a:t>
            </a:fld>
            <a:endParaRPr lang="en-US" noProof="0"/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00000000-0008-0000-0C00-000004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2499369"/>
              </p:ext>
            </p:extLst>
          </p:nvPr>
        </p:nvGraphicFramePr>
        <p:xfrm>
          <a:off x="5304911" y="1323245"/>
          <a:ext cx="6606764" cy="40246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3903921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7BBAC6-6CC5-C300-43FB-FBAC9BBF63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2233" y="430887"/>
            <a:ext cx="5634218" cy="907720"/>
          </a:xfrm>
        </p:spPr>
        <p:txBody>
          <a:bodyPr/>
          <a:lstStyle/>
          <a:p>
            <a:r>
              <a:rPr lang="en-ZA" dirty="0"/>
              <a:t>Class mystery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E0F256-37F6-420C-4A15-213CD7B32F5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60257" y="1498862"/>
            <a:ext cx="7639412" cy="5147350"/>
          </a:xfrm>
        </p:spPr>
        <p:txBody>
          <a:bodyPr/>
          <a:lstStyle/>
          <a:p>
            <a:pPr marL="0" indent="0">
              <a:buNone/>
            </a:pPr>
            <a:r>
              <a:rPr lang="en-ZA" sz="4000" dirty="0"/>
              <a:t>SQL skills</a:t>
            </a:r>
          </a:p>
          <a:p>
            <a:pPr marL="0" indent="0">
              <a:buNone/>
            </a:pPr>
            <a:r>
              <a:rPr lang="en-ZA" sz="4000" dirty="0"/>
              <a:t>Problem solving skills</a:t>
            </a:r>
          </a:p>
          <a:p>
            <a:pPr marL="0" indent="0">
              <a:buNone/>
            </a:pPr>
            <a:r>
              <a:rPr lang="en-ZA" sz="4000" dirty="0"/>
              <a:t>Fun</a:t>
            </a:r>
          </a:p>
          <a:p>
            <a:pPr marL="0" indent="0">
              <a:buNone/>
            </a:pPr>
            <a:endParaRPr lang="en-ZA" sz="4000" dirty="0"/>
          </a:p>
          <a:p>
            <a:pPr marL="0" indent="0">
              <a:buNone/>
            </a:pPr>
            <a:r>
              <a:rPr lang="en-ZA" sz="4000" dirty="0"/>
              <a:t>May work in teams of max 3 to solve the mystery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A93C9B-F6D1-1B4D-9A88-75E9986D485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95100" y="6678613"/>
            <a:ext cx="596900" cy="142875"/>
          </a:xfrm>
        </p:spPr>
        <p:txBody>
          <a:bodyPr/>
          <a:lstStyle/>
          <a:p>
            <a:fld id="{058DB212-BFA2-403F-85EF-DFD3FF6D973A}" type="slidenum">
              <a:rPr lang="en-US" noProof="0" smtClean="0"/>
              <a:pPr/>
              <a:t>12</a:t>
            </a:fld>
            <a:endParaRPr lang="en-US" noProof="0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35B590D0-6BFA-6984-701C-1CA24C95C714}"/>
              </a:ext>
            </a:extLst>
          </p:cNvPr>
          <p:cNvSpPr txBox="1">
            <a:spLocks/>
          </p:cNvSpPr>
          <p:nvPr/>
        </p:nvSpPr>
        <p:spPr>
          <a:xfrm>
            <a:off x="9215962" y="6646212"/>
            <a:ext cx="2378438" cy="187367"/>
          </a:xfrm>
          <a:prstGeom prst="rect">
            <a:avLst/>
          </a:prstGeom>
          <a:noFill/>
        </p:spPr>
        <p:txBody>
          <a:bodyPr vert="horz" lIns="3600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bg1">
                    <a:lumMod val="85000"/>
                  </a:schemeClr>
                </a:solidFill>
              </a:rPr>
              <a:t>Chapter 9 - Advanced SQL</a:t>
            </a:r>
            <a:endParaRPr lang="en-US" dirty="0">
              <a:solidFill>
                <a:schemeClr val="bg1">
                  <a:lumMod val="85000"/>
                </a:schemeClr>
              </a:solidFill>
            </a:endParaRPr>
          </a:p>
        </p:txBody>
      </p:sp>
      <p:pic>
        <p:nvPicPr>
          <p:cNvPr id="14" name="Picture Placeholder 13" descr="A cork board with papers pinned to it">
            <a:extLst>
              <a:ext uri="{FF2B5EF4-FFF2-40B4-BE49-F238E27FC236}">
                <a16:creationId xmlns:a16="http://schemas.microsoft.com/office/drawing/2014/main" id="{1A43C5EC-341D-AB4D-3CB3-B0A18C4BC53B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F61B400-96E9-4FD5-F342-194983704917}"/>
              </a:ext>
            </a:extLst>
          </p:cNvPr>
          <p:cNvSpPr txBox="1"/>
          <p:nvPr/>
        </p:nvSpPr>
        <p:spPr>
          <a:xfrm>
            <a:off x="7736524" y="6431752"/>
            <a:ext cx="118494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800" dirty="0"/>
              <a:t>Image by </a:t>
            </a:r>
            <a:r>
              <a:rPr lang="en-ZA" sz="800" dirty="0" err="1"/>
              <a:t>freepik</a:t>
            </a:r>
            <a:endParaRPr lang="en-ZA" sz="800" dirty="0"/>
          </a:p>
        </p:txBody>
      </p:sp>
    </p:spTree>
    <p:extLst>
      <p:ext uri="{BB962C8B-B14F-4D97-AF65-F5344CB8AC3E}">
        <p14:creationId xmlns:p14="http://schemas.microsoft.com/office/powerpoint/2010/main" val="4752037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E27E9CE-1379-C10F-D365-C5F04ECE07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0"/>
            <a:ext cx="6993300" cy="900000"/>
          </a:xfrm>
        </p:spPr>
        <p:txBody>
          <a:bodyPr/>
          <a:lstStyle/>
          <a:p>
            <a:r>
              <a:rPr lang="en-ZA" dirty="0"/>
              <a:t>Process</a:t>
            </a:r>
            <a:br>
              <a:rPr lang="en-ZA" dirty="0"/>
            </a:br>
            <a:r>
              <a:rPr lang="en-ZA" dirty="0">
                <a:hlinkClick r:id="rId2"/>
              </a:rPr>
              <a:t>https://mystery.knightlab.com/</a:t>
            </a:r>
            <a:r>
              <a:rPr lang="en-ZA" dirty="0"/>
              <a:t> 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FEEA211-DEA3-1BEE-8239-26D6B29C3F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59999" y="1140643"/>
            <a:ext cx="7218543" cy="4979357"/>
          </a:xfrm>
        </p:spPr>
        <p:txBody>
          <a:bodyPr/>
          <a:lstStyle/>
          <a:p>
            <a:r>
              <a:rPr lang="en-ZA" sz="2000" dirty="0"/>
              <a:t>Use queries to find </a:t>
            </a:r>
            <a:r>
              <a:rPr lang="en-ZA" sz="2000" b="1" i="1" dirty="0">
                <a:solidFill>
                  <a:schemeClr val="accent1">
                    <a:lumMod val="75000"/>
                  </a:schemeClr>
                </a:solidFill>
              </a:rPr>
              <a:t>murderer</a:t>
            </a:r>
            <a:r>
              <a:rPr lang="en-ZA" sz="20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ZA" sz="2000" dirty="0"/>
              <a:t>and </a:t>
            </a:r>
            <a:r>
              <a:rPr lang="en-ZA" sz="2000" b="1" i="1" dirty="0">
                <a:solidFill>
                  <a:schemeClr val="accent1">
                    <a:lumMod val="75000"/>
                  </a:schemeClr>
                </a:solidFill>
              </a:rPr>
              <a:t>mastermind</a:t>
            </a:r>
            <a:r>
              <a:rPr lang="en-ZA" sz="2000" dirty="0"/>
              <a:t> behind murder </a:t>
            </a:r>
          </a:p>
          <a:p>
            <a:r>
              <a:rPr lang="en-ZA" sz="2000" dirty="0"/>
              <a:t>Take screenshot of ONLY your results (nothing else!) once you’ve run this query (twice – once for </a:t>
            </a:r>
            <a:r>
              <a:rPr lang="en-ZA" sz="2000" b="1" i="1" dirty="0">
                <a:solidFill>
                  <a:schemeClr val="accent1">
                    <a:lumMod val="75000"/>
                  </a:schemeClr>
                </a:solidFill>
              </a:rPr>
              <a:t>murderer</a:t>
            </a:r>
            <a:r>
              <a:rPr lang="en-ZA" sz="2000" dirty="0"/>
              <a:t> and once for </a:t>
            </a:r>
            <a:r>
              <a:rPr lang="en-ZA" sz="2000" b="1" i="1" dirty="0">
                <a:solidFill>
                  <a:schemeClr val="accent1">
                    <a:lumMod val="75000"/>
                  </a:schemeClr>
                </a:solidFill>
              </a:rPr>
              <a:t>mastermind</a:t>
            </a:r>
            <a:r>
              <a:rPr lang="en-ZA" sz="2000" dirty="0"/>
              <a:t>):</a:t>
            </a:r>
          </a:p>
          <a:p>
            <a:endParaRPr lang="en-ZA" sz="2000" dirty="0"/>
          </a:p>
          <a:p>
            <a:endParaRPr lang="en-ZA" sz="2000" dirty="0"/>
          </a:p>
          <a:p>
            <a:endParaRPr lang="en-ZA" sz="2000" dirty="0"/>
          </a:p>
          <a:p>
            <a:endParaRPr lang="en-ZA" sz="2000" dirty="0"/>
          </a:p>
          <a:p>
            <a:endParaRPr lang="en-ZA" sz="2000" dirty="0"/>
          </a:p>
          <a:p>
            <a:r>
              <a:rPr lang="en-ZA" sz="2000" dirty="0"/>
              <a:t>Upload your results to FUNDA</a:t>
            </a:r>
          </a:p>
          <a:p>
            <a:r>
              <a:rPr lang="en-ZA" sz="2000" dirty="0"/>
              <a:t>Same submission process as assignments, e.g.</a:t>
            </a:r>
          </a:p>
          <a:p>
            <a:pPr marL="536575" lvl="2"/>
            <a:r>
              <a:rPr lang="en-ZA" sz="2000" dirty="0"/>
              <a:t>Team member names in header of document</a:t>
            </a:r>
          </a:p>
          <a:p>
            <a:pPr marL="536575" lvl="2"/>
            <a:r>
              <a:rPr lang="en-ZA" sz="2000" dirty="0"/>
              <a:t>Save result as pdf (use submitting member surname as filename)</a:t>
            </a:r>
          </a:p>
          <a:p>
            <a:pPr marL="536575" lvl="1"/>
            <a:r>
              <a:rPr lang="en-ZA" sz="2000" dirty="0"/>
              <a:t>Upload to 07 Murder Mystery by </a:t>
            </a:r>
            <a:r>
              <a:rPr lang="en-ZA" sz="2000"/>
              <a:t>tomorrow morning @ 08:00</a:t>
            </a:r>
            <a:endParaRPr lang="en-ZA" sz="2000" dirty="0"/>
          </a:p>
          <a:p>
            <a:endParaRPr lang="en-ZA" dirty="0"/>
          </a:p>
        </p:txBody>
      </p:sp>
      <p:pic>
        <p:nvPicPr>
          <p:cNvPr id="12" name="Picture Placeholder 11" descr="A cork board with papers pinned to it&#10;&#10;Description automatically generated">
            <a:extLst>
              <a:ext uri="{FF2B5EF4-FFF2-40B4-BE49-F238E27FC236}">
                <a16:creationId xmlns:a16="http://schemas.microsoft.com/office/drawing/2014/main" id="{C64B7E3D-E637-94A9-BEAC-F82EAB5C42B0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2AA0F73-4E75-9B26-782A-18801448F4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9241" y="2182675"/>
            <a:ext cx="6579302" cy="200419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2E1938D-F382-1FD4-EF5E-00116280AC4C}"/>
              </a:ext>
            </a:extLst>
          </p:cNvPr>
          <p:cNvSpPr txBox="1"/>
          <p:nvPr/>
        </p:nvSpPr>
        <p:spPr>
          <a:xfrm>
            <a:off x="7736524" y="6431752"/>
            <a:ext cx="118494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800" dirty="0"/>
              <a:t>Image by </a:t>
            </a:r>
            <a:r>
              <a:rPr lang="en-ZA" sz="800" dirty="0" err="1"/>
              <a:t>freepik</a:t>
            </a:r>
            <a:endParaRPr lang="en-ZA" sz="800" dirty="0"/>
          </a:p>
        </p:txBody>
      </p:sp>
    </p:spTree>
    <p:extLst>
      <p:ext uri="{BB962C8B-B14F-4D97-AF65-F5344CB8AC3E}">
        <p14:creationId xmlns:p14="http://schemas.microsoft.com/office/powerpoint/2010/main" val="38097225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53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B0F0"/>
      </a:accent1>
      <a:accent2>
        <a:srgbClr val="0B6CD9"/>
      </a:accent2>
      <a:accent3>
        <a:srgbClr val="0C3DF8"/>
      </a:accent3>
      <a:accent4>
        <a:srgbClr val="F2194A"/>
      </a:accent4>
      <a:accent5>
        <a:srgbClr val="0CF8B6"/>
      </a:accent5>
      <a:accent6>
        <a:srgbClr val="BDB313"/>
      </a:accent6>
      <a:hlink>
        <a:srgbClr val="00B0F0"/>
      </a:hlink>
      <a:folHlink>
        <a:srgbClr val="00B0F0"/>
      </a:folHlink>
    </a:clrScheme>
    <a:fontScheme name="Custom 162">
      <a:majorFont>
        <a:latin typeface="Tw Cen MT"/>
        <a:ea typeface=""/>
        <a:cs typeface=""/>
      </a:majorFont>
      <a:minorFont>
        <a:latin typeface="Lucida Sans Typewrit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TF78043420_Science fair presentation_RVA_v3.potx" id="{29D4BD8F-7488-49D9-BFBB-7DF8C2B0292D}" vid="{799E8309-D02B-4451-A1B1-915D5FF07E1C}"/>
    </a:ext>
  </a:extLst>
</a:theme>
</file>

<file path=ppt/theme/theme2.xml><?xml version="1.0" encoding="utf-8"?>
<a:theme xmlns:a="http://schemas.openxmlformats.org/drawingml/2006/main" name="1_Office Theme">
  <a:themeElements>
    <a:clrScheme name="Custom 153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B0F0"/>
      </a:accent1>
      <a:accent2>
        <a:srgbClr val="0B6CD9"/>
      </a:accent2>
      <a:accent3>
        <a:srgbClr val="0C3DF8"/>
      </a:accent3>
      <a:accent4>
        <a:srgbClr val="F2194A"/>
      </a:accent4>
      <a:accent5>
        <a:srgbClr val="0CF8B6"/>
      </a:accent5>
      <a:accent6>
        <a:srgbClr val="BDB313"/>
      </a:accent6>
      <a:hlink>
        <a:srgbClr val="00B0F0"/>
      </a:hlink>
      <a:folHlink>
        <a:srgbClr val="00B0F0"/>
      </a:folHlink>
    </a:clrScheme>
    <a:fontScheme name="Custom 162">
      <a:majorFont>
        <a:latin typeface="Tw Cen MT"/>
        <a:ea typeface=""/>
        <a:cs typeface=""/>
      </a:majorFont>
      <a:minorFont>
        <a:latin typeface="Lucida Sans Typewrit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TF78043420_Science fair presentation_RVA_v3.potx" id="{29D4BD8F-7488-49D9-BFBB-7DF8C2B0292D}" vid="{799E8309-D02B-4451-A1B1-915D5FF07E1C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Science fair presentation</Template>
  <TotalTime>1710</TotalTime>
  <Words>596</Words>
  <Application>Microsoft Office PowerPoint</Application>
  <PresentationFormat>Widescreen</PresentationFormat>
  <Paragraphs>106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22" baseType="lpstr">
      <vt:lpstr>Arial</vt:lpstr>
      <vt:lpstr>Calibri</vt:lpstr>
      <vt:lpstr>Calibri Light</vt:lpstr>
      <vt:lpstr>Lucida Sans Typewriter</vt:lpstr>
      <vt:lpstr>Times New Roman</vt:lpstr>
      <vt:lpstr>Tw Cen MT</vt:lpstr>
      <vt:lpstr>Wingdings</vt:lpstr>
      <vt:lpstr>Office Theme</vt:lpstr>
      <vt:lpstr>1_Office Theme</vt:lpstr>
      <vt:lpstr>Advanced SQL</vt:lpstr>
      <vt:lpstr>Resources reminder</vt:lpstr>
      <vt:lpstr>Tips and Tricks: UNION, INTERSECT, MINUS </vt:lpstr>
      <vt:lpstr>PowerPoint Presentation</vt:lpstr>
      <vt:lpstr>UNION</vt:lpstr>
      <vt:lpstr>UNION ALL</vt:lpstr>
      <vt:lpstr>INTERSECT</vt:lpstr>
      <vt:lpstr>MINUS</vt:lpstr>
      <vt:lpstr>Assignment Feedback</vt:lpstr>
      <vt:lpstr>Test feedback: Comments per Question</vt:lpstr>
      <vt:lpstr>Test feedback</vt:lpstr>
      <vt:lpstr>Class mystery</vt:lpstr>
      <vt:lpstr>Process https://mystery.knightlab.com/ 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Cover Title</dc:title>
  <dc:creator>Barnard, Lynette (Dr) (Summerstrand Campus South)</dc:creator>
  <cp:lastModifiedBy>Barnard, Lynette (Dr) (Summerstrand Campus South)</cp:lastModifiedBy>
  <cp:revision>285</cp:revision>
  <dcterms:created xsi:type="dcterms:W3CDTF">2026-01-27T08:37:41Z</dcterms:created>
  <dcterms:modified xsi:type="dcterms:W3CDTF">2026-04-09T11:36:06Z</dcterms:modified>
</cp:coreProperties>
</file>