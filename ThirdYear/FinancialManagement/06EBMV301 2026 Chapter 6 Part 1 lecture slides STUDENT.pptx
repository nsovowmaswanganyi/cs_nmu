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3">
  <p:sldMasterIdLst>
    <p:sldMasterId id="2147483648" r:id="rId1"/>
    <p:sldMasterId id="2147483664" r:id="rId2"/>
  </p:sldMasterIdLst>
  <p:notesMasterIdLst>
    <p:notesMasterId r:id="rId31"/>
  </p:notesMasterIdLst>
  <p:handoutMasterIdLst>
    <p:handoutMasterId r:id="rId32"/>
  </p:handoutMasterIdLst>
  <p:sldIdLst>
    <p:sldId id="283" r:id="rId3"/>
    <p:sldId id="291" r:id="rId4"/>
    <p:sldId id="259" r:id="rId5"/>
    <p:sldId id="450" r:id="rId6"/>
    <p:sldId id="367" r:id="rId7"/>
    <p:sldId id="424" r:id="rId8"/>
    <p:sldId id="425" r:id="rId9"/>
    <p:sldId id="426" r:id="rId10"/>
    <p:sldId id="432" r:id="rId11"/>
    <p:sldId id="427" r:id="rId12"/>
    <p:sldId id="407" r:id="rId13"/>
    <p:sldId id="433" r:id="rId14"/>
    <p:sldId id="389" r:id="rId15"/>
    <p:sldId id="434" r:id="rId16"/>
    <p:sldId id="442" r:id="rId17"/>
    <p:sldId id="443" r:id="rId18"/>
    <p:sldId id="435" r:id="rId19"/>
    <p:sldId id="444" r:id="rId20"/>
    <p:sldId id="436" r:id="rId21"/>
    <p:sldId id="409" r:id="rId22"/>
    <p:sldId id="418" r:id="rId23"/>
    <p:sldId id="445" r:id="rId24"/>
    <p:sldId id="446" r:id="rId25"/>
    <p:sldId id="447" r:id="rId26"/>
    <p:sldId id="419" r:id="rId27"/>
    <p:sldId id="448" r:id="rId28"/>
    <p:sldId id="449" r:id="rId29"/>
    <p:sldId id="335" r:id="rId30"/>
  </p:sldIdLst>
  <p:sldSz cx="9144000" cy="6858000" type="screen4x3"/>
  <p:notesSz cx="6858000" cy="9945688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990000"/>
    <a:srgbClr val="3BFF9D"/>
    <a:srgbClr val="FFFFCC"/>
    <a:srgbClr val="FFFF66"/>
    <a:srgbClr val="D63A17"/>
    <a:srgbClr val="ADB3BF"/>
    <a:srgbClr val="D69249"/>
    <a:srgbClr val="FDF1BB"/>
    <a:srgbClr val="FDF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478FB-6F4E-410D-A8F2-E9A45B907CC7}" v="2" dt="2026-02-20T07:14:25.818"/>
    <p1510:client id="{E335220A-6E8B-43FD-938F-29FDB374F434}" v="11" dt="2026-02-20T07:17:28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1" d="100"/>
          <a:sy n="101" d="100"/>
        </p:scale>
        <p:origin x="1836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tson, Storm (Dr) (Summerstrand Campus South)" userId="cdfaa8e9-29c2-42c0-844a-5081fd85b327" providerId="ADAL" clId="{E335220A-6E8B-43FD-938F-29FDB374F434}"/>
    <pc:docChg chg="custSel modSld">
      <pc:chgData name="Watson, Storm (Dr) (Summerstrand Campus South)" userId="cdfaa8e9-29c2-42c0-844a-5081fd85b327" providerId="ADAL" clId="{E335220A-6E8B-43FD-938F-29FDB374F434}" dt="2026-02-20T07:17:44.110" v="22" actId="478"/>
      <pc:docMkLst>
        <pc:docMk/>
      </pc:docMkLst>
      <pc:sldChg chg="delSp mod">
        <pc:chgData name="Watson, Storm (Dr) (Summerstrand Campus South)" userId="cdfaa8e9-29c2-42c0-844a-5081fd85b327" providerId="ADAL" clId="{E335220A-6E8B-43FD-938F-29FDB374F434}" dt="2026-02-20T07:17:04.097" v="3" actId="478"/>
        <pc:sldMkLst>
          <pc:docMk/>
          <pc:sldMk cId="0" sldId="259"/>
        </pc:sldMkLst>
        <pc:picChg chg="del">
          <ac:chgData name="Watson, Storm (Dr) (Summerstrand Campus South)" userId="cdfaa8e9-29c2-42c0-844a-5081fd85b327" providerId="ADAL" clId="{E335220A-6E8B-43FD-938F-29FDB374F434}" dt="2026-02-20T07:17:03.516" v="2" actId="478"/>
          <ac:picMkLst>
            <pc:docMk/>
            <pc:sldMk cId="0" sldId="259"/>
            <ac:picMk id="6" creationId="{22666B40-9DF0-841E-3D05-4D3B451E92E5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04.097" v="3" actId="478"/>
          <ac:picMkLst>
            <pc:docMk/>
            <pc:sldMk cId="0" sldId="259"/>
            <ac:picMk id="10" creationId="{EF2A723B-7983-54DE-50D0-6A074CDAAC06}"/>
          </ac:picMkLst>
        </pc:picChg>
      </pc:sldChg>
      <pc:sldChg chg="delSp mod">
        <pc:chgData name="Watson, Storm (Dr) (Summerstrand Campus South)" userId="cdfaa8e9-29c2-42c0-844a-5081fd85b327" providerId="ADAL" clId="{E335220A-6E8B-43FD-938F-29FDB374F434}" dt="2026-02-20T07:17:00.804" v="1" actId="478"/>
        <pc:sldMkLst>
          <pc:docMk/>
          <pc:sldMk cId="1067134094" sldId="283"/>
        </pc:sldMkLst>
        <pc:picChg chg="del">
          <ac:chgData name="Watson, Storm (Dr) (Summerstrand Campus South)" userId="cdfaa8e9-29c2-42c0-844a-5081fd85b327" providerId="ADAL" clId="{E335220A-6E8B-43FD-938F-29FDB374F434}" dt="2026-02-20T07:17:00.804" v="1" actId="478"/>
          <ac:picMkLst>
            <pc:docMk/>
            <pc:sldMk cId="1067134094" sldId="283"/>
            <ac:picMk id="3" creationId="{2D0336C9-E537-57DA-E603-152A31658B7D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00.111" v="0" actId="478"/>
          <ac:picMkLst>
            <pc:docMk/>
            <pc:sldMk cId="1067134094" sldId="283"/>
            <ac:picMk id="4" creationId="{1022AE71-D7C8-51D0-8077-1B394481F51D}"/>
          </ac:picMkLst>
        </pc:picChg>
      </pc:sldChg>
      <pc:sldChg chg="delSp">
        <pc:chgData name="Watson, Storm (Dr) (Summerstrand Campus South)" userId="cdfaa8e9-29c2-42c0-844a-5081fd85b327" providerId="ADAL" clId="{E335220A-6E8B-43FD-938F-29FDB374F434}" dt="2026-02-20T07:17:07.497" v="5" actId="478"/>
        <pc:sldMkLst>
          <pc:docMk/>
          <pc:sldMk cId="983348049" sldId="367"/>
        </pc:sldMkLst>
        <pc:picChg chg="del">
          <ac:chgData name="Watson, Storm (Dr) (Summerstrand Campus South)" userId="cdfaa8e9-29c2-42c0-844a-5081fd85b327" providerId="ADAL" clId="{E335220A-6E8B-43FD-938F-29FDB374F434}" dt="2026-02-20T07:17:07.497" v="5" actId="478"/>
          <ac:picMkLst>
            <pc:docMk/>
            <pc:sldMk cId="983348049" sldId="367"/>
            <ac:picMk id="5122" creationId="{BC7BE19D-F1D9-FD62-43AE-7015C923ADC4}"/>
          </ac:picMkLst>
        </pc:picChg>
      </pc:sldChg>
      <pc:sldChg chg="delSp mod">
        <pc:chgData name="Watson, Storm (Dr) (Summerstrand Campus South)" userId="cdfaa8e9-29c2-42c0-844a-5081fd85b327" providerId="ADAL" clId="{E335220A-6E8B-43FD-938F-29FDB374F434}" dt="2026-02-20T07:17:36.407" v="20" actId="478"/>
        <pc:sldMkLst>
          <pc:docMk/>
          <pc:sldMk cId="722718359" sldId="418"/>
        </pc:sldMkLst>
        <pc:picChg chg="del">
          <ac:chgData name="Watson, Storm (Dr) (Summerstrand Campus South)" userId="cdfaa8e9-29c2-42c0-844a-5081fd85b327" providerId="ADAL" clId="{E335220A-6E8B-43FD-938F-29FDB374F434}" dt="2026-02-20T07:17:35.700" v="19" actId="478"/>
          <ac:picMkLst>
            <pc:docMk/>
            <pc:sldMk cId="722718359" sldId="418"/>
            <ac:picMk id="4" creationId="{2EDBDEB9-3F50-8A3B-F283-80AB75435EE5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36.407" v="20" actId="478"/>
          <ac:picMkLst>
            <pc:docMk/>
            <pc:sldMk cId="722718359" sldId="418"/>
            <ac:picMk id="9" creationId="{073C1E09-A02F-52D9-E5D1-70489C302AB1}"/>
          </ac:picMkLst>
        </pc:picChg>
      </pc:sldChg>
      <pc:sldChg chg="delSp mod">
        <pc:chgData name="Watson, Storm (Dr) (Summerstrand Campus South)" userId="cdfaa8e9-29c2-42c0-844a-5081fd85b327" providerId="ADAL" clId="{E335220A-6E8B-43FD-938F-29FDB374F434}" dt="2026-02-20T07:17:44.110" v="22" actId="478"/>
        <pc:sldMkLst>
          <pc:docMk/>
          <pc:sldMk cId="3310276070" sldId="419"/>
        </pc:sldMkLst>
        <pc:spChg chg="del">
          <ac:chgData name="Watson, Storm (Dr) (Summerstrand Campus South)" userId="cdfaa8e9-29c2-42c0-844a-5081fd85b327" providerId="ADAL" clId="{E335220A-6E8B-43FD-938F-29FDB374F434}" dt="2026-02-20T07:17:44.110" v="22" actId="478"/>
          <ac:spMkLst>
            <pc:docMk/>
            <pc:sldMk cId="3310276070" sldId="419"/>
            <ac:spMk id="2" creationId="{6B5AB39A-64A9-E309-F04E-F1E15418C0A9}"/>
          </ac:spMkLst>
        </pc:spChg>
        <pc:picChg chg="del">
          <ac:chgData name="Watson, Storm (Dr) (Summerstrand Campus South)" userId="cdfaa8e9-29c2-42c0-844a-5081fd85b327" providerId="ADAL" clId="{E335220A-6E8B-43FD-938F-29FDB374F434}" dt="2026-02-20T07:17:40.806" v="21" actId="478"/>
          <ac:picMkLst>
            <pc:docMk/>
            <pc:sldMk cId="3310276070" sldId="419"/>
            <ac:picMk id="9" creationId="{5DC15739-56C0-F7A2-89B7-4854FFEDF4FA}"/>
          </ac:picMkLst>
        </pc:picChg>
      </pc:sldChg>
      <pc:sldChg chg="delSp">
        <pc:chgData name="Watson, Storm (Dr) (Summerstrand Campus South)" userId="cdfaa8e9-29c2-42c0-844a-5081fd85b327" providerId="ADAL" clId="{E335220A-6E8B-43FD-938F-29FDB374F434}" dt="2026-02-20T07:17:09.399" v="6" actId="478"/>
        <pc:sldMkLst>
          <pc:docMk/>
          <pc:sldMk cId="3723809442" sldId="424"/>
        </pc:sldMkLst>
        <pc:picChg chg="del">
          <ac:chgData name="Watson, Storm (Dr) (Summerstrand Campus South)" userId="cdfaa8e9-29c2-42c0-844a-5081fd85b327" providerId="ADAL" clId="{E335220A-6E8B-43FD-938F-29FDB374F434}" dt="2026-02-20T07:17:09.399" v="6" actId="478"/>
          <ac:picMkLst>
            <pc:docMk/>
            <pc:sldMk cId="3723809442" sldId="424"/>
            <ac:picMk id="6146" creationId="{EDCCD52A-3003-B1C8-CBA5-B03E1D68B97B}"/>
          </ac:picMkLst>
        </pc:picChg>
      </pc:sldChg>
      <pc:sldChg chg="delSp modSp mod">
        <pc:chgData name="Watson, Storm (Dr) (Summerstrand Campus South)" userId="cdfaa8e9-29c2-42c0-844a-5081fd85b327" providerId="ADAL" clId="{E335220A-6E8B-43FD-938F-29FDB374F434}" dt="2026-02-20T07:17:16.349" v="10" actId="20577"/>
        <pc:sldMkLst>
          <pc:docMk/>
          <pc:sldMk cId="2848839272" sldId="433"/>
        </pc:sldMkLst>
        <pc:spChg chg="mod">
          <ac:chgData name="Watson, Storm (Dr) (Summerstrand Campus South)" userId="cdfaa8e9-29c2-42c0-844a-5081fd85b327" providerId="ADAL" clId="{E335220A-6E8B-43FD-938F-29FDB374F434}" dt="2026-02-20T07:17:16.349" v="10" actId="20577"/>
          <ac:spMkLst>
            <pc:docMk/>
            <pc:sldMk cId="2848839272" sldId="433"/>
            <ac:spMk id="14" creationId="{1EAE3A8D-56FB-8A1A-8270-91F1AB884BC7}"/>
          </ac:spMkLst>
        </pc:spChg>
        <pc:picChg chg="del">
          <ac:chgData name="Watson, Storm (Dr) (Summerstrand Campus South)" userId="cdfaa8e9-29c2-42c0-844a-5081fd85b327" providerId="ADAL" clId="{E335220A-6E8B-43FD-938F-29FDB374F434}" dt="2026-02-20T07:17:13.001" v="7" actId="478"/>
          <ac:picMkLst>
            <pc:docMk/>
            <pc:sldMk cId="2848839272" sldId="433"/>
            <ac:picMk id="4" creationId="{51936CDE-1D80-1D57-44AF-DA9EF472C870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13.774" v="8" actId="478"/>
          <ac:picMkLst>
            <pc:docMk/>
            <pc:sldMk cId="2848839272" sldId="433"/>
            <ac:picMk id="6" creationId="{C4509AD1-0A4F-F0A2-0F26-780620083044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14.374" v="9" actId="478"/>
          <ac:picMkLst>
            <pc:docMk/>
            <pc:sldMk cId="2848839272" sldId="433"/>
            <ac:picMk id="8" creationId="{6D7C43B6-F39F-80C5-855C-CC607BC79C0D}"/>
          </ac:picMkLst>
        </pc:picChg>
      </pc:sldChg>
      <pc:sldChg chg="delSp">
        <pc:chgData name="Watson, Storm (Dr) (Summerstrand Campus South)" userId="cdfaa8e9-29c2-42c0-844a-5081fd85b327" providerId="ADAL" clId="{E335220A-6E8B-43FD-938F-29FDB374F434}" dt="2026-02-20T07:17:22.638" v="13" actId="478"/>
        <pc:sldMkLst>
          <pc:docMk/>
          <pc:sldMk cId="743314470" sldId="434"/>
        </pc:sldMkLst>
        <pc:picChg chg="del">
          <ac:chgData name="Watson, Storm (Dr) (Summerstrand Campus South)" userId="cdfaa8e9-29c2-42c0-844a-5081fd85b327" providerId="ADAL" clId="{E335220A-6E8B-43FD-938F-29FDB374F434}" dt="2026-02-20T07:17:21.207" v="11" actId="478"/>
          <ac:picMkLst>
            <pc:docMk/>
            <pc:sldMk cId="743314470" sldId="434"/>
            <ac:picMk id="1026" creationId="{1611A4A5-A905-CEE3-23AC-A45D86F8B878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22.638" v="13" actId="478"/>
          <ac:picMkLst>
            <pc:docMk/>
            <pc:sldMk cId="743314470" sldId="434"/>
            <ac:picMk id="1030" creationId="{200D92A7-1B7E-D52B-F9AB-F97C9BA71010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22.119" v="12" actId="478"/>
          <ac:picMkLst>
            <pc:docMk/>
            <pc:sldMk cId="743314470" sldId="434"/>
            <ac:picMk id="1032" creationId="{AE2B3F77-225A-CCE9-434D-09D41234710E}"/>
          </ac:picMkLst>
        </pc:picChg>
      </pc:sldChg>
      <pc:sldChg chg="delSp">
        <pc:chgData name="Watson, Storm (Dr) (Summerstrand Campus South)" userId="cdfaa8e9-29c2-42c0-844a-5081fd85b327" providerId="ADAL" clId="{E335220A-6E8B-43FD-938F-29FDB374F434}" dt="2026-02-20T07:17:25.265" v="16" actId="478"/>
        <pc:sldMkLst>
          <pc:docMk/>
          <pc:sldMk cId="3513940576" sldId="442"/>
        </pc:sldMkLst>
        <pc:picChg chg="del">
          <ac:chgData name="Watson, Storm (Dr) (Summerstrand Campus South)" userId="cdfaa8e9-29c2-42c0-844a-5081fd85b327" providerId="ADAL" clId="{E335220A-6E8B-43FD-938F-29FDB374F434}" dt="2026-02-20T07:17:24.095" v="14" actId="478"/>
          <ac:picMkLst>
            <pc:docMk/>
            <pc:sldMk cId="3513940576" sldId="442"/>
            <ac:picMk id="2050" creationId="{973E2BD7-8AEC-95D5-65F1-0FE653BE8C91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25.265" v="16" actId="478"/>
          <ac:picMkLst>
            <pc:docMk/>
            <pc:sldMk cId="3513940576" sldId="442"/>
            <ac:picMk id="2054" creationId="{822238CF-EB78-2EF4-5F29-99425D89A6DB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24.745" v="15" actId="478"/>
          <ac:picMkLst>
            <pc:docMk/>
            <pc:sldMk cId="3513940576" sldId="442"/>
            <ac:picMk id="2056" creationId="{13FD57FA-2F90-CA1F-2A20-88016F270E10}"/>
          </ac:picMkLst>
        </pc:picChg>
      </pc:sldChg>
      <pc:sldChg chg="delSp">
        <pc:chgData name="Watson, Storm (Dr) (Summerstrand Campus South)" userId="cdfaa8e9-29c2-42c0-844a-5081fd85b327" providerId="ADAL" clId="{E335220A-6E8B-43FD-938F-29FDB374F434}" dt="2026-02-20T07:17:28.047" v="18" actId="478"/>
        <pc:sldMkLst>
          <pc:docMk/>
          <pc:sldMk cId="1600778443" sldId="443"/>
        </pc:sldMkLst>
        <pc:picChg chg="del">
          <ac:chgData name="Watson, Storm (Dr) (Summerstrand Campus South)" userId="cdfaa8e9-29c2-42c0-844a-5081fd85b327" providerId="ADAL" clId="{E335220A-6E8B-43FD-938F-29FDB374F434}" dt="2026-02-20T07:17:27.293" v="17" actId="478"/>
          <ac:picMkLst>
            <pc:docMk/>
            <pc:sldMk cId="1600778443" sldId="443"/>
            <ac:picMk id="3078" creationId="{6071827B-005B-BDCD-0E42-E8C29FBA37C0}"/>
          </ac:picMkLst>
        </pc:picChg>
        <pc:picChg chg="del">
          <ac:chgData name="Watson, Storm (Dr) (Summerstrand Campus South)" userId="cdfaa8e9-29c2-42c0-844a-5081fd85b327" providerId="ADAL" clId="{E335220A-6E8B-43FD-938F-29FDB374F434}" dt="2026-02-20T07:17:28.047" v="18" actId="478"/>
          <ac:picMkLst>
            <pc:docMk/>
            <pc:sldMk cId="1600778443" sldId="443"/>
            <ac:picMk id="3082" creationId="{FFC04DA4-EBB5-E597-FC13-D1C12131D39C}"/>
          </ac:picMkLst>
        </pc:picChg>
      </pc:sldChg>
      <pc:sldChg chg="delSp">
        <pc:chgData name="Watson, Storm (Dr) (Summerstrand Campus South)" userId="cdfaa8e9-29c2-42c0-844a-5081fd85b327" providerId="ADAL" clId="{E335220A-6E8B-43FD-938F-29FDB374F434}" dt="2026-02-20T07:17:05.562" v="4" actId="478"/>
        <pc:sldMkLst>
          <pc:docMk/>
          <pc:sldMk cId="1715257800" sldId="450"/>
        </pc:sldMkLst>
        <pc:picChg chg="del">
          <ac:chgData name="Watson, Storm (Dr) (Summerstrand Campus South)" userId="cdfaa8e9-29c2-42c0-844a-5081fd85b327" providerId="ADAL" clId="{E335220A-6E8B-43FD-938F-29FDB374F434}" dt="2026-02-20T07:17:05.562" v="4" actId="478"/>
          <ac:picMkLst>
            <pc:docMk/>
            <pc:sldMk cId="1715257800" sldId="450"/>
            <ac:picMk id="4098" creationId="{B45A37C7-560A-CA0E-AA9D-B85BAA4FDB15}"/>
          </ac:picMkLst>
        </pc:picChg>
      </pc:sldChg>
    </pc:docChg>
  </pc:docChgLst>
  <pc:docChgLst>
    <pc:chgData name="Watson, Storm (Dr) (Summerstrand Campus South)" userId="cdfaa8e9-29c2-42c0-844a-5081fd85b327" providerId="ADAL" clId="{9F8478FB-6F4E-410D-A8F2-E9A45B907CC7}"/>
    <pc:docChg chg="custSel modSld">
      <pc:chgData name="Watson, Storm (Dr) (Summerstrand Campus South)" userId="cdfaa8e9-29c2-42c0-844a-5081fd85b327" providerId="ADAL" clId="{9F8478FB-6F4E-410D-A8F2-E9A45B907CC7}" dt="2026-02-20T07:14:25.818" v="43" actId="20577"/>
      <pc:docMkLst>
        <pc:docMk/>
      </pc:docMkLst>
      <pc:sldChg chg="addSp delSp modSp mod">
        <pc:chgData name="Watson, Storm (Dr) (Summerstrand Campus South)" userId="cdfaa8e9-29c2-42c0-844a-5081fd85b327" providerId="ADAL" clId="{9F8478FB-6F4E-410D-A8F2-E9A45B907CC7}" dt="2026-02-20T07:14:25.818" v="43" actId="20577"/>
        <pc:sldMkLst>
          <pc:docMk/>
          <pc:sldMk cId="0" sldId="259"/>
        </pc:sldMkLst>
        <pc:spChg chg="mod">
          <ac:chgData name="Watson, Storm (Dr) (Summerstrand Campus South)" userId="cdfaa8e9-29c2-42c0-844a-5081fd85b327" providerId="ADAL" clId="{9F8478FB-6F4E-410D-A8F2-E9A45B907CC7}" dt="2026-02-20T07:14:15.235" v="40" actId="20577"/>
          <ac:spMkLst>
            <pc:docMk/>
            <pc:sldMk cId="0" sldId="259"/>
            <ac:spMk id="7" creationId="{827A072E-EC80-BB18-D649-C5E6A96F5AC0}"/>
          </ac:spMkLst>
        </pc:spChg>
        <pc:spChg chg="mod">
          <ac:chgData name="Watson, Storm (Dr) (Summerstrand Campus South)" userId="cdfaa8e9-29c2-42c0-844a-5081fd85b327" providerId="ADAL" clId="{9F8478FB-6F4E-410D-A8F2-E9A45B907CC7}" dt="2026-02-20T07:14:25.818" v="43" actId="20577"/>
          <ac:spMkLst>
            <pc:docMk/>
            <pc:sldMk cId="0" sldId="259"/>
            <ac:spMk id="11" creationId="{A39E89E2-6E9F-B8BF-77C1-CD971D5DB4B4}"/>
          </ac:spMkLst>
        </pc:spChg>
        <pc:picChg chg="del">
          <ac:chgData name="Watson, Storm (Dr) (Summerstrand Campus South)" userId="cdfaa8e9-29c2-42c0-844a-5081fd85b327" providerId="ADAL" clId="{9F8478FB-6F4E-410D-A8F2-E9A45B907CC7}" dt="2026-02-20T07:11:31.105" v="26" actId="478"/>
          <ac:picMkLst>
            <pc:docMk/>
            <pc:sldMk cId="0" sldId="259"/>
            <ac:picMk id="5" creationId="{149B8ED0-B588-6572-51D2-5CC7CBCFE76B}"/>
          </ac:picMkLst>
        </pc:picChg>
        <pc:picChg chg="add mod">
          <ac:chgData name="Watson, Storm (Dr) (Summerstrand Campus South)" userId="cdfaa8e9-29c2-42c0-844a-5081fd85b327" providerId="ADAL" clId="{9F8478FB-6F4E-410D-A8F2-E9A45B907CC7}" dt="2026-02-20T07:13:55.482" v="34" actId="14100"/>
          <ac:picMkLst>
            <pc:docMk/>
            <pc:sldMk cId="0" sldId="259"/>
            <ac:picMk id="6" creationId="{22666B40-9DF0-841E-3D05-4D3B451E92E5}"/>
          </ac:picMkLst>
        </pc:picChg>
        <pc:picChg chg="del">
          <ac:chgData name="Watson, Storm (Dr) (Summerstrand Campus South)" userId="cdfaa8e9-29c2-42c0-844a-5081fd85b327" providerId="ADAL" clId="{9F8478FB-6F4E-410D-A8F2-E9A45B907CC7}" dt="2026-02-20T07:13:46.341" v="30" actId="478"/>
          <ac:picMkLst>
            <pc:docMk/>
            <pc:sldMk cId="0" sldId="259"/>
            <ac:picMk id="9" creationId="{D58B4E22-C8ED-8594-C158-0ABA7798A7B3}"/>
          </ac:picMkLst>
        </pc:picChg>
        <pc:picChg chg="add mod">
          <ac:chgData name="Watson, Storm (Dr) (Summerstrand Campus South)" userId="cdfaa8e9-29c2-42c0-844a-5081fd85b327" providerId="ADAL" clId="{9F8478FB-6F4E-410D-A8F2-E9A45B907CC7}" dt="2026-02-20T07:13:50.872" v="32" actId="1076"/>
          <ac:picMkLst>
            <pc:docMk/>
            <pc:sldMk cId="0" sldId="259"/>
            <ac:picMk id="10" creationId="{EF2A723B-7983-54DE-50D0-6A074CDAAC06}"/>
          </ac:picMkLst>
        </pc:picChg>
        <pc:picChg chg="del">
          <ac:chgData name="Watson, Storm (Dr) (Summerstrand Campus South)" userId="cdfaa8e9-29c2-42c0-844a-5081fd85b327" providerId="ADAL" clId="{9F8478FB-6F4E-410D-A8F2-E9A45B907CC7}" dt="2026-02-20T07:13:45.743" v="29" actId="478"/>
          <ac:picMkLst>
            <pc:docMk/>
            <pc:sldMk cId="0" sldId="259"/>
            <ac:picMk id="13" creationId="{D9524CFC-C130-424B-F6EE-C41CB9411A60}"/>
          </ac:picMkLst>
        </pc:picChg>
      </pc:sldChg>
      <pc:sldChg chg="addSp delSp modSp mod">
        <pc:chgData name="Watson, Storm (Dr) (Summerstrand Campus South)" userId="cdfaa8e9-29c2-42c0-844a-5081fd85b327" providerId="ADAL" clId="{9F8478FB-6F4E-410D-A8F2-E9A45B907CC7}" dt="2026-02-20T07:04:19.469" v="6" actId="1076"/>
        <pc:sldMkLst>
          <pc:docMk/>
          <pc:sldMk cId="1067134094" sldId="283"/>
        </pc:sldMkLst>
        <pc:spChg chg="mod">
          <ac:chgData name="Watson, Storm (Dr) (Summerstrand Campus South)" userId="cdfaa8e9-29c2-42c0-844a-5081fd85b327" providerId="ADAL" clId="{9F8478FB-6F4E-410D-A8F2-E9A45B907CC7}" dt="2026-02-20T07:02:54.546" v="1"/>
          <ac:spMkLst>
            <pc:docMk/>
            <pc:sldMk cId="1067134094" sldId="283"/>
            <ac:spMk id="4101" creationId="{00000000-0000-0000-0000-000000000000}"/>
          </ac:spMkLst>
        </pc:spChg>
        <pc:picChg chg="add mod">
          <ac:chgData name="Watson, Storm (Dr) (Summerstrand Campus South)" userId="cdfaa8e9-29c2-42c0-844a-5081fd85b327" providerId="ADAL" clId="{9F8478FB-6F4E-410D-A8F2-E9A45B907CC7}" dt="2026-02-20T07:04:19.469" v="6" actId="1076"/>
          <ac:picMkLst>
            <pc:docMk/>
            <pc:sldMk cId="1067134094" sldId="283"/>
            <ac:picMk id="3" creationId="{2D0336C9-E537-57DA-E603-152A31658B7D}"/>
          </ac:picMkLst>
        </pc:picChg>
        <pc:picChg chg="del">
          <ac:chgData name="Watson, Storm (Dr) (Summerstrand Campus South)" userId="cdfaa8e9-29c2-42c0-844a-5081fd85b327" providerId="ADAL" clId="{9F8478FB-6F4E-410D-A8F2-E9A45B907CC7}" dt="2026-02-20T07:02:51.767" v="0" actId="478"/>
          <ac:picMkLst>
            <pc:docMk/>
            <pc:sldMk cId="1067134094" sldId="283"/>
            <ac:picMk id="5" creationId="{224F944F-0658-7F82-0E11-F925F2328BC8}"/>
          </ac:picMkLst>
        </pc:picChg>
      </pc:sldChg>
      <pc:sldChg chg="modSp mod">
        <pc:chgData name="Watson, Storm (Dr) (Summerstrand Campus South)" userId="cdfaa8e9-29c2-42c0-844a-5081fd85b327" providerId="ADAL" clId="{9F8478FB-6F4E-410D-A8F2-E9A45B907CC7}" dt="2026-02-20T07:06:36.595" v="25" actId="20577"/>
        <pc:sldMkLst>
          <pc:docMk/>
          <pc:sldMk cId="3964624409" sldId="335"/>
        </pc:sldMkLst>
        <pc:spChg chg="mod">
          <ac:chgData name="Watson, Storm (Dr) (Summerstrand Campus South)" userId="cdfaa8e9-29c2-42c0-844a-5081fd85b327" providerId="ADAL" clId="{9F8478FB-6F4E-410D-A8F2-E9A45B907CC7}" dt="2026-02-20T07:06:36.595" v="25" actId="20577"/>
          <ac:spMkLst>
            <pc:docMk/>
            <pc:sldMk cId="3964624409" sldId="335"/>
            <ac:spMk id="19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433311-D538-40DE-AFBD-B810DD79939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8A4E16B7-0DCB-4483-86E7-3508369E1A5A}">
      <dgm:prSet phldrT="[Text]" custT="1"/>
      <dgm:spPr/>
      <dgm:t>
        <a:bodyPr/>
        <a:lstStyle/>
        <a:p>
          <a:r>
            <a:rPr lang="en-US" sz="1800" dirty="0"/>
            <a:t>Sources of risk</a:t>
          </a:r>
          <a:endParaRPr lang="en-ZA" sz="1800" dirty="0"/>
        </a:p>
      </dgm:t>
    </dgm:pt>
    <dgm:pt modelId="{119BE84D-B00E-414A-A491-4F6915433CA1}" type="parTrans" cxnId="{5F15506A-AB69-49D6-BA32-99F9737B3BEA}">
      <dgm:prSet/>
      <dgm:spPr/>
      <dgm:t>
        <a:bodyPr/>
        <a:lstStyle/>
        <a:p>
          <a:endParaRPr lang="en-ZA" sz="1800"/>
        </a:p>
      </dgm:t>
    </dgm:pt>
    <dgm:pt modelId="{6143658C-2DE7-4D2D-ABE2-8DED9F50FA71}" type="sibTrans" cxnId="{5F15506A-AB69-49D6-BA32-99F9737B3BEA}">
      <dgm:prSet/>
      <dgm:spPr/>
      <dgm:t>
        <a:bodyPr/>
        <a:lstStyle/>
        <a:p>
          <a:endParaRPr lang="en-ZA" sz="1800"/>
        </a:p>
      </dgm:t>
    </dgm:pt>
    <dgm:pt modelId="{EC07DA08-19BD-4FDD-B4F6-8D7C8281677B}">
      <dgm:prSet phldrT="[Text]" custT="1"/>
      <dgm:spPr/>
      <dgm:t>
        <a:bodyPr/>
        <a:lstStyle/>
        <a:p>
          <a:r>
            <a:rPr lang="en-US" sz="1800" dirty="0"/>
            <a:t>External risks</a:t>
          </a:r>
          <a:endParaRPr lang="en-ZA" sz="1800" dirty="0"/>
        </a:p>
      </dgm:t>
    </dgm:pt>
    <dgm:pt modelId="{36302283-F36E-4FC6-9F82-CCA61AFBDE34}" type="parTrans" cxnId="{F1579754-A4E7-4141-B388-73FBA7874577}">
      <dgm:prSet/>
      <dgm:spPr/>
      <dgm:t>
        <a:bodyPr/>
        <a:lstStyle/>
        <a:p>
          <a:endParaRPr lang="en-ZA" sz="1800"/>
        </a:p>
      </dgm:t>
    </dgm:pt>
    <dgm:pt modelId="{28B40324-98A4-4E61-9ADF-66646E366F68}" type="sibTrans" cxnId="{F1579754-A4E7-4141-B388-73FBA7874577}">
      <dgm:prSet/>
      <dgm:spPr/>
      <dgm:t>
        <a:bodyPr/>
        <a:lstStyle/>
        <a:p>
          <a:endParaRPr lang="en-ZA" sz="1800"/>
        </a:p>
      </dgm:t>
    </dgm:pt>
    <dgm:pt modelId="{85806245-77E9-4225-AFF6-4326B06FBBE8}">
      <dgm:prSet phldrT="[Text]" custT="1"/>
      <dgm:spPr/>
      <dgm:t>
        <a:bodyPr/>
        <a:lstStyle/>
        <a:p>
          <a:r>
            <a:rPr lang="en-US" sz="1800" dirty="0"/>
            <a:t>Internal risks</a:t>
          </a:r>
          <a:endParaRPr lang="en-ZA" sz="1800" dirty="0"/>
        </a:p>
      </dgm:t>
    </dgm:pt>
    <dgm:pt modelId="{FE61A044-876B-4A86-8D76-5DAA6CC210D6}" type="parTrans" cxnId="{B7A4F7E4-BA0E-48A9-8707-1F565D755695}">
      <dgm:prSet/>
      <dgm:spPr/>
      <dgm:t>
        <a:bodyPr/>
        <a:lstStyle/>
        <a:p>
          <a:endParaRPr lang="en-ZA" sz="1800"/>
        </a:p>
      </dgm:t>
    </dgm:pt>
    <dgm:pt modelId="{7D6379BF-8430-43B4-A96E-372D89385718}" type="sibTrans" cxnId="{B7A4F7E4-BA0E-48A9-8707-1F565D755695}">
      <dgm:prSet/>
      <dgm:spPr/>
      <dgm:t>
        <a:bodyPr/>
        <a:lstStyle/>
        <a:p>
          <a:endParaRPr lang="en-ZA" sz="1800"/>
        </a:p>
      </dgm:t>
    </dgm:pt>
    <dgm:pt modelId="{0708AC3A-1E5B-4A6C-8933-417F9292F987}">
      <dgm:prSet custT="1"/>
      <dgm:spPr/>
      <dgm:t>
        <a:bodyPr/>
        <a:lstStyle/>
        <a:p>
          <a:r>
            <a:rPr lang="en-US" sz="1800" dirty="0"/>
            <a:t>Environmental risks</a:t>
          </a:r>
          <a:endParaRPr lang="en-ZA" sz="1800" dirty="0"/>
        </a:p>
      </dgm:t>
    </dgm:pt>
    <dgm:pt modelId="{82E1B794-3C2F-4A21-802F-00DE89EA87F9}" type="parTrans" cxnId="{032BEC45-9E32-4436-A9A5-24D7E014383D}">
      <dgm:prSet/>
      <dgm:spPr/>
      <dgm:t>
        <a:bodyPr/>
        <a:lstStyle/>
        <a:p>
          <a:endParaRPr lang="en-ZA" sz="1800"/>
        </a:p>
      </dgm:t>
    </dgm:pt>
    <dgm:pt modelId="{38FF532B-AD0F-4028-B2EA-2F740CE0CBFC}" type="sibTrans" cxnId="{032BEC45-9E32-4436-A9A5-24D7E014383D}">
      <dgm:prSet/>
      <dgm:spPr/>
      <dgm:t>
        <a:bodyPr/>
        <a:lstStyle/>
        <a:p>
          <a:endParaRPr lang="en-ZA" sz="1800"/>
        </a:p>
      </dgm:t>
    </dgm:pt>
    <dgm:pt modelId="{A7A403F9-986F-429B-94B8-F34FC0AE908B}">
      <dgm:prSet custT="1"/>
      <dgm:spPr/>
      <dgm:t>
        <a:bodyPr/>
        <a:lstStyle/>
        <a:p>
          <a:r>
            <a:rPr lang="en-US" sz="1800" dirty="0"/>
            <a:t>Societal risks</a:t>
          </a:r>
          <a:endParaRPr lang="en-ZA" sz="1800" dirty="0"/>
        </a:p>
      </dgm:t>
    </dgm:pt>
    <dgm:pt modelId="{4AE53AEB-CEAC-411B-ADD7-D215E0CAE740}" type="parTrans" cxnId="{28F33A83-84E6-4E69-80C0-A982A62FF278}">
      <dgm:prSet/>
      <dgm:spPr/>
      <dgm:t>
        <a:bodyPr/>
        <a:lstStyle/>
        <a:p>
          <a:endParaRPr lang="en-ZA" sz="1800"/>
        </a:p>
      </dgm:t>
    </dgm:pt>
    <dgm:pt modelId="{4CEEF725-406D-4894-B3C7-CE1C2DCF38D3}" type="sibTrans" cxnId="{28F33A83-84E6-4E69-80C0-A982A62FF278}">
      <dgm:prSet/>
      <dgm:spPr/>
      <dgm:t>
        <a:bodyPr/>
        <a:lstStyle/>
        <a:p>
          <a:endParaRPr lang="en-ZA" sz="1800"/>
        </a:p>
      </dgm:t>
    </dgm:pt>
    <dgm:pt modelId="{A3D7DCC2-D413-4BAF-ABED-6A36E2998E3B}">
      <dgm:prSet custT="1"/>
      <dgm:spPr/>
      <dgm:t>
        <a:bodyPr/>
        <a:lstStyle/>
        <a:p>
          <a:r>
            <a:rPr lang="en-US" sz="1800" dirty="0"/>
            <a:t>Economic risks</a:t>
          </a:r>
          <a:endParaRPr lang="en-ZA" sz="1800" dirty="0"/>
        </a:p>
      </dgm:t>
    </dgm:pt>
    <dgm:pt modelId="{E973569B-5B79-4174-A11C-A64A97FF5C3F}" type="parTrans" cxnId="{C75A8D59-9B84-4467-8D83-08DAC6A4C491}">
      <dgm:prSet/>
      <dgm:spPr/>
      <dgm:t>
        <a:bodyPr/>
        <a:lstStyle/>
        <a:p>
          <a:endParaRPr lang="en-ZA" sz="1800"/>
        </a:p>
      </dgm:t>
    </dgm:pt>
    <dgm:pt modelId="{516F6DA5-0B12-45B5-865F-F281CFE746AB}" type="sibTrans" cxnId="{C75A8D59-9B84-4467-8D83-08DAC6A4C491}">
      <dgm:prSet/>
      <dgm:spPr/>
      <dgm:t>
        <a:bodyPr/>
        <a:lstStyle/>
        <a:p>
          <a:endParaRPr lang="en-ZA" sz="1800"/>
        </a:p>
      </dgm:t>
    </dgm:pt>
    <dgm:pt modelId="{B29A158D-27C7-4CE2-851C-D504B6B37501}">
      <dgm:prSet custT="1"/>
      <dgm:spPr/>
      <dgm:t>
        <a:bodyPr/>
        <a:lstStyle/>
        <a:p>
          <a:r>
            <a:rPr lang="en-US" sz="1800" dirty="0"/>
            <a:t>Geopolitical risks</a:t>
          </a:r>
          <a:endParaRPr lang="en-ZA" sz="1800" dirty="0"/>
        </a:p>
      </dgm:t>
    </dgm:pt>
    <dgm:pt modelId="{D40722AF-FBFE-47E1-BC0D-202D03C19B0C}" type="parTrans" cxnId="{1A81A66B-DB81-453E-B4A4-E53BD09C7AB6}">
      <dgm:prSet/>
      <dgm:spPr/>
      <dgm:t>
        <a:bodyPr/>
        <a:lstStyle/>
        <a:p>
          <a:endParaRPr lang="en-ZA" sz="1800"/>
        </a:p>
      </dgm:t>
    </dgm:pt>
    <dgm:pt modelId="{E74A0963-A8BA-43F1-8646-2D2B01C01780}" type="sibTrans" cxnId="{1A81A66B-DB81-453E-B4A4-E53BD09C7AB6}">
      <dgm:prSet/>
      <dgm:spPr/>
      <dgm:t>
        <a:bodyPr/>
        <a:lstStyle/>
        <a:p>
          <a:endParaRPr lang="en-ZA" sz="1800"/>
        </a:p>
      </dgm:t>
    </dgm:pt>
    <dgm:pt modelId="{F4E4D5BB-2BA5-42C1-A8AF-8E1DD6477745}">
      <dgm:prSet custT="1"/>
      <dgm:spPr/>
      <dgm:t>
        <a:bodyPr/>
        <a:lstStyle/>
        <a:p>
          <a:r>
            <a:rPr lang="en-US" sz="1800" dirty="0"/>
            <a:t>Technological risks</a:t>
          </a:r>
          <a:endParaRPr lang="en-ZA" sz="1800" dirty="0"/>
        </a:p>
      </dgm:t>
    </dgm:pt>
    <dgm:pt modelId="{B5B45921-F9A1-43A4-8387-DAD144766BBC}" type="parTrans" cxnId="{9A800892-C430-4FC8-85A7-271863837517}">
      <dgm:prSet/>
      <dgm:spPr/>
      <dgm:t>
        <a:bodyPr/>
        <a:lstStyle/>
        <a:p>
          <a:endParaRPr lang="en-ZA" sz="1800"/>
        </a:p>
      </dgm:t>
    </dgm:pt>
    <dgm:pt modelId="{26B27BEC-9CB9-4449-8B49-D0C511B379F6}" type="sibTrans" cxnId="{9A800892-C430-4FC8-85A7-271863837517}">
      <dgm:prSet/>
      <dgm:spPr/>
      <dgm:t>
        <a:bodyPr/>
        <a:lstStyle/>
        <a:p>
          <a:endParaRPr lang="en-ZA" sz="1800"/>
        </a:p>
      </dgm:t>
    </dgm:pt>
    <dgm:pt modelId="{CC718200-C4EA-48CA-9D93-3DF41CD80609}">
      <dgm:prSet custT="1"/>
      <dgm:spPr/>
      <dgm:t>
        <a:bodyPr/>
        <a:lstStyle/>
        <a:p>
          <a:r>
            <a:rPr lang="en-US" sz="1800" dirty="0"/>
            <a:t>Risks faced specifically by banks</a:t>
          </a:r>
          <a:endParaRPr lang="en-ZA" sz="1800" dirty="0"/>
        </a:p>
      </dgm:t>
    </dgm:pt>
    <dgm:pt modelId="{25422F57-3A74-4324-9A8D-C426592F096B}" type="parTrans" cxnId="{B0F8E43E-54E8-4671-B95C-748F9CA26D46}">
      <dgm:prSet/>
      <dgm:spPr/>
      <dgm:t>
        <a:bodyPr/>
        <a:lstStyle/>
        <a:p>
          <a:endParaRPr lang="en-ZA" sz="1800"/>
        </a:p>
      </dgm:t>
    </dgm:pt>
    <dgm:pt modelId="{2122F452-95AD-4343-80E8-7F79383CA0A8}" type="sibTrans" cxnId="{B0F8E43E-54E8-4671-B95C-748F9CA26D46}">
      <dgm:prSet/>
      <dgm:spPr/>
      <dgm:t>
        <a:bodyPr/>
        <a:lstStyle/>
        <a:p>
          <a:endParaRPr lang="en-ZA" sz="1800"/>
        </a:p>
      </dgm:t>
    </dgm:pt>
    <dgm:pt modelId="{53D41955-A00A-4AD2-AD5D-B80A2CAFE6FD}">
      <dgm:prSet custT="1"/>
      <dgm:spPr/>
      <dgm:t>
        <a:bodyPr/>
        <a:lstStyle/>
        <a:p>
          <a:r>
            <a:rPr lang="en-US" sz="1800" dirty="0"/>
            <a:t>Risks faced by all firms</a:t>
          </a:r>
          <a:endParaRPr lang="en-ZA" sz="1800" dirty="0"/>
        </a:p>
      </dgm:t>
    </dgm:pt>
    <dgm:pt modelId="{970E7AF7-4C82-46BD-AC8D-292BD04B017C}" type="parTrans" cxnId="{54DB894B-DACF-44FC-8C58-9CB42F3F5B0B}">
      <dgm:prSet/>
      <dgm:spPr/>
      <dgm:t>
        <a:bodyPr/>
        <a:lstStyle/>
        <a:p>
          <a:endParaRPr lang="en-ZA" sz="1800"/>
        </a:p>
      </dgm:t>
    </dgm:pt>
    <dgm:pt modelId="{046E8270-41D8-4FFC-97C7-43D236765CF5}" type="sibTrans" cxnId="{54DB894B-DACF-44FC-8C58-9CB42F3F5B0B}">
      <dgm:prSet/>
      <dgm:spPr/>
      <dgm:t>
        <a:bodyPr/>
        <a:lstStyle/>
        <a:p>
          <a:endParaRPr lang="en-ZA" sz="1800"/>
        </a:p>
      </dgm:t>
    </dgm:pt>
    <dgm:pt modelId="{A4372D96-CC84-4BCD-AA9D-82B4FF96CED5}">
      <dgm:prSet custT="1"/>
      <dgm:spPr/>
      <dgm:t>
        <a:bodyPr/>
        <a:lstStyle/>
        <a:p>
          <a:r>
            <a:rPr lang="en-US" sz="1800" dirty="0"/>
            <a:t>Business risk</a:t>
          </a:r>
          <a:endParaRPr lang="en-ZA" sz="1800" dirty="0"/>
        </a:p>
      </dgm:t>
    </dgm:pt>
    <dgm:pt modelId="{F0396810-C8BB-4A5F-A372-E3831D777388}" type="parTrans" cxnId="{CE57C80E-1206-4B28-B4C3-09CA5293D9CB}">
      <dgm:prSet/>
      <dgm:spPr/>
      <dgm:t>
        <a:bodyPr/>
        <a:lstStyle/>
        <a:p>
          <a:endParaRPr lang="en-ZA" sz="1800"/>
        </a:p>
      </dgm:t>
    </dgm:pt>
    <dgm:pt modelId="{3F099AA0-72CA-44C4-83CB-1F1AC418D63F}" type="sibTrans" cxnId="{CE57C80E-1206-4B28-B4C3-09CA5293D9CB}">
      <dgm:prSet/>
      <dgm:spPr/>
      <dgm:t>
        <a:bodyPr/>
        <a:lstStyle/>
        <a:p>
          <a:endParaRPr lang="en-ZA" sz="1800"/>
        </a:p>
      </dgm:t>
    </dgm:pt>
    <dgm:pt modelId="{ED65B97D-EFF9-4184-AF8E-583A0B5BDF97}">
      <dgm:prSet custT="1"/>
      <dgm:spPr/>
      <dgm:t>
        <a:bodyPr/>
        <a:lstStyle/>
        <a:p>
          <a:r>
            <a:rPr lang="en-US" sz="1800" dirty="0"/>
            <a:t>Financial risk</a:t>
          </a:r>
          <a:endParaRPr lang="en-ZA" sz="1800" dirty="0"/>
        </a:p>
      </dgm:t>
    </dgm:pt>
    <dgm:pt modelId="{DEE929EC-49CC-4DFE-800F-EAE83D71457D}" type="parTrans" cxnId="{B95EF060-439F-4C56-98C6-B42D8EFE9627}">
      <dgm:prSet/>
      <dgm:spPr/>
      <dgm:t>
        <a:bodyPr/>
        <a:lstStyle/>
        <a:p>
          <a:endParaRPr lang="en-ZA" sz="1800"/>
        </a:p>
      </dgm:t>
    </dgm:pt>
    <dgm:pt modelId="{22305E7C-5EAE-4675-B065-33CC73F8F82E}" type="sibTrans" cxnId="{B95EF060-439F-4C56-98C6-B42D8EFE9627}">
      <dgm:prSet/>
      <dgm:spPr/>
      <dgm:t>
        <a:bodyPr/>
        <a:lstStyle/>
        <a:p>
          <a:endParaRPr lang="en-ZA" sz="1800"/>
        </a:p>
      </dgm:t>
    </dgm:pt>
    <dgm:pt modelId="{BA52FDCB-0034-43A3-BDA0-163C91EBE74E}">
      <dgm:prSet custT="1"/>
      <dgm:spPr/>
      <dgm:t>
        <a:bodyPr/>
        <a:lstStyle/>
        <a:p>
          <a:r>
            <a:rPr lang="en-US" sz="1800" dirty="0"/>
            <a:t>Liquidity risk</a:t>
          </a:r>
          <a:endParaRPr lang="en-ZA" sz="1800" dirty="0"/>
        </a:p>
      </dgm:t>
    </dgm:pt>
    <dgm:pt modelId="{C2C97167-4B79-4D29-978C-B33746E580AB}" type="parTrans" cxnId="{FB8874F8-25AC-47C9-B527-10617DEB75AB}">
      <dgm:prSet/>
      <dgm:spPr/>
      <dgm:t>
        <a:bodyPr/>
        <a:lstStyle/>
        <a:p>
          <a:endParaRPr lang="en-ZA" sz="1800"/>
        </a:p>
      </dgm:t>
    </dgm:pt>
    <dgm:pt modelId="{3DADE825-012D-4889-92B5-084EF7816C1C}" type="sibTrans" cxnId="{FB8874F8-25AC-47C9-B527-10617DEB75AB}">
      <dgm:prSet/>
      <dgm:spPr/>
      <dgm:t>
        <a:bodyPr/>
        <a:lstStyle/>
        <a:p>
          <a:endParaRPr lang="en-ZA" sz="1800"/>
        </a:p>
      </dgm:t>
    </dgm:pt>
    <dgm:pt modelId="{772F9BC3-180B-4693-BF21-A2CB0F32A4A2}">
      <dgm:prSet custT="1"/>
      <dgm:spPr/>
      <dgm:t>
        <a:bodyPr/>
        <a:lstStyle/>
        <a:p>
          <a:r>
            <a:rPr lang="en-US" sz="1800" dirty="0"/>
            <a:t>Credit risk</a:t>
          </a:r>
          <a:endParaRPr lang="en-ZA" sz="1800" dirty="0"/>
        </a:p>
      </dgm:t>
    </dgm:pt>
    <dgm:pt modelId="{85844D08-6FF8-40CE-8074-EF6394BBA31B}" type="parTrans" cxnId="{B501504B-5E9D-41FA-8861-09ED2FE74212}">
      <dgm:prSet/>
      <dgm:spPr/>
      <dgm:t>
        <a:bodyPr/>
        <a:lstStyle/>
        <a:p>
          <a:endParaRPr lang="en-ZA" sz="1800"/>
        </a:p>
      </dgm:t>
    </dgm:pt>
    <dgm:pt modelId="{209A1981-9E22-4F21-B512-1F5CBEE36DB6}" type="sibTrans" cxnId="{B501504B-5E9D-41FA-8861-09ED2FE74212}">
      <dgm:prSet/>
      <dgm:spPr/>
      <dgm:t>
        <a:bodyPr/>
        <a:lstStyle/>
        <a:p>
          <a:endParaRPr lang="en-ZA" sz="1800"/>
        </a:p>
      </dgm:t>
    </dgm:pt>
    <dgm:pt modelId="{15B7D0B3-EC33-4EAA-BF5E-C9A97673017C}">
      <dgm:prSet custT="1"/>
      <dgm:spPr/>
      <dgm:t>
        <a:bodyPr/>
        <a:lstStyle/>
        <a:p>
          <a:r>
            <a:rPr lang="en-US" sz="1800" dirty="0"/>
            <a:t>Market risk</a:t>
          </a:r>
          <a:endParaRPr lang="en-ZA" sz="1800" dirty="0"/>
        </a:p>
      </dgm:t>
    </dgm:pt>
    <dgm:pt modelId="{502F44EE-C9F9-4061-9ED0-D40F88A31D30}" type="parTrans" cxnId="{75D8B6C0-841D-432C-81A5-A237427E1A5E}">
      <dgm:prSet/>
      <dgm:spPr/>
      <dgm:t>
        <a:bodyPr/>
        <a:lstStyle/>
        <a:p>
          <a:endParaRPr lang="en-ZA" sz="1800"/>
        </a:p>
      </dgm:t>
    </dgm:pt>
    <dgm:pt modelId="{75BDC531-54E5-410A-AEC5-6FD41F07E957}" type="sibTrans" cxnId="{75D8B6C0-841D-432C-81A5-A237427E1A5E}">
      <dgm:prSet/>
      <dgm:spPr/>
      <dgm:t>
        <a:bodyPr/>
        <a:lstStyle/>
        <a:p>
          <a:endParaRPr lang="en-ZA" sz="1800"/>
        </a:p>
      </dgm:t>
    </dgm:pt>
    <dgm:pt modelId="{9CB97F2A-B414-4AD9-AFB5-7841AD0DC760}">
      <dgm:prSet custT="1"/>
      <dgm:spPr/>
      <dgm:t>
        <a:bodyPr/>
        <a:lstStyle/>
        <a:p>
          <a:r>
            <a:rPr lang="en-US" sz="1800" dirty="0"/>
            <a:t>Operating risk</a:t>
          </a:r>
          <a:endParaRPr lang="en-ZA" sz="1800" dirty="0"/>
        </a:p>
      </dgm:t>
    </dgm:pt>
    <dgm:pt modelId="{A5433012-4866-4D71-92A4-B2332CA0FE8B}" type="parTrans" cxnId="{CC02E98A-EFA6-47E6-856F-986EE7099053}">
      <dgm:prSet/>
      <dgm:spPr/>
      <dgm:t>
        <a:bodyPr/>
        <a:lstStyle/>
        <a:p>
          <a:endParaRPr lang="en-ZA" sz="1800"/>
        </a:p>
      </dgm:t>
    </dgm:pt>
    <dgm:pt modelId="{DFBE284C-BB2D-492A-8A61-C69E4FB274EC}" type="sibTrans" cxnId="{CC02E98A-EFA6-47E6-856F-986EE7099053}">
      <dgm:prSet/>
      <dgm:spPr/>
      <dgm:t>
        <a:bodyPr/>
        <a:lstStyle/>
        <a:p>
          <a:endParaRPr lang="en-ZA" sz="1800"/>
        </a:p>
      </dgm:t>
    </dgm:pt>
    <dgm:pt modelId="{BAFABD2F-071E-418B-9C26-8F230C96E211}">
      <dgm:prSet custT="1"/>
      <dgm:spPr/>
      <dgm:t>
        <a:bodyPr/>
        <a:lstStyle/>
        <a:p>
          <a:r>
            <a:rPr lang="en-US" sz="1800" dirty="0"/>
            <a:t>Reputational risk</a:t>
          </a:r>
          <a:endParaRPr lang="en-ZA" sz="1800" dirty="0"/>
        </a:p>
      </dgm:t>
    </dgm:pt>
    <dgm:pt modelId="{488232C3-5A47-442B-8B54-B24C97BE6B73}" type="parTrans" cxnId="{A8F28526-2F4A-468C-B945-8237B466D77F}">
      <dgm:prSet/>
      <dgm:spPr/>
      <dgm:t>
        <a:bodyPr/>
        <a:lstStyle/>
        <a:p>
          <a:endParaRPr lang="en-ZA" sz="1800"/>
        </a:p>
      </dgm:t>
    </dgm:pt>
    <dgm:pt modelId="{78AA8A51-4395-4201-9D5D-A78B28466F4D}" type="sibTrans" cxnId="{A8F28526-2F4A-468C-B945-8237B466D77F}">
      <dgm:prSet/>
      <dgm:spPr/>
      <dgm:t>
        <a:bodyPr/>
        <a:lstStyle/>
        <a:p>
          <a:endParaRPr lang="en-ZA" sz="1800"/>
        </a:p>
      </dgm:t>
    </dgm:pt>
    <dgm:pt modelId="{9CCB953C-2D5B-4B46-BA1E-A2E4BD40E7B6}" type="pres">
      <dgm:prSet presAssocID="{FD433311-D538-40DE-AFBD-B810DD79939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17250BA-6E5A-4F47-BFF5-CC1931795F8A}" type="pres">
      <dgm:prSet presAssocID="{8A4E16B7-0DCB-4483-86E7-3508369E1A5A}" presName="hierRoot1" presStyleCnt="0">
        <dgm:presLayoutVars>
          <dgm:hierBranch val="init"/>
        </dgm:presLayoutVars>
      </dgm:prSet>
      <dgm:spPr/>
    </dgm:pt>
    <dgm:pt modelId="{EEEDDF2D-4BF9-4633-AE96-EC611ED182DC}" type="pres">
      <dgm:prSet presAssocID="{8A4E16B7-0DCB-4483-86E7-3508369E1A5A}" presName="rootComposite1" presStyleCnt="0"/>
      <dgm:spPr/>
    </dgm:pt>
    <dgm:pt modelId="{6E1E5EC6-BFAC-4563-8660-A996C7EB736C}" type="pres">
      <dgm:prSet presAssocID="{8A4E16B7-0DCB-4483-86E7-3508369E1A5A}" presName="rootText1" presStyleLbl="node0" presStyleIdx="0" presStyleCnt="1" custScaleX="180785">
        <dgm:presLayoutVars>
          <dgm:chPref val="3"/>
        </dgm:presLayoutVars>
      </dgm:prSet>
      <dgm:spPr/>
    </dgm:pt>
    <dgm:pt modelId="{4F7A9E3A-2A12-49D8-A1DE-F5CCF1912624}" type="pres">
      <dgm:prSet presAssocID="{8A4E16B7-0DCB-4483-86E7-3508369E1A5A}" presName="rootConnector1" presStyleLbl="node1" presStyleIdx="0" presStyleCnt="0"/>
      <dgm:spPr/>
    </dgm:pt>
    <dgm:pt modelId="{23675FBC-425D-41FA-A476-CA9564ECB828}" type="pres">
      <dgm:prSet presAssocID="{8A4E16B7-0DCB-4483-86E7-3508369E1A5A}" presName="hierChild2" presStyleCnt="0"/>
      <dgm:spPr/>
    </dgm:pt>
    <dgm:pt modelId="{303DC5C8-4D8A-4523-BA48-6548190B73EF}" type="pres">
      <dgm:prSet presAssocID="{36302283-F36E-4FC6-9F82-CCA61AFBDE34}" presName="Name37" presStyleLbl="parChTrans1D2" presStyleIdx="0" presStyleCnt="2"/>
      <dgm:spPr/>
    </dgm:pt>
    <dgm:pt modelId="{623CA49B-8C11-4656-A158-37E3E4290E06}" type="pres">
      <dgm:prSet presAssocID="{EC07DA08-19BD-4FDD-B4F6-8D7C8281677B}" presName="hierRoot2" presStyleCnt="0">
        <dgm:presLayoutVars>
          <dgm:hierBranch val="init"/>
        </dgm:presLayoutVars>
      </dgm:prSet>
      <dgm:spPr/>
    </dgm:pt>
    <dgm:pt modelId="{6E4AAAE9-4F53-4B42-9073-D021680FD845}" type="pres">
      <dgm:prSet presAssocID="{EC07DA08-19BD-4FDD-B4F6-8D7C8281677B}" presName="rootComposite" presStyleCnt="0"/>
      <dgm:spPr/>
    </dgm:pt>
    <dgm:pt modelId="{603BCF7C-C035-442A-89E7-3789F0D34A24}" type="pres">
      <dgm:prSet presAssocID="{EC07DA08-19BD-4FDD-B4F6-8D7C8281677B}" presName="rootText" presStyleLbl="node2" presStyleIdx="0" presStyleCnt="2" custScaleX="195499" custScaleY="102261" custLinFactNeighborX="-93029" custLinFactNeighborY="-2672">
        <dgm:presLayoutVars>
          <dgm:chPref val="3"/>
        </dgm:presLayoutVars>
      </dgm:prSet>
      <dgm:spPr/>
    </dgm:pt>
    <dgm:pt modelId="{B3D87F1F-1676-48E9-A32A-C6A13D22E0D7}" type="pres">
      <dgm:prSet presAssocID="{EC07DA08-19BD-4FDD-B4F6-8D7C8281677B}" presName="rootConnector" presStyleLbl="node2" presStyleIdx="0" presStyleCnt="2"/>
      <dgm:spPr/>
    </dgm:pt>
    <dgm:pt modelId="{869EF1E8-9579-4AD8-B8C8-44D6CD18EBE4}" type="pres">
      <dgm:prSet presAssocID="{EC07DA08-19BD-4FDD-B4F6-8D7C8281677B}" presName="hierChild4" presStyleCnt="0"/>
      <dgm:spPr/>
    </dgm:pt>
    <dgm:pt modelId="{AEF0F461-83C3-4227-83B8-58E5C71D44B1}" type="pres">
      <dgm:prSet presAssocID="{82E1B794-3C2F-4A21-802F-00DE89EA87F9}" presName="Name37" presStyleLbl="parChTrans1D3" presStyleIdx="0" presStyleCnt="7"/>
      <dgm:spPr/>
    </dgm:pt>
    <dgm:pt modelId="{2CE2FF7A-5413-4B26-AA09-89B55900E1FA}" type="pres">
      <dgm:prSet presAssocID="{0708AC3A-1E5B-4A6C-8933-417F9292F987}" presName="hierRoot2" presStyleCnt="0">
        <dgm:presLayoutVars>
          <dgm:hierBranch val="init"/>
        </dgm:presLayoutVars>
      </dgm:prSet>
      <dgm:spPr/>
    </dgm:pt>
    <dgm:pt modelId="{85CE92DE-18BD-4060-B03B-F3A0EEFD8CAB}" type="pres">
      <dgm:prSet presAssocID="{0708AC3A-1E5B-4A6C-8933-417F9292F987}" presName="rootComposite" presStyleCnt="0"/>
      <dgm:spPr/>
    </dgm:pt>
    <dgm:pt modelId="{A33184AD-46C6-4884-A589-EA2492B945B5}" type="pres">
      <dgm:prSet presAssocID="{0708AC3A-1E5B-4A6C-8933-417F9292F987}" presName="rootText" presStyleLbl="node3" presStyleIdx="0" presStyleCnt="7" custScaleX="180460" custScaleY="96246" custLinFactNeighborX="-21494" custLinFactNeighborY="4745">
        <dgm:presLayoutVars>
          <dgm:chPref val="3"/>
        </dgm:presLayoutVars>
      </dgm:prSet>
      <dgm:spPr/>
    </dgm:pt>
    <dgm:pt modelId="{E01C80A1-3F35-4458-87AA-7131A7433F0F}" type="pres">
      <dgm:prSet presAssocID="{0708AC3A-1E5B-4A6C-8933-417F9292F987}" presName="rootConnector" presStyleLbl="node3" presStyleIdx="0" presStyleCnt="7"/>
      <dgm:spPr/>
    </dgm:pt>
    <dgm:pt modelId="{2DE78721-D6E5-4AE6-9226-DCF8421F9CB7}" type="pres">
      <dgm:prSet presAssocID="{0708AC3A-1E5B-4A6C-8933-417F9292F987}" presName="hierChild4" presStyleCnt="0"/>
      <dgm:spPr/>
    </dgm:pt>
    <dgm:pt modelId="{A1E2D7E9-BACD-4AD5-8E91-2CD4A9B6267C}" type="pres">
      <dgm:prSet presAssocID="{0708AC3A-1E5B-4A6C-8933-417F9292F987}" presName="hierChild5" presStyleCnt="0"/>
      <dgm:spPr/>
    </dgm:pt>
    <dgm:pt modelId="{1BD36668-F6F6-4415-95C0-B4CA23B2455C}" type="pres">
      <dgm:prSet presAssocID="{4AE53AEB-CEAC-411B-ADD7-D215E0CAE740}" presName="Name37" presStyleLbl="parChTrans1D3" presStyleIdx="1" presStyleCnt="7"/>
      <dgm:spPr/>
    </dgm:pt>
    <dgm:pt modelId="{C169A94E-65B0-4C68-869C-32CF5AAB1C4C}" type="pres">
      <dgm:prSet presAssocID="{A7A403F9-986F-429B-94B8-F34FC0AE908B}" presName="hierRoot2" presStyleCnt="0">
        <dgm:presLayoutVars>
          <dgm:hierBranch val="init"/>
        </dgm:presLayoutVars>
      </dgm:prSet>
      <dgm:spPr/>
    </dgm:pt>
    <dgm:pt modelId="{C5EAC520-74A7-4D24-A5F9-CED6568A9D9A}" type="pres">
      <dgm:prSet presAssocID="{A7A403F9-986F-429B-94B8-F34FC0AE908B}" presName="rootComposite" presStyleCnt="0"/>
      <dgm:spPr/>
    </dgm:pt>
    <dgm:pt modelId="{2F518EFE-D83A-4DDB-B049-C62452205252}" type="pres">
      <dgm:prSet presAssocID="{A7A403F9-986F-429B-94B8-F34FC0AE908B}" presName="rootText" presStyleLbl="node3" presStyleIdx="1" presStyleCnt="7" custScaleX="180460" custScaleY="96246" custLinFactNeighborX="-21494" custLinFactNeighborY="8852">
        <dgm:presLayoutVars>
          <dgm:chPref val="3"/>
        </dgm:presLayoutVars>
      </dgm:prSet>
      <dgm:spPr/>
    </dgm:pt>
    <dgm:pt modelId="{066B0DD3-BCCC-4F76-9AB7-2EF1625717B4}" type="pres">
      <dgm:prSet presAssocID="{A7A403F9-986F-429B-94B8-F34FC0AE908B}" presName="rootConnector" presStyleLbl="node3" presStyleIdx="1" presStyleCnt="7"/>
      <dgm:spPr/>
    </dgm:pt>
    <dgm:pt modelId="{852CFC76-E9C4-4C77-B8D3-878ECEBDDB2C}" type="pres">
      <dgm:prSet presAssocID="{A7A403F9-986F-429B-94B8-F34FC0AE908B}" presName="hierChild4" presStyleCnt="0"/>
      <dgm:spPr/>
    </dgm:pt>
    <dgm:pt modelId="{FF3C4CD7-CA4E-4743-89A4-E73A07346F1D}" type="pres">
      <dgm:prSet presAssocID="{A7A403F9-986F-429B-94B8-F34FC0AE908B}" presName="hierChild5" presStyleCnt="0"/>
      <dgm:spPr/>
    </dgm:pt>
    <dgm:pt modelId="{22A31EE8-08DD-4DBF-82B8-5D7A859763A4}" type="pres">
      <dgm:prSet presAssocID="{E973569B-5B79-4174-A11C-A64A97FF5C3F}" presName="Name37" presStyleLbl="parChTrans1D3" presStyleIdx="2" presStyleCnt="7"/>
      <dgm:spPr/>
    </dgm:pt>
    <dgm:pt modelId="{0CDBAF89-5083-4515-8C16-6CCB8983C1CE}" type="pres">
      <dgm:prSet presAssocID="{A3D7DCC2-D413-4BAF-ABED-6A36E2998E3B}" presName="hierRoot2" presStyleCnt="0">
        <dgm:presLayoutVars>
          <dgm:hierBranch val="init"/>
        </dgm:presLayoutVars>
      </dgm:prSet>
      <dgm:spPr/>
    </dgm:pt>
    <dgm:pt modelId="{E6A75FB2-B621-4B55-9C07-68029D644387}" type="pres">
      <dgm:prSet presAssocID="{A3D7DCC2-D413-4BAF-ABED-6A36E2998E3B}" presName="rootComposite" presStyleCnt="0"/>
      <dgm:spPr/>
    </dgm:pt>
    <dgm:pt modelId="{6AE8FFE4-711A-4C52-9422-EC80F500CC58}" type="pres">
      <dgm:prSet presAssocID="{A3D7DCC2-D413-4BAF-ABED-6A36E2998E3B}" presName="rootText" presStyleLbl="node3" presStyleIdx="2" presStyleCnt="7" custScaleX="180460" custScaleY="96246" custLinFactNeighborX="-21494" custLinFactNeighborY="2363">
        <dgm:presLayoutVars>
          <dgm:chPref val="3"/>
        </dgm:presLayoutVars>
      </dgm:prSet>
      <dgm:spPr/>
    </dgm:pt>
    <dgm:pt modelId="{EB69310A-4058-4969-BE50-1F708DC81040}" type="pres">
      <dgm:prSet presAssocID="{A3D7DCC2-D413-4BAF-ABED-6A36E2998E3B}" presName="rootConnector" presStyleLbl="node3" presStyleIdx="2" presStyleCnt="7"/>
      <dgm:spPr/>
    </dgm:pt>
    <dgm:pt modelId="{93E2A5B8-1AA4-444B-B933-3C21D5A3D795}" type="pres">
      <dgm:prSet presAssocID="{A3D7DCC2-D413-4BAF-ABED-6A36E2998E3B}" presName="hierChild4" presStyleCnt="0"/>
      <dgm:spPr/>
    </dgm:pt>
    <dgm:pt modelId="{8F5BD4F3-2127-493B-BF4D-5C48062C8396}" type="pres">
      <dgm:prSet presAssocID="{A3D7DCC2-D413-4BAF-ABED-6A36E2998E3B}" presName="hierChild5" presStyleCnt="0"/>
      <dgm:spPr/>
    </dgm:pt>
    <dgm:pt modelId="{69D28C98-A10A-4093-9FEA-CC4852CAA540}" type="pres">
      <dgm:prSet presAssocID="{D40722AF-FBFE-47E1-BC0D-202D03C19B0C}" presName="Name37" presStyleLbl="parChTrans1D3" presStyleIdx="3" presStyleCnt="7"/>
      <dgm:spPr/>
    </dgm:pt>
    <dgm:pt modelId="{E34722D7-8438-4A29-8BAD-5FFA192ECD13}" type="pres">
      <dgm:prSet presAssocID="{B29A158D-27C7-4CE2-851C-D504B6B37501}" presName="hierRoot2" presStyleCnt="0">
        <dgm:presLayoutVars>
          <dgm:hierBranch val="init"/>
        </dgm:presLayoutVars>
      </dgm:prSet>
      <dgm:spPr/>
    </dgm:pt>
    <dgm:pt modelId="{3D707BF6-D669-41C4-9B7A-EE4233EC9B81}" type="pres">
      <dgm:prSet presAssocID="{B29A158D-27C7-4CE2-851C-D504B6B37501}" presName="rootComposite" presStyleCnt="0"/>
      <dgm:spPr/>
    </dgm:pt>
    <dgm:pt modelId="{6C721137-7EAA-46F8-8BE0-B5B3340C4690}" type="pres">
      <dgm:prSet presAssocID="{B29A158D-27C7-4CE2-851C-D504B6B37501}" presName="rootText" presStyleLbl="node3" presStyleIdx="3" presStyleCnt="7" custScaleX="180460" custScaleY="96246" custLinFactNeighborX="-18341" custLinFactNeighborY="421">
        <dgm:presLayoutVars>
          <dgm:chPref val="3"/>
        </dgm:presLayoutVars>
      </dgm:prSet>
      <dgm:spPr/>
    </dgm:pt>
    <dgm:pt modelId="{805E56BE-8BBB-420D-8D69-B707904A917D}" type="pres">
      <dgm:prSet presAssocID="{B29A158D-27C7-4CE2-851C-D504B6B37501}" presName="rootConnector" presStyleLbl="node3" presStyleIdx="3" presStyleCnt="7"/>
      <dgm:spPr/>
    </dgm:pt>
    <dgm:pt modelId="{1692E4C6-E94D-404C-B51B-C85275361622}" type="pres">
      <dgm:prSet presAssocID="{B29A158D-27C7-4CE2-851C-D504B6B37501}" presName="hierChild4" presStyleCnt="0"/>
      <dgm:spPr/>
    </dgm:pt>
    <dgm:pt modelId="{99E452EB-D942-45F2-AC9D-DB76CDFF415C}" type="pres">
      <dgm:prSet presAssocID="{B29A158D-27C7-4CE2-851C-D504B6B37501}" presName="hierChild5" presStyleCnt="0"/>
      <dgm:spPr/>
    </dgm:pt>
    <dgm:pt modelId="{59A29727-DF28-49EA-8E38-8CA39C6EC752}" type="pres">
      <dgm:prSet presAssocID="{B5B45921-F9A1-43A4-8387-DAD144766BBC}" presName="Name37" presStyleLbl="parChTrans1D3" presStyleIdx="4" presStyleCnt="7"/>
      <dgm:spPr/>
    </dgm:pt>
    <dgm:pt modelId="{4DB48920-4E91-4E8F-96B1-666E5EF9AD06}" type="pres">
      <dgm:prSet presAssocID="{F4E4D5BB-2BA5-42C1-A8AF-8E1DD6477745}" presName="hierRoot2" presStyleCnt="0">
        <dgm:presLayoutVars>
          <dgm:hierBranch val="init"/>
        </dgm:presLayoutVars>
      </dgm:prSet>
      <dgm:spPr/>
    </dgm:pt>
    <dgm:pt modelId="{3B9A4F34-931D-491D-87D9-F0CDE0B7DEA0}" type="pres">
      <dgm:prSet presAssocID="{F4E4D5BB-2BA5-42C1-A8AF-8E1DD6477745}" presName="rootComposite" presStyleCnt="0"/>
      <dgm:spPr/>
    </dgm:pt>
    <dgm:pt modelId="{D715C06A-37D0-47BE-A832-E57F7126075E}" type="pres">
      <dgm:prSet presAssocID="{F4E4D5BB-2BA5-42C1-A8AF-8E1DD6477745}" presName="rootText" presStyleLbl="node3" presStyleIdx="4" presStyleCnt="7" custScaleX="180460" custScaleY="96246" custLinFactNeighborX="-18341" custLinFactNeighborY="-1522">
        <dgm:presLayoutVars>
          <dgm:chPref val="3"/>
        </dgm:presLayoutVars>
      </dgm:prSet>
      <dgm:spPr/>
    </dgm:pt>
    <dgm:pt modelId="{BCEFEDCC-DBFF-4F27-9E18-E828A4B06608}" type="pres">
      <dgm:prSet presAssocID="{F4E4D5BB-2BA5-42C1-A8AF-8E1DD6477745}" presName="rootConnector" presStyleLbl="node3" presStyleIdx="4" presStyleCnt="7"/>
      <dgm:spPr/>
    </dgm:pt>
    <dgm:pt modelId="{1F74897A-CE21-4C67-9320-588C8D6F7217}" type="pres">
      <dgm:prSet presAssocID="{F4E4D5BB-2BA5-42C1-A8AF-8E1DD6477745}" presName="hierChild4" presStyleCnt="0"/>
      <dgm:spPr/>
    </dgm:pt>
    <dgm:pt modelId="{C99DC13F-8AC6-49CF-A59C-D73E49B916B3}" type="pres">
      <dgm:prSet presAssocID="{F4E4D5BB-2BA5-42C1-A8AF-8E1DD6477745}" presName="hierChild5" presStyleCnt="0"/>
      <dgm:spPr/>
    </dgm:pt>
    <dgm:pt modelId="{1B56B5BD-94C4-43A4-AB7A-480CBBD3997C}" type="pres">
      <dgm:prSet presAssocID="{EC07DA08-19BD-4FDD-B4F6-8D7C8281677B}" presName="hierChild5" presStyleCnt="0"/>
      <dgm:spPr/>
    </dgm:pt>
    <dgm:pt modelId="{9DDBE34B-C58A-45BD-97BD-EB970807756B}" type="pres">
      <dgm:prSet presAssocID="{FE61A044-876B-4A86-8D76-5DAA6CC210D6}" presName="Name37" presStyleLbl="parChTrans1D2" presStyleIdx="1" presStyleCnt="2"/>
      <dgm:spPr/>
    </dgm:pt>
    <dgm:pt modelId="{379F518E-2315-4708-812D-997262022BE3}" type="pres">
      <dgm:prSet presAssocID="{85806245-77E9-4225-AFF6-4326B06FBBE8}" presName="hierRoot2" presStyleCnt="0">
        <dgm:presLayoutVars>
          <dgm:hierBranch val="init"/>
        </dgm:presLayoutVars>
      </dgm:prSet>
      <dgm:spPr/>
    </dgm:pt>
    <dgm:pt modelId="{CBFA04BE-B784-4F8D-B038-C6F15CD8E75F}" type="pres">
      <dgm:prSet presAssocID="{85806245-77E9-4225-AFF6-4326B06FBBE8}" presName="rootComposite" presStyleCnt="0"/>
      <dgm:spPr/>
    </dgm:pt>
    <dgm:pt modelId="{71299EDE-243F-4815-985D-3FEBE08640DA}" type="pres">
      <dgm:prSet presAssocID="{85806245-77E9-4225-AFF6-4326B06FBBE8}" presName="rootText" presStyleLbl="node2" presStyleIdx="1" presStyleCnt="2" custScaleX="195499" custScaleY="102037" custLinFactNeighborX="26130" custLinFactNeighborY="-2950">
        <dgm:presLayoutVars>
          <dgm:chPref val="3"/>
        </dgm:presLayoutVars>
      </dgm:prSet>
      <dgm:spPr/>
    </dgm:pt>
    <dgm:pt modelId="{09CF4385-14BB-4CF3-815C-78C0DC09BBB2}" type="pres">
      <dgm:prSet presAssocID="{85806245-77E9-4225-AFF6-4326B06FBBE8}" presName="rootConnector" presStyleLbl="node2" presStyleIdx="1" presStyleCnt="2"/>
      <dgm:spPr/>
    </dgm:pt>
    <dgm:pt modelId="{904FE7E3-6F18-4D78-9B43-743969BFB9D8}" type="pres">
      <dgm:prSet presAssocID="{85806245-77E9-4225-AFF6-4326B06FBBE8}" presName="hierChild4" presStyleCnt="0"/>
      <dgm:spPr/>
    </dgm:pt>
    <dgm:pt modelId="{A9CEBA58-CFDC-43B9-8E6F-5601FB33CE1C}" type="pres">
      <dgm:prSet presAssocID="{25422F57-3A74-4324-9A8D-C426592F096B}" presName="Name37" presStyleLbl="parChTrans1D3" presStyleIdx="5" presStyleCnt="7"/>
      <dgm:spPr/>
    </dgm:pt>
    <dgm:pt modelId="{B576ED8C-5BBE-41CD-9BDC-11739A1F8E48}" type="pres">
      <dgm:prSet presAssocID="{CC718200-C4EA-48CA-9D93-3DF41CD80609}" presName="hierRoot2" presStyleCnt="0">
        <dgm:presLayoutVars>
          <dgm:hierBranch val="init"/>
        </dgm:presLayoutVars>
      </dgm:prSet>
      <dgm:spPr/>
    </dgm:pt>
    <dgm:pt modelId="{7E17B0C3-5164-4800-810F-1AA1E538D569}" type="pres">
      <dgm:prSet presAssocID="{CC718200-C4EA-48CA-9D93-3DF41CD80609}" presName="rootComposite" presStyleCnt="0"/>
      <dgm:spPr/>
    </dgm:pt>
    <dgm:pt modelId="{F1D9F7C2-50D7-4597-9D1C-59C707E9C936}" type="pres">
      <dgm:prSet presAssocID="{CC718200-C4EA-48CA-9D93-3DF41CD80609}" presName="rootText" presStyleLbl="node3" presStyleIdx="5" presStyleCnt="7" custScaleX="179671" custScaleY="95201" custLinFactNeighborY="5350">
        <dgm:presLayoutVars>
          <dgm:chPref val="3"/>
        </dgm:presLayoutVars>
      </dgm:prSet>
      <dgm:spPr/>
    </dgm:pt>
    <dgm:pt modelId="{DDCED2A1-B865-4A4E-A445-978A7B93D5D1}" type="pres">
      <dgm:prSet presAssocID="{CC718200-C4EA-48CA-9D93-3DF41CD80609}" presName="rootConnector" presStyleLbl="node3" presStyleIdx="5" presStyleCnt="7"/>
      <dgm:spPr/>
    </dgm:pt>
    <dgm:pt modelId="{533B93D8-4773-4303-8BDA-20181AF3FA24}" type="pres">
      <dgm:prSet presAssocID="{CC718200-C4EA-48CA-9D93-3DF41CD80609}" presName="hierChild4" presStyleCnt="0"/>
      <dgm:spPr/>
    </dgm:pt>
    <dgm:pt modelId="{30EB661D-61C6-47CB-B09D-E795774C92BA}" type="pres">
      <dgm:prSet presAssocID="{85844D08-6FF8-40CE-8074-EF6394BBA31B}" presName="Name37" presStyleLbl="parChTrans1D4" presStyleIdx="0" presStyleCnt="7"/>
      <dgm:spPr/>
    </dgm:pt>
    <dgm:pt modelId="{3ABBB456-C0D6-4713-BAB2-89A898B8983F}" type="pres">
      <dgm:prSet presAssocID="{772F9BC3-180B-4693-BF21-A2CB0F32A4A2}" presName="hierRoot2" presStyleCnt="0">
        <dgm:presLayoutVars>
          <dgm:hierBranch val="init"/>
        </dgm:presLayoutVars>
      </dgm:prSet>
      <dgm:spPr/>
    </dgm:pt>
    <dgm:pt modelId="{62F396C1-69BB-4F25-BA38-3A7F7B487AD4}" type="pres">
      <dgm:prSet presAssocID="{772F9BC3-180B-4693-BF21-A2CB0F32A4A2}" presName="rootComposite" presStyleCnt="0"/>
      <dgm:spPr/>
    </dgm:pt>
    <dgm:pt modelId="{1D576EA4-6B85-4466-8E1E-4FBC6722BE19}" type="pres">
      <dgm:prSet presAssocID="{772F9BC3-180B-4693-BF21-A2CB0F32A4A2}" presName="rootText" presStyleLbl="node4" presStyleIdx="0" presStyleCnt="7" custScaleX="177537" custScaleY="94381">
        <dgm:presLayoutVars>
          <dgm:chPref val="3"/>
        </dgm:presLayoutVars>
      </dgm:prSet>
      <dgm:spPr/>
    </dgm:pt>
    <dgm:pt modelId="{CB87D743-09C4-42F5-B7AB-18C03BC4E856}" type="pres">
      <dgm:prSet presAssocID="{772F9BC3-180B-4693-BF21-A2CB0F32A4A2}" presName="rootConnector" presStyleLbl="node4" presStyleIdx="0" presStyleCnt="7"/>
      <dgm:spPr/>
    </dgm:pt>
    <dgm:pt modelId="{E8FDCBE1-E7F8-48BA-9BFB-29200122871C}" type="pres">
      <dgm:prSet presAssocID="{772F9BC3-180B-4693-BF21-A2CB0F32A4A2}" presName="hierChild4" presStyleCnt="0"/>
      <dgm:spPr/>
    </dgm:pt>
    <dgm:pt modelId="{74BAEA56-B733-4602-9DC2-5FD76811A7BE}" type="pres">
      <dgm:prSet presAssocID="{772F9BC3-180B-4693-BF21-A2CB0F32A4A2}" presName="hierChild5" presStyleCnt="0"/>
      <dgm:spPr/>
    </dgm:pt>
    <dgm:pt modelId="{A161D4AB-A2CD-4BA5-B45F-60F50260BD3D}" type="pres">
      <dgm:prSet presAssocID="{502F44EE-C9F9-4061-9ED0-D40F88A31D30}" presName="Name37" presStyleLbl="parChTrans1D4" presStyleIdx="1" presStyleCnt="7"/>
      <dgm:spPr/>
    </dgm:pt>
    <dgm:pt modelId="{E66C56CE-DEFD-4A5F-BB9D-DE5EEC57223A}" type="pres">
      <dgm:prSet presAssocID="{15B7D0B3-EC33-4EAA-BF5E-C9A97673017C}" presName="hierRoot2" presStyleCnt="0">
        <dgm:presLayoutVars>
          <dgm:hierBranch val="init"/>
        </dgm:presLayoutVars>
      </dgm:prSet>
      <dgm:spPr/>
    </dgm:pt>
    <dgm:pt modelId="{1E1DECD2-6DAA-4530-BA39-8F7828AA2B42}" type="pres">
      <dgm:prSet presAssocID="{15B7D0B3-EC33-4EAA-BF5E-C9A97673017C}" presName="rootComposite" presStyleCnt="0"/>
      <dgm:spPr/>
    </dgm:pt>
    <dgm:pt modelId="{5569E30A-E9C6-4B46-95EF-D0287050AA62}" type="pres">
      <dgm:prSet presAssocID="{15B7D0B3-EC33-4EAA-BF5E-C9A97673017C}" presName="rootText" presStyleLbl="node4" presStyleIdx="1" presStyleCnt="7" custScaleX="179475" custScaleY="95720">
        <dgm:presLayoutVars>
          <dgm:chPref val="3"/>
        </dgm:presLayoutVars>
      </dgm:prSet>
      <dgm:spPr/>
    </dgm:pt>
    <dgm:pt modelId="{6794F8C4-AC87-4525-BB12-458C6879A47B}" type="pres">
      <dgm:prSet presAssocID="{15B7D0B3-EC33-4EAA-BF5E-C9A97673017C}" presName="rootConnector" presStyleLbl="node4" presStyleIdx="1" presStyleCnt="7"/>
      <dgm:spPr/>
    </dgm:pt>
    <dgm:pt modelId="{5FBB8C8C-8615-42CB-967B-521C5568850D}" type="pres">
      <dgm:prSet presAssocID="{15B7D0B3-EC33-4EAA-BF5E-C9A97673017C}" presName="hierChild4" presStyleCnt="0"/>
      <dgm:spPr/>
    </dgm:pt>
    <dgm:pt modelId="{B71AD286-5CAD-44F6-BECA-41C182BCC504}" type="pres">
      <dgm:prSet presAssocID="{15B7D0B3-EC33-4EAA-BF5E-C9A97673017C}" presName="hierChild5" presStyleCnt="0"/>
      <dgm:spPr/>
    </dgm:pt>
    <dgm:pt modelId="{244B6F11-51E5-4A87-A887-11C9FBD435D0}" type="pres">
      <dgm:prSet presAssocID="{A5433012-4866-4D71-92A4-B2332CA0FE8B}" presName="Name37" presStyleLbl="parChTrans1D4" presStyleIdx="2" presStyleCnt="7"/>
      <dgm:spPr/>
    </dgm:pt>
    <dgm:pt modelId="{5884FE62-E776-48FA-8035-4EDF35732888}" type="pres">
      <dgm:prSet presAssocID="{9CB97F2A-B414-4AD9-AFB5-7841AD0DC760}" presName="hierRoot2" presStyleCnt="0">
        <dgm:presLayoutVars>
          <dgm:hierBranch val="init"/>
        </dgm:presLayoutVars>
      </dgm:prSet>
      <dgm:spPr/>
    </dgm:pt>
    <dgm:pt modelId="{DC5BB66C-C7A2-4759-88EA-F696A0944833}" type="pres">
      <dgm:prSet presAssocID="{9CB97F2A-B414-4AD9-AFB5-7841AD0DC760}" presName="rootComposite" presStyleCnt="0"/>
      <dgm:spPr/>
    </dgm:pt>
    <dgm:pt modelId="{6B64DBC2-3CD2-43E8-83C4-BB1D60CCBFEE}" type="pres">
      <dgm:prSet presAssocID="{9CB97F2A-B414-4AD9-AFB5-7841AD0DC760}" presName="rootText" presStyleLbl="node4" presStyleIdx="2" presStyleCnt="7" custScaleX="176964" custScaleY="94686">
        <dgm:presLayoutVars>
          <dgm:chPref val="3"/>
        </dgm:presLayoutVars>
      </dgm:prSet>
      <dgm:spPr/>
    </dgm:pt>
    <dgm:pt modelId="{D5733570-97D7-41BB-A70C-42456872E0AC}" type="pres">
      <dgm:prSet presAssocID="{9CB97F2A-B414-4AD9-AFB5-7841AD0DC760}" presName="rootConnector" presStyleLbl="node4" presStyleIdx="2" presStyleCnt="7"/>
      <dgm:spPr/>
    </dgm:pt>
    <dgm:pt modelId="{66D7B527-E2FD-4E85-AD28-2B224C2AA726}" type="pres">
      <dgm:prSet presAssocID="{9CB97F2A-B414-4AD9-AFB5-7841AD0DC760}" presName="hierChild4" presStyleCnt="0"/>
      <dgm:spPr/>
    </dgm:pt>
    <dgm:pt modelId="{6831A047-4DF7-4DA6-9C28-24CBFE614063}" type="pres">
      <dgm:prSet presAssocID="{9CB97F2A-B414-4AD9-AFB5-7841AD0DC760}" presName="hierChild5" presStyleCnt="0"/>
      <dgm:spPr/>
    </dgm:pt>
    <dgm:pt modelId="{0F66CB70-E2A7-44FA-9070-A23C6510EEF3}" type="pres">
      <dgm:prSet presAssocID="{488232C3-5A47-442B-8B54-B24C97BE6B73}" presName="Name37" presStyleLbl="parChTrans1D4" presStyleIdx="3" presStyleCnt="7"/>
      <dgm:spPr/>
    </dgm:pt>
    <dgm:pt modelId="{C6730245-3BC0-43D3-93F9-204ED7132A3C}" type="pres">
      <dgm:prSet presAssocID="{BAFABD2F-071E-418B-9C26-8F230C96E211}" presName="hierRoot2" presStyleCnt="0">
        <dgm:presLayoutVars>
          <dgm:hierBranch val="init"/>
        </dgm:presLayoutVars>
      </dgm:prSet>
      <dgm:spPr/>
    </dgm:pt>
    <dgm:pt modelId="{EB938AED-4A25-4AD8-8FC3-97452B5E2A8D}" type="pres">
      <dgm:prSet presAssocID="{BAFABD2F-071E-418B-9C26-8F230C96E211}" presName="rootComposite" presStyleCnt="0"/>
      <dgm:spPr/>
    </dgm:pt>
    <dgm:pt modelId="{7993CC21-EC0C-4A6A-8CE3-1D2666683A72}" type="pres">
      <dgm:prSet presAssocID="{BAFABD2F-071E-418B-9C26-8F230C96E211}" presName="rootText" presStyleLbl="node4" presStyleIdx="3" presStyleCnt="7" custScaleX="176964" custScaleY="94381">
        <dgm:presLayoutVars>
          <dgm:chPref val="3"/>
        </dgm:presLayoutVars>
      </dgm:prSet>
      <dgm:spPr/>
    </dgm:pt>
    <dgm:pt modelId="{963027CE-4A3B-4996-8286-59EEC0806E0C}" type="pres">
      <dgm:prSet presAssocID="{BAFABD2F-071E-418B-9C26-8F230C96E211}" presName="rootConnector" presStyleLbl="node4" presStyleIdx="3" presStyleCnt="7"/>
      <dgm:spPr/>
    </dgm:pt>
    <dgm:pt modelId="{16CEC0F4-C0C4-448B-BCED-6C9BA68FAF23}" type="pres">
      <dgm:prSet presAssocID="{BAFABD2F-071E-418B-9C26-8F230C96E211}" presName="hierChild4" presStyleCnt="0"/>
      <dgm:spPr/>
    </dgm:pt>
    <dgm:pt modelId="{083D632B-EDDC-419E-9634-C0F314313DF8}" type="pres">
      <dgm:prSet presAssocID="{BAFABD2F-071E-418B-9C26-8F230C96E211}" presName="hierChild5" presStyleCnt="0"/>
      <dgm:spPr/>
    </dgm:pt>
    <dgm:pt modelId="{BFFEBCAA-DC28-4E59-B6EC-9332E09E8F9C}" type="pres">
      <dgm:prSet presAssocID="{CC718200-C4EA-48CA-9D93-3DF41CD80609}" presName="hierChild5" presStyleCnt="0"/>
      <dgm:spPr/>
    </dgm:pt>
    <dgm:pt modelId="{DDC1F579-BAF5-4B8C-B6E8-C06042150C45}" type="pres">
      <dgm:prSet presAssocID="{970E7AF7-4C82-46BD-AC8D-292BD04B017C}" presName="Name37" presStyleLbl="parChTrans1D3" presStyleIdx="6" presStyleCnt="7"/>
      <dgm:spPr/>
    </dgm:pt>
    <dgm:pt modelId="{F3BFD1A8-A681-4F87-A936-16FA600653E8}" type="pres">
      <dgm:prSet presAssocID="{53D41955-A00A-4AD2-AD5D-B80A2CAFE6FD}" presName="hierRoot2" presStyleCnt="0">
        <dgm:presLayoutVars>
          <dgm:hierBranch val="init"/>
        </dgm:presLayoutVars>
      </dgm:prSet>
      <dgm:spPr/>
    </dgm:pt>
    <dgm:pt modelId="{67963214-CEA8-4B4D-9BD3-FDEE89E3D198}" type="pres">
      <dgm:prSet presAssocID="{53D41955-A00A-4AD2-AD5D-B80A2CAFE6FD}" presName="rootComposite" presStyleCnt="0"/>
      <dgm:spPr/>
    </dgm:pt>
    <dgm:pt modelId="{953CE4BD-A1BC-4218-A756-90EB83BBF9F4}" type="pres">
      <dgm:prSet presAssocID="{53D41955-A00A-4AD2-AD5D-B80A2CAFE6FD}" presName="rootText" presStyleLbl="node3" presStyleIdx="6" presStyleCnt="7" custScaleX="180460" custScaleY="96246" custLinFactNeighborX="22919" custLinFactNeighborY="4969">
        <dgm:presLayoutVars>
          <dgm:chPref val="3"/>
        </dgm:presLayoutVars>
      </dgm:prSet>
      <dgm:spPr/>
    </dgm:pt>
    <dgm:pt modelId="{4811BBDE-9458-420B-A569-24CA143630CA}" type="pres">
      <dgm:prSet presAssocID="{53D41955-A00A-4AD2-AD5D-B80A2CAFE6FD}" presName="rootConnector" presStyleLbl="node3" presStyleIdx="6" presStyleCnt="7"/>
      <dgm:spPr/>
    </dgm:pt>
    <dgm:pt modelId="{1A2582C5-E89C-42A9-A54C-C34270567FD9}" type="pres">
      <dgm:prSet presAssocID="{53D41955-A00A-4AD2-AD5D-B80A2CAFE6FD}" presName="hierChild4" presStyleCnt="0"/>
      <dgm:spPr/>
    </dgm:pt>
    <dgm:pt modelId="{FA3AEEF4-9462-400E-B9C4-82BEB4907872}" type="pres">
      <dgm:prSet presAssocID="{F0396810-C8BB-4A5F-A372-E3831D777388}" presName="Name37" presStyleLbl="parChTrans1D4" presStyleIdx="4" presStyleCnt="7"/>
      <dgm:spPr/>
    </dgm:pt>
    <dgm:pt modelId="{9D08E6E4-AD78-495B-9926-2E8BAE01132B}" type="pres">
      <dgm:prSet presAssocID="{A4372D96-CC84-4BCD-AA9D-82B4FF96CED5}" presName="hierRoot2" presStyleCnt="0">
        <dgm:presLayoutVars>
          <dgm:hierBranch val="init"/>
        </dgm:presLayoutVars>
      </dgm:prSet>
      <dgm:spPr/>
    </dgm:pt>
    <dgm:pt modelId="{AF09CAC7-00F3-4341-8582-C63C40CAC074}" type="pres">
      <dgm:prSet presAssocID="{A4372D96-CC84-4BCD-AA9D-82B4FF96CED5}" presName="rootComposite" presStyleCnt="0"/>
      <dgm:spPr/>
    </dgm:pt>
    <dgm:pt modelId="{6EEF759E-D910-4A4B-8F90-5006914D201A}" type="pres">
      <dgm:prSet presAssocID="{A4372D96-CC84-4BCD-AA9D-82B4FF96CED5}" presName="rootText" presStyleLbl="node4" presStyleIdx="4" presStyleCnt="7" custScaleX="179475" custScaleY="95720" custLinFactNeighborX="22923" custLinFactNeighborY="11600">
        <dgm:presLayoutVars>
          <dgm:chPref val="3"/>
        </dgm:presLayoutVars>
      </dgm:prSet>
      <dgm:spPr/>
    </dgm:pt>
    <dgm:pt modelId="{4E552B0C-6FA6-4649-A63C-9535E2C6EE3A}" type="pres">
      <dgm:prSet presAssocID="{A4372D96-CC84-4BCD-AA9D-82B4FF96CED5}" presName="rootConnector" presStyleLbl="node4" presStyleIdx="4" presStyleCnt="7"/>
      <dgm:spPr/>
    </dgm:pt>
    <dgm:pt modelId="{BE4D16F9-4F14-41F3-8671-20D00DB65752}" type="pres">
      <dgm:prSet presAssocID="{A4372D96-CC84-4BCD-AA9D-82B4FF96CED5}" presName="hierChild4" presStyleCnt="0"/>
      <dgm:spPr/>
    </dgm:pt>
    <dgm:pt modelId="{68A9B86C-14DC-46E6-AAAE-4F25654C438F}" type="pres">
      <dgm:prSet presAssocID="{A4372D96-CC84-4BCD-AA9D-82B4FF96CED5}" presName="hierChild5" presStyleCnt="0"/>
      <dgm:spPr/>
    </dgm:pt>
    <dgm:pt modelId="{7DE61D6C-67BE-4461-8501-04A20BDDC1D6}" type="pres">
      <dgm:prSet presAssocID="{DEE929EC-49CC-4DFE-800F-EAE83D71457D}" presName="Name37" presStyleLbl="parChTrans1D4" presStyleIdx="5" presStyleCnt="7"/>
      <dgm:spPr/>
    </dgm:pt>
    <dgm:pt modelId="{329D4398-4431-4DB8-BC91-99894254CCD4}" type="pres">
      <dgm:prSet presAssocID="{ED65B97D-EFF9-4184-AF8E-583A0B5BDF97}" presName="hierRoot2" presStyleCnt="0">
        <dgm:presLayoutVars>
          <dgm:hierBranch val="init"/>
        </dgm:presLayoutVars>
      </dgm:prSet>
      <dgm:spPr/>
    </dgm:pt>
    <dgm:pt modelId="{62E0AB9C-F639-4A96-8A2A-BC96AF09C2D1}" type="pres">
      <dgm:prSet presAssocID="{ED65B97D-EFF9-4184-AF8E-583A0B5BDF97}" presName="rootComposite" presStyleCnt="0"/>
      <dgm:spPr/>
    </dgm:pt>
    <dgm:pt modelId="{9CDFD6E0-D939-4632-B9EC-0374F59F1C34}" type="pres">
      <dgm:prSet presAssocID="{ED65B97D-EFF9-4184-AF8E-583A0B5BDF97}" presName="rootText" presStyleLbl="node4" presStyleIdx="5" presStyleCnt="7" custScaleX="179475" custScaleY="95720" custLinFactNeighborX="23271" custLinFactNeighborY="7588">
        <dgm:presLayoutVars>
          <dgm:chPref val="3"/>
        </dgm:presLayoutVars>
      </dgm:prSet>
      <dgm:spPr/>
    </dgm:pt>
    <dgm:pt modelId="{0E61B21E-932F-44FD-8103-0A5D97626FF4}" type="pres">
      <dgm:prSet presAssocID="{ED65B97D-EFF9-4184-AF8E-583A0B5BDF97}" presName="rootConnector" presStyleLbl="node4" presStyleIdx="5" presStyleCnt="7"/>
      <dgm:spPr/>
    </dgm:pt>
    <dgm:pt modelId="{BCEB96CB-8318-440F-A637-FA39FA840579}" type="pres">
      <dgm:prSet presAssocID="{ED65B97D-EFF9-4184-AF8E-583A0B5BDF97}" presName="hierChild4" presStyleCnt="0"/>
      <dgm:spPr/>
    </dgm:pt>
    <dgm:pt modelId="{47229017-C8DD-48D4-AAE4-97157F96CE0D}" type="pres">
      <dgm:prSet presAssocID="{ED65B97D-EFF9-4184-AF8E-583A0B5BDF97}" presName="hierChild5" presStyleCnt="0"/>
      <dgm:spPr/>
    </dgm:pt>
    <dgm:pt modelId="{06C238E1-A882-4B86-9E71-7214AA148D0E}" type="pres">
      <dgm:prSet presAssocID="{C2C97167-4B79-4D29-978C-B33746E580AB}" presName="Name37" presStyleLbl="parChTrans1D4" presStyleIdx="6" presStyleCnt="7"/>
      <dgm:spPr/>
    </dgm:pt>
    <dgm:pt modelId="{D0111C42-B571-4F75-B719-2C8901B42532}" type="pres">
      <dgm:prSet presAssocID="{BA52FDCB-0034-43A3-BDA0-163C91EBE74E}" presName="hierRoot2" presStyleCnt="0">
        <dgm:presLayoutVars>
          <dgm:hierBranch val="init"/>
        </dgm:presLayoutVars>
      </dgm:prSet>
      <dgm:spPr/>
    </dgm:pt>
    <dgm:pt modelId="{70269DB3-982C-45BA-8436-089858CB74A2}" type="pres">
      <dgm:prSet presAssocID="{BA52FDCB-0034-43A3-BDA0-163C91EBE74E}" presName="rootComposite" presStyleCnt="0"/>
      <dgm:spPr/>
    </dgm:pt>
    <dgm:pt modelId="{D9762110-CC71-4113-9A5F-62AC9B2017B1}" type="pres">
      <dgm:prSet presAssocID="{BA52FDCB-0034-43A3-BDA0-163C91EBE74E}" presName="rootText" presStyleLbl="node4" presStyleIdx="6" presStyleCnt="7" custScaleX="179475" custScaleY="95720" custLinFactNeighborX="35586" custLinFactNeighborY="-3502">
        <dgm:presLayoutVars>
          <dgm:chPref val="3"/>
        </dgm:presLayoutVars>
      </dgm:prSet>
      <dgm:spPr/>
    </dgm:pt>
    <dgm:pt modelId="{FC9EAB65-95AB-479D-8EAD-1FDA3D8FCDE4}" type="pres">
      <dgm:prSet presAssocID="{BA52FDCB-0034-43A3-BDA0-163C91EBE74E}" presName="rootConnector" presStyleLbl="node4" presStyleIdx="6" presStyleCnt="7"/>
      <dgm:spPr/>
    </dgm:pt>
    <dgm:pt modelId="{A1DF4DCE-B14F-4E58-959E-644DA69BE633}" type="pres">
      <dgm:prSet presAssocID="{BA52FDCB-0034-43A3-BDA0-163C91EBE74E}" presName="hierChild4" presStyleCnt="0"/>
      <dgm:spPr/>
    </dgm:pt>
    <dgm:pt modelId="{B031192F-FC11-47CA-847B-5664D16CCC07}" type="pres">
      <dgm:prSet presAssocID="{BA52FDCB-0034-43A3-BDA0-163C91EBE74E}" presName="hierChild5" presStyleCnt="0"/>
      <dgm:spPr/>
    </dgm:pt>
    <dgm:pt modelId="{FCDFAC52-3E9B-419E-BCE6-073FBB8E65B4}" type="pres">
      <dgm:prSet presAssocID="{53D41955-A00A-4AD2-AD5D-B80A2CAFE6FD}" presName="hierChild5" presStyleCnt="0"/>
      <dgm:spPr/>
    </dgm:pt>
    <dgm:pt modelId="{1F268982-CBF3-4650-9675-16DD1F519760}" type="pres">
      <dgm:prSet presAssocID="{85806245-77E9-4225-AFF6-4326B06FBBE8}" presName="hierChild5" presStyleCnt="0"/>
      <dgm:spPr/>
    </dgm:pt>
    <dgm:pt modelId="{80ED7CB2-7B71-49A4-BB66-E16DE306ED37}" type="pres">
      <dgm:prSet presAssocID="{8A4E16B7-0DCB-4483-86E7-3508369E1A5A}" presName="hierChild3" presStyleCnt="0"/>
      <dgm:spPr/>
    </dgm:pt>
  </dgm:ptLst>
  <dgm:cxnLst>
    <dgm:cxn modelId="{A03E9401-90E4-4138-AC79-C57A25719462}" type="presOf" srcId="{82E1B794-3C2F-4A21-802F-00DE89EA87F9}" destId="{AEF0F461-83C3-4227-83B8-58E5C71D44B1}" srcOrd="0" destOrd="0" presId="urn:microsoft.com/office/officeart/2005/8/layout/orgChart1"/>
    <dgm:cxn modelId="{4E72B901-B13F-4438-A0EA-4FC0670B759A}" type="presOf" srcId="{25422F57-3A74-4324-9A8D-C426592F096B}" destId="{A9CEBA58-CFDC-43B9-8E6F-5601FB33CE1C}" srcOrd="0" destOrd="0" presId="urn:microsoft.com/office/officeart/2005/8/layout/orgChart1"/>
    <dgm:cxn modelId="{11F81505-E067-4FDD-9B9F-0BFF37B720F9}" type="presOf" srcId="{772F9BC3-180B-4693-BF21-A2CB0F32A4A2}" destId="{1D576EA4-6B85-4466-8E1E-4FBC6722BE19}" srcOrd="0" destOrd="0" presId="urn:microsoft.com/office/officeart/2005/8/layout/orgChart1"/>
    <dgm:cxn modelId="{5211C206-77AA-4904-9574-F6DD5121D746}" type="presOf" srcId="{EC07DA08-19BD-4FDD-B4F6-8D7C8281677B}" destId="{B3D87F1F-1676-48E9-A32A-C6A13D22E0D7}" srcOrd="1" destOrd="0" presId="urn:microsoft.com/office/officeart/2005/8/layout/orgChart1"/>
    <dgm:cxn modelId="{5C2B1909-89C0-4C25-8604-68E19BD2E6FC}" type="presOf" srcId="{A4372D96-CC84-4BCD-AA9D-82B4FF96CED5}" destId="{6EEF759E-D910-4A4B-8F90-5006914D201A}" srcOrd="0" destOrd="0" presId="urn:microsoft.com/office/officeart/2005/8/layout/orgChart1"/>
    <dgm:cxn modelId="{CE57C80E-1206-4B28-B4C3-09CA5293D9CB}" srcId="{53D41955-A00A-4AD2-AD5D-B80A2CAFE6FD}" destId="{A4372D96-CC84-4BCD-AA9D-82B4FF96CED5}" srcOrd="0" destOrd="0" parTransId="{F0396810-C8BB-4A5F-A372-E3831D777388}" sibTransId="{3F099AA0-72CA-44C4-83CB-1F1AC418D63F}"/>
    <dgm:cxn modelId="{B7241511-1AD9-4538-9F0B-A3EF2159D56A}" type="presOf" srcId="{F4E4D5BB-2BA5-42C1-A8AF-8E1DD6477745}" destId="{D715C06A-37D0-47BE-A832-E57F7126075E}" srcOrd="0" destOrd="0" presId="urn:microsoft.com/office/officeart/2005/8/layout/orgChart1"/>
    <dgm:cxn modelId="{DC633817-FECB-434D-A251-4ABB05A3D520}" type="presOf" srcId="{B29A158D-27C7-4CE2-851C-D504B6B37501}" destId="{805E56BE-8BBB-420D-8D69-B707904A917D}" srcOrd="1" destOrd="0" presId="urn:microsoft.com/office/officeart/2005/8/layout/orgChart1"/>
    <dgm:cxn modelId="{01D71D21-5160-49D2-B0A6-409E44978AAE}" type="presOf" srcId="{772F9BC3-180B-4693-BF21-A2CB0F32A4A2}" destId="{CB87D743-09C4-42F5-B7AB-18C03BC4E856}" srcOrd="1" destOrd="0" presId="urn:microsoft.com/office/officeart/2005/8/layout/orgChart1"/>
    <dgm:cxn modelId="{DE0D0E26-1252-474D-A709-8AE1A38F22F0}" type="presOf" srcId="{C2C97167-4B79-4D29-978C-B33746E580AB}" destId="{06C238E1-A882-4B86-9E71-7214AA148D0E}" srcOrd="0" destOrd="0" presId="urn:microsoft.com/office/officeart/2005/8/layout/orgChart1"/>
    <dgm:cxn modelId="{A8F28526-2F4A-468C-B945-8237B466D77F}" srcId="{CC718200-C4EA-48CA-9D93-3DF41CD80609}" destId="{BAFABD2F-071E-418B-9C26-8F230C96E211}" srcOrd="3" destOrd="0" parTransId="{488232C3-5A47-442B-8B54-B24C97BE6B73}" sibTransId="{78AA8A51-4395-4201-9D5D-A78B28466F4D}"/>
    <dgm:cxn modelId="{E8A50829-49B9-41A8-90FA-A4E906FE3F32}" type="presOf" srcId="{A3D7DCC2-D413-4BAF-ABED-6A36E2998E3B}" destId="{6AE8FFE4-711A-4C52-9422-EC80F500CC58}" srcOrd="0" destOrd="0" presId="urn:microsoft.com/office/officeart/2005/8/layout/orgChart1"/>
    <dgm:cxn modelId="{CB79F72D-3642-4742-B6C2-2357AAEA5894}" type="presOf" srcId="{36302283-F36E-4FC6-9F82-CCA61AFBDE34}" destId="{303DC5C8-4D8A-4523-BA48-6548190B73EF}" srcOrd="0" destOrd="0" presId="urn:microsoft.com/office/officeart/2005/8/layout/orgChart1"/>
    <dgm:cxn modelId="{4FD37733-2D11-4045-8586-34150F1220A0}" type="presOf" srcId="{8A4E16B7-0DCB-4483-86E7-3508369E1A5A}" destId="{6E1E5EC6-BFAC-4563-8660-A996C7EB736C}" srcOrd="0" destOrd="0" presId="urn:microsoft.com/office/officeart/2005/8/layout/orgChart1"/>
    <dgm:cxn modelId="{E7C5B736-E65B-4653-8BDF-6F2CA98AA216}" type="presOf" srcId="{DEE929EC-49CC-4DFE-800F-EAE83D71457D}" destId="{7DE61D6C-67BE-4461-8501-04A20BDDC1D6}" srcOrd="0" destOrd="0" presId="urn:microsoft.com/office/officeart/2005/8/layout/orgChart1"/>
    <dgm:cxn modelId="{B0F8E43E-54E8-4671-B95C-748F9CA26D46}" srcId="{85806245-77E9-4225-AFF6-4326B06FBBE8}" destId="{CC718200-C4EA-48CA-9D93-3DF41CD80609}" srcOrd="0" destOrd="0" parTransId="{25422F57-3A74-4324-9A8D-C426592F096B}" sibTransId="{2122F452-95AD-4343-80E8-7F79383CA0A8}"/>
    <dgm:cxn modelId="{A1BAB23F-5E22-4B35-9C11-87ABF15B61AD}" type="presOf" srcId="{BA52FDCB-0034-43A3-BDA0-163C91EBE74E}" destId="{FC9EAB65-95AB-479D-8EAD-1FDA3D8FCDE4}" srcOrd="1" destOrd="0" presId="urn:microsoft.com/office/officeart/2005/8/layout/orgChart1"/>
    <dgm:cxn modelId="{1CFB0A5D-F5A2-4996-92ED-95B64EA999FD}" type="presOf" srcId="{EC07DA08-19BD-4FDD-B4F6-8D7C8281677B}" destId="{603BCF7C-C035-442A-89E7-3789F0D34A24}" srcOrd="0" destOrd="0" presId="urn:microsoft.com/office/officeart/2005/8/layout/orgChart1"/>
    <dgm:cxn modelId="{B95EF060-439F-4C56-98C6-B42D8EFE9627}" srcId="{53D41955-A00A-4AD2-AD5D-B80A2CAFE6FD}" destId="{ED65B97D-EFF9-4184-AF8E-583A0B5BDF97}" srcOrd="1" destOrd="0" parTransId="{DEE929EC-49CC-4DFE-800F-EAE83D71457D}" sibTransId="{22305E7C-5EAE-4675-B065-33CC73F8F82E}"/>
    <dgm:cxn modelId="{2D332563-6AAF-486C-9B35-33178B1598A6}" type="presOf" srcId="{BAFABD2F-071E-418B-9C26-8F230C96E211}" destId="{963027CE-4A3B-4996-8286-59EEC0806E0C}" srcOrd="1" destOrd="0" presId="urn:microsoft.com/office/officeart/2005/8/layout/orgChart1"/>
    <dgm:cxn modelId="{A851E643-392D-4151-A372-A1C5A04EB7CE}" type="presOf" srcId="{0708AC3A-1E5B-4A6C-8933-417F9292F987}" destId="{E01C80A1-3F35-4458-87AA-7131A7433F0F}" srcOrd="1" destOrd="0" presId="urn:microsoft.com/office/officeart/2005/8/layout/orgChart1"/>
    <dgm:cxn modelId="{18738845-CD52-4638-BB95-F14D29BC5C66}" type="presOf" srcId="{53D41955-A00A-4AD2-AD5D-B80A2CAFE6FD}" destId="{953CE4BD-A1BC-4218-A756-90EB83BBF9F4}" srcOrd="0" destOrd="0" presId="urn:microsoft.com/office/officeart/2005/8/layout/orgChart1"/>
    <dgm:cxn modelId="{032BEC45-9E32-4436-A9A5-24D7E014383D}" srcId="{EC07DA08-19BD-4FDD-B4F6-8D7C8281677B}" destId="{0708AC3A-1E5B-4A6C-8933-417F9292F987}" srcOrd="0" destOrd="0" parTransId="{82E1B794-3C2F-4A21-802F-00DE89EA87F9}" sibTransId="{38FF532B-AD0F-4028-B2EA-2F740CE0CBFC}"/>
    <dgm:cxn modelId="{1F0DBF66-A6B3-4968-8A87-55DB972DE6AF}" type="presOf" srcId="{A5433012-4866-4D71-92A4-B2332CA0FE8B}" destId="{244B6F11-51E5-4A87-A887-11C9FBD435D0}" srcOrd="0" destOrd="0" presId="urn:microsoft.com/office/officeart/2005/8/layout/orgChart1"/>
    <dgm:cxn modelId="{62472567-0EFE-4845-ABD2-CF44E37FFB33}" type="presOf" srcId="{BAFABD2F-071E-418B-9C26-8F230C96E211}" destId="{7993CC21-EC0C-4A6A-8CE3-1D2666683A72}" srcOrd="0" destOrd="0" presId="urn:microsoft.com/office/officeart/2005/8/layout/orgChart1"/>
    <dgm:cxn modelId="{5CB23749-4AD9-4BB1-9B2D-551518866145}" type="presOf" srcId="{FE61A044-876B-4A86-8D76-5DAA6CC210D6}" destId="{9DDBE34B-C58A-45BD-97BD-EB970807756B}" srcOrd="0" destOrd="0" presId="urn:microsoft.com/office/officeart/2005/8/layout/orgChart1"/>
    <dgm:cxn modelId="{5F15506A-AB69-49D6-BA32-99F9737B3BEA}" srcId="{FD433311-D538-40DE-AFBD-B810DD79939D}" destId="{8A4E16B7-0DCB-4483-86E7-3508369E1A5A}" srcOrd="0" destOrd="0" parTransId="{119BE84D-B00E-414A-A491-4F6915433CA1}" sibTransId="{6143658C-2DE7-4D2D-ABE2-8DED9F50FA71}"/>
    <dgm:cxn modelId="{B501504B-5E9D-41FA-8861-09ED2FE74212}" srcId="{CC718200-C4EA-48CA-9D93-3DF41CD80609}" destId="{772F9BC3-180B-4693-BF21-A2CB0F32A4A2}" srcOrd="0" destOrd="0" parTransId="{85844D08-6FF8-40CE-8074-EF6394BBA31B}" sibTransId="{209A1981-9E22-4F21-B512-1F5CBEE36DB6}"/>
    <dgm:cxn modelId="{54DB894B-DACF-44FC-8C58-9CB42F3F5B0B}" srcId="{85806245-77E9-4225-AFF6-4326B06FBBE8}" destId="{53D41955-A00A-4AD2-AD5D-B80A2CAFE6FD}" srcOrd="1" destOrd="0" parTransId="{970E7AF7-4C82-46BD-AC8D-292BD04B017C}" sibTransId="{046E8270-41D8-4FFC-97C7-43D236765CF5}"/>
    <dgm:cxn modelId="{1A81A66B-DB81-453E-B4A4-E53BD09C7AB6}" srcId="{EC07DA08-19BD-4FDD-B4F6-8D7C8281677B}" destId="{B29A158D-27C7-4CE2-851C-D504B6B37501}" srcOrd="3" destOrd="0" parTransId="{D40722AF-FBFE-47E1-BC0D-202D03C19B0C}" sibTransId="{E74A0963-A8BA-43F1-8646-2D2B01C01780}"/>
    <dgm:cxn modelId="{73A34670-5F46-481E-987B-D429B17C369A}" type="presOf" srcId="{53D41955-A00A-4AD2-AD5D-B80A2CAFE6FD}" destId="{4811BBDE-9458-420B-A569-24CA143630CA}" srcOrd="1" destOrd="0" presId="urn:microsoft.com/office/officeart/2005/8/layout/orgChart1"/>
    <dgm:cxn modelId="{D3B94C70-F942-4957-83A1-35E03F20633C}" type="presOf" srcId="{B29A158D-27C7-4CE2-851C-D504B6B37501}" destId="{6C721137-7EAA-46F8-8BE0-B5B3340C4690}" srcOrd="0" destOrd="0" presId="urn:microsoft.com/office/officeart/2005/8/layout/orgChart1"/>
    <dgm:cxn modelId="{BC458250-6A8C-4F73-BD3B-988F0CE44482}" type="presOf" srcId="{9CB97F2A-B414-4AD9-AFB5-7841AD0DC760}" destId="{6B64DBC2-3CD2-43E8-83C4-BB1D60CCBFEE}" srcOrd="0" destOrd="0" presId="urn:microsoft.com/office/officeart/2005/8/layout/orgChart1"/>
    <dgm:cxn modelId="{55F40C52-067B-4279-B8BF-5F77BB4A56EF}" type="presOf" srcId="{CC718200-C4EA-48CA-9D93-3DF41CD80609}" destId="{F1D9F7C2-50D7-4597-9D1C-59C707E9C936}" srcOrd="0" destOrd="0" presId="urn:microsoft.com/office/officeart/2005/8/layout/orgChart1"/>
    <dgm:cxn modelId="{2B8B7852-D03D-4A21-8A1D-B79BBF115E24}" type="presOf" srcId="{FD433311-D538-40DE-AFBD-B810DD79939D}" destId="{9CCB953C-2D5B-4B46-BA1E-A2E4BD40E7B6}" srcOrd="0" destOrd="0" presId="urn:microsoft.com/office/officeart/2005/8/layout/orgChart1"/>
    <dgm:cxn modelId="{F1579754-A4E7-4141-B388-73FBA7874577}" srcId="{8A4E16B7-0DCB-4483-86E7-3508369E1A5A}" destId="{EC07DA08-19BD-4FDD-B4F6-8D7C8281677B}" srcOrd="0" destOrd="0" parTransId="{36302283-F36E-4FC6-9F82-CCA61AFBDE34}" sibTransId="{28B40324-98A4-4E61-9ADF-66646E366F68}"/>
    <dgm:cxn modelId="{265FA954-BE7C-48DC-81AC-5FC3EC767FAD}" type="presOf" srcId="{B5B45921-F9A1-43A4-8387-DAD144766BBC}" destId="{59A29727-DF28-49EA-8E38-8CA39C6EC752}" srcOrd="0" destOrd="0" presId="urn:microsoft.com/office/officeart/2005/8/layout/orgChart1"/>
    <dgm:cxn modelId="{23C6D255-1625-4F12-848D-CFDEB76E9B9C}" type="presOf" srcId="{F4E4D5BB-2BA5-42C1-A8AF-8E1DD6477745}" destId="{BCEFEDCC-DBFF-4F27-9E18-E828A4B06608}" srcOrd="1" destOrd="0" presId="urn:microsoft.com/office/officeart/2005/8/layout/orgChart1"/>
    <dgm:cxn modelId="{A0788176-C61F-41EF-AF60-3A7F2DE25F09}" type="presOf" srcId="{A7A403F9-986F-429B-94B8-F34FC0AE908B}" destId="{2F518EFE-D83A-4DDB-B049-C62452205252}" srcOrd="0" destOrd="0" presId="urn:microsoft.com/office/officeart/2005/8/layout/orgChart1"/>
    <dgm:cxn modelId="{8C5BF256-0047-42C4-91BB-22271994B308}" type="presOf" srcId="{D40722AF-FBFE-47E1-BC0D-202D03C19B0C}" destId="{69D28C98-A10A-4093-9FEA-CC4852CAA540}" srcOrd="0" destOrd="0" presId="urn:microsoft.com/office/officeart/2005/8/layout/orgChart1"/>
    <dgm:cxn modelId="{C75A8D59-9B84-4467-8D83-08DAC6A4C491}" srcId="{EC07DA08-19BD-4FDD-B4F6-8D7C8281677B}" destId="{A3D7DCC2-D413-4BAF-ABED-6A36E2998E3B}" srcOrd="2" destOrd="0" parTransId="{E973569B-5B79-4174-A11C-A64A97FF5C3F}" sibTransId="{516F6DA5-0B12-45B5-865F-F281CFE746AB}"/>
    <dgm:cxn modelId="{C29A1C7B-CC97-43D2-8046-8A8994492DCC}" type="presOf" srcId="{A3D7DCC2-D413-4BAF-ABED-6A36E2998E3B}" destId="{EB69310A-4058-4969-BE50-1F708DC81040}" srcOrd="1" destOrd="0" presId="urn:microsoft.com/office/officeart/2005/8/layout/orgChart1"/>
    <dgm:cxn modelId="{E137E881-1B99-4492-B205-31474BE66A03}" type="presOf" srcId="{4AE53AEB-CEAC-411B-ADD7-D215E0CAE740}" destId="{1BD36668-F6F6-4415-95C0-B4CA23B2455C}" srcOrd="0" destOrd="0" presId="urn:microsoft.com/office/officeart/2005/8/layout/orgChart1"/>
    <dgm:cxn modelId="{28F33A83-84E6-4E69-80C0-A982A62FF278}" srcId="{EC07DA08-19BD-4FDD-B4F6-8D7C8281677B}" destId="{A7A403F9-986F-429B-94B8-F34FC0AE908B}" srcOrd="1" destOrd="0" parTransId="{4AE53AEB-CEAC-411B-ADD7-D215E0CAE740}" sibTransId="{4CEEF725-406D-4894-B3C7-CE1C2DCF38D3}"/>
    <dgm:cxn modelId="{CC535085-CD50-45D5-8DA6-910714AD1E29}" type="presOf" srcId="{E973569B-5B79-4174-A11C-A64A97FF5C3F}" destId="{22A31EE8-08DD-4DBF-82B8-5D7A859763A4}" srcOrd="0" destOrd="0" presId="urn:microsoft.com/office/officeart/2005/8/layout/orgChart1"/>
    <dgm:cxn modelId="{CC02E98A-EFA6-47E6-856F-986EE7099053}" srcId="{CC718200-C4EA-48CA-9D93-3DF41CD80609}" destId="{9CB97F2A-B414-4AD9-AFB5-7841AD0DC760}" srcOrd="2" destOrd="0" parTransId="{A5433012-4866-4D71-92A4-B2332CA0FE8B}" sibTransId="{DFBE284C-BB2D-492A-8A61-C69E4FB274EC}"/>
    <dgm:cxn modelId="{51582890-08E1-4846-ADB6-C098FBC8450D}" type="presOf" srcId="{85806245-77E9-4225-AFF6-4326B06FBBE8}" destId="{09CF4385-14BB-4CF3-815C-78C0DC09BBB2}" srcOrd="1" destOrd="0" presId="urn:microsoft.com/office/officeart/2005/8/layout/orgChart1"/>
    <dgm:cxn modelId="{9A800892-C430-4FC8-85A7-271863837517}" srcId="{EC07DA08-19BD-4FDD-B4F6-8D7C8281677B}" destId="{F4E4D5BB-2BA5-42C1-A8AF-8E1DD6477745}" srcOrd="4" destOrd="0" parTransId="{B5B45921-F9A1-43A4-8387-DAD144766BBC}" sibTransId="{26B27BEC-9CB9-4449-8B49-D0C511B379F6}"/>
    <dgm:cxn modelId="{44A00E92-69A1-40E1-A079-8E4A9855558D}" type="presOf" srcId="{970E7AF7-4C82-46BD-AC8D-292BD04B017C}" destId="{DDC1F579-BAF5-4B8C-B6E8-C06042150C45}" srcOrd="0" destOrd="0" presId="urn:microsoft.com/office/officeart/2005/8/layout/orgChart1"/>
    <dgm:cxn modelId="{A5C1C1AB-5169-441F-BF08-793AE0AB782D}" type="presOf" srcId="{85844D08-6FF8-40CE-8074-EF6394BBA31B}" destId="{30EB661D-61C6-47CB-B09D-E795774C92BA}" srcOrd="0" destOrd="0" presId="urn:microsoft.com/office/officeart/2005/8/layout/orgChart1"/>
    <dgm:cxn modelId="{237EE4AF-32EB-4E69-9717-2A0052C7B8FE}" type="presOf" srcId="{ED65B97D-EFF9-4184-AF8E-583A0B5BDF97}" destId="{0E61B21E-932F-44FD-8103-0A5D97626FF4}" srcOrd="1" destOrd="0" presId="urn:microsoft.com/office/officeart/2005/8/layout/orgChart1"/>
    <dgm:cxn modelId="{69C40FB3-FEBC-46BF-9BDB-FBC3701044AF}" type="presOf" srcId="{A4372D96-CC84-4BCD-AA9D-82B4FF96CED5}" destId="{4E552B0C-6FA6-4649-A63C-9535E2C6EE3A}" srcOrd="1" destOrd="0" presId="urn:microsoft.com/office/officeart/2005/8/layout/orgChart1"/>
    <dgm:cxn modelId="{98F8ACB3-4FF1-4B44-A5B9-66185FDD8787}" type="presOf" srcId="{9CB97F2A-B414-4AD9-AFB5-7841AD0DC760}" destId="{D5733570-97D7-41BB-A70C-42456872E0AC}" srcOrd="1" destOrd="0" presId="urn:microsoft.com/office/officeart/2005/8/layout/orgChart1"/>
    <dgm:cxn modelId="{CF226DB4-AA47-41AC-BB2B-148FF8F7DD8D}" type="presOf" srcId="{15B7D0B3-EC33-4EAA-BF5E-C9A97673017C}" destId="{5569E30A-E9C6-4B46-95EF-D0287050AA62}" srcOrd="0" destOrd="0" presId="urn:microsoft.com/office/officeart/2005/8/layout/orgChart1"/>
    <dgm:cxn modelId="{75D8B6C0-841D-432C-81A5-A237427E1A5E}" srcId="{CC718200-C4EA-48CA-9D93-3DF41CD80609}" destId="{15B7D0B3-EC33-4EAA-BF5E-C9A97673017C}" srcOrd="1" destOrd="0" parTransId="{502F44EE-C9F9-4061-9ED0-D40F88A31D30}" sibTransId="{75BDC531-54E5-410A-AEC5-6FD41F07E957}"/>
    <dgm:cxn modelId="{DAA9F1C8-1B3D-4C30-93F9-488275D0B84B}" type="presOf" srcId="{8A4E16B7-0DCB-4483-86E7-3508369E1A5A}" destId="{4F7A9E3A-2A12-49D8-A1DE-F5CCF1912624}" srcOrd="1" destOrd="0" presId="urn:microsoft.com/office/officeart/2005/8/layout/orgChart1"/>
    <dgm:cxn modelId="{099F1FD0-264C-4979-8A7E-807732CE5FB9}" type="presOf" srcId="{85806245-77E9-4225-AFF6-4326B06FBBE8}" destId="{71299EDE-243F-4815-985D-3FEBE08640DA}" srcOrd="0" destOrd="0" presId="urn:microsoft.com/office/officeart/2005/8/layout/orgChart1"/>
    <dgm:cxn modelId="{595577D2-882B-4B9F-B055-118D8DBD7254}" type="presOf" srcId="{A7A403F9-986F-429B-94B8-F34FC0AE908B}" destId="{066B0DD3-BCCC-4F76-9AB7-2EF1625717B4}" srcOrd="1" destOrd="0" presId="urn:microsoft.com/office/officeart/2005/8/layout/orgChart1"/>
    <dgm:cxn modelId="{AEC71BD4-5864-4D67-93DF-5391636F1ACF}" type="presOf" srcId="{488232C3-5A47-442B-8B54-B24C97BE6B73}" destId="{0F66CB70-E2A7-44FA-9070-A23C6510EEF3}" srcOrd="0" destOrd="0" presId="urn:microsoft.com/office/officeart/2005/8/layout/orgChart1"/>
    <dgm:cxn modelId="{7D5E83E0-6DCE-4B10-83C6-6AE7D0E615A7}" type="presOf" srcId="{CC718200-C4EA-48CA-9D93-3DF41CD80609}" destId="{DDCED2A1-B865-4A4E-A445-978A7B93D5D1}" srcOrd="1" destOrd="0" presId="urn:microsoft.com/office/officeart/2005/8/layout/orgChart1"/>
    <dgm:cxn modelId="{B7A4F7E4-BA0E-48A9-8707-1F565D755695}" srcId="{8A4E16B7-0DCB-4483-86E7-3508369E1A5A}" destId="{85806245-77E9-4225-AFF6-4326B06FBBE8}" srcOrd="1" destOrd="0" parTransId="{FE61A044-876B-4A86-8D76-5DAA6CC210D6}" sibTransId="{7D6379BF-8430-43B4-A96E-372D89385718}"/>
    <dgm:cxn modelId="{709B23EE-B4BE-40F3-85E0-44D3B7A3D7AF}" type="presOf" srcId="{ED65B97D-EFF9-4184-AF8E-583A0B5BDF97}" destId="{9CDFD6E0-D939-4632-B9EC-0374F59F1C34}" srcOrd="0" destOrd="0" presId="urn:microsoft.com/office/officeart/2005/8/layout/orgChart1"/>
    <dgm:cxn modelId="{0EF174EE-CEF9-45EA-9488-46747FBF7929}" type="presOf" srcId="{502F44EE-C9F9-4061-9ED0-D40F88A31D30}" destId="{A161D4AB-A2CD-4BA5-B45F-60F50260BD3D}" srcOrd="0" destOrd="0" presId="urn:microsoft.com/office/officeart/2005/8/layout/orgChart1"/>
    <dgm:cxn modelId="{4731E1EF-7B7A-4293-9DB8-DFBD120D80C4}" type="presOf" srcId="{F0396810-C8BB-4A5F-A372-E3831D777388}" destId="{FA3AEEF4-9462-400E-B9C4-82BEB4907872}" srcOrd="0" destOrd="0" presId="urn:microsoft.com/office/officeart/2005/8/layout/orgChart1"/>
    <dgm:cxn modelId="{83780CF6-EB03-448A-84F8-3038C1BAD6E9}" type="presOf" srcId="{BA52FDCB-0034-43A3-BDA0-163C91EBE74E}" destId="{D9762110-CC71-4113-9A5F-62AC9B2017B1}" srcOrd="0" destOrd="0" presId="urn:microsoft.com/office/officeart/2005/8/layout/orgChart1"/>
    <dgm:cxn modelId="{FB8874F8-25AC-47C9-B527-10617DEB75AB}" srcId="{53D41955-A00A-4AD2-AD5D-B80A2CAFE6FD}" destId="{BA52FDCB-0034-43A3-BDA0-163C91EBE74E}" srcOrd="2" destOrd="0" parTransId="{C2C97167-4B79-4D29-978C-B33746E580AB}" sibTransId="{3DADE825-012D-4889-92B5-084EF7816C1C}"/>
    <dgm:cxn modelId="{102026FD-3785-469F-B415-D4AC09D0B23B}" type="presOf" srcId="{0708AC3A-1E5B-4A6C-8933-417F9292F987}" destId="{A33184AD-46C6-4884-A589-EA2492B945B5}" srcOrd="0" destOrd="0" presId="urn:microsoft.com/office/officeart/2005/8/layout/orgChart1"/>
    <dgm:cxn modelId="{0B5C27FF-07C5-41F8-A006-BD9973DE103D}" type="presOf" srcId="{15B7D0B3-EC33-4EAA-BF5E-C9A97673017C}" destId="{6794F8C4-AC87-4525-BB12-458C6879A47B}" srcOrd="1" destOrd="0" presId="urn:microsoft.com/office/officeart/2005/8/layout/orgChart1"/>
    <dgm:cxn modelId="{DE9A7B68-7E39-4D44-9720-79CE71915E7F}" type="presParOf" srcId="{9CCB953C-2D5B-4B46-BA1E-A2E4BD40E7B6}" destId="{E17250BA-6E5A-4F47-BFF5-CC1931795F8A}" srcOrd="0" destOrd="0" presId="urn:microsoft.com/office/officeart/2005/8/layout/orgChart1"/>
    <dgm:cxn modelId="{8B395D09-FAF8-4A75-B852-A25A0FF31054}" type="presParOf" srcId="{E17250BA-6E5A-4F47-BFF5-CC1931795F8A}" destId="{EEEDDF2D-4BF9-4633-AE96-EC611ED182DC}" srcOrd="0" destOrd="0" presId="urn:microsoft.com/office/officeart/2005/8/layout/orgChart1"/>
    <dgm:cxn modelId="{2CA3594A-7A27-4F73-91ED-FBB30E2E4259}" type="presParOf" srcId="{EEEDDF2D-4BF9-4633-AE96-EC611ED182DC}" destId="{6E1E5EC6-BFAC-4563-8660-A996C7EB736C}" srcOrd="0" destOrd="0" presId="urn:microsoft.com/office/officeart/2005/8/layout/orgChart1"/>
    <dgm:cxn modelId="{2DAC40AD-E85B-46F1-A0F7-880D41C409D6}" type="presParOf" srcId="{EEEDDF2D-4BF9-4633-AE96-EC611ED182DC}" destId="{4F7A9E3A-2A12-49D8-A1DE-F5CCF1912624}" srcOrd="1" destOrd="0" presId="urn:microsoft.com/office/officeart/2005/8/layout/orgChart1"/>
    <dgm:cxn modelId="{9CC55474-99B0-4F5E-84A1-C4EB7C7BE7B6}" type="presParOf" srcId="{E17250BA-6E5A-4F47-BFF5-CC1931795F8A}" destId="{23675FBC-425D-41FA-A476-CA9564ECB828}" srcOrd="1" destOrd="0" presId="urn:microsoft.com/office/officeart/2005/8/layout/orgChart1"/>
    <dgm:cxn modelId="{74E98225-5187-4382-9D69-3B2CFFDBA796}" type="presParOf" srcId="{23675FBC-425D-41FA-A476-CA9564ECB828}" destId="{303DC5C8-4D8A-4523-BA48-6548190B73EF}" srcOrd="0" destOrd="0" presId="urn:microsoft.com/office/officeart/2005/8/layout/orgChart1"/>
    <dgm:cxn modelId="{98C24B52-E812-4AC3-ABC3-2620691833AB}" type="presParOf" srcId="{23675FBC-425D-41FA-A476-CA9564ECB828}" destId="{623CA49B-8C11-4656-A158-37E3E4290E06}" srcOrd="1" destOrd="0" presId="urn:microsoft.com/office/officeart/2005/8/layout/orgChart1"/>
    <dgm:cxn modelId="{10AEDD95-1E15-4EAC-AA28-93FFEC84928D}" type="presParOf" srcId="{623CA49B-8C11-4656-A158-37E3E4290E06}" destId="{6E4AAAE9-4F53-4B42-9073-D021680FD845}" srcOrd="0" destOrd="0" presId="urn:microsoft.com/office/officeart/2005/8/layout/orgChart1"/>
    <dgm:cxn modelId="{BD1D149B-85EC-48A5-A363-E5AE71D11989}" type="presParOf" srcId="{6E4AAAE9-4F53-4B42-9073-D021680FD845}" destId="{603BCF7C-C035-442A-89E7-3789F0D34A24}" srcOrd="0" destOrd="0" presId="urn:microsoft.com/office/officeart/2005/8/layout/orgChart1"/>
    <dgm:cxn modelId="{72DC87B0-28DC-4F2B-B20C-6BE261D8D2C9}" type="presParOf" srcId="{6E4AAAE9-4F53-4B42-9073-D021680FD845}" destId="{B3D87F1F-1676-48E9-A32A-C6A13D22E0D7}" srcOrd="1" destOrd="0" presId="urn:microsoft.com/office/officeart/2005/8/layout/orgChart1"/>
    <dgm:cxn modelId="{6F87A01E-C96B-4F36-8929-DB013E141F8E}" type="presParOf" srcId="{623CA49B-8C11-4656-A158-37E3E4290E06}" destId="{869EF1E8-9579-4AD8-B8C8-44D6CD18EBE4}" srcOrd="1" destOrd="0" presId="urn:microsoft.com/office/officeart/2005/8/layout/orgChart1"/>
    <dgm:cxn modelId="{D8ED27CC-72B2-400B-B661-B538E58514EC}" type="presParOf" srcId="{869EF1E8-9579-4AD8-B8C8-44D6CD18EBE4}" destId="{AEF0F461-83C3-4227-83B8-58E5C71D44B1}" srcOrd="0" destOrd="0" presId="urn:microsoft.com/office/officeart/2005/8/layout/orgChart1"/>
    <dgm:cxn modelId="{DEE6132B-9BB9-4AE3-A7D5-C5C4D1035A5E}" type="presParOf" srcId="{869EF1E8-9579-4AD8-B8C8-44D6CD18EBE4}" destId="{2CE2FF7A-5413-4B26-AA09-89B55900E1FA}" srcOrd="1" destOrd="0" presId="urn:microsoft.com/office/officeart/2005/8/layout/orgChart1"/>
    <dgm:cxn modelId="{0089BDCA-E792-4C48-A63F-27B54484CB7A}" type="presParOf" srcId="{2CE2FF7A-5413-4B26-AA09-89B55900E1FA}" destId="{85CE92DE-18BD-4060-B03B-F3A0EEFD8CAB}" srcOrd="0" destOrd="0" presId="urn:microsoft.com/office/officeart/2005/8/layout/orgChart1"/>
    <dgm:cxn modelId="{41A4F481-70AB-475A-8286-E2182D0A058C}" type="presParOf" srcId="{85CE92DE-18BD-4060-B03B-F3A0EEFD8CAB}" destId="{A33184AD-46C6-4884-A589-EA2492B945B5}" srcOrd="0" destOrd="0" presId="urn:microsoft.com/office/officeart/2005/8/layout/orgChart1"/>
    <dgm:cxn modelId="{66719B3B-DBEA-4523-873B-35A727F4C67B}" type="presParOf" srcId="{85CE92DE-18BD-4060-B03B-F3A0EEFD8CAB}" destId="{E01C80A1-3F35-4458-87AA-7131A7433F0F}" srcOrd="1" destOrd="0" presId="urn:microsoft.com/office/officeart/2005/8/layout/orgChart1"/>
    <dgm:cxn modelId="{77DDFB29-6BDD-48CF-83EE-E9DFF79C4926}" type="presParOf" srcId="{2CE2FF7A-5413-4B26-AA09-89B55900E1FA}" destId="{2DE78721-D6E5-4AE6-9226-DCF8421F9CB7}" srcOrd="1" destOrd="0" presId="urn:microsoft.com/office/officeart/2005/8/layout/orgChart1"/>
    <dgm:cxn modelId="{00960EE5-81AB-4254-9FB9-F8F913B0E13B}" type="presParOf" srcId="{2CE2FF7A-5413-4B26-AA09-89B55900E1FA}" destId="{A1E2D7E9-BACD-4AD5-8E91-2CD4A9B6267C}" srcOrd="2" destOrd="0" presId="urn:microsoft.com/office/officeart/2005/8/layout/orgChart1"/>
    <dgm:cxn modelId="{786926BF-9803-49CA-B955-96D6D3A9162D}" type="presParOf" srcId="{869EF1E8-9579-4AD8-B8C8-44D6CD18EBE4}" destId="{1BD36668-F6F6-4415-95C0-B4CA23B2455C}" srcOrd="2" destOrd="0" presId="urn:microsoft.com/office/officeart/2005/8/layout/orgChart1"/>
    <dgm:cxn modelId="{52B9D6BA-CE70-466F-B2B9-EB6C365F4237}" type="presParOf" srcId="{869EF1E8-9579-4AD8-B8C8-44D6CD18EBE4}" destId="{C169A94E-65B0-4C68-869C-32CF5AAB1C4C}" srcOrd="3" destOrd="0" presId="urn:microsoft.com/office/officeart/2005/8/layout/orgChart1"/>
    <dgm:cxn modelId="{8FF2E70A-C9F3-4C46-96CF-398103E6CF1E}" type="presParOf" srcId="{C169A94E-65B0-4C68-869C-32CF5AAB1C4C}" destId="{C5EAC520-74A7-4D24-A5F9-CED6568A9D9A}" srcOrd="0" destOrd="0" presId="urn:microsoft.com/office/officeart/2005/8/layout/orgChart1"/>
    <dgm:cxn modelId="{D04403D8-A64F-48D8-A764-51CD65C607B4}" type="presParOf" srcId="{C5EAC520-74A7-4D24-A5F9-CED6568A9D9A}" destId="{2F518EFE-D83A-4DDB-B049-C62452205252}" srcOrd="0" destOrd="0" presId="urn:microsoft.com/office/officeart/2005/8/layout/orgChart1"/>
    <dgm:cxn modelId="{945FEAAC-D9D8-430B-B203-5DCF07029791}" type="presParOf" srcId="{C5EAC520-74A7-4D24-A5F9-CED6568A9D9A}" destId="{066B0DD3-BCCC-4F76-9AB7-2EF1625717B4}" srcOrd="1" destOrd="0" presId="urn:microsoft.com/office/officeart/2005/8/layout/orgChart1"/>
    <dgm:cxn modelId="{1E7A32B5-47D3-4972-9958-38E150FBF3EE}" type="presParOf" srcId="{C169A94E-65B0-4C68-869C-32CF5AAB1C4C}" destId="{852CFC76-E9C4-4C77-B8D3-878ECEBDDB2C}" srcOrd="1" destOrd="0" presId="urn:microsoft.com/office/officeart/2005/8/layout/orgChart1"/>
    <dgm:cxn modelId="{3A20B016-8C18-438F-9E76-3E2725886B6C}" type="presParOf" srcId="{C169A94E-65B0-4C68-869C-32CF5AAB1C4C}" destId="{FF3C4CD7-CA4E-4743-89A4-E73A07346F1D}" srcOrd="2" destOrd="0" presId="urn:microsoft.com/office/officeart/2005/8/layout/orgChart1"/>
    <dgm:cxn modelId="{B9893583-2224-4770-93CA-053089A47566}" type="presParOf" srcId="{869EF1E8-9579-4AD8-B8C8-44D6CD18EBE4}" destId="{22A31EE8-08DD-4DBF-82B8-5D7A859763A4}" srcOrd="4" destOrd="0" presId="urn:microsoft.com/office/officeart/2005/8/layout/orgChart1"/>
    <dgm:cxn modelId="{461188BB-4BB8-4B92-8853-88E6202B0A4D}" type="presParOf" srcId="{869EF1E8-9579-4AD8-B8C8-44D6CD18EBE4}" destId="{0CDBAF89-5083-4515-8C16-6CCB8983C1CE}" srcOrd="5" destOrd="0" presId="urn:microsoft.com/office/officeart/2005/8/layout/orgChart1"/>
    <dgm:cxn modelId="{EDF17E3F-391B-451E-BE67-259D8CE535E7}" type="presParOf" srcId="{0CDBAF89-5083-4515-8C16-6CCB8983C1CE}" destId="{E6A75FB2-B621-4B55-9C07-68029D644387}" srcOrd="0" destOrd="0" presId="urn:microsoft.com/office/officeart/2005/8/layout/orgChart1"/>
    <dgm:cxn modelId="{6E842742-9F9B-48BA-89A6-00319AA0D68B}" type="presParOf" srcId="{E6A75FB2-B621-4B55-9C07-68029D644387}" destId="{6AE8FFE4-711A-4C52-9422-EC80F500CC58}" srcOrd="0" destOrd="0" presId="urn:microsoft.com/office/officeart/2005/8/layout/orgChart1"/>
    <dgm:cxn modelId="{36ABF253-AE3F-4598-95B9-E79F2271850D}" type="presParOf" srcId="{E6A75FB2-B621-4B55-9C07-68029D644387}" destId="{EB69310A-4058-4969-BE50-1F708DC81040}" srcOrd="1" destOrd="0" presId="urn:microsoft.com/office/officeart/2005/8/layout/orgChart1"/>
    <dgm:cxn modelId="{58185009-67FF-4160-B2E1-E77FEC8A59EC}" type="presParOf" srcId="{0CDBAF89-5083-4515-8C16-6CCB8983C1CE}" destId="{93E2A5B8-1AA4-444B-B933-3C21D5A3D795}" srcOrd="1" destOrd="0" presId="urn:microsoft.com/office/officeart/2005/8/layout/orgChart1"/>
    <dgm:cxn modelId="{E059A5E9-5C39-464B-8BB5-6812072D350E}" type="presParOf" srcId="{0CDBAF89-5083-4515-8C16-6CCB8983C1CE}" destId="{8F5BD4F3-2127-493B-BF4D-5C48062C8396}" srcOrd="2" destOrd="0" presId="urn:microsoft.com/office/officeart/2005/8/layout/orgChart1"/>
    <dgm:cxn modelId="{D56D52C1-1C41-4D7D-B42C-6DBFF15B39A3}" type="presParOf" srcId="{869EF1E8-9579-4AD8-B8C8-44D6CD18EBE4}" destId="{69D28C98-A10A-4093-9FEA-CC4852CAA540}" srcOrd="6" destOrd="0" presId="urn:microsoft.com/office/officeart/2005/8/layout/orgChart1"/>
    <dgm:cxn modelId="{E2A0143E-DED5-4964-8315-759D9B03E4F3}" type="presParOf" srcId="{869EF1E8-9579-4AD8-B8C8-44D6CD18EBE4}" destId="{E34722D7-8438-4A29-8BAD-5FFA192ECD13}" srcOrd="7" destOrd="0" presId="urn:microsoft.com/office/officeart/2005/8/layout/orgChart1"/>
    <dgm:cxn modelId="{08A141F4-EB24-4391-935C-1ED4A66FD25D}" type="presParOf" srcId="{E34722D7-8438-4A29-8BAD-5FFA192ECD13}" destId="{3D707BF6-D669-41C4-9B7A-EE4233EC9B81}" srcOrd="0" destOrd="0" presId="urn:microsoft.com/office/officeart/2005/8/layout/orgChart1"/>
    <dgm:cxn modelId="{4D6628C1-0095-4D3D-A5FA-05CDC1A60D20}" type="presParOf" srcId="{3D707BF6-D669-41C4-9B7A-EE4233EC9B81}" destId="{6C721137-7EAA-46F8-8BE0-B5B3340C4690}" srcOrd="0" destOrd="0" presId="urn:microsoft.com/office/officeart/2005/8/layout/orgChart1"/>
    <dgm:cxn modelId="{5023EDF5-C1B2-4CB7-A725-8275BFF6BEF3}" type="presParOf" srcId="{3D707BF6-D669-41C4-9B7A-EE4233EC9B81}" destId="{805E56BE-8BBB-420D-8D69-B707904A917D}" srcOrd="1" destOrd="0" presId="urn:microsoft.com/office/officeart/2005/8/layout/orgChart1"/>
    <dgm:cxn modelId="{E73A2B89-14E2-44F2-B043-D52C232DC1C7}" type="presParOf" srcId="{E34722D7-8438-4A29-8BAD-5FFA192ECD13}" destId="{1692E4C6-E94D-404C-B51B-C85275361622}" srcOrd="1" destOrd="0" presId="urn:microsoft.com/office/officeart/2005/8/layout/orgChart1"/>
    <dgm:cxn modelId="{B0D3D08D-C340-4B2A-9451-E49546FFCF90}" type="presParOf" srcId="{E34722D7-8438-4A29-8BAD-5FFA192ECD13}" destId="{99E452EB-D942-45F2-AC9D-DB76CDFF415C}" srcOrd="2" destOrd="0" presId="urn:microsoft.com/office/officeart/2005/8/layout/orgChart1"/>
    <dgm:cxn modelId="{42AE43F1-0CF0-4C27-B043-73DE6F866ACC}" type="presParOf" srcId="{869EF1E8-9579-4AD8-B8C8-44D6CD18EBE4}" destId="{59A29727-DF28-49EA-8E38-8CA39C6EC752}" srcOrd="8" destOrd="0" presId="urn:microsoft.com/office/officeart/2005/8/layout/orgChart1"/>
    <dgm:cxn modelId="{7985B835-DCA0-42F0-BFFF-56485801C672}" type="presParOf" srcId="{869EF1E8-9579-4AD8-B8C8-44D6CD18EBE4}" destId="{4DB48920-4E91-4E8F-96B1-666E5EF9AD06}" srcOrd="9" destOrd="0" presId="urn:microsoft.com/office/officeart/2005/8/layout/orgChart1"/>
    <dgm:cxn modelId="{DE215E9F-0D51-4597-8F25-210E152ABF52}" type="presParOf" srcId="{4DB48920-4E91-4E8F-96B1-666E5EF9AD06}" destId="{3B9A4F34-931D-491D-87D9-F0CDE0B7DEA0}" srcOrd="0" destOrd="0" presId="urn:microsoft.com/office/officeart/2005/8/layout/orgChart1"/>
    <dgm:cxn modelId="{D296B2A5-1734-4B50-BF4A-590C1BC2AC19}" type="presParOf" srcId="{3B9A4F34-931D-491D-87D9-F0CDE0B7DEA0}" destId="{D715C06A-37D0-47BE-A832-E57F7126075E}" srcOrd="0" destOrd="0" presId="urn:microsoft.com/office/officeart/2005/8/layout/orgChart1"/>
    <dgm:cxn modelId="{08F70219-4DAC-49D5-9A20-A1ECE8042276}" type="presParOf" srcId="{3B9A4F34-931D-491D-87D9-F0CDE0B7DEA0}" destId="{BCEFEDCC-DBFF-4F27-9E18-E828A4B06608}" srcOrd="1" destOrd="0" presId="urn:microsoft.com/office/officeart/2005/8/layout/orgChart1"/>
    <dgm:cxn modelId="{D1DCAB1D-2CF6-453F-B4B7-438E9A5CADFB}" type="presParOf" srcId="{4DB48920-4E91-4E8F-96B1-666E5EF9AD06}" destId="{1F74897A-CE21-4C67-9320-588C8D6F7217}" srcOrd="1" destOrd="0" presId="urn:microsoft.com/office/officeart/2005/8/layout/orgChart1"/>
    <dgm:cxn modelId="{F88B1F04-191A-47E6-821F-14255DF9358B}" type="presParOf" srcId="{4DB48920-4E91-4E8F-96B1-666E5EF9AD06}" destId="{C99DC13F-8AC6-49CF-A59C-D73E49B916B3}" srcOrd="2" destOrd="0" presId="urn:microsoft.com/office/officeart/2005/8/layout/orgChart1"/>
    <dgm:cxn modelId="{7ABB5212-0170-40A3-9574-DB06D0429B64}" type="presParOf" srcId="{623CA49B-8C11-4656-A158-37E3E4290E06}" destId="{1B56B5BD-94C4-43A4-AB7A-480CBBD3997C}" srcOrd="2" destOrd="0" presId="urn:microsoft.com/office/officeart/2005/8/layout/orgChart1"/>
    <dgm:cxn modelId="{F5860453-4935-4E87-B1FF-F96F024ABDA6}" type="presParOf" srcId="{23675FBC-425D-41FA-A476-CA9564ECB828}" destId="{9DDBE34B-C58A-45BD-97BD-EB970807756B}" srcOrd="2" destOrd="0" presId="urn:microsoft.com/office/officeart/2005/8/layout/orgChart1"/>
    <dgm:cxn modelId="{354DC35B-45FF-4BD7-B57A-BB34CF75DF19}" type="presParOf" srcId="{23675FBC-425D-41FA-A476-CA9564ECB828}" destId="{379F518E-2315-4708-812D-997262022BE3}" srcOrd="3" destOrd="0" presId="urn:microsoft.com/office/officeart/2005/8/layout/orgChart1"/>
    <dgm:cxn modelId="{302E20D9-BC4A-4A1E-85FF-B6EB51026F29}" type="presParOf" srcId="{379F518E-2315-4708-812D-997262022BE3}" destId="{CBFA04BE-B784-4F8D-B038-C6F15CD8E75F}" srcOrd="0" destOrd="0" presId="urn:microsoft.com/office/officeart/2005/8/layout/orgChart1"/>
    <dgm:cxn modelId="{45C1D225-FE4D-4E07-A7F5-336C613F79FB}" type="presParOf" srcId="{CBFA04BE-B784-4F8D-B038-C6F15CD8E75F}" destId="{71299EDE-243F-4815-985D-3FEBE08640DA}" srcOrd="0" destOrd="0" presId="urn:microsoft.com/office/officeart/2005/8/layout/orgChart1"/>
    <dgm:cxn modelId="{BBC6CAA7-9A50-49EA-80E1-95F1D655F0FF}" type="presParOf" srcId="{CBFA04BE-B784-4F8D-B038-C6F15CD8E75F}" destId="{09CF4385-14BB-4CF3-815C-78C0DC09BBB2}" srcOrd="1" destOrd="0" presId="urn:microsoft.com/office/officeart/2005/8/layout/orgChart1"/>
    <dgm:cxn modelId="{E9D8C335-6A9D-40D6-8394-3607D6C94C7D}" type="presParOf" srcId="{379F518E-2315-4708-812D-997262022BE3}" destId="{904FE7E3-6F18-4D78-9B43-743969BFB9D8}" srcOrd="1" destOrd="0" presId="urn:microsoft.com/office/officeart/2005/8/layout/orgChart1"/>
    <dgm:cxn modelId="{A503434E-459A-40DC-B0E6-AB67E8DEEB95}" type="presParOf" srcId="{904FE7E3-6F18-4D78-9B43-743969BFB9D8}" destId="{A9CEBA58-CFDC-43B9-8E6F-5601FB33CE1C}" srcOrd="0" destOrd="0" presId="urn:microsoft.com/office/officeart/2005/8/layout/orgChart1"/>
    <dgm:cxn modelId="{DF2C09F5-8847-47CF-8642-6937011FB548}" type="presParOf" srcId="{904FE7E3-6F18-4D78-9B43-743969BFB9D8}" destId="{B576ED8C-5BBE-41CD-9BDC-11739A1F8E48}" srcOrd="1" destOrd="0" presId="urn:microsoft.com/office/officeart/2005/8/layout/orgChart1"/>
    <dgm:cxn modelId="{5C49B97A-6219-4872-ADA7-B8073C7E7C5B}" type="presParOf" srcId="{B576ED8C-5BBE-41CD-9BDC-11739A1F8E48}" destId="{7E17B0C3-5164-4800-810F-1AA1E538D569}" srcOrd="0" destOrd="0" presId="urn:microsoft.com/office/officeart/2005/8/layout/orgChart1"/>
    <dgm:cxn modelId="{0356F881-37B9-4984-A3EB-98C52E6483AA}" type="presParOf" srcId="{7E17B0C3-5164-4800-810F-1AA1E538D569}" destId="{F1D9F7C2-50D7-4597-9D1C-59C707E9C936}" srcOrd="0" destOrd="0" presId="urn:microsoft.com/office/officeart/2005/8/layout/orgChart1"/>
    <dgm:cxn modelId="{718B1AA2-BD33-4DA5-BA7E-8DD8FE2D6736}" type="presParOf" srcId="{7E17B0C3-5164-4800-810F-1AA1E538D569}" destId="{DDCED2A1-B865-4A4E-A445-978A7B93D5D1}" srcOrd="1" destOrd="0" presId="urn:microsoft.com/office/officeart/2005/8/layout/orgChart1"/>
    <dgm:cxn modelId="{3BF88BE4-3972-4308-9259-89A127074750}" type="presParOf" srcId="{B576ED8C-5BBE-41CD-9BDC-11739A1F8E48}" destId="{533B93D8-4773-4303-8BDA-20181AF3FA24}" srcOrd="1" destOrd="0" presId="urn:microsoft.com/office/officeart/2005/8/layout/orgChart1"/>
    <dgm:cxn modelId="{67DEC320-58E4-4770-8EA1-9F0DBA3D45D0}" type="presParOf" srcId="{533B93D8-4773-4303-8BDA-20181AF3FA24}" destId="{30EB661D-61C6-47CB-B09D-E795774C92BA}" srcOrd="0" destOrd="0" presId="urn:microsoft.com/office/officeart/2005/8/layout/orgChart1"/>
    <dgm:cxn modelId="{A429C6C1-EBB3-4CEB-ADFE-A421CE98B10C}" type="presParOf" srcId="{533B93D8-4773-4303-8BDA-20181AF3FA24}" destId="{3ABBB456-C0D6-4713-BAB2-89A898B8983F}" srcOrd="1" destOrd="0" presId="urn:microsoft.com/office/officeart/2005/8/layout/orgChart1"/>
    <dgm:cxn modelId="{FC4C883C-337F-4A59-90BE-BA1BA1D9B109}" type="presParOf" srcId="{3ABBB456-C0D6-4713-BAB2-89A898B8983F}" destId="{62F396C1-69BB-4F25-BA38-3A7F7B487AD4}" srcOrd="0" destOrd="0" presId="urn:microsoft.com/office/officeart/2005/8/layout/orgChart1"/>
    <dgm:cxn modelId="{D8F6A888-261D-41A8-8FB4-4FC490C329D4}" type="presParOf" srcId="{62F396C1-69BB-4F25-BA38-3A7F7B487AD4}" destId="{1D576EA4-6B85-4466-8E1E-4FBC6722BE19}" srcOrd="0" destOrd="0" presId="urn:microsoft.com/office/officeart/2005/8/layout/orgChart1"/>
    <dgm:cxn modelId="{E7F6F7A6-9131-4F2C-8789-E90D3690CF65}" type="presParOf" srcId="{62F396C1-69BB-4F25-BA38-3A7F7B487AD4}" destId="{CB87D743-09C4-42F5-B7AB-18C03BC4E856}" srcOrd="1" destOrd="0" presId="urn:microsoft.com/office/officeart/2005/8/layout/orgChart1"/>
    <dgm:cxn modelId="{681AA827-0452-4AC5-8E0A-03AD245C1C19}" type="presParOf" srcId="{3ABBB456-C0D6-4713-BAB2-89A898B8983F}" destId="{E8FDCBE1-E7F8-48BA-9BFB-29200122871C}" srcOrd="1" destOrd="0" presId="urn:microsoft.com/office/officeart/2005/8/layout/orgChart1"/>
    <dgm:cxn modelId="{71B64248-3D08-4820-BA12-1D5DC32274E9}" type="presParOf" srcId="{3ABBB456-C0D6-4713-BAB2-89A898B8983F}" destId="{74BAEA56-B733-4602-9DC2-5FD76811A7BE}" srcOrd="2" destOrd="0" presId="urn:microsoft.com/office/officeart/2005/8/layout/orgChart1"/>
    <dgm:cxn modelId="{E239AE8F-627E-4C4E-AB25-4B035156EE11}" type="presParOf" srcId="{533B93D8-4773-4303-8BDA-20181AF3FA24}" destId="{A161D4AB-A2CD-4BA5-B45F-60F50260BD3D}" srcOrd="2" destOrd="0" presId="urn:microsoft.com/office/officeart/2005/8/layout/orgChart1"/>
    <dgm:cxn modelId="{15BA19C6-DA2D-4F40-9EE8-3A651B6B81B4}" type="presParOf" srcId="{533B93D8-4773-4303-8BDA-20181AF3FA24}" destId="{E66C56CE-DEFD-4A5F-BB9D-DE5EEC57223A}" srcOrd="3" destOrd="0" presId="urn:microsoft.com/office/officeart/2005/8/layout/orgChart1"/>
    <dgm:cxn modelId="{6EE935A1-8554-44C2-AC11-2F6D4B153112}" type="presParOf" srcId="{E66C56CE-DEFD-4A5F-BB9D-DE5EEC57223A}" destId="{1E1DECD2-6DAA-4530-BA39-8F7828AA2B42}" srcOrd="0" destOrd="0" presId="urn:microsoft.com/office/officeart/2005/8/layout/orgChart1"/>
    <dgm:cxn modelId="{12962EB7-F521-4D61-8AA5-F187DBC14B56}" type="presParOf" srcId="{1E1DECD2-6DAA-4530-BA39-8F7828AA2B42}" destId="{5569E30A-E9C6-4B46-95EF-D0287050AA62}" srcOrd="0" destOrd="0" presId="urn:microsoft.com/office/officeart/2005/8/layout/orgChart1"/>
    <dgm:cxn modelId="{DCB27E9C-BDC6-41A5-BA5F-A6A7DB9750F4}" type="presParOf" srcId="{1E1DECD2-6DAA-4530-BA39-8F7828AA2B42}" destId="{6794F8C4-AC87-4525-BB12-458C6879A47B}" srcOrd="1" destOrd="0" presId="urn:microsoft.com/office/officeart/2005/8/layout/orgChart1"/>
    <dgm:cxn modelId="{3C1C1D56-1983-433B-AB12-33265B4E6AFE}" type="presParOf" srcId="{E66C56CE-DEFD-4A5F-BB9D-DE5EEC57223A}" destId="{5FBB8C8C-8615-42CB-967B-521C5568850D}" srcOrd="1" destOrd="0" presId="urn:microsoft.com/office/officeart/2005/8/layout/orgChart1"/>
    <dgm:cxn modelId="{C982FE33-1939-4059-8D47-5FD49201ECF2}" type="presParOf" srcId="{E66C56CE-DEFD-4A5F-BB9D-DE5EEC57223A}" destId="{B71AD286-5CAD-44F6-BECA-41C182BCC504}" srcOrd="2" destOrd="0" presId="urn:microsoft.com/office/officeart/2005/8/layout/orgChart1"/>
    <dgm:cxn modelId="{76F30856-3656-4EB7-A25B-C165EF303986}" type="presParOf" srcId="{533B93D8-4773-4303-8BDA-20181AF3FA24}" destId="{244B6F11-51E5-4A87-A887-11C9FBD435D0}" srcOrd="4" destOrd="0" presId="urn:microsoft.com/office/officeart/2005/8/layout/orgChart1"/>
    <dgm:cxn modelId="{C81AFCF0-9E4C-4560-A964-8A49BCF53532}" type="presParOf" srcId="{533B93D8-4773-4303-8BDA-20181AF3FA24}" destId="{5884FE62-E776-48FA-8035-4EDF35732888}" srcOrd="5" destOrd="0" presId="urn:microsoft.com/office/officeart/2005/8/layout/orgChart1"/>
    <dgm:cxn modelId="{975B1AF8-4CA7-43C4-AF64-704538F1EC98}" type="presParOf" srcId="{5884FE62-E776-48FA-8035-4EDF35732888}" destId="{DC5BB66C-C7A2-4759-88EA-F696A0944833}" srcOrd="0" destOrd="0" presId="urn:microsoft.com/office/officeart/2005/8/layout/orgChart1"/>
    <dgm:cxn modelId="{A5A571AD-0CDC-4A12-9499-30A96AECFF5E}" type="presParOf" srcId="{DC5BB66C-C7A2-4759-88EA-F696A0944833}" destId="{6B64DBC2-3CD2-43E8-83C4-BB1D60CCBFEE}" srcOrd="0" destOrd="0" presId="urn:microsoft.com/office/officeart/2005/8/layout/orgChart1"/>
    <dgm:cxn modelId="{5E9E3620-F147-4C40-84DD-A9CC70B3E4E2}" type="presParOf" srcId="{DC5BB66C-C7A2-4759-88EA-F696A0944833}" destId="{D5733570-97D7-41BB-A70C-42456872E0AC}" srcOrd="1" destOrd="0" presId="urn:microsoft.com/office/officeart/2005/8/layout/orgChart1"/>
    <dgm:cxn modelId="{F936120A-908B-4278-AB0A-B1B80E2B5668}" type="presParOf" srcId="{5884FE62-E776-48FA-8035-4EDF35732888}" destId="{66D7B527-E2FD-4E85-AD28-2B224C2AA726}" srcOrd="1" destOrd="0" presId="urn:microsoft.com/office/officeart/2005/8/layout/orgChart1"/>
    <dgm:cxn modelId="{EAD7DDFE-1D6E-4AEC-88E2-34BF71D0DE48}" type="presParOf" srcId="{5884FE62-E776-48FA-8035-4EDF35732888}" destId="{6831A047-4DF7-4DA6-9C28-24CBFE614063}" srcOrd="2" destOrd="0" presId="urn:microsoft.com/office/officeart/2005/8/layout/orgChart1"/>
    <dgm:cxn modelId="{5D28E4E4-58FE-470E-8E91-C79BB9C150DC}" type="presParOf" srcId="{533B93D8-4773-4303-8BDA-20181AF3FA24}" destId="{0F66CB70-E2A7-44FA-9070-A23C6510EEF3}" srcOrd="6" destOrd="0" presId="urn:microsoft.com/office/officeart/2005/8/layout/orgChart1"/>
    <dgm:cxn modelId="{A813F19B-9C7B-4A34-9589-8B4CA5846B65}" type="presParOf" srcId="{533B93D8-4773-4303-8BDA-20181AF3FA24}" destId="{C6730245-3BC0-43D3-93F9-204ED7132A3C}" srcOrd="7" destOrd="0" presId="urn:microsoft.com/office/officeart/2005/8/layout/orgChart1"/>
    <dgm:cxn modelId="{577CB3C0-10F1-48A5-802A-E490E863EFF0}" type="presParOf" srcId="{C6730245-3BC0-43D3-93F9-204ED7132A3C}" destId="{EB938AED-4A25-4AD8-8FC3-97452B5E2A8D}" srcOrd="0" destOrd="0" presId="urn:microsoft.com/office/officeart/2005/8/layout/orgChart1"/>
    <dgm:cxn modelId="{A6D21192-6981-4BFA-871E-546F71052386}" type="presParOf" srcId="{EB938AED-4A25-4AD8-8FC3-97452B5E2A8D}" destId="{7993CC21-EC0C-4A6A-8CE3-1D2666683A72}" srcOrd="0" destOrd="0" presId="urn:microsoft.com/office/officeart/2005/8/layout/orgChart1"/>
    <dgm:cxn modelId="{8D8B95B4-D1F3-463F-B8C4-AE55A1EC1148}" type="presParOf" srcId="{EB938AED-4A25-4AD8-8FC3-97452B5E2A8D}" destId="{963027CE-4A3B-4996-8286-59EEC0806E0C}" srcOrd="1" destOrd="0" presId="urn:microsoft.com/office/officeart/2005/8/layout/orgChart1"/>
    <dgm:cxn modelId="{83D0559A-D23C-48C1-8B2F-B8FDBFA0CACE}" type="presParOf" srcId="{C6730245-3BC0-43D3-93F9-204ED7132A3C}" destId="{16CEC0F4-C0C4-448B-BCED-6C9BA68FAF23}" srcOrd="1" destOrd="0" presId="urn:microsoft.com/office/officeart/2005/8/layout/orgChart1"/>
    <dgm:cxn modelId="{045334E6-6378-4C12-BAE3-C7E71607650D}" type="presParOf" srcId="{C6730245-3BC0-43D3-93F9-204ED7132A3C}" destId="{083D632B-EDDC-419E-9634-C0F314313DF8}" srcOrd="2" destOrd="0" presId="urn:microsoft.com/office/officeart/2005/8/layout/orgChart1"/>
    <dgm:cxn modelId="{E46EFCB5-5A27-45B7-BB68-35294EE60C23}" type="presParOf" srcId="{B576ED8C-5BBE-41CD-9BDC-11739A1F8E48}" destId="{BFFEBCAA-DC28-4E59-B6EC-9332E09E8F9C}" srcOrd="2" destOrd="0" presId="urn:microsoft.com/office/officeart/2005/8/layout/orgChart1"/>
    <dgm:cxn modelId="{2EE6954E-B4A9-46EA-92A6-D4BBFB482278}" type="presParOf" srcId="{904FE7E3-6F18-4D78-9B43-743969BFB9D8}" destId="{DDC1F579-BAF5-4B8C-B6E8-C06042150C45}" srcOrd="2" destOrd="0" presId="urn:microsoft.com/office/officeart/2005/8/layout/orgChart1"/>
    <dgm:cxn modelId="{E8D18D60-44FB-46E0-B2D1-903338068CA1}" type="presParOf" srcId="{904FE7E3-6F18-4D78-9B43-743969BFB9D8}" destId="{F3BFD1A8-A681-4F87-A936-16FA600653E8}" srcOrd="3" destOrd="0" presId="urn:microsoft.com/office/officeart/2005/8/layout/orgChart1"/>
    <dgm:cxn modelId="{975192E2-6B56-4EAF-8CBF-08DC52C76A2C}" type="presParOf" srcId="{F3BFD1A8-A681-4F87-A936-16FA600653E8}" destId="{67963214-CEA8-4B4D-9BD3-FDEE89E3D198}" srcOrd="0" destOrd="0" presId="urn:microsoft.com/office/officeart/2005/8/layout/orgChart1"/>
    <dgm:cxn modelId="{861B0221-7ED5-4AD5-9506-BB03A90BAA41}" type="presParOf" srcId="{67963214-CEA8-4B4D-9BD3-FDEE89E3D198}" destId="{953CE4BD-A1BC-4218-A756-90EB83BBF9F4}" srcOrd="0" destOrd="0" presId="urn:microsoft.com/office/officeart/2005/8/layout/orgChart1"/>
    <dgm:cxn modelId="{F16498F2-5A4C-4E76-B777-C009BA7A4265}" type="presParOf" srcId="{67963214-CEA8-4B4D-9BD3-FDEE89E3D198}" destId="{4811BBDE-9458-420B-A569-24CA143630CA}" srcOrd="1" destOrd="0" presId="urn:microsoft.com/office/officeart/2005/8/layout/orgChart1"/>
    <dgm:cxn modelId="{48F667B8-678D-4EF6-931B-28DD267EFB9E}" type="presParOf" srcId="{F3BFD1A8-A681-4F87-A936-16FA600653E8}" destId="{1A2582C5-E89C-42A9-A54C-C34270567FD9}" srcOrd="1" destOrd="0" presId="urn:microsoft.com/office/officeart/2005/8/layout/orgChart1"/>
    <dgm:cxn modelId="{A60FCDE1-5561-43D7-9C93-BC52DE2BC01E}" type="presParOf" srcId="{1A2582C5-E89C-42A9-A54C-C34270567FD9}" destId="{FA3AEEF4-9462-400E-B9C4-82BEB4907872}" srcOrd="0" destOrd="0" presId="urn:microsoft.com/office/officeart/2005/8/layout/orgChart1"/>
    <dgm:cxn modelId="{30F46FE0-EBF6-4EEE-98D5-6B2A575AB9D3}" type="presParOf" srcId="{1A2582C5-E89C-42A9-A54C-C34270567FD9}" destId="{9D08E6E4-AD78-495B-9926-2E8BAE01132B}" srcOrd="1" destOrd="0" presId="urn:microsoft.com/office/officeart/2005/8/layout/orgChart1"/>
    <dgm:cxn modelId="{EC27B7B7-1614-4676-9917-20E5FEACCA3A}" type="presParOf" srcId="{9D08E6E4-AD78-495B-9926-2E8BAE01132B}" destId="{AF09CAC7-00F3-4341-8582-C63C40CAC074}" srcOrd="0" destOrd="0" presId="urn:microsoft.com/office/officeart/2005/8/layout/orgChart1"/>
    <dgm:cxn modelId="{B8C1B4FF-0F5E-4B8A-90E9-C70AF94B7289}" type="presParOf" srcId="{AF09CAC7-00F3-4341-8582-C63C40CAC074}" destId="{6EEF759E-D910-4A4B-8F90-5006914D201A}" srcOrd="0" destOrd="0" presId="urn:microsoft.com/office/officeart/2005/8/layout/orgChart1"/>
    <dgm:cxn modelId="{C3FC2593-2F97-48A6-8E67-DF39B410FD4B}" type="presParOf" srcId="{AF09CAC7-00F3-4341-8582-C63C40CAC074}" destId="{4E552B0C-6FA6-4649-A63C-9535E2C6EE3A}" srcOrd="1" destOrd="0" presId="urn:microsoft.com/office/officeart/2005/8/layout/orgChart1"/>
    <dgm:cxn modelId="{A5711350-4F4F-4F10-87E5-4B5386FC1C0C}" type="presParOf" srcId="{9D08E6E4-AD78-495B-9926-2E8BAE01132B}" destId="{BE4D16F9-4F14-41F3-8671-20D00DB65752}" srcOrd="1" destOrd="0" presId="urn:microsoft.com/office/officeart/2005/8/layout/orgChart1"/>
    <dgm:cxn modelId="{8B29A5F9-5BF8-4A78-B4A3-00FCCC743537}" type="presParOf" srcId="{9D08E6E4-AD78-495B-9926-2E8BAE01132B}" destId="{68A9B86C-14DC-46E6-AAAE-4F25654C438F}" srcOrd="2" destOrd="0" presId="urn:microsoft.com/office/officeart/2005/8/layout/orgChart1"/>
    <dgm:cxn modelId="{9D64AF6A-278D-4B28-9162-4C5F7F06092E}" type="presParOf" srcId="{1A2582C5-E89C-42A9-A54C-C34270567FD9}" destId="{7DE61D6C-67BE-4461-8501-04A20BDDC1D6}" srcOrd="2" destOrd="0" presId="urn:microsoft.com/office/officeart/2005/8/layout/orgChart1"/>
    <dgm:cxn modelId="{CA0D7FB4-AC95-43EC-B8E5-0C244F760DBB}" type="presParOf" srcId="{1A2582C5-E89C-42A9-A54C-C34270567FD9}" destId="{329D4398-4431-4DB8-BC91-99894254CCD4}" srcOrd="3" destOrd="0" presId="urn:microsoft.com/office/officeart/2005/8/layout/orgChart1"/>
    <dgm:cxn modelId="{EB21C525-19B8-43D4-95FD-612B3EA7F2B7}" type="presParOf" srcId="{329D4398-4431-4DB8-BC91-99894254CCD4}" destId="{62E0AB9C-F639-4A96-8A2A-BC96AF09C2D1}" srcOrd="0" destOrd="0" presId="urn:microsoft.com/office/officeart/2005/8/layout/orgChart1"/>
    <dgm:cxn modelId="{DAE7D2CD-EF9D-4F3E-A85F-7A7B73C78FC9}" type="presParOf" srcId="{62E0AB9C-F639-4A96-8A2A-BC96AF09C2D1}" destId="{9CDFD6E0-D939-4632-B9EC-0374F59F1C34}" srcOrd="0" destOrd="0" presId="urn:microsoft.com/office/officeart/2005/8/layout/orgChart1"/>
    <dgm:cxn modelId="{310BCDF9-86E0-49FA-809B-F7D93318854B}" type="presParOf" srcId="{62E0AB9C-F639-4A96-8A2A-BC96AF09C2D1}" destId="{0E61B21E-932F-44FD-8103-0A5D97626FF4}" srcOrd="1" destOrd="0" presId="urn:microsoft.com/office/officeart/2005/8/layout/orgChart1"/>
    <dgm:cxn modelId="{9F4789F9-AAF2-4E6E-9FFF-1D49A6FBB00F}" type="presParOf" srcId="{329D4398-4431-4DB8-BC91-99894254CCD4}" destId="{BCEB96CB-8318-440F-A637-FA39FA840579}" srcOrd="1" destOrd="0" presId="urn:microsoft.com/office/officeart/2005/8/layout/orgChart1"/>
    <dgm:cxn modelId="{7A81E8B3-5B6F-4275-BF99-9CF1835933CB}" type="presParOf" srcId="{329D4398-4431-4DB8-BC91-99894254CCD4}" destId="{47229017-C8DD-48D4-AAE4-97157F96CE0D}" srcOrd="2" destOrd="0" presId="urn:microsoft.com/office/officeart/2005/8/layout/orgChart1"/>
    <dgm:cxn modelId="{A5470D07-C137-468D-A100-89AAC860AE74}" type="presParOf" srcId="{1A2582C5-E89C-42A9-A54C-C34270567FD9}" destId="{06C238E1-A882-4B86-9E71-7214AA148D0E}" srcOrd="4" destOrd="0" presId="urn:microsoft.com/office/officeart/2005/8/layout/orgChart1"/>
    <dgm:cxn modelId="{2AC4C6A0-7BDD-442E-869F-FCF9EE26FCE7}" type="presParOf" srcId="{1A2582C5-E89C-42A9-A54C-C34270567FD9}" destId="{D0111C42-B571-4F75-B719-2C8901B42532}" srcOrd="5" destOrd="0" presId="urn:microsoft.com/office/officeart/2005/8/layout/orgChart1"/>
    <dgm:cxn modelId="{276DF507-69F0-4D3A-8A1D-14744E529B43}" type="presParOf" srcId="{D0111C42-B571-4F75-B719-2C8901B42532}" destId="{70269DB3-982C-45BA-8436-089858CB74A2}" srcOrd="0" destOrd="0" presId="urn:microsoft.com/office/officeart/2005/8/layout/orgChart1"/>
    <dgm:cxn modelId="{8F0A1E45-4D28-4B0D-8BB3-34F601C5EFC6}" type="presParOf" srcId="{70269DB3-982C-45BA-8436-089858CB74A2}" destId="{D9762110-CC71-4113-9A5F-62AC9B2017B1}" srcOrd="0" destOrd="0" presId="urn:microsoft.com/office/officeart/2005/8/layout/orgChart1"/>
    <dgm:cxn modelId="{20651914-3A27-4292-96D4-5D168546A356}" type="presParOf" srcId="{70269DB3-982C-45BA-8436-089858CB74A2}" destId="{FC9EAB65-95AB-479D-8EAD-1FDA3D8FCDE4}" srcOrd="1" destOrd="0" presId="urn:microsoft.com/office/officeart/2005/8/layout/orgChart1"/>
    <dgm:cxn modelId="{E6F64017-137E-49BB-ABFF-4E9248D0C0BC}" type="presParOf" srcId="{D0111C42-B571-4F75-B719-2C8901B42532}" destId="{A1DF4DCE-B14F-4E58-959E-644DA69BE633}" srcOrd="1" destOrd="0" presId="urn:microsoft.com/office/officeart/2005/8/layout/orgChart1"/>
    <dgm:cxn modelId="{9A397231-D34F-42CF-914B-A6B7DFEE4052}" type="presParOf" srcId="{D0111C42-B571-4F75-B719-2C8901B42532}" destId="{B031192F-FC11-47CA-847B-5664D16CCC07}" srcOrd="2" destOrd="0" presId="urn:microsoft.com/office/officeart/2005/8/layout/orgChart1"/>
    <dgm:cxn modelId="{96A59EBD-FB48-483A-A77E-728CADA8F8B7}" type="presParOf" srcId="{F3BFD1A8-A681-4F87-A936-16FA600653E8}" destId="{FCDFAC52-3E9B-419E-BCE6-073FBB8E65B4}" srcOrd="2" destOrd="0" presId="urn:microsoft.com/office/officeart/2005/8/layout/orgChart1"/>
    <dgm:cxn modelId="{D0516AC2-8011-4DB2-AF37-56B066BF2502}" type="presParOf" srcId="{379F518E-2315-4708-812D-997262022BE3}" destId="{1F268982-CBF3-4650-9675-16DD1F519760}" srcOrd="2" destOrd="0" presId="urn:microsoft.com/office/officeart/2005/8/layout/orgChart1"/>
    <dgm:cxn modelId="{B11B18C2-5B1D-49D2-9B0C-582C8F80602B}" type="presParOf" srcId="{E17250BA-6E5A-4F47-BFF5-CC1931795F8A}" destId="{80ED7CB2-7B71-49A4-BB66-E16DE306ED3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238E1-A882-4B86-9E71-7214AA148D0E}">
      <dsp:nvSpPr>
        <dsp:cNvPr id="0" name=""/>
        <dsp:cNvSpPr/>
      </dsp:nvSpPr>
      <dsp:spPr>
        <a:xfrm>
          <a:off x="6187116" y="2366252"/>
          <a:ext cx="232833" cy="21777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7706"/>
              </a:lnTo>
              <a:lnTo>
                <a:pt x="232833" y="21777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E61D6C-67BE-4461-8501-04A20BDDC1D6}">
      <dsp:nvSpPr>
        <dsp:cNvPr id="0" name=""/>
        <dsp:cNvSpPr/>
      </dsp:nvSpPr>
      <dsp:spPr>
        <a:xfrm>
          <a:off x="6187116" y="2366252"/>
          <a:ext cx="232833" cy="14048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4891"/>
              </a:lnTo>
              <a:lnTo>
                <a:pt x="232833" y="140489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3AEEF4-9462-400E-B9C4-82BEB4907872}">
      <dsp:nvSpPr>
        <dsp:cNvPr id="0" name=""/>
        <dsp:cNvSpPr/>
      </dsp:nvSpPr>
      <dsp:spPr>
        <a:xfrm>
          <a:off x="6187116" y="2366252"/>
          <a:ext cx="232833" cy="5888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8878"/>
              </a:lnTo>
              <a:lnTo>
                <a:pt x="232833" y="58887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C1F579-BAF5-4B8C-B6E8-C06042150C45}">
      <dsp:nvSpPr>
        <dsp:cNvPr id="0" name=""/>
        <dsp:cNvSpPr/>
      </dsp:nvSpPr>
      <dsp:spPr>
        <a:xfrm>
          <a:off x="5882695" y="1474216"/>
          <a:ext cx="1185490" cy="3046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490"/>
              </a:lnTo>
              <a:lnTo>
                <a:pt x="1185490" y="176490"/>
              </a:lnTo>
              <a:lnTo>
                <a:pt x="1185490" y="3046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66CB70-E2A7-44FA-9070-A23C6510EEF3}">
      <dsp:nvSpPr>
        <dsp:cNvPr id="0" name=""/>
        <dsp:cNvSpPr/>
      </dsp:nvSpPr>
      <dsp:spPr>
        <a:xfrm>
          <a:off x="3457039" y="2362200"/>
          <a:ext cx="328956" cy="3018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8682"/>
              </a:lnTo>
              <a:lnTo>
                <a:pt x="328956" y="30186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B6F11-51E5-4A87-A887-11C9FBD435D0}">
      <dsp:nvSpPr>
        <dsp:cNvPr id="0" name=""/>
        <dsp:cNvSpPr/>
      </dsp:nvSpPr>
      <dsp:spPr>
        <a:xfrm>
          <a:off x="3457039" y="2362200"/>
          <a:ext cx="328956" cy="21854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5426"/>
              </a:lnTo>
              <a:lnTo>
                <a:pt x="328956" y="21854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61D4AB-A2CD-4BA5-B45F-60F50260BD3D}">
      <dsp:nvSpPr>
        <dsp:cNvPr id="0" name=""/>
        <dsp:cNvSpPr/>
      </dsp:nvSpPr>
      <dsp:spPr>
        <a:xfrm>
          <a:off x="3457039" y="2362200"/>
          <a:ext cx="328956" cy="134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8084"/>
              </a:lnTo>
              <a:lnTo>
                <a:pt x="328956" y="134808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EB661D-61C6-47CB-B09D-E795774C92BA}">
      <dsp:nvSpPr>
        <dsp:cNvPr id="0" name=""/>
        <dsp:cNvSpPr/>
      </dsp:nvSpPr>
      <dsp:spPr>
        <a:xfrm>
          <a:off x="3457039" y="2362200"/>
          <a:ext cx="328956" cy="5116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1673"/>
              </a:lnTo>
              <a:lnTo>
                <a:pt x="328956" y="51167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CEBA58-CFDC-43B9-8E6F-5601FB33CE1C}">
      <dsp:nvSpPr>
        <dsp:cNvPr id="0" name=""/>
        <dsp:cNvSpPr/>
      </dsp:nvSpPr>
      <dsp:spPr>
        <a:xfrm>
          <a:off x="4334256" y="1474216"/>
          <a:ext cx="1548438" cy="306977"/>
        </a:xfrm>
        <a:custGeom>
          <a:avLst/>
          <a:gdLst/>
          <a:ahLst/>
          <a:cxnLst/>
          <a:rect l="0" t="0" r="0" b="0"/>
          <a:pathLst>
            <a:path>
              <a:moveTo>
                <a:pt x="1548438" y="0"/>
              </a:moveTo>
              <a:lnTo>
                <a:pt x="1548438" y="178816"/>
              </a:lnTo>
              <a:lnTo>
                <a:pt x="0" y="178816"/>
              </a:lnTo>
              <a:lnTo>
                <a:pt x="0" y="30697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DBE34B-C58A-45BD-97BD-EB970807756B}">
      <dsp:nvSpPr>
        <dsp:cNvPr id="0" name=""/>
        <dsp:cNvSpPr/>
      </dsp:nvSpPr>
      <dsp:spPr>
        <a:xfrm>
          <a:off x="3469526" y="613170"/>
          <a:ext cx="2413168" cy="238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158"/>
              </a:lnTo>
              <a:lnTo>
                <a:pt x="2413168" y="110158"/>
              </a:lnTo>
              <a:lnTo>
                <a:pt x="2413168" y="23831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A29727-DF28-49EA-8E38-8CA39C6EC752}">
      <dsp:nvSpPr>
        <dsp:cNvPr id="0" name=""/>
        <dsp:cNvSpPr/>
      </dsp:nvSpPr>
      <dsp:spPr>
        <a:xfrm>
          <a:off x="238623" y="1477280"/>
          <a:ext cx="316246" cy="3931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31862"/>
              </a:lnTo>
              <a:lnTo>
                <a:pt x="316246" y="3931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D28C98-A10A-4093-9FEA-CC4852CAA540}">
      <dsp:nvSpPr>
        <dsp:cNvPr id="0" name=""/>
        <dsp:cNvSpPr/>
      </dsp:nvSpPr>
      <dsp:spPr>
        <a:xfrm>
          <a:off x="238623" y="1477280"/>
          <a:ext cx="316246" cy="3100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00013"/>
              </a:lnTo>
              <a:lnTo>
                <a:pt x="316246" y="310001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31EE8-08DD-4DBF-82B8-5D7A859763A4}">
      <dsp:nvSpPr>
        <dsp:cNvPr id="0" name=""/>
        <dsp:cNvSpPr/>
      </dsp:nvSpPr>
      <dsp:spPr>
        <a:xfrm>
          <a:off x="238623" y="1477280"/>
          <a:ext cx="277761" cy="2268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8158"/>
              </a:lnTo>
              <a:lnTo>
                <a:pt x="277761" y="22681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36668-F6F6-4415-95C0-B4CA23B2455C}">
      <dsp:nvSpPr>
        <dsp:cNvPr id="0" name=""/>
        <dsp:cNvSpPr/>
      </dsp:nvSpPr>
      <dsp:spPr>
        <a:xfrm>
          <a:off x="238623" y="1477280"/>
          <a:ext cx="277761" cy="14640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4052"/>
              </a:lnTo>
              <a:lnTo>
                <a:pt x="277761" y="14640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0F461-83C3-4227-83B8-58E5C71D44B1}">
      <dsp:nvSpPr>
        <dsp:cNvPr id="0" name=""/>
        <dsp:cNvSpPr/>
      </dsp:nvSpPr>
      <dsp:spPr>
        <a:xfrm>
          <a:off x="238623" y="1477280"/>
          <a:ext cx="277761" cy="595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5280"/>
              </a:lnTo>
              <a:lnTo>
                <a:pt x="277761" y="59528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3DC5C8-4D8A-4523-BA48-6548190B73EF}">
      <dsp:nvSpPr>
        <dsp:cNvPr id="0" name=""/>
        <dsp:cNvSpPr/>
      </dsp:nvSpPr>
      <dsp:spPr>
        <a:xfrm>
          <a:off x="1193118" y="613170"/>
          <a:ext cx="2276407" cy="240016"/>
        </a:xfrm>
        <a:custGeom>
          <a:avLst/>
          <a:gdLst/>
          <a:ahLst/>
          <a:cxnLst/>
          <a:rect l="0" t="0" r="0" b="0"/>
          <a:pathLst>
            <a:path>
              <a:moveTo>
                <a:pt x="2276407" y="0"/>
              </a:moveTo>
              <a:lnTo>
                <a:pt x="2276407" y="111854"/>
              </a:lnTo>
              <a:lnTo>
                <a:pt x="0" y="111854"/>
              </a:lnTo>
              <a:lnTo>
                <a:pt x="0" y="24001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1E5EC6-BFAC-4563-8660-A996C7EB736C}">
      <dsp:nvSpPr>
        <dsp:cNvPr id="0" name=""/>
        <dsp:cNvSpPr/>
      </dsp:nvSpPr>
      <dsp:spPr>
        <a:xfrm>
          <a:off x="2366206" y="2876"/>
          <a:ext cx="2206640" cy="6102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Sources of risk</a:t>
          </a:r>
          <a:endParaRPr lang="en-ZA" sz="1800" kern="1200" dirty="0"/>
        </a:p>
      </dsp:txBody>
      <dsp:txXfrm>
        <a:off x="2366206" y="2876"/>
        <a:ext cx="2206640" cy="610294"/>
      </dsp:txXfrm>
    </dsp:sp>
    <dsp:sp modelId="{603BCF7C-C035-442A-89E7-3789F0D34A24}">
      <dsp:nvSpPr>
        <dsp:cNvPr id="0" name=""/>
        <dsp:cNvSpPr/>
      </dsp:nvSpPr>
      <dsp:spPr>
        <a:xfrm>
          <a:off x="0" y="853187"/>
          <a:ext cx="2386237" cy="6240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External risks</a:t>
          </a:r>
          <a:endParaRPr lang="en-ZA" sz="1800" kern="1200" dirty="0"/>
        </a:p>
      </dsp:txBody>
      <dsp:txXfrm>
        <a:off x="0" y="853187"/>
        <a:ext cx="2386237" cy="624092"/>
      </dsp:txXfrm>
    </dsp:sp>
    <dsp:sp modelId="{A33184AD-46C6-4884-A589-EA2492B945B5}">
      <dsp:nvSpPr>
        <dsp:cNvPr id="0" name=""/>
        <dsp:cNvSpPr/>
      </dsp:nvSpPr>
      <dsp:spPr>
        <a:xfrm>
          <a:off x="516384" y="1778869"/>
          <a:ext cx="2202673" cy="58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Environmental risks</a:t>
          </a:r>
          <a:endParaRPr lang="en-ZA" sz="1800" kern="1200" dirty="0"/>
        </a:p>
      </dsp:txBody>
      <dsp:txXfrm>
        <a:off x="516384" y="1778869"/>
        <a:ext cx="2202673" cy="587383"/>
      </dsp:txXfrm>
    </dsp:sp>
    <dsp:sp modelId="{2F518EFE-D83A-4DDB-B049-C62452205252}">
      <dsp:nvSpPr>
        <dsp:cNvPr id="0" name=""/>
        <dsp:cNvSpPr/>
      </dsp:nvSpPr>
      <dsp:spPr>
        <a:xfrm>
          <a:off x="516384" y="2647641"/>
          <a:ext cx="2202673" cy="58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Societal risks</a:t>
          </a:r>
          <a:endParaRPr lang="en-ZA" sz="1800" kern="1200" dirty="0"/>
        </a:p>
      </dsp:txBody>
      <dsp:txXfrm>
        <a:off x="516384" y="2647641"/>
        <a:ext cx="2202673" cy="587383"/>
      </dsp:txXfrm>
    </dsp:sp>
    <dsp:sp modelId="{6AE8FFE4-711A-4C52-9422-EC80F500CC58}">
      <dsp:nvSpPr>
        <dsp:cNvPr id="0" name=""/>
        <dsp:cNvSpPr/>
      </dsp:nvSpPr>
      <dsp:spPr>
        <a:xfrm>
          <a:off x="516384" y="3451746"/>
          <a:ext cx="2202673" cy="58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Economic risks</a:t>
          </a:r>
          <a:endParaRPr lang="en-ZA" sz="1800" kern="1200" dirty="0"/>
        </a:p>
      </dsp:txBody>
      <dsp:txXfrm>
        <a:off x="516384" y="3451746"/>
        <a:ext cx="2202673" cy="587383"/>
      </dsp:txXfrm>
    </dsp:sp>
    <dsp:sp modelId="{6C721137-7EAA-46F8-8BE0-B5B3340C4690}">
      <dsp:nvSpPr>
        <dsp:cNvPr id="0" name=""/>
        <dsp:cNvSpPr/>
      </dsp:nvSpPr>
      <dsp:spPr>
        <a:xfrm>
          <a:off x="554870" y="4283601"/>
          <a:ext cx="2202673" cy="58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Geopolitical risks</a:t>
          </a:r>
          <a:endParaRPr lang="en-ZA" sz="1800" kern="1200" dirty="0"/>
        </a:p>
      </dsp:txBody>
      <dsp:txXfrm>
        <a:off x="554870" y="4283601"/>
        <a:ext cx="2202673" cy="587383"/>
      </dsp:txXfrm>
    </dsp:sp>
    <dsp:sp modelId="{D715C06A-37D0-47BE-A832-E57F7126075E}">
      <dsp:nvSpPr>
        <dsp:cNvPr id="0" name=""/>
        <dsp:cNvSpPr/>
      </dsp:nvSpPr>
      <dsp:spPr>
        <a:xfrm>
          <a:off x="554870" y="5115451"/>
          <a:ext cx="2202673" cy="58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Technological risks</a:t>
          </a:r>
          <a:endParaRPr lang="en-ZA" sz="1800" kern="1200" dirty="0"/>
        </a:p>
      </dsp:txBody>
      <dsp:txXfrm>
        <a:off x="554870" y="5115451"/>
        <a:ext cx="2202673" cy="587383"/>
      </dsp:txXfrm>
    </dsp:sp>
    <dsp:sp modelId="{71299EDE-243F-4815-985D-3FEBE08640DA}">
      <dsp:nvSpPr>
        <dsp:cNvPr id="0" name=""/>
        <dsp:cNvSpPr/>
      </dsp:nvSpPr>
      <dsp:spPr>
        <a:xfrm>
          <a:off x="4689576" y="851490"/>
          <a:ext cx="2386237" cy="6227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Internal risks</a:t>
          </a:r>
          <a:endParaRPr lang="en-ZA" sz="1800" kern="1200" dirty="0"/>
        </a:p>
      </dsp:txBody>
      <dsp:txXfrm>
        <a:off x="4689576" y="851490"/>
        <a:ext cx="2386237" cy="622725"/>
      </dsp:txXfrm>
    </dsp:sp>
    <dsp:sp modelId="{F1D9F7C2-50D7-4597-9D1C-59C707E9C936}">
      <dsp:nvSpPr>
        <dsp:cNvPr id="0" name=""/>
        <dsp:cNvSpPr/>
      </dsp:nvSpPr>
      <dsp:spPr>
        <a:xfrm>
          <a:off x="3237735" y="1781194"/>
          <a:ext cx="2193043" cy="581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Risks faced specifically by banks</a:t>
          </a:r>
          <a:endParaRPr lang="en-ZA" sz="1800" kern="1200" dirty="0"/>
        </a:p>
      </dsp:txBody>
      <dsp:txXfrm>
        <a:off x="3237735" y="1781194"/>
        <a:ext cx="2193043" cy="581006"/>
      </dsp:txXfrm>
    </dsp:sp>
    <dsp:sp modelId="{1D576EA4-6B85-4466-8E1E-4FBC6722BE19}">
      <dsp:nvSpPr>
        <dsp:cNvPr id="0" name=""/>
        <dsp:cNvSpPr/>
      </dsp:nvSpPr>
      <dsp:spPr>
        <a:xfrm>
          <a:off x="3785996" y="2585873"/>
          <a:ext cx="2166995" cy="576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Credit risk</a:t>
          </a:r>
          <a:endParaRPr lang="en-ZA" sz="1800" kern="1200" dirty="0"/>
        </a:p>
      </dsp:txBody>
      <dsp:txXfrm>
        <a:off x="3785996" y="2585873"/>
        <a:ext cx="2166995" cy="576001"/>
      </dsp:txXfrm>
    </dsp:sp>
    <dsp:sp modelId="{5569E30A-E9C6-4B46-95EF-D0287050AA62}">
      <dsp:nvSpPr>
        <dsp:cNvPr id="0" name=""/>
        <dsp:cNvSpPr/>
      </dsp:nvSpPr>
      <dsp:spPr>
        <a:xfrm>
          <a:off x="3785996" y="3418198"/>
          <a:ext cx="2190650" cy="584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Market risk</a:t>
          </a:r>
          <a:endParaRPr lang="en-ZA" sz="1800" kern="1200" dirty="0"/>
        </a:p>
      </dsp:txBody>
      <dsp:txXfrm>
        <a:off x="3785996" y="3418198"/>
        <a:ext cx="2190650" cy="584173"/>
      </dsp:txXfrm>
    </dsp:sp>
    <dsp:sp modelId="{6B64DBC2-3CD2-43E8-83C4-BB1D60CCBFEE}">
      <dsp:nvSpPr>
        <dsp:cNvPr id="0" name=""/>
        <dsp:cNvSpPr/>
      </dsp:nvSpPr>
      <dsp:spPr>
        <a:xfrm>
          <a:off x="3785996" y="4258695"/>
          <a:ext cx="2160001" cy="577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Operating risk</a:t>
          </a:r>
          <a:endParaRPr lang="en-ZA" sz="1800" kern="1200" dirty="0"/>
        </a:p>
      </dsp:txBody>
      <dsp:txXfrm>
        <a:off x="3785996" y="4258695"/>
        <a:ext cx="2160001" cy="577863"/>
      </dsp:txXfrm>
    </dsp:sp>
    <dsp:sp modelId="{7993CC21-EC0C-4A6A-8CE3-1D2666683A72}">
      <dsp:nvSpPr>
        <dsp:cNvPr id="0" name=""/>
        <dsp:cNvSpPr/>
      </dsp:nvSpPr>
      <dsp:spPr>
        <a:xfrm>
          <a:off x="3785996" y="5092882"/>
          <a:ext cx="2160001" cy="576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Reputational risk</a:t>
          </a:r>
          <a:endParaRPr lang="en-ZA" sz="1800" kern="1200" dirty="0"/>
        </a:p>
      </dsp:txBody>
      <dsp:txXfrm>
        <a:off x="3785996" y="5092882"/>
        <a:ext cx="2160001" cy="576001"/>
      </dsp:txXfrm>
    </dsp:sp>
    <dsp:sp modelId="{953CE4BD-A1BC-4218-A756-90EB83BBF9F4}">
      <dsp:nvSpPr>
        <dsp:cNvPr id="0" name=""/>
        <dsp:cNvSpPr/>
      </dsp:nvSpPr>
      <dsp:spPr>
        <a:xfrm>
          <a:off x="5966848" y="1778869"/>
          <a:ext cx="2202673" cy="58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Risks faced by all firms</a:t>
          </a:r>
          <a:endParaRPr lang="en-ZA" sz="1800" kern="1200" dirty="0"/>
        </a:p>
      </dsp:txBody>
      <dsp:txXfrm>
        <a:off x="5966848" y="1778869"/>
        <a:ext cx="2202673" cy="587383"/>
      </dsp:txXfrm>
    </dsp:sp>
    <dsp:sp modelId="{6EEF759E-D910-4A4B-8F90-5006914D201A}">
      <dsp:nvSpPr>
        <dsp:cNvPr id="0" name=""/>
        <dsp:cNvSpPr/>
      </dsp:nvSpPr>
      <dsp:spPr>
        <a:xfrm>
          <a:off x="6419949" y="2663045"/>
          <a:ext cx="2190650" cy="584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Business risk</a:t>
          </a:r>
          <a:endParaRPr lang="en-ZA" sz="1800" kern="1200" dirty="0"/>
        </a:p>
      </dsp:txBody>
      <dsp:txXfrm>
        <a:off x="6419949" y="2663045"/>
        <a:ext cx="2190650" cy="584173"/>
      </dsp:txXfrm>
    </dsp:sp>
    <dsp:sp modelId="{9CDFD6E0-D939-4632-B9EC-0374F59F1C34}">
      <dsp:nvSpPr>
        <dsp:cNvPr id="0" name=""/>
        <dsp:cNvSpPr/>
      </dsp:nvSpPr>
      <dsp:spPr>
        <a:xfrm>
          <a:off x="6419949" y="3479057"/>
          <a:ext cx="2190650" cy="584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Financial risk</a:t>
          </a:r>
          <a:endParaRPr lang="en-ZA" sz="1800" kern="1200" dirty="0"/>
        </a:p>
      </dsp:txBody>
      <dsp:txXfrm>
        <a:off x="6419949" y="3479057"/>
        <a:ext cx="2190650" cy="584173"/>
      </dsp:txXfrm>
    </dsp:sp>
    <dsp:sp modelId="{D9762110-CC71-4113-9A5F-62AC9B2017B1}">
      <dsp:nvSpPr>
        <dsp:cNvPr id="0" name=""/>
        <dsp:cNvSpPr/>
      </dsp:nvSpPr>
      <dsp:spPr>
        <a:xfrm>
          <a:off x="6419949" y="4251872"/>
          <a:ext cx="2190650" cy="584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Liquidity risk</a:t>
          </a:r>
          <a:endParaRPr lang="en-ZA" sz="1800" kern="1200" dirty="0"/>
        </a:p>
      </dsp:txBody>
      <dsp:txXfrm>
        <a:off x="6419949" y="4251872"/>
        <a:ext cx="2190650" cy="5841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1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4CEB-A7F9-F70F-A9F7-1F094704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36AF744-EDD0-D398-9913-969675951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39DE0CE-240F-CF7C-2B83-6188D9342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7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0919-F969-CE19-38EC-E6ED7C0E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B06B9F-E188-7B41-1132-4FD8001181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D010E94-FD98-C886-7975-2366C4627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74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5FF1-774C-B03C-F450-5D5AF9E0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8B383F4-A7E3-578E-B859-8FE15F10D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A3E6C1C-CD59-A508-B754-B225BF355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3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E51B-10CA-2AAF-4993-0F957F33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3E0492F-7BC0-84F6-7A8E-126ECFA8A0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C91919-F955-5E71-2668-4C330A386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883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5836-5455-5AD3-F3DB-906736E9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E555BCF-4DA7-B0E4-3F76-2715E61374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E4FCE04-4215-93EA-4EBF-57A068366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166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2D73-42BA-FF9D-42B6-43C07D4E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1B2F629-87F1-DA66-5E27-CD503B2EA0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06E6A74-DE2F-24D7-1112-17633D70A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79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9A917-41E9-93A9-686F-471B7077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D154B70-EBF9-643D-369B-4079B1875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E1680A1-7C3D-F217-F5E6-6A528724E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55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D4253-F1E9-FB12-2776-43AAEC65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833EA06-84B6-5997-FDB2-BC00E80EC0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29C44F4-962A-F5AE-A433-E1C46F558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811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35E10-753F-7996-D9B2-810F50833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89264DD-481C-BE17-8861-0DC26D5C4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F2E61E5-E3F1-3839-7D5B-1D7A7A472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407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B4DE2-33CE-153C-9F27-5F3EBEA2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DA28306-7ADF-CE41-AC67-B64237DA4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FD4A2ED-0D4D-1801-A779-5CBB730AC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144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E572A-03E0-457B-4B34-002036C7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D48656C-C613-5D61-2829-F12C0D1FC3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0D0554F-83CA-4BA4-BA08-51BD2EC35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771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BC67E-3F1C-C2BD-1B40-7AA8237F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826B043-F9D2-3EDB-37EC-6B6CD16B5C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5224419-5DCB-EB57-08DB-21C13A1BB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0129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CF97-7715-2901-A97D-15AD1F7F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33E79D8-F925-849F-0344-55EB07F7ED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7B964EA-7445-F4C2-F7FC-2EB0784E4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73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22E87-FE17-F524-8D8A-E1A02861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CC119DE-93FE-F0D3-CC5B-3AFA1D2E0F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BDFCB7-E888-07DE-A90B-835E986A1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207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7224-9531-47B9-5FFD-86ACC740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6AA7A73-4ABB-B2EB-0F29-70C0E32175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6924B90-BD9A-2252-AC2E-F0CF7DF70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27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183FD-A874-475A-2A4A-3D1E3D6D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0B796E7-472F-C970-49AA-6805EEE2A6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4E2936-9BEE-7912-C045-595F17EB59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743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16F9-5E46-50C5-6551-5C6CFD4B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BD3031-C9AA-2F6E-66B8-8725FCE9FF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4B4011A-89F8-B625-DC30-145107F3F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426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0AD9-AF4A-B172-C8F9-5B85A6CC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6F961A3-8710-66A7-41B2-E9BA47D281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F1E178B-4C6C-D0E9-BE13-38BFA82EB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873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0A21-29F9-9D7A-FAB6-1CF85E485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DBD73F6-D31D-506D-BD90-6B1EC7D88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E139BAC-E3FF-446B-9880-C1D66CDFF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44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21CD-414C-1459-3187-8BE6A8A9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5EB7B31-ADA3-34DC-77F8-C5E2B65D19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355EA14-450A-18E1-0B59-2A0C6FC3F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407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B0928-3A1C-5A5A-E010-13569C50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6C02041-4844-9319-8262-8F528FF9A7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41312D-329A-5FA8-6762-05E4ED3F0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9031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1F83-A0BB-BB3B-F477-CDAAD83A7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93A8027-4BC3-B99E-CE79-CA8DFD998E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9BA975B-8892-5FF3-526B-CAE0D979F4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739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2873-6196-3E8E-5C41-8C2E5242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73EDE75-BB3B-0E35-7CF9-7787105970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41B0394-79F6-3F3F-0991-87FB646A8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64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FB863-C0A5-A09D-9D22-A60250B8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5BABE69-7ECB-9B13-06BB-062AF5D7DF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6D13B89-6A48-A850-9DE1-55A8F7B2D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087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8698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8698"/>
              <a:t>28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2/20/2026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hyperlink" Target="https://www.news24.com/politics/sona-foot-and-mouth-disease-declared-national-disaster-20260212-1204" TargetMode="External"/><Relationship Id="rId4" Type="http://schemas.openxmlformats.org/officeDocument/2006/relationships/hyperlink" Target="https://www.news24.com/business/economy/us-trade-deficit-balloons-even-as-chinese-imports-fall-30-20260219-098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3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334000" y="2514600"/>
            <a:ext cx="3238583" cy="107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and return – Part 1</a:t>
            </a:r>
            <a:endParaRPr lang="en-GB" sz="32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6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742050" y="5387788"/>
            <a:ext cx="4424362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Slides by Prof C Rootman, Dr S Watson, Ms E Kobese </a:t>
            </a:r>
          </a:p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&amp; Ms N Maliwa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90500" y="76200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6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217394" y="914400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>
                <a:solidFill>
                  <a:srgbClr val="C00000"/>
                </a:solidFill>
              </a:rPr>
              <a:t>calculate rates of return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>
                <a:solidFill>
                  <a:srgbClr val="C00000"/>
                </a:solidFill>
              </a:rPr>
              <a:t>identify and evaluate sources of risk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>
                <a:solidFill>
                  <a:srgbClr val="C00000"/>
                </a:solidFill>
              </a:rPr>
              <a:t>measure risk by means of variance, standard deviation and coefficient of variation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determine the return of a portfolio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determine the required rate of return by means of the capital asset pricing model (CAPM)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use arbitrage pricing theory (APT) in order to determine the required rate of return.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endParaRPr lang="en-ZA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Future not predictable – future uncertain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Scenario planning – identify trends and factors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Consider possibilities and probabilities of those possibilities</a:t>
            </a:r>
          </a:p>
          <a:p>
            <a:pPr marL="715963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715963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ea typeface="ＭＳ Ｐゴシック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02F4A9-5987-AD0F-96E1-146BA3DFD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64478"/>
              </p:ext>
            </p:extLst>
          </p:nvPr>
        </p:nvGraphicFramePr>
        <p:xfrm>
          <a:off x="3048000" y="2395045"/>
          <a:ext cx="4572000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indent="1588">
                        <a:buNone/>
                        <a:tabLst>
                          <a:tab pos="6065838" algn="r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Outcome (1) 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Probability (2)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0.40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= 40%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400" dirty="0"/>
                        <a:t>No 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sng" dirty="0"/>
                        <a:t>0.60</a:t>
                      </a:r>
                      <a:r>
                        <a:rPr lang="en-US" sz="1400" u="sng" baseline="0" dirty="0"/>
                        <a:t> </a:t>
                      </a:r>
                      <a:endParaRPr lang="en-US" sz="1400" u="sng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sng" dirty="0"/>
                        <a:t>= 60%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dbl" baseline="0" dirty="0"/>
                        <a:t>1.00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dbl" baseline="0" dirty="0"/>
                        <a:t> 100%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7A072E-EC80-BB18-D649-C5E6A96F5AC0}"/>
              </a:ext>
            </a:extLst>
          </p:cNvPr>
          <p:cNvSpPr txBox="1"/>
          <p:nvPr/>
        </p:nvSpPr>
        <p:spPr>
          <a:xfrm>
            <a:off x="228600" y="5329535"/>
            <a:ext cx="441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dirty="0">
                <a:hlinkClick r:id="rId4"/>
              </a:rPr>
              <a:t>https://www.news24.com/business/economy/us-trade-deficit-balloons-even-as-chinese-imports-fall-30-20260219-0988</a:t>
            </a:r>
            <a:r>
              <a:rPr lang="en-ZA" sz="12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E89E2-6E9F-B8BF-77C1-CD971D5DB4B4}"/>
              </a:ext>
            </a:extLst>
          </p:cNvPr>
          <p:cNvSpPr txBox="1"/>
          <p:nvPr/>
        </p:nvSpPr>
        <p:spPr>
          <a:xfrm>
            <a:off x="4746812" y="5468034"/>
            <a:ext cx="4069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dirty="0"/>
              <a:t>Source: </a:t>
            </a:r>
            <a:r>
              <a:rPr lang="en-ZA" sz="1200" dirty="0">
                <a:hlinkClick r:id="rId5"/>
              </a:rPr>
              <a:t>https://www.news24.com/politics/sona-foot-and-mouth-disease-declared-national-disaster-20260212-1204</a:t>
            </a:r>
            <a:r>
              <a:rPr lang="en-ZA" sz="1200" dirty="0"/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29C793-17F6-CAAD-C36E-EEFE8ECF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BD8D8DC-D2D0-7F19-6AAB-ABC826F67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FDD9D46B-B639-8250-8880-13EEE1DD08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marL="358775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Financial manager makes decision-making affects future of firm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Not on return only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Main financial objective – s/h wealth </a:t>
            </a:r>
            <a:r>
              <a:rPr lang="en-US" sz="2400" dirty="0" err="1">
                <a:latin typeface="+mj-lt"/>
              </a:rPr>
              <a:t>maximisation</a:t>
            </a:r>
            <a:r>
              <a:rPr lang="en-US" sz="2400" dirty="0">
                <a:latin typeface="+mj-lt"/>
              </a:rPr>
              <a:t> while ensuring sustainability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Risk-return relationship important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ea typeface="ＭＳ Ｐゴシック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4E07D3-E714-758A-FDFE-18DE1E92C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525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E40687-BFE8-54E7-DDDC-ACCA77E9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9DA4652-4A70-C93B-A2FA-4EEBF6FE5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Return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259366-BAA3-1640-6A19-C6498098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255557-EFE5-5ADF-882C-341C487842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Total gain or loss on asset (change in value of asset) over given period of time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   or   + cash inflow generated expressed as % of initial value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Annual returns vs average multiple returns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Annual return (holding period return)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	R	=	(P</a:t>
            </a:r>
            <a:r>
              <a:rPr lang="en-US" sz="2400" baseline="-25000" dirty="0">
                <a:solidFill>
                  <a:prstClr val="black"/>
                </a:solidFill>
                <a:ea typeface="ＭＳ Ｐゴシック"/>
              </a:rPr>
              <a:t>t</a:t>
            </a: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 – P</a:t>
            </a:r>
            <a:r>
              <a:rPr lang="en-US" sz="2400" baseline="-25000" dirty="0">
                <a:solidFill>
                  <a:prstClr val="black"/>
                </a:solidFill>
                <a:ea typeface="ＭＳ Ｐゴシック"/>
              </a:rPr>
              <a:t>t-1</a:t>
            </a: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 + c ) x 100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			       P</a:t>
            </a:r>
            <a:r>
              <a:rPr lang="en-US" sz="2400" baseline="-25000" dirty="0">
                <a:solidFill>
                  <a:prstClr val="black"/>
                </a:solidFill>
                <a:ea typeface="ＭＳ Ｐゴシック"/>
              </a:rPr>
              <a:t>t-1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R 	annual return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P</a:t>
            </a:r>
            <a:r>
              <a:rPr lang="en-US" sz="2400" baseline="-25000" dirty="0">
                <a:latin typeface="+mj-lt"/>
              </a:rPr>
              <a:t>t</a:t>
            </a:r>
            <a:r>
              <a:rPr lang="en-US" sz="2400" dirty="0">
                <a:latin typeface="+mj-lt"/>
              </a:rPr>
              <a:t>	price of asset at period t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P</a:t>
            </a:r>
            <a:r>
              <a:rPr lang="en-US" sz="2400" baseline="-25000" dirty="0">
                <a:latin typeface="+mj-lt"/>
              </a:rPr>
              <a:t>t-1</a:t>
            </a:r>
            <a:r>
              <a:rPr lang="en-US" sz="2400" dirty="0">
                <a:latin typeface="+mj-lt"/>
              </a:rPr>
              <a:t>	price of asset at period t – 1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c	cash inflow received from asset during period t –		1 to t</a:t>
            </a: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0C1C5A80-FE18-378E-F231-6590A4AA97CE}"/>
              </a:ext>
            </a:extLst>
          </p:cNvPr>
          <p:cNvSpPr/>
          <p:nvPr/>
        </p:nvSpPr>
        <p:spPr bwMode="auto">
          <a:xfrm>
            <a:off x="685800" y="1905000"/>
            <a:ext cx="144000" cy="288000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2ECBDF99-3DA0-E356-128C-8D37205D0FC4}"/>
              </a:ext>
            </a:extLst>
          </p:cNvPr>
          <p:cNvSpPr/>
          <p:nvPr/>
        </p:nvSpPr>
        <p:spPr bwMode="auto">
          <a:xfrm rot="10800000">
            <a:off x="1380000" y="1941000"/>
            <a:ext cx="144000" cy="288000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C50738-9D8D-9C1D-32F7-D32393B27455}"/>
              </a:ext>
            </a:extLst>
          </p:cNvPr>
          <p:cNvCxnSpPr/>
          <p:nvPr/>
        </p:nvCxnSpPr>
        <p:spPr bwMode="auto">
          <a:xfrm>
            <a:off x="3124200" y="4038600"/>
            <a:ext cx="18288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98334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A90BE0-DE57-4E7E-4D9B-EB754822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A4D8042-CED2-C958-A6C2-347B56598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23AD-F87A-A32D-B71B-E5913F0BF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AF0451-7B1C-74BF-A8D6-17091DBF5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Example: An investor had shares worth R200 at the beginning of 2022 and at the end of </a:t>
            </a:r>
            <a:r>
              <a:rPr lang="en-US" sz="2400" b="1" dirty="0">
                <a:solidFill>
                  <a:srgbClr val="C00000"/>
                </a:solidFill>
                <a:latin typeface="+mj-lt"/>
              </a:rPr>
              <a:t>2022*</a:t>
            </a:r>
            <a:r>
              <a:rPr lang="en-US" sz="2400" dirty="0">
                <a:latin typeface="+mj-lt"/>
              </a:rPr>
              <a:t> received dividends worth R20. The shares are worth R210 at the end of 2022.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	R	=	(P</a:t>
            </a:r>
            <a:r>
              <a:rPr lang="en-US" sz="2400" baseline="-25000" dirty="0">
                <a:solidFill>
                  <a:prstClr val="black"/>
                </a:solidFill>
                <a:ea typeface="ＭＳ Ｐゴシック"/>
              </a:rPr>
              <a:t>t</a:t>
            </a: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 – P</a:t>
            </a:r>
            <a:r>
              <a:rPr lang="en-US" sz="2400" baseline="-25000" dirty="0">
                <a:solidFill>
                  <a:prstClr val="black"/>
                </a:solidFill>
                <a:ea typeface="ＭＳ Ｐゴシック"/>
              </a:rPr>
              <a:t>t-1</a:t>
            </a: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 + c ) x 100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			       P</a:t>
            </a:r>
            <a:r>
              <a:rPr lang="en-US" sz="2400" baseline="-25000" dirty="0">
                <a:solidFill>
                  <a:prstClr val="black"/>
                </a:solidFill>
                <a:ea typeface="ＭＳ Ｐゴシック"/>
              </a:rPr>
              <a:t>t-1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R	=	[(210 – 200) + 20] / 200 x 100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	15.00%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Holding period return – one year only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*mistake in textbook – 2022 not 2016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2B700ED-4E68-2486-133D-577FDBE47EFE}"/>
              </a:ext>
            </a:extLst>
          </p:cNvPr>
          <p:cNvCxnSpPr/>
          <p:nvPr/>
        </p:nvCxnSpPr>
        <p:spPr bwMode="auto">
          <a:xfrm>
            <a:off x="3124200" y="3048000"/>
            <a:ext cx="18288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723809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0C8A24-38C3-5E2F-4B1B-25913729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8BCC4AF-6F47-2BAA-7620-AD7B743FB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DDDE5-516C-39CF-E104-C57B1FF5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5E573D1-7FA0-A7C6-40FC-5869709883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Average multiple returns</a:t>
            </a:r>
          </a:p>
          <a:p>
            <a:pPr marL="715963" indent="-358775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Arithmetic mean – rand invested remains constant</a:t>
            </a:r>
          </a:p>
          <a:p>
            <a:pPr marL="715963" indent="-358775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Geometric mean – profits/interest reinvested at rate earned on investment and subsequent periods</a:t>
            </a:r>
          </a:p>
          <a:p>
            <a:pPr marL="715963" indent="-358775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Internal rate of return (IRR) – interim cash flows generated by investment reinvested at IRR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071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87FC0D-3251-AC40-B979-C2468B89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0AD8AFF-7066-A85B-9D15-465895D84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964BF5-ACD2-C76D-CB19-7EE651CC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02A2BBB-E525-3B43-59A7-E237C4BFB6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Example: Assume an investor had shares worth R200 at the beginning of 2023. At the end of 2023 (1</a:t>
            </a:r>
            <a:r>
              <a:rPr lang="en-US" sz="2400" baseline="30000" dirty="0">
                <a:latin typeface="+mj-lt"/>
              </a:rPr>
              <a:t>st</a:t>
            </a:r>
            <a:r>
              <a:rPr lang="en-US" sz="2400" dirty="0">
                <a:latin typeface="+mj-lt"/>
              </a:rPr>
              <a:t> period), he received a dividend of R30 and the shares are worth R220. At the end of 2024 (2</a:t>
            </a:r>
            <a:r>
              <a:rPr lang="en-US" sz="2400" baseline="30000" dirty="0">
                <a:latin typeface="+mj-lt"/>
              </a:rPr>
              <a:t>nd</a:t>
            </a:r>
            <a:r>
              <a:rPr lang="en-US" sz="2400" dirty="0">
                <a:latin typeface="+mj-lt"/>
              </a:rPr>
              <a:t> period), he received another dividend of R30, but the shares are still worth R220.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R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	=	[(220 – 200) + 30] / 200 x 100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	25.00%	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R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	=	[(220 – 220) + 30] / 220 x 100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	13.64%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BUT – these are returns for each year and not for the 	full period of two year 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104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44DB45-2E18-1C12-478E-BD2F7998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9E07796-6D1C-7235-9B7E-481EDB74C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95D3E4-E34E-91DA-F76E-6B78DA0B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185E608-EEC7-627E-623E-327B1ABAD6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Arithmetic mean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	</a:t>
            </a:r>
            <a:r>
              <a:rPr lang="en-US" sz="2400" baseline="-25000" dirty="0">
                <a:latin typeface="+mj-lt"/>
              </a:rPr>
              <a:t>n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R	=	</a:t>
            </a:r>
            <a:r>
              <a:rPr lang="el-GR" sz="2400" dirty="0">
                <a:latin typeface="+mj-lt"/>
              </a:rPr>
              <a:t>Σ</a:t>
            </a:r>
            <a:r>
              <a:rPr lang="en-US" sz="2400" dirty="0" err="1">
                <a:latin typeface="+mj-lt"/>
              </a:rPr>
              <a:t>r</a:t>
            </a:r>
            <a:r>
              <a:rPr lang="en-US" sz="2400" baseline="-25000" dirty="0" err="1">
                <a:latin typeface="+mj-lt"/>
              </a:rPr>
              <a:t>i</a:t>
            </a:r>
            <a:r>
              <a:rPr lang="en-US" sz="2400" baseline="-250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/ n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baseline="-25000" dirty="0">
                <a:latin typeface="+mj-lt"/>
              </a:rPr>
              <a:t>			</a:t>
            </a:r>
            <a:r>
              <a:rPr lang="en-US" sz="2400" baseline="30000" dirty="0" err="1">
                <a:latin typeface="+mj-lt"/>
              </a:rPr>
              <a:t>i</a:t>
            </a:r>
            <a:r>
              <a:rPr lang="en-US" sz="2400" baseline="30000" dirty="0">
                <a:latin typeface="+mj-lt"/>
              </a:rPr>
              <a:t>=1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	(25.00 + 13.64) / 2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	19.32%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Geometric mean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GR	=	[(1 + R</a:t>
            </a:r>
            <a:r>
              <a:rPr lang="en-US" sz="2400" baseline="30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) x (1 + R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) ….(1+R</a:t>
            </a:r>
            <a:r>
              <a:rPr lang="en-US" sz="2400" baseline="30000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)]</a:t>
            </a:r>
            <a:r>
              <a:rPr lang="en-US" sz="2400" baseline="30000" dirty="0">
                <a:latin typeface="+mj-lt"/>
              </a:rPr>
              <a:t> ½</a:t>
            </a:r>
            <a:r>
              <a:rPr lang="en-US" sz="2400" dirty="0">
                <a:latin typeface="+mj-lt"/>
              </a:rPr>
              <a:t> – 1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	[(1.2500)(1.1364)]</a:t>
            </a:r>
            <a:r>
              <a:rPr lang="en-US" sz="2400" baseline="30000" dirty="0">
                <a:latin typeface="+mj-lt"/>
              </a:rPr>
              <a:t>½</a:t>
            </a:r>
            <a:r>
              <a:rPr lang="en-US" sz="2400" dirty="0">
                <a:latin typeface="+mj-lt"/>
              </a:rPr>
              <a:t> – 1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	19.18%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note – raised to the power of ½ equals taking the square root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132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A70595-4DF5-7512-B125-7FEAE414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CC9F850-7EAC-5B0F-A26E-D5185AD52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9E5EB2-6D74-D9FC-2D6A-C6DCDFAE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EE02793-9C90-3EC4-896C-A242847785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Internal rate of return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			Button		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Beginning value of share	PV		R200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Ending value of share	FV		R220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Dividend (per year)		PMT		R30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Period	(years)		n		2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Compute interest		</a:t>
            </a:r>
            <a:r>
              <a:rPr lang="en-US" sz="24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		19.55%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Note: Enter beginning (PV) as cash outflow (-) as you have invested the money, view ending (FV) as cash inflow (+) as you can withdraw this amount, view dividends (PMT) as a cash inflow (+) as you will receive the dividends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0472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7E2FD5-A6A6-CA94-ECCD-D5A96669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3F6E49F-8613-18DC-AFE4-A1B48B1C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Risk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08AA1-0881-CAF7-FB13-B75383BA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321295E-E533-B2C6-6F66-A289E79F86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Outcomes unknown – uncertainty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Possibility that results (outcome) differ from planned results (outcome)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Measured using statistical methods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Firms need to govern risk – King IV Report (principle 11)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Determine risk capacity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Maximum risk that can be assumed to maintain sustainability in view of equity available, borrowing capacity and liquidity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Determine risk appetite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Amount and type of risk firm is prepared to accept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Risk management framework (see risk exposure map on slide 12)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9021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4D2F49-428A-5DD3-5EE3-E94C4677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33FBB3-DA1B-4EF6-EA5B-7190BF7B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2A435A-B6C2-B107-4D7E-5539FFA6CABE}"/>
              </a:ext>
            </a:extLst>
          </p:cNvPr>
          <p:cNvSpPr txBox="1"/>
          <p:nvPr/>
        </p:nvSpPr>
        <p:spPr>
          <a:xfrm>
            <a:off x="84437" y="5000021"/>
            <a:ext cx="40756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Example: Northam’s </a:t>
            </a:r>
          </a:p>
          <a:p>
            <a:r>
              <a:rPr lang="en-US" sz="2400" dirty="0"/>
              <a:t>risk exposure</a:t>
            </a:r>
            <a:endParaRPr lang="en-ZA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AE3A8D-56FB-8A1A-8270-91F1AB884BC7}"/>
              </a:ext>
            </a:extLst>
          </p:cNvPr>
          <p:cNvSpPr txBox="1"/>
          <p:nvPr/>
        </p:nvSpPr>
        <p:spPr>
          <a:xfrm>
            <a:off x="84437" y="5913404"/>
            <a:ext cx="32683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dirty="0"/>
              <a:t>Source: https://www.northam.co.za/investors-</a:t>
            </a:r>
          </a:p>
          <a:p>
            <a:r>
              <a:rPr lang="en-ZA" sz="1200" dirty="0"/>
              <a:t>and-media/publications/annual-reports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83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CFE99E-28F2-44DE-CF01-59CA100E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77649D6-156F-2AEE-F9F3-423D2CF1F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risk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4582C7-7E0B-0EAE-8C1A-29C73586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13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8E30C6B-68B0-937F-4A96-AB8BDD976C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353955"/>
              </p:ext>
            </p:extLst>
          </p:nvPr>
        </p:nvGraphicFramePr>
        <p:xfrm>
          <a:off x="304800" y="914400"/>
          <a:ext cx="8610600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51058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B4E59D-91D8-E214-ACE7-CEE2D461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51FFA09-48ED-5331-9665-9BA1D072C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risk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375B92EC-8A2A-4991-BB04-76EF756F50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External risks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Environmental risks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Climate change failure, extreme weather events, biodiversity loss, human environmental damage, natural resources crises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Societal risks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Social cohesion erosion, livelihood crises, spread of infectious diseases  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AECF5C-2AA2-89FF-178A-1C3E6E74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3314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33944B-A5BB-1957-331F-4754F82D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15D3CBF-59EF-DF39-CCA0-1519EC022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risk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2B0AE93-7A02-EF2F-A3BD-48085EF523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External risks (cont.)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Economic risks</a:t>
            </a:r>
          </a:p>
          <a:p>
            <a:pPr marL="989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Unemployment, underemployment, debt crises, energy price shocks, unmanageable inflation, illicit trace, failure of critical infrastructure, deflation in a major economy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Fiscal (taxes, spending and borrowing) and monetary (influence supply and demand for funds – interest rates)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5F1B08-46B0-E3F4-00C0-FD05A9AC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15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394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806B8E-9C0F-3F0A-E52B-A0646058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C12C049-AB89-C393-8C77-345A6A30C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risk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14A3699-9FA3-6B88-1EB5-8A74DCCAEA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External risks (cont.)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Geopolitical risks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Operations of firm or value of investment be affected by geoeconomic confrontations (wars), failure of national governments, terrorist attacks, state collapse, use of weapons of mass destruction</a:t>
            </a:r>
            <a:endParaRPr lang="en-US" sz="2400" kern="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Technological risks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Adverse consequences of technological advance, </a:t>
            </a:r>
            <a:r>
              <a:rPr lang="en-US" sz="2400" dirty="0"/>
              <a:t>breakdown of critical information infrastructure and networks, cyber attacks, data fraud or theft</a:t>
            </a: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7F175D-E02B-AED5-7B9A-F985172E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16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0778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72163D-9298-FE80-1274-BC2C65EA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1749253-B615-51A1-627D-802D00682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risk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3E9516C7-5CB7-919C-8E00-F48586B737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Internal risks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Risks faced specifically by banks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Credit risk – potential that borrower will not meet obligations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Market risk – risk of losses arising from movements (default risk, interest rate risk, credit spread risk, equity risk, foreign exchange risk, commodities risk) in market place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Operating risk – direct or indirect loss resulting from inadequate or failed internal processes, people and systems or external events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Reputational risk – risk arising from negative perception on part of customers, counterparts, shareholders, investors or regulators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C24CFD-315E-5ADE-0C9D-835888EA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17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6314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4062E0-F8DB-C597-8E90-CA753C58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B97C4F8E-2F64-A4DA-B971-C8EDDB247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risk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C743413-BD27-0CFE-8640-2694C75B6B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Internal risks (cont.)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Risks faced by all firms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Business risk – possibility that a firm will experience loss rather than profit and become bankrupt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Financial risk – firm’s ability to cover fixed costs of financing by means of debt and preference shares (why preference shares included?)</a:t>
            </a:r>
            <a:endParaRPr lang="en-US" sz="2400" kern="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Liquidity risk – situation where firm experiences a probability of loss because the firm is not able to meet liabilities when due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53AB44-F843-A552-4275-BF86E4D6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18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0756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D25F57-2EAC-1604-6C9B-BC2B3530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475558A-E53D-FA1E-53B9-6B91426DA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Sources of risk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4E824825-C569-54B4-48C8-65E08029DE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Risk management (see slide 12 – risk exposure map)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Identify risks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 err="1"/>
              <a:t>Analysing</a:t>
            </a:r>
            <a:r>
              <a:rPr lang="en-US" sz="2400" dirty="0"/>
              <a:t> risk by assessing probability and severity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Manage or mitigate risks</a:t>
            </a:r>
          </a:p>
          <a:p>
            <a:pPr marL="1074738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Tolerating, transferring, treating or terminating risk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kern="0" dirty="0"/>
          </a:p>
          <a:p>
            <a:pPr marL="358775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Business continuity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Resilience of firm after disruptive incident due to external or internal risk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Contingency plans and strategies</a:t>
            </a: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7075E0-25E0-E218-B45B-3374D50B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19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40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0F0F2E-C346-57E3-15D4-A71143A1E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18237EF-F3FE-430B-BD3F-F44D12DF7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Measuring risk (individual securities)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9251E233-98E6-63AF-2775-156D1B31CD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990600"/>
          </a:xfrm>
        </p:spPr>
        <p:txBody>
          <a:bodyPr/>
          <a:lstStyle/>
          <a:p>
            <a:pPr marL="358775" indent="-35877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Probability distribution</a:t>
            </a:r>
          </a:p>
          <a:p>
            <a:pPr marL="715963" indent="-36195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Listing of all possible outcomes with a probability to each</a:t>
            </a:r>
          </a:p>
          <a:p>
            <a:pPr marL="354013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361621-019A-1646-5BCB-223D2770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20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61AD88-799F-7CE4-A74F-2D0E7BED0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18680"/>
              </p:ext>
            </p:extLst>
          </p:nvPr>
        </p:nvGraphicFramePr>
        <p:xfrm>
          <a:off x="290868" y="1968843"/>
          <a:ext cx="8472132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033">
                  <a:extLst>
                    <a:ext uri="{9D8B030D-6E8A-4147-A177-3AD203B41FA5}">
                      <a16:colId xmlns:a16="http://schemas.microsoft.com/office/drawing/2014/main" val="4002176280"/>
                    </a:ext>
                  </a:extLst>
                </a:gridCol>
                <a:gridCol w="2118033">
                  <a:extLst>
                    <a:ext uri="{9D8B030D-6E8A-4147-A177-3AD203B41FA5}">
                      <a16:colId xmlns:a16="http://schemas.microsoft.com/office/drawing/2014/main" val="1533843735"/>
                    </a:ext>
                  </a:extLst>
                </a:gridCol>
                <a:gridCol w="2118033">
                  <a:extLst>
                    <a:ext uri="{9D8B030D-6E8A-4147-A177-3AD203B41FA5}">
                      <a16:colId xmlns:a16="http://schemas.microsoft.com/office/drawing/2014/main" val="1031032987"/>
                    </a:ext>
                  </a:extLst>
                </a:gridCol>
                <a:gridCol w="2118033">
                  <a:extLst>
                    <a:ext uri="{9D8B030D-6E8A-4147-A177-3AD203B41FA5}">
                      <a16:colId xmlns:a16="http://schemas.microsoft.com/office/drawing/2014/main" val="3122249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 of economy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 of state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Associated rate of return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Weighted value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177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326874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en-US" dirty="0"/>
                        <a:t>Company A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505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Boom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9.00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7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6.00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6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Recession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en-ZA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-10</a:t>
                      </a:r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-3.00</a:t>
                      </a:r>
                      <a:endParaRPr lang="en-ZA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252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  <a:endParaRPr lang="en-ZA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12.00%</a:t>
                      </a:r>
                      <a:endParaRPr lang="en-ZA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05367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dirty="0"/>
                        <a:t>Company B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6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Boom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3.60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9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4.00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866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Recession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en-ZA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2.40</a:t>
                      </a:r>
                      <a:endParaRPr lang="en-ZA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684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</a:t>
                      </a:r>
                      <a:endParaRPr lang="en-ZA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10.00%</a:t>
                      </a:r>
                      <a:endParaRPr lang="en-ZA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356397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03BD748C-0AA2-D66B-CA2A-DC3099ED70A0}"/>
              </a:ext>
            </a:extLst>
          </p:cNvPr>
          <p:cNvSpPr/>
          <p:nvPr/>
        </p:nvSpPr>
        <p:spPr bwMode="auto">
          <a:xfrm>
            <a:off x="2895600" y="4419600"/>
            <a:ext cx="1143000" cy="381000"/>
          </a:xfrm>
          <a:prstGeom prst="ellipse">
            <a:avLst/>
          </a:prstGeom>
          <a:noFill/>
          <a:ln w="381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139468-9B18-B086-B55D-DC63F2AED25E}"/>
              </a:ext>
            </a:extLst>
          </p:cNvPr>
          <p:cNvSpPr/>
          <p:nvPr/>
        </p:nvSpPr>
        <p:spPr bwMode="auto">
          <a:xfrm>
            <a:off x="2899719" y="6307163"/>
            <a:ext cx="1143000" cy="381000"/>
          </a:xfrm>
          <a:prstGeom prst="ellipse">
            <a:avLst/>
          </a:prstGeom>
          <a:noFill/>
          <a:ln w="381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7AC2D72-C36A-AEB0-E19B-0CFA53268CD6}"/>
              </a:ext>
            </a:extLst>
          </p:cNvPr>
          <p:cNvSpPr/>
          <p:nvPr/>
        </p:nvSpPr>
        <p:spPr bwMode="auto">
          <a:xfrm>
            <a:off x="3810000" y="3316491"/>
            <a:ext cx="381000" cy="1103109"/>
          </a:xfrm>
          <a:prstGeom prst="rightBrace">
            <a:avLst/>
          </a:prstGeom>
          <a:noFill/>
          <a:ln w="381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22D1DAD-A495-645F-BDDE-0F2D2128A675}"/>
              </a:ext>
            </a:extLst>
          </p:cNvPr>
          <p:cNvSpPr/>
          <p:nvPr/>
        </p:nvSpPr>
        <p:spPr bwMode="auto">
          <a:xfrm>
            <a:off x="3848100" y="5192827"/>
            <a:ext cx="381000" cy="1103109"/>
          </a:xfrm>
          <a:prstGeom prst="rightBrace">
            <a:avLst/>
          </a:prstGeom>
          <a:noFill/>
          <a:ln w="381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AA369B82-293A-878F-830A-3DD892A8CE81}"/>
              </a:ext>
            </a:extLst>
          </p:cNvPr>
          <p:cNvSpPr/>
          <p:nvPr/>
        </p:nvSpPr>
        <p:spPr bwMode="auto">
          <a:xfrm>
            <a:off x="4303241" y="3868045"/>
            <a:ext cx="324000" cy="720000"/>
          </a:xfrm>
          <a:prstGeom prst="curvedLeftArrow">
            <a:avLst/>
          </a:prstGeom>
          <a:solidFill>
            <a:srgbClr val="99000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4CEACEC1-4BBF-5E6B-46E7-EB2089D58B8A}"/>
              </a:ext>
            </a:extLst>
          </p:cNvPr>
          <p:cNvSpPr/>
          <p:nvPr/>
        </p:nvSpPr>
        <p:spPr bwMode="auto">
          <a:xfrm>
            <a:off x="4343400" y="5715000"/>
            <a:ext cx="324000" cy="720000"/>
          </a:xfrm>
          <a:prstGeom prst="curvedLeftArrow">
            <a:avLst/>
          </a:prstGeom>
          <a:solidFill>
            <a:srgbClr val="99000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7BA43FF6-F492-24EB-8256-4B07D2B3EA66}"/>
              </a:ext>
            </a:extLst>
          </p:cNvPr>
          <p:cNvSpPr/>
          <p:nvPr/>
        </p:nvSpPr>
        <p:spPr bwMode="auto">
          <a:xfrm>
            <a:off x="4288159" y="2653104"/>
            <a:ext cx="436241" cy="318696"/>
          </a:xfrm>
          <a:prstGeom prst="mathMultiply">
            <a:avLst/>
          </a:prstGeom>
          <a:solidFill>
            <a:srgbClr val="99000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3" name="Equals 12">
            <a:extLst>
              <a:ext uri="{FF2B5EF4-FFF2-40B4-BE49-F238E27FC236}">
                <a16:creationId xmlns:a16="http://schemas.microsoft.com/office/drawing/2014/main" id="{825E8E95-88AA-71ED-ABDE-D65B1C3C582E}"/>
              </a:ext>
            </a:extLst>
          </p:cNvPr>
          <p:cNvSpPr/>
          <p:nvPr/>
        </p:nvSpPr>
        <p:spPr bwMode="auto">
          <a:xfrm>
            <a:off x="6438900" y="2649388"/>
            <a:ext cx="381000" cy="294290"/>
          </a:xfrm>
          <a:prstGeom prst="mathEqual">
            <a:avLst/>
          </a:prstGeom>
          <a:solidFill>
            <a:srgbClr val="99000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264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1F5B05-629F-C836-F819-8D868420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61BB7EB-498A-2800-F314-F1BB2315D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Measuring risk (individual securities)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35DD0-287B-8499-4B54-214C3408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EA111-FFF2-BEAA-E7C1-A48E052BA15E}"/>
              </a:ext>
            </a:extLst>
          </p:cNvPr>
          <p:cNvSpPr txBox="1"/>
          <p:nvPr/>
        </p:nvSpPr>
        <p:spPr>
          <a:xfrm>
            <a:off x="228600" y="5410200"/>
            <a:ext cx="41312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6.3: Continuous probability distributions for Companies A and B</a:t>
            </a:r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DE5A93-09B3-AF50-05FD-23F08D146923}"/>
              </a:ext>
            </a:extLst>
          </p:cNvPr>
          <p:cNvSpPr txBox="1"/>
          <p:nvPr/>
        </p:nvSpPr>
        <p:spPr>
          <a:xfrm>
            <a:off x="152400" y="1103293"/>
            <a:ext cx="876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6.2: Discrete probability distributions for Companies A and B</a:t>
            </a:r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2718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AAC16C-AF19-0C3B-BCC8-71AA2E257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D1633F6-3613-5C5F-FFE6-08BA586528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Measuring risk (individual securities)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00A6136B-3A72-7345-B993-627027E7D3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153510"/>
            <a:ext cx="8655424" cy="5323490"/>
          </a:xfrm>
        </p:spPr>
        <p:txBody>
          <a:bodyPr/>
          <a:lstStyle/>
          <a:p>
            <a:pPr marL="358775" indent="-358775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Expected return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400" dirty="0">
                <a:latin typeface="+mj-lt"/>
              </a:rPr>
              <a:t>	</a:t>
            </a:r>
            <a:r>
              <a:rPr lang="en-US" sz="2400" dirty="0">
                <a:latin typeface="+mj-lt"/>
              </a:rPr>
              <a:t>		</a:t>
            </a:r>
            <a:r>
              <a:rPr lang="en-US" sz="2400" baseline="-25000" dirty="0">
                <a:latin typeface="+mj-lt"/>
              </a:rPr>
              <a:t>n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E(r)	=	</a:t>
            </a:r>
            <a:r>
              <a:rPr lang="el-GR" sz="2400" dirty="0">
                <a:latin typeface="+mj-lt"/>
              </a:rPr>
              <a:t>Σ</a:t>
            </a:r>
            <a:r>
              <a:rPr lang="en-US" sz="2400" dirty="0">
                <a:latin typeface="+mj-lt"/>
              </a:rPr>
              <a:t>(</a:t>
            </a:r>
            <a:r>
              <a:rPr lang="en-US" sz="2400" dirty="0" err="1">
                <a:latin typeface="+mj-lt"/>
              </a:rPr>
              <a:t>r</a:t>
            </a:r>
            <a:r>
              <a:rPr lang="en-US" sz="2400" baseline="-250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 x P</a:t>
            </a:r>
            <a:r>
              <a:rPr lang="en-US" sz="2400" baseline="-25000" dirty="0">
                <a:latin typeface="+mj-lt"/>
              </a:rPr>
              <a:t>i</a:t>
            </a:r>
            <a:r>
              <a:rPr lang="en-US" sz="2400" dirty="0">
                <a:latin typeface="+mj-lt"/>
              </a:rPr>
              <a:t>)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baseline="-25000" dirty="0">
                <a:latin typeface="+mj-lt"/>
              </a:rPr>
              <a:t>			</a:t>
            </a:r>
            <a:r>
              <a:rPr lang="en-US" sz="2400" baseline="30000" dirty="0" err="1">
                <a:latin typeface="+mj-lt"/>
              </a:rPr>
              <a:t>i</a:t>
            </a:r>
            <a:r>
              <a:rPr lang="en-US" sz="2400" baseline="30000" dirty="0">
                <a:latin typeface="+mj-lt"/>
              </a:rPr>
              <a:t>=1</a:t>
            </a:r>
          </a:p>
          <a:p>
            <a:pPr marL="354013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900" dirty="0"/>
          </a:p>
          <a:p>
            <a:pPr marL="354013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E(r)	expected return</a:t>
            </a:r>
          </a:p>
          <a:p>
            <a:pPr marL="354013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n	number of possible states</a:t>
            </a:r>
          </a:p>
          <a:p>
            <a:pPr marL="354013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R</a:t>
            </a:r>
            <a:r>
              <a:rPr lang="en-US" sz="2400" baseline="-25000" dirty="0"/>
              <a:t>i</a:t>
            </a:r>
            <a:r>
              <a:rPr lang="en-US" sz="2400" dirty="0"/>
              <a:t>	rate of return associated with </a:t>
            </a:r>
            <a:r>
              <a:rPr lang="en-US" sz="2400" dirty="0" err="1"/>
              <a:t>i’th</a:t>
            </a:r>
            <a:r>
              <a:rPr lang="en-US" sz="2400" dirty="0"/>
              <a:t> possible state</a:t>
            </a:r>
            <a:r>
              <a:rPr lang="en-US" sz="2400" kern="0" dirty="0"/>
              <a:t>	</a:t>
            </a:r>
          </a:p>
          <a:p>
            <a:pPr marL="354013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P</a:t>
            </a:r>
            <a:r>
              <a:rPr lang="en-US" sz="2400" baseline="-25000" dirty="0"/>
              <a:t>i</a:t>
            </a:r>
            <a:r>
              <a:rPr lang="en-US" sz="2400" dirty="0"/>
              <a:t>	probability of the </a:t>
            </a:r>
            <a:r>
              <a:rPr lang="en-US" sz="2400" dirty="0" err="1"/>
              <a:t>i’th</a:t>
            </a:r>
            <a:r>
              <a:rPr lang="en-US" sz="2400" dirty="0"/>
              <a:t> state </a:t>
            </a:r>
            <a:r>
              <a:rPr lang="en-US" sz="2400" dirty="0" err="1"/>
              <a:t>occuring</a:t>
            </a:r>
            <a:endParaRPr lang="en-US" sz="2400" kern="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1600" kern="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E(R</a:t>
            </a:r>
            <a:r>
              <a:rPr lang="en-US" sz="2400" baseline="-25000" dirty="0"/>
              <a:t>A</a:t>
            </a:r>
            <a:r>
              <a:rPr lang="en-US" sz="2400" kern="0" dirty="0"/>
              <a:t>)	=	(0.3 x 30) + (0.4 x 15) + (0.3 x </a:t>
            </a:r>
            <a:r>
              <a:rPr lang="en-US" sz="2400" kern="0" dirty="0">
                <a:solidFill>
                  <a:srgbClr val="C00000"/>
                </a:solidFill>
              </a:rPr>
              <a:t>-10</a:t>
            </a:r>
            <a:r>
              <a:rPr lang="en-US" sz="2400" kern="0" dirty="0"/>
              <a:t>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=	12.00%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E(R</a:t>
            </a:r>
            <a:r>
              <a:rPr lang="en-US" sz="2400" baseline="-25000" dirty="0"/>
              <a:t>B</a:t>
            </a:r>
            <a:r>
              <a:rPr lang="en-US" sz="2400" kern="0" dirty="0"/>
              <a:t>)	=	(0.3 x 12) + (0.4 x 10) + (0.3 x 8)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=	10.00%</a:t>
            </a:r>
          </a:p>
          <a:p>
            <a:pPr marL="354013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CDE182-71C9-6570-D9CF-F48778F1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3665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4F1057-DDBA-D630-5297-9EEAE9AE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2F58D9C-6E1E-2717-9B17-C662080A7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Measuring risk (individual securities)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BADC69C-145D-5568-E6F0-FC117E6814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153510"/>
            <a:ext cx="8655424" cy="5323490"/>
          </a:xfrm>
        </p:spPr>
        <p:txBody>
          <a:bodyPr/>
          <a:lstStyle/>
          <a:p>
            <a:pPr marL="358775" indent="-35877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Standard deviation</a:t>
            </a:r>
          </a:p>
          <a:p>
            <a:pPr marL="715963" indent="-35877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Variability of returns</a:t>
            </a:r>
          </a:p>
          <a:p>
            <a:pPr marL="715963" indent="-35877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Measures total risk</a:t>
            </a:r>
          </a:p>
          <a:p>
            <a:pPr marL="715963" indent="-35877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The </a:t>
            </a:r>
            <a:r>
              <a:rPr lang="en-US" sz="2400" dirty="0"/>
              <a:t>smaller the σ, the lower the total risk associated with investment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Variance	</a:t>
            </a:r>
            <a:r>
              <a:rPr lang="en-US" sz="2400" baseline="-25000" dirty="0">
                <a:latin typeface="+mj-lt"/>
              </a:rPr>
              <a:t>n		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l-GR" sz="2400" dirty="0">
                <a:latin typeface="+mj-lt"/>
              </a:rPr>
              <a:t>σ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	=	</a:t>
            </a:r>
            <a:r>
              <a:rPr lang="el-GR" sz="2400" dirty="0">
                <a:latin typeface="+mj-lt"/>
              </a:rPr>
              <a:t>Σ</a:t>
            </a:r>
            <a:r>
              <a:rPr lang="en-US" sz="2400" dirty="0">
                <a:latin typeface="+mj-lt"/>
              </a:rPr>
              <a:t>(</a:t>
            </a:r>
            <a:r>
              <a:rPr lang="en-US" sz="2400" dirty="0" err="1">
                <a:latin typeface="+mj-lt"/>
              </a:rPr>
              <a:t>r</a:t>
            </a:r>
            <a:r>
              <a:rPr lang="en-US" sz="2400" baseline="-25000" dirty="0" err="1">
                <a:latin typeface="+mj-lt"/>
              </a:rPr>
              <a:t>i</a:t>
            </a:r>
            <a:r>
              <a:rPr lang="en-US" sz="2400" dirty="0">
                <a:latin typeface="+mj-lt"/>
              </a:rPr>
              <a:t> - r)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x P</a:t>
            </a:r>
            <a:r>
              <a:rPr lang="en-US" sz="2400" baseline="-25000" dirty="0">
                <a:latin typeface="+mj-lt"/>
              </a:rPr>
              <a:t>i</a:t>
            </a:r>
            <a:r>
              <a:rPr lang="en-US" sz="2400" dirty="0">
                <a:latin typeface="+mj-lt"/>
              </a:rPr>
              <a:t>)</a:t>
            </a:r>
            <a:endParaRPr lang="en-US" sz="2400" baseline="300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baseline="-25000" dirty="0">
                <a:latin typeface="+mj-lt"/>
              </a:rPr>
              <a:t>			</a:t>
            </a:r>
            <a:r>
              <a:rPr lang="en-US" sz="2400" baseline="30000" dirty="0" err="1">
                <a:latin typeface="+mj-lt"/>
              </a:rPr>
              <a:t>i</a:t>
            </a:r>
            <a:r>
              <a:rPr lang="en-US" sz="2400" baseline="30000" dirty="0">
                <a:latin typeface="+mj-lt"/>
              </a:rPr>
              <a:t>=1</a:t>
            </a:r>
          </a:p>
          <a:p>
            <a:pPr marL="715963" indent="-7159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dirty="0">
                <a:latin typeface="+mj-lt"/>
              </a:rPr>
              <a:t>	Standard deviation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dirty="0">
                <a:latin typeface="+mj-lt"/>
              </a:rPr>
              <a:t>			</a:t>
            </a:r>
            <a:r>
              <a:rPr lang="en-US" sz="2400" baseline="-25000" dirty="0">
                <a:latin typeface="+mj-lt"/>
              </a:rPr>
              <a:t>n		</a:t>
            </a:r>
            <a:r>
              <a:rPr lang="en-US" sz="2400" baseline="30000" dirty="0">
                <a:latin typeface="+mj-lt"/>
              </a:rPr>
              <a:t> </a:t>
            </a:r>
            <a:r>
              <a:rPr lang="en-US" sz="2400" baseline="-25000" dirty="0">
                <a:latin typeface="+mj-lt"/>
              </a:rPr>
              <a:t>½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l-GR" sz="2400" dirty="0">
                <a:latin typeface="+mj-lt"/>
              </a:rPr>
              <a:t>σ</a:t>
            </a:r>
            <a:r>
              <a:rPr lang="en-US" sz="2400" dirty="0">
                <a:latin typeface="+mj-lt"/>
              </a:rPr>
              <a:t>	=	</a:t>
            </a:r>
            <a:r>
              <a:rPr lang="el-GR" sz="2400" dirty="0">
                <a:latin typeface="+mj-lt"/>
              </a:rPr>
              <a:t>Σ</a:t>
            </a:r>
            <a:r>
              <a:rPr lang="en-US" sz="2400" dirty="0">
                <a:latin typeface="+mj-lt"/>
              </a:rPr>
              <a:t>(</a:t>
            </a:r>
            <a:r>
              <a:rPr lang="en-US" sz="2400" dirty="0" err="1">
                <a:latin typeface="+mj-lt"/>
              </a:rPr>
              <a:t>r</a:t>
            </a:r>
            <a:r>
              <a:rPr lang="en-US" sz="2400" baseline="-25000" dirty="0" err="1">
                <a:latin typeface="+mj-lt"/>
              </a:rPr>
              <a:t>i</a:t>
            </a:r>
            <a:r>
              <a:rPr lang="en-US" sz="2400">
                <a:latin typeface="+mj-lt"/>
              </a:rPr>
              <a:t> - </a:t>
            </a:r>
            <a:r>
              <a:rPr lang="en-US" sz="2400" dirty="0">
                <a:latin typeface="+mj-lt"/>
              </a:rPr>
              <a:t>r)</a:t>
            </a:r>
            <a:r>
              <a:rPr lang="en-US" sz="2400" baseline="30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x P</a:t>
            </a:r>
            <a:r>
              <a:rPr lang="en-US" sz="2400" baseline="-25000" dirty="0">
                <a:latin typeface="+mj-lt"/>
              </a:rPr>
              <a:t>i</a:t>
            </a:r>
            <a:r>
              <a:rPr lang="en-US" sz="2400" dirty="0">
                <a:latin typeface="+mj-lt"/>
              </a:rPr>
              <a:t>)</a:t>
            </a:r>
            <a:endParaRPr lang="en-US" sz="2400" baseline="300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baseline="-25000" dirty="0">
                <a:latin typeface="+mj-lt"/>
              </a:rPr>
              <a:t>			</a:t>
            </a:r>
            <a:r>
              <a:rPr lang="en-US" sz="2400" baseline="30000" dirty="0" err="1">
                <a:latin typeface="+mj-lt"/>
              </a:rPr>
              <a:t>i</a:t>
            </a:r>
            <a:r>
              <a:rPr lang="en-US" sz="2400" baseline="30000" dirty="0">
                <a:latin typeface="+mj-lt"/>
              </a:rPr>
              <a:t>=1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D455B5-AA2E-8293-2E8F-1D8FFEF8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5C174221-243D-E8B3-86BC-25F874B09984}"/>
              </a:ext>
            </a:extLst>
          </p:cNvPr>
          <p:cNvSpPr/>
          <p:nvPr/>
        </p:nvSpPr>
        <p:spPr bwMode="auto">
          <a:xfrm>
            <a:off x="3048000" y="5082747"/>
            <a:ext cx="152400" cy="914400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5672687D-7A66-4F30-C737-E482BB6102A5}"/>
              </a:ext>
            </a:extLst>
          </p:cNvPr>
          <p:cNvSpPr/>
          <p:nvPr/>
        </p:nvSpPr>
        <p:spPr bwMode="auto">
          <a:xfrm rot="10800000">
            <a:off x="4800600" y="5082747"/>
            <a:ext cx="152400" cy="914400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1D5C96-569A-8947-1C68-F056DD3EBB57}"/>
              </a:ext>
            </a:extLst>
          </p:cNvPr>
          <p:cNvCxnSpPr/>
          <p:nvPr/>
        </p:nvCxnSpPr>
        <p:spPr bwMode="auto">
          <a:xfrm>
            <a:off x="3810000" y="38862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B5C972-F8C8-E506-0AC0-ADE0530E0C42}"/>
              </a:ext>
            </a:extLst>
          </p:cNvPr>
          <p:cNvCxnSpPr/>
          <p:nvPr/>
        </p:nvCxnSpPr>
        <p:spPr bwMode="auto">
          <a:xfrm>
            <a:off x="3810000" y="54102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792221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CE6172-D76C-A214-AF5E-0943361E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BEF1A50-3B98-D616-8148-249CF98BC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Measuring risk (individual securities)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239E76-5A78-F81C-2668-BBDA3D8B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24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816BEB-1458-68F2-2D0E-390EB3BBE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584433"/>
              </p:ext>
            </p:extLst>
          </p:nvPr>
        </p:nvGraphicFramePr>
        <p:xfrm>
          <a:off x="76200" y="1295400"/>
          <a:ext cx="8999998" cy="550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714">
                  <a:extLst>
                    <a:ext uri="{9D8B030D-6E8A-4147-A177-3AD203B41FA5}">
                      <a16:colId xmlns:a16="http://schemas.microsoft.com/office/drawing/2014/main" val="4002176280"/>
                    </a:ext>
                  </a:extLst>
                </a:gridCol>
                <a:gridCol w="1285714">
                  <a:extLst>
                    <a:ext uri="{9D8B030D-6E8A-4147-A177-3AD203B41FA5}">
                      <a16:colId xmlns:a16="http://schemas.microsoft.com/office/drawing/2014/main" val="1533843735"/>
                    </a:ext>
                  </a:extLst>
                </a:gridCol>
                <a:gridCol w="1285714">
                  <a:extLst>
                    <a:ext uri="{9D8B030D-6E8A-4147-A177-3AD203B41FA5}">
                      <a16:colId xmlns:a16="http://schemas.microsoft.com/office/drawing/2014/main" val="1031032987"/>
                    </a:ext>
                  </a:extLst>
                </a:gridCol>
                <a:gridCol w="1285714">
                  <a:extLst>
                    <a:ext uri="{9D8B030D-6E8A-4147-A177-3AD203B41FA5}">
                      <a16:colId xmlns:a16="http://schemas.microsoft.com/office/drawing/2014/main" val="3122249751"/>
                    </a:ext>
                  </a:extLst>
                </a:gridCol>
                <a:gridCol w="1285714">
                  <a:extLst>
                    <a:ext uri="{9D8B030D-6E8A-4147-A177-3AD203B41FA5}">
                      <a16:colId xmlns:a16="http://schemas.microsoft.com/office/drawing/2014/main" val="2638714719"/>
                    </a:ext>
                  </a:extLst>
                </a:gridCol>
                <a:gridCol w="1285714">
                  <a:extLst>
                    <a:ext uri="{9D8B030D-6E8A-4147-A177-3AD203B41FA5}">
                      <a16:colId xmlns:a16="http://schemas.microsoft.com/office/drawing/2014/main" val="3377286071"/>
                    </a:ext>
                  </a:extLst>
                </a:gridCol>
                <a:gridCol w="1285714">
                  <a:extLst>
                    <a:ext uri="{9D8B030D-6E8A-4147-A177-3AD203B41FA5}">
                      <a16:colId xmlns:a16="http://schemas.microsoft.com/office/drawing/2014/main" val="850686597"/>
                    </a:ext>
                  </a:extLst>
                </a:gridCol>
              </a:tblGrid>
              <a:tr h="59271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State of economy</a:t>
                      </a:r>
                      <a:endParaRPr lang="en-ZA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Prob of state</a:t>
                      </a:r>
                      <a:endParaRPr lang="en-ZA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r</a:t>
                      </a:r>
                      <a:r>
                        <a:rPr lang="en-US" sz="1600" baseline="-25000" dirty="0" err="1"/>
                        <a:t>i</a:t>
                      </a:r>
                      <a:endParaRPr lang="en-ZA" sz="1600" baseline="-25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</a:t>
                      </a:r>
                    </a:p>
                    <a:p>
                      <a:pPr algn="ctr"/>
                      <a:r>
                        <a:rPr lang="en-US" sz="1600"/>
                        <a:t>Slide 20</a:t>
                      </a:r>
                      <a:endParaRPr lang="en-ZA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r</a:t>
                      </a:r>
                      <a:r>
                        <a:rPr lang="en-US" sz="1600" baseline="-25000" dirty="0" err="1"/>
                        <a:t>i</a:t>
                      </a:r>
                      <a:r>
                        <a:rPr lang="en-ZA" sz="1600" dirty="0"/>
                        <a:t> – </a:t>
                      </a:r>
                      <a:r>
                        <a:rPr lang="en-US" sz="1600" dirty="0"/>
                        <a:t>r</a:t>
                      </a:r>
                      <a:endParaRPr lang="en-ZA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r</a:t>
                      </a:r>
                      <a:r>
                        <a:rPr lang="en-US" sz="1600" baseline="-25000" dirty="0" err="1"/>
                        <a:t>i</a:t>
                      </a:r>
                      <a:r>
                        <a:rPr lang="en-ZA" sz="1600" dirty="0"/>
                        <a:t> – r)</a:t>
                      </a:r>
                      <a:r>
                        <a:rPr lang="en-ZA" sz="1600" baseline="30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r</a:t>
                      </a:r>
                      <a:r>
                        <a:rPr lang="en-US" sz="1600" baseline="-25000" dirty="0" err="1"/>
                        <a:t>i</a:t>
                      </a:r>
                      <a:r>
                        <a:rPr lang="en-ZA" sz="1600" dirty="0"/>
                        <a:t> – </a:t>
                      </a:r>
                      <a:r>
                        <a:rPr lang="en-US" sz="1600" dirty="0"/>
                        <a:t>r</a:t>
                      </a:r>
                      <a:r>
                        <a:rPr lang="en-ZA" sz="1600" dirty="0"/>
                        <a:t>)</a:t>
                      </a:r>
                      <a:r>
                        <a:rPr lang="en-ZA" sz="1600" baseline="30000" dirty="0"/>
                        <a:t>2</a:t>
                      </a:r>
                    </a:p>
                    <a:p>
                      <a:pPr algn="ctr"/>
                      <a:r>
                        <a:rPr lang="en-ZA" sz="1600" dirty="0"/>
                        <a:t>x P</a:t>
                      </a:r>
                      <a:r>
                        <a:rPr lang="en-ZA" sz="1600" baseline="-25000" dirty="0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771882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326874"/>
                  </a:ext>
                </a:extLst>
              </a:tr>
              <a:tr h="378099">
                <a:tc gridSpan="7">
                  <a:txBody>
                    <a:bodyPr/>
                    <a:lstStyle/>
                    <a:p>
                      <a:r>
                        <a:rPr lang="en-US" sz="1600" dirty="0"/>
                        <a:t>Company A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505616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r>
                        <a:rPr lang="en-US" sz="1600" dirty="0"/>
                        <a:t>Boom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0.30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324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97.20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78827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r>
                        <a:rPr lang="en-US" sz="1600" dirty="0"/>
                        <a:t>Normal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0.40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3.60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63148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r>
                        <a:rPr lang="en-US" sz="1600" dirty="0"/>
                        <a:t>Recession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-22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484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145.20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252338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/>
                        <a:t>σ</a:t>
                      </a:r>
                      <a:r>
                        <a:rPr lang="en-US" sz="1600" baseline="30000" dirty="0"/>
                        <a:t>2</a:t>
                      </a:r>
                      <a:endParaRPr lang="en-ZA" sz="1600" baseline="30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246.00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05367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/>
                        <a:t>σ</a:t>
                      </a:r>
                      <a:endParaRPr lang="en-ZA" sz="1600" b="1" baseline="30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15.68%</a:t>
                      </a:r>
                      <a:endParaRPr lang="en-ZA" sz="16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4268"/>
                  </a:ext>
                </a:extLst>
              </a:tr>
              <a:tr h="378099">
                <a:tc gridSpan="7">
                  <a:txBody>
                    <a:bodyPr/>
                    <a:lstStyle/>
                    <a:p>
                      <a:pPr algn="l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Company B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8493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r>
                        <a:rPr lang="en-US" sz="1600" dirty="0"/>
                        <a:t>Boom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1.20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98151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r>
                        <a:rPr lang="en-US" sz="1600" dirty="0"/>
                        <a:t>Normal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866145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r>
                        <a:rPr lang="en-US" sz="1600" dirty="0"/>
                        <a:t>Recession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-2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1.20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684476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dirty="0"/>
                        <a:t>σ</a:t>
                      </a:r>
                      <a:r>
                        <a:rPr lang="en-US" sz="1600" baseline="30000" dirty="0"/>
                        <a:t>2</a:t>
                      </a:r>
                      <a:endParaRPr lang="en-ZA" sz="1600" baseline="30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2.40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356397"/>
                  </a:ext>
                </a:extLst>
              </a:tr>
              <a:tr h="378099">
                <a:tc>
                  <a:txBody>
                    <a:bodyPr/>
                    <a:lstStyle/>
                    <a:p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600" b="1" dirty="0"/>
                        <a:t>σ</a:t>
                      </a:r>
                      <a:endParaRPr lang="en-ZA" sz="1600" b="1" baseline="30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1.55%</a:t>
                      </a:r>
                      <a:endParaRPr lang="en-ZA" sz="16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296312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ADE3CD-39B8-7D1F-D6FA-45D8EA8BC99A}"/>
              </a:ext>
            </a:extLst>
          </p:cNvPr>
          <p:cNvCxnSpPr/>
          <p:nvPr/>
        </p:nvCxnSpPr>
        <p:spPr bwMode="auto">
          <a:xfrm>
            <a:off x="5943600" y="15240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EBD3D4-CC79-664D-9551-611A4DC75CF6}"/>
              </a:ext>
            </a:extLst>
          </p:cNvPr>
          <p:cNvCxnSpPr/>
          <p:nvPr/>
        </p:nvCxnSpPr>
        <p:spPr bwMode="auto">
          <a:xfrm>
            <a:off x="4457700" y="13716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B3E972-19D9-FB44-3ABE-39066C8C6EB8}"/>
              </a:ext>
            </a:extLst>
          </p:cNvPr>
          <p:cNvCxnSpPr/>
          <p:nvPr/>
        </p:nvCxnSpPr>
        <p:spPr bwMode="auto">
          <a:xfrm>
            <a:off x="8458200" y="1353065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9676D6-8649-9D43-283E-6997272B8C93}"/>
              </a:ext>
            </a:extLst>
          </p:cNvPr>
          <p:cNvCxnSpPr/>
          <p:nvPr/>
        </p:nvCxnSpPr>
        <p:spPr bwMode="auto">
          <a:xfrm>
            <a:off x="7162800" y="15240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993786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02B40C-30D1-1637-94A2-94FD366A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E5F12DD-A4AA-B639-1ED4-8898DA665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Measuring risk (individual securities)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046BFB-9B61-6A9E-B56F-88D5A7E8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2A83C4-853B-0C07-09A9-24E4FA0F1266}"/>
              </a:ext>
            </a:extLst>
          </p:cNvPr>
          <p:cNvSpPr txBox="1"/>
          <p:nvPr/>
        </p:nvSpPr>
        <p:spPr>
          <a:xfrm>
            <a:off x="228600" y="107698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6.4: A normal probability distribution</a:t>
            </a:r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0276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AD25F7-C0F6-4792-6581-A68D263D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537EB5E-A75C-68E7-1C2C-5D8D41A16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Measuring risk (individual securities)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3B4C4471-ED29-E71F-BB8B-247722856F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153510"/>
            <a:ext cx="8655424" cy="5323490"/>
          </a:xfrm>
        </p:spPr>
        <p:txBody>
          <a:bodyPr/>
          <a:lstStyle/>
          <a:p>
            <a:pPr algn="just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Interpretation: </a:t>
            </a:r>
          </a:p>
          <a:p>
            <a:pPr marL="715963" lvl="1" indent="-357188" algn="just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On average we expect a return of </a:t>
            </a:r>
            <a:r>
              <a:rPr lang="en-US" sz="2400" b="1" dirty="0">
                <a:solidFill>
                  <a:schemeClr val="accent2"/>
                </a:solidFill>
              </a:rPr>
              <a:t>12.00%</a:t>
            </a:r>
            <a:r>
              <a:rPr lang="en-US" sz="2400" dirty="0"/>
              <a:t> on </a:t>
            </a:r>
            <a:r>
              <a:rPr lang="en-US" sz="2400" b="1" dirty="0">
                <a:solidFill>
                  <a:schemeClr val="accent2"/>
                </a:solidFill>
              </a:rPr>
              <a:t>Company A</a:t>
            </a:r>
            <a:r>
              <a:rPr lang="en-US" sz="2400" dirty="0"/>
              <a:t>, but there is a 2/3 chance of the return being within one standard deviation i.e. the return could be </a:t>
            </a:r>
            <a:r>
              <a:rPr lang="en-US" sz="2400" b="1" dirty="0">
                <a:solidFill>
                  <a:schemeClr val="accent2"/>
                </a:solidFill>
              </a:rPr>
              <a:t>15.68%</a:t>
            </a:r>
            <a:r>
              <a:rPr lang="en-US" sz="2400" dirty="0"/>
              <a:t> higher or lower </a:t>
            </a:r>
          </a:p>
          <a:p>
            <a:pPr marL="1074738" lvl="2" indent="-358775" algn="just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It could be as low as -35.02% or as high as 59.03%</a:t>
            </a:r>
          </a:p>
          <a:p>
            <a:pPr lvl="2" algn="just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dirty="0"/>
          </a:p>
          <a:p>
            <a:pPr marL="715963" lvl="1" indent="-357188" algn="just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On average we expect a return of </a:t>
            </a:r>
            <a:r>
              <a:rPr lang="en-US" sz="2400" b="1" dirty="0">
                <a:solidFill>
                  <a:srgbClr val="CC3300"/>
                </a:solidFill>
              </a:rPr>
              <a:t>10.00%</a:t>
            </a:r>
            <a:r>
              <a:rPr lang="en-US" sz="2400" dirty="0"/>
              <a:t> on </a:t>
            </a:r>
            <a:r>
              <a:rPr lang="en-US" sz="2400" b="1" dirty="0">
                <a:solidFill>
                  <a:srgbClr val="CC3300"/>
                </a:solidFill>
              </a:rPr>
              <a:t>Company B</a:t>
            </a:r>
            <a:r>
              <a:rPr lang="en-US" sz="2400" dirty="0"/>
              <a:t>, but there is a 2/3 chance of the return being within one standard deviation i.e. the return could be </a:t>
            </a:r>
            <a:r>
              <a:rPr lang="en-US" sz="2400" b="1" dirty="0">
                <a:solidFill>
                  <a:srgbClr val="CC3300"/>
                </a:solidFill>
              </a:rPr>
              <a:t>1.55%</a:t>
            </a:r>
            <a:r>
              <a:rPr lang="en-US" sz="2400" dirty="0"/>
              <a:t> higher or lower</a:t>
            </a:r>
          </a:p>
          <a:p>
            <a:pPr marL="1074738" lvl="2" indent="-358775" algn="just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It could be as low as 5.45% or as high as 14.65%</a:t>
            </a: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F6CF8-21A6-7FAB-276A-FFF6A149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26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9707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ADE315-0790-9568-DC61-CC64E334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9BCFA4D-C590-63C8-1501-83A530B9C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Measuring risk (individual securities)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EF133F9-1498-371D-94B0-9CDA5A96CA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153510"/>
            <a:ext cx="8655424" cy="5323490"/>
          </a:xfrm>
        </p:spPr>
        <p:txBody>
          <a:bodyPr/>
          <a:lstStyle/>
          <a:p>
            <a:pPr marL="358775" indent="-35877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Coefficient of variation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Calculated as standard deviation divided by expected return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Useful where investments differ in risk and expected returns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Company A	=	15.68 / 12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			=	</a:t>
            </a:r>
            <a:r>
              <a:rPr lang="en-US" sz="2400" dirty="0">
                <a:solidFill>
                  <a:srgbClr val="C00000"/>
                </a:solidFill>
              </a:rPr>
              <a:t>1.31</a:t>
            </a:r>
            <a:endParaRPr lang="en-US" sz="1600" dirty="0">
              <a:solidFill>
                <a:srgbClr val="C00000"/>
              </a:solidFill>
            </a:endParaRP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Company B	=	1.55 / 10</a:t>
            </a:r>
          </a:p>
          <a:p>
            <a:pPr marL="373063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		=	</a:t>
            </a:r>
            <a:r>
              <a:rPr lang="en-US" sz="2400" dirty="0">
                <a:solidFill>
                  <a:srgbClr val="009900"/>
                </a:solidFill>
              </a:rPr>
              <a:t>0.16</a:t>
            </a:r>
            <a:endParaRPr lang="en-US" sz="2000" dirty="0">
              <a:solidFill>
                <a:srgbClr val="009900"/>
              </a:solidFill>
            </a:endParaRPr>
          </a:p>
          <a:p>
            <a:pPr marL="358775" indent="-35877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For every 1% of return, Company 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9900"/>
                </a:solidFill>
              </a:rPr>
              <a:t>B</a:t>
            </a:r>
            <a:r>
              <a:rPr lang="en-US" sz="2400" dirty="0"/>
              <a:t>) has </a:t>
            </a:r>
            <a:r>
              <a:rPr lang="en-US" sz="2400" dirty="0">
                <a:solidFill>
                  <a:srgbClr val="C00000"/>
                </a:solidFill>
              </a:rPr>
              <a:t>1.31%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9900"/>
                </a:solidFill>
              </a:rPr>
              <a:t>0.16%</a:t>
            </a:r>
            <a:r>
              <a:rPr lang="en-US" sz="2400" dirty="0"/>
              <a:t>) of total risk</a:t>
            </a:r>
          </a:p>
          <a:p>
            <a:pPr marL="715963" indent="-35877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F72A5D-4463-95D8-C8DB-4F176E0A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27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7A89C2-D9BA-6A17-C530-F6E250BF0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915" y="3200400"/>
            <a:ext cx="7324370" cy="7858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5496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6 part 1</a:t>
            </a:r>
          </a:p>
          <a:p>
            <a:pPr marL="79692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79692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 relating to the content already covered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Read through Chapter 6 part 2</a:t>
            </a:r>
            <a:r>
              <a:rPr lang="en-US" sz="2800" kern="0" dirty="0">
                <a:solidFill>
                  <a:prstClr val="black"/>
                </a:solidFill>
                <a:latin typeface="Tahoma"/>
                <a:ea typeface="ＭＳ Ｐゴシック"/>
              </a:rPr>
              <a:t> and download/print the slides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Individual tutorial A – opens </a:t>
            </a:r>
            <a:r>
              <a:rPr lang="en-US" sz="2800" kern="0" dirty="0">
                <a:solidFill>
                  <a:prstClr val="black"/>
                </a:solidFill>
                <a:latin typeface="Tahoma"/>
                <a:ea typeface="ＭＳ Ｐゴシック"/>
              </a:rPr>
              <a:t>4 March 2026 (today);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due date 11 March 2026 at 20:00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None/>
              <a:defRPr/>
            </a:pPr>
            <a:endParaRPr lang="en-US" sz="1000" kern="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5582</TotalTime>
  <Words>2073</Words>
  <Application>Microsoft Office PowerPoint</Application>
  <PresentationFormat>On-screen Show (4:3)</PresentationFormat>
  <Paragraphs>362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ＭＳ Ｐゴシック</vt:lpstr>
      <vt:lpstr>Arial</vt:lpstr>
      <vt:lpstr>Symbol</vt:lpstr>
      <vt:lpstr>Tahoma</vt:lpstr>
      <vt:lpstr>Times</vt:lpstr>
      <vt:lpstr>Wingdings</vt:lpstr>
      <vt:lpstr>Wingdings 2</vt:lpstr>
      <vt:lpstr>Blank Presentation</vt:lpstr>
      <vt:lpstr>1_Blank Presentation</vt:lpstr>
      <vt:lpstr>PowerPoint Presentation</vt:lpstr>
      <vt:lpstr>Learning outcomes: Chapter 6</vt:lpstr>
      <vt:lpstr>Introduction</vt:lpstr>
      <vt:lpstr>Introduction (cont.)</vt:lpstr>
      <vt:lpstr>Return</vt:lpstr>
      <vt:lpstr>Return (cont.)</vt:lpstr>
      <vt:lpstr>Return (cont.)</vt:lpstr>
      <vt:lpstr>Return (cont.)</vt:lpstr>
      <vt:lpstr>Return (cont.)</vt:lpstr>
      <vt:lpstr>Return (cont.)</vt:lpstr>
      <vt:lpstr>Risk</vt:lpstr>
      <vt:lpstr>PowerPoint Presentation</vt:lpstr>
      <vt:lpstr>Sources of risk</vt:lpstr>
      <vt:lpstr>Sources of risk (cont.)</vt:lpstr>
      <vt:lpstr>Sources of risk (cont.)</vt:lpstr>
      <vt:lpstr>Sources of risk (cont.)</vt:lpstr>
      <vt:lpstr>Sources of risk (cont.)</vt:lpstr>
      <vt:lpstr>Sources of risk (cont.)</vt:lpstr>
      <vt:lpstr>Sources of risk (cont.)</vt:lpstr>
      <vt:lpstr>Measuring risk (individual securities)</vt:lpstr>
      <vt:lpstr>Measuring risk (individual securities) (cont.)</vt:lpstr>
      <vt:lpstr>Measuring risk (individual securities) (cont.)</vt:lpstr>
      <vt:lpstr>Measuring risk (individual securities) (cont.)</vt:lpstr>
      <vt:lpstr>Measuring risk (individual securities) (cont.)</vt:lpstr>
      <vt:lpstr>Measuring risk (individual securities) (cont.)</vt:lpstr>
      <vt:lpstr>Measuring risk (individual securities) (cont.)</vt:lpstr>
      <vt:lpstr>Measuring risk (individual securities) (cont.)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Reviewer</cp:lastModifiedBy>
  <cp:revision>612</cp:revision>
  <cp:lastPrinted>2024-02-16T14:16:15Z</cp:lastPrinted>
  <dcterms:created xsi:type="dcterms:W3CDTF">2010-03-21T13:43:06Z</dcterms:created>
  <dcterms:modified xsi:type="dcterms:W3CDTF">2026-02-20T07:17:45Z</dcterms:modified>
</cp:coreProperties>
</file>