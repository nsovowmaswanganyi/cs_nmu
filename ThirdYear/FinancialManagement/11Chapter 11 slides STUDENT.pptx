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7.xml" ContentType="application/vnd.openxmlformats-officedocument.presentationml.tags+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0.xml" ContentType="application/vnd.openxmlformats-officedocument.presentationml.tags+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notesSlides/notesSlide3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32.xml" ContentType="application/vnd.openxmlformats-officedocument.presentationml.tags+xml"/>
  <Override PartName="/ppt/notesSlides/notesSlide3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33.xml" ContentType="application/vnd.openxmlformats-officedocument.presentationml.tags+xml"/>
  <Override PartName="/ppt/notesSlides/notesSlide3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34.xml" ContentType="application/vnd.openxmlformats-officedocument.presentationml.tags+xml"/>
  <Override PartName="/ppt/notesSlides/notesSlide3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ags/tag35.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48" r:id="rId1"/>
    <p:sldMasterId id="2147483664" r:id="rId2"/>
  </p:sldMasterIdLst>
  <p:notesMasterIdLst>
    <p:notesMasterId r:id="rId40"/>
  </p:notesMasterIdLst>
  <p:handoutMasterIdLst>
    <p:handoutMasterId r:id="rId41"/>
  </p:handoutMasterIdLst>
  <p:sldIdLst>
    <p:sldId id="283" r:id="rId3"/>
    <p:sldId id="291" r:id="rId4"/>
    <p:sldId id="259" r:id="rId5"/>
    <p:sldId id="367" r:id="rId6"/>
    <p:sldId id="556" r:id="rId7"/>
    <p:sldId id="498" r:id="rId8"/>
    <p:sldId id="557" r:id="rId9"/>
    <p:sldId id="558" r:id="rId10"/>
    <p:sldId id="522" r:id="rId11"/>
    <p:sldId id="523" r:id="rId12"/>
    <p:sldId id="525" r:id="rId13"/>
    <p:sldId id="559" r:id="rId14"/>
    <p:sldId id="542" r:id="rId15"/>
    <p:sldId id="560" r:id="rId16"/>
    <p:sldId id="543" r:id="rId17"/>
    <p:sldId id="544" r:id="rId18"/>
    <p:sldId id="545" r:id="rId19"/>
    <p:sldId id="546" r:id="rId20"/>
    <p:sldId id="547" r:id="rId21"/>
    <p:sldId id="561" r:id="rId22"/>
    <p:sldId id="562" r:id="rId23"/>
    <p:sldId id="563" r:id="rId24"/>
    <p:sldId id="521" r:id="rId25"/>
    <p:sldId id="555" r:id="rId26"/>
    <p:sldId id="564" r:id="rId27"/>
    <p:sldId id="526" r:id="rId28"/>
    <p:sldId id="527" r:id="rId29"/>
    <p:sldId id="528" r:id="rId30"/>
    <p:sldId id="529" r:id="rId31"/>
    <p:sldId id="548" r:id="rId32"/>
    <p:sldId id="549" r:id="rId33"/>
    <p:sldId id="530" r:id="rId34"/>
    <p:sldId id="552" r:id="rId35"/>
    <p:sldId id="553" r:id="rId36"/>
    <p:sldId id="554" r:id="rId37"/>
    <p:sldId id="500" r:id="rId38"/>
    <p:sldId id="335" r:id="rId39"/>
  </p:sldIdLst>
  <p:sldSz cx="9144000" cy="6858000" type="screen4x3"/>
  <p:notesSz cx="6794500" cy="9931400"/>
  <p:custDataLst>
    <p:tags r:id="rId42"/>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33CCCC"/>
    <a:srgbClr val="FF00FF"/>
    <a:srgbClr val="990000"/>
    <a:srgbClr val="3BFF9D"/>
    <a:srgbClr val="FFFFCC"/>
    <a:srgbClr val="FFFF66"/>
    <a:srgbClr val="D63A17"/>
    <a:srgbClr val="ADB3BF"/>
    <a:srgbClr val="D692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2593" autoAdjust="0"/>
    <p:restoredTop sz="94660"/>
  </p:normalViewPr>
  <p:slideViewPr>
    <p:cSldViewPr showGuides="1">
      <p:cViewPr varScale="1">
        <p:scale>
          <a:sx n="62" d="100"/>
          <a:sy n="62" d="100"/>
        </p:scale>
        <p:origin x="90" y="54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34DB80-7182-4B0A-B55D-1D82F1B8987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74515737-62E4-45D0-9671-472EA83ABD84}">
      <dgm:prSet phldrT="[Text]"/>
      <dgm:spPr/>
      <dgm:t>
        <a:bodyPr/>
        <a:lstStyle/>
        <a:p>
          <a:r>
            <a:rPr lang="en-US" dirty="0"/>
            <a:t>Inventory classification</a:t>
          </a:r>
          <a:endParaRPr lang="en-ZA" dirty="0"/>
        </a:p>
      </dgm:t>
    </dgm:pt>
    <dgm:pt modelId="{C287FBA3-8638-4B4F-98B0-86C11C60B5D6}" type="parTrans" cxnId="{3451C7E5-BBDD-4CAF-A305-01BBA11AFCEA}">
      <dgm:prSet/>
      <dgm:spPr/>
      <dgm:t>
        <a:bodyPr/>
        <a:lstStyle/>
        <a:p>
          <a:endParaRPr lang="en-ZA"/>
        </a:p>
      </dgm:t>
    </dgm:pt>
    <dgm:pt modelId="{3D09EA33-55F8-4AA5-BF1F-A375D60A08CA}" type="sibTrans" cxnId="{3451C7E5-BBDD-4CAF-A305-01BBA11AFCEA}">
      <dgm:prSet/>
      <dgm:spPr/>
      <dgm:t>
        <a:bodyPr/>
        <a:lstStyle/>
        <a:p>
          <a:endParaRPr lang="en-ZA"/>
        </a:p>
      </dgm:t>
    </dgm:pt>
    <dgm:pt modelId="{6970066C-477A-4BD0-8B3B-4ED35D89E282}">
      <dgm:prSet phldrT="[Text]"/>
      <dgm:spPr>
        <a:solidFill>
          <a:schemeClr val="accent2">
            <a:lumMod val="40000"/>
            <a:lumOff val="60000"/>
          </a:schemeClr>
        </a:solidFill>
        <a:ln>
          <a:solidFill>
            <a:schemeClr val="accent2">
              <a:lumMod val="40000"/>
              <a:lumOff val="60000"/>
            </a:schemeClr>
          </a:solidFill>
        </a:ln>
      </dgm:spPr>
      <dgm:t>
        <a:bodyPr/>
        <a:lstStyle/>
        <a:p>
          <a:r>
            <a:rPr lang="en-US" dirty="0">
              <a:solidFill>
                <a:schemeClr val="tx1"/>
              </a:solidFill>
            </a:rPr>
            <a:t>Raw materials</a:t>
          </a:r>
          <a:endParaRPr lang="en-ZA" dirty="0">
            <a:solidFill>
              <a:schemeClr val="tx1"/>
            </a:solidFill>
          </a:endParaRPr>
        </a:p>
      </dgm:t>
    </dgm:pt>
    <dgm:pt modelId="{C97FB5C7-2446-42A7-A8AE-13B6ED08AD69}" type="parTrans" cxnId="{C4642760-B5A8-438C-A108-4640CA728565}">
      <dgm:prSet/>
      <dgm:spPr/>
      <dgm:t>
        <a:bodyPr/>
        <a:lstStyle/>
        <a:p>
          <a:endParaRPr lang="en-ZA"/>
        </a:p>
      </dgm:t>
    </dgm:pt>
    <dgm:pt modelId="{985D6765-E5D5-427E-A6AD-C55B345002D1}" type="sibTrans" cxnId="{C4642760-B5A8-438C-A108-4640CA728565}">
      <dgm:prSet/>
      <dgm:spPr/>
      <dgm:t>
        <a:bodyPr/>
        <a:lstStyle/>
        <a:p>
          <a:endParaRPr lang="en-ZA"/>
        </a:p>
      </dgm:t>
    </dgm:pt>
    <dgm:pt modelId="{70BEBBA1-BDB5-4F4D-9EE3-97C5E8C6A071}">
      <dgm:prSet phldrT="[Text]"/>
      <dgm:spPr/>
      <dgm:t>
        <a:bodyPr/>
        <a:lstStyle/>
        <a:p>
          <a:r>
            <a:rPr lang="en-US" dirty="0"/>
            <a:t>Work-in-progress</a:t>
          </a:r>
          <a:endParaRPr lang="en-ZA" dirty="0"/>
        </a:p>
      </dgm:t>
    </dgm:pt>
    <dgm:pt modelId="{EA6420CF-7B36-4F16-BFEC-4D6B8FD6AF3F}" type="parTrans" cxnId="{23E56B34-C610-4EB1-8AB6-52160B86C693}">
      <dgm:prSet/>
      <dgm:spPr/>
      <dgm:t>
        <a:bodyPr/>
        <a:lstStyle/>
        <a:p>
          <a:endParaRPr lang="en-ZA"/>
        </a:p>
      </dgm:t>
    </dgm:pt>
    <dgm:pt modelId="{9F3D0357-54A1-4FF0-A802-6545767E5783}" type="sibTrans" cxnId="{23E56B34-C610-4EB1-8AB6-52160B86C693}">
      <dgm:prSet/>
      <dgm:spPr/>
      <dgm:t>
        <a:bodyPr/>
        <a:lstStyle/>
        <a:p>
          <a:endParaRPr lang="en-ZA"/>
        </a:p>
      </dgm:t>
    </dgm:pt>
    <dgm:pt modelId="{D93D2DB4-5B9E-41D8-939A-84E3F4771062}">
      <dgm:prSet phldrT="[Text]"/>
      <dgm:spPr/>
      <dgm:t>
        <a:bodyPr/>
        <a:lstStyle/>
        <a:p>
          <a:r>
            <a:rPr lang="en-US" dirty="0"/>
            <a:t>Finished goods</a:t>
          </a:r>
          <a:endParaRPr lang="en-ZA" dirty="0"/>
        </a:p>
      </dgm:t>
    </dgm:pt>
    <dgm:pt modelId="{C48154D7-5EE0-45C0-86B6-CC50D48AC6A0}" type="parTrans" cxnId="{8E24BA6C-BF76-459F-AE18-4DFED9F773AE}">
      <dgm:prSet/>
      <dgm:spPr/>
      <dgm:t>
        <a:bodyPr/>
        <a:lstStyle/>
        <a:p>
          <a:endParaRPr lang="en-ZA"/>
        </a:p>
      </dgm:t>
    </dgm:pt>
    <dgm:pt modelId="{1305607A-24AD-46C1-AACE-78EBB5849EDA}" type="sibTrans" cxnId="{8E24BA6C-BF76-459F-AE18-4DFED9F773AE}">
      <dgm:prSet/>
      <dgm:spPr/>
      <dgm:t>
        <a:bodyPr/>
        <a:lstStyle/>
        <a:p>
          <a:endParaRPr lang="en-ZA"/>
        </a:p>
      </dgm:t>
    </dgm:pt>
    <dgm:pt modelId="{2281C2C2-F99A-42FE-B029-633DDF8CC242}" type="pres">
      <dgm:prSet presAssocID="{4634DB80-7182-4B0A-B55D-1D82F1B89875}" presName="hierChild1" presStyleCnt="0">
        <dgm:presLayoutVars>
          <dgm:orgChart val="1"/>
          <dgm:chPref val="1"/>
          <dgm:dir/>
          <dgm:animOne val="branch"/>
          <dgm:animLvl val="lvl"/>
          <dgm:resizeHandles/>
        </dgm:presLayoutVars>
      </dgm:prSet>
      <dgm:spPr/>
    </dgm:pt>
    <dgm:pt modelId="{805D2718-7720-4050-BBE9-74F2D6D5437C}" type="pres">
      <dgm:prSet presAssocID="{74515737-62E4-45D0-9671-472EA83ABD84}" presName="hierRoot1" presStyleCnt="0">
        <dgm:presLayoutVars>
          <dgm:hierBranch val="init"/>
        </dgm:presLayoutVars>
      </dgm:prSet>
      <dgm:spPr/>
    </dgm:pt>
    <dgm:pt modelId="{E57AB50E-7852-4D30-AC3C-814471AE693D}" type="pres">
      <dgm:prSet presAssocID="{74515737-62E4-45D0-9671-472EA83ABD84}" presName="rootComposite1" presStyleCnt="0"/>
      <dgm:spPr/>
    </dgm:pt>
    <dgm:pt modelId="{F2389BE3-1F1E-47B9-ADF9-F35F2B4032EF}" type="pres">
      <dgm:prSet presAssocID="{74515737-62E4-45D0-9671-472EA83ABD84}" presName="rootText1" presStyleLbl="node0" presStyleIdx="0" presStyleCnt="1">
        <dgm:presLayoutVars>
          <dgm:chPref val="3"/>
        </dgm:presLayoutVars>
      </dgm:prSet>
      <dgm:spPr/>
    </dgm:pt>
    <dgm:pt modelId="{70CB499F-359E-483B-ABAE-EDA4E468D418}" type="pres">
      <dgm:prSet presAssocID="{74515737-62E4-45D0-9671-472EA83ABD84}" presName="rootConnector1" presStyleLbl="node1" presStyleIdx="0" presStyleCnt="0"/>
      <dgm:spPr/>
    </dgm:pt>
    <dgm:pt modelId="{E30B155A-BFBC-49A7-80C4-DA4E758B7DCC}" type="pres">
      <dgm:prSet presAssocID="{74515737-62E4-45D0-9671-472EA83ABD84}" presName="hierChild2" presStyleCnt="0"/>
      <dgm:spPr/>
    </dgm:pt>
    <dgm:pt modelId="{4B8DE362-063B-4884-9704-10E76F73B436}" type="pres">
      <dgm:prSet presAssocID="{C97FB5C7-2446-42A7-A8AE-13B6ED08AD69}" presName="Name37" presStyleLbl="parChTrans1D2" presStyleIdx="0" presStyleCnt="3"/>
      <dgm:spPr/>
    </dgm:pt>
    <dgm:pt modelId="{3E550B5E-CDFB-49CF-B08D-80C3E083985F}" type="pres">
      <dgm:prSet presAssocID="{6970066C-477A-4BD0-8B3B-4ED35D89E282}" presName="hierRoot2" presStyleCnt="0">
        <dgm:presLayoutVars>
          <dgm:hierBranch val="init"/>
        </dgm:presLayoutVars>
      </dgm:prSet>
      <dgm:spPr/>
    </dgm:pt>
    <dgm:pt modelId="{21766DD9-A674-498D-87BD-682916497655}" type="pres">
      <dgm:prSet presAssocID="{6970066C-477A-4BD0-8B3B-4ED35D89E282}" presName="rootComposite" presStyleCnt="0"/>
      <dgm:spPr/>
    </dgm:pt>
    <dgm:pt modelId="{96265E15-1A3C-4DA0-90D3-DD1D775274E2}" type="pres">
      <dgm:prSet presAssocID="{6970066C-477A-4BD0-8B3B-4ED35D89E282}" presName="rootText" presStyleLbl="node2" presStyleIdx="0" presStyleCnt="3">
        <dgm:presLayoutVars>
          <dgm:chPref val="3"/>
        </dgm:presLayoutVars>
      </dgm:prSet>
      <dgm:spPr/>
    </dgm:pt>
    <dgm:pt modelId="{FC1DC34A-D5E2-4FBC-B4A2-82031269CBB5}" type="pres">
      <dgm:prSet presAssocID="{6970066C-477A-4BD0-8B3B-4ED35D89E282}" presName="rootConnector" presStyleLbl="node2" presStyleIdx="0" presStyleCnt="3"/>
      <dgm:spPr/>
    </dgm:pt>
    <dgm:pt modelId="{142D1806-C0EA-4B0B-91B0-F747C21F5E0D}" type="pres">
      <dgm:prSet presAssocID="{6970066C-477A-4BD0-8B3B-4ED35D89E282}" presName="hierChild4" presStyleCnt="0"/>
      <dgm:spPr/>
    </dgm:pt>
    <dgm:pt modelId="{B40E8482-CE76-44B6-B271-EA6F529673AB}" type="pres">
      <dgm:prSet presAssocID="{6970066C-477A-4BD0-8B3B-4ED35D89E282}" presName="hierChild5" presStyleCnt="0"/>
      <dgm:spPr/>
    </dgm:pt>
    <dgm:pt modelId="{2071776E-B03B-4D82-BAFF-B2CF8855B0DF}" type="pres">
      <dgm:prSet presAssocID="{EA6420CF-7B36-4F16-BFEC-4D6B8FD6AF3F}" presName="Name37" presStyleLbl="parChTrans1D2" presStyleIdx="1" presStyleCnt="3"/>
      <dgm:spPr/>
    </dgm:pt>
    <dgm:pt modelId="{16C77C8D-5C25-4524-A3B1-FDB6BFF3FD95}" type="pres">
      <dgm:prSet presAssocID="{70BEBBA1-BDB5-4F4D-9EE3-97C5E8C6A071}" presName="hierRoot2" presStyleCnt="0">
        <dgm:presLayoutVars>
          <dgm:hierBranch val="init"/>
        </dgm:presLayoutVars>
      </dgm:prSet>
      <dgm:spPr/>
    </dgm:pt>
    <dgm:pt modelId="{007B88DC-3C75-4D53-95ED-15A6A015525A}" type="pres">
      <dgm:prSet presAssocID="{70BEBBA1-BDB5-4F4D-9EE3-97C5E8C6A071}" presName="rootComposite" presStyleCnt="0"/>
      <dgm:spPr/>
    </dgm:pt>
    <dgm:pt modelId="{876FEB53-1080-400C-959B-97D66839DC37}" type="pres">
      <dgm:prSet presAssocID="{70BEBBA1-BDB5-4F4D-9EE3-97C5E8C6A071}" presName="rootText" presStyleLbl="node2" presStyleIdx="1" presStyleCnt="3" custLinFactNeighborY="-2027">
        <dgm:presLayoutVars>
          <dgm:chPref val="3"/>
        </dgm:presLayoutVars>
      </dgm:prSet>
      <dgm:spPr/>
    </dgm:pt>
    <dgm:pt modelId="{7EB651AF-41BC-47A0-AA10-4F89CA54E0D4}" type="pres">
      <dgm:prSet presAssocID="{70BEBBA1-BDB5-4F4D-9EE3-97C5E8C6A071}" presName="rootConnector" presStyleLbl="node2" presStyleIdx="1" presStyleCnt="3"/>
      <dgm:spPr/>
    </dgm:pt>
    <dgm:pt modelId="{AE8BC26E-6762-4784-8229-70DC70B2EC76}" type="pres">
      <dgm:prSet presAssocID="{70BEBBA1-BDB5-4F4D-9EE3-97C5E8C6A071}" presName="hierChild4" presStyleCnt="0"/>
      <dgm:spPr/>
    </dgm:pt>
    <dgm:pt modelId="{E73CA698-AA23-4122-B1F8-A3213C1AD678}" type="pres">
      <dgm:prSet presAssocID="{70BEBBA1-BDB5-4F4D-9EE3-97C5E8C6A071}" presName="hierChild5" presStyleCnt="0"/>
      <dgm:spPr/>
    </dgm:pt>
    <dgm:pt modelId="{056C0B25-EBED-4302-A728-23256D7F9B21}" type="pres">
      <dgm:prSet presAssocID="{C48154D7-5EE0-45C0-86B6-CC50D48AC6A0}" presName="Name37" presStyleLbl="parChTrans1D2" presStyleIdx="2" presStyleCnt="3"/>
      <dgm:spPr/>
    </dgm:pt>
    <dgm:pt modelId="{82317367-0EAF-4709-94C5-0BA65F4D4751}" type="pres">
      <dgm:prSet presAssocID="{D93D2DB4-5B9E-41D8-939A-84E3F4771062}" presName="hierRoot2" presStyleCnt="0">
        <dgm:presLayoutVars>
          <dgm:hierBranch val="init"/>
        </dgm:presLayoutVars>
      </dgm:prSet>
      <dgm:spPr/>
    </dgm:pt>
    <dgm:pt modelId="{AA9B398F-B099-4776-B5EF-892B7C6E7571}" type="pres">
      <dgm:prSet presAssocID="{D93D2DB4-5B9E-41D8-939A-84E3F4771062}" presName="rootComposite" presStyleCnt="0"/>
      <dgm:spPr/>
    </dgm:pt>
    <dgm:pt modelId="{0C21DFBD-3BFF-4305-92C5-5793E563FE98}" type="pres">
      <dgm:prSet presAssocID="{D93D2DB4-5B9E-41D8-939A-84E3F4771062}" presName="rootText" presStyleLbl="node2" presStyleIdx="2" presStyleCnt="3">
        <dgm:presLayoutVars>
          <dgm:chPref val="3"/>
        </dgm:presLayoutVars>
      </dgm:prSet>
      <dgm:spPr/>
    </dgm:pt>
    <dgm:pt modelId="{D127EF59-6AC6-4C46-AEB6-FD1BA2E01924}" type="pres">
      <dgm:prSet presAssocID="{D93D2DB4-5B9E-41D8-939A-84E3F4771062}" presName="rootConnector" presStyleLbl="node2" presStyleIdx="2" presStyleCnt="3"/>
      <dgm:spPr/>
    </dgm:pt>
    <dgm:pt modelId="{0A4E9C8A-E5DF-4730-A38F-D2F4AB80853A}" type="pres">
      <dgm:prSet presAssocID="{D93D2DB4-5B9E-41D8-939A-84E3F4771062}" presName="hierChild4" presStyleCnt="0"/>
      <dgm:spPr/>
    </dgm:pt>
    <dgm:pt modelId="{D308F842-7141-4C8F-A2E8-6B5E9AEC4FDD}" type="pres">
      <dgm:prSet presAssocID="{D93D2DB4-5B9E-41D8-939A-84E3F4771062}" presName="hierChild5" presStyleCnt="0"/>
      <dgm:spPr/>
    </dgm:pt>
    <dgm:pt modelId="{C52980E4-9455-47E3-8769-8D79014C8532}" type="pres">
      <dgm:prSet presAssocID="{74515737-62E4-45D0-9671-472EA83ABD84}" presName="hierChild3" presStyleCnt="0"/>
      <dgm:spPr/>
    </dgm:pt>
  </dgm:ptLst>
  <dgm:cxnLst>
    <dgm:cxn modelId="{0E88070C-B56F-4D74-BB8E-7D9EBAC55037}" type="presOf" srcId="{D93D2DB4-5B9E-41D8-939A-84E3F4771062}" destId="{D127EF59-6AC6-4C46-AEB6-FD1BA2E01924}" srcOrd="1" destOrd="0" presId="urn:microsoft.com/office/officeart/2005/8/layout/orgChart1"/>
    <dgm:cxn modelId="{0BB35127-78BA-4F7F-AD48-6F2C2E4CEB2C}" type="presOf" srcId="{C97FB5C7-2446-42A7-A8AE-13B6ED08AD69}" destId="{4B8DE362-063B-4884-9704-10E76F73B436}" srcOrd="0" destOrd="0" presId="urn:microsoft.com/office/officeart/2005/8/layout/orgChart1"/>
    <dgm:cxn modelId="{23E56B34-C610-4EB1-8AB6-52160B86C693}" srcId="{74515737-62E4-45D0-9671-472EA83ABD84}" destId="{70BEBBA1-BDB5-4F4D-9EE3-97C5E8C6A071}" srcOrd="1" destOrd="0" parTransId="{EA6420CF-7B36-4F16-BFEC-4D6B8FD6AF3F}" sibTransId="{9F3D0357-54A1-4FF0-A802-6545767E5783}"/>
    <dgm:cxn modelId="{2AE24A3A-1A88-4E22-A085-FAE24BC2A2A4}" type="presOf" srcId="{4634DB80-7182-4B0A-B55D-1D82F1B89875}" destId="{2281C2C2-F99A-42FE-B029-633DDF8CC242}" srcOrd="0" destOrd="0" presId="urn:microsoft.com/office/officeart/2005/8/layout/orgChart1"/>
    <dgm:cxn modelId="{C4642760-B5A8-438C-A108-4640CA728565}" srcId="{74515737-62E4-45D0-9671-472EA83ABD84}" destId="{6970066C-477A-4BD0-8B3B-4ED35D89E282}" srcOrd="0" destOrd="0" parTransId="{C97FB5C7-2446-42A7-A8AE-13B6ED08AD69}" sibTransId="{985D6765-E5D5-427E-A6AD-C55B345002D1}"/>
    <dgm:cxn modelId="{55979964-0C24-428E-BDA6-3B46EF276D9A}" type="presOf" srcId="{70BEBBA1-BDB5-4F4D-9EE3-97C5E8C6A071}" destId="{876FEB53-1080-400C-959B-97D66839DC37}" srcOrd="0" destOrd="0" presId="urn:microsoft.com/office/officeart/2005/8/layout/orgChart1"/>
    <dgm:cxn modelId="{2EDBD145-F9F5-4E1F-845B-5A6FC93532CF}" type="presOf" srcId="{74515737-62E4-45D0-9671-472EA83ABD84}" destId="{70CB499F-359E-483B-ABAE-EDA4E468D418}" srcOrd="1" destOrd="0" presId="urn:microsoft.com/office/officeart/2005/8/layout/orgChart1"/>
    <dgm:cxn modelId="{8E24BA6C-BF76-459F-AE18-4DFED9F773AE}" srcId="{74515737-62E4-45D0-9671-472EA83ABD84}" destId="{D93D2DB4-5B9E-41D8-939A-84E3F4771062}" srcOrd="2" destOrd="0" parTransId="{C48154D7-5EE0-45C0-86B6-CC50D48AC6A0}" sibTransId="{1305607A-24AD-46C1-AACE-78EBB5849EDA}"/>
    <dgm:cxn modelId="{4CD91C72-50AF-4775-A34A-27B2DEC22C7A}" type="presOf" srcId="{74515737-62E4-45D0-9671-472EA83ABD84}" destId="{F2389BE3-1F1E-47B9-ADF9-F35F2B4032EF}" srcOrd="0" destOrd="0" presId="urn:microsoft.com/office/officeart/2005/8/layout/orgChart1"/>
    <dgm:cxn modelId="{20D54C5A-96F4-43CF-9AE8-474B14B85D64}" type="presOf" srcId="{6970066C-477A-4BD0-8B3B-4ED35D89E282}" destId="{FC1DC34A-D5E2-4FBC-B4A2-82031269CBB5}" srcOrd="1" destOrd="0" presId="urn:microsoft.com/office/officeart/2005/8/layout/orgChart1"/>
    <dgm:cxn modelId="{7564259F-2AE4-4201-B561-65A448748692}" type="presOf" srcId="{D93D2DB4-5B9E-41D8-939A-84E3F4771062}" destId="{0C21DFBD-3BFF-4305-92C5-5793E563FE98}" srcOrd="0" destOrd="0" presId="urn:microsoft.com/office/officeart/2005/8/layout/orgChart1"/>
    <dgm:cxn modelId="{DEB4E5A1-7322-47E7-8867-98C9455D6B46}" type="presOf" srcId="{C48154D7-5EE0-45C0-86B6-CC50D48AC6A0}" destId="{056C0B25-EBED-4302-A728-23256D7F9B21}" srcOrd="0" destOrd="0" presId="urn:microsoft.com/office/officeart/2005/8/layout/orgChart1"/>
    <dgm:cxn modelId="{9EC88DA2-CB06-46A7-9860-F20E99F98984}" type="presOf" srcId="{6970066C-477A-4BD0-8B3B-4ED35D89E282}" destId="{96265E15-1A3C-4DA0-90D3-DD1D775274E2}" srcOrd="0" destOrd="0" presId="urn:microsoft.com/office/officeart/2005/8/layout/orgChart1"/>
    <dgm:cxn modelId="{942F54C9-4B8D-4D8A-8B48-7FF42FF4EABA}" type="presOf" srcId="{70BEBBA1-BDB5-4F4D-9EE3-97C5E8C6A071}" destId="{7EB651AF-41BC-47A0-AA10-4F89CA54E0D4}" srcOrd="1" destOrd="0" presId="urn:microsoft.com/office/officeart/2005/8/layout/orgChart1"/>
    <dgm:cxn modelId="{3451C7E5-BBDD-4CAF-A305-01BBA11AFCEA}" srcId="{4634DB80-7182-4B0A-B55D-1D82F1B89875}" destId="{74515737-62E4-45D0-9671-472EA83ABD84}" srcOrd="0" destOrd="0" parTransId="{C287FBA3-8638-4B4F-98B0-86C11C60B5D6}" sibTransId="{3D09EA33-55F8-4AA5-BF1F-A375D60A08CA}"/>
    <dgm:cxn modelId="{A6DA17FF-EE0A-4BCD-8D62-F5A2747CD09F}" type="presOf" srcId="{EA6420CF-7B36-4F16-BFEC-4D6B8FD6AF3F}" destId="{2071776E-B03B-4D82-BAFF-B2CF8855B0DF}" srcOrd="0" destOrd="0" presId="urn:microsoft.com/office/officeart/2005/8/layout/orgChart1"/>
    <dgm:cxn modelId="{FA8DF892-C110-4A67-B24D-E3A720E55ED5}" type="presParOf" srcId="{2281C2C2-F99A-42FE-B029-633DDF8CC242}" destId="{805D2718-7720-4050-BBE9-74F2D6D5437C}" srcOrd="0" destOrd="0" presId="urn:microsoft.com/office/officeart/2005/8/layout/orgChart1"/>
    <dgm:cxn modelId="{C92745C2-CE82-4BEB-9EEE-697871DBF29F}" type="presParOf" srcId="{805D2718-7720-4050-BBE9-74F2D6D5437C}" destId="{E57AB50E-7852-4D30-AC3C-814471AE693D}" srcOrd="0" destOrd="0" presId="urn:microsoft.com/office/officeart/2005/8/layout/orgChart1"/>
    <dgm:cxn modelId="{0742B447-9C53-4875-B6DF-AE88EF207BEF}" type="presParOf" srcId="{E57AB50E-7852-4D30-AC3C-814471AE693D}" destId="{F2389BE3-1F1E-47B9-ADF9-F35F2B4032EF}" srcOrd="0" destOrd="0" presId="urn:microsoft.com/office/officeart/2005/8/layout/orgChart1"/>
    <dgm:cxn modelId="{FC0528DC-7E60-4F8D-BB37-2DC2FFDAD2C1}" type="presParOf" srcId="{E57AB50E-7852-4D30-AC3C-814471AE693D}" destId="{70CB499F-359E-483B-ABAE-EDA4E468D418}" srcOrd="1" destOrd="0" presId="urn:microsoft.com/office/officeart/2005/8/layout/orgChart1"/>
    <dgm:cxn modelId="{1E7FA3E3-AD11-47EB-BE4B-8440B31D160D}" type="presParOf" srcId="{805D2718-7720-4050-BBE9-74F2D6D5437C}" destId="{E30B155A-BFBC-49A7-80C4-DA4E758B7DCC}" srcOrd="1" destOrd="0" presId="urn:microsoft.com/office/officeart/2005/8/layout/orgChart1"/>
    <dgm:cxn modelId="{233D5FBF-A306-432A-BEAB-D81160542254}" type="presParOf" srcId="{E30B155A-BFBC-49A7-80C4-DA4E758B7DCC}" destId="{4B8DE362-063B-4884-9704-10E76F73B436}" srcOrd="0" destOrd="0" presId="urn:microsoft.com/office/officeart/2005/8/layout/orgChart1"/>
    <dgm:cxn modelId="{232D90E5-D75B-44E8-B8FB-1620ADBD94B2}" type="presParOf" srcId="{E30B155A-BFBC-49A7-80C4-DA4E758B7DCC}" destId="{3E550B5E-CDFB-49CF-B08D-80C3E083985F}" srcOrd="1" destOrd="0" presId="urn:microsoft.com/office/officeart/2005/8/layout/orgChart1"/>
    <dgm:cxn modelId="{324F1D61-3D86-4A01-A3D8-D820DA83512A}" type="presParOf" srcId="{3E550B5E-CDFB-49CF-B08D-80C3E083985F}" destId="{21766DD9-A674-498D-87BD-682916497655}" srcOrd="0" destOrd="0" presId="urn:microsoft.com/office/officeart/2005/8/layout/orgChart1"/>
    <dgm:cxn modelId="{B4521428-6E0F-4AAA-BFDB-BFB0FB7013CF}" type="presParOf" srcId="{21766DD9-A674-498D-87BD-682916497655}" destId="{96265E15-1A3C-4DA0-90D3-DD1D775274E2}" srcOrd="0" destOrd="0" presId="urn:microsoft.com/office/officeart/2005/8/layout/orgChart1"/>
    <dgm:cxn modelId="{CBE74FB5-D7E8-46C4-8D89-D2FB89724707}" type="presParOf" srcId="{21766DD9-A674-498D-87BD-682916497655}" destId="{FC1DC34A-D5E2-4FBC-B4A2-82031269CBB5}" srcOrd="1" destOrd="0" presId="urn:microsoft.com/office/officeart/2005/8/layout/orgChart1"/>
    <dgm:cxn modelId="{98229E8C-78B9-468D-8A0A-7C52604CE1D2}" type="presParOf" srcId="{3E550B5E-CDFB-49CF-B08D-80C3E083985F}" destId="{142D1806-C0EA-4B0B-91B0-F747C21F5E0D}" srcOrd="1" destOrd="0" presId="urn:microsoft.com/office/officeart/2005/8/layout/orgChart1"/>
    <dgm:cxn modelId="{B7A0E226-FA68-4FAD-8839-6E374C1CBFEA}" type="presParOf" srcId="{3E550B5E-CDFB-49CF-B08D-80C3E083985F}" destId="{B40E8482-CE76-44B6-B271-EA6F529673AB}" srcOrd="2" destOrd="0" presId="urn:microsoft.com/office/officeart/2005/8/layout/orgChart1"/>
    <dgm:cxn modelId="{CD2D73B7-CC0C-414D-B6A5-CBD0CA7F7CB2}" type="presParOf" srcId="{E30B155A-BFBC-49A7-80C4-DA4E758B7DCC}" destId="{2071776E-B03B-4D82-BAFF-B2CF8855B0DF}" srcOrd="2" destOrd="0" presId="urn:microsoft.com/office/officeart/2005/8/layout/orgChart1"/>
    <dgm:cxn modelId="{955A193A-A2A4-43B7-8156-BE5A9A3F8A39}" type="presParOf" srcId="{E30B155A-BFBC-49A7-80C4-DA4E758B7DCC}" destId="{16C77C8D-5C25-4524-A3B1-FDB6BFF3FD95}" srcOrd="3" destOrd="0" presId="urn:microsoft.com/office/officeart/2005/8/layout/orgChart1"/>
    <dgm:cxn modelId="{69EAE265-643F-4BE1-A462-91C720E45274}" type="presParOf" srcId="{16C77C8D-5C25-4524-A3B1-FDB6BFF3FD95}" destId="{007B88DC-3C75-4D53-95ED-15A6A015525A}" srcOrd="0" destOrd="0" presId="urn:microsoft.com/office/officeart/2005/8/layout/orgChart1"/>
    <dgm:cxn modelId="{CF35263A-8698-46F4-9C80-1EEBB835BB4E}" type="presParOf" srcId="{007B88DC-3C75-4D53-95ED-15A6A015525A}" destId="{876FEB53-1080-400C-959B-97D66839DC37}" srcOrd="0" destOrd="0" presId="urn:microsoft.com/office/officeart/2005/8/layout/orgChart1"/>
    <dgm:cxn modelId="{F37A7B20-7D78-4ED5-9019-26BFA905016B}" type="presParOf" srcId="{007B88DC-3C75-4D53-95ED-15A6A015525A}" destId="{7EB651AF-41BC-47A0-AA10-4F89CA54E0D4}" srcOrd="1" destOrd="0" presId="urn:microsoft.com/office/officeart/2005/8/layout/orgChart1"/>
    <dgm:cxn modelId="{08A7AF4C-1D0B-414A-B66A-2222DC5B36D4}" type="presParOf" srcId="{16C77C8D-5C25-4524-A3B1-FDB6BFF3FD95}" destId="{AE8BC26E-6762-4784-8229-70DC70B2EC76}" srcOrd="1" destOrd="0" presId="urn:microsoft.com/office/officeart/2005/8/layout/orgChart1"/>
    <dgm:cxn modelId="{5257191B-55BE-4770-AC65-5B7A16D229A2}" type="presParOf" srcId="{16C77C8D-5C25-4524-A3B1-FDB6BFF3FD95}" destId="{E73CA698-AA23-4122-B1F8-A3213C1AD678}" srcOrd="2" destOrd="0" presId="urn:microsoft.com/office/officeart/2005/8/layout/orgChart1"/>
    <dgm:cxn modelId="{6E0B4BFE-242C-46C8-AE27-A43DEEE0ACE0}" type="presParOf" srcId="{E30B155A-BFBC-49A7-80C4-DA4E758B7DCC}" destId="{056C0B25-EBED-4302-A728-23256D7F9B21}" srcOrd="4" destOrd="0" presId="urn:microsoft.com/office/officeart/2005/8/layout/orgChart1"/>
    <dgm:cxn modelId="{62D74AD8-49A9-4AAD-936F-179CB6F2E89D}" type="presParOf" srcId="{E30B155A-BFBC-49A7-80C4-DA4E758B7DCC}" destId="{82317367-0EAF-4709-94C5-0BA65F4D4751}" srcOrd="5" destOrd="0" presId="urn:microsoft.com/office/officeart/2005/8/layout/orgChart1"/>
    <dgm:cxn modelId="{C579C6B2-F0E9-48B3-80F2-9C96ABFB6EF8}" type="presParOf" srcId="{82317367-0EAF-4709-94C5-0BA65F4D4751}" destId="{AA9B398F-B099-4776-B5EF-892B7C6E7571}" srcOrd="0" destOrd="0" presId="urn:microsoft.com/office/officeart/2005/8/layout/orgChart1"/>
    <dgm:cxn modelId="{12F24F6B-9F50-4039-BD62-C1A7436CC42A}" type="presParOf" srcId="{AA9B398F-B099-4776-B5EF-892B7C6E7571}" destId="{0C21DFBD-3BFF-4305-92C5-5793E563FE98}" srcOrd="0" destOrd="0" presId="urn:microsoft.com/office/officeart/2005/8/layout/orgChart1"/>
    <dgm:cxn modelId="{8822DF0C-9E1B-4E8E-904C-75035C85F472}" type="presParOf" srcId="{AA9B398F-B099-4776-B5EF-892B7C6E7571}" destId="{D127EF59-6AC6-4C46-AEB6-FD1BA2E01924}" srcOrd="1" destOrd="0" presId="urn:microsoft.com/office/officeart/2005/8/layout/orgChart1"/>
    <dgm:cxn modelId="{945B9D99-EE78-44A1-9622-1A69AE4E180A}" type="presParOf" srcId="{82317367-0EAF-4709-94C5-0BA65F4D4751}" destId="{0A4E9C8A-E5DF-4730-A38F-D2F4AB80853A}" srcOrd="1" destOrd="0" presId="urn:microsoft.com/office/officeart/2005/8/layout/orgChart1"/>
    <dgm:cxn modelId="{1F11D072-EC71-4F60-8025-276BF4E4F6A7}" type="presParOf" srcId="{82317367-0EAF-4709-94C5-0BA65F4D4751}" destId="{D308F842-7141-4C8F-A2E8-6B5E9AEC4FDD}" srcOrd="2" destOrd="0" presId="urn:microsoft.com/office/officeart/2005/8/layout/orgChart1"/>
    <dgm:cxn modelId="{119F181D-C6EE-46FF-A452-439BE85DC184}" type="presParOf" srcId="{805D2718-7720-4050-BBE9-74F2D6D5437C}" destId="{C52980E4-9455-47E3-8769-8D79014C8532}"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34DB80-7182-4B0A-B55D-1D82F1B8987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74515737-62E4-45D0-9671-472EA83ABD84}">
      <dgm:prSet phldrT="[Text]"/>
      <dgm:spPr/>
      <dgm:t>
        <a:bodyPr/>
        <a:lstStyle/>
        <a:p>
          <a:r>
            <a:rPr lang="en-US" dirty="0"/>
            <a:t>Inventory classification</a:t>
          </a:r>
          <a:endParaRPr lang="en-ZA" dirty="0"/>
        </a:p>
      </dgm:t>
    </dgm:pt>
    <dgm:pt modelId="{C287FBA3-8638-4B4F-98B0-86C11C60B5D6}" type="parTrans" cxnId="{3451C7E5-BBDD-4CAF-A305-01BBA11AFCEA}">
      <dgm:prSet/>
      <dgm:spPr/>
      <dgm:t>
        <a:bodyPr/>
        <a:lstStyle/>
        <a:p>
          <a:endParaRPr lang="en-ZA"/>
        </a:p>
      </dgm:t>
    </dgm:pt>
    <dgm:pt modelId="{3D09EA33-55F8-4AA5-BF1F-A375D60A08CA}" type="sibTrans" cxnId="{3451C7E5-BBDD-4CAF-A305-01BBA11AFCEA}">
      <dgm:prSet/>
      <dgm:spPr/>
      <dgm:t>
        <a:bodyPr/>
        <a:lstStyle/>
        <a:p>
          <a:endParaRPr lang="en-ZA"/>
        </a:p>
      </dgm:t>
    </dgm:pt>
    <dgm:pt modelId="{6970066C-477A-4BD0-8B3B-4ED35D89E282}">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8890" tIns="8890" rIns="8890" bIns="8890" numCol="1" spcCol="1270" anchor="ctr" anchorCtr="0"/>
        <a:lstStyle/>
        <a:p>
          <a:pPr marL="0" lvl="0" indent="0" algn="ctr" defTabSz="622300">
            <a:lnSpc>
              <a:spcPct val="90000"/>
            </a:lnSpc>
            <a:spcBef>
              <a:spcPct val="0"/>
            </a:spcBef>
            <a:spcAft>
              <a:spcPct val="35000"/>
            </a:spcAft>
            <a:buNone/>
          </a:pPr>
          <a:r>
            <a:rPr lang="en-US" sz="1400" kern="1200" dirty="0">
              <a:solidFill>
                <a:prstClr val="white"/>
              </a:solidFill>
              <a:latin typeface="Tahoma"/>
              <a:ea typeface="ＭＳ Ｐゴシック"/>
              <a:cs typeface="+mn-cs"/>
            </a:rPr>
            <a:t>Raw materials</a:t>
          </a:r>
          <a:endParaRPr lang="en-ZA" sz="1400" kern="1200" dirty="0">
            <a:solidFill>
              <a:prstClr val="white"/>
            </a:solidFill>
            <a:latin typeface="Tahoma"/>
            <a:ea typeface="ＭＳ Ｐゴシック"/>
            <a:cs typeface="+mn-cs"/>
          </a:endParaRPr>
        </a:p>
      </dgm:t>
    </dgm:pt>
    <dgm:pt modelId="{C97FB5C7-2446-42A7-A8AE-13B6ED08AD69}" type="parTrans" cxnId="{C4642760-B5A8-438C-A108-4640CA728565}">
      <dgm:prSet/>
      <dgm:spPr/>
      <dgm:t>
        <a:bodyPr/>
        <a:lstStyle/>
        <a:p>
          <a:endParaRPr lang="en-ZA"/>
        </a:p>
      </dgm:t>
    </dgm:pt>
    <dgm:pt modelId="{985D6765-E5D5-427E-A6AD-C55B345002D1}" type="sibTrans" cxnId="{C4642760-B5A8-438C-A108-4640CA728565}">
      <dgm:prSet/>
      <dgm:spPr/>
      <dgm:t>
        <a:bodyPr/>
        <a:lstStyle/>
        <a:p>
          <a:endParaRPr lang="en-ZA"/>
        </a:p>
      </dgm:t>
    </dgm:pt>
    <dgm:pt modelId="{70BEBBA1-BDB5-4F4D-9EE3-97C5E8C6A071}">
      <dgm:prSet phldrT="[Text]" custT="1"/>
      <dgm:spPr>
        <a:solidFill>
          <a:srgbClr val="C0504D">
            <a:lumMod val="40000"/>
            <a:lumOff val="60000"/>
          </a:srgbClr>
        </a:solidFill>
        <a:ln w="25400" cap="flat" cmpd="sng" algn="ctr">
          <a:solidFill>
            <a:srgbClr val="C0504D">
              <a:lumMod val="40000"/>
              <a:lumOff val="60000"/>
            </a:srgbClr>
          </a:solidFill>
          <a:prstDash val="solid"/>
        </a:ln>
        <a:effectLst/>
      </dgm:spPr>
      <dgm:t>
        <a:bodyPr spcFirstLastPara="0" vert="horz" wrap="square" lIns="8890" tIns="8890" rIns="8890" bIns="8890" numCol="1" spcCol="1270" anchor="ctr" anchorCtr="0"/>
        <a:lstStyle/>
        <a:p>
          <a:pPr marL="0" lvl="0" indent="0" algn="ctr" defTabSz="622300">
            <a:lnSpc>
              <a:spcPct val="90000"/>
            </a:lnSpc>
            <a:spcBef>
              <a:spcPct val="0"/>
            </a:spcBef>
            <a:spcAft>
              <a:spcPct val="35000"/>
            </a:spcAft>
            <a:buNone/>
          </a:pPr>
          <a:r>
            <a:rPr lang="en-US" sz="1400" kern="1200" dirty="0">
              <a:solidFill>
                <a:prstClr val="black"/>
              </a:solidFill>
              <a:latin typeface="Tahoma"/>
              <a:ea typeface="ＭＳ Ｐゴシック"/>
              <a:cs typeface="+mn-cs"/>
            </a:rPr>
            <a:t>Work-in-progress</a:t>
          </a:r>
          <a:endParaRPr lang="en-ZA" sz="1400" kern="1200" dirty="0">
            <a:solidFill>
              <a:prstClr val="black"/>
            </a:solidFill>
            <a:latin typeface="Tahoma"/>
            <a:ea typeface="ＭＳ Ｐゴシック"/>
            <a:cs typeface="+mn-cs"/>
          </a:endParaRPr>
        </a:p>
      </dgm:t>
    </dgm:pt>
    <dgm:pt modelId="{EA6420CF-7B36-4F16-BFEC-4D6B8FD6AF3F}" type="parTrans" cxnId="{23E56B34-C610-4EB1-8AB6-52160B86C693}">
      <dgm:prSet/>
      <dgm:spPr/>
      <dgm:t>
        <a:bodyPr/>
        <a:lstStyle/>
        <a:p>
          <a:endParaRPr lang="en-ZA"/>
        </a:p>
      </dgm:t>
    </dgm:pt>
    <dgm:pt modelId="{9F3D0357-54A1-4FF0-A802-6545767E5783}" type="sibTrans" cxnId="{23E56B34-C610-4EB1-8AB6-52160B86C693}">
      <dgm:prSet/>
      <dgm:spPr/>
      <dgm:t>
        <a:bodyPr/>
        <a:lstStyle/>
        <a:p>
          <a:endParaRPr lang="en-ZA"/>
        </a:p>
      </dgm:t>
    </dgm:pt>
    <dgm:pt modelId="{D93D2DB4-5B9E-41D8-939A-84E3F4771062}">
      <dgm:prSet phldrT="[Text]"/>
      <dgm:spPr/>
      <dgm:t>
        <a:bodyPr/>
        <a:lstStyle/>
        <a:p>
          <a:r>
            <a:rPr lang="en-US" dirty="0"/>
            <a:t>Finished goods</a:t>
          </a:r>
          <a:endParaRPr lang="en-ZA" dirty="0"/>
        </a:p>
      </dgm:t>
    </dgm:pt>
    <dgm:pt modelId="{C48154D7-5EE0-45C0-86B6-CC50D48AC6A0}" type="parTrans" cxnId="{8E24BA6C-BF76-459F-AE18-4DFED9F773AE}">
      <dgm:prSet/>
      <dgm:spPr/>
      <dgm:t>
        <a:bodyPr/>
        <a:lstStyle/>
        <a:p>
          <a:endParaRPr lang="en-ZA"/>
        </a:p>
      </dgm:t>
    </dgm:pt>
    <dgm:pt modelId="{1305607A-24AD-46C1-AACE-78EBB5849EDA}" type="sibTrans" cxnId="{8E24BA6C-BF76-459F-AE18-4DFED9F773AE}">
      <dgm:prSet/>
      <dgm:spPr/>
      <dgm:t>
        <a:bodyPr/>
        <a:lstStyle/>
        <a:p>
          <a:endParaRPr lang="en-ZA"/>
        </a:p>
      </dgm:t>
    </dgm:pt>
    <dgm:pt modelId="{2281C2C2-F99A-42FE-B029-633DDF8CC242}" type="pres">
      <dgm:prSet presAssocID="{4634DB80-7182-4B0A-B55D-1D82F1B89875}" presName="hierChild1" presStyleCnt="0">
        <dgm:presLayoutVars>
          <dgm:orgChart val="1"/>
          <dgm:chPref val="1"/>
          <dgm:dir/>
          <dgm:animOne val="branch"/>
          <dgm:animLvl val="lvl"/>
          <dgm:resizeHandles/>
        </dgm:presLayoutVars>
      </dgm:prSet>
      <dgm:spPr/>
    </dgm:pt>
    <dgm:pt modelId="{805D2718-7720-4050-BBE9-74F2D6D5437C}" type="pres">
      <dgm:prSet presAssocID="{74515737-62E4-45D0-9671-472EA83ABD84}" presName="hierRoot1" presStyleCnt="0">
        <dgm:presLayoutVars>
          <dgm:hierBranch val="init"/>
        </dgm:presLayoutVars>
      </dgm:prSet>
      <dgm:spPr/>
    </dgm:pt>
    <dgm:pt modelId="{E57AB50E-7852-4D30-AC3C-814471AE693D}" type="pres">
      <dgm:prSet presAssocID="{74515737-62E4-45D0-9671-472EA83ABD84}" presName="rootComposite1" presStyleCnt="0"/>
      <dgm:spPr/>
    </dgm:pt>
    <dgm:pt modelId="{F2389BE3-1F1E-47B9-ADF9-F35F2B4032EF}" type="pres">
      <dgm:prSet presAssocID="{74515737-62E4-45D0-9671-472EA83ABD84}" presName="rootText1" presStyleLbl="node0" presStyleIdx="0" presStyleCnt="1">
        <dgm:presLayoutVars>
          <dgm:chPref val="3"/>
        </dgm:presLayoutVars>
      </dgm:prSet>
      <dgm:spPr/>
    </dgm:pt>
    <dgm:pt modelId="{70CB499F-359E-483B-ABAE-EDA4E468D418}" type="pres">
      <dgm:prSet presAssocID="{74515737-62E4-45D0-9671-472EA83ABD84}" presName="rootConnector1" presStyleLbl="node1" presStyleIdx="0" presStyleCnt="0"/>
      <dgm:spPr/>
    </dgm:pt>
    <dgm:pt modelId="{E30B155A-BFBC-49A7-80C4-DA4E758B7DCC}" type="pres">
      <dgm:prSet presAssocID="{74515737-62E4-45D0-9671-472EA83ABD84}" presName="hierChild2" presStyleCnt="0"/>
      <dgm:spPr/>
    </dgm:pt>
    <dgm:pt modelId="{4B8DE362-063B-4884-9704-10E76F73B436}" type="pres">
      <dgm:prSet presAssocID="{C97FB5C7-2446-42A7-A8AE-13B6ED08AD69}" presName="Name37" presStyleLbl="parChTrans1D2" presStyleIdx="0" presStyleCnt="3"/>
      <dgm:spPr/>
    </dgm:pt>
    <dgm:pt modelId="{3E550B5E-CDFB-49CF-B08D-80C3E083985F}" type="pres">
      <dgm:prSet presAssocID="{6970066C-477A-4BD0-8B3B-4ED35D89E282}" presName="hierRoot2" presStyleCnt="0">
        <dgm:presLayoutVars>
          <dgm:hierBranch val="init"/>
        </dgm:presLayoutVars>
      </dgm:prSet>
      <dgm:spPr/>
    </dgm:pt>
    <dgm:pt modelId="{21766DD9-A674-498D-87BD-682916497655}" type="pres">
      <dgm:prSet presAssocID="{6970066C-477A-4BD0-8B3B-4ED35D89E282}" presName="rootComposite" presStyleCnt="0"/>
      <dgm:spPr/>
    </dgm:pt>
    <dgm:pt modelId="{96265E15-1A3C-4DA0-90D3-DD1D775274E2}" type="pres">
      <dgm:prSet presAssocID="{6970066C-477A-4BD0-8B3B-4ED35D89E282}" presName="rootText" presStyleLbl="node2" presStyleIdx="0" presStyleCnt="3">
        <dgm:presLayoutVars>
          <dgm:chPref val="3"/>
        </dgm:presLayoutVars>
      </dgm:prSet>
      <dgm:spPr>
        <a:xfrm>
          <a:off x="235" y="793401"/>
          <a:ext cx="1024774" cy="512387"/>
        </a:xfrm>
        <a:prstGeom prst="rect">
          <a:avLst/>
        </a:prstGeom>
      </dgm:spPr>
    </dgm:pt>
    <dgm:pt modelId="{FC1DC34A-D5E2-4FBC-B4A2-82031269CBB5}" type="pres">
      <dgm:prSet presAssocID="{6970066C-477A-4BD0-8B3B-4ED35D89E282}" presName="rootConnector" presStyleLbl="node2" presStyleIdx="0" presStyleCnt="3"/>
      <dgm:spPr/>
    </dgm:pt>
    <dgm:pt modelId="{142D1806-C0EA-4B0B-91B0-F747C21F5E0D}" type="pres">
      <dgm:prSet presAssocID="{6970066C-477A-4BD0-8B3B-4ED35D89E282}" presName="hierChild4" presStyleCnt="0"/>
      <dgm:spPr/>
    </dgm:pt>
    <dgm:pt modelId="{B40E8482-CE76-44B6-B271-EA6F529673AB}" type="pres">
      <dgm:prSet presAssocID="{6970066C-477A-4BD0-8B3B-4ED35D89E282}" presName="hierChild5" presStyleCnt="0"/>
      <dgm:spPr/>
    </dgm:pt>
    <dgm:pt modelId="{2071776E-B03B-4D82-BAFF-B2CF8855B0DF}" type="pres">
      <dgm:prSet presAssocID="{EA6420CF-7B36-4F16-BFEC-4D6B8FD6AF3F}" presName="Name37" presStyleLbl="parChTrans1D2" presStyleIdx="1" presStyleCnt="3"/>
      <dgm:spPr/>
    </dgm:pt>
    <dgm:pt modelId="{16C77C8D-5C25-4524-A3B1-FDB6BFF3FD95}" type="pres">
      <dgm:prSet presAssocID="{70BEBBA1-BDB5-4F4D-9EE3-97C5E8C6A071}" presName="hierRoot2" presStyleCnt="0">
        <dgm:presLayoutVars>
          <dgm:hierBranch val="init"/>
        </dgm:presLayoutVars>
      </dgm:prSet>
      <dgm:spPr/>
    </dgm:pt>
    <dgm:pt modelId="{007B88DC-3C75-4D53-95ED-15A6A015525A}" type="pres">
      <dgm:prSet presAssocID="{70BEBBA1-BDB5-4F4D-9EE3-97C5E8C6A071}" presName="rootComposite" presStyleCnt="0"/>
      <dgm:spPr/>
    </dgm:pt>
    <dgm:pt modelId="{876FEB53-1080-400C-959B-97D66839DC37}" type="pres">
      <dgm:prSet presAssocID="{70BEBBA1-BDB5-4F4D-9EE3-97C5E8C6A071}" presName="rootText" presStyleLbl="node2" presStyleIdx="1" presStyleCnt="3" custLinFactNeighborY="-2027">
        <dgm:presLayoutVars>
          <dgm:chPref val="3"/>
        </dgm:presLayoutVars>
      </dgm:prSet>
      <dgm:spPr>
        <a:xfrm>
          <a:off x="1240212" y="783015"/>
          <a:ext cx="1024774" cy="512387"/>
        </a:xfrm>
        <a:prstGeom prst="rect">
          <a:avLst/>
        </a:prstGeom>
      </dgm:spPr>
    </dgm:pt>
    <dgm:pt modelId="{7EB651AF-41BC-47A0-AA10-4F89CA54E0D4}" type="pres">
      <dgm:prSet presAssocID="{70BEBBA1-BDB5-4F4D-9EE3-97C5E8C6A071}" presName="rootConnector" presStyleLbl="node2" presStyleIdx="1" presStyleCnt="3"/>
      <dgm:spPr/>
    </dgm:pt>
    <dgm:pt modelId="{AE8BC26E-6762-4784-8229-70DC70B2EC76}" type="pres">
      <dgm:prSet presAssocID="{70BEBBA1-BDB5-4F4D-9EE3-97C5E8C6A071}" presName="hierChild4" presStyleCnt="0"/>
      <dgm:spPr/>
    </dgm:pt>
    <dgm:pt modelId="{E73CA698-AA23-4122-B1F8-A3213C1AD678}" type="pres">
      <dgm:prSet presAssocID="{70BEBBA1-BDB5-4F4D-9EE3-97C5E8C6A071}" presName="hierChild5" presStyleCnt="0"/>
      <dgm:spPr/>
    </dgm:pt>
    <dgm:pt modelId="{056C0B25-EBED-4302-A728-23256D7F9B21}" type="pres">
      <dgm:prSet presAssocID="{C48154D7-5EE0-45C0-86B6-CC50D48AC6A0}" presName="Name37" presStyleLbl="parChTrans1D2" presStyleIdx="2" presStyleCnt="3"/>
      <dgm:spPr/>
    </dgm:pt>
    <dgm:pt modelId="{82317367-0EAF-4709-94C5-0BA65F4D4751}" type="pres">
      <dgm:prSet presAssocID="{D93D2DB4-5B9E-41D8-939A-84E3F4771062}" presName="hierRoot2" presStyleCnt="0">
        <dgm:presLayoutVars>
          <dgm:hierBranch val="init"/>
        </dgm:presLayoutVars>
      </dgm:prSet>
      <dgm:spPr/>
    </dgm:pt>
    <dgm:pt modelId="{AA9B398F-B099-4776-B5EF-892B7C6E7571}" type="pres">
      <dgm:prSet presAssocID="{D93D2DB4-5B9E-41D8-939A-84E3F4771062}" presName="rootComposite" presStyleCnt="0"/>
      <dgm:spPr/>
    </dgm:pt>
    <dgm:pt modelId="{0C21DFBD-3BFF-4305-92C5-5793E563FE98}" type="pres">
      <dgm:prSet presAssocID="{D93D2DB4-5B9E-41D8-939A-84E3F4771062}" presName="rootText" presStyleLbl="node2" presStyleIdx="2" presStyleCnt="3">
        <dgm:presLayoutVars>
          <dgm:chPref val="3"/>
        </dgm:presLayoutVars>
      </dgm:prSet>
      <dgm:spPr/>
    </dgm:pt>
    <dgm:pt modelId="{D127EF59-6AC6-4C46-AEB6-FD1BA2E01924}" type="pres">
      <dgm:prSet presAssocID="{D93D2DB4-5B9E-41D8-939A-84E3F4771062}" presName="rootConnector" presStyleLbl="node2" presStyleIdx="2" presStyleCnt="3"/>
      <dgm:spPr/>
    </dgm:pt>
    <dgm:pt modelId="{0A4E9C8A-E5DF-4730-A38F-D2F4AB80853A}" type="pres">
      <dgm:prSet presAssocID="{D93D2DB4-5B9E-41D8-939A-84E3F4771062}" presName="hierChild4" presStyleCnt="0"/>
      <dgm:spPr/>
    </dgm:pt>
    <dgm:pt modelId="{D308F842-7141-4C8F-A2E8-6B5E9AEC4FDD}" type="pres">
      <dgm:prSet presAssocID="{D93D2DB4-5B9E-41D8-939A-84E3F4771062}" presName="hierChild5" presStyleCnt="0"/>
      <dgm:spPr/>
    </dgm:pt>
    <dgm:pt modelId="{C52980E4-9455-47E3-8769-8D79014C8532}" type="pres">
      <dgm:prSet presAssocID="{74515737-62E4-45D0-9671-472EA83ABD84}" presName="hierChild3" presStyleCnt="0"/>
      <dgm:spPr/>
    </dgm:pt>
  </dgm:ptLst>
  <dgm:cxnLst>
    <dgm:cxn modelId="{0E88070C-B56F-4D74-BB8E-7D9EBAC55037}" type="presOf" srcId="{D93D2DB4-5B9E-41D8-939A-84E3F4771062}" destId="{D127EF59-6AC6-4C46-AEB6-FD1BA2E01924}" srcOrd="1" destOrd="0" presId="urn:microsoft.com/office/officeart/2005/8/layout/orgChart1"/>
    <dgm:cxn modelId="{0BB35127-78BA-4F7F-AD48-6F2C2E4CEB2C}" type="presOf" srcId="{C97FB5C7-2446-42A7-A8AE-13B6ED08AD69}" destId="{4B8DE362-063B-4884-9704-10E76F73B436}" srcOrd="0" destOrd="0" presId="urn:microsoft.com/office/officeart/2005/8/layout/orgChart1"/>
    <dgm:cxn modelId="{23E56B34-C610-4EB1-8AB6-52160B86C693}" srcId="{74515737-62E4-45D0-9671-472EA83ABD84}" destId="{70BEBBA1-BDB5-4F4D-9EE3-97C5E8C6A071}" srcOrd="1" destOrd="0" parTransId="{EA6420CF-7B36-4F16-BFEC-4D6B8FD6AF3F}" sibTransId="{9F3D0357-54A1-4FF0-A802-6545767E5783}"/>
    <dgm:cxn modelId="{2AE24A3A-1A88-4E22-A085-FAE24BC2A2A4}" type="presOf" srcId="{4634DB80-7182-4B0A-B55D-1D82F1B89875}" destId="{2281C2C2-F99A-42FE-B029-633DDF8CC242}" srcOrd="0" destOrd="0" presId="urn:microsoft.com/office/officeart/2005/8/layout/orgChart1"/>
    <dgm:cxn modelId="{C4642760-B5A8-438C-A108-4640CA728565}" srcId="{74515737-62E4-45D0-9671-472EA83ABD84}" destId="{6970066C-477A-4BD0-8B3B-4ED35D89E282}" srcOrd="0" destOrd="0" parTransId="{C97FB5C7-2446-42A7-A8AE-13B6ED08AD69}" sibTransId="{985D6765-E5D5-427E-A6AD-C55B345002D1}"/>
    <dgm:cxn modelId="{55979964-0C24-428E-BDA6-3B46EF276D9A}" type="presOf" srcId="{70BEBBA1-BDB5-4F4D-9EE3-97C5E8C6A071}" destId="{876FEB53-1080-400C-959B-97D66839DC37}" srcOrd="0" destOrd="0" presId="urn:microsoft.com/office/officeart/2005/8/layout/orgChart1"/>
    <dgm:cxn modelId="{2EDBD145-F9F5-4E1F-845B-5A6FC93532CF}" type="presOf" srcId="{74515737-62E4-45D0-9671-472EA83ABD84}" destId="{70CB499F-359E-483B-ABAE-EDA4E468D418}" srcOrd="1" destOrd="0" presId="urn:microsoft.com/office/officeart/2005/8/layout/orgChart1"/>
    <dgm:cxn modelId="{8E24BA6C-BF76-459F-AE18-4DFED9F773AE}" srcId="{74515737-62E4-45D0-9671-472EA83ABD84}" destId="{D93D2DB4-5B9E-41D8-939A-84E3F4771062}" srcOrd="2" destOrd="0" parTransId="{C48154D7-5EE0-45C0-86B6-CC50D48AC6A0}" sibTransId="{1305607A-24AD-46C1-AACE-78EBB5849EDA}"/>
    <dgm:cxn modelId="{4CD91C72-50AF-4775-A34A-27B2DEC22C7A}" type="presOf" srcId="{74515737-62E4-45D0-9671-472EA83ABD84}" destId="{F2389BE3-1F1E-47B9-ADF9-F35F2B4032EF}" srcOrd="0" destOrd="0" presId="urn:microsoft.com/office/officeart/2005/8/layout/orgChart1"/>
    <dgm:cxn modelId="{20D54C5A-96F4-43CF-9AE8-474B14B85D64}" type="presOf" srcId="{6970066C-477A-4BD0-8B3B-4ED35D89E282}" destId="{FC1DC34A-D5E2-4FBC-B4A2-82031269CBB5}" srcOrd="1" destOrd="0" presId="urn:microsoft.com/office/officeart/2005/8/layout/orgChart1"/>
    <dgm:cxn modelId="{7564259F-2AE4-4201-B561-65A448748692}" type="presOf" srcId="{D93D2DB4-5B9E-41D8-939A-84E3F4771062}" destId="{0C21DFBD-3BFF-4305-92C5-5793E563FE98}" srcOrd="0" destOrd="0" presId="urn:microsoft.com/office/officeart/2005/8/layout/orgChart1"/>
    <dgm:cxn modelId="{DEB4E5A1-7322-47E7-8867-98C9455D6B46}" type="presOf" srcId="{C48154D7-5EE0-45C0-86B6-CC50D48AC6A0}" destId="{056C0B25-EBED-4302-A728-23256D7F9B21}" srcOrd="0" destOrd="0" presId="urn:microsoft.com/office/officeart/2005/8/layout/orgChart1"/>
    <dgm:cxn modelId="{9EC88DA2-CB06-46A7-9860-F20E99F98984}" type="presOf" srcId="{6970066C-477A-4BD0-8B3B-4ED35D89E282}" destId="{96265E15-1A3C-4DA0-90D3-DD1D775274E2}" srcOrd="0" destOrd="0" presId="urn:microsoft.com/office/officeart/2005/8/layout/orgChart1"/>
    <dgm:cxn modelId="{942F54C9-4B8D-4D8A-8B48-7FF42FF4EABA}" type="presOf" srcId="{70BEBBA1-BDB5-4F4D-9EE3-97C5E8C6A071}" destId="{7EB651AF-41BC-47A0-AA10-4F89CA54E0D4}" srcOrd="1" destOrd="0" presId="urn:microsoft.com/office/officeart/2005/8/layout/orgChart1"/>
    <dgm:cxn modelId="{3451C7E5-BBDD-4CAF-A305-01BBA11AFCEA}" srcId="{4634DB80-7182-4B0A-B55D-1D82F1B89875}" destId="{74515737-62E4-45D0-9671-472EA83ABD84}" srcOrd="0" destOrd="0" parTransId="{C287FBA3-8638-4B4F-98B0-86C11C60B5D6}" sibTransId="{3D09EA33-55F8-4AA5-BF1F-A375D60A08CA}"/>
    <dgm:cxn modelId="{A6DA17FF-EE0A-4BCD-8D62-F5A2747CD09F}" type="presOf" srcId="{EA6420CF-7B36-4F16-BFEC-4D6B8FD6AF3F}" destId="{2071776E-B03B-4D82-BAFF-B2CF8855B0DF}" srcOrd="0" destOrd="0" presId="urn:microsoft.com/office/officeart/2005/8/layout/orgChart1"/>
    <dgm:cxn modelId="{FA8DF892-C110-4A67-B24D-E3A720E55ED5}" type="presParOf" srcId="{2281C2C2-F99A-42FE-B029-633DDF8CC242}" destId="{805D2718-7720-4050-BBE9-74F2D6D5437C}" srcOrd="0" destOrd="0" presId="urn:microsoft.com/office/officeart/2005/8/layout/orgChart1"/>
    <dgm:cxn modelId="{C92745C2-CE82-4BEB-9EEE-697871DBF29F}" type="presParOf" srcId="{805D2718-7720-4050-BBE9-74F2D6D5437C}" destId="{E57AB50E-7852-4D30-AC3C-814471AE693D}" srcOrd="0" destOrd="0" presId="urn:microsoft.com/office/officeart/2005/8/layout/orgChart1"/>
    <dgm:cxn modelId="{0742B447-9C53-4875-B6DF-AE88EF207BEF}" type="presParOf" srcId="{E57AB50E-7852-4D30-AC3C-814471AE693D}" destId="{F2389BE3-1F1E-47B9-ADF9-F35F2B4032EF}" srcOrd="0" destOrd="0" presId="urn:microsoft.com/office/officeart/2005/8/layout/orgChart1"/>
    <dgm:cxn modelId="{FC0528DC-7E60-4F8D-BB37-2DC2FFDAD2C1}" type="presParOf" srcId="{E57AB50E-7852-4D30-AC3C-814471AE693D}" destId="{70CB499F-359E-483B-ABAE-EDA4E468D418}" srcOrd="1" destOrd="0" presId="urn:microsoft.com/office/officeart/2005/8/layout/orgChart1"/>
    <dgm:cxn modelId="{1E7FA3E3-AD11-47EB-BE4B-8440B31D160D}" type="presParOf" srcId="{805D2718-7720-4050-BBE9-74F2D6D5437C}" destId="{E30B155A-BFBC-49A7-80C4-DA4E758B7DCC}" srcOrd="1" destOrd="0" presId="urn:microsoft.com/office/officeart/2005/8/layout/orgChart1"/>
    <dgm:cxn modelId="{233D5FBF-A306-432A-BEAB-D81160542254}" type="presParOf" srcId="{E30B155A-BFBC-49A7-80C4-DA4E758B7DCC}" destId="{4B8DE362-063B-4884-9704-10E76F73B436}" srcOrd="0" destOrd="0" presId="urn:microsoft.com/office/officeart/2005/8/layout/orgChart1"/>
    <dgm:cxn modelId="{232D90E5-D75B-44E8-B8FB-1620ADBD94B2}" type="presParOf" srcId="{E30B155A-BFBC-49A7-80C4-DA4E758B7DCC}" destId="{3E550B5E-CDFB-49CF-B08D-80C3E083985F}" srcOrd="1" destOrd="0" presId="urn:microsoft.com/office/officeart/2005/8/layout/orgChart1"/>
    <dgm:cxn modelId="{324F1D61-3D86-4A01-A3D8-D820DA83512A}" type="presParOf" srcId="{3E550B5E-CDFB-49CF-B08D-80C3E083985F}" destId="{21766DD9-A674-498D-87BD-682916497655}" srcOrd="0" destOrd="0" presId="urn:microsoft.com/office/officeart/2005/8/layout/orgChart1"/>
    <dgm:cxn modelId="{B4521428-6E0F-4AAA-BFDB-BFB0FB7013CF}" type="presParOf" srcId="{21766DD9-A674-498D-87BD-682916497655}" destId="{96265E15-1A3C-4DA0-90D3-DD1D775274E2}" srcOrd="0" destOrd="0" presId="urn:microsoft.com/office/officeart/2005/8/layout/orgChart1"/>
    <dgm:cxn modelId="{CBE74FB5-D7E8-46C4-8D89-D2FB89724707}" type="presParOf" srcId="{21766DD9-A674-498D-87BD-682916497655}" destId="{FC1DC34A-D5E2-4FBC-B4A2-82031269CBB5}" srcOrd="1" destOrd="0" presId="urn:microsoft.com/office/officeart/2005/8/layout/orgChart1"/>
    <dgm:cxn modelId="{98229E8C-78B9-468D-8A0A-7C52604CE1D2}" type="presParOf" srcId="{3E550B5E-CDFB-49CF-B08D-80C3E083985F}" destId="{142D1806-C0EA-4B0B-91B0-F747C21F5E0D}" srcOrd="1" destOrd="0" presId="urn:microsoft.com/office/officeart/2005/8/layout/orgChart1"/>
    <dgm:cxn modelId="{B7A0E226-FA68-4FAD-8839-6E374C1CBFEA}" type="presParOf" srcId="{3E550B5E-CDFB-49CF-B08D-80C3E083985F}" destId="{B40E8482-CE76-44B6-B271-EA6F529673AB}" srcOrd="2" destOrd="0" presId="urn:microsoft.com/office/officeart/2005/8/layout/orgChart1"/>
    <dgm:cxn modelId="{CD2D73B7-CC0C-414D-B6A5-CBD0CA7F7CB2}" type="presParOf" srcId="{E30B155A-BFBC-49A7-80C4-DA4E758B7DCC}" destId="{2071776E-B03B-4D82-BAFF-B2CF8855B0DF}" srcOrd="2" destOrd="0" presId="urn:microsoft.com/office/officeart/2005/8/layout/orgChart1"/>
    <dgm:cxn modelId="{955A193A-A2A4-43B7-8156-BE5A9A3F8A39}" type="presParOf" srcId="{E30B155A-BFBC-49A7-80C4-DA4E758B7DCC}" destId="{16C77C8D-5C25-4524-A3B1-FDB6BFF3FD95}" srcOrd="3" destOrd="0" presId="urn:microsoft.com/office/officeart/2005/8/layout/orgChart1"/>
    <dgm:cxn modelId="{69EAE265-643F-4BE1-A462-91C720E45274}" type="presParOf" srcId="{16C77C8D-5C25-4524-A3B1-FDB6BFF3FD95}" destId="{007B88DC-3C75-4D53-95ED-15A6A015525A}" srcOrd="0" destOrd="0" presId="urn:microsoft.com/office/officeart/2005/8/layout/orgChart1"/>
    <dgm:cxn modelId="{CF35263A-8698-46F4-9C80-1EEBB835BB4E}" type="presParOf" srcId="{007B88DC-3C75-4D53-95ED-15A6A015525A}" destId="{876FEB53-1080-400C-959B-97D66839DC37}" srcOrd="0" destOrd="0" presId="urn:microsoft.com/office/officeart/2005/8/layout/orgChart1"/>
    <dgm:cxn modelId="{F37A7B20-7D78-4ED5-9019-26BFA905016B}" type="presParOf" srcId="{007B88DC-3C75-4D53-95ED-15A6A015525A}" destId="{7EB651AF-41BC-47A0-AA10-4F89CA54E0D4}" srcOrd="1" destOrd="0" presId="urn:microsoft.com/office/officeart/2005/8/layout/orgChart1"/>
    <dgm:cxn modelId="{08A7AF4C-1D0B-414A-B66A-2222DC5B36D4}" type="presParOf" srcId="{16C77C8D-5C25-4524-A3B1-FDB6BFF3FD95}" destId="{AE8BC26E-6762-4784-8229-70DC70B2EC76}" srcOrd="1" destOrd="0" presId="urn:microsoft.com/office/officeart/2005/8/layout/orgChart1"/>
    <dgm:cxn modelId="{5257191B-55BE-4770-AC65-5B7A16D229A2}" type="presParOf" srcId="{16C77C8D-5C25-4524-A3B1-FDB6BFF3FD95}" destId="{E73CA698-AA23-4122-B1F8-A3213C1AD678}" srcOrd="2" destOrd="0" presId="urn:microsoft.com/office/officeart/2005/8/layout/orgChart1"/>
    <dgm:cxn modelId="{6E0B4BFE-242C-46C8-AE27-A43DEEE0ACE0}" type="presParOf" srcId="{E30B155A-BFBC-49A7-80C4-DA4E758B7DCC}" destId="{056C0B25-EBED-4302-A728-23256D7F9B21}" srcOrd="4" destOrd="0" presId="urn:microsoft.com/office/officeart/2005/8/layout/orgChart1"/>
    <dgm:cxn modelId="{62D74AD8-49A9-4AAD-936F-179CB6F2E89D}" type="presParOf" srcId="{E30B155A-BFBC-49A7-80C4-DA4E758B7DCC}" destId="{82317367-0EAF-4709-94C5-0BA65F4D4751}" srcOrd="5" destOrd="0" presId="urn:microsoft.com/office/officeart/2005/8/layout/orgChart1"/>
    <dgm:cxn modelId="{C579C6B2-F0E9-48B3-80F2-9C96ABFB6EF8}" type="presParOf" srcId="{82317367-0EAF-4709-94C5-0BA65F4D4751}" destId="{AA9B398F-B099-4776-B5EF-892B7C6E7571}" srcOrd="0" destOrd="0" presId="urn:microsoft.com/office/officeart/2005/8/layout/orgChart1"/>
    <dgm:cxn modelId="{12F24F6B-9F50-4039-BD62-C1A7436CC42A}" type="presParOf" srcId="{AA9B398F-B099-4776-B5EF-892B7C6E7571}" destId="{0C21DFBD-3BFF-4305-92C5-5793E563FE98}" srcOrd="0" destOrd="0" presId="urn:microsoft.com/office/officeart/2005/8/layout/orgChart1"/>
    <dgm:cxn modelId="{8822DF0C-9E1B-4E8E-904C-75035C85F472}" type="presParOf" srcId="{AA9B398F-B099-4776-B5EF-892B7C6E7571}" destId="{D127EF59-6AC6-4C46-AEB6-FD1BA2E01924}" srcOrd="1" destOrd="0" presId="urn:microsoft.com/office/officeart/2005/8/layout/orgChart1"/>
    <dgm:cxn modelId="{945B9D99-EE78-44A1-9622-1A69AE4E180A}" type="presParOf" srcId="{82317367-0EAF-4709-94C5-0BA65F4D4751}" destId="{0A4E9C8A-E5DF-4730-A38F-D2F4AB80853A}" srcOrd="1" destOrd="0" presId="urn:microsoft.com/office/officeart/2005/8/layout/orgChart1"/>
    <dgm:cxn modelId="{1F11D072-EC71-4F60-8025-276BF4E4F6A7}" type="presParOf" srcId="{82317367-0EAF-4709-94C5-0BA65F4D4751}" destId="{D308F842-7141-4C8F-A2E8-6B5E9AEC4FDD}" srcOrd="2" destOrd="0" presId="urn:microsoft.com/office/officeart/2005/8/layout/orgChart1"/>
    <dgm:cxn modelId="{119F181D-C6EE-46FF-A452-439BE85DC184}" type="presParOf" srcId="{805D2718-7720-4050-BBE9-74F2D6D5437C}" destId="{C52980E4-9455-47E3-8769-8D79014C8532}"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34DB80-7182-4B0A-B55D-1D82F1B8987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74515737-62E4-45D0-9671-472EA83ABD84}">
      <dgm:prSet phldrT="[Text]"/>
      <dgm:spPr/>
      <dgm:t>
        <a:bodyPr/>
        <a:lstStyle/>
        <a:p>
          <a:r>
            <a:rPr lang="en-US" dirty="0"/>
            <a:t>Inventory classification</a:t>
          </a:r>
          <a:endParaRPr lang="en-ZA" dirty="0"/>
        </a:p>
      </dgm:t>
    </dgm:pt>
    <dgm:pt modelId="{C287FBA3-8638-4B4F-98B0-86C11C60B5D6}" type="parTrans" cxnId="{3451C7E5-BBDD-4CAF-A305-01BBA11AFCEA}">
      <dgm:prSet/>
      <dgm:spPr/>
      <dgm:t>
        <a:bodyPr/>
        <a:lstStyle/>
        <a:p>
          <a:endParaRPr lang="en-ZA"/>
        </a:p>
      </dgm:t>
    </dgm:pt>
    <dgm:pt modelId="{3D09EA33-55F8-4AA5-BF1F-A375D60A08CA}" type="sibTrans" cxnId="{3451C7E5-BBDD-4CAF-A305-01BBA11AFCEA}">
      <dgm:prSet/>
      <dgm:spPr/>
      <dgm:t>
        <a:bodyPr/>
        <a:lstStyle/>
        <a:p>
          <a:endParaRPr lang="en-ZA"/>
        </a:p>
      </dgm:t>
    </dgm:pt>
    <dgm:pt modelId="{6970066C-477A-4BD0-8B3B-4ED35D89E282}">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8890" tIns="8890" rIns="8890" bIns="8890" numCol="1" spcCol="1270" anchor="ctr" anchorCtr="0"/>
        <a:lstStyle/>
        <a:p>
          <a:pPr marL="0" lvl="0" indent="0" algn="ctr" defTabSz="622300">
            <a:lnSpc>
              <a:spcPct val="90000"/>
            </a:lnSpc>
            <a:spcBef>
              <a:spcPct val="0"/>
            </a:spcBef>
            <a:spcAft>
              <a:spcPct val="35000"/>
            </a:spcAft>
            <a:buNone/>
          </a:pPr>
          <a:r>
            <a:rPr lang="en-US" sz="1400" kern="1200" dirty="0">
              <a:solidFill>
                <a:prstClr val="white"/>
              </a:solidFill>
              <a:latin typeface="Tahoma"/>
              <a:ea typeface="ＭＳ Ｐゴシック"/>
              <a:cs typeface="+mn-cs"/>
            </a:rPr>
            <a:t>Raw materials</a:t>
          </a:r>
          <a:endParaRPr lang="en-ZA" sz="1400" kern="1200" dirty="0">
            <a:solidFill>
              <a:prstClr val="white"/>
            </a:solidFill>
            <a:latin typeface="Tahoma"/>
            <a:ea typeface="ＭＳ Ｐゴシック"/>
            <a:cs typeface="+mn-cs"/>
          </a:endParaRPr>
        </a:p>
      </dgm:t>
    </dgm:pt>
    <dgm:pt modelId="{C97FB5C7-2446-42A7-A8AE-13B6ED08AD69}" type="parTrans" cxnId="{C4642760-B5A8-438C-A108-4640CA728565}">
      <dgm:prSet/>
      <dgm:spPr/>
      <dgm:t>
        <a:bodyPr/>
        <a:lstStyle/>
        <a:p>
          <a:endParaRPr lang="en-ZA"/>
        </a:p>
      </dgm:t>
    </dgm:pt>
    <dgm:pt modelId="{985D6765-E5D5-427E-A6AD-C55B345002D1}" type="sibTrans" cxnId="{C4642760-B5A8-438C-A108-4640CA728565}">
      <dgm:prSet/>
      <dgm:spPr/>
      <dgm:t>
        <a:bodyPr/>
        <a:lstStyle/>
        <a:p>
          <a:endParaRPr lang="en-ZA"/>
        </a:p>
      </dgm:t>
    </dgm:pt>
    <dgm:pt modelId="{70BEBBA1-BDB5-4F4D-9EE3-97C5E8C6A071}">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8890" tIns="8890" rIns="8890" bIns="8890" numCol="1" spcCol="1270" anchor="ctr" anchorCtr="0"/>
        <a:lstStyle/>
        <a:p>
          <a:pPr marL="0" lvl="0" indent="0" algn="ctr" defTabSz="622300">
            <a:lnSpc>
              <a:spcPct val="90000"/>
            </a:lnSpc>
            <a:spcBef>
              <a:spcPct val="0"/>
            </a:spcBef>
            <a:spcAft>
              <a:spcPct val="35000"/>
            </a:spcAft>
            <a:buNone/>
          </a:pPr>
          <a:r>
            <a:rPr lang="en-US" sz="1400" kern="1200" dirty="0">
              <a:solidFill>
                <a:prstClr val="white"/>
              </a:solidFill>
              <a:latin typeface="Tahoma"/>
              <a:ea typeface="ＭＳ Ｐゴシック"/>
              <a:cs typeface="+mn-cs"/>
            </a:rPr>
            <a:t>Work-in-progress</a:t>
          </a:r>
          <a:endParaRPr lang="en-ZA" sz="1400" kern="1200" dirty="0">
            <a:solidFill>
              <a:prstClr val="white"/>
            </a:solidFill>
            <a:latin typeface="Tahoma"/>
            <a:ea typeface="ＭＳ Ｐゴシック"/>
            <a:cs typeface="+mn-cs"/>
          </a:endParaRPr>
        </a:p>
      </dgm:t>
    </dgm:pt>
    <dgm:pt modelId="{EA6420CF-7B36-4F16-BFEC-4D6B8FD6AF3F}" type="parTrans" cxnId="{23E56B34-C610-4EB1-8AB6-52160B86C693}">
      <dgm:prSet/>
      <dgm:spPr/>
      <dgm:t>
        <a:bodyPr/>
        <a:lstStyle/>
        <a:p>
          <a:endParaRPr lang="en-ZA"/>
        </a:p>
      </dgm:t>
    </dgm:pt>
    <dgm:pt modelId="{9F3D0357-54A1-4FF0-A802-6545767E5783}" type="sibTrans" cxnId="{23E56B34-C610-4EB1-8AB6-52160B86C693}">
      <dgm:prSet/>
      <dgm:spPr/>
      <dgm:t>
        <a:bodyPr/>
        <a:lstStyle/>
        <a:p>
          <a:endParaRPr lang="en-ZA"/>
        </a:p>
      </dgm:t>
    </dgm:pt>
    <dgm:pt modelId="{D93D2DB4-5B9E-41D8-939A-84E3F4771062}">
      <dgm:prSet phldrT="[Text]" custT="1"/>
      <dgm:spPr>
        <a:solidFill>
          <a:srgbClr val="C0504D">
            <a:lumMod val="40000"/>
            <a:lumOff val="60000"/>
          </a:srgbClr>
        </a:solidFill>
        <a:ln w="25400" cap="flat" cmpd="sng" algn="ctr">
          <a:solidFill>
            <a:srgbClr val="C0504D">
              <a:lumMod val="40000"/>
              <a:lumOff val="60000"/>
            </a:srgbClr>
          </a:solidFill>
          <a:prstDash val="solid"/>
        </a:ln>
        <a:effectLst/>
      </dgm:spPr>
      <dgm:t>
        <a:bodyPr spcFirstLastPara="0" vert="horz" wrap="square" lIns="8890" tIns="8890" rIns="8890" bIns="8890" numCol="1" spcCol="1270" anchor="ctr" anchorCtr="0"/>
        <a:lstStyle/>
        <a:p>
          <a:r>
            <a:rPr lang="en-US" sz="1400" kern="1200" dirty="0">
              <a:solidFill>
                <a:schemeClr val="tx1"/>
              </a:solidFill>
              <a:latin typeface="Tahoma"/>
              <a:ea typeface="ＭＳ Ｐゴシック"/>
              <a:cs typeface="+mn-cs"/>
            </a:rPr>
            <a:t>Finished</a:t>
          </a:r>
          <a:r>
            <a:rPr lang="en-US" sz="1400" kern="1200" dirty="0">
              <a:solidFill>
                <a:schemeClr val="tx1"/>
              </a:solidFill>
            </a:rPr>
            <a:t> goods</a:t>
          </a:r>
          <a:endParaRPr lang="en-ZA" sz="1400" kern="1200" dirty="0">
            <a:solidFill>
              <a:schemeClr val="tx1"/>
            </a:solidFill>
          </a:endParaRPr>
        </a:p>
      </dgm:t>
    </dgm:pt>
    <dgm:pt modelId="{C48154D7-5EE0-45C0-86B6-CC50D48AC6A0}" type="parTrans" cxnId="{8E24BA6C-BF76-459F-AE18-4DFED9F773AE}">
      <dgm:prSet/>
      <dgm:spPr/>
      <dgm:t>
        <a:bodyPr/>
        <a:lstStyle/>
        <a:p>
          <a:endParaRPr lang="en-ZA"/>
        </a:p>
      </dgm:t>
    </dgm:pt>
    <dgm:pt modelId="{1305607A-24AD-46C1-AACE-78EBB5849EDA}" type="sibTrans" cxnId="{8E24BA6C-BF76-459F-AE18-4DFED9F773AE}">
      <dgm:prSet/>
      <dgm:spPr/>
      <dgm:t>
        <a:bodyPr/>
        <a:lstStyle/>
        <a:p>
          <a:endParaRPr lang="en-ZA"/>
        </a:p>
      </dgm:t>
    </dgm:pt>
    <dgm:pt modelId="{2281C2C2-F99A-42FE-B029-633DDF8CC242}" type="pres">
      <dgm:prSet presAssocID="{4634DB80-7182-4B0A-B55D-1D82F1B89875}" presName="hierChild1" presStyleCnt="0">
        <dgm:presLayoutVars>
          <dgm:orgChart val="1"/>
          <dgm:chPref val="1"/>
          <dgm:dir/>
          <dgm:animOne val="branch"/>
          <dgm:animLvl val="lvl"/>
          <dgm:resizeHandles/>
        </dgm:presLayoutVars>
      </dgm:prSet>
      <dgm:spPr/>
    </dgm:pt>
    <dgm:pt modelId="{805D2718-7720-4050-BBE9-74F2D6D5437C}" type="pres">
      <dgm:prSet presAssocID="{74515737-62E4-45D0-9671-472EA83ABD84}" presName="hierRoot1" presStyleCnt="0">
        <dgm:presLayoutVars>
          <dgm:hierBranch val="init"/>
        </dgm:presLayoutVars>
      </dgm:prSet>
      <dgm:spPr/>
    </dgm:pt>
    <dgm:pt modelId="{E57AB50E-7852-4D30-AC3C-814471AE693D}" type="pres">
      <dgm:prSet presAssocID="{74515737-62E4-45D0-9671-472EA83ABD84}" presName="rootComposite1" presStyleCnt="0"/>
      <dgm:spPr/>
    </dgm:pt>
    <dgm:pt modelId="{F2389BE3-1F1E-47B9-ADF9-F35F2B4032EF}" type="pres">
      <dgm:prSet presAssocID="{74515737-62E4-45D0-9671-472EA83ABD84}" presName="rootText1" presStyleLbl="node0" presStyleIdx="0" presStyleCnt="1">
        <dgm:presLayoutVars>
          <dgm:chPref val="3"/>
        </dgm:presLayoutVars>
      </dgm:prSet>
      <dgm:spPr/>
    </dgm:pt>
    <dgm:pt modelId="{70CB499F-359E-483B-ABAE-EDA4E468D418}" type="pres">
      <dgm:prSet presAssocID="{74515737-62E4-45D0-9671-472EA83ABD84}" presName="rootConnector1" presStyleLbl="node1" presStyleIdx="0" presStyleCnt="0"/>
      <dgm:spPr/>
    </dgm:pt>
    <dgm:pt modelId="{E30B155A-BFBC-49A7-80C4-DA4E758B7DCC}" type="pres">
      <dgm:prSet presAssocID="{74515737-62E4-45D0-9671-472EA83ABD84}" presName="hierChild2" presStyleCnt="0"/>
      <dgm:spPr/>
    </dgm:pt>
    <dgm:pt modelId="{4B8DE362-063B-4884-9704-10E76F73B436}" type="pres">
      <dgm:prSet presAssocID="{C97FB5C7-2446-42A7-A8AE-13B6ED08AD69}" presName="Name37" presStyleLbl="parChTrans1D2" presStyleIdx="0" presStyleCnt="3"/>
      <dgm:spPr/>
    </dgm:pt>
    <dgm:pt modelId="{3E550B5E-CDFB-49CF-B08D-80C3E083985F}" type="pres">
      <dgm:prSet presAssocID="{6970066C-477A-4BD0-8B3B-4ED35D89E282}" presName="hierRoot2" presStyleCnt="0">
        <dgm:presLayoutVars>
          <dgm:hierBranch val="init"/>
        </dgm:presLayoutVars>
      </dgm:prSet>
      <dgm:spPr/>
    </dgm:pt>
    <dgm:pt modelId="{21766DD9-A674-498D-87BD-682916497655}" type="pres">
      <dgm:prSet presAssocID="{6970066C-477A-4BD0-8B3B-4ED35D89E282}" presName="rootComposite" presStyleCnt="0"/>
      <dgm:spPr/>
    </dgm:pt>
    <dgm:pt modelId="{96265E15-1A3C-4DA0-90D3-DD1D775274E2}" type="pres">
      <dgm:prSet presAssocID="{6970066C-477A-4BD0-8B3B-4ED35D89E282}" presName="rootText" presStyleLbl="node2" presStyleIdx="0" presStyleCnt="3">
        <dgm:presLayoutVars>
          <dgm:chPref val="3"/>
        </dgm:presLayoutVars>
      </dgm:prSet>
      <dgm:spPr>
        <a:xfrm>
          <a:off x="235" y="793401"/>
          <a:ext cx="1024774" cy="512387"/>
        </a:xfrm>
        <a:prstGeom prst="rect">
          <a:avLst/>
        </a:prstGeom>
      </dgm:spPr>
    </dgm:pt>
    <dgm:pt modelId="{FC1DC34A-D5E2-4FBC-B4A2-82031269CBB5}" type="pres">
      <dgm:prSet presAssocID="{6970066C-477A-4BD0-8B3B-4ED35D89E282}" presName="rootConnector" presStyleLbl="node2" presStyleIdx="0" presStyleCnt="3"/>
      <dgm:spPr/>
    </dgm:pt>
    <dgm:pt modelId="{142D1806-C0EA-4B0B-91B0-F747C21F5E0D}" type="pres">
      <dgm:prSet presAssocID="{6970066C-477A-4BD0-8B3B-4ED35D89E282}" presName="hierChild4" presStyleCnt="0"/>
      <dgm:spPr/>
    </dgm:pt>
    <dgm:pt modelId="{B40E8482-CE76-44B6-B271-EA6F529673AB}" type="pres">
      <dgm:prSet presAssocID="{6970066C-477A-4BD0-8B3B-4ED35D89E282}" presName="hierChild5" presStyleCnt="0"/>
      <dgm:spPr/>
    </dgm:pt>
    <dgm:pt modelId="{2071776E-B03B-4D82-BAFF-B2CF8855B0DF}" type="pres">
      <dgm:prSet presAssocID="{EA6420CF-7B36-4F16-BFEC-4D6B8FD6AF3F}" presName="Name37" presStyleLbl="parChTrans1D2" presStyleIdx="1" presStyleCnt="3"/>
      <dgm:spPr/>
    </dgm:pt>
    <dgm:pt modelId="{16C77C8D-5C25-4524-A3B1-FDB6BFF3FD95}" type="pres">
      <dgm:prSet presAssocID="{70BEBBA1-BDB5-4F4D-9EE3-97C5E8C6A071}" presName="hierRoot2" presStyleCnt="0">
        <dgm:presLayoutVars>
          <dgm:hierBranch val="init"/>
        </dgm:presLayoutVars>
      </dgm:prSet>
      <dgm:spPr/>
    </dgm:pt>
    <dgm:pt modelId="{007B88DC-3C75-4D53-95ED-15A6A015525A}" type="pres">
      <dgm:prSet presAssocID="{70BEBBA1-BDB5-4F4D-9EE3-97C5E8C6A071}" presName="rootComposite" presStyleCnt="0"/>
      <dgm:spPr/>
    </dgm:pt>
    <dgm:pt modelId="{876FEB53-1080-400C-959B-97D66839DC37}" type="pres">
      <dgm:prSet presAssocID="{70BEBBA1-BDB5-4F4D-9EE3-97C5E8C6A071}" presName="rootText" presStyleLbl="node2" presStyleIdx="1" presStyleCnt="3" custLinFactNeighborY="-2027">
        <dgm:presLayoutVars>
          <dgm:chPref val="3"/>
        </dgm:presLayoutVars>
      </dgm:prSet>
      <dgm:spPr>
        <a:xfrm>
          <a:off x="1240212" y="783015"/>
          <a:ext cx="1024774" cy="512387"/>
        </a:xfrm>
        <a:prstGeom prst="rect">
          <a:avLst/>
        </a:prstGeom>
      </dgm:spPr>
    </dgm:pt>
    <dgm:pt modelId="{7EB651AF-41BC-47A0-AA10-4F89CA54E0D4}" type="pres">
      <dgm:prSet presAssocID="{70BEBBA1-BDB5-4F4D-9EE3-97C5E8C6A071}" presName="rootConnector" presStyleLbl="node2" presStyleIdx="1" presStyleCnt="3"/>
      <dgm:spPr/>
    </dgm:pt>
    <dgm:pt modelId="{AE8BC26E-6762-4784-8229-70DC70B2EC76}" type="pres">
      <dgm:prSet presAssocID="{70BEBBA1-BDB5-4F4D-9EE3-97C5E8C6A071}" presName="hierChild4" presStyleCnt="0"/>
      <dgm:spPr/>
    </dgm:pt>
    <dgm:pt modelId="{E73CA698-AA23-4122-B1F8-A3213C1AD678}" type="pres">
      <dgm:prSet presAssocID="{70BEBBA1-BDB5-4F4D-9EE3-97C5E8C6A071}" presName="hierChild5" presStyleCnt="0"/>
      <dgm:spPr/>
    </dgm:pt>
    <dgm:pt modelId="{056C0B25-EBED-4302-A728-23256D7F9B21}" type="pres">
      <dgm:prSet presAssocID="{C48154D7-5EE0-45C0-86B6-CC50D48AC6A0}" presName="Name37" presStyleLbl="parChTrans1D2" presStyleIdx="2" presStyleCnt="3"/>
      <dgm:spPr/>
    </dgm:pt>
    <dgm:pt modelId="{82317367-0EAF-4709-94C5-0BA65F4D4751}" type="pres">
      <dgm:prSet presAssocID="{D93D2DB4-5B9E-41D8-939A-84E3F4771062}" presName="hierRoot2" presStyleCnt="0">
        <dgm:presLayoutVars>
          <dgm:hierBranch val="init"/>
        </dgm:presLayoutVars>
      </dgm:prSet>
      <dgm:spPr/>
    </dgm:pt>
    <dgm:pt modelId="{AA9B398F-B099-4776-B5EF-892B7C6E7571}" type="pres">
      <dgm:prSet presAssocID="{D93D2DB4-5B9E-41D8-939A-84E3F4771062}" presName="rootComposite" presStyleCnt="0"/>
      <dgm:spPr/>
    </dgm:pt>
    <dgm:pt modelId="{0C21DFBD-3BFF-4305-92C5-5793E563FE98}" type="pres">
      <dgm:prSet presAssocID="{D93D2DB4-5B9E-41D8-939A-84E3F4771062}" presName="rootText" presStyleLbl="node2" presStyleIdx="2" presStyleCnt="3">
        <dgm:presLayoutVars>
          <dgm:chPref val="3"/>
        </dgm:presLayoutVars>
      </dgm:prSet>
      <dgm:spPr>
        <a:xfrm>
          <a:off x="2480190" y="793401"/>
          <a:ext cx="1024774" cy="512387"/>
        </a:xfrm>
        <a:prstGeom prst="rect">
          <a:avLst/>
        </a:prstGeom>
      </dgm:spPr>
    </dgm:pt>
    <dgm:pt modelId="{D127EF59-6AC6-4C46-AEB6-FD1BA2E01924}" type="pres">
      <dgm:prSet presAssocID="{D93D2DB4-5B9E-41D8-939A-84E3F4771062}" presName="rootConnector" presStyleLbl="node2" presStyleIdx="2" presStyleCnt="3"/>
      <dgm:spPr/>
    </dgm:pt>
    <dgm:pt modelId="{0A4E9C8A-E5DF-4730-A38F-D2F4AB80853A}" type="pres">
      <dgm:prSet presAssocID="{D93D2DB4-5B9E-41D8-939A-84E3F4771062}" presName="hierChild4" presStyleCnt="0"/>
      <dgm:spPr/>
    </dgm:pt>
    <dgm:pt modelId="{D308F842-7141-4C8F-A2E8-6B5E9AEC4FDD}" type="pres">
      <dgm:prSet presAssocID="{D93D2DB4-5B9E-41D8-939A-84E3F4771062}" presName="hierChild5" presStyleCnt="0"/>
      <dgm:spPr/>
    </dgm:pt>
    <dgm:pt modelId="{C52980E4-9455-47E3-8769-8D79014C8532}" type="pres">
      <dgm:prSet presAssocID="{74515737-62E4-45D0-9671-472EA83ABD84}" presName="hierChild3" presStyleCnt="0"/>
      <dgm:spPr/>
    </dgm:pt>
  </dgm:ptLst>
  <dgm:cxnLst>
    <dgm:cxn modelId="{0E88070C-B56F-4D74-BB8E-7D9EBAC55037}" type="presOf" srcId="{D93D2DB4-5B9E-41D8-939A-84E3F4771062}" destId="{D127EF59-6AC6-4C46-AEB6-FD1BA2E01924}" srcOrd="1" destOrd="0" presId="urn:microsoft.com/office/officeart/2005/8/layout/orgChart1"/>
    <dgm:cxn modelId="{0BB35127-78BA-4F7F-AD48-6F2C2E4CEB2C}" type="presOf" srcId="{C97FB5C7-2446-42A7-A8AE-13B6ED08AD69}" destId="{4B8DE362-063B-4884-9704-10E76F73B436}" srcOrd="0" destOrd="0" presId="urn:microsoft.com/office/officeart/2005/8/layout/orgChart1"/>
    <dgm:cxn modelId="{23E56B34-C610-4EB1-8AB6-52160B86C693}" srcId="{74515737-62E4-45D0-9671-472EA83ABD84}" destId="{70BEBBA1-BDB5-4F4D-9EE3-97C5E8C6A071}" srcOrd="1" destOrd="0" parTransId="{EA6420CF-7B36-4F16-BFEC-4D6B8FD6AF3F}" sibTransId="{9F3D0357-54A1-4FF0-A802-6545767E5783}"/>
    <dgm:cxn modelId="{2AE24A3A-1A88-4E22-A085-FAE24BC2A2A4}" type="presOf" srcId="{4634DB80-7182-4B0A-B55D-1D82F1B89875}" destId="{2281C2C2-F99A-42FE-B029-633DDF8CC242}" srcOrd="0" destOrd="0" presId="urn:microsoft.com/office/officeart/2005/8/layout/orgChart1"/>
    <dgm:cxn modelId="{C4642760-B5A8-438C-A108-4640CA728565}" srcId="{74515737-62E4-45D0-9671-472EA83ABD84}" destId="{6970066C-477A-4BD0-8B3B-4ED35D89E282}" srcOrd="0" destOrd="0" parTransId="{C97FB5C7-2446-42A7-A8AE-13B6ED08AD69}" sibTransId="{985D6765-E5D5-427E-A6AD-C55B345002D1}"/>
    <dgm:cxn modelId="{55979964-0C24-428E-BDA6-3B46EF276D9A}" type="presOf" srcId="{70BEBBA1-BDB5-4F4D-9EE3-97C5E8C6A071}" destId="{876FEB53-1080-400C-959B-97D66839DC37}" srcOrd="0" destOrd="0" presId="urn:microsoft.com/office/officeart/2005/8/layout/orgChart1"/>
    <dgm:cxn modelId="{2EDBD145-F9F5-4E1F-845B-5A6FC93532CF}" type="presOf" srcId="{74515737-62E4-45D0-9671-472EA83ABD84}" destId="{70CB499F-359E-483B-ABAE-EDA4E468D418}" srcOrd="1" destOrd="0" presId="urn:microsoft.com/office/officeart/2005/8/layout/orgChart1"/>
    <dgm:cxn modelId="{8E24BA6C-BF76-459F-AE18-4DFED9F773AE}" srcId="{74515737-62E4-45D0-9671-472EA83ABD84}" destId="{D93D2DB4-5B9E-41D8-939A-84E3F4771062}" srcOrd="2" destOrd="0" parTransId="{C48154D7-5EE0-45C0-86B6-CC50D48AC6A0}" sibTransId="{1305607A-24AD-46C1-AACE-78EBB5849EDA}"/>
    <dgm:cxn modelId="{4CD91C72-50AF-4775-A34A-27B2DEC22C7A}" type="presOf" srcId="{74515737-62E4-45D0-9671-472EA83ABD84}" destId="{F2389BE3-1F1E-47B9-ADF9-F35F2B4032EF}" srcOrd="0" destOrd="0" presId="urn:microsoft.com/office/officeart/2005/8/layout/orgChart1"/>
    <dgm:cxn modelId="{20D54C5A-96F4-43CF-9AE8-474B14B85D64}" type="presOf" srcId="{6970066C-477A-4BD0-8B3B-4ED35D89E282}" destId="{FC1DC34A-D5E2-4FBC-B4A2-82031269CBB5}" srcOrd="1" destOrd="0" presId="urn:microsoft.com/office/officeart/2005/8/layout/orgChart1"/>
    <dgm:cxn modelId="{7564259F-2AE4-4201-B561-65A448748692}" type="presOf" srcId="{D93D2DB4-5B9E-41D8-939A-84E3F4771062}" destId="{0C21DFBD-3BFF-4305-92C5-5793E563FE98}" srcOrd="0" destOrd="0" presId="urn:microsoft.com/office/officeart/2005/8/layout/orgChart1"/>
    <dgm:cxn modelId="{DEB4E5A1-7322-47E7-8867-98C9455D6B46}" type="presOf" srcId="{C48154D7-5EE0-45C0-86B6-CC50D48AC6A0}" destId="{056C0B25-EBED-4302-A728-23256D7F9B21}" srcOrd="0" destOrd="0" presId="urn:microsoft.com/office/officeart/2005/8/layout/orgChart1"/>
    <dgm:cxn modelId="{9EC88DA2-CB06-46A7-9860-F20E99F98984}" type="presOf" srcId="{6970066C-477A-4BD0-8B3B-4ED35D89E282}" destId="{96265E15-1A3C-4DA0-90D3-DD1D775274E2}" srcOrd="0" destOrd="0" presId="urn:microsoft.com/office/officeart/2005/8/layout/orgChart1"/>
    <dgm:cxn modelId="{942F54C9-4B8D-4D8A-8B48-7FF42FF4EABA}" type="presOf" srcId="{70BEBBA1-BDB5-4F4D-9EE3-97C5E8C6A071}" destId="{7EB651AF-41BC-47A0-AA10-4F89CA54E0D4}" srcOrd="1" destOrd="0" presId="urn:microsoft.com/office/officeart/2005/8/layout/orgChart1"/>
    <dgm:cxn modelId="{3451C7E5-BBDD-4CAF-A305-01BBA11AFCEA}" srcId="{4634DB80-7182-4B0A-B55D-1D82F1B89875}" destId="{74515737-62E4-45D0-9671-472EA83ABD84}" srcOrd="0" destOrd="0" parTransId="{C287FBA3-8638-4B4F-98B0-86C11C60B5D6}" sibTransId="{3D09EA33-55F8-4AA5-BF1F-A375D60A08CA}"/>
    <dgm:cxn modelId="{A6DA17FF-EE0A-4BCD-8D62-F5A2747CD09F}" type="presOf" srcId="{EA6420CF-7B36-4F16-BFEC-4D6B8FD6AF3F}" destId="{2071776E-B03B-4D82-BAFF-B2CF8855B0DF}" srcOrd="0" destOrd="0" presId="urn:microsoft.com/office/officeart/2005/8/layout/orgChart1"/>
    <dgm:cxn modelId="{FA8DF892-C110-4A67-B24D-E3A720E55ED5}" type="presParOf" srcId="{2281C2C2-F99A-42FE-B029-633DDF8CC242}" destId="{805D2718-7720-4050-BBE9-74F2D6D5437C}" srcOrd="0" destOrd="0" presId="urn:microsoft.com/office/officeart/2005/8/layout/orgChart1"/>
    <dgm:cxn modelId="{C92745C2-CE82-4BEB-9EEE-697871DBF29F}" type="presParOf" srcId="{805D2718-7720-4050-BBE9-74F2D6D5437C}" destId="{E57AB50E-7852-4D30-AC3C-814471AE693D}" srcOrd="0" destOrd="0" presId="urn:microsoft.com/office/officeart/2005/8/layout/orgChart1"/>
    <dgm:cxn modelId="{0742B447-9C53-4875-B6DF-AE88EF207BEF}" type="presParOf" srcId="{E57AB50E-7852-4D30-AC3C-814471AE693D}" destId="{F2389BE3-1F1E-47B9-ADF9-F35F2B4032EF}" srcOrd="0" destOrd="0" presId="urn:microsoft.com/office/officeart/2005/8/layout/orgChart1"/>
    <dgm:cxn modelId="{FC0528DC-7E60-4F8D-BB37-2DC2FFDAD2C1}" type="presParOf" srcId="{E57AB50E-7852-4D30-AC3C-814471AE693D}" destId="{70CB499F-359E-483B-ABAE-EDA4E468D418}" srcOrd="1" destOrd="0" presId="urn:microsoft.com/office/officeart/2005/8/layout/orgChart1"/>
    <dgm:cxn modelId="{1E7FA3E3-AD11-47EB-BE4B-8440B31D160D}" type="presParOf" srcId="{805D2718-7720-4050-BBE9-74F2D6D5437C}" destId="{E30B155A-BFBC-49A7-80C4-DA4E758B7DCC}" srcOrd="1" destOrd="0" presId="urn:microsoft.com/office/officeart/2005/8/layout/orgChart1"/>
    <dgm:cxn modelId="{233D5FBF-A306-432A-BEAB-D81160542254}" type="presParOf" srcId="{E30B155A-BFBC-49A7-80C4-DA4E758B7DCC}" destId="{4B8DE362-063B-4884-9704-10E76F73B436}" srcOrd="0" destOrd="0" presId="urn:microsoft.com/office/officeart/2005/8/layout/orgChart1"/>
    <dgm:cxn modelId="{232D90E5-D75B-44E8-B8FB-1620ADBD94B2}" type="presParOf" srcId="{E30B155A-BFBC-49A7-80C4-DA4E758B7DCC}" destId="{3E550B5E-CDFB-49CF-B08D-80C3E083985F}" srcOrd="1" destOrd="0" presId="urn:microsoft.com/office/officeart/2005/8/layout/orgChart1"/>
    <dgm:cxn modelId="{324F1D61-3D86-4A01-A3D8-D820DA83512A}" type="presParOf" srcId="{3E550B5E-CDFB-49CF-B08D-80C3E083985F}" destId="{21766DD9-A674-498D-87BD-682916497655}" srcOrd="0" destOrd="0" presId="urn:microsoft.com/office/officeart/2005/8/layout/orgChart1"/>
    <dgm:cxn modelId="{B4521428-6E0F-4AAA-BFDB-BFB0FB7013CF}" type="presParOf" srcId="{21766DD9-A674-498D-87BD-682916497655}" destId="{96265E15-1A3C-4DA0-90D3-DD1D775274E2}" srcOrd="0" destOrd="0" presId="urn:microsoft.com/office/officeart/2005/8/layout/orgChart1"/>
    <dgm:cxn modelId="{CBE74FB5-D7E8-46C4-8D89-D2FB89724707}" type="presParOf" srcId="{21766DD9-A674-498D-87BD-682916497655}" destId="{FC1DC34A-D5E2-4FBC-B4A2-82031269CBB5}" srcOrd="1" destOrd="0" presId="urn:microsoft.com/office/officeart/2005/8/layout/orgChart1"/>
    <dgm:cxn modelId="{98229E8C-78B9-468D-8A0A-7C52604CE1D2}" type="presParOf" srcId="{3E550B5E-CDFB-49CF-B08D-80C3E083985F}" destId="{142D1806-C0EA-4B0B-91B0-F747C21F5E0D}" srcOrd="1" destOrd="0" presId="urn:microsoft.com/office/officeart/2005/8/layout/orgChart1"/>
    <dgm:cxn modelId="{B7A0E226-FA68-4FAD-8839-6E374C1CBFEA}" type="presParOf" srcId="{3E550B5E-CDFB-49CF-B08D-80C3E083985F}" destId="{B40E8482-CE76-44B6-B271-EA6F529673AB}" srcOrd="2" destOrd="0" presId="urn:microsoft.com/office/officeart/2005/8/layout/orgChart1"/>
    <dgm:cxn modelId="{CD2D73B7-CC0C-414D-B6A5-CBD0CA7F7CB2}" type="presParOf" srcId="{E30B155A-BFBC-49A7-80C4-DA4E758B7DCC}" destId="{2071776E-B03B-4D82-BAFF-B2CF8855B0DF}" srcOrd="2" destOrd="0" presId="urn:microsoft.com/office/officeart/2005/8/layout/orgChart1"/>
    <dgm:cxn modelId="{955A193A-A2A4-43B7-8156-BE5A9A3F8A39}" type="presParOf" srcId="{E30B155A-BFBC-49A7-80C4-DA4E758B7DCC}" destId="{16C77C8D-5C25-4524-A3B1-FDB6BFF3FD95}" srcOrd="3" destOrd="0" presId="urn:microsoft.com/office/officeart/2005/8/layout/orgChart1"/>
    <dgm:cxn modelId="{69EAE265-643F-4BE1-A462-91C720E45274}" type="presParOf" srcId="{16C77C8D-5C25-4524-A3B1-FDB6BFF3FD95}" destId="{007B88DC-3C75-4D53-95ED-15A6A015525A}" srcOrd="0" destOrd="0" presId="urn:microsoft.com/office/officeart/2005/8/layout/orgChart1"/>
    <dgm:cxn modelId="{CF35263A-8698-46F4-9C80-1EEBB835BB4E}" type="presParOf" srcId="{007B88DC-3C75-4D53-95ED-15A6A015525A}" destId="{876FEB53-1080-400C-959B-97D66839DC37}" srcOrd="0" destOrd="0" presId="urn:microsoft.com/office/officeart/2005/8/layout/orgChart1"/>
    <dgm:cxn modelId="{F37A7B20-7D78-4ED5-9019-26BFA905016B}" type="presParOf" srcId="{007B88DC-3C75-4D53-95ED-15A6A015525A}" destId="{7EB651AF-41BC-47A0-AA10-4F89CA54E0D4}" srcOrd="1" destOrd="0" presId="urn:microsoft.com/office/officeart/2005/8/layout/orgChart1"/>
    <dgm:cxn modelId="{08A7AF4C-1D0B-414A-B66A-2222DC5B36D4}" type="presParOf" srcId="{16C77C8D-5C25-4524-A3B1-FDB6BFF3FD95}" destId="{AE8BC26E-6762-4784-8229-70DC70B2EC76}" srcOrd="1" destOrd="0" presId="urn:microsoft.com/office/officeart/2005/8/layout/orgChart1"/>
    <dgm:cxn modelId="{5257191B-55BE-4770-AC65-5B7A16D229A2}" type="presParOf" srcId="{16C77C8D-5C25-4524-A3B1-FDB6BFF3FD95}" destId="{E73CA698-AA23-4122-B1F8-A3213C1AD678}" srcOrd="2" destOrd="0" presId="urn:microsoft.com/office/officeart/2005/8/layout/orgChart1"/>
    <dgm:cxn modelId="{6E0B4BFE-242C-46C8-AE27-A43DEEE0ACE0}" type="presParOf" srcId="{E30B155A-BFBC-49A7-80C4-DA4E758B7DCC}" destId="{056C0B25-EBED-4302-A728-23256D7F9B21}" srcOrd="4" destOrd="0" presId="urn:microsoft.com/office/officeart/2005/8/layout/orgChart1"/>
    <dgm:cxn modelId="{62D74AD8-49A9-4AAD-936F-179CB6F2E89D}" type="presParOf" srcId="{E30B155A-BFBC-49A7-80C4-DA4E758B7DCC}" destId="{82317367-0EAF-4709-94C5-0BA65F4D4751}" srcOrd="5" destOrd="0" presId="urn:microsoft.com/office/officeart/2005/8/layout/orgChart1"/>
    <dgm:cxn modelId="{C579C6B2-F0E9-48B3-80F2-9C96ABFB6EF8}" type="presParOf" srcId="{82317367-0EAF-4709-94C5-0BA65F4D4751}" destId="{AA9B398F-B099-4776-B5EF-892B7C6E7571}" srcOrd="0" destOrd="0" presId="urn:microsoft.com/office/officeart/2005/8/layout/orgChart1"/>
    <dgm:cxn modelId="{12F24F6B-9F50-4039-BD62-C1A7436CC42A}" type="presParOf" srcId="{AA9B398F-B099-4776-B5EF-892B7C6E7571}" destId="{0C21DFBD-3BFF-4305-92C5-5793E563FE98}" srcOrd="0" destOrd="0" presId="urn:microsoft.com/office/officeart/2005/8/layout/orgChart1"/>
    <dgm:cxn modelId="{8822DF0C-9E1B-4E8E-904C-75035C85F472}" type="presParOf" srcId="{AA9B398F-B099-4776-B5EF-892B7C6E7571}" destId="{D127EF59-6AC6-4C46-AEB6-FD1BA2E01924}" srcOrd="1" destOrd="0" presId="urn:microsoft.com/office/officeart/2005/8/layout/orgChart1"/>
    <dgm:cxn modelId="{945B9D99-EE78-44A1-9622-1A69AE4E180A}" type="presParOf" srcId="{82317367-0EAF-4709-94C5-0BA65F4D4751}" destId="{0A4E9C8A-E5DF-4730-A38F-D2F4AB80853A}" srcOrd="1" destOrd="0" presId="urn:microsoft.com/office/officeart/2005/8/layout/orgChart1"/>
    <dgm:cxn modelId="{1F11D072-EC71-4F60-8025-276BF4E4F6A7}" type="presParOf" srcId="{82317367-0EAF-4709-94C5-0BA65F4D4751}" destId="{D308F842-7141-4C8F-A2E8-6B5E9AEC4FDD}" srcOrd="2" destOrd="0" presId="urn:microsoft.com/office/officeart/2005/8/layout/orgChart1"/>
    <dgm:cxn modelId="{119F181D-C6EE-46FF-A452-439BE85DC184}" type="presParOf" srcId="{805D2718-7720-4050-BBE9-74F2D6D5437C}" destId="{C52980E4-9455-47E3-8769-8D79014C8532}"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48FCF1-87B9-42D6-BEB5-BCD9F3E3D85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73B856A5-D82F-46C9-B112-8510CEC57ABB}">
      <dgm:prSet phldrT="[Text]" custT="1"/>
      <dgm:spPr/>
      <dgm:t>
        <a:bodyPr/>
        <a:lstStyle/>
        <a:p>
          <a:r>
            <a:rPr lang="en-US" sz="1600" dirty="0"/>
            <a:t>ABC method</a:t>
          </a:r>
          <a:endParaRPr lang="en-ZA" sz="1600" dirty="0"/>
        </a:p>
      </dgm:t>
    </dgm:pt>
    <dgm:pt modelId="{08974B58-7EE3-4B36-9054-8F7D30E88131}" type="parTrans" cxnId="{632C6C25-667E-4493-A73C-CCDDC7CB5992}">
      <dgm:prSet/>
      <dgm:spPr/>
      <dgm:t>
        <a:bodyPr/>
        <a:lstStyle/>
        <a:p>
          <a:endParaRPr lang="en-ZA" sz="1600"/>
        </a:p>
      </dgm:t>
    </dgm:pt>
    <dgm:pt modelId="{CD9BBB9A-2CD0-4B53-AE22-596F6B598D49}" type="sibTrans" cxnId="{632C6C25-667E-4493-A73C-CCDDC7CB5992}">
      <dgm:prSet/>
      <dgm:spPr/>
      <dgm:t>
        <a:bodyPr/>
        <a:lstStyle/>
        <a:p>
          <a:endParaRPr lang="en-ZA" sz="1600"/>
        </a:p>
      </dgm:t>
    </dgm:pt>
    <dgm:pt modelId="{58F2F5F8-2435-45F7-ADC9-4F2425CE5903}">
      <dgm:prSet phldrT="[Text]" custT="1"/>
      <dgm:spPr/>
      <dgm:t>
        <a:bodyPr/>
        <a:lstStyle/>
        <a:p>
          <a:r>
            <a:rPr lang="en-US" sz="1600" dirty="0"/>
            <a:t>Class A</a:t>
          </a:r>
        </a:p>
        <a:p>
          <a:r>
            <a:rPr lang="en-US" sz="1600" dirty="0"/>
            <a:t>High value items</a:t>
          </a:r>
        </a:p>
      </dgm:t>
    </dgm:pt>
    <dgm:pt modelId="{97191A7D-D66C-43BE-9D68-0859767C4AB4}" type="parTrans" cxnId="{868D3D2D-F6C6-44E2-A040-AD0EE1449D93}">
      <dgm:prSet/>
      <dgm:spPr/>
      <dgm:t>
        <a:bodyPr/>
        <a:lstStyle/>
        <a:p>
          <a:endParaRPr lang="en-ZA" sz="1600"/>
        </a:p>
      </dgm:t>
    </dgm:pt>
    <dgm:pt modelId="{AFFB90FE-137C-46F5-8D06-6473B7CA3E9A}" type="sibTrans" cxnId="{868D3D2D-F6C6-44E2-A040-AD0EE1449D93}">
      <dgm:prSet/>
      <dgm:spPr/>
      <dgm:t>
        <a:bodyPr/>
        <a:lstStyle/>
        <a:p>
          <a:endParaRPr lang="en-ZA" sz="1600"/>
        </a:p>
      </dgm:t>
    </dgm:pt>
    <dgm:pt modelId="{F87B9E62-1A8A-4019-A250-209685F254DD}">
      <dgm:prSet phldrT="[Text]" custT="1"/>
      <dgm:spPr/>
      <dgm:t>
        <a:bodyPr/>
        <a:lstStyle/>
        <a:p>
          <a:r>
            <a:rPr lang="en-US" sz="1600" dirty="0"/>
            <a:t>Class B</a:t>
          </a:r>
        </a:p>
        <a:p>
          <a:r>
            <a:rPr lang="en-US" sz="1600" dirty="0"/>
            <a:t>Moderate value inventory items</a:t>
          </a:r>
          <a:endParaRPr lang="en-ZA" sz="1600" dirty="0"/>
        </a:p>
      </dgm:t>
    </dgm:pt>
    <dgm:pt modelId="{D8D327EF-DD3C-4A7A-8976-BE41D9E085D5}" type="parTrans" cxnId="{BC4243F4-53F5-4304-824D-E002BE667130}">
      <dgm:prSet/>
      <dgm:spPr/>
      <dgm:t>
        <a:bodyPr/>
        <a:lstStyle/>
        <a:p>
          <a:endParaRPr lang="en-ZA" sz="1600"/>
        </a:p>
      </dgm:t>
    </dgm:pt>
    <dgm:pt modelId="{CA109C74-C77A-46EE-A712-856000C10EC8}" type="sibTrans" cxnId="{BC4243F4-53F5-4304-824D-E002BE667130}">
      <dgm:prSet/>
      <dgm:spPr/>
      <dgm:t>
        <a:bodyPr/>
        <a:lstStyle/>
        <a:p>
          <a:endParaRPr lang="en-ZA" sz="1600"/>
        </a:p>
      </dgm:t>
    </dgm:pt>
    <dgm:pt modelId="{668FE89B-51FD-4A79-8AB3-016F86107247}">
      <dgm:prSet phldrT="[Text]" custT="1"/>
      <dgm:spPr/>
      <dgm:t>
        <a:bodyPr/>
        <a:lstStyle/>
        <a:p>
          <a:r>
            <a:rPr lang="en-US" sz="1600" dirty="0"/>
            <a:t>Class C</a:t>
          </a:r>
        </a:p>
        <a:p>
          <a:r>
            <a:rPr lang="en-US" sz="1600" dirty="0"/>
            <a:t>Low value inventory items</a:t>
          </a:r>
          <a:endParaRPr lang="en-ZA" sz="1600" dirty="0"/>
        </a:p>
      </dgm:t>
    </dgm:pt>
    <dgm:pt modelId="{C91CDC2D-42D1-41A8-9970-941DB7C48F8A}" type="parTrans" cxnId="{2CBF48C8-0057-46D9-B9A7-93F6431A18F2}">
      <dgm:prSet/>
      <dgm:spPr/>
      <dgm:t>
        <a:bodyPr/>
        <a:lstStyle/>
        <a:p>
          <a:endParaRPr lang="en-ZA" sz="1600"/>
        </a:p>
      </dgm:t>
    </dgm:pt>
    <dgm:pt modelId="{D8E10235-517A-4445-A65E-1A91AB53BCB6}" type="sibTrans" cxnId="{2CBF48C8-0057-46D9-B9A7-93F6431A18F2}">
      <dgm:prSet/>
      <dgm:spPr/>
      <dgm:t>
        <a:bodyPr/>
        <a:lstStyle/>
        <a:p>
          <a:endParaRPr lang="en-ZA" sz="1600"/>
        </a:p>
      </dgm:t>
    </dgm:pt>
    <dgm:pt modelId="{2A31FCEB-23D6-49F8-91C9-AE4238D8AEE4}">
      <dgm:prSet custT="1"/>
      <dgm:spPr/>
      <dgm:t>
        <a:bodyPr/>
        <a:lstStyle/>
        <a:p>
          <a:pPr algn="ctr">
            <a:buFont typeface="Arial" panose="020B0604020202020204" pitchFamily="34" charset="0"/>
            <a:buChar char="•"/>
          </a:pPr>
          <a:r>
            <a:rPr lang="en-US" sz="1600" dirty="0"/>
            <a:t>20% of items</a:t>
          </a:r>
        </a:p>
        <a:p>
          <a:pPr algn="ctr">
            <a:buFont typeface="Arial" panose="020B0604020202020204" pitchFamily="34" charset="0"/>
            <a:buChar char="•"/>
          </a:pPr>
          <a:r>
            <a:rPr lang="en-US" sz="1600" dirty="0"/>
            <a:t>Higher annual consumption</a:t>
          </a:r>
        </a:p>
        <a:p>
          <a:pPr algn="ctr">
            <a:buFont typeface="Arial" panose="020B0604020202020204" pitchFamily="34" charset="0"/>
            <a:buChar char="•"/>
          </a:pPr>
          <a:r>
            <a:rPr lang="en-ZA" sz="1600" dirty="0"/>
            <a:t>Valuable items</a:t>
          </a:r>
        </a:p>
      </dgm:t>
    </dgm:pt>
    <dgm:pt modelId="{3659D80A-BAE2-4429-B51D-56388394465E}" type="parTrans" cxnId="{4B1F5B3C-58B2-4990-8ECC-57A731B87152}">
      <dgm:prSet/>
      <dgm:spPr/>
      <dgm:t>
        <a:bodyPr/>
        <a:lstStyle/>
        <a:p>
          <a:endParaRPr lang="en-ZA" sz="1600"/>
        </a:p>
      </dgm:t>
    </dgm:pt>
    <dgm:pt modelId="{3F94C6CC-C0C1-4335-8C9D-745859EE4A12}" type="sibTrans" cxnId="{4B1F5B3C-58B2-4990-8ECC-57A731B87152}">
      <dgm:prSet/>
      <dgm:spPr/>
      <dgm:t>
        <a:bodyPr/>
        <a:lstStyle/>
        <a:p>
          <a:endParaRPr lang="en-ZA" sz="1600"/>
        </a:p>
      </dgm:t>
    </dgm:pt>
    <dgm:pt modelId="{A766DC5F-53EF-43AF-8966-BD41825E168B}">
      <dgm:prSet custT="1"/>
      <dgm:spPr/>
      <dgm:t>
        <a:bodyPr/>
        <a:lstStyle/>
        <a:p>
          <a:r>
            <a:rPr lang="en-US" sz="1600" dirty="0"/>
            <a:t>30% of items</a:t>
          </a:r>
        </a:p>
        <a:p>
          <a:r>
            <a:rPr lang="en-US" sz="1600" dirty="0"/>
            <a:t>Average annual consumption</a:t>
          </a:r>
        </a:p>
        <a:p>
          <a:r>
            <a:rPr lang="en-US" sz="1600" dirty="0"/>
            <a:t>Less important items</a:t>
          </a:r>
          <a:endParaRPr lang="en-ZA" sz="1600" dirty="0"/>
        </a:p>
      </dgm:t>
    </dgm:pt>
    <dgm:pt modelId="{7CD7A3E3-B888-4906-9CB7-F525931A6F66}" type="parTrans" cxnId="{47C49BD1-9D90-4C2E-BE35-12FB4154743B}">
      <dgm:prSet/>
      <dgm:spPr/>
      <dgm:t>
        <a:bodyPr/>
        <a:lstStyle/>
        <a:p>
          <a:endParaRPr lang="en-ZA" sz="1600"/>
        </a:p>
      </dgm:t>
    </dgm:pt>
    <dgm:pt modelId="{9F7E8CFE-70DD-4A39-AEC0-2F88B33FEAC6}" type="sibTrans" cxnId="{47C49BD1-9D90-4C2E-BE35-12FB4154743B}">
      <dgm:prSet/>
      <dgm:spPr/>
      <dgm:t>
        <a:bodyPr/>
        <a:lstStyle/>
        <a:p>
          <a:endParaRPr lang="en-ZA" sz="1600"/>
        </a:p>
      </dgm:t>
    </dgm:pt>
    <dgm:pt modelId="{3CD364B6-4A1A-4912-A464-F2FEE086ED68}">
      <dgm:prSet custT="1"/>
      <dgm:spPr/>
      <dgm:t>
        <a:bodyPr/>
        <a:lstStyle/>
        <a:p>
          <a:r>
            <a:rPr lang="en-US" sz="1600" dirty="0"/>
            <a:t>50% of items</a:t>
          </a:r>
        </a:p>
        <a:p>
          <a:r>
            <a:rPr lang="en-US" sz="1600" dirty="0"/>
            <a:t>Lowest consumption rate</a:t>
          </a:r>
        </a:p>
        <a:p>
          <a:r>
            <a:rPr lang="en-US" sz="1600" dirty="0"/>
            <a:t>Least valuable items</a:t>
          </a:r>
          <a:endParaRPr lang="en-ZA" sz="1600" dirty="0"/>
        </a:p>
      </dgm:t>
    </dgm:pt>
    <dgm:pt modelId="{BCBF4442-2937-4DCA-9452-264E03914A61}" type="parTrans" cxnId="{8EC285C0-7567-4E31-9E6E-A445EA215C2F}">
      <dgm:prSet/>
      <dgm:spPr/>
      <dgm:t>
        <a:bodyPr/>
        <a:lstStyle/>
        <a:p>
          <a:endParaRPr lang="en-ZA" sz="1600"/>
        </a:p>
      </dgm:t>
    </dgm:pt>
    <dgm:pt modelId="{64885584-9CF5-4AEB-B374-B2D886ACA31E}" type="sibTrans" cxnId="{8EC285C0-7567-4E31-9E6E-A445EA215C2F}">
      <dgm:prSet/>
      <dgm:spPr/>
      <dgm:t>
        <a:bodyPr/>
        <a:lstStyle/>
        <a:p>
          <a:endParaRPr lang="en-ZA" sz="1600"/>
        </a:p>
      </dgm:t>
    </dgm:pt>
    <dgm:pt modelId="{EE7F971B-ADD8-476E-9C0A-6A6AA77BFDB3}" type="pres">
      <dgm:prSet presAssocID="{C048FCF1-87B9-42D6-BEB5-BCD9F3E3D855}" presName="hierChild1" presStyleCnt="0">
        <dgm:presLayoutVars>
          <dgm:orgChart val="1"/>
          <dgm:chPref val="1"/>
          <dgm:dir/>
          <dgm:animOne val="branch"/>
          <dgm:animLvl val="lvl"/>
          <dgm:resizeHandles/>
        </dgm:presLayoutVars>
      </dgm:prSet>
      <dgm:spPr/>
    </dgm:pt>
    <dgm:pt modelId="{D450F5CC-C0F5-477A-846D-9CB76167A315}" type="pres">
      <dgm:prSet presAssocID="{73B856A5-D82F-46C9-B112-8510CEC57ABB}" presName="hierRoot1" presStyleCnt="0">
        <dgm:presLayoutVars>
          <dgm:hierBranch val="init"/>
        </dgm:presLayoutVars>
      </dgm:prSet>
      <dgm:spPr/>
    </dgm:pt>
    <dgm:pt modelId="{8BB8ADAC-5CBA-4C16-BE79-36FB772FF77C}" type="pres">
      <dgm:prSet presAssocID="{73B856A5-D82F-46C9-B112-8510CEC57ABB}" presName="rootComposite1" presStyleCnt="0"/>
      <dgm:spPr/>
    </dgm:pt>
    <dgm:pt modelId="{EF563E83-E1C2-4752-A32D-1D260B19E3A5}" type="pres">
      <dgm:prSet presAssocID="{73B856A5-D82F-46C9-B112-8510CEC57ABB}" presName="rootText1" presStyleLbl="node0" presStyleIdx="0" presStyleCnt="1">
        <dgm:presLayoutVars>
          <dgm:chPref val="3"/>
        </dgm:presLayoutVars>
      </dgm:prSet>
      <dgm:spPr/>
    </dgm:pt>
    <dgm:pt modelId="{74B5EE9B-6596-4220-B640-05F1E62967DF}" type="pres">
      <dgm:prSet presAssocID="{73B856A5-D82F-46C9-B112-8510CEC57ABB}" presName="rootConnector1" presStyleLbl="node1" presStyleIdx="0" presStyleCnt="0"/>
      <dgm:spPr/>
    </dgm:pt>
    <dgm:pt modelId="{2EB2462D-6BD7-4C0F-8667-9F3ECDE9EA4E}" type="pres">
      <dgm:prSet presAssocID="{73B856A5-D82F-46C9-B112-8510CEC57ABB}" presName="hierChild2" presStyleCnt="0"/>
      <dgm:spPr/>
    </dgm:pt>
    <dgm:pt modelId="{849DF139-80B9-470F-AB43-63578758D6BE}" type="pres">
      <dgm:prSet presAssocID="{97191A7D-D66C-43BE-9D68-0859767C4AB4}" presName="Name37" presStyleLbl="parChTrans1D2" presStyleIdx="0" presStyleCnt="3"/>
      <dgm:spPr/>
    </dgm:pt>
    <dgm:pt modelId="{00DD7CFE-C7EF-4A6C-A3BF-5EAAE3E28AD3}" type="pres">
      <dgm:prSet presAssocID="{58F2F5F8-2435-45F7-ADC9-4F2425CE5903}" presName="hierRoot2" presStyleCnt="0">
        <dgm:presLayoutVars>
          <dgm:hierBranch val="init"/>
        </dgm:presLayoutVars>
      </dgm:prSet>
      <dgm:spPr/>
    </dgm:pt>
    <dgm:pt modelId="{9136596B-D6DB-4919-8925-198ED35E0AB4}" type="pres">
      <dgm:prSet presAssocID="{58F2F5F8-2435-45F7-ADC9-4F2425CE5903}" presName="rootComposite" presStyleCnt="0"/>
      <dgm:spPr/>
    </dgm:pt>
    <dgm:pt modelId="{369323AF-F09D-48D1-B967-EA758112CF52}" type="pres">
      <dgm:prSet presAssocID="{58F2F5F8-2435-45F7-ADC9-4F2425CE5903}" presName="rootText" presStyleLbl="node2" presStyleIdx="0" presStyleCnt="3">
        <dgm:presLayoutVars>
          <dgm:chPref val="3"/>
        </dgm:presLayoutVars>
      </dgm:prSet>
      <dgm:spPr/>
    </dgm:pt>
    <dgm:pt modelId="{7CC126CB-81B2-4C6E-8DD4-AF3C45E6CBFD}" type="pres">
      <dgm:prSet presAssocID="{58F2F5F8-2435-45F7-ADC9-4F2425CE5903}" presName="rootConnector" presStyleLbl="node2" presStyleIdx="0" presStyleCnt="3"/>
      <dgm:spPr/>
    </dgm:pt>
    <dgm:pt modelId="{8402C1A1-0FDF-4F35-872E-B805564928A2}" type="pres">
      <dgm:prSet presAssocID="{58F2F5F8-2435-45F7-ADC9-4F2425CE5903}" presName="hierChild4" presStyleCnt="0"/>
      <dgm:spPr/>
    </dgm:pt>
    <dgm:pt modelId="{4D4056BE-E584-4E17-8A6B-F5964BB97A3C}" type="pres">
      <dgm:prSet presAssocID="{3659D80A-BAE2-4429-B51D-56388394465E}" presName="Name37" presStyleLbl="parChTrans1D3" presStyleIdx="0" presStyleCnt="3"/>
      <dgm:spPr/>
    </dgm:pt>
    <dgm:pt modelId="{A28B97C2-941A-4610-B9DB-0011B014B1B7}" type="pres">
      <dgm:prSet presAssocID="{2A31FCEB-23D6-49F8-91C9-AE4238D8AEE4}" presName="hierRoot2" presStyleCnt="0">
        <dgm:presLayoutVars>
          <dgm:hierBranch val="init"/>
        </dgm:presLayoutVars>
      </dgm:prSet>
      <dgm:spPr/>
    </dgm:pt>
    <dgm:pt modelId="{80A3B122-E600-4B2B-BC50-B94C434C1B44}" type="pres">
      <dgm:prSet presAssocID="{2A31FCEB-23D6-49F8-91C9-AE4238D8AEE4}" presName="rootComposite" presStyleCnt="0"/>
      <dgm:spPr/>
    </dgm:pt>
    <dgm:pt modelId="{AEBDE1D3-634D-405D-9BF4-CBFEA6A55B25}" type="pres">
      <dgm:prSet presAssocID="{2A31FCEB-23D6-49F8-91C9-AE4238D8AEE4}" presName="rootText" presStyleLbl="node3" presStyleIdx="0" presStyleCnt="3">
        <dgm:presLayoutVars>
          <dgm:chPref val="3"/>
        </dgm:presLayoutVars>
      </dgm:prSet>
      <dgm:spPr/>
    </dgm:pt>
    <dgm:pt modelId="{4FB1F971-19E1-43A9-8695-01EC706BE87E}" type="pres">
      <dgm:prSet presAssocID="{2A31FCEB-23D6-49F8-91C9-AE4238D8AEE4}" presName="rootConnector" presStyleLbl="node3" presStyleIdx="0" presStyleCnt="3"/>
      <dgm:spPr/>
    </dgm:pt>
    <dgm:pt modelId="{492B62F4-8717-412B-9FD5-463857C47519}" type="pres">
      <dgm:prSet presAssocID="{2A31FCEB-23D6-49F8-91C9-AE4238D8AEE4}" presName="hierChild4" presStyleCnt="0"/>
      <dgm:spPr/>
    </dgm:pt>
    <dgm:pt modelId="{190DC745-5915-48E0-948E-181872674D7C}" type="pres">
      <dgm:prSet presAssocID="{2A31FCEB-23D6-49F8-91C9-AE4238D8AEE4}" presName="hierChild5" presStyleCnt="0"/>
      <dgm:spPr/>
    </dgm:pt>
    <dgm:pt modelId="{7208C67A-CE54-461F-9580-7FEA3CFB3113}" type="pres">
      <dgm:prSet presAssocID="{58F2F5F8-2435-45F7-ADC9-4F2425CE5903}" presName="hierChild5" presStyleCnt="0"/>
      <dgm:spPr/>
    </dgm:pt>
    <dgm:pt modelId="{B12B6C74-2968-4011-B9F1-61CE4E9D109A}" type="pres">
      <dgm:prSet presAssocID="{D8D327EF-DD3C-4A7A-8976-BE41D9E085D5}" presName="Name37" presStyleLbl="parChTrans1D2" presStyleIdx="1" presStyleCnt="3"/>
      <dgm:spPr/>
    </dgm:pt>
    <dgm:pt modelId="{DEC1D514-9A9E-4553-BACD-41FF556CD96C}" type="pres">
      <dgm:prSet presAssocID="{F87B9E62-1A8A-4019-A250-209685F254DD}" presName="hierRoot2" presStyleCnt="0">
        <dgm:presLayoutVars>
          <dgm:hierBranch val="init"/>
        </dgm:presLayoutVars>
      </dgm:prSet>
      <dgm:spPr/>
    </dgm:pt>
    <dgm:pt modelId="{9D558BE8-476D-40F7-A822-A02B4697C854}" type="pres">
      <dgm:prSet presAssocID="{F87B9E62-1A8A-4019-A250-209685F254DD}" presName="rootComposite" presStyleCnt="0"/>
      <dgm:spPr/>
    </dgm:pt>
    <dgm:pt modelId="{736898DB-4E32-41A9-9C88-C5BCD513DB28}" type="pres">
      <dgm:prSet presAssocID="{F87B9E62-1A8A-4019-A250-209685F254DD}" presName="rootText" presStyleLbl="node2" presStyleIdx="1" presStyleCnt="3">
        <dgm:presLayoutVars>
          <dgm:chPref val="3"/>
        </dgm:presLayoutVars>
      </dgm:prSet>
      <dgm:spPr/>
    </dgm:pt>
    <dgm:pt modelId="{FD8454FB-01CE-4A0B-A72D-6E159CC3A2C6}" type="pres">
      <dgm:prSet presAssocID="{F87B9E62-1A8A-4019-A250-209685F254DD}" presName="rootConnector" presStyleLbl="node2" presStyleIdx="1" presStyleCnt="3"/>
      <dgm:spPr/>
    </dgm:pt>
    <dgm:pt modelId="{53E7B13B-9332-4D29-A7E1-944C271EB7B3}" type="pres">
      <dgm:prSet presAssocID="{F87B9E62-1A8A-4019-A250-209685F254DD}" presName="hierChild4" presStyleCnt="0"/>
      <dgm:spPr/>
    </dgm:pt>
    <dgm:pt modelId="{75AF4A1B-A6C4-4BC9-BE89-F085675D76E7}" type="pres">
      <dgm:prSet presAssocID="{7CD7A3E3-B888-4906-9CB7-F525931A6F66}" presName="Name37" presStyleLbl="parChTrans1D3" presStyleIdx="1" presStyleCnt="3"/>
      <dgm:spPr/>
    </dgm:pt>
    <dgm:pt modelId="{5F903D66-B97F-4FA1-A779-6676B4BF8581}" type="pres">
      <dgm:prSet presAssocID="{A766DC5F-53EF-43AF-8966-BD41825E168B}" presName="hierRoot2" presStyleCnt="0">
        <dgm:presLayoutVars>
          <dgm:hierBranch val="init"/>
        </dgm:presLayoutVars>
      </dgm:prSet>
      <dgm:spPr/>
    </dgm:pt>
    <dgm:pt modelId="{7BEDDAED-FCFE-43A8-AD2F-855AAA89B6B2}" type="pres">
      <dgm:prSet presAssocID="{A766DC5F-53EF-43AF-8966-BD41825E168B}" presName="rootComposite" presStyleCnt="0"/>
      <dgm:spPr/>
    </dgm:pt>
    <dgm:pt modelId="{5A23FCAA-595B-48F8-BB2E-07A391FBE616}" type="pres">
      <dgm:prSet presAssocID="{A766DC5F-53EF-43AF-8966-BD41825E168B}" presName="rootText" presStyleLbl="node3" presStyleIdx="1" presStyleCnt="3">
        <dgm:presLayoutVars>
          <dgm:chPref val="3"/>
        </dgm:presLayoutVars>
      </dgm:prSet>
      <dgm:spPr/>
    </dgm:pt>
    <dgm:pt modelId="{EECF9EDD-71F9-408E-BC98-14F40ED6E2BF}" type="pres">
      <dgm:prSet presAssocID="{A766DC5F-53EF-43AF-8966-BD41825E168B}" presName="rootConnector" presStyleLbl="node3" presStyleIdx="1" presStyleCnt="3"/>
      <dgm:spPr/>
    </dgm:pt>
    <dgm:pt modelId="{90E1474F-D070-49A2-BEBF-2CF9A3C7AB3B}" type="pres">
      <dgm:prSet presAssocID="{A766DC5F-53EF-43AF-8966-BD41825E168B}" presName="hierChild4" presStyleCnt="0"/>
      <dgm:spPr/>
    </dgm:pt>
    <dgm:pt modelId="{7FDEF232-1E30-482D-9A8D-6710D7252062}" type="pres">
      <dgm:prSet presAssocID="{A766DC5F-53EF-43AF-8966-BD41825E168B}" presName="hierChild5" presStyleCnt="0"/>
      <dgm:spPr/>
    </dgm:pt>
    <dgm:pt modelId="{49A7BA7B-C0E0-42ED-9C1D-7831EF735AD3}" type="pres">
      <dgm:prSet presAssocID="{F87B9E62-1A8A-4019-A250-209685F254DD}" presName="hierChild5" presStyleCnt="0"/>
      <dgm:spPr/>
    </dgm:pt>
    <dgm:pt modelId="{0C54DC8A-5257-444F-8A07-30ACCC1E035D}" type="pres">
      <dgm:prSet presAssocID="{C91CDC2D-42D1-41A8-9970-941DB7C48F8A}" presName="Name37" presStyleLbl="parChTrans1D2" presStyleIdx="2" presStyleCnt="3"/>
      <dgm:spPr/>
    </dgm:pt>
    <dgm:pt modelId="{66D2F257-AFF1-4EA1-9426-F87B0E0EDD4A}" type="pres">
      <dgm:prSet presAssocID="{668FE89B-51FD-4A79-8AB3-016F86107247}" presName="hierRoot2" presStyleCnt="0">
        <dgm:presLayoutVars>
          <dgm:hierBranch val="init"/>
        </dgm:presLayoutVars>
      </dgm:prSet>
      <dgm:spPr/>
    </dgm:pt>
    <dgm:pt modelId="{F82442C2-095C-4FA3-BA75-3285B84F49BE}" type="pres">
      <dgm:prSet presAssocID="{668FE89B-51FD-4A79-8AB3-016F86107247}" presName="rootComposite" presStyleCnt="0"/>
      <dgm:spPr/>
    </dgm:pt>
    <dgm:pt modelId="{3925C476-E467-4A96-A16A-2753315DCB1F}" type="pres">
      <dgm:prSet presAssocID="{668FE89B-51FD-4A79-8AB3-016F86107247}" presName="rootText" presStyleLbl="node2" presStyleIdx="2" presStyleCnt="3">
        <dgm:presLayoutVars>
          <dgm:chPref val="3"/>
        </dgm:presLayoutVars>
      </dgm:prSet>
      <dgm:spPr/>
    </dgm:pt>
    <dgm:pt modelId="{29FF8C39-5E00-4157-8A2E-E34F2EF40499}" type="pres">
      <dgm:prSet presAssocID="{668FE89B-51FD-4A79-8AB3-016F86107247}" presName="rootConnector" presStyleLbl="node2" presStyleIdx="2" presStyleCnt="3"/>
      <dgm:spPr/>
    </dgm:pt>
    <dgm:pt modelId="{A9E87C83-521F-4583-A8CE-C74E5B6C0794}" type="pres">
      <dgm:prSet presAssocID="{668FE89B-51FD-4A79-8AB3-016F86107247}" presName="hierChild4" presStyleCnt="0"/>
      <dgm:spPr/>
    </dgm:pt>
    <dgm:pt modelId="{D4257709-8EDF-4FCB-A5C7-9A684BB2E8ED}" type="pres">
      <dgm:prSet presAssocID="{BCBF4442-2937-4DCA-9452-264E03914A61}" presName="Name37" presStyleLbl="parChTrans1D3" presStyleIdx="2" presStyleCnt="3"/>
      <dgm:spPr/>
    </dgm:pt>
    <dgm:pt modelId="{72E34A41-197F-4E53-84C8-3BA36E387ABA}" type="pres">
      <dgm:prSet presAssocID="{3CD364B6-4A1A-4912-A464-F2FEE086ED68}" presName="hierRoot2" presStyleCnt="0">
        <dgm:presLayoutVars>
          <dgm:hierBranch val="init"/>
        </dgm:presLayoutVars>
      </dgm:prSet>
      <dgm:spPr/>
    </dgm:pt>
    <dgm:pt modelId="{64B6F5C1-D07A-44FD-B1D4-0E2E76968F6A}" type="pres">
      <dgm:prSet presAssocID="{3CD364B6-4A1A-4912-A464-F2FEE086ED68}" presName="rootComposite" presStyleCnt="0"/>
      <dgm:spPr/>
    </dgm:pt>
    <dgm:pt modelId="{8BAD4E1B-4971-4D7A-9CC9-0D2EFCE9978B}" type="pres">
      <dgm:prSet presAssocID="{3CD364B6-4A1A-4912-A464-F2FEE086ED68}" presName="rootText" presStyleLbl="node3" presStyleIdx="2" presStyleCnt="3">
        <dgm:presLayoutVars>
          <dgm:chPref val="3"/>
        </dgm:presLayoutVars>
      </dgm:prSet>
      <dgm:spPr/>
    </dgm:pt>
    <dgm:pt modelId="{BACE3C1F-959F-49A3-AC7C-8D031FA9F1CA}" type="pres">
      <dgm:prSet presAssocID="{3CD364B6-4A1A-4912-A464-F2FEE086ED68}" presName="rootConnector" presStyleLbl="node3" presStyleIdx="2" presStyleCnt="3"/>
      <dgm:spPr/>
    </dgm:pt>
    <dgm:pt modelId="{F49EFD85-1CDB-424E-9A76-DDA1BC5F4D5B}" type="pres">
      <dgm:prSet presAssocID="{3CD364B6-4A1A-4912-A464-F2FEE086ED68}" presName="hierChild4" presStyleCnt="0"/>
      <dgm:spPr/>
    </dgm:pt>
    <dgm:pt modelId="{BBC6DEFA-A790-4C94-A019-220B44DE9EEF}" type="pres">
      <dgm:prSet presAssocID="{3CD364B6-4A1A-4912-A464-F2FEE086ED68}" presName="hierChild5" presStyleCnt="0"/>
      <dgm:spPr/>
    </dgm:pt>
    <dgm:pt modelId="{DE2CD340-AFBE-41C3-A9A2-E06A3726EF8E}" type="pres">
      <dgm:prSet presAssocID="{668FE89B-51FD-4A79-8AB3-016F86107247}" presName="hierChild5" presStyleCnt="0"/>
      <dgm:spPr/>
    </dgm:pt>
    <dgm:pt modelId="{EF4EBE0D-AC9B-4664-8D16-18D40E83BD78}" type="pres">
      <dgm:prSet presAssocID="{73B856A5-D82F-46C9-B112-8510CEC57ABB}" presName="hierChild3" presStyleCnt="0"/>
      <dgm:spPr/>
    </dgm:pt>
  </dgm:ptLst>
  <dgm:cxnLst>
    <dgm:cxn modelId="{7D814B02-8374-49EB-86F6-C850060B0D2F}" type="presOf" srcId="{C91CDC2D-42D1-41A8-9970-941DB7C48F8A}" destId="{0C54DC8A-5257-444F-8A07-30ACCC1E035D}" srcOrd="0" destOrd="0" presId="urn:microsoft.com/office/officeart/2005/8/layout/orgChart1"/>
    <dgm:cxn modelId="{769DD022-F7E1-4AB5-A4DC-90D4EBA8B97C}" type="presOf" srcId="{58F2F5F8-2435-45F7-ADC9-4F2425CE5903}" destId="{7CC126CB-81B2-4C6E-8DD4-AF3C45E6CBFD}" srcOrd="1" destOrd="0" presId="urn:microsoft.com/office/officeart/2005/8/layout/orgChart1"/>
    <dgm:cxn modelId="{5710EE23-884A-4D70-8B50-E906C43A4EB4}" type="presOf" srcId="{58F2F5F8-2435-45F7-ADC9-4F2425CE5903}" destId="{369323AF-F09D-48D1-B967-EA758112CF52}" srcOrd="0" destOrd="0" presId="urn:microsoft.com/office/officeart/2005/8/layout/orgChart1"/>
    <dgm:cxn modelId="{632C6C25-667E-4493-A73C-CCDDC7CB5992}" srcId="{C048FCF1-87B9-42D6-BEB5-BCD9F3E3D855}" destId="{73B856A5-D82F-46C9-B112-8510CEC57ABB}" srcOrd="0" destOrd="0" parTransId="{08974B58-7EE3-4B36-9054-8F7D30E88131}" sibTransId="{CD9BBB9A-2CD0-4B53-AE22-596F6B598D49}"/>
    <dgm:cxn modelId="{DC4A1026-EA26-4A78-8265-0558C3CD3841}" type="presOf" srcId="{73B856A5-D82F-46C9-B112-8510CEC57ABB}" destId="{EF563E83-E1C2-4752-A32D-1D260B19E3A5}" srcOrd="0" destOrd="0" presId="urn:microsoft.com/office/officeart/2005/8/layout/orgChart1"/>
    <dgm:cxn modelId="{92860C29-D770-4FF0-9E4E-6DCE51CA7D7C}" type="presOf" srcId="{F87B9E62-1A8A-4019-A250-209685F254DD}" destId="{FD8454FB-01CE-4A0B-A72D-6E159CC3A2C6}" srcOrd="1" destOrd="0" presId="urn:microsoft.com/office/officeart/2005/8/layout/orgChart1"/>
    <dgm:cxn modelId="{AC76802A-729F-46C5-B5DC-0253826A553A}" type="presOf" srcId="{BCBF4442-2937-4DCA-9452-264E03914A61}" destId="{D4257709-8EDF-4FCB-A5C7-9A684BB2E8ED}" srcOrd="0" destOrd="0" presId="urn:microsoft.com/office/officeart/2005/8/layout/orgChart1"/>
    <dgm:cxn modelId="{868D3D2D-F6C6-44E2-A040-AD0EE1449D93}" srcId="{73B856A5-D82F-46C9-B112-8510CEC57ABB}" destId="{58F2F5F8-2435-45F7-ADC9-4F2425CE5903}" srcOrd="0" destOrd="0" parTransId="{97191A7D-D66C-43BE-9D68-0859767C4AB4}" sibTransId="{AFFB90FE-137C-46F5-8D06-6473B7CA3E9A}"/>
    <dgm:cxn modelId="{BF1F2F32-2586-40C7-86C9-981210BC0A1E}" type="presOf" srcId="{7CD7A3E3-B888-4906-9CB7-F525931A6F66}" destId="{75AF4A1B-A6C4-4BC9-BE89-F085675D76E7}" srcOrd="0" destOrd="0" presId="urn:microsoft.com/office/officeart/2005/8/layout/orgChart1"/>
    <dgm:cxn modelId="{47F90F36-D9E4-4DB4-BDBE-E7144CBD2853}" type="presOf" srcId="{97191A7D-D66C-43BE-9D68-0859767C4AB4}" destId="{849DF139-80B9-470F-AB43-63578758D6BE}" srcOrd="0" destOrd="0" presId="urn:microsoft.com/office/officeart/2005/8/layout/orgChart1"/>
    <dgm:cxn modelId="{4B1F5B3C-58B2-4990-8ECC-57A731B87152}" srcId="{58F2F5F8-2435-45F7-ADC9-4F2425CE5903}" destId="{2A31FCEB-23D6-49F8-91C9-AE4238D8AEE4}" srcOrd="0" destOrd="0" parTransId="{3659D80A-BAE2-4429-B51D-56388394465E}" sibTransId="{3F94C6CC-C0C1-4335-8C9D-745859EE4A12}"/>
    <dgm:cxn modelId="{C6FC355C-9DAC-4F1D-A1AB-27E0E135783F}" type="presOf" srcId="{D8D327EF-DD3C-4A7A-8976-BE41D9E085D5}" destId="{B12B6C74-2968-4011-B9F1-61CE4E9D109A}" srcOrd="0" destOrd="0" presId="urn:microsoft.com/office/officeart/2005/8/layout/orgChart1"/>
    <dgm:cxn modelId="{EBC84A41-7A03-4F8C-B213-6C605F9EF5FA}" type="presOf" srcId="{668FE89B-51FD-4A79-8AB3-016F86107247}" destId="{3925C476-E467-4A96-A16A-2753315DCB1F}" srcOrd="0" destOrd="0" presId="urn:microsoft.com/office/officeart/2005/8/layout/orgChart1"/>
    <dgm:cxn modelId="{8C32796A-A490-44E1-BF1F-EDAB3CF9C194}" type="presOf" srcId="{F87B9E62-1A8A-4019-A250-209685F254DD}" destId="{736898DB-4E32-41A9-9C88-C5BCD513DB28}" srcOrd="0" destOrd="0" presId="urn:microsoft.com/office/officeart/2005/8/layout/orgChart1"/>
    <dgm:cxn modelId="{136C3C4D-FA01-4971-9420-70774FB601D5}" type="presOf" srcId="{A766DC5F-53EF-43AF-8966-BD41825E168B}" destId="{5A23FCAA-595B-48F8-BB2E-07A391FBE616}" srcOrd="0" destOrd="0" presId="urn:microsoft.com/office/officeart/2005/8/layout/orgChart1"/>
    <dgm:cxn modelId="{29065075-0107-470E-B26C-A3F36060581E}" type="presOf" srcId="{668FE89B-51FD-4A79-8AB3-016F86107247}" destId="{29FF8C39-5E00-4157-8A2E-E34F2EF40499}" srcOrd="1" destOrd="0" presId="urn:microsoft.com/office/officeart/2005/8/layout/orgChart1"/>
    <dgm:cxn modelId="{9A6A84A4-97D3-47A9-B7AC-2DA682626F9F}" type="presOf" srcId="{A766DC5F-53EF-43AF-8966-BD41825E168B}" destId="{EECF9EDD-71F9-408E-BC98-14F40ED6E2BF}" srcOrd="1" destOrd="0" presId="urn:microsoft.com/office/officeart/2005/8/layout/orgChart1"/>
    <dgm:cxn modelId="{82259EAA-F47D-4321-92B4-678C2FF7376A}" type="presOf" srcId="{3659D80A-BAE2-4429-B51D-56388394465E}" destId="{4D4056BE-E584-4E17-8A6B-F5964BB97A3C}" srcOrd="0" destOrd="0" presId="urn:microsoft.com/office/officeart/2005/8/layout/orgChart1"/>
    <dgm:cxn modelId="{EE1483B7-6720-4372-8392-C53CACA8E650}" type="presOf" srcId="{2A31FCEB-23D6-49F8-91C9-AE4238D8AEE4}" destId="{AEBDE1D3-634D-405D-9BF4-CBFEA6A55B25}" srcOrd="0" destOrd="0" presId="urn:microsoft.com/office/officeart/2005/8/layout/orgChart1"/>
    <dgm:cxn modelId="{7679C6BB-0333-42B6-BF27-D9F0A5CF6587}" type="presOf" srcId="{3CD364B6-4A1A-4912-A464-F2FEE086ED68}" destId="{8BAD4E1B-4971-4D7A-9CC9-0D2EFCE9978B}" srcOrd="0" destOrd="0" presId="urn:microsoft.com/office/officeart/2005/8/layout/orgChart1"/>
    <dgm:cxn modelId="{87352CBD-0D82-475B-B284-D7C30D182B2C}" type="presOf" srcId="{3CD364B6-4A1A-4912-A464-F2FEE086ED68}" destId="{BACE3C1F-959F-49A3-AC7C-8D031FA9F1CA}" srcOrd="1" destOrd="0" presId="urn:microsoft.com/office/officeart/2005/8/layout/orgChart1"/>
    <dgm:cxn modelId="{D3713FBF-3DE6-4D5A-8CE6-AF04B68BE9EE}" type="presOf" srcId="{73B856A5-D82F-46C9-B112-8510CEC57ABB}" destId="{74B5EE9B-6596-4220-B640-05F1E62967DF}" srcOrd="1" destOrd="0" presId="urn:microsoft.com/office/officeart/2005/8/layout/orgChart1"/>
    <dgm:cxn modelId="{8EC285C0-7567-4E31-9E6E-A445EA215C2F}" srcId="{668FE89B-51FD-4A79-8AB3-016F86107247}" destId="{3CD364B6-4A1A-4912-A464-F2FEE086ED68}" srcOrd="0" destOrd="0" parTransId="{BCBF4442-2937-4DCA-9452-264E03914A61}" sibTransId="{64885584-9CF5-4AEB-B374-B2D886ACA31E}"/>
    <dgm:cxn modelId="{2CBF48C8-0057-46D9-B9A7-93F6431A18F2}" srcId="{73B856A5-D82F-46C9-B112-8510CEC57ABB}" destId="{668FE89B-51FD-4A79-8AB3-016F86107247}" srcOrd="2" destOrd="0" parTransId="{C91CDC2D-42D1-41A8-9970-941DB7C48F8A}" sibTransId="{D8E10235-517A-4445-A65E-1A91AB53BCB6}"/>
    <dgm:cxn modelId="{47C49BD1-9D90-4C2E-BE35-12FB4154743B}" srcId="{F87B9E62-1A8A-4019-A250-209685F254DD}" destId="{A766DC5F-53EF-43AF-8966-BD41825E168B}" srcOrd="0" destOrd="0" parTransId="{7CD7A3E3-B888-4906-9CB7-F525931A6F66}" sibTransId="{9F7E8CFE-70DD-4A39-AEC0-2F88B33FEAC6}"/>
    <dgm:cxn modelId="{EE0C23DC-8B32-4348-8BF0-2B330071D67E}" type="presOf" srcId="{C048FCF1-87B9-42D6-BEB5-BCD9F3E3D855}" destId="{EE7F971B-ADD8-476E-9C0A-6A6AA77BFDB3}" srcOrd="0" destOrd="0" presId="urn:microsoft.com/office/officeart/2005/8/layout/orgChart1"/>
    <dgm:cxn modelId="{17C203E9-8D30-45B9-9206-0EEFEC34A8E8}" type="presOf" srcId="{2A31FCEB-23D6-49F8-91C9-AE4238D8AEE4}" destId="{4FB1F971-19E1-43A9-8695-01EC706BE87E}" srcOrd="1" destOrd="0" presId="urn:microsoft.com/office/officeart/2005/8/layout/orgChart1"/>
    <dgm:cxn modelId="{BC4243F4-53F5-4304-824D-E002BE667130}" srcId="{73B856A5-D82F-46C9-B112-8510CEC57ABB}" destId="{F87B9E62-1A8A-4019-A250-209685F254DD}" srcOrd="1" destOrd="0" parTransId="{D8D327EF-DD3C-4A7A-8976-BE41D9E085D5}" sibTransId="{CA109C74-C77A-46EE-A712-856000C10EC8}"/>
    <dgm:cxn modelId="{35016F68-0780-4C97-B4CD-E9A0F4C15660}" type="presParOf" srcId="{EE7F971B-ADD8-476E-9C0A-6A6AA77BFDB3}" destId="{D450F5CC-C0F5-477A-846D-9CB76167A315}" srcOrd="0" destOrd="0" presId="urn:microsoft.com/office/officeart/2005/8/layout/orgChart1"/>
    <dgm:cxn modelId="{01F68DAA-67D1-44CE-8308-5003C4447782}" type="presParOf" srcId="{D450F5CC-C0F5-477A-846D-9CB76167A315}" destId="{8BB8ADAC-5CBA-4C16-BE79-36FB772FF77C}" srcOrd="0" destOrd="0" presId="urn:microsoft.com/office/officeart/2005/8/layout/orgChart1"/>
    <dgm:cxn modelId="{9FC95D3E-A3C3-4AC1-8EC3-E8B799221F54}" type="presParOf" srcId="{8BB8ADAC-5CBA-4C16-BE79-36FB772FF77C}" destId="{EF563E83-E1C2-4752-A32D-1D260B19E3A5}" srcOrd="0" destOrd="0" presId="urn:microsoft.com/office/officeart/2005/8/layout/orgChart1"/>
    <dgm:cxn modelId="{DF8ACFC3-8FD4-41BE-A6CA-0F21F368D40B}" type="presParOf" srcId="{8BB8ADAC-5CBA-4C16-BE79-36FB772FF77C}" destId="{74B5EE9B-6596-4220-B640-05F1E62967DF}" srcOrd="1" destOrd="0" presId="urn:microsoft.com/office/officeart/2005/8/layout/orgChart1"/>
    <dgm:cxn modelId="{499A64A6-D97F-4F8F-93EB-BF12A6552D1F}" type="presParOf" srcId="{D450F5CC-C0F5-477A-846D-9CB76167A315}" destId="{2EB2462D-6BD7-4C0F-8667-9F3ECDE9EA4E}" srcOrd="1" destOrd="0" presId="urn:microsoft.com/office/officeart/2005/8/layout/orgChart1"/>
    <dgm:cxn modelId="{85AD6A4B-357E-49C4-9CAB-5DDBDEFD271C}" type="presParOf" srcId="{2EB2462D-6BD7-4C0F-8667-9F3ECDE9EA4E}" destId="{849DF139-80B9-470F-AB43-63578758D6BE}" srcOrd="0" destOrd="0" presId="urn:microsoft.com/office/officeart/2005/8/layout/orgChart1"/>
    <dgm:cxn modelId="{D8618C42-0FCB-4B1E-98E1-F90F3F6164A8}" type="presParOf" srcId="{2EB2462D-6BD7-4C0F-8667-9F3ECDE9EA4E}" destId="{00DD7CFE-C7EF-4A6C-A3BF-5EAAE3E28AD3}" srcOrd="1" destOrd="0" presId="urn:microsoft.com/office/officeart/2005/8/layout/orgChart1"/>
    <dgm:cxn modelId="{AB8C0612-A4AB-41AE-82FD-AA1186E78476}" type="presParOf" srcId="{00DD7CFE-C7EF-4A6C-A3BF-5EAAE3E28AD3}" destId="{9136596B-D6DB-4919-8925-198ED35E0AB4}" srcOrd="0" destOrd="0" presId="urn:microsoft.com/office/officeart/2005/8/layout/orgChart1"/>
    <dgm:cxn modelId="{7B67D718-DF6A-4111-9596-1D4CCBF287BA}" type="presParOf" srcId="{9136596B-D6DB-4919-8925-198ED35E0AB4}" destId="{369323AF-F09D-48D1-B967-EA758112CF52}" srcOrd="0" destOrd="0" presId="urn:microsoft.com/office/officeart/2005/8/layout/orgChart1"/>
    <dgm:cxn modelId="{0A1B3DBA-5CA7-4CED-8C66-341DCE6A9D68}" type="presParOf" srcId="{9136596B-D6DB-4919-8925-198ED35E0AB4}" destId="{7CC126CB-81B2-4C6E-8DD4-AF3C45E6CBFD}" srcOrd="1" destOrd="0" presId="urn:microsoft.com/office/officeart/2005/8/layout/orgChart1"/>
    <dgm:cxn modelId="{E2723FA1-ACBD-466A-BF33-DA565A4522BD}" type="presParOf" srcId="{00DD7CFE-C7EF-4A6C-A3BF-5EAAE3E28AD3}" destId="{8402C1A1-0FDF-4F35-872E-B805564928A2}" srcOrd="1" destOrd="0" presId="urn:microsoft.com/office/officeart/2005/8/layout/orgChart1"/>
    <dgm:cxn modelId="{5A55D6E7-A9E4-4F83-A372-DA10D3D646D8}" type="presParOf" srcId="{8402C1A1-0FDF-4F35-872E-B805564928A2}" destId="{4D4056BE-E584-4E17-8A6B-F5964BB97A3C}" srcOrd="0" destOrd="0" presId="urn:microsoft.com/office/officeart/2005/8/layout/orgChart1"/>
    <dgm:cxn modelId="{4400F2B1-5BEC-41E1-B35B-5199E7499C00}" type="presParOf" srcId="{8402C1A1-0FDF-4F35-872E-B805564928A2}" destId="{A28B97C2-941A-4610-B9DB-0011B014B1B7}" srcOrd="1" destOrd="0" presId="urn:microsoft.com/office/officeart/2005/8/layout/orgChart1"/>
    <dgm:cxn modelId="{79A5A0A2-C8F0-4F66-9F2A-C93D210D3C5B}" type="presParOf" srcId="{A28B97C2-941A-4610-B9DB-0011B014B1B7}" destId="{80A3B122-E600-4B2B-BC50-B94C434C1B44}" srcOrd="0" destOrd="0" presId="urn:microsoft.com/office/officeart/2005/8/layout/orgChart1"/>
    <dgm:cxn modelId="{B9204B80-FA41-43A3-B223-EFD803B83768}" type="presParOf" srcId="{80A3B122-E600-4B2B-BC50-B94C434C1B44}" destId="{AEBDE1D3-634D-405D-9BF4-CBFEA6A55B25}" srcOrd="0" destOrd="0" presId="urn:microsoft.com/office/officeart/2005/8/layout/orgChart1"/>
    <dgm:cxn modelId="{F29986CA-72F9-410F-A7A0-F9F284173477}" type="presParOf" srcId="{80A3B122-E600-4B2B-BC50-B94C434C1B44}" destId="{4FB1F971-19E1-43A9-8695-01EC706BE87E}" srcOrd="1" destOrd="0" presId="urn:microsoft.com/office/officeart/2005/8/layout/orgChart1"/>
    <dgm:cxn modelId="{35448168-000C-4927-84C2-768AAE5EB01D}" type="presParOf" srcId="{A28B97C2-941A-4610-B9DB-0011B014B1B7}" destId="{492B62F4-8717-412B-9FD5-463857C47519}" srcOrd="1" destOrd="0" presId="urn:microsoft.com/office/officeart/2005/8/layout/orgChart1"/>
    <dgm:cxn modelId="{EC0102F3-5D7C-493C-AC16-2F12D0F72EC7}" type="presParOf" srcId="{A28B97C2-941A-4610-B9DB-0011B014B1B7}" destId="{190DC745-5915-48E0-948E-181872674D7C}" srcOrd="2" destOrd="0" presId="urn:microsoft.com/office/officeart/2005/8/layout/orgChart1"/>
    <dgm:cxn modelId="{FAB4A57C-DB93-4994-8B83-B7F3D43E9037}" type="presParOf" srcId="{00DD7CFE-C7EF-4A6C-A3BF-5EAAE3E28AD3}" destId="{7208C67A-CE54-461F-9580-7FEA3CFB3113}" srcOrd="2" destOrd="0" presId="urn:microsoft.com/office/officeart/2005/8/layout/orgChart1"/>
    <dgm:cxn modelId="{755BEF82-1815-445B-9796-662E7D56D3F0}" type="presParOf" srcId="{2EB2462D-6BD7-4C0F-8667-9F3ECDE9EA4E}" destId="{B12B6C74-2968-4011-B9F1-61CE4E9D109A}" srcOrd="2" destOrd="0" presId="urn:microsoft.com/office/officeart/2005/8/layout/orgChart1"/>
    <dgm:cxn modelId="{1A5A480E-1A62-4762-B1E2-66EDBA492BC9}" type="presParOf" srcId="{2EB2462D-6BD7-4C0F-8667-9F3ECDE9EA4E}" destId="{DEC1D514-9A9E-4553-BACD-41FF556CD96C}" srcOrd="3" destOrd="0" presId="urn:microsoft.com/office/officeart/2005/8/layout/orgChart1"/>
    <dgm:cxn modelId="{16ECC367-95A3-4526-A038-E98941F7D2FE}" type="presParOf" srcId="{DEC1D514-9A9E-4553-BACD-41FF556CD96C}" destId="{9D558BE8-476D-40F7-A822-A02B4697C854}" srcOrd="0" destOrd="0" presId="urn:microsoft.com/office/officeart/2005/8/layout/orgChart1"/>
    <dgm:cxn modelId="{36656A28-7FC3-40E8-9BED-3B5BBFEC422B}" type="presParOf" srcId="{9D558BE8-476D-40F7-A822-A02B4697C854}" destId="{736898DB-4E32-41A9-9C88-C5BCD513DB28}" srcOrd="0" destOrd="0" presId="urn:microsoft.com/office/officeart/2005/8/layout/orgChart1"/>
    <dgm:cxn modelId="{05C0458E-9831-447E-A51E-A242AFD5FBCD}" type="presParOf" srcId="{9D558BE8-476D-40F7-A822-A02B4697C854}" destId="{FD8454FB-01CE-4A0B-A72D-6E159CC3A2C6}" srcOrd="1" destOrd="0" presId="urn:microsoft.com/office/officeart/2005/8/layout/orgChart1"/>
    <dgm:cxn modelId="{55D79C99-41E6-4E1A-8D9E-2D8BDABF8BC5}" type="presParOf" srcId="{DEC1D514-9A9E-4553-BACD-41FF556CD96C}" destId="{53E7B13B-9332-4D29-A7E1-944C271EB7B3}" srcOrd="1" destOrd="0" presId="urn:microsoft.com/office/officeart/2005/8/layout/orgChart1"/>
    <dgm:cxn modelId="{E1F4827B-2021-477A-8C76-5FBD3CAE147B}" type="presParOf" srcId="{53E7B13B-9332-4D29-A7E1-944C271EB7B3}" destId="{75AF4A1B-A6C4-4BC9-BE89-F085675D76E7}" srcOrd="0" destOrd="0" presId="urn:microsoft.com/office/officeart/2005/8/layout/orgChart1"/>
    <dgm:cxn modelId="{DAEBA700-A3BA-4D5F-9429-19C1798E6145}" type="presParOf" srcId="{53E7B13B-9332-4D29-A7E1-944C271EB7B3}" destId="{5F903D66-B97F-4FA1-A779-6676B4BF8581}" srcOrd="1" destOrd="0" presId="urn:microsoft.com/office/officeart/2005/8/layout/orgChart1"/>
    <dgm:cxn modelId="{86588645-148A-4515-8F2B-B0E61E8902EB}" type="presParOf" srcId="{5F903D66-B97F-4FA1-A779-6676B4BF8581}" destId="{7BEDDAED-FCFE-43A8-AD2F-855AAA89B6B2}" srcOrd="0" destOrd="0" presId="urn:microsoft.com/office/officeart/2005/8/layout/orgChart1"/>
    <dgm:cxn modelId="{AE91734E-6FA0-45A2-8970-DFF34D7C568E}" type="presParOf" srcId="{7BEDDAED-FCFE-43A8-AD2F-855AAA89B6B2}" destId="{5A23FCAA-595B-48F8-BB2E-07A391FBE616}" srcOrd="0" destOrd="0" presId="urn:microsoft.com/office/officeart/2005/8/layout/orgChart1"/>
    <dgm:cxn modelId="{A3A83003-3082-4901-99B7-92F13120E27E}" type="presParOf" srcId="{7BEDDAED-FCFE-43A8-AD2F-855AAA89B6B2}" destId="{EECF9EDD-71F9-408E-BC98-14F40ED6E2BF}" srcOrd="1" destOrd="0" presId="urn:microsoft.com/office/officeart/2005/8/layout/orgChart1"/>
    <dgm:cxn modelId="{989528F7-D796-4C95-B4F9-B8DF5C693A6B}" type="presParOf" srcId="{5F903D66-B97F-4FA1-A779-6676B4BF8581}" destId="{90E1474F-D070-49A2-BEBF-2CF9A3C7AB3B}" srcOrd="1" destOrd="0" presId="urn:microsoft.com/office/officeart/2005/8/layout/orgChart1"/>
    <dgm:cxn modelId="{C3AEBC38-1A22-4263-9139-F6524640020F}" type="presParOf" srcId="{5F903D66-B97F-4FA1-A779-6676B4BF8581}" destId="{7FDEF232-1E30-482D-9A8D-6710D7252062}" srcOrd="2" destOrd="0" presId="urn:microsoft.com/office/officeart/2005/8/layout/orgChart1"/>
    <dgm:cxn modelId="{2BA52AEF-2E75-4657-8D15-934C7DEF65CA}" type="presParOf" srcId="{DEC1D514-9A9E-4553-BACD-41FF556CD96C}" destId="{49A7BA7B-C0E0-42ED-9C1D-7831EF735AD3}" srcOrd="2" destOrd="0" presId="urn:microsoft.com/office/officeart/2005/8/layout/orgChart1"/>
    <dgm:cxn modelId="{244EB7A0-4D75-4DE3-B1F7-8114E3C07D74}" type="presParOf" srcId="{2EB2462D-6BD7-4C0F-8667-9F3ECDE9EA4E}" destId="{0C54DC8A-5257-444F-8A07-30ACCC1E035D}" srcOrd="4" destOrd="0" presId="urn:microsoft.com/office/officeart/2005/8/layout/orgChart1"/>
    <dgm:cxn modelId="{C97EA9F5-9C73-4D18-AA5E-8BE8BAC5F955}" type="presParOf" srcId="{2EB2462D-6BD7-4C0F-8667-9F3ECDE9EA4E}" destId="{66D2F257-AFF1-4EA1-9426-F87B0E0EDD4A}" srcOrd="5" destOrd="0" presId="urn:microsoft.com/office/officeart/2005/8/layout/orgChart1"/>
    <dgm:cxn modelId="{D8680C98-1A5D-4F5A-98C9-8CA03FA4E4F3}" type="presParOf" srcId="{66D2F257-AFF1-4EA1-9426-F87B0E0EDD4A}" destId="{F82442C2-095C-4FA3-BA75-3285B84F49BE}" srcOrd="0" destOrd="0" presId="urn:microsoft.com/office/officeart/2005/8/layout/orgChart1"/>
    <dgm:cxn modelId="{3B180E78-4104-4D8D-AA8A-79E101240084}" type="presParOf" srcId="{F82442C2-095C-4FA3-BA75-3285B84F49BE}" destId="{3925C476-E467-4A96-A16A-2753315DCB1F}" srcOrd="0" destOrd="0" presId="urn:microsoft.com/office/officeart/2005/8/layout/orgChart1"/>
    <dgm:cxn modelId="{CC660D43-AD69-46CE-899A-32BF04C664FF}" type="presParOf" srcId="{F82442C2-095C-4FA3-BA75-3285B84F49BE}" destId="{29FF8C39-5E00-4157-8A2E-E34F2EF40499}" srcOrd="1" destOrd="0" presId="urn:microsoft.com/office/officeart/2005/8/layout/orgChart1"/>
    <dgm:cxn modelId="{F17263AE-5F27-49DA-BFBB-ACF0D7A602DC}" type="presParOf" srcId="{66D2F257-AFF1-4EA1-9426-F87B0E0EDD4A}" destId="{A9E87C83-521F-4583-A8CE-C74E5B6C0794}" srcOrd="1" destOrd="0" presId="urn:microsoft.com/office/officeart/2005/8/layout/orgChart1"/>
    <dgm:cxn modelId="{2BA782F4-8062-4B7A-802F-B79E974582F5}" type="presParOf" srcId="{A9E87C83-521F-4583-A8CE-C74E5B6C0794}" destId="{D4257709-8EDF-4FCB-A5C7-9A684BB2E8ED}" srcOrd="0" destOrd="0" presId="urn:microsoft.com/office/officeart/2005/8/layout/orgChart1"/>
    <dgm:cxn modelId="{301E2E5E-D7A1-41D5-B776-9027305323AF}" type="presParOf" srcId="{A9E87C83-521F-4583-A8CE-C74E5B6C0794}" destId="{72E34A41-197F-4E53-84C8-3BA36E387ABA}" srcOrd="1" destOrd="0" presId="urn:microsoft.com/office/officeart/2005/8/layout/orgChart1"/>
    <dgm:cxn modelId="{02CD8153-5DEC-468D-AF4F-B1A3D10E4EC1}" type="presParOf" srcId="{72E34A41-197F-4E53-84C8-3BA36E387ABA}" destId="{64B6F5C1-D07A-44FD-B1D4-0E2E76968F6A}" srcOrd="0" destOrd="0" presId="urn:microsoft.com/office/officeart/2005/8/layout/orgChart1"/>
    <dgm:cxn modelId="{163CB2DC-F862-420C-B066-7294AF54F746}" type="presParOf" srcId="{64B6F5C1-D07A-44FD-B1D4-0E2E76968F6A}" destId="{8BAD4E1B-4971-4D7A-9CC9-0D2EFCE9978B}" srcOrd="0" destOrd="0" presId="urn:microsoft.com/office/officeart/2005/8/layout/orgChart1"/>
    <dgm:cxn modelId="{A0C2E08F-0328-4812-A3C0-B82FAB7C6F0C}" type="presParOf" srcId="{64B6F5C1-D07A-44FD-B1D4-0E2E76968F6A}" destId="{BACE3C1F-959F-49A3-AC7C-8D031FA9F1CA}" srcOrd="1" destOrd="0" presId="urn:microsoft.com/office/officeart/2005/8/layout/orgChart1"/>
    <dgm:cxn modelId="{21ACA2FF-BD54-42B7-AD3F-208B6F8E5110}" type="presParOf" srcId="{72E34A41-197F-4E53-84C8-3BA36E387ABA}" destId="{F49EFD85-1CDB-424E-9A76-DDA1BC5F4D5B}" srcOrd="1" destOrd="0" presId="urn:microsoft.com/office/officeart/2005/8/layout/orgChart1"/>
    <dgm:cxn modelId="{0F7E9E0C-BDFE-4845-976C-AC0AEEB228F8}" type="presParOf" srcId="{72E34A41-197F-4E53-84C8-3BA36E387ABA}" destId="{BBC6DEFA-A790-4C94-A019-220B44DE9EEF}" srcOrd="2" destOrd="0" presId="urn:microsoft.com/office/officeart/2005/8/layout/orgChart1"/>
    <dgm:cxn modelId="{ED0C6141-CE95-4F44-8FFE-E393FBFE905C}" type="presParOf" srcId="{66D2F257-AFF1-4EA1-9426-F87B0E0EDD4A}" destId="{DE2CD340-AFBE-41C3-A9A2-E06A3726EF8E}" srcOrd="2" destOrd="0" presId="urn:microsoft.com/office/officeart/2005/8/layout/orgChart1"/>
    <dgm:cxn modelId="{6C3791EF-79F1-4BF1-857F-AE82C3A94A1C}" type="presParOf" srcId="{D450F5CC-C0F5-477A-846D-9CB76167A315}" destId="{EF4EBE0D-AC9B-4664-8D16-18D40E83BD78}"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48FCF1-87B9-42D6-BEB5-BCD9F3E3D85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73B856A5-D82F-46C9-B112-8510CEC57ABB}">
      <dgm:prSet phldrT="[Text]" custT="1"/>
      <dgm:spPr/>
      <dgm:t>
        <a:bodyPr/>
        <a:lstStyle/>
        <a:p>
          <a:r>
            <a:rPr lang="en-US" sz="1200" dirty="0"/>
            <a:t>Cost of inventory</a:t>
          </a:r>
          <a:endParaRPr lang="en-ZA" sz="1200" dirty="0"/>
        </a:p>
      </dgm:t>
    </dgm:pt>
    <dgm:pt modelId="{08974B58-7EE3-4B36-9054-8F7D30E88131}" type="parTrans" cxnId="{632C6C25-667E-4493-A73C-CCDDC7CB5992}">
      <dgm:prSet/>
      <dgm:spPr/>
      <dgm:t>
        <a:bodyPr/>
        <a:lstStyle/>
        <a:p>
          <a:endParaRPr lang="en-ZA" sz="1200"/>
        </a:p>
      </dgm:t>
    </dgm:pt>
    <dgm:pt modelId="{CD9BBB9A-2CD0-4B53-AE22-596F6B598D49}" type="sibTrans" cxnId="{632C6C25-667E-4493-A73C-CCDDC7CB5992}">
      <dgm:prSet/>
      <dgm:spPr/>
      <dgm:t>
        <a:bodyPr/>
        <a:lstStyle/>
        <a:p>
          <a:endParaRPr lang="en-ZA" sz="1200"/>
        </a:p>
      </dgm:t>
    </dgm:pt>
    <dgm:pt modelId="{58F2F5F8-2435-45F7-ADC9-4F2425CE5903}">
      <dgm:prSet phldrT="[Text]" custT="1"/>
      <dgm:spPr/>
      <dgm:t>
        <a:bodyPr/>
        <a:lstStyle/>
        <a:p>
          <a:r>
            <a:rPr lang="en-US" sz="1200" dirty="0"/>
            <a:t>Carrying cost</a:t>
          </a:r>
        </a:p>
        <a:p>
          <a:r>
            <a:rPr lang="en-US" sz="1200" dirty="0"/>
            <a:t>(Storage cost)</a:t>
          </a:r>
        </a:p>
      </dgm:t>
    </dgm:pt>
    <dgm:pt modelId="{97191A7D-D66C-43BE-9D68-0859767C4AB4}" type="parTrans" cxnId="{868D3D2D-F6C6-44E2-A040-AD0EE1449D93}">
      <dgm:prSet/>
      <dgm:spPr/>
      <dgm:t>
        <a:bodyPr/>
        <a:lstStyle/>
        <a:p>
          <a:endParaRPr lang="en-ZA" sz="1200"/>
        </a:p>
      </dgm:t>
    </dgm:pt>
    <dgm:pt modelId="{AFFB90FE-137C-46F5-8D06-6473B7CA3E9A}" type="sibTrans" cxnId="{868D3D2D-F6C6-44E2-A040-AD0EE1449D93}">
      <dgm:prSet/>
      <dgm:spPr/>
      <dgm:t>
        <a:bodyPr/>
        <a:lstStyle/>
        <a:p>
          <a:endParaRPr lang="en-ZA" sz="1200"/>
        </a:p>
      </dgm:t>
    </dgm:pt>
    <dgm:pt modelId="{F87B9E62-1A8A-4019-A250-209685F254DD}">
      <dgm:prSet phldrT="[Text]" custT="1"/>
      <dgm:spPr/>
      <dgm:t>
        <a:bodyPr/>
        <a:lstStyle/>
        <a:p>
          <a:r>
            <a:rPr lang="en-US" sz="1200" dirty="0"/>
            <a:t>Ordering </a:t>
          </a:r>
        </a:p>
        <a:p>
          <a:r>
            <a:rPr lang="en-US" sz="1200" dirty="0"/>
            <a:t>costs</a:t>
          </a:r>
          <a:endParaRPr lang="en-ZA" sz="1200" dirty="0"/>
        </a:p>
      </dgm:t>
    </dgm:pt>
    <dgm:pt modelId="{D8D327EF-DD3C-4A7A-8976-BE41D9E085D5}" type="parTrans" cxnId="{BC4243F4-53F5-4304-824D-E002BE667130}">
      <dgm:prSet/>
      <dgm:spPr/>
      <dgm:t>
        <a:bodyPr/>
        <a:lstStyle/>
        <a:p>
          <a:endParaRPr lang="en-ZA" sz="1200"/>
        </a:p>
      </dgm:t>
    </dgm:pt>
    <dgm:pt modelId="{CA109C74-C77A-46EE-A712-856000C10EC8}" type="sibTrans" cxnId="{BC4243F4-53F5-4304-824D-E002BE667130}">
      <dgm:prSet/>
      <dgm:spPr/>
      <dgm:t>
        <a:bodyPr/>
        <a:lstStyle/>
        <a:p>
          <a:endParaRPr lang="en-ZA" sz="1200"/>
        </a:p>
      </dgm:t>
    </dgm:pt>
    <dgm:pt modelId="{668FE89B-51FD-4A79-8AB3-016F86107247}">
      <dgm:prSet phldrT="[Text]" custT="1"/>
      <dgm:spPr/>
      <dgm:t>
        <a:bodyPr/>
        <a:lstStyle/>
        <a:p>
          <a:r>
            <a:rPr lang="en-US" sz="1200" dirty="0"/>
            <a:t>Stock-out </a:t>
          </a:r>
        </a:p>
        <a:p>
          <a:r>
            <a:rPr lang="en-US" sz="1200" dirty="0"/>
            <a:t>costs</a:t>
          </a:r>
          <a:endParaRPr lang="en-ZA" sz="1200" dirty="0"/>
        </a:p>
      </dgm:t>
    </dgm:pt>
    <dgm:pt modelId="{C91CDC2D-42D1-41A8-9970-941DB7C48F8A}" type="parTrans" cxnId="{2CBF48C8-0057-46D9-B9A7-93F6431A18F2}">
      <dgm:prSet/>
      <dgm:spPr/>
      <dgm:t>
        <a:bodyPr/>
        <a:lstStyle/>
        <a:p>
          <a:endParaRPr lang="en-ZA" sz="1200"/>
        </a:p>
      </dgm:t>
    </dgm:pt>
    <dgm:pt modelId="{D8E10235-517A-4445-A65E-1A91AB53BCB6}" type="sibTrans" cxnId="{2CBF48C8-0057-46D9-B9A7-93F6431A18F2}">
      <dgm:prSet/>
      <dgm:spPr/>
      <dgm:t>
        <a:bodyPr/>
        <a:lstStyle/>
        <a:p>
          <a:endParaRPr lang="en-ZA" sz="1200"/>
        </a:p>
      </dgm:t>
    </dgm:pt>
    <dgm:pt modelId="{EE7F971B-ADD8-476E-9C0A-6A6AA77BFDB3}" type="pres">
      <dgm:prSet presAssocID="{C048FCF1-87B9-42D6-BEB5-BCD9F3E3D855}" presName="hierChild1" presStyleCnt="0">
        <dgm:presLayoutVars>
          <dgm:orgChart val="1"/>
          <dgm:chPref val="1"/>
          <dgm:dir/>
          <dgm:animOne val="branch"/>
          <dgm:animLvl val="lvl"/>
          <dgm:resizeHandles/>
        </dgm:presLayoutVars>
      </dgm:prSet>
      <dgm:spPr/>
    </dgm:pt>
    <dgm:pt modelId="{D450F5CC-C0F5-477A-846D-9CB76167A315}" type="pres">
      <dgm:prSet presAssocID="{73B856A5-D82F-46C9-B112-8510CEC57ABB}" presName="hierRoot1" presStyleCnt="0">
        <dgm:presLayoutVars>
          <dgm:hierBranch val="init"/>
        </dgm:presLayoutVars>
      </dgm:prSet>
      <dgm:spPr/>
    </dgm:pt>
    <dgm:pt modelId="{8BB8ADAC-5CBA-4C16-BE79-36FB772FF77C}" type="pres">
      <dgm:prSet presAssocID="{73B856A5-D82F-46C9-B112-8510CEC57ABB}" presName="rootComposite1" presStyleCnt="0"/>
      <dgm:spPr/>
    </dgm:pt>
    <dgm:pt modelId="{EF563E83-E1C2-4752-A32D-1D260B19E3A5}" type="pres">
      <dgm:prSet presAssocID="{73B856A5-D82F-46C9-B112-8510CEC57ABB}" presName="rootText1" presStyleLbl="node0" presStyleIdx="0" presStyleCnt="1">
        <dgm:presLayoutVars>
          <dgm:chPref val="3"/>
        </dgm:presLayoutVars>
      </dgm:prSet>
      <dgm:spPr/>
    </dgm:pt>
    <dgm:pt modelId="{74B5EE9B-6596-4220-B640-05F1E62967DF}" type="pres">
      <dgm:prSet presAssocID="{73B856A5-D82F-46C9-B112-8510CEC57ABB}" presName="rootConnector1" presStyleLbl="node1" presStyleIdx="0" presStyleCnt="0"/>
      <dgm:spPr/>
    </dgm:pt>
    <dgm:pt modelId="{2EB2462D-6BD7-4C0F-8667-9F3ECDE9EA4E}" type="pres">
      <dgm:prSet presAssocID="{73B856A5-D82F-46C9-B112-8510CEC57ABB}" presName="hierChild2" presStyleCnt="0"/>
      <dgm:spPr/>
    </dgm:pt>
    <dgm:pt modelId="{849DF139-80B9-470F-AB43-63578758D6BE}" type="pres">
      <dgm:prSet presAssocID="{97191A7D-D66C-43BE-9D68-0859767C4AB4}" presName="Name37" presStyleLbl="parChTrans1D2" presStyleIdx="0" presStyleCnt="3"/>
      <dgm:spPr/>
    </dgm:pt>
    <dgm:pt modelId="{00DD7CFE-C7EF-4A6C-A3BF-5EAAE3E28AD3}" type="pres">
      <dgm:prSet presAssocID="{58F2F5F8-2435-45F7-ADC9-4F2425CE5903}" presName="hierRoot2" presStyleCnt="0">
        <dgm:presLayoutVars>
          <dgm:hierBranch val="init"/>
        </dgm:presLayoutVars>
      </dgm:prSet>
      <dgm:spPr/>
    </dgm:pt>
    <dgm:pt modelId="{9136596B-D6DB-4919-8925-198ED35E0AB4}" type="pres">
      <dgm:prSet presAssocID="{58F2F5F8-2435-45F7-ADC9-4F2425CE5903}" presName="rootComposite" presStyleCnt="0"/>
      <dgm:spPr/>
    </dgm:pt>
    <dgm:pt modelId="{369323AF-F09D-48D1-B967-EA758112CF52}" type="pres">
      <dgm:prSet presAssocID="{58F2F5F8-2435-45F7-ADC9-4F2425CE5903}" presName="rootText" presStyleLbl="node2" presStyleIdx="0" presStyleCnt="3">
        <dgm:presLayoutVars>
          <dgm:chPref val="3"/>
        </dgm:presLayoutVars>
      </dgm:prSet>
      <dgm:spPr/>
    </dgm:pt>
    <dgm:pt modelId="{7CC126CB-81B2-4C6E-8DD4-AF3C45E6CBFD}" type="pres">
      <dgm:prSet presAssocID="{58F2F5F8-2435-45F7-ADC9-4F2425CE5903}" presName="rootConnector" presStyleLbl="node2" presStyleIdx="0" presStyleCnt="3"/>
      <dgm:spPr/>
    </dgm:pt>
    <dgm:pt modelId="{8402C1A1-0FDF-4F35-872E-B805564928A2}" type="pres">
      <dgm:prSet presAssocID="{58F2F5F8-2435-45F7-ADC9-4F2425CE5903}" presName="hierChild4" presStyleCnt="0"/>
      <dgm:spPr/>
    </dgm:pt>
    <dgm:pt modelId="{7208C67A-CE54-461F-9580-7FEA3CFB3113}" type="pres">
      <dgm:prSet presAssocID="{58F2F5F8-2435-45F7-ADC9-4F2425CE5903}" presName="hierChild5" presStyleCnt="0"/>
      <dgm:spPr/>
    </dgm:pt>
    <dgm:pt modelId="{B12B6C74-2968-4011-B9F1-61CE4E9D109A}" type="pres">
      <dgm:prSet presAssocID="{D8D327EF-DD3C-4A7A-8976-BE41D9E085D5}" presName="Name37" presStyleLbl="parChTrans1D2" presStyleIdx="1" presStyleCnt="3"/>
      <dgm:spPr/>
    </dgm:pt>
    <dgm:pt modelId="{DEC1D514-9A9E-4553-BACD-41FF556CD96C}" type="pres">
      <dgm:prSet presAssocID="{F87B9E62-1A8A-4019-A250-209685F254DD}" presName="hierRoot2" presStyleCnt="0">
        <dgm:presLayoutVars>
          <dgm:hierBranch val="init"/>
        </dgm:presLayoutVars>
      </dgm:prSet>
      <dgm:spPr/>
    </dgm:pt>
    <dgm:pt modelId="{9D558BE8-476D-40F7-A822-A02B4697C854}" type="pres">
      <dgm:prSet presAssocID="{F87B9E62-1A8A-4019-A250-209685F254DD}" presName="rootComposite" presStyleCnt="0"/>
      <dgm:spPr/>
    </dgm:pt>
    <dgm:pt modelId="{736898DB-4E32-41A9-9C88-C5BCD513DB28}" type="pres">
      <dgm:prSet presAssocID="{F87B9E62-1A8A-4019-A250-209685F254DD}" presName="rootText" presStyleLbl="node2" presStyleIdx="1" presStyleCnt="3">
        <dgm:presLayoutVars>
          <dgm:chPref val="3"/>
        </dgm:presLayoutVars>
      </dgm:prSet>
      <dgm:spPr/>
    </dgm:pt>
    <dgm:pt modelId="{FD8454FB-01CE-4A0B-A72D-6E159CC3A2C6}" type="pres">
      <dgm:prSet presAssocID="{F87B9E62-1A8A-4019-A250-209685F254DD}" presName="rootConnector" presStyleLbl="node2" presStyleIdx="1" presStyleCnt="3"/>
      <dgm:spPr/>
    </dgm:pt>
    <dgm:pt modelId="{53E7B13B-9332-4D29-A7E1-944C271EB7B3}" type="pres">
      <dgm:prSet presAssocID="{F87B9E62-1A8A-4019-A250-209685F254DD}" presName="hierChild4" presStyleCnt="0"/>
      <dgm:spPr/>
    </dgm:pt>
    <dgm:pt modelId="{49A7BA7B-C0E0-42ED-9C1D-7831EF735AD3}" type="pres">
      <dgm:prSet presAssocID="{F87B9E62-1A8A-4019-A250-209685F254DD}" presName="hierChild5" presStyleCnt="0"/>
      <dgm:spPr/>
    </dgm:pt>
    <dgm:pt modelId="{0C54DC8A-5257-444F-8A07-30ACCC1E035D}" type="pres">
      <dgm:prSet presAssocID="{C91CDC2D-42D1-41A8-9970-941DB7C48F8A}" presName="Name37" presStyleLbl="parChTrans1D2" presStyleIdx="2" presStyleCnt="3"/>
      <dgm:spPr/>
    </dgm:pt>
    <dgm:pt modelId="{66D2F257-AFF1-4EA1-9426-F87B0E0EDD4A}" type="pres">
      <dgm:prSet presAssocID="{668FE89B-51FD-4A79-8AB3-016F86107247}" presName="hierRoot2" presStyleCnt="0">
        <dgm:presLayoutVars>
          <dgm:hierBranch val="init"/>
        </dgm:presLayoutVars>
      </dgm:prSet>
      <dgm:spPr/>
    </dgm:pt>
    <dgm:pt modelId="{F82442C2-095C-4FA3-BA75-3285B84F49BE}" type="pres">
      <dgm:prSet presAssocID="{668FE89B-51FD-4A79-8AB3-016F86107247}" presName="rootComposite" presStyleCnt="0"/>
      <dgm:spPr/>
    </dgm:pt>
    <dgm:pt modelId="{3925C476-E467-4A96-A16A-2753315DCB1F}" type="pres">
      <dgm:prSet presAssocID="{668FE89B-51FD-4A79-8AB3-016F86107247}" presName="rootText" presStyleLbl="node2" presStyleIdx="2" presStyleCnt="3">
        <dgm:presLayoutVars>
          <dgm:chPref val="3"/>
        </dgm:presLayoutVars>
      </dgm:prSet>
      <dgm:spPr/>
    </dgm:pt>
    <dgm:pt modelId="{29FF8C39-5E00-4157-8A2E-E34F2EF40499}" type="pres">
      <dgm:prSet presAssocID="{668FE89B-51FD-4A79-8AB3-016F86107247}" presName="rootConnector" presStyleLbl="node2" presStyleIdx="2" presStyleCnt="3"/>
      <dgm:spPr/>
    </dgm:pt>
    <dgm:pt modelId="{A9E87C83-521F-4583-A8CE-C74E5B6C0794}" type="pres">
      <dgm:prSet presAssocID="{668FE89B-51FD-4A79-8AB3-016F86107247}" presName="hierChild4" presStyleCnt="0"/>
      <dgm:spPr/>
    </dgm:pt>
    <dgm:pt modelId="{DE2CD340-AFBE-41C3-A9A2-E06A3726EF8E}" type="pres">
      <dgm:prSet presAssocID="{668FE89B-51FD-4A79-8AB3-016F86107247}" presName="hierChild5" presStyleCnt="0"/>
      <dgm:spPr/>
    </dgm:pt>
    <dgm:pt modelId="{EF4EBE0D-AC9B-4664-8D16-18D40E83BD78}" type="pres">
      <dgm:prSet presAssocID="{73B856A5-D82F-46C9-B112-8510CEC57ABB}" presName="hierChild3" presStyleCnt="0"/>
      <dgm:spPr/>
    </dgm:pt>
  </dgm:ptLst>
  <dgm:cxnLst>
    <dgm:cxn modelId="{7D814B02-8374-49EB-86F6-C850060B0D2F}" type="presOf" srcId="{C91CDC2D-42D1-41A8-9970-941DB7C48F8A}" destId="{0C54DC8A-5257-444F-8A07-30ACCC1E035D}" srcOrd="0" destOrd="0" presId="urn:microsoft.com/office/officeart/2005/8/layout/orgChart1"/>
    <dgm:cxn modelId="{769DD022-F7E1-4AB5-A4DC-90D4EBA8B97C}" type="presOf" srcId="{58F2F5F8-2435-45F7-ADC9-4F2425CE5903}" destId="{7CC126CB-81B2-4C6E-8DD4-AF3C45E6CBFD}" srcOrd="1" destOrd="0" presId="urn:microsoft.com/office/officeart/2005/8/layout/orgChart1"/>
    <dgm:cxn modelId="{5710EE23-884A-4D70-8B50-E906C43A4EB4}" type="presOf" srcId="{58F2F5F8-2435-45F7-ADC9-4F2425CE5903}" destId="{369323AF-F09D-48D1-B967-EA758112CF52}" srcOrd="0" destOrd="0" presId="urn:microsoft.com/office/officeart/2005/8/layout/orgChart1"/>
    <dgm:cxn modelId="{632C6C25-667E-4493-A73C-CCDDC7CB5992}" srcId="{C048FCF1-87B9-42D6-BEB5-BCD9F3E3D855}" destId="{73B856A5-D82F-46C9-B112-8510CEC57ABB}" srcOrd="0" destOrd="0" parTransId="{08974B58-7EE3-4B36-9054-8F7D30E88131}" sibTransId="{CD9BBB9A-2CD0-4B53-AE22-596F6B598D49}"/>
    <dgm:cxn modelId="{DC4A1026-EA26-4A78-8265-0558C3CD3841}" type="presOf" srcId="{73B856A5-D82F-46C9-B112-8510CEC57ABB}" destId="{EF563E83-E1C2-4752-A32D-1D260B19E3A5}" srcOrd="0" destOrd="0" presId="urn:microsoft.com/office/officeart/2005/8/layout/orgChart1"/>
    <dgm:cxn modelId="{92860C29-D770-4FF0-9E4E-6DCE51CA7D7C}" type="presOf" srcId="{F87B9E62-1A8A-4019-A250-209685F254DD}" destId="{FD8454FB-01CE-4A0B-A72D-6E159CC3A2C6}" srcOrd="1" destOrd="0" presId="urn:microsoft.com/office/officeart/2005/8/layout/orgChart1"/>
    <dgm:cxn modelId="{868D3D2D-F6C6-44E2-A040-AD0EE1449D93}" srcId="{73B856A5-D82F-46C9-B112-8510CEC57ABB}" destId="{58F2F5F8-2435-45F7-ADC9-4F2425CE5903}" srcOrd="0" destOrd="0" parTransId="{97191A7D-D66C-43BE-9D68-0859767C4AB4}" sibTransId="{AFFB90FE-137C-46F5-8D06-6473B7CA3E9A}"/>
    <dgm:cxn modelId="{47F90F36-D9E4-4DB4-BDBE-E7144CBD2853}" type="presOf" srcId="{97191A7D-D66C-43BE-9D68-0859767C4AB4}" destId="{849DF139-80B9-470F-AB43-63578758D6BE}" srcOrd="0" destOrd="0" presId="urn:microsoft.com/office/officeart/2005/8/layout/orgChart1"/>
    <dgm:cxn modelId="{C6FC355C-9DAC-4F1D-A1AB-27E0E135783F}" type="presOf" srcId="{D8D327EF-DD3C-4A7A-8976-BE41D9E085D5}" destId="{B12B6C74-2968-4011-B9F1-61CE4E9D109A}" srcOrd="0" destOrd="0" presId="urn:microsoft.com/office/officeart/2005/8/layout/orgChart1"/>
    <dgm:cxn modelId="{EBC84A41-7A03-4F8C-B213-6C605F9EF5FA}" type="presOf" srcId="{668FE89B-51FD-4A79-8AB3-016F86107247}" destId="{3925C476-E467-4A96-A16A-2753315DCB1F}" srcOrd="0" destOrd="0" presId="urn:microsoft.com/office/officeart/2005/8/layout/orgChart1"/>
    <dgm:cxn modelId="{8C32796A-A490-44E1-BF1F-EDAB3CF9C194}" type="presOf" srcId="{F87B9E62-1A8A-4019-A250-209685F254DD}" destId="{736898DB-4E32-41A9-9C88-C5BCD513DB28}" srcOrd="0" destOrd="0" presId="urn:microsoft.com/office/officeart/2005/8/layout/orgChart1"/>
    <dgm:cxn modelId="{29065075-0107-470E-B26C-A3F36060581E}" type="presOf" srcId="{668FE89B-51FD-4A79-8AB3-016F86107247}" destId="{29FF8C39-5E00-4157-8A2E-E34F2EF40499}" srcOrd="1" destOrd="0" presId="urn:microsoft.com/office/officeart/2005/8/layout/orgChart1"/>
    <dgm:cxn modelId="{D3713FBF-3DE6-4D5A-8CE6-AF04B68BE9EE}" type="presOf" srcId="{73B856A5-D82F-46C9-B112-8510CEC57ABB}" destId="{74B5EE9B-6596-4220-B640-05F1E62967DF}" srcOrd="1" destOrd="0" presId="urn:microsoft.com/office/officeart/2005/8/layout/orgChart1"/>
    <dgm:cxn modelId="{2CBF48C8-0057-46D9-B9A7-93F6431A18F2}" srcId="{73B856A5-D82F-46C9-B112-8510CEC57ABB}" destId="{668FE89B-51FD-4A79-8AB3-016F86107247}" srcOrd="2" destOrd="0" parTransId="{C91CDC2D-42D1-41A8-9970-941DB7C48F8A}" sibTransId="{D8E10235-517A-4445-A65E-1A91AB53BCB6}"/>
    <dgm:cxn modelId="{EE0C23DC-8B32-4348-8BF0-2B330071D67E}" type="presOf" srcId="{C048FCF1-87B9-42D6-BEB5-BCD9F3E3D855}" destId="{EE7F971B-ADD8-476E-9C0A-6A6AA77BFDB3}" srcOrd="0" destOrd="0" presId="urn:microsoft.com/office/officeart/2005/8/layout/orgChart1"/>
    <dgm:cxn modelId="{BC4243F4-53F5-4304-824D-E002BE667130}" srcId="{73B856A5-D82F-46C9-B112-8510CEC57ABB}" destId="{F87B9E62-1A8A-4019-A250-209685F254DD}" srcOrd="1" destOrd="0" parTransId="{D8D327EF-DD3C-4A7A-8976-BE41D9E085D5}" sibTransId="{CA109C74-C77A-46EE-A712-856000C10EC8}"/>
    <dgm:cxn modelId="{35016F68-0780-4C97-B4CD-E9A0F4C15660}" type="presParOf" srcId="{EE7F971B-ADD8-476E-9C0A-6A6AA77BFDB3}" destId="{D450F5CC-C0F5-477A-846D-9CB76167A315}" srcOrd="0" destOrd="0" presId="urn:microsoft.com/office/officeart/2005/8/layout/orgChart1"/>
    <dgm:cxn modelId="{01F68DAA-67D1-44CE-8308-5003C4447782}" type="presParOf" srcId="{D450F5CC-C0F5-477A-846D-9CB76167A315}" destId="{8BB8ADAC-5CBA-4C16-BE79-36FB772FF77C}" srcOrd="0" destOrd="0" presId="urn:microsoft.com/office/officeart/2005/8/layout/orgChart1"/>
    <dgm:cxn modelId="{9FC95D3E-A3C3-4AC1-8EC3-E8B799221F54}" type="presParOf" srcId="{8BB8ADAC-5CBA-4C16-BE79-36FB772FF77C}" destId="{EF563E83-E1C2-4752-A32D-1D260B19E3A5}" srcOrd="0" destOrd="0" presId="urn:microsoft.com/office/officeart/2005/8/layout/orgChart1"/>
    <dgm:cxn modelId="{DF8ACFC3-8FD4-41BE-A6CA-0F21F368D40B}" type="presParOf" srcId="{8BB8ADAC-5CBA-4C16-BE79-36FB772FF77C}" destId="{74B5EE9B-6596-4220-B640-05F1E62967DF}" srcOrd="1" destOrd="0" presId="urn:microsoft.com/office/officeart/2005/8/layout/orgChart1"/>
    <dgm:cxn modelId="{499A64A6-D97F-4F8F-93EB-BF12A6552D1F}" type="presParOf" srcId="{D450F5CC-C0F5-477A-846D-9CB76167A315}" destId="{2EB2462D-6BD7-4C0F-8667-9F3ECDE9EA4E}" srcOrd="1" destOrd="0" presId="urn:microsoft.com/office/officeart/2005/8/layout/orgChart1"/>
    <dgm:cxn modelId="{85AD6A4B-357E-49C4-9CAB-5DDBDEFD271C}" type="presParOf" srcId="{2EB2462D-6BD7-4C0F-8667-9F3ECDE9EA4E}" destId="{849DF139-80B9-470F-AB43-63578758D6BE}" srcOrd="0" destOrd="0" presId="urn:microsoft.com/office/officeart/2005/8/layout/orgChart1"/>
    <dgm:cxn modelId="{D8618C42-0FCB-4B1E-98E1-F90F3F6164A8}" type="presParOf" srcId="{2EB2462D-6BD7-4C0F-8667-9F3ECDE9EA4E}" destId="{00DD7CFE-C7EF-4A6C-A3BF-5EAAE3E28AD3}" srcOrd="1" destOrd="0" presId="urn:microsoft.com/office/officeart/2005/8/layout/orgChart1"/>
    <dgm:cxn modelId="{AB8C0612-A4AB-41AE-82FD-AA1186E78476}" type="presParOf" srcId="{00DD7CFE-C7EF-4A6C-A3BF-5EAAE3E28AD3}" destId="{9136596B-D6DB-4919-8925-198ED35E0AB4}" srcOrd="0" destOrd="0" presId="urn:microsoft.com/office/officeart/2005/8/layout/orgChart1"/>
    <dgm:cxn modelId="{7B67D718-DF6A-4111-9596-1D4CCBF287BA}" type="presParOf" srcId="{9136596B-D6DB-4919-8925-198ED35E0AB4}" destId="{369323AF-F09D-48D1-B967-EA758112CF52}" srcOrd="0" destOrd="0" presId="urn:microsoft.com/office/officeart/2005/8/layout/orgChart1"/>
    <dgm:cxn modelId="{0A1B3DBA-5CA7-4CED-8C66-341DCE6A9D68}" type="presParOf" srcId="{9136596B-D6DB-4919-8925-198ED35E0AB4}" destId="{7CC126CB-81B2-4C6E-8DD4-AF3C45E6CBFD}" srcOrd="1" destOrd="0" presId="urn:microsoft.com/office/officeart/2005/8/layout/orgChart1"/>
    <dgm:cxn modelId="{E2723FA1-ACBD-466A-BF33-DA565A4522BD}" type="presParOf" srcId="{00DD7CFE-C7EF-4A6C-A3BF-5EAAE3E28AD3}" destId="{8402C1A1-0FDF-4F35-872E-B805564928A2}" srcOrd="1" destOrd="0" presId="urn:microsoft.com/office/officeart/2005/8/layout/orgChart1"/>
    <dgm:cxn modelId="{FAB4A57C-DB93-4994-8B83-B7F3D43E9037}" type="presParOf" srcId="{00DD7CFE-C7EF-4A6C-A3BF-5EAAE3E28AD3}" destId="{7208C67A-CE54-461F-9580-7FEA3CFB3113}" srcOrd="2" destOrd="0" presId="urn:microsoft.com/office/officeart/2005/8/layout/orgChart1"/>
    <dgm:cxn modelId="{755BEF82-1815-445B-9796-662E7D56D3F0}" type="presParOf" srcId="{2EB2462D-6BD7-4C0F-8667-9F3ECDE9EA4E}" destId="{B12B6C74-2968-4011-B9F1-61CE4E9D109A}" srcOrd="2" destOrd="0" presId="urn:microsoft.com/office/officeart/2005/8/layout/orgChart1"/>
    <dgm:cxn modelId="{1A5A480E-1A62-4762-B1E2-66EDBA492BC9}" type="presParOf" srcId="{2EB2462D-6BD7-4C0F-8667-9F3ECDE9EA4E}" destId="{DEC1D514-9A9E-4553-BACD-41FF556CD96C}" srcOrd="3" destOrd="0" presId="urn:microsoft.com/office/officeart/2005/8/layout/orgChart1"/>
    <dgm:cxn modelId="{16ECC367-95A3-4526-A038-E98941F7D2FE}" type="presParOf" srcId="{DEC1D514-9A9E-4553-BACD-41FF556CD96C}" destId="{9D558BE8-476D-40F7-A822-A02B4697C854}" srcOrd="0" destOrd="0" presId="urn:microsoft.com/office/officeart/2005/8/layout/orgChart1"/>
    <dgm:cxn modelId="{36656A28-7FC3-40E8-9BED-3B5BBFEC422B}" type="presParOf" srcId="{9D558BE8-476D-40F7-A822-A02B4697C854}" destId="{736898DB-4E32-41A9-9C88-C5BCD513DB28}" srcOrd="0" destOrd="0" presId="urn:microsoft.com/office/officeart/2005/8/layout/orgChart1"/>
    <dgm:cxn modelId="{05C0458E-9831-447E-A51E-A242AFD5FBCD}" type="presParOf" srcId="{9D558BE8-476D-40F7-A822-A02B4697C854}" destId="{FD8454FB-01CE-4A0B-A72D-6E159CC3A2C6}" srcOrd="1" destOrd="0" presId="urn:microsoft.com/office/officeart/2005/8/layout/orgChart1"/>
    <dgm:cxn modelId="{55D79C99-41E6-4E1A-8D9E-2D8BDABF8BC5}" type="presParOf" srcId="{DEC1D514-9A9E-4553-BACD-41FF556CD96C}" destId="{53E7B13B-9332-4D29-A7E1-944C271EB7B3}" srcOrd="1" destOrd="0" presId="urn:microsoft.com/office/officeart/2005/8/layout/orgChart1"/>
    <dgm:cxn modelId="{2BA52AEF-2E75-4657-8D15-934C7DEF65CA}" type="presParOf" srcId="{DEC1D514-9A9E-4553-BACD-41FF556CD96C}" destId="{49A7BA7B-C0E0-42ED-9C1D-7831EF735AD3}" srcOrd="2" destOrd="0" presId="urn:microsoft.com/office/officeart/2005/8/layout/orgChart1"/>
    <dgm:cxn modelId="{244EB7A0-4D75-4DE3-B1F7-8114E3C07D74}" type="presParOf" srcId="{2EB2462D-6BD7-4C0F-8667-9F3ECDE9EA4E}" destId="{0C54DC8A-5257-444F-8A07-30ACCC1E035D}" srcOrd="4" destOrd="0" presId="urn:microsoft.com/office/officeart/2005/8/layout/orgChart1"/>
    <dgm:cxn modelId="{C97EA9F5-9C73-4D18-AA5E-8BE8BAC5F955}" type="presParOf" srcId="{2EB2462D-6BD7-4C0F-8667-9F3ECDE9EA4E}" destId="{66D2F257-AFF1-4EA1-9426-F87B0E0EDD4A}" srcOrd="5" destOrd="0" presId="urn:microsoft.com/office/officeart/2005/8/layout/orgChart1"/>
    <dgm:cxn modelId="{D8680C98-1A5D-4F5A-98C9-8CA03FA4E4F3}" type="presParOf" srcId="{66D2F257-AFF1-4EA1-9426-F87B0E0EDD4A}" destId="{F82442C2-095C-4FA3-BA75-3285B84F49BE}" srcOrd="0" destOrd="0" presId="urn:microsoft.com/office/officeart/2005/8/layout/orgChart1"/>
    <dgm:cxn modelId="{3B180E78-4104-4D8D-AA8A-79E101240084}" type="presParOf" srcId="{F82442C2-095C-4FA3-BA75-3285B84F49BE}" destId="{3925C476-E467-4A96-A16A-2753315DCB1F}" srcOrd="0" destOrd="0" presId="urn:microsoft.com/office/officeart/2005/8/layout/orgChart1"/>
    <dgm:cxn modelId="{CC660D43-AD69-46CE-899A-32BF04C664FF}" type="presParOf" srcId="{F82442C2-095C-4FA3-BA75-3285B84F49BE}" destId="{29FF8C39-5E00-4157-8A2E-E34F2EF40499}" srcOrd="1" destOrd="0" presId="urn:microsoft.com/office/officeart/2005/8/layout/orgChart1"/>
    <dgm:cxn modelId="{F17263AE-5F27-49DA-BFBB-ACF0D7A602DC}" type="presParOf" srcId="{66D2F257-AFF1-4EA1-9426-F87B0E0EDD4A}" destId="{A9E87C83-521F-4583-A8CE-C74E5B6C0794}" srcOrd="1" destOrd="0" presId="urn:microsoft.com/office/officeart/2005/8/layout/orgChart1"/>
    <dgm:cxn modelId="{ED0C6141-CE95-4F44-8FFE-E393FBFE905C}" type="presParOf" srcId="{66D2F257-AFF1-4EA1-9426-F87B0E0EDD4A}" destId="{DE2CD340-AFBE-41C3-A9A2-E06A3726EF8E}" srcOrd="2" destOrd="0" presId="urn:microsoft.com/office/officeart/2005/8/layout/orgChart1"/>
    <dgm:cxn modelId="{6C3791EF-79F1-4BF1-857F-AE82C3A94A1C}" type="presParOf" srcId="{D450F5CC-C0F5-477A-846D-9CB76167A315}" destId="{EF4EBE0D-AC9B-4664-8D16-18D40E83BD78}"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7FBF9A1-523D-404F-A59D-75CC518818F1}" type="doc">
      <dgm:prSet loTypeId="urn:microsoft.com/office/officeart/2005/8/layout/cycle2" loCatId="cycle" qsTypeId="urn:microsoft.com/office/officeart/2005/8/quickstyle/simple1" qsCatId="simple" csTypeId="urn:microsoft.com/office/officeart/2005/8/colors/colorful1" csCatId="colorful" phldr="1"/>
      <dgm:spPr/>
      <dgm:t>
        <a:bodyPr/>
        <a:lstStyle/>
        <a:p>
          <a:endParaRPr lang="en-ZA"/>
        </a:p>
      </dgm:t>
    </dgm:pt>
    <dgm:pt modelId="{16EE43E6-8A1F-4C7D-A42F-0E642965BCBD}">
      <dgm:prSet phldrT="[Text]" custT="1"/>
      <dgm:spPr/>
      <dgm:t>
        <a:bodyPr/>
        <a:lstStyle/>
        <a:p>
          <a:r>
            <a:rPr lang="en-US" sz="1800" dirty="0"/>
            <a:t>Increase in inflation</a:t>
          </a:r>
          <a:endParaRPr lang="en-ZA" sz="1800" dirty="0"/>
        </a:p>
      </dgm:t>
    </dgm:pt>
    <dgm:pt modelId="{C86B0A10-3DD8-4FA0-9763-620E0F6F0C44}" type="parTrans" cxnId="{AEFF6983-5797-4C0E-9A33-76B56A9E53BC}">
      <dgm:prSet/>
      <dgm:spPr/>
      <dgm:t>
        <a:bodyPr/>
        <a:lstStyle/>
        <a:p>
          <a:endParaRPr lang="en-ZA" sz="1800"/>
        </a:p>
      </dgm:t>
    </dgm:pt>
    <dgm:pt modelId="{504834EC-C53B-4E7C-B458-B63A0E702D3D}" type="sibTrans" cxnId="{AEFF6983-5797-4C0E-9A33-76B56A9E53BC}">
      <dgm:prSet custT="1"/>
      <dgm:spPr/>
      <dgm:t>
        <a:bodyPr/>
        <a:lstStyle/>
        <a:p>
          <a:endParaRPr lang="en-ZA" sz="1800"/>
        </a:p>
      </dgm:t>
    </dgm:pt>
    <dgm:pt modelId="{BC404D51-88D5-4FD1-ADB7-AE00F90B218A}">
      <dgm:prSet phldrT="[Text]" custT="1"/>
      <dgm:spPr/>
      <dgm:t>
        <a:bodyPr/>
        <a:lstStyle/>
        <a:p>
          <a:r>
            <a:rPr lang="en-US" sz="1800" dirty="0"/>
            <a:t>Increase in interest levels</a:t>
          </a:r>
          <a:endParaRPr lang="en-ZA" sz="1800" dirty="0"/>
        </a:p>
      </dgm:t>
    </dgm:pt>
    <dgm:pt modelId="{B84EBB03-F0E8-4F2C-83F9-CA2D4B93BE4F}" type="parTrans" cxnId="{7E2F9D28-17F4-4D01-ABD8-EE3A322DDA6B}">
      <dgm:prSet/>
      <dgm:spPr/>
      <dgm:t>
        <a:bodyPr/>
        <a:lstStyle/>
        <a:p>
          <a:endParaRPr lang="en-ZA" sz="1800"/>
        </a:p>
      </dgm:t>
    </dgm:pt>
    <dgm:pt modelId="{53C7F226-BBC5-4AFD-A9FE-C5F1DBAF7051}" type="sibTrans" cxnId="{7E2F9D28-17F4-4D01-ABD8-EE3A322DDA6B}">
      <dgm:prSet custT="1"/>
      <dgm:spPr/>
      <dgm:t>
        <a:bodyPr/>
        <a:lstStyle/>
        <a:p>
          <a:endParaRPr lang="en-ZA" sz="1800"/>
        </a:p>
      </dgm:t>
    </dgm:pt>
    <dgm:pt modelId="{9E9EF167-D04E-4C73-8503-462C2B2A5AC8}">
      <dgm:prSet phldrT="[Text]" custT="1"/>
      <dgm:spPr/>
      <dgm:t>
        <a:bodyPr/>
        <a:lstStyle/>
        <a:p>
          <a:r>
            <a:rPr lang="en-US" sz="1800" dirty="0"/>
            <a:t>Increase in carrying cost per unit</a:t>
          </a:r>
          <a:endParaRPr lang="en-ZA" sz="1800" dirty="0"/>
        </a:p>
      </dgm:t>
    </dgm:pt>
    <dgm:pt modelId="{FB301431-597D-4846-A10B-C0528113E819}" type="parTrans" cxnId="{D9BB62E9-8D10-4498-876D-A0886CC6F06C}">
      <dgm:prSet/>
      <dgm:spPr/>
      <dgm:t>
        <a:bodyPr/>
        <a:lstStyle/>
        <a:p>
          <a:endParaRPr lang="en-ZA" sz="1800"/>
        </a:p>
      </dgm:t>
    </dgm:pt>
    <dgm:pt modelId="{9A1C2157-3569-4783-88B0-0772FA1FCF34}" type="sibTrans" cxnId="{D9BB62E9-8D10-4498-876D-A0886CC6F06C}">
      <dgm:prSet custT="1"/>
      <dgm:spPr/>
      <dgm:t>
        <a:bodyPr/>
        <a:lstStyle/>
        <a:p>
          <a:endParaRPr lang="en-ZA" sz="1800"/>
        </a:p>
      </dgm:t>
    </dgm:pt>
    <dgm:pt modelId="{740633E8-502A-471B-A246-C703404A6546}">
      <dgm:prSet phldrT="[Text]" custT="1"/>
      <dgm:spPr/>
      <dgm:t>
        <a:bodyPr/>
        <a:lstStyle/>
        <a:p>
          <a:r>
            <a:rPr lang="en-US" sz="1800" dirty="0"/>
            <a:t>Decrease in EOQ and avg inventory</a:t>
          </a:r>
          <a:endParaRPr lang="en-ZA" sz="1800" dirty="0"/>
        </a:p>
      </dgm:t>
    </dgm:pt>
    <dgm:pt modelId="{2FD41583-7256-46EC-B9AB-935BC7FA940F}" type="parTrans" cxnId="{2758F0D9-E6CC-4F2E-870C-2B9C37CD1DA2}">
      <dgm:prSet/>
      <dgm:spPr/>
      <dgm:t>
        <a:bodyPr/>
        <a:lstStyle/>
        <a:p>
          <a:endParaRPr lang="en-ZA" sz="1800"/>
        </a:p>
      </dgm:t>
    </dgm:pt>
    <dgm:pt modelId="{99B60918-F153-4745-B429-05F5D0314D56}" type="sibTrans" cxnId="{2758F0D9-E6CC-4F2E-870C-2B9C37CD1DA2}">
      <dgm:prSet custT="1"/>
      <dgm:spPr/>
      <dgm:t>
        <a:bodyPr/>
        <a:lstStyle/>
        <a:p>
          <a:endParaRPr lang="en-ZA" sz="1800"/>
        </a:p>
      </dgm:t>
    </dgm:pt>
    <dgm:pt modelId="{399C00B6-B613-48F6-82A0-D19542A1C501}">
      <dgm:prSet phldrT="[Text]" custT="1"/>
      <dgm:spPr/>
      <dgm:t>
        <a:bodyPr/>
        <a:lstStyle/>
        <a:p>
          <a:r>
            <a:rPr lang="en-US" sz="1800" dirty="0"/>
            <a:t>Influence optimal inventory levels</a:t>
          </a:r>
          <a:endParaRPr lang="en-ZA" sz="1800" dirty="0"/>
        </a:p>
      </dgm:t>
    </dgm:pt>
    <dgm:pt modelId="{65075EA3-FFF1-4360-8B53-7EC6AC830DD8}" type="parTrans" cxnId="{1265F4F3-39F3-47FE-8568-4135FA96A6B3}">
      <dgm:prSet/>
      <dgm:spPr/>
      <dgm:t>
        <a:bodyPr/>
        <a:lstStyle/>
        <a:p>
          <a:endParaRPr lang="en-ZA" sz="1800"/>
        </a:p>
      </dgm:t>
    </dgm:pt>
    <dgm:pt modelId="{5724A562-971F-4EEA-AD6D-35A2A0A13BC9}" type="sibTrans" cxnId="{1265F4F3-39F3-47FE-8568-4135FA96A6B3}">
      <dgm:prSet custT="1"/>
      <dgm:spPr/>
      <dgm:t>
        <a:bodyPr/>
        <a:lstStyle/>
        <a:p>
          <a:endParaRPr lang="en-ZA" sz="1800"/>
        </a:p>
      </dgm:t>
    </dgm:pt>
    <dgm:pt modelId="{78B28BFC-4CC5-4E02-8068-49548591FF5F}" type="pres">
      <dgm:prSet presAssocID="{87FBF9A1-523D-404F-A59D-75CC518818F1}" presName="cycle" presStyleCnt="0">
        <dgm:presLayoutVars>
          <dgm:dir/>
          <dgm:resizeHandles val="exact"/>
        </dgm:presLayoutVars>
      </dgm:prSet>
      <dgm:spPr/>
    </dgm:pt>
    <dgm:pt modelId="{128D24B7-74C4-4B36-84A5-2F18C31AFAAD}" type="pres">
      <dgm:prSet presAssocID="{16EE43E6-8A1F-4C7D-A42F-0E642965BCBD}" presName="node" presStyleLbl="node1" presStyleIdx="0" presStyleCnt="5">
        <dgm:presLayoutVars>
          <dgm:bulletEnabled val="1"/>
        </dgm:presLayoutVars>
      </dgm:prSet>
      <dgm:spPr/>
    </dgm:pt>
    <dgm:pt modelId="{6A04F80C-5F5A-4B3A-8506-1627BF00F6DF}" type="pres">
      <dgm:prSet presAssocID="{504834EC-C53B-4E7C-B458-B63A0E702D3D}" presName="sibTrans" presStyleLbl="sibTrans2D1" presStyleIdx="0" presStyleCnt="5"/>
      <dgm:spPr/>
    </dgm:pt>
    <dgm:pt modelId="{EBE385E2-7E7E-4E81-9350-F483A66FEF77}" type="pres">
      <dgm:prSet presAssocID="{504834EC-C53B-4E7C-B458-B63A0E702D3D}" presName="connectorText" presStyleLbl="sibTrans2D1" presStyleIdx="0" presStyleCnt="5"/>
      <dgm:spPr/>
    </dgm:pt>
    <dgm:pt modelId="{1A432075-076B-4649-A56B-B5BF6CAA3109}" type="pres">
      <dgm:prSet presAssocID="{BC404D51-88D5-4FD1-ADB7-AE00F90B218A}" presName="node" presStyleLbl="node1" presStyleIdx="1" presStyleCnt="5">
        <dgm:presLayoutVars>
          <dgm:bulletEnabled val="1"/>
        </dgm:presLayoutVars>
      </dgm:prSet>
      <dgm:spPr/>
    </dgm:pt>
    <dgm:pt modelId="{18096B1C-02A4-4C77-9E97-37D05493BACE}" type="pres">
      <dgm:prSet presAssocID="{53C7F226-BBC5-4AFD-A9FE-C5F1DBAF7051}" presName="sibTrans" presStyleLbl="sibTrans2D1" presStyleIdx="1" presStyleCnt="5"/>
      <dgm:spPr/>
    </dgm:pt>
    <dgm:pt modelId="{1FE6BD6A-F41C-402F-826E-F8ADFDE5204F}" type="pres">
      <dgm:prSet presAssocID="{53C7F226-BBC5-4AFD-A9FE-C5F1DBAF7051}" presName="connectorText" presStyleLbl="sibTrans2D1" presStyleIdx="1" presStyleCnt="5"/>
      <dgm:spPr/>
    </dgm:pt>
    <dgm:pt modelId="{36A17BA0-8E37-402C-8499-5BA6D56B726A}" type="pres">
      <dgm:prSet presAssocID="{9E9EF167-D04E-4C73-8503-462C2B2A5AC8}" presName="node" presStyleLbl="node1" presStyleIdx="2" presStyleCnt="5">
        <dgm:presLayoutVars>
          <dgm:bulletEnabled val="1"/>
        </dgm:presLayoutVars>
      </dgm:prSet>
      <dgm:spPr/>
    </dgm:pt>
    <dgm:pt modelId="{6197A516-DD09-4DBA-B2D8-5693A8A43242}" type="pres">
      <dgm:prSet presAssocID="{9A1C2157-3569-4783-88B0-0772FA1FCF34}" presName="sibTrans" presStyleLbl="sibTrans2D1" presStyleIdx="2" presStyleCnt="5"/>
      <dgm:spPr/>
    </dgm:pt>
    <dgm:pt modelId="{7E4C5E29-1ED9-4ACB-AEEA-DEB776647665}" type="pres">
      <dgm:prSet presAssocID="{9A1C2157-3569-4783-88B0-0772FA1FCF34}" presName="connectorText" presStyleLbl="sibTrans2D1" presStyleIdx="2" presStyleCnt="5"/>
      <dgm:spPr/>
    </dgm:pt>
    <dgm:pt modelId="{CC5485A2-D9C4-4D1F-A98E-FF6C88676BA3}" type="pres">
      <dgm:prSet presAssocID="{740633E8-502A-471B-A246-C703404A6546}" presName="node" presStyleLbl="node1" presStyleIdx="3" presStyleCnt="5">
        <dgm:presLayoutVars>
          <dgm:bulletEnabled val="1"/>
        </dgm:presLayoutVars>
      </dgm:prSet>
      <dgm:spPr/>
    </dgm:pt>
    <dgm:pt modelId="{884328EC-AFB0-40BA-AD3A-D98ADCD7BE15}" type="pres">
      <dgm:prSet presAssocID="{99B60918-F153-4745-B429-05F5D0314D56}" presName="sibTrans" presStyleLbl="sibTrans2D1" presStyleIdx="3" presStyleCnt="5"/>
      <dgm:spPr/>
    </dgm:pt>
    <dgm:pt modelId="{51C894E8-5364-498C-A675-5419F24B6D0A}" type="pres">
      <dgm:prSet presAssocID="{99B60918-F153-4745-B429-05F5D0314D56}" presName="connectorText" presStyleLbl="sibTrans2D1" presStyleIdx="3" presStyleCnt="5"/>
      <dgm:spPr/>
    </dgm:pt>
    <dgm:pt modelId="{B1C3E372-19EA-4263-877B-65A67599BEB3}" type="pres">
      <dgm:prSet presAssocID="{399C00B6-B613-48F6-82A0-D19542A1C501}" presName="node" presStyleLbl="node1" presStyleIdx="4" presStyleCnt="5">
        <dgm:presLayoutVars>
          <dgm:bulletEnabled val="1"/>
        </dgm:presLayoutVars>
      </dgm:prSet>
      <dgm:spPr/>
    </dgm:pt>
    <dgm:pt modelId="{1AB20987-0B5F-48DB-8214-6C3AFEAC4995}" type="pres">
      <dgm:prSet presAssocID="{5724A562-971F-4EEA-AD6D-35A2A0A13BC9}" presName="sibTrans" presStyleLbl="sibTrans2D1" presStyleIdx="4" presStyleCnt="5"/>
      <dgm:spPr/>
    </dgm:pt>
    <dgm:pt modelId="{FE70F4C8-4A2C-48EC-8F0F-921509ED7FA5}" type="pres">
      <dgm:prSet presAssocID="{5724A562-971F-4EEA-AD6D-35A2A0A13BC9}" presName="connectorText" presStyleLbl="sibTrans2D1" presStyleIdx="4" presStyleCnt="5"/>
      <dgm:spPr/>
    </dgm:pt>
  </dgm:ptLst>
  <dgm:cxnLst>
    <dgm:cxn modelId="{74048306-70D6-493A-A0B5-0AA483FA31C3}" type="presOf" srcId="{740633E8-502A-471B-A246-C703404A6546}" destId="{CC5485A2-D9C4-4D1F-A98E-FF6C88676BA3}" srcOrd="0" destOrd="0" presId="urn:microsoft.com/office/officeart/2005/8/layout/cycle2"/>
    <dgm:cxn modelId="{32E1370E-83DF-4AB4-8B01-49C5EC07FE45}" type="presOf" srcId="{504834EC-C53B-4E7C-B458-B63A0E702D3D}" destId="{6A04F80C-5F5A-4B3A-8506-1627BF00F6DF}" srcOrd="0" destOrd="0" presId="urn:microsoft.com/office/officeart/2005/8/layout/cycle2"/>
    <dgm:cxn modelId="{7E2F9D28-17F4-4D01-ABD8-EE3A322DDA6B}" srcId="{87FBF9A1-523D-404F-A59D-75CC518818F1}" destId="{BC404D51-88D5-4FD1-ADB7-AE00F90B218A}" srcOrd="1" destOrd="0" parTransId="{B84EBB03-F0E8-4F2C-83F9-CA2D4B93BE4F}" sibTransId="{53C7F226-BBC5-4AFD-A9FE-C5F1DBAF7051}"/>
    <dgm:cxn modelId="{FE86242B-23DA-4E97-B814-CE3E1A50984C}" type="presOf" srcId="{BC404D51-88D5-4FD1-ADB7-AE00F90B218A}" destId="{1A432075-076B-4649-A56B-B5BF6CAA3109}" srcOrd="0" destOrd="0" presId="urn:microsoft.com/office/officeart/2005/8/layout/cycle2"/>
    <dgm:cxn modelId="{1E1A3035-5CFE-4FAB-9D50-C5FEF9A49C79}" type="presOf" srcId="{504834EC-C53B-4E7C-B458-B63A0E702D3D}" destId="{EBE385E2-7E7E-4E81-9350-F483A66FEF77}" srcOrd="1" destOrd="0" presId="urn:microsoft.com/office/officeart/2005/8/layout/cycle2"/>
    <dgm:cxn modelId="{DA130636-E568-451A-96CB-5F08844438D9}" type="presOf" srcId="{99B60918-F153-4745-B429-05F5D0314D56}" destId="{51C894E8-5364-498C-A675-5419F24B6D0A}" srcOrd="1" destOrd="0" presId="urn:microsoft.com/office/officeart/2005/8/layout/cycle2"/>
    <dgm:cxn modelId="{56F21260-204D-43EF-9EF3-617609FBCCA5}" type="presOf" srcId="{16EE43E6-8A1F-4C7D-A42F-0E642965BCBD}" destId="{128D24B7-74C4-4B36-84A5-2F18C31AFAAD}" srcOrd="0" destOrd="0" presId="urn:microsoft.com/office/officeart/2005/8/layout/cycle2"/>
    <dgm:cxn modelId="{92CB7C6C-1DCA-4EA6-A784-51D0188B23DD}" type="presOf" srcId="{5724A562-971F-4EEA-AD6D-35A2A0A13BC9}" destId="{FE70F4C8-4A2C-48EC-8F0F-921509ED7FA5}" srcOrd="1" destOrd="0" presId="urn:microsoft.com/office/officeart/2005/8/layout/cycle2"/>
    <dgm:cxn modelId="{AEFF6983-5797-4C0E-9A33-76B56A9E53BC}" srcId="{87FBF9A1-523D-404F-A59D-75CC518818F1}" destId="{16EE43E6-8A1F-4C7D-A42F-0E642965BCBD}" srcOrd="0" destOrd="0" parTransId="{C86B0A10-3DD8-4FA0-9763-620E0F6F0C44}" sibTransId="{504834EC-C53B-4E7C-B458-B63A0E702D3D}"/>
    <dgm:cxn modelId="{0AD5C793-BE9D-441C-ACA9-181EB8A22435}" type="presOf" srcId="{5724A562-971F-4EEA-AD6D-35A2A0A13BC9}" destId="{1AB20987-0B5F-48DB-8214-6C3AFEAC4995}" srcOrd="0" destOrd="0" presId="urn:microsoft.com/office/officeart/2005/8/layout/cycle2"/>
    <dgm:cxn modelId="{DFA6309A-BAC6-4A7B-BD89-63E23C10B8E6}" type="presOf" srcId="{399C00B6-B613-48F6-82A0-D19542A1C501}" destId="{B1C3E372-19EA-4263-877B-65A67599BEB3}" srcOrd="0" destOrd="0" presId="urn:microsoft.com/office/officeart/2005/8/layout/cycle2"/>
    <dgm:cxn modelId="{68C103AD-7D18-449C-99B7-3926313DBA07}" type="presOf" srcId="{53C7F226-BBC5-4AFD-A9FE-C5F1DBAF7051}" destId="{1FE6BD6A-F41C-402F-826E-F8ADFDE5204F}" srcOrd="1" destOrd="0" presId="urn:microsoft.com/office/officeart/2005/8/layout/cycle2"/>
    <dgm:cxn modelId="{A8149CBD-FFCE-4108-91BC-2F83DD44F4E1}" type="presOf" srcId="{9A1C2157-3569-4783-88B0-0772FA1FCF34}" destId="{7E4C5E29-1ED9-4ACB-AEEA-DEB776647665}" srcOrd="1" destOrd="0" presId="urn:microsoft.com/office/officeart/2005/8/layout/cycle2"/>
    <dgm:cxn modelId="{9D1AFBBD-6BB4-4BDD-98F0-57ACEC5780B5}" type="presOf" srcId="{53C7F226-BBC5-4AFD-A9FE-C5F1DBAF7051}" destId="{18096B1C-02A4-4C77-9E97-37D05493BACE}" srcOrd="0" destOrd="0" presId="urn:microsoft.com/office/officeart/2005/8/layout/cycle2"/>
    <dgm:cxn modelId="{C1E192D7-FB66-4139-AAF3-44A0FDD81A15}" type="presOf" srcId="{99B60918-F153-4745-B429-05F5D0314D56}" destId="{884328EC-AFB0-40BA-AD3A-D98ADCD7BE15}" srcOrd="0" destOrd="0" presId="urn:microsoft.com/office/officeart/2005/8/layout/cycle2"/>
    <dgm:cxn modelId="{2758F0D9-E6CC-4F2E-870C-2B9C37CD1DA2}" srcId="{87FBF9A1-523D-404F-A59D-75CC518818F1}" destId="{740633E8-502A-471B-A246-C703404A6546}" srcOrd="3" destOrd="0" parTransId="{2FD41583-7256-46EC-B9AB-935BC7FA940F}" sibTransId="{99B60918-F153-4745-B429-05F5D0314D56}"/>
    <dgm:cxn modelId="{D9BB62E9-8D10-4498-876D-A0886CC6F06C}" srcId="{87FBF9A1-523D-404F-A59D-75CC518818F1}" destId="{9E9EF167-D04E-4C73-8503-462C2B2A5AC8}" srcOrd="2" destOrd="0" parTransId="{FB301431-597D-4846-A10B-C0528113E819}" sibTransId="{9A1C2157-3569-4783-88B0-0772FA1FCF34}"/>
    <dgm:cxn modelId="{6DAADFEE-3F26-4422-BF6A-8180B5D8110F}" type="presOf" srcId="{9E9EF167-D04E-4C73-8503-462C2B2A5AC8}" destId="{36A17BA0-8E37-402C-8499-5BA6D56B726A}" srcOrd="0" destOrd="0" presId="urn:microsoft.com/office/officeart/2005/8/layout/cycle2"/>
    <dgm:cxn modelId="{D259F4EF-B76A-43D4-B3F1-24577711A389}" type="presOf" srcId="{87FBF9A1-523D-404F-A59D-75CC518818F1}" destId="{78B28BFC-4CC5-4E02-8068-49548591FF5F}" srcOrd="0" destOrd="0" presId="urn:microsoft.com/office/officeart/2005/8/layout/cycle2"/>
    <dgm:cxn modelId="{FA4C79F0-9114-4703-A780-E02668FC4FE6}" type="presOf" srcId="{9A1C2157-3569-4783-88B0-0772FA1FCF34}" destId="{6197A516-DD09-4DBA-B2D8-5693A8A43242}" srcOrd="0" destOrd="0" presId="urn:microsoft.com/office/officeart/2005/8/layout/cycle2"/>
    <dgm:cxn modelId="{1265F4F3-39F3-47FE-8568-4135FA96A6B3}" srcId="{87FBF9A1-523D-404F-A59D-75CC518818F1}" destId="{399C00B6-B613-48F6-82A0-D19542A1C501}" srcOrd="4" destOrd="0" parTransId="{65075EA3-FFF1-4360-8B53-7EC6AC830DD8}" sibTransId="{5724A562-971F-4EEA-AD6D-35A2A0A13BC9}"/>
    <dgm:cxn modelId="{629D7DEF-4F04-4571-9B36-5972ED5F2593}" type="presParOf" srcId="{78B28BFC-4CC5-4E02-8068-49548591FF5F}" destId="{128D24B7-74C4-4B36-84A5-2F18C31AFAAD}" srcOrd="0" destOrd="0" presId="urn:microsoft.com/office/officeart/2005/8/layout/cycle2"/>
    <dgm:cxn modelId="{FF4FD492-EA07-4CF4-BF78-0A74F282A14E}" type="presParOf" srcId="{78B28BFC-4CC5-4E02-8068-49548591FF5F}" destId="{6A04F80C-5F5A-4B3A-8506-1627BF00F6DF}" srcOrd="1" destOrd="0" presId="urn:microsoft.com/office/officeart/2005/8/layout/cycle2"/>
    <dgm:cxn modelId="{6A27AAEA-4164-4A37-818A-E76FE5006E51}" type="presParOf" srcId="{6A04F80C-5F5A-4B3A-8506-1627BF00F6DF}" destId="{EBE385E2-7E7E-4E81-9350-F483A66FEF77}" srcOrd="0" destOrd="0" presId="urn:microsoft.com/office/officeart/2005/8/layout/cycle2"/>
    <dgm:cxn modelId="{5F6C8D60-FFD6-4CED-8E22-5B5942B3B068}" type="presParOf" srcId="{78B28BFC-4CC5-4E02-8068-49548591FF5F}" destId="{1A432075-076B-4649-A56B-B5BF6CAA3109}" srcOrd="2" destOrd="0" presId="urn:microsoft.com/office/officeart/2005/8/layout/cycle2"/>
    <dgm:cxn modelId="{0E83FDA6-236A-45A3-9145-67AD5C329DC9}" type="presParOf" srcId="{78B28BFC-4CC5-4E02-8068-49548591FF5F}" destId="{18096B1C-02A4-4C77-9E97-37D05493BACE}" srcOrd="3" destOrd="0" presId="urn:microsoft.com/office/officeart/2005/8/layout/cycle2"/>
    <dgm:cxn modelId="{93A9D936-9FD0-4936-A0D3-6FFF6DDD97A6}" type="presParOf" srcId="{18096B1C-02A4-4C77-9E97-37D05493BACE}" destId="{1FE6BD6A-F41C-402F-826E-F8ADFDE5204F}" srcOrd="0" destOrd="0" presId="urn:microsoft.com/office/officeart/2005/8/layout/cycle2"/>
    <dgm:cxn modelId="{88973BA3-BBE3-40E6-98A2-2FB1545D8A34}" type="presParOf" srcId="{78B28BFC-4CC5-4E02-8068-49548591FF5F}" destId="{36A17BA0-8E37-402C-8499-5BA6D56B726A}" srcOrd="4" destOrd="0" presId="urn:microsoft.com/office/officeart/2005/8/layout/cycle2"/>
    <dgm:cxn modelId="{18559122-EA14-41CD-8236-8FC499B6A2F4}" type="presParOf" srcId="{78B28BFC-4CC5-4E02-8068-49548591FF5F}" destId="{6197A516-DD09-4DBA-B2D8-5693A8A43242}" srcOrd="5" destOrd="0" presId="urn:microsoft.com/office/officeart/2005/8/layout/cycle2"/>
    <dgm:cxn modelId="{4F67E373-0830-46D7-BB50-A9A0E50DC150}" type="presParOf" srcId="{6197A516-DD09-4DBA-B2D8-5693A8A43242}" destId="{7E4C5E29-1ED9-4ACB-AEEA-DEB776647665}" srcOrd="0" destOrd="0" presId="urn:microsoft.com/office/officeart/2005/8/layout/cycle2"/>
    <dgm:cxn modelId="{CCD801B4-993D-4743-831E-7CA5406A2B83}" type="presParOf" srcId="{78B28BFC-4CC5-4E02-8068-49548591FF5F}" destId="{CC5485A2-D9C4-4D1F-A98E-FF6C88676BA3}" srcOrd="6" destOrd="0" presId="urn:microsoft.com/office/officeart/2005/8/layout/cycle2"/>
    <dgm:cxn modelId="{8053C00B-A2ED-46E5-9976-3ABDAA865F0B}" type="presParOf" srcId="{78B28BFC-4CC5-4E02-8068-49548591FF5F}" destId="{884328EC-AFB0-40BA-AD3A-D98ADCD7BE15}" srcOrd="7" destOrd="0" presId="urn:microsoft.com/office/officeart/2005/8/layout/cycle2"/>
    <dgm:cxn modelId="{9538F521-AAD5-40AD-A16E-CB15EF110F38}" type="presParOf" srcId="{884328EC-AFB0-40BA-AD3A-D98ADCD7BE15}" destId="{51C894E8-5364-498C-A675-5419F24B6D0A}" srcOrd="0" destOrd="0" presId="urn:microsoft.com/office/officeart/2005/8/layout/cycle2"/>
    <dgm:cxn modelId="{B4780141-0B9F-4BE3-807B-A9F66538E8BF}" type="presParOf" srcId="{78B28BFC-4CC5-4E02-8068-49548591FF5F}" destId="{B1C3E372-19EA-4263-877B-65A67599BEB3}" srcOrd="8" destOrd="0" presId="urn:microsoft.com/office/officeart/2005/8/layout/cycle2"/>
    <dgm:cxn modelId="{0AB10069-78A6-429E-A5E3-155B03615B1B}" type="presParOf" srcId="{78B28BFC-4CC5-4E02-8068-49548591FF5F}" destId="{1AB20987-0B5F-48DB-8214-6C3AFEAC4995}" srcOrd="9" destOrd="0" presId="urn:microsoft.com/office/officeart/2005/8/layout/cycle2"/>
    <dgm:cxn modelId="{044DD244-EA86-440B-9BD5-2ECB89A3F8DC}" type="presParOf" srcId="{1AB20987-0B5F-48DB-8214-6C3AFEAC4995}" destId="{FE70F4C8-4A2C-48EC-8F0F-921509ED7FA5}"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D12AE14-A551-4E76-B259-38A31849210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4076083A-D514-4C0F-8247-9C0D3A4369CA}">
      <dgm:prSet phldrT="[Text]" custT="1"/>
      <dgm:spPr/>
      <dgm:t>
        <a:bodyPr/>
        <a:lstStyle/>
        <a:p>
          <a:r>
            <a:rPr lang="en-US" sz="2400" dirty="0"/>
            <a:t>Preventing inventory losses</a:t>
          </a:r>
          <a:endParaRPr lang="en-ZA" sz="2400" dirty="0"/>
        </a:p>
      </dgm:t>
    </dgm:pt>
    <dgm:pt modelId="{76A4B564-6A9A-4082-A519-007626494D7C}" type="parTrans" cxnId="{5B795B85-ED6A-46CA-B67C-542389CFB84B}">
      <dgm:prSet/>
      <dgm:spPr/>
      <dgm:t>
        <a:bodyPr/>
        <a:lstStyle/>
        <a:p>
          <a:endParaRPr lang="en-ZA" sz="2400"/>
        </a:p>
      </dgm:t>
    </dgm:pt>
    <dgm:pt modelId="{83308F6C-14AA-4D22-BD2D-1D54AB672982}" type="sibTrans" cxnId="{5B795B85-ED6A-46CA-B67C-542389CFB84B}">
      <dgm:prSet/>
      <dgm:spPr/>
      <dgm:t>
        <a:bodyPr/>
        <a:lstStyle/>
        <a:p>
          <a:endParaRPr lang="en-ZA" sz="2400"/>
        </a:p>
      </dgm:t>
    </dgm:pt>
    <dgm:pt modelId="{7EC10244-DFAE-4FF0-A2DF-E8F0EF9F8A18}">
      <dgm:prSet phldrT="[Text]" custT="1"/>
      <dgm:spPr/>
      <dgm:t>
        <a:bodyPr/>
        <a:lstStyle/>
        <a:p>
          <a:r>
            <a:rPr lang="en-US" sz="2400" dirty="0"/>
            <a:t>Proper control</a:t>
          </a:r>
          <a:endParaRPr lang="en-ZA" sz="2400" dirty="0"/>
        </a:p>
      </dgm:t>
    </dgm:pt>
    <dgm:pt modelId="{7F7E3016-59FC-4ADF-BFD0-799C12ECEC96}" type="parTrans" cxnId="{5D1FED61-D27A-4F32-A5F9-171FE2CCB914}">
      <dgm:prSet/>
      <dgm:spPr/>
      <dgm:t>
        <a:bodyPr/>
        <a:lstStyle/>
        <a:p>
          <a:endParaRPr lang="en-ZA" sz="2400"/>
        </a:p>
      </dgm:t>
    </dgm:pt>
    <dgm:pt modelId="{1620D648-9D7D-4FB9-85DA-217D22DAE111}" type="sibTrans" cxnId="{5D1FED61-D27A-4F32-A5F9-171FE2CCB914}">
      <dgm:prSet/>
      <dgm:spPr/>
      <dgm:t>
        <a:bodyPr/>
        <a:lstStyle/>
        <a:p>
          <a:endParaRPr lang="en-ZA" sz="2400"/>
        </a:p>
      </dgm:t>
    </dgm:pt>
    <dgm:pt modelId="{96B42AF5-AEF9-4142-8529-CFFA3DCF462A}">
      <dgm:prSet phldrT="[Text]" custT="1"/>
      <dgm:spPr/>
      <dgm:t>
        <a:bodyPr/>
        <a:lstStyle/>
        <a:p>
          <a:r>
            <a:rPr lang="en-US" sz="2400" dirty="0"/>
            <a:t>Preventive measures</a:t>
          </a:r>
          <a:endParaRPr lang="en-ZA" sz="2400" dirty="0"/>
        </a:p>
      </dgm:t>
    </dgm:pt>
    <dgm:pt modelId="{AA8C3086-2F4E-44FB-8B67-ECD90760BFEE}" type="parTrans" cxnId="{0C972529-A40E-4862-A596-FE98B541260D}">
      <dgm:prSet/>
      <dgm:spPr/>
      <dgm:t>
        <a:bodyPr/>
        <a:lstStyle/>
        <a:p>
          <a:endParaRPr lang="en-ZA" sz="2400"/>
        </a:p>
      </dgm:t>
    </dgm:pt>
    <dgm:pt modelId="{030F3EF2-AF62-4F10-96C9-DE0D9115613F}" type="sibTrans" cxnId="{0C972529-A40E-4862-A596-FE98B541260D}">
      <dgm:prSet/>
      <dgm:spPr/>
      <dgm:t>
        <a:bodyPr/>
        <a:lstStyle/>
        <a:p>
          <a:endParaRPr lang="en-ZA" sz="2400"/>
        </a:p>
      </dgm:t>
    </dgm:pt>
    <dgm:pt modelId="{96EC12E1-D477-4E5C-B37C-05C75EA19687}">
      <dgm:prSet phldrT="[Text]" custT="1"/>
      <dgm:spPr/>
      <dgm:t>
        <a:bodyPr/>
        <a:lstStyle/>
        <a:p>
          <a:r>
            <a:rPr lang="en-US" sz="2400" dirty="0"/>
            <a:t>Reduction of eventual losses through insurance</a:t>
          </a:r>
          <a:endParaRPr lang="en-ZA" sz="2400" dirty="0"/>
        </a:p>
      </dgm:t>
    </dgm:pt>
    <dgm:pt modelId="{F565C9A7-17BE-46BF-9C63-A1594B4595C5}" type="parTrans" cxnId="{C1AB2729-3E16-44FF-A017-C05E75A9798B}">
      <dgm:prSet/>
      <dgm:spPr/>
      <dgm:t>
        <a:bodyPr/>
        <a:lstStyle/>
        <a:p>
          <a:endParaRPr lang="en-ZA" sz="2400"/>
        </a:p>
      </dgm:t>
    </dgm:pt>
    <dgm:pt modelId="{F310A177-2DF4-4962-B943-48F08D3D547D}" type="sibTrans" cxnId="{C1AB2729-3E16-44FF-A017-C05E75A9798B}">
      <dgm:prSet/>
      <dgm:spPr/>
      <dgm:t>
        <a:bodyPr/>
        <a:lstStyle/>
        <a:p>
          <a:endParaRPr lang="en-ZA" sz="2400"/>
        </a:p>
      </dgm:t>
    </dgm:pt>
    <dgm:pt modelId="{DE64AE87-2476-4289-89B7-B1D26A66D1DA}" type="pres">
      <dgm:prSet presAssocID="{BD12AE14-A551-4E76-B259-38A31849210E}" presName="hierChild1" presStyleCnt="0">
        <dgm:presLayoutVars>
          <dgm:orgChart val="1"/>
          <dgm:chPref val="1"/>
          <dgm:dir/>
          <dgm:animOne val="branch"/>
          <dgm:animLvl val="lvl"/>
          <dgm:resizeHandles/>
        </dgm:presLayoutVars>
      </dgm:prSet>
      <dgm:spPr/>
    </dgm:pt>
    <dgm:pt modelId="{56E2AE65-AFE0-4D03-BDAA-1CE314B1F84E}" type="pres">
      <dgm:prSet presAssocID="{4076083A-D514-4C0F-8247-9C0D3A4369CA}" presName="hierRoot1" presStyleCnt="0">
        <dgm:presLayoutVars>
          <dgm:hierBranch val="init"/>
        </dgm:presLayoutVars>
      </dgm:prSet>
      <dgm:spPr/>
    </dgm:pt>
    <dgm:pt modelId="{E6D15A72-B982-42D7-AC7E-C58927028796}" type="pres">
      <dgm:prSet presAssocID="{4076083A-D514-4C0F-8247-9C0D3A4369CA}" presName="rootComposite1" presStyleCnt="0"/>
      <dgm:spPr/>
    </dgm:pt>
    <dgm:pt modelId="{295639B6-E7BF-45E8-B88A-1035DDB1954A}" type="pres">
      <dgm:prSet presAssocID="{4076083A-D514-4C0F-8247-9C0D3A4369CA}" presName="rootText1" presStyleLbl="node0" presStyleIdx="0" presStyleCnt="1">
        <dgm:presLayoutVars>
          <dgm:chPref val="3"/>
        </dgm:presLayoutVars>
      </dgm:prSet>
      <dgm:spPr/>
    </dgm:pt>
    <dgm:pt modelId="{520BF4C1-980C-4258-8F65-75E8787472CA}" type="pres">
      <dgm:prSet presAssocID="{4076083A-D514-4C0F-8247-9C0D3A4369CA}" presName="rootConnector1" presStyleLbl="node1" presStyleIdx="0" presStyleCnt="0"/>
      <dgm:spPr/>
    </dgm:pt>
    <dgm:pt modelId="{02B20B40-D6BD-4E5C-A725-20153CFA4065}" type="pres">
      <dgm:prSet presAssocID="{4076083A-D514-4C0F-8247-9C0D3A4369CA}" presName="hierChild2" presStyleCnt="0"/>
      <dgm:spPr/>
    </dgm:pt>
    <dgm:pt modelId="{0B1B940E-1734-4DEC-8103-AC372F4DB7B4}" type="pres">
      <dgm:prSet presAssocID="{7F7E3016-59FC-4ADF-BFD0-799C12ECEC96}" presName="Name37" presStyleLbl="parChTrans1D2" presStyleIdx="0" presStyleCnt="3"/>
      <dgm:spPr/>
    </dgm:pt>
    <dgm:pt modelId="{206E1AC8-D736-4613-A7DD-E82CD830B350}" type="pres">
      <dgm:prSet presAssocID="{7EC10244-DFAE-4FF0-A2DF-E8F0EF9F8A18}" presName="hierRoot2" presStyleCnt="0">
        <dgm:presLayoutVars>
          <dgm:hierBranch val="init"/>
        </dgm:presLayoutVars>
      </dgm:prSet>
      <dgm:spPr/>
    </dgm:pt>
    <dgm:pt modelId="{DB8747FD-D672-4B0D-9EA7-0B9D9471C894}" type="pres">
      <dgm:prSet presAssocID="{7EC10244-DFAE-4FF0-A2DF-E8F0EF9F8A18}" presName="rootComposite" presStyleCnt="0"/>
      <dgm:spPr/>
    </dgm:pt>
    <dgm:pt modelId="{C29E0752-DC52-4C89-A9FA-21AB0E7B82E9}" type="pres">
      <dgm:prSet presAssocID="{7EC10244-DFAE-4FF0-A2DF-E8F0EF9F8A18}" presName="rootText" presStyleLbl="node2" presStyleIdx="0" presStyleCnt="3">
        <dgm:presLayoutVars>
          <dgm:chPref val="3"/>
        </dgm:presLayoutVars>
      </dgm:prSet>
      <dgm:spPr/>
    </dgm:pt>
    <dgm:pt modelId="{A7B4B69B-E64A-4855-B686-44DEFEC60F30}" type="pres">
      <dgm:prSet presAssocID="{7EC10244-DFAE-4FF0-A2DF-E8F0EF9F8A18}" presName="rootConnector" presStyleLbl="node2" presStyleIdx="0" presStyleCnt="3"/>
      <dgm:spPr/>
    </dgm:pt>
    <dgm:pt modelId="{0C08A625-A650-4178-B3C4-C813E4CCDEC6}" type="pres">
      <dgm:prSet presAssocID="{7EC10244-DFAE-4FF0-A2DF-E8F0EF9F8A18}" presName="hierChild4" presStyleCnt="0"/>
      <dgm:spPr/>
    </dgm:pt>
    <dgm:pt modelId="{4D20A0AC-A81A-40B4-A832-CE63F2769165}" type="pres">
      <dgm:prSet presAssocID="{7EC10244-DFAE-4FF0-A2DF-E8F0EF9F8A18}" presName="hierChild5" presStyleCnt="0"/>
      <dgm:spPr/>
    </dgm:pt>
    <dgm:pt modelId="{6DC5DFDD-26F5-4BA8-A331-6DF3A1CA3BE2}" type="pres">
      <dgm:prSet presAssocID="{AA8C3086-2F4E-44FB-8B67-ECD90760BFEE}" presName="Name37" presStyleLbl="parChTrans1D2" presStyleIdx="1" presStyleCnt="3"/>
      <dgm:spPr/>
    </dgm:pt>
    <dgm:pt modelId="{66A5E2E4-66CE-4C9A-B2B6-8D0B4FBB58F3}" type="pres">
      <dgm:prSet presAssocID="{96B42AF5-AEF9-4142-8529-CFFA3DCF462A}" presName="hierRoot2" presStyleCnt="0">
        <dgm:presLayoutVars>
          <dgm:hierBranch val="init"/>
        </dgm:presLayoutVars>
      </dgm:prSet>
      <dgm:spPr/>
    </dgm:pt>
    <dgm:pt modelId="{3DA717E3-DA3E-4EC5-A9AF-EAD98E21AACE}" type="pres">
      <dgm:prSet presAssocID="{96B42AF5-AEF9-4142-8529-CFFA3DCF462A}" presName="rootComposite" presStyleCnt="0"/>
      <dgm:spPr/>
    </dgm:pt>
    <dgm:pt modelId="{FAD4025A-93C1-476A-9C7A-06A1BE1C9899}" type="pres">
      <dgm:prSet presAssocID="{96B42AF5-AEF9-4142-8529-CFFA3DCF462A}" presName="rootText" presStyleLbl="node2" presStyleIdx="1" presStyleCnt="3">
        <dgm:presLayoutVars>
          <dgm:chPref val="3"/>
        </dgm:presLayoutVars>
      </dgm:prSet>
      <dgm:spPr/>
    </dgm:pt>
    <dgm:pt modelId="{1BD61907-380A-40B4-A0FF-30BB3098A4C5}" type="pres">
      <dgm:prSet presAssocID="{96B42AF5-AEF9-4142-8529-CFFA3DCF462A}" presName="rootConnector" presStyleLbl="node2" presStyleIdx="1" presStyleCnt="3"/>
      <dgm:spPr/>
    </dgm:pt>
    <dgm:pt modelId="{F45DEBA1-BB22-4F3A-A3D3-D5EAD444D392}" type="pres">
      <dgm:prSet presAssocID="{96B42AF5-AEF9-4142-8529-CFFA3DCF462A}" presName="hierChild4" presStyleCnt="0"/>
      <dgm:spPr/>
    </dgm:pt>
    <dgm:pt modelId="{9C7D9A81-9E19-4679-94DD-057156E0AF0C}" type="pres">
      <dgm:prSet presAssocID="{96B42AF5-AEF9-4142-8529-CFFA3DCF462A}" presName="hierChild5" presStyleCnt="0"/>
      <dgm:spPr/>
    </dgm:pt>
    <dgm:pt modelId="{F4FCACAA-B219-4C6E-AEF9-6D35F2019237}" type="pres">
      <dgm:prSet presAssocID="{F565C9A7-17BE-46BF-9C63-A1594B4595C5}" presName="Name37" presStyleLbl="parChTrans1D2" presStyleIdx="2" presStyleCnt="3"/>
      <dgm:spPr/>
    </dgm:pt>
    <dgm:pt modelId="{534B7B1A-C5FC-4619-9601-E9C14E9E543D}" type="pres">
      <dgm:prSet presAssocID="{96EC12E1-D477-4E5C-B37C-05C75EA19687}" presName="hierRoot2" presStyleCnt="0">
        <dgm:presLayoutVars>
          <dgm:hierBranch val="init"/>
        </dgm:presLayoutVars>
      </dgm:prSet>
      <dgm:spPr/>
    </dgm:pt>
    <dgm:pt modelId="{CFDCB5BE-E8B2-4B42-992A-AFDDA3A0399D}" type="pres">
      <dgm:prSet presAssocID="{96EC12E1-D477-4E5C-B37C-05C75EA19687}" presName="rootComposite" presStyleCnt="0"/>
      <dgm:spPr/>
    </dgm:pt>
    <dgm:pt modelId="{16C68839-EF4C-459F-A64F-9A1A8C30C6D9}" type="pres">
      <dgm:prSet presAssocID="{96EC12E1-D477-4E5C-B37C-05C75EA19687}" presName="rootText" presStyleLbl="node2" presStyleIdx="2" presStyleCnt="3">
        <dgm:presLayoutVars>
          <dgm:chPref val="3"/>
        </dgm:presLayoutVars>
      </dgm:prSet>
      <dgm:spPr/>
    </dgm:pt>
    <dgm:pt modelId="{FE678B0A-91C9-4033-8090-0824C338D95A}" type="pres">
      <dgm:prSet presAssocID="{96EC12E1-D477-4E5C-B37C-05C75EA19687}" presName="rootConnector" presStyleLbl="node2" presStyleIdx="2" presStyleCnt="3"/>
      <dgm:spPr/>
    </dgm:pt>
    <dgm:pt modelId="{481CA278-CC00-4C0B-BC57-4D699B25A65E}" type="pres">
      <dgm:prSet presAssocID="{96EC12E1-D477-4E5C-B37C-05C75EA19687}" presName="hierChild4" presStyleCnt="0"/>
      <dgm:spPr/>
    </dgm:pt>
    <dgm:pt modelId="{96206594-D373-4FAD-BE4F-3AA284F4E1BC}" type="pres">
      <dgm:prSet presAssocID="{96EC12E1-D477-4E5C-B37C-05C75EA19687}" presName="hierChild5" presStyleCnt="0"/>
      <dgm:spPr/>
    </dgm:pt>
    <dgm:pt modelId="{A156D3DC-2290-4412-9137-F9075CB64517}" type="pres">
      <dgm:prSet presAssocID="{4076083A-D514-4C0F-8247-9C0D3A4369CA}" presName="hierChild3" presStyleCnt="0"/>
      <dgm:spPr/>
    </dgm:pt>
  </dgm:ptLst>
  <dgm:cxnLst>
    <dgm:cxn modelId="{483D900C-D624-4FC1-8214-FC56D0D3F1D2}" type="presOf" srcId="{4076083A-D514-4C0F-8247-9C0D3A4369CA}" destId="{295639B6-E7BF-45E8-B88A-1035DDB1954A}" srcOrd="0" destOrd="0" presId="urn:microsoft.com/office/officeart/2005/8/layout/orgChart1"/>
    <dgm:cxn modelId="{4FB76F10-28EC-4D6E-BC22-D001D724FD26}" type="presOf" srcId="{96B42AF5-AEF9-4142-8529-CFFA3DCF462A}" destId="{FAD4025A-93C1-476A-9C7A-06A1BE1C9899}" srcOrd="0" destOrd="0" presId="urn:microsoft.com/office/officeart/2005/8/layout/orgChart1"/>
    <dgm:cxn modelId="{7C4D4115-3E47-4412-A183-A45E218ABCF3}" type="presOf" srcId="{7EC10244-DFAE-4FF0-A2DF-E8F0EF9F8A18}" destId="{A7B4B69B-E64A-4855-B686-44DEFEC60F30}" srcOrd="1" destOrd="0" presId="urn:microsoft.com/office/officeart/2005/8/layout/orgChart1"/>
    <dgm:cxn modelId="{0C972529-A40E-4862-A596-FE98B541260D}" srcId="{4076083A-D514-4C0F-8247-9C0D3A4369CA}" destId="{96B42AF5-AEF9-4142-8529-CFFA3DCF462A}" srcOrd="1" destOrd="0" parTransId="{AA8C3086-2F4E-44FB-8B67-ECD90760BFEE}" sibTransId="{030F3EF2-AF62-4F10-96C9-DE0D9115613F}"/>
    <dgm:cxn modelId="{C1AB2729-3E16-44FF-A017-C05E75A9798B}" srcId="{4076083A-D514-4C0F-8247-9C0D3A4369CA}" destId="{96EC12E1-D477-4E5C-B37C-05C75EA19687}" srcOrd="2" destOrd="0" parTransId="{F565C9A7-17BE-46BF-9C63-A1594B4595C5}" sibTransId="{F310A177-2DF4-4962-B943-48F08D3D547D}"/>
    <dgm:cxn modelId="{73A07A33-3AA7-4848-A4FC-703EDB54C2C0}" type="presOf" srcId="{F565C9A7-17BE-46BF-9C63-A1594B4595C5}" destId="{F4FCACAA-B219-4C6E-AEF9-6D35F2019237}" srcOrd="0" destOrd="0" presId="urn:microsoft.com/office/officeart/2005/8/layout/orgChart1"/>
    <dgm:cxn modelId="{D673933B-7C26-44A3-8BFB-44977C9C5F57}" type="presOf" srcId="{4076083A-D514-4C0F-8247-9C0D3A4369CA}" destId="{520BF4C1-980C-4258-8F65-75E8787472CA}" srcOrd="1" destOrd="0" presId="urn:microsoft.com/office/officeart/2005/8/layout/orgChart1"/>
    <dgm:cxn modelId="{70A8CA61-D990-42D9-A653-7A0A9B2989EA}" type="presOf" srcId="{96B42AF5-AEF9-4142-8529-CFFA3DCF462A}" destId="{1BD61907-380A-40B4-A0FF-30BB3098A4C5}" srcOrd="1" destOrd="0" presId="urn:microsoft.com/office/officeart/2005/8/layout/orgChart1"/>
    <dgm:cxn modelId="{5D1FED61-D27A-4F32-A5F9-171FE2CCB914}" srcId="{4076083A-D514-4C0F-8247-9C0D3A4369CA}" destId="{7EC10244-DFAE-4FF0-A2DF-E8F0EF9F8A18}" srcOrd="0" destOrd="0" parTransId="{7F7E3016-59FC-4ADF-BFD0-799C12ECEC96}" sibTransId="{1620D648-9D7D-4FB9-85DA-217D22DAE111}"/>
    <dgm:cxn modelId="{8372EE44-EEC6-4125-B284-8F03F424F39C}" type="presOf" srcId="{96EC12E1-D477-4E5C-B37C-05C75EA19687}" destId="{16C68839-EF4C-459F-A64F-9A1A8C30C6D9}" srcOrd="0" destOrd="0" presId="urn:microsoft.com/office/officeart/2005/8/layout/orgChart1"/>
    <dgm:cxn modelId="{44CDE165-12EC-483E-BF91-383FFD1194F8}" type="presOf" srcId="{7F7E3016-59FC-4ADF-BFD0-799C12ECEC96}" destId="{0B1B940E-1734-4DEC-8103-AC372F4DB7B4}" srcOrd="0" destOrd="0" presId="urn:microsoft.com/office/officeart/2005/8/layout/orgChart1"/>
    <dgm:cxn modelId="{C80D7A67-1C33-4DF0-B4A4-6C80FA60AEE0}" type="presOf" srcId="{96EC12E1-D477-4E5C-B37C-05C75EA19687}" destId="{FE678B0A-91C9-4033-8090-0824C338D95A}" srcOrd="1" destOrd="0" presId="urn:microsoft.com/office/officeart/2005/8/layout/orgChart1"/>
    <dgm:cxn modelId="{5B795B85-ED6A-46CA-B67C-542389CFB84B}" srcId="{BD12AE14-A551-4E76-B259-38A31849210E}" destId="{4076083A-D514-4C0F-8247-9C0D3A4369CA}" srcOrd="0" destOrd="0" parTransId="{76A4B564-6A9A-4082-A519-007626494D7C}" sibTransId="{83308F6C-14AA-4D22-BD2D-1D54AB672982}"/>
    <dgm:cxn modelId="{9BFD7C87-DDD8-4AAA-AD12-C34366D5A44F}" type="presOf" srcId="{7EC10244-DFAE-4FF0-A2DF-E8F0EF9F8A18}" destId="{C29E0752-DC52-4C89-A9FA-21AB0E7B82E9}" srcOrd="0" destOrd="0" presId="urn:microsoft.com/office/officeart/2005/8/layout/orgChart1"/>
    <dgm:cxn modelId="{57F492A8-E617-4ADD-BCF3-7BB782119215}" type="presOf" srcId="{BD12AE14-A551-4E76-B259-38A31849210E}" destId="{DE64AE87-2476-4289-89B7-B1D26A66D1DA}" srcOrd="0" destOrd="0" presId="urn:microsoft.com/office/officeart/2005/8/layout/orgChart1"/>
    <dgm:cxn modelId="{B91796F5-5261-4956-8C10-19F4156D54BA}" type="presOf" srcId="{AA8C3086-2F4E-44FB-8B67-ECD90760BFEE}" destId="{6DC5DFDD-26F5-4BA8-A331-6DF3A1CA3BE2}" srcOrd="0" destOrd="0" presId="urn:microsoft.com/office/officeart/2005/8/layout/orgChart1"/>
    <dgm:cxn modelId="{89D4F263-8AF4-444C-B60E-5F8B528F71B2}" type="presParOf" srcId="{DE64AE87-2476-4289-89B7-B1D26A66D1DA}" destId="{56E2AE65-AFE0-4D03-BDAA-1CE314B1F84E}" srcOrd="0" destOrd="0" presId="urn:microsoft.com/office/officeart/2005/8/layout/orgChart1"/>
    <dgm:cxn modelId="{364552D2-939D-4A18-9BA6-0BF695C1D736}" type="presParOf" srcId="{56E2AE65-AFE0-4D03-BDAA-1CE314B1F84E}" destId="{E6D15A72-B982-42D7-AC7E-C58927028796}" srcOrd="0" destOrd="0" presId="urn:microsoft.com/office/officeart/2005/8/layout/orgChart1"/>
    <dgm:cxn modelId="{FE85AB7B-F9CB-4C49-BBFF-F3E4302DDC16}" type="presParOf" srcId="{E6D15A72-B982-42D7-AC7E-C58927028796}" destId="{295639B6-E7BF-45E8-B88A-1035DDB1954A}" srcOrd="0" destOrd="0" presId="urn:microsoft.com/office/officeart/2005/8/layout/orgChart1"/>
    <dgm:cxn modelId="{7BD12F60-7CDA-4137-B890-A056BC3868D9}" type="presParOf" srcId="{E6D15A72-B982-42D7-AC7E-C58927028796}" destId="{520BF4C1-980C-4258-8F65-75E8787472CA}" srcOrd="1" destOrd="0" presId="urn:microsoft.com/office/officeart/2005/8/layout/orgChart1"/>
    <dgm:cxn modelId="{470BC79B-5787-4EC3-B650-F37555317EE9}" type="presParOf" srcId="{56E2AE65-AFE0-4D03-BDAA-1CE314B1F84E}" destId="{02B20B40-D6BD-4E5C-A725-20153CFA4065}" srcOrd="1" destOrd="0" presId="urn:microsoft.com/office/officeart/2005/8/layout/orgChart1"/>
    <dgm:cxn modelId="{2462E7CC-0371-4275-B347-5F21CA1F368B}" type="presParOf" srcId="{02B20B40-D6BD-4E5C-A725-20153CFA4065}" destId="{0B1B940E-1734-4DEC-8103-AC372F4DB7B4}" srcOrd="0" destOrd="0" presId="urn:microsoft.com/office/officeart/2005/8/layout/orgChart1"/>
    <dgm:cxn modelId="{AD22A469-A81C-4652-AB4B-CBE8A287B3BD}" type="presParOf" srcId="{02B20B40-D6BD-4E5C-A725-20153CFA4065}" destId="{206E1AC8-D736-4613-A7DD-E82CD830B350}" srcOrd="1" destOrd="0" presId="urn:microsoft.com/office/officeart/2005/8/layout/orgChart1"/>
    <dgm:cxn modelId="{27FA60B9-E784-4836-9691-F0877614F0AA}" type="presParOf" srcId="{206E1AC8-D736-4613-A7DD-E82CD830B350}" destId="{DB8747FD-D672-4B0D-9EA7-0B9D9471C894}" srcOrd="0" destOrd="0" presId="urn:microsoft.com/office/officeart/2005/8/layout/orgChart1"/>
    <dgm:cxn modelId="{39DE0879-969F-4F76-A338-152C3451E38F}" type="presParOf" srcId="{DB8747FD-D672-4B0D-9EA7-0B9D9471C894}" destId="{C29E0752-DC52-4C89-A9FA-21AB0E7B82E9}" srcOrd="0" destOrd="0" presId="urn:microsoft.com/office/officeart/2005/8/layout/orgChart1"/>
    <dgm:cxn modelId="{3AA76A90-F750-4172-AA1D-34F52838D6FA}" type="presParOf" srcId="{DB8747FD-D672-4B0D-9EA7-0B9D9471C894}" destId="{A7B4B69B-E64A-4855-B686-44DEFEC60F30}" srcOrd="1" destOrd="0" presId="urn:microsoft.com/office/officeart/2005/8/layout/orgChart1"/>
    <dgm:cxn modelId="{A4088516-0729-4FA7-97EE-09D397519A2A}" type="presParOf" srcId="{206E1AC8-D736-4613-A7DD-E82CD830B350}" destId="{0C08A625-A650-4178-B3C4-C813E4CCDEC6}" srcOrd="1" destOrd="0" presId="urn:microsoft.com/office/officeart/2005/8/layout/orgChart1"/>
    <dgm:cxn modelId="{7E273B40-27EC-401C-894B-FDC5AA357853}" type="presParOf" srcId="{206E1AC8-D736-4613-A7DD-E82CD830B350}" destId="{4D20A0AC-A81A-40B4-A832-CE63F2769165}" srcOrd="2" destOrd="0" presId="urn:microsoft.com/office/officeart/2005/8/layout/orgChart1"/>
    <dgm:cxn modelId="{D2CAB777-F752-4BDD-BD00-4A7100A27C87}" type="presParOf" srcId="{02B20B40-D6BD-4E5C-A725-20153CFA4065}" destId="{6DC5DFDD-26F5-4BA8-A331-6DF3A1CA3BE2}" srcOrd="2" destOrd="0" presId="urn:microsoft.com/office/officeart/2005/8/layout/orgChart1"/>
    <dgm:cxn modelId="{526D6386-7176-4638-810E-739EFBA2517F}" type="presParOf" srcId="{02B20B40-D6BD-4E5C-A725-20153CFA4065}" destId="{66A5E2E4-66CE-4C9A-B2B6-8D0B4FBB58F3}" srcOrd="3" destOrd="0" presId="urn:microsoft.com/office/officeart/2005/8/layout/orgChart1"/>
    <dgm:cxn modelId="{B49A3337-9774-4304-BA1C-7F55F30B93F6}" type="presParOf" srcId="{66A5E2E4-66CE-4C9A-B2B6-8D0B4FBB58F3}" destId="{3DA717E3-DA3E-4EC5-A9AF-EAD98E21AACE}" srcOrd="0" destOrd="0" presId="urn:microsoft.com/office/officeart/2005/8/layout/orgChart1"/>
    <dgm:cxn modelId="{86EB42C3-585F-4FA1-9A77-5DCF558C510A}" type="presParOf" srcId="{3DA717E3-DA3E-4EC5-A9AF-EAD98E21AACE}" destId="{FAD4025A-93C1-476A-9C7A-06A1BE1C9899}" srcOrd="0" destOrd="0" presId="urn:microsoft.com/office/officeart/2005/8/layout/orgChart1"/>
    <dgm:cxn modelId="{07FEB4D8-2D82-49F2-9A84-FAD2FFB0F377}" type="presParOf" srcId="{3DA717E3-DA3E-4EC5-A9AF-EAD98E21AACE}" destId="{1BD61907-380A-40B4-A0FF-30BB3098A4C5}" srcOrd="1" destOrd="0" presId="urn:microsoft.com/office/officeart/2005/8/layout/orgChart1"/>
    <dgm:cxn modelId="{6F7689F8-0F13-42F4-8BED-89AD9C232340}" type="presParOf" srcId="{66A5E2E4-66CE-4C9A-B2B6-8D0B4FBB58F3}" destId="{F45DEBA1-BB22-4F3A-A3D3-D5EAD444D392}" srcOrd="1" destOrd="0" presId="urn:microsoft.com/office/officeart/2005/8/layout/orgChart1"/>
    <dgm:cxn modelId="{7F92888C-2F63-4683-A526-102B10127A9B}" type="presParOf" srcId="{66A5E2E4-66CE-4C9A-B2B6-8D0B4FBB58F3}" destId="{9C7D9A81-9E19-4679-94DD-057156E0AF0C}" srcOrd="2" destOrd="0" presId="urn:microsoft.com/office/officeart/2005/8/layout/orgChart1"/>
    <dgm:cxn modelId="{84F565CD-75E7-4AA9-8E03-9BFE5B025EFF}" type="presParOf" srcId="{02B20B40-D6BD-4E5C-A725-20153CFA4065}" destId="{F4FCACAA-B219-4C6E-AEF9-6D35F2019237}" srcOrd="4" destOrd="0" presId="urn:microsoft.com/office/officeart/2005/8/layout/orgChart1"/>
    <dgm:cxn modelId="{83E549BB-FE24-4C87-BC80-75B7175EDDD3}" type="presParOf" srcId="{02B20B40-D6BD-4E5C-A725-20153CFA4065}" destId="{534B7B1A-C5FC-4619-9601-E9C14E9E543D}" srcOrd="5" destOrd="0" presId="urn:microsoft.com/office/officeart/2005/8/layout/orgChart1"/>
    <dgm:cxn modelId="{CBE1679C-8217-4570-8087-33B9E44EAB06}" type="presParOf" srcId="{534B7B1A-C5FC-4619-9601-E9C14E9E543D}" destId="{CFDCB5BE-E8B2-4B42-992A-AFDDA3A0399D}" srcOrd="0" destOrd="0" presId="urn:microsoft.com/office/officeart/2005/8/layout/orgChart1"/>
    <dgm:cxn modelId="{1DCD7185-BA0F-4980-BFD6-5E1318AF2834}" type="presParOf" srcId="{CFDCB5BE-E8B2-4B42-992A-AFDDA3A0399D}" destId="{16C68839-EF4C-459F-A64F-9A1A8C30C6D9}" srcOrd="0" destOrd="0" presId="urn:microsoft.com/office/officeart/2005/8/layout/orgChart1"/>
    <dgm:cxn modelId="{FD432255-B74D-4303-8148-C9F85A9B73E3}" type="presParOf" srcId="{CFDCB5BE-E8B2-4B42-992A-AFDDA3A0399D}" destId="{FE678B0A-91C9-4033-8090-0824C338D95A}" srcOrd="1" destOrd="0" presId="urn:microsoft.com/office/officeart/2005/8/layout/orgChart1"/>
    <dgm:cxn modelId="{ACE69A9B-89D7-4995-BAD6-589703AE21E8}" type="presParOf" srcId="{534B7B1A-C5FC-4619-9601-E9C14E9E543D}" destId="{481CA278-CC00-4C0B-BC57-4D699B25A65E}" srcOrd="1" destOrd="0" presId="urn:microsoft.com/office/officeart/2005/8/layout/orgChart1"/>
    <dgm:cxn modelId="{859210A1-B242-45CE-B153-679BC137CC03}" type="presParOf" srcId="{534B7B1A-C5FC-4619-9601-E9C14E9E543D}" destId="{96206594-D373-4FAD-BE4F-3AA284F4E1BC}" srcOrd="2" destOrd="0" presId="urn:microsoft.com/office/officeart/2005/8/layout/orgChart1"/>
    <dgm:cxn modelId="{9E138824-55E7-4F31-82A3-C729E91DD672}" type="presParOf" srcId="{56E2AE65-AFE0-4D03-BDAA-1CE314B1F84E}" destId="{A156D3DC-2290-4412-9137-F9075CB64517}"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D12AE14-A551-4E76-B259-38A31849210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4076083A-D514-4C0F-8247-9C0D3A4369CA}">
      <dgm:prSet phldrT="[Text]" custT="1"/>
      <dgm:spPr/>
      <dgm:t>
        <a:bodyPr/>
        <a:lstStyle/>
        <a:p>
          <a:r>
            <a:rPr lang="en-US" sz="1600" dirty="0"/>
            <a:t>Proper control</a:t>
          </a:r>
          <a:endParaRPr lang="en-ZA" sz="1600" dirty="0"/>
        </a:p>
      </dgm:t>
    </dgm:pt>
    <dgm:pt modelId="{76A4B564-6A9A-4082-A519-007626494D7C}" type="parTrans" cxnId="{5B795B85-ED6A-46CA-B67C-542389CFB84B}">
      <dgm:prSet/>
      <dgm:spPr/>
      <dgm:t>
        <a:bodyPr/>
        <a:lstStyle/>
        <a:p>
          <a:endParaRPr lang="en-ZA" sz="1600"/>
        </a:p>
      </dgm:t>
    </dgm:pt>
    <dgm:pt modelId="{83308F6C-14AA-4D22-BD2D-1D54AB672982}" type="sibTrans" cxnId="{5B795B85-ED6A-46CA-B67C-542389CFB84B}">
      <dgm:prSet/>
      <dgm:spPr/>
      <dgm:t>
        <a:bodyPr/>
        <a:lstStyle/>
        <a:p>
          <a:endParaRPr lang="en-ZA" sz="1600"/>
        </a:p>
      </dgm:t>
    </dgm:pt>
    <dgm:pt modelId="{7EC10244-DFAE-4FF0-A2DF-E8F0EF9F8A18}">
      <dgm:prSet phldrT="[Text]" custT="1"/>
      <dgm:spPr/>
      <dgm:t>
        <a:bodyPr/>
        <a:lstStyle/>
        <a:p>
          <a:r>
            <a:rPr lang="en-US" sz="1600" dirty="0"/>
            <a:t>Checking deliveries for quantities and quality</a:t>
          </a:r>
          <a:endParaRPr lang="en-ZA" sz="1600" dirty="0"/>
        </a:p>
      </dgm:t>
    </dgm:pt>
    <dgm:pt modelId="{7F7E3016-59FC-4ADF-BFD0-799C12ECEC96}" type="parTrans" cxnId="{5D1FED61-D27A-4F32-A5F9-171FE2CCB914}">
      <dgm:prSet/>
      <dgm:spPr/>
      <dgm:t>
        <a:bodyPr/>
        <a:lstStyle/>
        <a:p>
          <a:endParaRPr lang="en-ZA" sz="1600"/>
        </a:p>
      </dgm:t>
    </dgm:pt>
    <dgm:pt modelId="{1620D648-9D7D-4FB9-85DA-217D22DAE111}" type="sibTrans" cxnId="{5D1FED61-D27A-4F32-A5F9-171FE2CCB914}">
      <dgm:prSet/>
      <dgm:spPr/>
      <dgm:t>
        <a:bodyPr/>
        <a:lstStyle/>
        <a:p>
          <a:endParaRPr lang="en-ZA" sz="1600"/>
        </a:p>
      </dgm:t>
    </dgm:pt>
    <dgm:pt modelId="{96B42AF5-AEF9-4142-8529-CFFA3DCF462A}">
      <dgm:prSet phldrT="[Text]" custT="1"/>
      <dgm:spPr/>
      <dgm:t>
        <a:bodyPr/>
        <a:lstStyle/>
        <a:p>
          <a:r>
            <a:rPr lang="en-US" sz="1600" dirty="0"/>
            <a:t>Regular stocktaking</a:t>
          </a:r>
          <a:endParaRPr lang="en-ZA" sz="1600" dirty="0"/>
        </a:p>
      </dgm:t>
    </dgm:pt>
    <dgm:pt modelId="{AA8C3086-2F4E-44FB-8B67-ECD90760BFEE}" type="parTrans" cxnId="{0C972529-A40E-4862-A596-FE98B541260D}">
      <dgm:prSet/>
      <dgm:spPr/>
      <dgm:t>
        <a:bodyPr/>
        <a:lstStyle/>
        <a:p>
          <a:endParaRPr lang="en-ZA" sz="1600"/>
        </a:p>
      </dgm:t>
    </dgm:pt>
    <dgm:pt modelId="{030F3EF2-AF62-4F10-96C9-DE0D9115613F}" type="sibTrans" cxnId="{0C972529-A40E-4862-A596-FE98B541260D}">
      <dgm:prSet/>
      <dgm:spPr/>
      <dgm:t>
        <a:bodyPr/>
        <a:lstStyle/>
        <a:p>
          <a:endParaRPr lang="en-ZA" sz="1600"/>
        </a:p>
      </dgm:t>
    </dgm:pt>
    <dgm:pt modelId="{96EC12E1-D477-4E5C-B37C-05C75EA19687}">
      <dgm:prSet phldrT="[Text]" custT="1"/>
      <dgm:spPr/>
      <dgm:t>
        <a:bodyPr/>
        <a:lstStyle/>
        <a:p>
          <a:r>
            <a:rPr lang="en-US" sz="1600" dirty="0"/>
            <a:t>Searching employees</a:t>
          </a:r>
          <a:endParaRPr lang="en-ZA" sz="1600" dirty="0"/>
        </a:p>
      </dgm:t>
    </dgm:pt>
    <dgm:pt modelId="{F565C9A7-17BE-46BF-9C63-A1594B4595C5}" type="parTrans" cxnId="{C1AB2729-3E16-44FF-A017-C05E75A9798B}">
      <dgm:prSet/>
      <dgm:spPr/>
      <dgm:t>
        <a:bodyPr/>
        <a:lstStyle/>
        <a:p>
          <a:endParaRPr lang="en-ZA" sz="1600"/>
        </a:p>
      </dgm:t>
    </dgm:pt>
    <dgm:pt modelId="{F310A177-2DF4-4962-B943-48F08D3D547D}" type="sibTrans" cxnId="{C1AB2729-3E16-44FF-A017-C05E75A9798B}">
      <dgm:prSet/>
      <dgm:spPr/>
      <dgm:t>
        <a:bodyPr/>
        <a:lstStyle/>
        <a:p>
          <a:endParaRPr lang="en-ZA" sz="1600"/>
        </a:p>
      </dgm:t>
    </dgm:pt>
    <dgm:pt modelId="{11C44621-8A0A-4C47-9CAA-6E3177DA7EBD}">
      <dgm:prSet custT="1"/>
      <dgm:spPr/>
      <dgm:t>
        <a:bodyPr/>
        <a:lstStyle/>
        <a:p>
          <a:r>
            <a:rPr lang="en-US" sz="1600" dirty="0"/>
            <a:t>Perpetual inventory system</a:t>
          </a:r>
          <a:endParaRPr lang="en-ZA" sz="1600" dirty="0"/>
        </a:p>
      </dgm:t>
    </dgm:pt>
    <dgm:pt modelId="{6770EAE3-451E-4F86-9E78-A1E7A6809C17}" type="parTrans" cxnId="{E84DC74F-E812-412D-A0B9-C17FFC3695BE}">
      <dgm:prSet/>
      <dgm:spPr/>
      <dgm:t>
        <a:bodyPr/>
        <a:lstStyle/>
        <a:p>
          <a:endParaRPr lang="en-ZA" sz="1600"/>
        </a:p>
      </dgm:t>
    </dgm:pt>
    <dgm:pt modelId="{49ED0158-AC27-4B30-87EB-373188B5A149}" type="sibTrans" cxnId="{E84DC74F-E812-412D-A0B9-C17FFC3695BE}">
      <dgm:prSet/>
      <dgm:spPr/>
      <dgm:t>
        <a:bodyPr/>
        <a:lstStyle/>
        <a:p>
          <a:endParaRPr lang="en-ZA" sz="1600"/>
        </a:p>
      </dgm:t>
    </dgm:pt>
    <dgm:pt modelId="{5D9CA347-F285-4C75-9061-DB97AFFFE639}">
      <dgm:prSet custT="1"/>
      <dgm:spPr/>
      <dgm:t>
        <a:bodyPr/>
        <a:lstStyle/>
        <a:p>
          <a:r>
            <a:rPr lang="en-US" sz="1600" dirty="0"/>
            <a:t>Periodic physical inventory system</a:t>
          </a:r>
          <a:endParaRPr lang="en-ZA" sz="1600" dirty="0"/>
        </a:p>
      </dgm:t>
    </dgm:pt>
    <dgm:pt modelId="{6BBADFE3-9481-4792-80DA-410A3F757840}" type="parTrans" cxnId="{E44512A3-4386-4128-92B1-F7F478E93809}">
      <dgm:prSet/>
      <dgm:spPr/>
      <dgm:t>
        <a:bodyPr/>
        <a:lstStyle/>
        <a:p>
          <a:endParaRPr lang="en-ZA" sz="1600"/>
        </a:p>
      </dgm:t>
    </dgm:pt>
    <dgm:pt modelId="{6AC2218E-811C-496D-A999-AA16A3E50512}" type="sibTrans" cxnId="{E44512A3-4386-4128-92B1-F7F478E93809}">
      <dgm:prSet/>
      <dgm:spPr/>
      <dgm:t>
        <a:bodyPr/>
        <a:lstStyle/>
        <a:p>
          <a:endParaRPr lang="en-ZA" sz="1600"/>
        </a:p>
      </dgm:t>
    </dgm:pt>
    <dgm:pt modelId="{D7DCF056-CE6A-4410-9488-7055466EB6F4}">
      <dgm:prSet custT="1"/>
      <dgm:spPr/>
      <dgm:t>
        <a:bodyPr/>
        <a:lstStyle/>
        <a:p>
          <a:r>
            <a:rPr lang="en-US" sz="1600" dirty="0"/>
            <a:t>Invoice or delivery note check</a:t>
          </a:r>
          <a:endParaRPr lang="en-ZA" sz="1600" dirty="0"/>
        </a:p>
      </dgm:t>
    </dgm:pt>
    <dgm:pt modelId="{C2760D7C-0A15-4E74-8174-E870FB79F32D}" type="parTrans" cxnId="{8DFBE69E-3BC0-4D68-AB1B-B2158E4665D1}">
      <dgm:prSet/>
      <dgm:spPr/>
      <dgm:t>
        <a:bodyPr/>
        <a:lstStyle/>
        <a:p>
          <a:endParaRPr lang="en-ZA" sz="1600"/>
        </a:p>
      </dgm:t>
    </dgm:pt>
    <dgm:pt modelId="{F51916B9-15A9-4C58-9BDE-741EBE1C449A}" type="sibTrans" cxnId="{8DFBE69E-3BC0-4D68-AB1B-B2158E4665D1}">
      <dgm:prSet/>
      <dgm:spPr/>
      <dgm:t>
        <a:bodyPr/>
        <a:lstStyle/>
        <a:p>
          <a:endParaRPr lang="en-ZA" sz="1600"/>
        </a:p>
      </dgm:t>
    </dgm:pt>
    <dgm:pt modelId="{132E2902-AD4E-4483-A32F-4D7DCD1638E2}">
      <dgm:prSet custT="1"/>
      <dgm:spPr/>
      <dgm:t>
        <a:bodyPr/>
        <a:lstStyle/>
        <a:p>
          <a:r>
            <a:rPr lang="en-US" sz="1600" dirty="0"/>
            <a:t>Quantity check</a:t>
          </a:r>
          <a:endParaRPr lang="en-ZA" sz="1600" dirty="0"/>
        </a:p>
      </dgm:t>
    </dgm:pt>
    <dgm:pt modelId="{CDA3F404-A646-46DF-A6C8-B609C081D414}" type="parTrans" cxnId="{A104F450-62B6-4D7F-BD94-50A639DAF678}">
      <dgm:prSet/>
      <dgm:spPr/>
      <dgm:t>
        <a:bodyPr/>
        <a:lstStyle/>
        <a:p>
          <a:endParaRPr lang="en-ZA" sz="1600"/>
        </a:p>
      </dgm:t>
    </dgm:pt>
    <dgm:pt modelId="{7D7E059B-BA03-4C28-80DE-3F84E9B9FB44}" type="sibTrans" cxnId="{A104F450-62B6-4D7F-BD94-50A639DAF678}">
      <dgm:prSet/>
      <dgm:spPr/>
      <dgm:t>
        <a:bodyPr/>
        <a:lstStyle/>
        <a:p>
          <a:endParaRPr lang="en-ZA" sz="1600"/>
        </a:p>
      </dgm:t>
    </dgm:pt>
    <dgm:pt modelId="{787C7C18-0227-4F99-9D4A-C89329E5B976}">
      <dgm:prSet custT="1"/>
      <dgm:spPr/>
      <dgm:t>
        <a:bodyPr/>
        <a:lstStyle/>
        <a:p>
          <a:r>
            <a:rPr lang="en-US" sz="1600" dirty="0"/>
            <a:t>Quality check</a:t>
          </a:r>
          <a:endParaRPr lang="en-ZA" sz="1600" dirty="0"/>
        </a:p>
      </dgm:t>
    </dgm:pt>
    <dgm:pt modelId="{35795FC5-41E5-41EA-ACAF-45892D96ADE3}" type="parTrans" cxnId="{EB5018E2-4616-4406-8A5D-80FD8C9B3CF4}">
      <dgm:prSet/>
      <dgm:spPr/>
      <dgm:t>
        <a:bodyPr/>
        <a:lstStyle/>
        <a:p>
          <a:endParaRPr lang="en-ZA" sz="1600"/>
        </a:p>
      </dgm:t>
    </dgm:pt>
    <dgm:pt modelId="{5E6B9C1A-4ECD-4B98-B6E9-C63622F531CE}" type="sibTrans" cxnId="{EB5018E2-4616-4406-8A5D-80FD8C9B3CF4}">
      <dgm:prSet/>
      <dgm:spPr/>
      <dgm:t>
        <a:bodyPr/>
        <a:lstStyle/>
        <a:p>
          <a:endParaRPr lang="en-ZA" sz="1600"/>
        </a:p>
      </dgm:t>
    </dgm:pt>
    <dgm:pt modelId="{DA22DC0C-61B8-4907-A311-7A65B20B6791}">
      <dgm:prSet custT="1"/>
      <dgm:spPr/>
      <dgm:t>
        <a:bodyPr/>
        <a:lstStyle/>
        <a:p>
          <a:r>
            <a:rPr lang="en-US" sz="1600" dirty="0"/>
            <a:t>Theft</a:t>
          </a:r>
          <a:endParaRPr lang="en-ZA" sz="1600" dirty="0"/>
        </a:p>
      </dgm:t>
    </dgm:pt>
    <dgm:pt modelId="{26171C76-7DA9-47A2-858C-141DB82BF1FB}" type="parTrans" cxnId="{F7930940-8E0C-481A-8888-BBDBE8B1B7D4}">
      <dgm:prSet/>
      <dgm:spPr/>
      <dgm:t>
        <a:bodyPr/>
        <a:lstStyle/>
        <a:p>
          <a:endParaRPr lang="en-ZA" sz="1600"/>
        </a:p>
      </dgm:t>
    </dgm:pt>
    <dgm:pt modelId="{7AB67FF2-5C4F-4432-BC04-058C91A88E1F}" type="sibTrans" cxnId="{F7930940-8E0C-481A-8888-BBDBE8B1B7D4}">
      <dgm:prSet/>
      <dgm:spPr/>
      <dgm:t>
        <a:bodyPr/>
        <a:lstStyle/>
        <a:p>
          <a:endParaRPr lang="en-ZA" sz="1600"/>
        </a:p>
      </dgm:t>
    </dgm:pt>
    <dgm:pt modelId="{DE64AE87-2476-4289-89B7-B1D26A66D1DA}" type="pres">
      <dgm:prSet presAssocID="{BD12AE14-A551-4E76-B259-38A31849210E}" presName="hierChild1" presStyleCnt="0">
        <dgm:presLayoutVars>
          <dgm:orgChart val="1"/>
          <dgm:chPref val="1"/>
          <dgm:dir/>
          <dgm:animOne val="branch"/>
          <dgm:animLvl val="lvl"/>
          <dgm:resizeHandles/>
        </dgm:presLayoutVars>
      </dgm:prSet>
      <dgm:spPr/>
    </dgm:pt>
    <dgm:pt modelId="{56E2AE65-AFE0-4D03-BDAA-1CE314B1F84E}" type="pres">
      <dgm:prSet presAssocID="{4076083A-D514-4C0F-8247-9C0D3A4369CA}" presName="hierRoot1" presStyleCnt="0">
        <dgm:presLayoutVars>
          <dgm:hierBranch val="init"/>
        </dgm:presLayoutVars>
      </dgm:prSet>
      <dgm:spPr/>
    </dgm:pt>
    <dgm:pt modelId="{E6D15A72-B982-42D7-AC7E-C58927028796}" type="pres">
      <dgm:prSet presAssocID="{4076083A-D514-4C0F-8247-9C0D3A4369CA}" presName="rootComposite1" presStyleCnt="0"/>
      <dgm:spPr/>
    </dgm:pt>
    <dgm:pt modelId="{295639B6-E7BF-45E8-B88A-1035DDB1954A}" type="pres">
      <dgm:prSet presAssocID="{4076083A-D514-4C0F-8247-9C0D3A4369CA}" presName="rootText1" presStyleLbl="node0" presStyleIdx="0" presStyleCnt="1">
        <dgm:presLayoutVars>
          <dgm:chPref val="3"/>
        </dgm:presLayoutVars>
      </dgm:prSet>
      <dgm:spPr/>
    </dgm:pt>
    <dgm:pt modelId="{520BF4C1-980C-4258-8F65-75E8787472CA}" type="pres">
      <dgm:prSet presAssocID="{4076083A-D514-4C0F-8247-9C0D3A4369CA}" presName="rootConnector1" presStyleLbl="node1" presStyleIdx="0" presStyleCnt="0"/>
      <dgm:spPr/>
    </dgm:pt>
    <dgm:pt modelId="{02B20B40-D6BD-4E5C-A725-20153CFA4065}" type="pres">
      <dgm:prSet presAssocID="{4076083A-D514-4C0F-8247-9C0D3A4369CA}" presName="hierChild2" presStyleCnt="0"/>
      <dgm:spPr/>
    </dgm:pt>
    <dgm:pt modelId="{0B1B940E-1734-4DEC-8103-AC372F4DB7B4}" type="pres">
      <dgm:prSet presAssocID="{7F7E3016-59FC-4ADF-BFD0-799C12ECEC96}" presName="Name37" presStyleLbl="parChTrans1D2" presStyleIdx="0" presStyleCnt="3"/>
      <dgm:spPr/>
    </dgm:pt>
    <dgm:pt modelId="{206E1AC8-D736-4613-A7DD-E82CD830B350}" type="pres">
      <dgm:prSet presAssocID="{7EC10244-DFAE-4FF0-A2DF-E8F0EF9F8A18}" presName="hierRoot2" presStyleCnt="0">
        <dgm:presLayoutVars>
          <dgm:hierBranch val="init"/>
        </dgm:presLayoutVars>
      </dgm:prSet>
      <dgm:spPr/>
    </dgm:pt>
    <dgm:pt modelId="{DB8747FD-D672-4B0D-9EA7-0B9D9471C894}" type="pres">
      <dgm:prSet presAssocID="{7EC10244-DFAE-4FF0-A2DF-E8F0EF9F8A18}" presName="rootComposite" presStyleCnt="0"/>
      <dgm:spPr/>
    </dgm:pt>
    <dgm:pt modelId="{C29E0752-DC52-4C89-A9FA-21AB0E7B82E9}" type="pres">
      <dgm:prSet presAssocID="{7EC10244-DFAE-4FF0-A2DF-E8F0EF9F8A18}" presName="rootText" presStyleLbl="node2" presStyleIdx="0" presStyleCnt="3" custScaleX="201487" custLinFactX="-58242" custLinFactNeighborX="-100000" custLinFactNeighborY="6554">
        <dgm:presLayoutVars>
          <dgm:chPref val="3"/>
        </dgm:presLayoutVars>
      </dgm:prSet>
      <dgm:spPr/>
    </dgm:pt>
    <dgm:pt modelId="{A7B4B69B-E64A-4855-B686-44DEFEC60F30}" type="pres">
      <dgm:prSet presAssocID="{7EC10244-DFAE-4FF0-A2DF-E8F0EF9F8A18}" presName="rootConnector" presStyleLbl="node2" presStyleIdx="0" presStyleCnt="3"/>
      <dgm:spPr/>
    </dgm:pt>
    <dgm:pt modelId="{0C08A625-A650-4178-B3C4-C813E4CCDEC6}" type="pres">
      <dgm:prSet presAssocID="{7EC10244-DFAE-4FF0-A2DF-E8F0EF9F8A18}" presName="hierChild4" presStyleCnt="0"/>
      <dgm:spPr/>
    </dgm:pt>
    <dgm:pt modelId="{E4EC7016-A2C9-4E70-802F-294A2D6A3EFF}" type="pres">
      <dgm:prSet presAssocID="{C2760D7C-0A15-4E74-8174-E870FB79F32D}" presName="Name37" presStyleLbl="parChTrans1D3" presStyleIdx="0" presStyleCnt="6"/>
      <dgm:spPr/>
    </dgm:pt>
    <dgm:pt modelId="{751D5C6C-810F-464F-AD0E-39E0AABB2605}" type="pres">
      <dgm:prSet presAssocID="{D7DCF056-CE6A-4410-9488-7055466EB6F4}" presName="hierRoot2" presStyleCnt="0">
        <dgm:presLayoutVars>
          <dgm:hierBranch val="init"/>
        </dgm:presLayoutVars>
      </dgm:prSet>
      <dgm:spPr/>
    </dgm:pt>
    <dgm:pt modelId="{079CED99-DC86-4F1D-9841-F5DCCE83142B}" type="pres">
      <dgm:prSet presAssocID="{D7DCF056-CE6A-4410-9488-7055466EB6F4}" presName="rootComposite" presStyleCnt="0"/>
      <dgm:spPr/>
    </dgm:pt>
    <dgm:pt modelId="{05CDF800-993B-4818-83FB-A41FD3C38269}" type="pres">
      <dgm:prSet presAssocID="{D7DCF056-CE6A-4410-9488-7055466EB6F4}" presName="rootText" presStyleLbl="node3" presStyleIdx="0" presStyleCnt="6" custScaleX="224880" custLinFactNeighborX="-57135" custLinFactNeighborY="12283">
        <dgm:presLayoutVars>
          <dgm:chPref val="3"/>
        </dgm:presLayoutVars>
      </dgm:prSet>
      <dgm:spPr/>
    </dgm:pt>
    <dgm:pt modelId="{98B10E09-FE34-42B5-B163-083B4308BBD3}" type="pres">
      <dgm:prSet presAssocID="{D7DCF056-CE6A-4410-9488-7055466EB6F4}" presName="rootConnector" presStyleLbl="node3" presStyleIdx="0" presStyleCnt="6"/>
      <dgm:spPr/>
    </dgm:pt>
    <dgm:pt modelId="{621A7E7D-A194-463B-B07A-2EC093CAF99C}" type="pres">
      <dgm:prSet presAssocID="{D7DCF056-CE6A-4410-9488-7055466EB6F4}" presName="hierChild4" presStyleCnt="0"/>
      <dgm:spPr/>
    </dgm:pt>
    <dgm:pt modelId="{4EBA2C5C-6636-411A-85CD-6D8916ED9399}" type="pres">
      <dgm:prSet presAssocID="{D7DCF056-CE6A-4410-9488-7055466EB6F4}" presName="hierChild5" presStyleCnt="0"/>
      <dgm:spPr/>
    </dgm:pt>
    <dgm:pt modelId="{A6D0823F-7238-4D7F-9AFD-380C7CD54A50}" type="pres">
      <dgm:prSet presAssocID="{CDA3F404-A646-46DF-A6C8-B609C081D414}" presName="Name37" presStyleLbl="parChTrans1D3" presStyleIdx="1" presStyleCnt="6"/>
      <dgm:spPr/>
    </dgm:pt>
    <dgm:pt modelId="{8653A548-D133-4E26-9922-D0015C93E136}" type="pres">
      <dgm:prSet presAssocID="{132E2902-AD4E-4483-A32F-4D7DCD1638E2}" presName="hierRoot2" presStyleCnt="0">
        <dgm:presLayoutVars>
          <dgm:hierBranch val="init"/>
        </dgm:presLayoutVars>
      </dgm:prSet>
      <dgm:spPr/>
    </dgm:pt>
    <dgm:pt modelId="{04D8D087-F950-4519-8400-EC97ACA64E57}" type="pres">
      <dgm:prSet presAssocID="{132E2902-AD4E-4483-A32F-4D7DCD1638E2}" presName="rootComposite" presStyleCnt="0"/>
      <dgm:spPr/>
    </dgm:pt>
    <dgm:pt modelId="{CE1A0C99-392A-4086-B6EE-4E39BF41F2D7}" type="pres">
      <dgm:prSet presAssocID="{132E2902-AD4E-4483-A32F-4D7DCD1638E2}" presName="rootText" presStyleLbl="node3" presStyleIdx="1" presStyleCnt="6" custScaleX="225683" custLinFactNeighborX="-57345" custLinFactNeighborY="-1725">
        <dgm:presLayoutVars>
          <dgm:chPref val="3"/>
        </dgm:presLayoutVars>
      </dgm:prSet>
      <dgm:spPr/>
    </dgm:pt>
    <dgm:pt modelId="{078F192D-7BF4-421A-8CAC-267E989151FD}" type="pres">
      <dgm:prSet presAssocID="{132E2902-AD4E-4483-A32F-4D7DCD1638E2}" presName="rootConnector" presStyleLbl="node3" presStyleIdx="1" presStyleCnt="6"/>
      <dgm:spPr/>
    </dgm:pt>
    <dgm:pt modelId="{6A70243C-5B8A-4D6B-B2ED-B6F17F9A950B}" type="pres">
      <dgm:prSet presAssocID="{132E2902-AD4E-4483-A32F-4D7DCD1638E2}" presName="hierChild4" presStyleCnt="0"/>
      <dgm:spPr/>
    </dgm:pt>
    <dgm:pt modelId="{955A8AE9-9B4F-4728-84DF-E169D2F3E9D5}" type="pres">
      <dgm:prSet presAssocID="{132E2902-AD4E-4483-A32F-4D7DCD1638E2}" presName="hierChild5" presStyleCnt="0"/>
      <dgm:spPr/>
    </dgm:pt>
    <dgm:pt modelId="{6B717DA8-699B-4C78-AB80-200D82576EB4}" type="pres">
      <dgm:prSet presAssocID="{35795FC5-41E5-41EA-ACAF-45892D96ADE3}" presName="Name37" presStyleLbl="parChTrans1D3" presStyleIdx="2" presStyleCnt="6"/>
      <dgm:spPr/>
    </dgm:pt>
    <dgm:pt modelId="{67E3D605-403F-4D81-9B23-C326548AA68C}" type="pres">
      <dgm:prSet presAssocID="{787C7C18-0227-4F99-9D4A-C89329E5B976}" presName="hierRoot2" presStyleCnt="0">
        <dgm:presLayoutVars>
          <dgm:hierBranch val="init"/>
        </dgm:presLayoutVars>
      </dgm:prSet>
      <dgm:spPr/>
    </dgm:pt>
    <dgm:pt modelId="{B1CBE760-2E23-4481-B141-9065B585F3C3}" type="pres">
      <dgm:prSet presAssocID="{787C7C18-0227-4F99-9D4A-C89329E5B976}" presName="rootComposite" presStyleCnt="0"/>
      <dgm:spPr/>
    </dgm:pt>
    <dgm:pt modelId="{84AEEEDA-FA3F-46C8-8A94-E2B8D7482DE1}" type="pres">
      <dgm:prSet presAssocID="{787C7C18-0227-4F99-9D4A-C89329E5B976}" presName="rootText" presStyleLbl="node3" presStyleIdx="2" presStyleCnt="6" custScaleX="225143" custLinFactNeighborX="-56805" custLinFactNeighborY="-5936">
        <dgm:presLayoutVars>
          <dgm:chPref val="3"/>
        </dgm:presLayoutVars>
      </dgm:prSet>
      <dgm:spPr/>
    </dgm:pt>
    <dgm:pt modelId="{325F2C13-5A0E-4F67-BA98-781241A6317A}" type="pres">
      <dgm:prSet presAssocID="{787C7C18-0227-4F99-9D4A-C89329E5B976}" presName="rootConnector" presStyleLbl="node3" presStyleIdx="2" presStyleCnt="6"/>
      <dgm:spPr/>
    </dgm:pt>
    <dgm:pt modelId="{5101E4A1-B161-445F-9358-EEF3656C3985}" type="pres">
      <dgm:prSet presAssocID="{787C7C18-0227-4F99-9D4A-C89329E5B976}" presName="hierChild4" presStyleCnt="0"/>
      <dgm:spPr/>
    </dgm:pt>
    <dgm:pt modelId="{012AA918-4A3A-4657-8536-44049C4268D2}" type="pres">
      <dgm:prSet presAssocID="{787C7C18-0227-4F99-9D4A-C89329E5B976}" presName="hierChild5" presStyleCnt="0"/>
      <dgm:spPr/>
    </dgm:pt>
    <dgm:pt modelId="{4D20A0AC-A81A-40B4-A832-CE63F2769165}" type="pres">
      <dgm:prSet presAssocID="{7EC10244-DFAE-4FF0-A2DF-E8F0EF9F8A18}" presName="hierChild5" presStyleCnt="0"/>
      <dgm:spPr/>
    </dgm:pt>
    <dgm:pt modelId="{6DC5DFDD-26F5-4BA8-A331-6DF3A1CA3BE2}" type="pres">
      <dgm:prSet presAssocID="{AA8C3086-2F4E-44FB-8B67-ECD90760BFEE}" presName="Name37" presStyleLbl="parChTrans1D2" presStyleIdx="1" presStyleCnt="3"/>
      <dgm:spPr/>
    </dgm:pt>
    <dgm:pt modelId="{66A5E2E4-66CE-4C9A-B2B6-8D0B4FBB58F3}" type="pres">
      <dgm:prSet presAssocID="{96B42AF5-AEF9-4142-8529-CFFA3DCF462A}" presName="hierRoot2" presStyleCnt="0">
        <dgm:presLayoutVars>
          <dgm:hierBranch val="init"/>
        </dgm:presLayoutVars>
      </dgm:prSet>
      <dgm:spPr/>
    </dgm:pt>
    <dgm:pt modelId="{3DA717E3-DA3E-4EC5-A9AF-EAD98E21AACE}" type="pres">
      <dgm:prSet presAssocID="{96B42AF5-AEF9-4142-8529-CFFA3DCF462A}" presName="rootComposite" presStyleCnt="0"/>
      <dgm:spPr/>
    </dgm:pt>
    <dgm:pt modelId="{FAD4025A-93C1-476A-9C7A-06A1BE1C9899}" type="pres">
      <dgm:prSet presAssocID="{96B42AF5-AEF9-4142-8529-CFFA3DCF462A}" presName="rootText" presStyleLbl="node2" presStyleIdx="1" presStyleCnt="3" custScaleX="194896" custLinFactNeighborY="6908">
        <dgm:presLayoutVars>
          <dgm:chPref val="3"/>
        </dgm:presLayoutVars>
      </dgm:prSet>
      <dgm:spPr/>
    </dgm:pt>
    <dgm:pt modelId="{1BD61907-380A-40B4-A0FF-30BB3098A4C5}" type="pres">
      <dgm:prSet presAssocID="{96B42AF5-AEF9-4142-8529-CFFA3DCF462A}" presName="rootConnector" presStyleLbl="node2" presStyleIdx="1" presStyleCnt="3"/>
      <dgm:spPr/>
    </dgm:pt>
    <dgm:pt modelId="{F45DEBA1-BB22-4F3A-A3D3-D5EAD444D392}" type="pres">
      <dgm:prSet presAssocID="{96B42AF5-AEF9-4142-8529-CFFA3DCF462A}" presName="hierChild4" presStyleCnt="0"/>
      <dgm:spPr/>
    </dgm:pt>
    <dgm:pt modelId="{D6EF9107-4C43-45CD-BE68-AD882D72FBF6}" type="pres">
      <dgm:prSet presAssocID="{6770EAE3-451E-4F86-9E78-A1E7A6809C17}" presName="Name37" presStyleLbl="parChTrans1D3" presStyleIdx="3" presStyleCnt="6"/>
      <dgm:spPr/>
    </dgm:pt>
    <dgm:pt modelId="{868325B7-6A46-4E0A-9537-1C4A61D00E9F}" type="pres">
      <dgm:prSet presAssocID="{11C44621-8A0A-4C47-9CAA-6E3177DA7EBD}" presName="hierRoot2" presStyleCnt="0">
        <dgm:presLayoutVars>
          <dgm:hierBranch val="init"/>
        </dgm:presLayoutVars>
      </dgm:prSet>
      <dgm:spPr/>
    </dgm:pt>
    <dgm:pt modelId="{CBB113EC-F2B6-4BE6-8607-65C282D5794B}" type="pres">
      <dgm:prSet presAssocID="{11C44621-8A0A-4C47-9CAA-6E3177DA7EBD}" presName="rootComposite" presStyleCnt="0"/>
      <dgm:spPr/>
    </dgm:pt>
    <dgm:pt modelId="{5830AA66-842F-4650-92A1-02E7B851F307}" type="pres">
      <dgm:prSet presAssocID="{11C44621-8A0A-4C47-9CAA-6E3177DA7EBD}" presName="rootText" presStyleLbl="node3" presStyleIdx="3" presStyleCnt="6" custScaleX="199111" custLinFactNeighborX="-11810">
        <dgm:presLayoutVars>
          <dgm:chPref val="3"/>
        </dgm:presLayoutVars>
      </dgm:prSet>
      <dgm:spPr/>
    </dgm:pt>
    <dgm:pt modelId="{36BFF5EB-3427-4BCE-B439-7AFC933A6FBB}" type="pres">
      <dgm:prSet presAssocID="{11C44621-8A0A-4C47-9CAA-6E3177DA7EBD}" presName="rootConnector" presStyleLbl="node3" presStyleIdx="3" presStyleCnt="6"/>
      <dgm:spPr/>
    </dgm:pt>
    <dgm:pt modelId="{733381E7-8044-4223-B1EE-A1D98C3D8A10}" type="pres">
      <dgm:prSet presAssocID="{11C44621-8A0A-4C47-9CAA-6E3177DA7EBD}" presName="hierChild4" presStyleCnt="0"/>
      <dgm:spPr/>
    </dgm:pt>
    <dgm:pt modelId="{15BE9CD4-506D-40AF-9156-CA0696D7123A}" type="pres">
      <dgm:prSet presAssocID="{11C44621-8A0A-4C47-9CAA-6E3177DA7EBD}" presName="hierChild5" presStyleCnt="0"/>
      <dgm:spPr/>
    </dgm:pt>
    <dgm:pt modelId="{5D78166C-DB62-4513-94D6-277315F21036}" type="pres">
      <dgm:prSet presAssocID="{6BBADFE3-9481-4792-80DA-410A3F757840}" presName="Name37" presStyleLbl="parChTrans1D3" presStyleIdx="4" presStyleCnt="6"/>
      <dgm:spPr/>
    </dgm:pt>
    <dgm:pt modelId="{C2995D26-46F0-42FB-B6EE-78237FE8CEBB}" type="pres">
      <dgm:prSet presAssocID="{5D9CA347-F285-4C75-9061-DB97AFFFE639}" presName="hierRoot2" presStyleCnt="0">
        <dgm:presLayoutVars>
          <dgm:hierBranch val="init"/>
        </dgm:presLayoutVars>
      </dgm:prSet>
      <dgm:spPr/>
    </dgm:pt>
    <dgm:pt modelId="{63FA9706-A584-49A6-9F5B-0AE946258BBC}" type="pres">
      <dgm:prSet presAssocID="{5D9CA347-F285-4C75-9061-DB97AFFFE639}" presName="rootComposite" presStyleCnt="0"/>
      <dgm:spPr/>
    </dgm:pt>
    <dgm:pt modelId="{E8D16B85-7998-45C2-BF67-1BF5398ADAED}" type="pres">
      <dgm:prSet presAssocID="{5D9CA347-F285-4C75-9061-DB97AFFFE639}" presName="rootText" presStyleLbl="node3" presStyleIdx="4" presStyleCnt="6" custScaleX="199111" custLinFactNeighborX="-11810">
        <dgm:presLayoutVars>
          <dgm:chPref val="3"/>
        </dgm:presLayoutVars>
      </dgm:prSet>
      <dgm:spPr/>
    </dgm:pt>
    <dgm:pt modelId="{1FD29E53-60E0-41FE-8265-39D1CC9FB9FF}" type="pres">
      <dgm:prSet presAssocID="{5D9CA347-F285-4C75-9061-DB97AFFFE639}" presName="rootConnector" presStyleLbl="node3" presStyleIdx="4" presStyleCnt="6"/>
      <dgm:spPr/>
    </dgm:pt>
    <dgm:pt modelId="{51467C97-B515-4F27-8522-D8E316AA85BC}" type="pres">
      <dgm:prSet presAssocID="{5D9CA347-F285-4C75-9061-DB97AFFFE639}" presName="hierChild4" presStyleCnt="0"/>
      <dgm:spPr/>
    </dgm:pt>
    <dgm:pt modelId="{D0C52A36-8D72-4D0B-A294-F89B7C10C2B7}" type="pres">
      <dgm:prSet presAssocID="{5D9CA347-F285-4C75-9061-DB97AFFFE639}" presName="hierChild5" presStyleCnt="0"/>
      <dgm:spPr/>
    </dgm:pt>
    <dgm:pt modelId="{9C7D9A81-9E19-4679-94DD-057156E0AF0C}" type="pres">
      <dgm:prSet presAssocID="{96B42AF5-AEF9-4142-8529-CFFA3DCF462A}" presName="hierChild5" presStyleCnt="0"/>
      <dgm:spPr/>
    </dgm:pt>
    <dgm:pt modelId="{F4FCACAA-B219-4C6E-AEF9-6D35F2019237}" type="pres">
      <dgm:prSet presAssocID="{F565C9A7-17BE-46BF-9C63-A1594B4595C5}" presName="Name37" presStyleLbl="parChTrans1D2" presStyleIdx="2" presStyleCnt="3"/>
      <dgm:spPr/>
    </dgm:pt>
    <dgm:pt modelId="{534B7B1A-C5FC-4619-9601-E9C14E9E543D}" type="pres">
      <dgm:prSet presAssocID="{96EC12E1-D477-4E5C-B37C-05C75EA19687}" presName="hierRoot2" presStyleCnt="0">
        <dgm:presLayoutVars>
          <dgm:hierBranch val="init"/>
        </dgm:presLayoutVars>
      </dgm:prSet>
      <dgm:spPr/>
    </dgm:pt>
    <dgm:pt modelId="{CFDCB5BE-E8B2-4B42-992A-AFDDA3A0399D}" type="pres">
      <dgm:prSet presAssocID="{96EC12E1-D477-4E5C-B37C-05C75EA19687}" presName="rootComposite" presStyleCnt="0"/>
      <dgm:spPr/>
    </dgm:pt>
    <dgm:pt modelId="{16C68839-EF4C-459F-A64F-9A1A8C30C6D9}" type="pres">
      <dgm:prSet presAssocID="{96EC12E1-D477-4E5C-B37C-05C75EA19687}" presName="rootText" presStyleLbl="node2" presStyleIdx="2" presStyleCnt="3" custScaleX="137999" custLinFactNeighborX="46490" custLinFactNeighborY="6908">
        <dgm:presLayoutVars>
          <dgm:chPref val="3"/>
        </dgm:presLayoutVars>
      </dgm:prSet>
      <dgm:spPr/>
    </dgm:pt>
    <dgm:pt modelId="{FE678B0A-91C9-4033-8090-0824C338D95A}" type="pres">
      <dgm:prSet presAssocID="{96EC12E1-D477-4E5C-B37C-05C75EA19687}" presName="rootConnector" presStyleLbl="node2" presStyleIdx="2" presStyleCnt="3"/>
      <dgm:spPr/>
    </dgm:pt>
    <dgm:pt modelId="{481CA278-CC00-4C0B-BC57-4D699B25A65E}" type="pres">
      <dgm:prSet presAssocID="{96EC12E1-D477-4E5C-B37C-05C75EA19687}" presName="hierChild4" presStyleCnt="0"/>
      <dgm:spPr/>
    </dgm:pt>
    <dgm:pt modelId="{9A08AE50-350F-472C-87CE-F777A674BCAC}" type="pres">
      <dgm:prSet presAssocID="{26171C76-7DA9-47A2-858C-141DB82BF1FB}" presName="Name37" presStyleLbl="parChTrans1D3" presStyleIdx="5" presStyleCnt="6"/>
      <dgm:spPr/>
    </dgm:pt>
    <dgm:pt modelId="{D7548703-5076-4B2A-B697-894C9522FB8C}" type="pres">
      <dgm:prSet presAssocID="{DA22DC0C-61B8-4907-A311-7A65B20B6791}" presName="hierRoot2" presStyleCnt="0">
        <dgm:presLayoutVars>
          <dgm:hierBranch val="init"/>
        </dgm:presLayoutVars>
      </dgm:prSet>
      <dgm:spPr/>
    </dgm:pt>
    <dgm:pt modelId="{63A5849D-63D0-493A-B7B6-71922813A076}" type="pres">
      <dgm:prSet presAssocID="{DA22DC0C-61B8-4907-A311-7A65B20B6791}" presName="rootComposite" presStyleCnt="0"/>
      <dgm:spPr/>
    </dgm:pt>
    <dgm:pt modelId="{22D59A1F-07BF-4027-9292-8ACA13710286}" type="pres">
      <dgm:prSet presAssocID="{DA22DC0C-61B8-4907-A311-7A65B20B6791}" presName="rootText" presStyleLbl="node3" presStyleIdx="5" presStyleCnt="6" custLinFactNeighborX="39752" custLinFactNeighborY="-453">
        <dgm:presLayoutVars>
          <dgm:chPref val="3"/>
        </dgm:presLayoutVars>
      </dgm:prSet>
      <dgm:spPr/>
    </dgm:pt>
    <dgm:pt modelId="{7E3A4E6D-BBF8-4218-AD1B-66C68E3E873B}" type="pres">
      <dgm:prSet presAssocID="{DA22DC0C-61B8-4907-A311-7A65B20B6791}" presName="rootConnector" presStyleLbl="node3" presStyleIdx="5" presStyleCnt="6"/>
      <dgm:spPr/>
    </dgm:pt>
    <dgm:pt modelId="{5E349FF6-3045-495F-A072-BE750C602496}" type="pres">
      <dgm:prSet presAssocID="{DA22DC0C-61B8-4907-A311-7A65B20B6791}" presName="hierChild4" presStyleCnt="0"/>
      <dgm:spPr/>
    </dgm:pt>
    <dgm:pt modelId="{BA01F121-8573-40E2-B66A-34881C58BF60}" type="pres">
      <dgm:prSet presAssocID="{DA22DC0C-61B8-4907-A311-7A65B20B6791}" presName="hierChild5" presStyleCnt="0"/>
      <dgm:spPr/>
    </dgm:pt>
    <dgm:pt modelId="{96206594-D373-4FAD-BE4F-3AA284F4E1BC}" type="pres">
      <dgm:prSet presAssocID="{96EC12E1-D477-4E5C-B37C-05C75EA19687}" presName="hierChild5" presStyleCnt="0"/>
      <dgm:spPr/>
    </dgm:pt>
    <dgm:pt modelId="{A156D3DC-2290-4412-9137-F9075CB64517}" type="pres">
      <dgm:prSet presAssocID="{4076083A-D514-4C0F-8247-9C0D3A4369CA}" presName="hierChild3" presStyleCnt="0"/>
      <dgm:spPr/>
    </dgm:pt>
  </dgm:ptLst>
  <dgm:cxnLst>
    <dgm:cxn modelId="{483D900C-D624-4FC1-8214-FC56D0D3F1D2}" type="presOf" srcId="{4076083A-D514-4C0F-8247-9C0D3A4369CA}" destId="{295639B6-E7BF-45E8-B88A-1035DDB1954A}" srcOrd="0" destOrd="0" presId="urn:microsoft.com/office/officeart/2005/8/layout/orgChart1"/>
    <dgm:cxn modelId="{AC19A30E-0A58-4B25-81CE-00A9C8E893CC}" type="presOf" srcId="{D7DCF056-CE6A-4410-9488-7055466EB6F4}" destId="{98B10E09-FE34-42B5-B163-083B4308BBD3}" srcOrd="1" destOrd="0" presId="urn:microsoft.com/office/officeart/2005/8/layout/orgChart1"/>
    <dgm:cxn modelId="{4FB76F10-28EC-4D6E-BC22-D001D724FD26}" type="presOf" srcId="{96B42AF5-AEF9-4142-8529-CFFA3DCF462A}" destId="{FAD4025A-93C1-476A-9C7A-06A1BE1C9899}" srcOrd="0" destOrd="0" presId="urn:microsoft.com/office/officeart/2005/8/layout/orgChart1"/>
    <dgm:cxn modelId="{7C4D4115-3E47-4412-A183-A45E218ABCF3}" type="presOf" srcId="{7EC10244-DFAE-4FF0-A2DF-E8F0EF9F8A18}" destId="{A7B4B69B-E64A-4855-B686-44DEFEC60F30}" srcOrd="1" destOrd="0" presId="urn:microsoft.com/office/officeart/2005/8/layout/orgChart1"/>
    <dgm:cxn modelId="{95726D24-1120-442B-9E00-CE007DF28F97}" type="presOf" srcId="{C2760D7C-0A15-4E74-8174-E870FB79F32D}" destId="{E4EC7016-A2C9-4E70-802F-294A2D6A3EFF}" srcOrd="0" destOrd="0" presId="urn:microsoft.com/office/officeart/2005/8/layout/orgChart1"/>
    <dgm:cxn modelId="{127AA428-F800-47CD-8ECB-31CF78B668B1}" type="presOf" srcId="{CDA3F404-A646-46DF-A6C8-B609C081D414}" destId="{A6D0823F-7238-4D7F-9AFD-380C7CD54A50}" srcOrd="0" destOrd="0" presId="urn:microsoft.com/office/officeart/2005/8/layout/orgChart1"/>
    <dgm:cxn modelId="{0C972529-A40E-4862-A596-FE98B541260D}" srcId="{4076083A-D514-4C0F-8247-9C0D3A4369CA}" destId="{96B42AF5-AEF9-4142-8529-CFFA3DCF462A}" srcOrd="1" destOrd="0" parTransId="{AA8C3086-2F4E-44FB-8B67-ECD90760BFEE}" sibTransId="{030F3EF2-AF62-4F10-96C9-DE0D9115613F}"/>
    <dgm:cxn modelId="{C1AB2729-3E16-44FF-A017-C05E75A9798B}" srcId="{4076083A-D514-4C0F-8247-9C0D3A4369CA}" destId="{96EC12E1-D477-4E5C-B37C-05C75EA19687}" srcOrd="2" destOrd="0" parTransId="{F565C9A7-17BE-46BF-9C63-A1594B4595C5}" sibTransId="{F310A177-2DF4-4962-B943-48F08D3D547D}"/>
    <dgm:cxn modelId="{73A07A33-3AA7-4848-A4FC-703EDB54C2C0}" type="presOf" srcId="{F565C9A7-17BE-46BF-9C63-A1594B4595C5}" destId="{F4FCACAA-B219-4C6E-AEF9-6D35F2019237}" srcOrd="0" destOrd="0" presId="urn:microsoft.com/office/officeart/2005/8/layout/orgChart1"/>
    <dgm:cxn modelId="{D673933B-7C26-44A3-8BFB-44977C9C5F57}" type="presOf" srcId="{4076083A-D514-4C0F-8247-9C0D3A4369CA}" destId="{520BF4C1-980C-4258-8F65-75E8787472CA}" srcOrd="1" destOrd="0" presId="urn:microsoft.com/office/officeart/2005/8/layout/orgChart1"/>
    <dgm:cxn modelId="{F7930940-8E0C-481A-8888-BBDBE8B1B7D4}" srcId="{96EC12E1-D477-4E5C-B37C-05C75EA19687}" destId="{DA22DC0C-61B8-4907-A311-7A65B20B6791}" srcOrd="0" destOrd="0" parTransId="{26171C76-7DA9-47A2-858C-141DB82BF1FB}" sibTransId="{7AB67FF2-5C4F-4432-BC04-058C91A88E1F}"/>
    <dgm:cxn modelId="{8DCFCD60-DA1E-477B-8114-2505F2884C14}" type="presOf" srcId="{D7DCF056-CE6A-4410-9488-7055466EB6F4}" destId="{05CDF800-993B-4818-83FB-A41FD3C38269}" srcOrd="0" destOrd="0" presId="urn:microsoft.com/office/officeart/2005/8/layout/orgChart1"/>
    <dgm:cxn modelId="{3117A441-2327-4CF2-9977-A26DD23EB7E1}" type="presOf" srcId="{11C44621-8A0A-4C47-9CAA-6E3177DA7EBD}" destId="{36BFF5EB-3427-4BCE-B439-7AFC933A6FBB}" srcOrd="1" destOrd="0" presId="urn:microsoft.com/office/officeart/2005/8/layout/orgChart1"/>
    <dgm:cxn modelId="{9C87BD41-CEE8-4417-9C2C-B9E5C12CB0EB}" type="presOf" srcId="{11C44621-8A0A-4C47-9CAA-6E3177DA7EBD}" destId="{5830AA66-842F-4650-92A1-02E7B851F307}" srcOrd="0" destOrd="0" presId="urn:microsoft.com/office/officeart/2005/8/layout/orgChart1"/>
    <dgm:cxn modelId="{70A8CA61-D990-42D9-A653-7A0A9B2989EA}" type="presOf" srcId="{96B42AF5-AEF9-4142-8529-CFFA3DCF462A}" destId="{1BD61907-380A-40B4-A0FF-30BB3098A4C5}" srcOrd="1" destOrd="0" presId="urn:microsoft.com/office/officeart/2005/8/layout/orgChart1"/>
    <dgm:cxn modelId="{5D1FED61-D27A-4F32-A5F9-171FE2CCB914}" srcId="{4076083A-D514-4C0F-8247-9C0D3A4369CA}" destId="{7EC10244-DFAE-4FF0-A2DF-E8F0EF9F8A18}" srcOrd="0" destOrd="0" parTransId="{7F7E3016-59FC-4ADF-BFD0-799C12ECEC96}" sibTransId="{1620D648-9D7D-4FB9-85DA-217D22DAE111}"/>
    <dgm:cxn modelId="{8372EE44-EEC6-4125-B284-8F03F424F39C}" type="presOf" srcId="{96EC12E1-D477-4E5C-B37C-05C75EA19687}" destId="{16C68839-EF4C-459F-A64F-9A1A8C30C6D9}" srcOrd="0" destOrd="0" presId="urn:microsoft.com/office/officeart/2005/8/layout/orgChart1"/>
    <dgm:cxn modelId="{44CDE165-12EC-483E-BF91-383FFD1194F8}" type="presOf" srcId="{7F7E3016-59FC-4ADF-BFD0-799C12ECEC96}" destId="{0B1B940E-1734-4DEC-8103-AC372F4DB7B4}" srcOrd="0" destOrd="0" presId="urn:microsoft.com/office/officeart/2005/8/layout/orgChart1"/>
    <dgm:cxn modelId="{C80D7A67-1C33-4DF0-B4A4-6C80FA60AEE0}" type="presOf" srcId="{96EC12E1-D477-4E5C-B37C-05C75EA19687}" destId="{FE678B0A-91C9-4033-8090-0824C338D95A}" srcOrd="1" destOrd="0" presId="urn:microsoft.com/office/officeart/2005/8/layout/orgChart1"/>
    <dgm:cxn modelId="{84BFD467-04B7-4461-A229-65AFFF555D23}" type="presOf" srcId="{6BBADFE3-9481-4792-80DA-410A3F757840}" destId="{5D78166C-DB62-4513-94D6-277315F21036}" srcOrd="0" destOrd="0" presId="urn:microsoft.com/office/officeart/2005/8/layout/orgChart1"/>
    <dgm:cxn modelId="{1AA24969-D29F-473F-BBB3-30592C3E7E0E}" type="presOf" srcId="{132E2902-AD4E-4483-A32F-4D7DCD1638E2}" destId="{078F192D-7BF4-421A-8CAC-267E989151FD}" srcOrd="1" destOrd="0" presId="urn:microsoft.com/office/officeart/2005/8/layout/orgChart1"/>
    <dgm:cxn modelId="{E84DC74F-E812-412D-A0B9-C17FFC3695BE}" srcId="{96B42AF5-AEF9-4142-8529-CFFA3DCF462A}" destId="{11C44621-8A0A-4C47-9CAA-6E3177DA7EBD}" srcOrd="0" destOrd="0" parTransId="{6770EAE3-451E-4F86-9E78-A1E7A6809C17}" sibTransId="{49ED0158-AC27-4B30-87EB-373188B5A149}"/>
    <dgm:cxn modelId="{A104F450-62B6-4D7F-BD94-50A639DAF678}" srcId="{7EC10244-DFAE-4FF0-A2DF-E8F0EF9F8A18}" destId="{132E2902-AD4E-4483-A32F-4D7DCD1638E2}" srcOrd="1" destOrd="0" parTransId="{CDA3F404-A646-46DF-A6C8-B609C081D414}" sibTransId="{7D7E059B-BA03-4C28-80DE-3F84E9B9FB44}"/>
    <dgm:cxn modelId="{95314755-5712-4043-8C79-05C3EFAF020A}" type="presOf" srcId="{35795FC5-41E5-41EA-ACAF-45892D96ADE3}" destId="{6B717DA8-699B-4C78-AB80-200D82576EB4}" srcOrd="0" destOrd="0" presId="urn:microsoft.com/office/officeart/2005/8/layout/orgChart1"/>
    <dgm:cxn modelId="{BF3CD384-A1F8-4BA9-8083-EF55E62E574F}" type="presOf" srcId="{132E2902-AD4E-4483-A32F-4D7DCD1638E2}" destId="{CE1A0C99-392A-4086-B6EE-4E39BF41F2D7}" srcOrd="0" destOrd="0" presId="urn:microsoft.com/office/officeart/2005/8/layout/orgChart1"/>
    <dgm:cxn modelId="{65330785-1F0E-4171-B511-7DC01E46F9C9}" type="presOf" srcId="{5D9CA347-F285-4C75-9061-DB97AFFFE639}" destId="{E8D16B85-7998-45C2-BF67-1BF5398ADAED}" srcOrd="0" destOrd="0" presId="urn:microsoft.com/office/officeart/2005/8/layout/orgChart1"/>
    <dgm:cxn modelId="{5B795B85-ED6A-46CA-B67C-542389CFB84B}" srcId="{BD12AE14-A551-4E76-B259-38A31849210E}" destId="{4076083A-D514-4C0F-8247-9C0D3A4369CA}" srcOrd="0" destOrd="0" parTransId="{76A4B564-6A9A-4082-A519-007626494D7C}" sibTransId="{83308F6C-14AA-4D22-BD2D-1D54AB672982}"/>
    <dgm:cxn modelId="{9BFD7C87-DDD8-4AAA-AD12-C34366D5A44F}" type="presOf" srcId="{7EC10244-DFAE-4FF0-A2DF-E8F0EF9F8A18}" destId="{C29E0752-DC52-4C89-A9FA-21AB0E7B82E9}" srcOrd="0" destOrd="0" presId="urn:microsoft.com/office/officeart/2005/8/layout/orgChart1"/>
    <dgm:cxn modelId="{1292879A-44F7-4604-8925-99EA35349EFE}" type="presOf" srcId="{26171C76-7DA9-47A2-858C-141DB82BF1FB}" destId="{9A08AE50-350F-472C-87CE-F777A674BCAC}" srcOrd="0" destOrd="0" presId="urn:microsoft.com/office/officeart/2005/8/layout/orgChart1"/>
    <dgm:cxn modelId="{D667519E-2E0D-47DA-9626-EF5B70070807}" type="presOf" srcId="{DA22DC0C-61B8-4907-A311-7A65B20B6791}" destId="{22D59A1F-07BF-4027-9292-8ACA13710286}" srcOrd="0" destOrd="0" presId="urn:microsoft.com/office/officeart/2005/8/layout/orgChart1"/>
    <dgm:cxn modelId="{8DFBE69E-3BC0-4D68-AB1B-B2158E4665D1}" srcId="{7EC10244-DFAE-4FF0-A2DF-E8F0EF9F8A18}" destId="{D7DCF056-CE6A-4410-9488-7055466EB6F4}" srcOrd="0" destOrd="0" parTransId="{C2760D7C-0A15-4E74-8174-E870FB79F32D}" sibTransId="{F51916B9-15A9-4C58-9BDE-741EBE1C449A}"/>
    <dgm:cxn modelId="{E44512A3-4386-4128-92B1-F7F478E93809}" srcId="{96B42AF5-AEF9-4142-8529-CFFA3DCF462A}" destId="{5D9CA347-F285-4C75-9061-DB97AFFFE639}" srcOrd="1" destOrd="0" parTransId="{6BBADFE3-9481-4792-80DA-410A3F757840}" sibTransId="{6AC2218E-811C-496D-A999-AA16A3E50512}"/>
    <dgm:cxn modelId="{57F492A8-E617-4ADD-BCF3-7BB782119215}" type="presOf" srcId="{BD12AE14-A551-4E76-B259-38A31849210E}" destId="{DE64AE87-2476-4289-89B7-B1D26A66D1DA}" srcOrd="0" destOrd="0" presId="urn:microsoft.com/office/officeart/2005/8/layout/orgChart1"/>
    <dgm:cxn modelId="{1CC96EC0-FEE0-4FE0-897A-2B4FEA90164E}" type="presOf" srcId="{787C7C18-0227-4F99-9D4A-C89329E5B976}" destId="{84AEEEDA-FA3F-46C8-8A94-E2B8D7482DE1}" srcOrd="0" destOrd="0" presId="urn:microsoft.com/office/officeart/2005/8/layout/orgChart1"/>
    <dgm:cxn modelId="{234B8CC1-1DE2-4BCA-93C4-93A974A2B69A}" type="presOf" srcId="{6770EAE3-451E-4F86-9E78-A1E7A6809C17}" destId="{D6EF9107-4C43-45CD-BE68-AD882D72FBF6}" srcOrd="0" destOrd="0" presId="urn:microsoft.com/office/officeart/2005/8/layout/orgChart1"/>
    <dgm:cxn modelId="{BC5D26E1-AFFB-4BA0-9C89-69487C15899B}" type="presOf" srcId="{DA22DC0C-61B8-4907-A311-7A65B20B6791}" destId="{7E3A4E6D-BBF8-4218-AD1B-66C68E3E873B}" srcOrd="1" destOrd="0" presId="urn:microsoft.com/office/officeart/2005/8/layout/orgChart1"/>
    <dgm:cxn modelId="{EB5018E2-4616-4406-8A5D-80FD8C9B3CF4}" srcId="{7EC10244-DFAE-4FF0-A2DF-E8F0EF9F8A18}" destId="{787C7C18-0227-4F99-9D4A-C89329E5B976}" srcOrd="2" destOrd="0" parTransId="{35795FC5-41E5-41EA-ACAF-45892D96ADE3}" sibTransId="{5E6B9C1A-4ECD-4B98-B6E9-C63622F531CE}"/>
    <dgm:cxn modelId="{B91796F5-5261-4956-8C10-19F4156D54BA}" type="presOf" srcId="{AA8C3086-2F4E-44FB-8B67-ECD90760BFEE}" destId="{6DC5DFDD-26F5-4BA8-A331-6DF3A1CA3BE2}" srcOrd="0" destOrd="0" presId="urn:microsoft.com/office/officeart/2005/8/layout/orgChart1"/>
    <dgm:cxn modelId="{3EE529FE-AA77-4DDB-9389-A62B1D143CDF}" type="presOf" srcId="{787C7C18-0227-4F99-9D4A-C89329E5B976}" destId="{325F2C13-5A0E-4F67-BA98-781241A6317A}" srcOrd="1" destOrd="0" presId="urn:microsoft.com/office/officeart/2005/8/layout/orgChart1"/>
    <dgm:cxn modelId="{E2CC96FE-A35E-4476-A326-6955DC00D057}" type="presOf" srcId="{5D9CA347-F285-4C75-9061-DB97AFFFE639}" destId="{1FD29E53-60E0-41FE-8265-39D1CC9FB9FF}" srcOrd="1" destOrd="0" presId="urn:microsoft.com/office/officeart/2005/8/layout/orgChart1"/>
    <dgm:cxn modelId="{89D4F263-8AF4-444C-B60E-5F8B528F71B2}" type="presParOf" srcId="{DE64AE87-2476-4289-89B7-B1D26A66D1DA}" destId="{56E2AE65-AFE0-4D03-BDAA-1CE314B1F84E}" srcOrd="0" destOrd="0" presId="urn:microsoft.com/office/officeart/2005/8/layout/orgChart1"/>
    <dgm:cxn modelId="{364552D2-939D-4A18-9BA6-0BF695C1D736}" type="presParOf" srcId="{56E2AE65-AFE0-4D03-BDAA-1CE314B1F84E}" destId="{E6D15A72-B982-42D7-AC7E-C58927028796}" srcOrd="0" destOrd="0" presId="urn:microsoft.com/office/officeart/2005/8/layout/orgChart1"/>
    <dgm:cxn modelId="{FE85AB7B-F9CB-4C49-BBFF-F3E4302DDC16}" type="presParOf" srcId="{E6D15A72-B982-42D7-AC7E-C58927028796}" destId="{295639B6-E7BF-45E8-B88A-1035DDB1954A}" srcOrd="0" destOrd="0" presId="urn:microsoft.com/office/officeart/2005/8/layout/orgChart1"/>
    <dgm:cxn modelId="{7BD12F60-7CDA-4137-B890-A056BC3868D9}" type="presParOf" srcId="{E6D15A72-B982-42D7-AC7E-C58927028796}" destId="{520BF4C1-980C-4258-8F65-75E8787472CA}" srcOrd="1" destOrd="0" presId="urn:microsoft.com/office/officeart/2005/8/layout/orgChart1"/>
    <dgm:cxn modelId="{470BC79B-5787-4EC3-B650-F37555317EE9}" type="presParOf" srcId="{56E2AE65-AFE0-4D03-BDAA-1CE314B1F84E}" destId="{02B20B40-D6BD-4E5C-A725-20153CFA4065}" srcOrd="1" destOrd="0" presId="urn:microsoft.com/office/officeart/2005/8/layout/orgChart1"/>
    <dgm:cxn modelId="{2462E7CC-0371-4275-B347-5F21CA1F368B}" type="presParOf" srcId="{02B20B40-D6BD-4E5C-A725-20153CFA4065}" destId="{0B1B940E-1734-4DEC-8103-AC372F4DB7B4}" srcOrd="0" destOrd="0" presId="urn:microsoft.com/office/officeart/2005/8/layout/orgChart1"/>
    <dgm:cxn modelId="{AD22A469-A81C-4652-AB4B-CBE8A287B3BD}" type="presParOf" srcId="{02B20B40-D6BD-4E5C-A725-20153CFA4065}" destId="{206E1AC8-D736-4613-A7DD-E82CD830B350}" srcOrd="1" destOrd="0" presId="urn:microsoft.com/office/officeart/2005/8/layout/orgChart1"/>
    <dgm:cxn modelId="{27FA60B9-E784-4836-9691-F0877614F0AA}" type="presParOf" srcId="{206E1AC8-D736-4613-A7DD-E82CD830B350}" destId="{DB8747FD-D672-4B0D-9EA7-0B9D9471C894}" srcOrd="0" destOrd="0" presId="urn:microsoft.com/office/officeart/2005/8/layout/orgChart1"/>
    <dgm:cxn modelId="{39DE0879-969F-4F76-A338-152C3451E38F}" type="presParOf" srcId="{DB8747FD-D672-4B0D-9EA7-0B9D9471C894}" destId="{C29E0752-DC52-4C89-A9FA-21AB0E7B82E9}" srcOrd="0" destOrd="0" presId="urn:microsoft.com/office/officeart/2005/8/layout/orgChart1"/>
    <dgm:cxn modelId="{3AA76A90-F750-4172-AA1D-34F52838D6FA}" type="presParOf" srcId="{DB8747FD-D672-4B0D-9EA7-0B9D9471C894}" destId="{A7B4B69B-E64A-4855-B686-44DEFEC60F30}" srcOrd="1" destOrd="0" presId="urn:microsoft.com/office/officeart/2005/8/layout/orgChart1"/>
    <dgm:cxn modelId="{A4088516-0729-4FA7-97EE-09D397519A2A}" type="presParOf" srcId="{206E1AC8-D736-4613-A7DD-E82CD830B350}" destId="{0C08A625-A650-4178-B3C4-C813E4CCDEC6}" srcOrd="1" destOrd="0" presId="urn:microsoft.com/office/officeart/2005/8/layout/orgChart1"/>
    <dgm:cxn modelId="{74B41330-E3E7-421D-ABED-EF82CD0166AB}" type="presParOf" srcId="{0C08A625-A650-4178-B3C4-C813E4CCDEC6}" destId="{E4EC7016-A2C9-4E70-802F-294A2D6A3EFF}" srcOrd="0" destOrd="0" presId="urn:microsoft.com/office/officeart/2005/8/layout/orgChart1"/>
    <dgm:cxn modelId="{90F353FA-7BB0-4555-B6B7-8D6419FFE9AB}" type="presParOf" srcId="{0C08A625-A650-4178-B3C4-C813E4CCDEC6}" destId="{751D5C6C-810F-464F-AD0E-39E0AABB2605}" srcOrd="1" destOrd="0" presId="urn:microsoft.com/office/officeart/2005/8/layout/orgChart1"/>
    <dgm:cxn modelId="{8B594C62-F415-4D41-8C8C-1BCDFF85D867}" type="presParOf" srcId="{751D5C6C-810F-464F-AD0E-39E0AABB2605}" destId="{079CED99-DC86-4F1D-9841-F5DCCE83142B}" srcOrd="0" destOrd="0" presId="urn:microsoft.com/office/officeart/2005/8/layout/orgChart1"/>
    <dgm:cxn modelId="{DCE58A4A-8BDF-4B19-A2EC-1E3ABBAC4093}" type="presParOf" srcId="{079CED99-DC86-4F1D-9841-F5DCCE83142B}" destId="{05CDF800-993B-4818-83FB-A41FD3C38269}" srcOrd="0" destOrd="0" presId="urn:microsoft.com/office/officeart/2005/8/layout/orgChart1"/>
    <dgm:cxn modelId="{F2BB9320-B1AF-4DA4-924F-F5D6D35545DD}" type="presParOf" srcId="{079CED99-DC86-4F1D-9841-F5DCCE83142B}" destId="{98B10E09-FE34-42B5-B163-083B4308BBD3}" srcOrd="1" destOrd="0" presId="urn:microsoft.com/office/officeart/2005/8/layout/orgChart1"/>
    <dgm:cxn modelId="{5E3CB5D9-48C6-4B1F-BFE2-94424442238A}" type="presParOf" srcId="{751D5C6C-810F-464F-AD0E-39E0AABB2605}" destId="{621A7E7D-A194-463B-B07A-2EC093CAF99C}" srcOrd="1" destOrd="0" presId="urn:microsoft.com/office/officeart/2005/8/layout/orgChart1"/>
    <dgm:cxn modelId="{9CE6A81E-3FE2-4700-A992-23D320A8EB10}" type="presParOf" srcId="{751D5C6C-810F-464F-AD0E-39E0AABB2605}" destId="{4EBA2C5C-6636-411A-85CD-6D8916ED9399}" srcOrd="2" destOrd="0" presId="urn:microsoft.com/office/officeart/2005/8/layout/orgChart1"/>
    <dgm:cxn modelId="{B6006D9D-A1CF-4ED0-BDCE-84CA5EB832C6}" type="presParOf" srcId="{0C08A625-A650-4178-B3C4-C813E4CCDEC6}" destId="{A6D0823F-7238-4D7F-9AFD-380C7CD54A50}" srcOrd="2" destOrd="0" presId="urn:microsoft.com/office/officeart/2005/8/layout/orgChart1"/>
    <dgm:cxn modelId="{C2BB7C85-BF34-4AD5-90EC-B2EB5379CFF3}" type="presParOf" srcId="{0C08A625-A650-4178-B3C4-C813E4CCDEC6}" destId="{8653A548-D133-4E26-9922-D0015C93E136}" srcOrd="3" destOrd="0" presId="urn:microsoft.com/office/officeart/2005/8/layout/orgChart1"/>
    <dgm:cxn modelId="{48F768E3-DFF6-45DE-9274-BEC30B7A212A}" type="presParOf" srcId="{8653A548-D133-4E26-9922-D0015C93E136}" destId="{04D8D087-F950-4519-8400-EC97ACA64E57}" srcOrd="0" destOrd="0" presId="urn:microsoft.com/office/officeart/2005/8/layout/orgChart1"/>
    <dgm:cxn modelId="{402C7803-1281-45E5-82C7-D18D772D67E5}" type="presParOf" srcId="{04D8D087-F950-4519-8400-EC97ACA64E57}" destId="{CE1A0C99-392A-4086-B6EE-4E39BF41F2D7}" srcOrd="0" destOrd="0" presId="urn:microsoft.com/office/officeart/2005/8/layout/orgChart1"/>
    <dgm:cxn modelId="{E086FCD7-127D-494E-A183-4588D36E1196}" type="presParOf" srcId="{04D8D087-F950-4519-8400-EC97ACA64E57}" destId="{078F192D-7BF4-421A-8CAC-267E989151FD}" srcOrd="1" destOrd="0" presId="urn:microsoft.com/office/officeart/2005/8/layout/orgChart1"/>
    <dgm:cxn modelId="{DB18AABE-E35E-44CF-9A72-F95D06E57E20}" type="presParOf" srcId="{8653A548-D133-4E26-9922-D0015C93E136}" destId="{6A70243C-5B8A-4D6B-B2ED-B6F17F9A950B}" srcOrd="1" destOrd="0" presId="urn:microsoft.com/office/officeart/2005/8/layout/orgChart1"/>
    <dgm:cxn modelId="{49DC8CBF-91E4-4710-8E39-E8F1C074C417}" type="presParOf" srcId="{8653A548-D133-4E26-9922-D0015C93E136}" destId="{955A8AE9-9B4F-4728-84DF-E169D2F3E9D5}" srcOrd="2" destOrd="0" presId="urn:microsoft.com/office/officeart/2005/8/layout/orgChart1"/>
    <dgm:cxn modelId="{C0193DA0-2581-4E4D-855B-681E07D36943}" type="presParOf" srcId="{0C08A625-A650-4178-B3C4-C813E4CCDEC6}" destId="{6B717DA8-699B-4C78-AB80-200D82576EB4}" srcOrd="4" destOrd="0" presId="urn:microsoft.com/office/officeart/2005/8/layout/orgChart1"/>
    <dgm:cxn modelId="{B88E8350-A551-4CDD-BE8D-EE7284DB8C6C}" type="presParOf" srcId="{0C08A625-A650-4178-B3C4-C813E4CCDEC6}" destId="{67E3D605-403F-4D81-9B23-C326548AA68C}" srcOrd="5" destOrd="0" presId="urn:microsoft.com/office/officeart/2005/8/layout/orgChart1"/>
    <dgm:cxn modelId="{3D168566-7B3E-4077-8FD8-2B18A218EC0E}" type="presParOf" srcId="{67E3D605-403F-4D81-9B23-C326548AA68C}" destId="{B1CBE760-2E23-4481-B141-9065B585F3C3}" srcOrd="0" destOrd="0" presId="urn:microsoft.com/office/officeart/2005/8/layout/orgChart1"/>
    <dgm:cxn modelId="{EDC712FE-9412-424B-A69C-33C472180248}" type="presParOf" srcId="{B1CBE760-2E23-4481-B141-9065B585F3C3}" destId="{84AEEEDA-FA3F-46C8-8A94-E2B8D7482DE1}" srcOrd="0" destOrd="0" presId="urn:microsoft.com/office/officeart/2005/8/layout/orgChart1"/>
    <dgm:cxn modelId="{15A5B74B-0FA2-488A-A8ED-B75D512F4DA6}" type="presParOf" srcId="{B1CBE760-2E23-4481-B141-9065B585F3C3}" destId="{325F2C13-5A0E-4F67-BA98-781241A6317A}" srcOrd="1" destOrd="0" presId="urn:microsoft.com/office/officeart/2005/8/layout/orgChart1"/>
    <dgm:cxn modelId="{EDB74452-931D-4D69-8B8B-6979C3AB8FB6}" type="presParOf" srcId="{67E3D605-403F-4D81-9B23-C326548AA68C}" destId="{5101E4A1-B161-445F-9358-EEF3656C3985}" srcOrd="1" destOrd="0" presId="urn:microsoft.com/office/officeart/2005/8/layout/orgChart1"/>
    <dgm:cxn modelId="{FA20237C-0940-4C89-8657-5B20FCB9F124}" type="presParOf" srcId="{67E3D605-403F-4D81-9B23-C326548AA68C}" destId="{012AA918-4A3A-4657-8536-44049C4268D2}" srcOrd="2" destOrd="0" presId="urn:microsoft.com/office/officeart/2005/8/layout/orgChart1"/>
    <dgm:cxn modelId="{7E273B40-27EC-401C-894B-FDC5AA357853}" type="presParOf" srcId="{206E1AC8-D736-4613-A7DD-E82CD830B350}" destId="{4D20A0AC-A81A-40B4-A832-CE63F2769165}" srcOrd="2" destOrd="0" presId="urn:microsoft.com/office/officeart/2005/8/layout/orgChart1"/>
    <dgm:cxn modelId="{D2CAB777-F752-4BDD-BD00-4A7100A27C87}" type="presParOf" srcId="{02B20B40-D6BD-4E5C-A725-20153CFA4065}" destId="{6DC5DFDD-26F5-4BA8-A331-6DF3A1CA3BE2}" srcOrd="2" destOrd="0" presId="urn:microsoft.com/office/officeart/2005/8/layout/orgChart1"/>
    <dgm:cxn modelId="{526D6386-7176-4638-810E-739EFBA2517F}" type="presParOf" srcId="{02B20B40-D6BD-4E5C-A725-20153CFA4065}" destId="{66A5E2E4-66CE-4C9A-B2B6-8D0B4FBB58F3}" srcOrd="3" destOrd="0" presId="urn:microsoft.com/office/officeart/2005/8/layout/orgChart1"/>
    <dgm:cxn modelId="{B49A3337-9774-4304-BA1C-7F55F30B93F6}" type="presParOf" srcId="{66A5E2E4-66CE-4C9A-B2B6-8D0B4FBB58F3}" destId="{3DA717E3-DA3E-4EC5-A9AF-EAD98E21AACE}" srcOrd="0" destOrd="0" presId="urn:microsoft.com/office/officeart/2005/8/layout/orgChart1"/>
    <dgm:cxn modelId="{86EB42C3-585F-4FA1-9A77-5DCF558C510A}" type="presParOf" srcId="{3DA717E3-DA3E-4EC5-A9AF-EAD98E21AACE}" destId="{FAD4025A-93C1-476A-9C7A-06A1BE1C9899}" srcOrd="0" destOrd="0" presId="urn:microsoft.com/office/officeart/2005/8/layout/orgChart1"/>
    <dgm:cxn modelId="{07FEB4D8-2D82-49F2-9A84-FAD2FFB0F377}" type="presParOf" srcId="{3DA717E3-DA3E-4EC5-A9AF-EAD98E21AACE}" destId="{1BD61907-380A-40B4-A0FF-30BB3098A4C5}" srcOrd="1" destOrd="0" presId="urn:microsoft.com/office/officeart/2005/8/layout/orgChart1"/>
    <dgm:cxn modelId="{6F7689F8-0F13-42F4-8BED-89AD9C232340}" type="presParOf" srcId="{66A5E2E4-66CE-4C9A-B2B6-8D0B4FBB58F3}" destId="{F45DEBA1-BB22-4F3A-A3D3-D5EAD444D392}" srcOrd="1" destOrd="0" presId="urn:microsoft.com/office/officeart/2005/8/layout/orgChart1"/>
    <dgm:cxn modelId="{BA43E7A3-2645-4787-80A4-9E9C95B3B883}" type="presParOf" srcId="{F45DEBA1-BB22-4F3A-A3D3-D5EAD444D392}" destId="{D6EF9107-4C43-45CD-BE68-AD882D72FBF6}" srcOrd="0" destOrd="0" presId="urn:microsoft.com/office/officeart/2005/8/layout/orgChart1"/>
    <dgm:cxn modelId="{0FE017FB-F74A-4101-A06A-1352DF56CA5A}" type="presParOf" srcId="{F45DEBA1-BB22-4F3A-A3D3-D5EAD444D392}" destId="{868325B7-6A46-4E0A-9537-1C4A61D00E9F}" srcOrd="1" destOrd="0" presId="urn:microsoft.com/office/officeart/2005/8/layout/orgChart1"/>
    <dgm:cxn modelId="{12063461-5BBB-49B1-857D-32E7AC514A17}" type="presParOf" srcId="{868325B7-6A46-4E0A-9537-1C4A61D00E9F}" destId="{CBB113EC-F2B6-4BE6-8607-65C282D5794B}" srcOrd="0" destOrd="0" presId="urn:microsoft.com/office/officeart/2005/8/layout/orgChart1"/>
    <dgm:cxn modelId="{D16DEB15-234C-4CF5-95E3-4DD5E9ECC8EE}" type="presParOf" srcId="{CBB113EC-F2B6-4BE6-8607-65C282D5794B}" destId="{5830AA66-842F-4650-92A1-02E7B851F307}" srcOrd="0" destOrd="0" presId="urn:microsoft.com/office/officeart/2005/8/layout/orgChart1"/>
    <dgm:cxn modelId="{21C5FA54-97CD-4A27-924C-65299368423B}" type="presParOf" srcId="{CBB113EC-F2B6-4BE6-8607-65C282D5794B}" destId="{36BFF5EB-3427-4BCE-B439-7AFC933A6FBB}" srcOrd="1" destOrd="0" presId="urn:microsoft.com/office/officeart/2005/8/layout/orgChart1"/>
    <dgm:cxn modelId="{2CD2FA46-AA78-416D-B389-541B13752289}" type="presParOf" srcId="{868325B7-6A46-4E0A-9537-1C4A61D00E9F}" destId="{733381E7-8044-4223-B1EE-A1D98C3D8A10}" srcOrd="1" destOrd="0" presId="urn:microsoft.com/office/officeart/2005/8/layout/orgChart1"/>
    <dgm:cxn modelId="{B9083612-206D-4263-A947-4056E02E1EB6}" type="presParOf" srcId="{868325B7-6A46-4E0A-9537-1C4A61D00E9F}" destId="{15BE9CD4-506D-40AF-9156-CA0696D7123A}" srcOrd="2" destOrd="0" presId="urn:microsoft.com/office/officeart/2005/8/layout/orgChart1"/>
    <dgm:cxn modelId="{26226983-E8CB-4C97-BB5A-C1798CAA0392}" type="presParOf" srcId="{F45DEBA1-BB22-4F3A-A3D3-D5EAD444D392}" destId="{5D78166C-DB62-4513-94D6-277315F21036}" srcOrd="2" destOrd="0" presId="urn:microsoft.com/office/officeart/2005/8/layout/orgChart1"/>
    <dgm:cxn modelId="{65FE4E84-D125-42CE-8A78-42C37E09EAB5}" type="presParOf" srcId="{F45DEBA1-BB22-4F3A-A3D3-D5EAD444D392}" destId="{C2995D26-46F0-42FB-B6EE-78237FE8CEBB}" srcOrd="3" destOrd="0" presId="urn:microsoft.com/office/officeart/2005/8/layout/orgChart1"/>
    <dgm:cxn modelId="{6CF48047-84C1-47B6-BA3A-4416AEC73814}" type="presParOf" srcId="{C2995D26-46F0-42FB-B6EE-78237FE8CEBB}" destId="{63FA9706-A584-49A6-9F5B-0AE946258BBC}" srcOrd="0" destOrd="0" presId="urn:microsoft.com/office/officeart/2005/8/layout/orgChart1"/>
    <dgm:cxn modelId="{6662B343-07AB-470D-8D7F-D845B5B84012}" type="presParOf" srcId="{63FA9706-A584-49A6-9F5B-0AE946258BBC}" destId="{E8D16B85-7998-45C2-BF67-1BF5398ADAED}" srcOrd="0" destOrd="0" presId="urn:microsoft.com/office/officeart/2005/8/layout/orgChart1"/>
    <dgm:cxn modelId="{B51DC85D-0C9C-488C-82B0-E3C92B8D7650}" type="presParOf" srcId="{63FA9706-A584-49A6-9F5B-0AE946258BBC}" destId="{1FD29E53-60E0-41FE-8265-39D1CC9FB9FF}" srcOrd="1" destOrd="0" presId="urn:microsoft.com/office/officeart/2005/8/layout/orgChart1"/>
    <dgm:cxn modelId="{F53871D4-D5ED-40B4-A284-95AEF6653455}" type="presParOf" srcId="{C2995D26-46F0-42FB-B6EE-78237FE8CEBB}" destId="{51467C97-B515-4F27-8522-D8E316AA85BC}" srcOrd="1" destOrd="0" presId="urn:microsoft.com/office/officeart/2005/8/layout/orgChart1"/>
    <dgm:cxn modelId="{F49CD5B7-65F4-4E75-BCA4-79CFEA860FF8}" type="presParOf" srcId="{C2995D26-46F0-42FB-B6EE-78237FE8CEBB}" destId="{D0C52A36-8D72-4D0B-A294-F89B7C10C2B7}" srcOrd="2" destOrd="0" presId="urn:microsoft.com/office/officeart/2005/8/layout/orgChart1"/>
    <dgm:cxn modelId="{7F92888C-2F63-4683-A526-102B10127A9B}" type="presParOf" srcId="{66A5E2E4-66CE-4C9A-B2B6-8D0B4FBB58F3}" destId="{9C7D9A81-9E19-4679-94DD-057156E0AF0C}" srcOrd="2" destOrd="0" presId="urn:microsoft.com/office/officeart/2005/8/layout/orgChart1"/>
    <dgm:cxn modelId="{84F565CD-75E7-4AA9-8E03-9BFE5B025EFF}" type="presParOf" srcId="{02B20B40-D6BD-4E5C-A725-20153CFA4065}" destId="{F4FCACAA-B219-4C6E-AEF9-6D35F2019237}" srcOrd="4" destOrd="0" presId="urn:microsoft.com/office/officeart/2005/8/layout/orgChart1"/>
    <dgm:cxn modelId="{83E549BB-FE24-4C87-BC80-75B7175EDDD3}" type="presParOf" srcId="{02B20B40-D6BD-4E5C-A725-20153CFA4065}" destId="{534B7B1A-C5FC-4619-9601-E9C14E9E543D}" srcOrd="5" destOrd="0" presId="urn:microsoft.com/office/officeart/2005/8/layout/orgChart1"/>
    <dgm:cxn modelId="{CBE1679C-8217-4570-8087-33B9E44EAB06}" type="presParOf" srcId="{534B7B1A-C5FC-4619-9601-E9C14E9E543D}" destId="{CFDCB5BE-E8B2-4B42-992A-AFDDA3A0399D}" srcOrd="0" destOrd="0" presId="urn:microsoft.com/office/officeart/2005/8/layout/orgChart1"/>
    <dgm:cxn modelId="{1DCD7185-BA0F-4980-BFD6-5E1318AF2834}" type="presParOf" srcId="{CFDCB5BE-E8B2-4B42-992A-AFDDA3A0399D}" destId="{16C68839-EF4C-459F-A64F-9A1A8C30C6D9}" srcOrd="0" destOrd="0" presId="urn:microsoft.com/office/officeart/2005/8/layout/orgChart1"/>
    <dgm:cxn modelId="{FD432255-B74D-4303-8148-C9F85A9B73E3}" type="presParOf" srcId="{CFDCB5BE-E8B2-4B42-992A-AFDDA3A0399D}" destId="{FE678B0A-91C9-4033-8090-0824C338D95A}" srcOrd="1" destOrd="0" presId="urn:microsoft.com/office/officeart/2005/8/layout/orgChart1"/>
    <dgm:cxn modelId="{ACE69A9B-89D7-4995-BAD6-589703AE21E8}" type="presParOf" srcId="{534B7B1A-C5FC-4619-9601-E9C14E9E543D}" destId="{481CA278-CC00-4C0B-BC57-4D699B25A65E}" srcOrd="1" destOrd="0" presId="urn:microsoft.com/office/officeart/2005/8/layout/orgChart1"/>
    <dgm:cxn modelId="{9A26B2B4-7957-41AA-BA51-71370A16A25C}" type="presParOf" srcId="{481CA278-CC00-4C0B-BC57-4D699B25A65E}" destId="{9A08AE50-350F-472C-87CE-F777A674BCAC}" srcOrd="0" destOrd="0" presId="urn:microsoft.com/office/officeart/2005/8/layout/orgChart1"/>
    <dgm:cxn modelId="{DC96228F-C20F-470B-99E7-829B8F70376E}" type="presParOf" srcId="{481CA278-CC00-4C0B-BC57-4D699B25A65E}" destId="{D7548703-5076-4B2A-B697-894C9522FB8C}" srcOrd="1" destOrd="0" presId="urn:microsoft.com/office/officeart/2005/8/layout/orgChart1"/>
    <dgm:cxn modelId="{45FFBF35-D255-493F-9FAC-A10C074FB716}" type="presParOf" srcId="{D7548703-5076-4B2A-B697-894C9522FB8C}" destId="{63A5849D-63D0-493A-B7B6-71922813A076}" srcOrd="0" destOrd="0" presId="urn:microsoft.com/office/officeart/2005/8/layout/orgChart1"/>
    <dgm:cxn modelId="{80AE350F-0728-4E7F-90E4-0EDEB9AB9016}" type="presParOf" srcId="{63A5849D-63D0-493A-B7B6-71922813A076}" destId="{22D59A1F-07BF-4027-9292-8ACA13710286}" srcOrd="0" destOrd="0" presId="urn:microsoft.com/office/officeart/2005/8/layout/orgChart1"/>
    <dgm:cxn modelId="{F333CDCB-FAA4-40C6-983D-2C2A1B349A88}" type="presParOf" srcId="{63A5849D-63D0-493A-B7B6-71922813A076}" destId="{7E3A4E6D-BBF8-4218-AD1B-66C68E3E873B}" srcOrd="1" destOrd="0" presId="urn:microsoft.com/office/officeart/2005/8/layout/orgChart1"/>
    <dgm:cxn modelId="{9C15DD3A-B866-4C3D-BF65-47F6445ACEE6}" type="presParOf" srcId="{D7548703-5076-4B2A-B697-894C9522FB8C}" destId="{5E349FF6-3045-495F-A072-BE750C602496}" srcOrd="1" destOrd="0" presId="urn:microsoft.com/office/officeart/2005/8/layout/orgChart1"/>
    <dgm:cxn modelId="{6A6E7024-7481-4677-B04E-FEBB4CF7689C}" type="presParOf" srcId="{D7548703-5076-4B2A-B697-894C9522FB8C}" destId="{BA01F121-8573-40E2-B66A-34881C58BF60}" srcOrd="2" destOrd="0" presId="urn:microsoft.com/office/officeart/2005/8/layout/orgChart1"/>
    <dgm:cxn modelId="{859210A1-B242-45CE-B153-679BC137CC03}" type="presParOf" srcId="{534B7B1A-C5FC-4619-9601-E9C14E9E543D}" destId="{96206594-D373-4FAD-BE4F-3AA284F4E1BC}" srcOrd="2" destOrd="0" presId="urn:microsoft.com/office/officeart/2005/8/layout/orgChart1"/>
    <dgm:cxn modelId="{9E138824-55E7-4F31-82A3-C729E91DD672}" type="presParOf" srcId="{56E2AE65-AFE0-4D03-BDAA-1CE314B1F84E}" destId="{A156D3DC-2290-4412-9137-F9075CB64517}"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D12AE14-A551-4E76-B259-38A31849210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4076083A-D514-4C0F-8247-9C0D3A4369CA}">
      <dgm:prSet phldrT="[Text]" custT="1"/>
      <dgm:spPr/>
      <dgm:t>
        <a:bodyPr/>
        <a:lstStyle/>
        <a:p>
          <a:r>
            <a:rPr lang="en-US" sz="600" dirty="0"/>
            <a:t>Preventing inventory losses</a:t>
          </a:r>
          <a:endParaRPr lang="en-ZA" sz="600" dirty="0"/>
        </a:p>
      </dgm:t>
    </dgm:pt>
    <dgm:pt modelId="{76A4B564-6A9A-4082-A519-007626494D7C}" type="parTrans" cxnId="{5B795B85-ED6A-46CA-B67C-542389CFB84B}">
      <dgm:prSet/>
      <dgm:spPr/>
      <dgm:t>
        <a:bodyPr/>
        <a:lstStyle/>
        <a:p>
          <a:endParaRPr lang="en-ZA" sz="600"/>
        </a:p>
      </dgm:t>
    </dgm:pt>
    <dgm:pt modelId="{83308F6C-14AA-4D22-BD2D-1D54AB672982}" type="sibTrans" cxnId="{5B795B85-ED6A-46CA-B67C-542389CFB84B}">
      <dgm:prSet/>
      <dgm:spPr/>
      <dgm:t>
        <a:bodyPr/>
        <a:lstStyle/>
        <a:p>
          <a:endParaRPr lang="en-ZA" sz="600"/>
        </a:p>
      </dgm:t>
    </dgm:pt>
    <dgm:pt modelId="{7EC10244-DFAE-4FF0-A2DF-E8F0EF9F8A18}">
      <dgm:prSet phldrT="[Text]" custT="1"/>
      <dgm:spPr>
        <a:solidFill>
          <a:schemeClr val="accent2">
            <a:lumMod val="40000"/>
            <a:lumOff val="60000"/>
          </a:schemeClr>
        </a:solidFill>
        <a:ln>
          <a:solidFill>
            <a:schemeClr val="accent2">
              <a:lumMod val="40000"/>
              <a:lumOff val="60000"/>
            </a:schemeClr>
          </a:solidFill>
        </a:ln>
      </dgm:spPr>
      <dgm:t>
        <a:bodyPr/>
        <a:lstStyle/>
        <a:p>
          <a:r>
            <a:rPr lang="en-US" sz="600" dirty="0">
              <a:solidFill>
                <a:schemeClr val="tx1"/>
              </a:solidFill>
            </a:rPr>
            <a:t>Proper control</a:t>
          </a:r>
          <a:endParaRPr lang="en-ZA" sz="600" dirty="0">
            <a:solidFill>
              <a:schemeClr val="tx1"/>
            </a:solidFill>
          </a:endParaRPr>
        </a:p>
      </dgm:t>
    </dgm:pt>
    <dgm:pt modelId="{7F7E3016-59FC-4ADF-BFD0-799C12ECEC96}" type="parTrans" cxnId="{5D1FED61-D27A-4F32-A5F9-171FE2CCB914}">
      <dgm:prSet/>
      <dgm:spPr/>
      <dgm:t>
        <a:bodyPr/>
        <a:lstStyle/>
        <a:p>
          <a:endParaRPr lang="en-ZA" sz="600"/>
        </a:p>
      </dgm:t>
    </dgm:pt>
    <dgm:pt modelId="{1620D648-9D7D-4FB9-85DA-217D22DAE111}" type="sibTrans" cxnId="{5D1FED61-D27A-4F32-A5F9-171FE2CCB914}">
      <dgm:prSet/>
      <dgm:spPr/>
      <dgm:t>
        <a:bodyPr/>
        <a:lstStyle/>
        <a:p>
          <a:endParaRPr lang="en-ZA" sz="600"/>
        </a:p>
      </dgm:t>
    </dgm:pt>
    <dgm:pt modelId="{96B42AF5-AEF9-4142-8529-CFFA3DCF462A}">
      <dgm:prSet phldrT="[Text]" custT="1"/>
      <dgm:spPr/>
      <dgm:t>
        <a:bodyPr/>
        <a:lstStyle/>
        <a:p>
          <a:r>
            <a:rPr lang="en-US" sz="600" dirty="0"/>
            <a:t>Preventive measures</a:t>
          </a:r>
          <a:endParaRPr lang="en-ZA" sz="600" dirty="0"/>
        </a:p>
      </dgm:t>
    </dgm:pt>
    <dgm:pt modelId="{AA8C3086-2F4E-44FB-8B67-ECD90760BFEE}" type="parTrans" cxnId="{0C972529-A40E-4862-A596-FE98B541260D}">
      <dgm:prSet/>
      <dgm:spPr/>
      <dgm:t>
        <a:bodyPr/>
        <a:lstStyle/>
        <a:p>
          <a:endParaRPr lang="en-ZA" sz="600"/>
        </a:p>
      </dgm:t>
    </dgm:pt>
    <dgm:pt modelId="{030F3EF2-AF62-4F10-96C9-DE0D9115613F}" type="sibTrans" cxnId="{0C972529-A40E-4862-A596-FE98B541260D}">
      <dgm:prSet/>
      <dgm:spPr/>
      <dgm:t>
        <a:bodyPr/>
        <a:lstStyle/>
        <a:p>
          <a:endParaRPr lang="en-ZA" sz="600"/>
        </a:p>
      </dgm:t>
    </dgm:pt>
    <dgm:pt modelId="{96EC12E1-D477-4E5C-B37C-05C75EA19687}">
      <dgm:prSet phldrT="[Text]" custT="1"/>
      <dgm:spPr/>
      <dgm:t>
        <a:bodyPr/>
        <a:lstStyle/>
        <a:p>
          <a:r>
            <a:rPr lang="en-US" sz="600" dirty="0"/>
            <a:t>Reduction of eventual losses through insurance</a:t>
          </a:r>
          <a:endParaRPr lang="en-ZA" sz="600" dirty="0"/>
        </a:p>
      </dgm:t>
    </dgm:pt>
    <dgm:pt modelId="{F565C9A7-17BE-46BF-9C63-A1594B4595C5}" type="parTrans" cxnId="{C1AB2729-3E16-44FF-A017-C05E75A9798B}">
      <dgm:prSet/>
      <dgm:spPr/>
      <dgm:t>
        <a:bodyPr/>
        <a:lstStyle/>
        <a:p>
          <a:endParaRPr lang="en-ZA" sz="600"/>
        </a:p>
      </dgm:t>
    </dgm:pt>
    <dgm:pt modelId="{F310A177-2DF4-4962-B943-48F08D3D547D}" type="sibTrans" cxnId="{C1AB2729-3E16-44FF-A017-C05E75A9798B}">
      <dgm:prSet/>
      <dgm:spPr/>
      <dgm:t>
        <a:bodyPr/>
        <a:lstStyle/>
        <a:p>
          <a:endParaRPr lang="en-ZA" sz="600"/>
        </a:p>
      </dgm:t>
    </dgm:pt>
    <dgm:pt modelId="{DE64AE87-2476-4289-89B7-B1D26A66D1DA}" type="pres">
      <dgm:prSet presAssocID="{BD12AE14-A551-4E76-B259-38A31849210E}" presName="hierChild1" presStyleCnt="0">
        <dgm:presLayoutVars>
          <dgm:orgChart val="1"/>
          <dgm:chPref val="1"/>
          <dgm:dir/>
          <dgm:animOne val="branch"/>
          <dgm:animLvl val="lvl"/>
          <dgm:resizeHandles/>
        </dgm:presLayoutVars>
      </dgm:prSet>
      <dgm:spPr/>
    </dgm:pt>
    <dgm:pt modelId="{56E2AE65-AFE0-4D03-BDAA-1CE314B1F84E}" type="pres">
      <dgm:prSet presAssocID="{4076083A-D514-4C0F-8247-9C0D3A4369CA}" presName="hierRoot1" presStyleCnt="0">
        <dgm:presLayoutVars>
          <dgm:hierBranch val="init"/>
        </dgm:presLayoutVars>
      </dgm:prSet>
      <dgm:spPr/>
    </dgm:pt>
    <dgm:pt modelId="{E6D15A72-B982-42D7-AC7E-C58927028796}" type="pres">
      <dgm:prSet presAssocID="{4076083A-D514-4C0F-8247-9C0D3A4369CA}" presName="rootComposite1" presStyleCnt="0"/>
      <dgm:spPr/>
    </dgm:pt>
    <dgm:pt modelId="{295639B6-E7BF-45E8-B88A-1035DDB1954A}" type="pres">
      <dgm:prSet presAssocID="{4076083A-D514-4C0F-8247-9C0D3A4369CA}" presName="rootText1" presStyleLbl="node0" presStyleIdx="0" presStyleCnt="1">
        <dgm:presLayoutVars>
          <dgm:chPref val="3"/>
        </dgm:presLayoutVars>
      </dgm:prSet>
      <dgm:spPr/>
    </dgm:pt>
    <dgm:pt modelId="{520BF4C1-980C-4258-8F65-75E8787472CA}" type="pres">
      <dgm:prSet presAssocID="{4076083A-D514-4C0F-8247-9C0D3A4369CA}" presName="rootConnector1" presStyleLbl="node1" presStyleIdx="0" presStyleCnt="0"/>
      <dgm:spPr/>
    </dgm:pt>
    <dgm:pt modelId="{02B20B40-D6BD-4E5C-A725-20153CFA4065}" type="pres">
      <dgm:prSet presAssocID="{4076083A-D514-4C0F-8247-9C0D3A4369CA}" presName="hierChild2" presStyleCnt="0"/>
      <dgm:spPr/>
    </dgm:pt>
    <dgm:pt modelId="{0B1B940E-1734-4DEC-8103-AC372F4DB7B4}" type="pres">
      <dgm:prSet presAssocID="{7F7E3016-59FC-4ADF-BFD0-799C12ECEC96}" presName="Name37" presStyleLbl="parChTrans1D2" presStyleIdx="0" presStyleCnt="3"/>
      <dgm:spPr/>
    </dgm:pt>
    <dgm:pt modelId="{206E1AC8-D736-4613-A7DD-E82CD830B350}" type="pres">
      <dgm:prSet presAssocID="{7EC10244-DFAE-4FF0-A2DF-E8F0EF9F8A18}" presName="hierRoot2" presStyleCnt="0">
        <dgm:presLayoutVars>
          <dgm:hierBranch val="init"/>
        </dgm:presLayoutVars>
      </dgm:prSet>
      <dgm:spPr/>
    </dgm:pt>
    <dgm:pt modelId="{DB8747FD-D672-4B0D-9EA7-0B9D9471C894}" type="pres">
      <dgm:prSet presAssocID="{7EC10244-DFAE-4FF0-A2DF-E8F0EF9F8A18}" presName="rootComposite" presStyleCnt="0"/>
      <dgm:spPr/>
    </dgm:pt>
    <dgm:pt modelId="{C29E0752-DC52-4C89-A9FA-21AB0E7B82E9}" type="pres">
      <dgm:prSet presAssocID="{7EC10244-DFAE-4FF0-A2DF-E8F0EF9F8A18}" presName="rootText" presStyleLbl="node2" presStyleIdx="0" presStyleCnt="3">
        <dgm:presLayoutVars>
          <dgm:chPref val="3"/>
        </dgm:presLayoutVars>
      </dgm:prSet>
      <dgm:spPr/>
    </dgm:pt>
    <dgm:pt modelId="{A7B4B69B-E64A-4855-B686-44DEFEC60F30}" type="pres">
      <dgm:prSet presAssocID="{7EC10244-DFAE-4FF0-A2DF-E8F0EF9F8A18}" presName="rootConnector" presStyleLbl="node2" presStyleIdx="0" presStyleCnt="3"/>
      <dgm:spPr/>
    </dgm:pt>
    <dgm:pt modelId="{0C08A625-A650-4178-B3C4-C813E4CCDEC6}" type="pres">
      <dgm:prSet presAssocID="{7EC10244-DFAE-4FF0-A2DF-E8F0EF9F8A18}" presName="hierChild4" presStyleCnt="0"/>
      <dgm:spPr/>
    </dgm:pt>
    <dgm:pt modelId="{4D20A0AC-A81A-40B4-A832-CE63F2769165}" type="pres">
      <dgm:prSet presAssocID="{7EC10244-DFAE-4FF0-A2DF-E8F0EF9F8A18}" presName="hierChild5" presStyleCnt="0"/>
      <dgm:spPr/>
    </dgm:pt>
    <dgm:pt modelId="{6DC5DFDD-26F5-4BA8-A331-6DF3A1CA3BE2}" type="pres">
      <dgm:prSet presAssocID="{AA8C3086-2F4E-44FB-8B67-ECD90760BFEE}" presName="Name37" presStyleLbl="parChTrans1D2" presStyleIdx="1" presStyleCnt="3"/>
      <dgm:spPr/>
    </dgm:pt>
    <dgm:pt modelId="{66A5E2E4-66CE-4C9A-B2B6-8D0B4FBB58F3}" type="pres">
      <dgm:prSet presAssocID="{96B42AF5-AEF9-4142-8529-CFFA3DCF462A}" presName="hierRoot2" presStyleCnt="0">
        <dgm:presLayoutVars>
          <dgm:hierBranch val="init"/>
        </dgm:presLayoutVars>
      </dgm:prSet>
      <dgm:spPr/>
    </dgm:pt>
    <dgm:pt modelId="{3DA717E3-DA3E-4EC5-A9AF-EAD98E21AACE}" type="pres">
      <dgm:prSet presAssocID="{96B42AF5-AEF9-4142-8529-CFFA3DCF462A}" presName="rootComposite" presStyleCnt="0"/>
      <dgm:spPr/>
    </dgm:pt>
    <dgm:pt modelId="{FAD4025A-93C1-476A-9C7A-06A1BE1C9899}" type="pres">
      <dgm:prSet presAssocID="{96B42AF5-AEF9-4142-8529-CFFA3DCF462A}" presName="rootText" presStyleLbl="node2" presStyleIdx="1" presStyleCnt="3">
        <dgm:presLayoutVars>
          <dgm:chPref val="3"/>
        </dgm:presLayoutVars>
      </dgm:prSet>
      <dgm:spPr/>
    </dgm:pt>
    <dgm:pt modelId="{1BD61907-380A-40B4-A0FF-30BB3098A4C5}" type="pres">
      <dgm:prSet presAssocID="{96B42AF5-AEF9-4142-8529-CFFA3DCF462A}" presName="rootConnector" presStyleLbl="node2" presStyleIdx="1" presStyleCnt="3"/>
      <dgm:spPr/>
    </dgm:pt>
    <dgm:pt modelId="{F45DEBA1-BB22-4F3A-A3D3-D5EAD444D392}" type="pres">
      <dgm:prSet presAssocID="{96B42AF5-AEF9-4142-8529-CFFA3DCF462A}" presName="hierChild4" presStyleCnt="0"/>
      <dgm:spPr/>
    </dgm:pt>
    <dgm:pt modelId="{9C7D9A81-9E19-4679-94DD-057156E0AF0C}" type="pres">
      <dgm:prSet presAssocID="{96B42AF5-AEF9-4142-8529-CFFA3DCF462A}" presName="hierChild5" presStyleCnt="0"/>
      <dgm:spPr/>
    </dgm:pt>
    <dgm:pt modelId="{F4FCACAA-B219-4C6E-AEF9-6D35F2019237}" type="pres">
      <dgm:prSet presAssocID="{F565C9A7-17BE-46BF-9C63-A1594B4595C5}" presName="Name37" presStyleLbl="parChTrans1D2" presStyleIdx="2" presStyleCnt="3"/>
      <dgm:spPr/>
    </dgm:pt>
    <dgm:pt modelId="{534B7B1A-C5FC-4619-9601-E9C14E9E543D}" type="pres">
      <dgm:prSet presAssocID="{96EC12E1-D477-4E5C-B37C-05C75EA19687}" presName="hierRoot2" presStyleCnt="0">
        <dgm:presLayoutVars>
          <dgm:hierBranch val="init"/>
        </dgm:presLayoutVars>
      </dgm:prSet>
      <dgm:spPr/>
    </dgm:pt>
    <dgm:pt modelId="{CFDCB5BE-E8B2-4B42-992A-AFDDA3A0399D}" type="pres">
      <dgm:prSet presAssocID="{96EC12E1-D477-4E5C-B37C-05C75EA19687}" presName="rootComposite" presStyleCnt="0"/>
      <dgm:spPr/>
    </dgm:pt>
    <dgm:pt modelId="{16C68839-EF4C-459F-A64F-9A1A8C30C6D9}" type="pres">
      <dgm:prSet presAssocID="{96EC12E1-D477-4E5C-B37C-05C75EA19687}" presName="rootText" presStyleLbl="node2" presStyleIdx="2" presStyleCnt="3">
        <dgm:presLayoutVars>
          <dgm:chPref val="3"/>
        </dgm:presLayoutVars>
      </dgm:prSet>
      <dgm:spPr/>
    </dgm:pt>
    <dgm:pt modelId="{FE678B0A-91C9-4033-8090-0824C338D95A}" type="pres">
      <dgm:prSet presAssocID="{96EC12E1-D477-4E5C-B37C-05C75EA19687}" presName="rootConnector" presStyleLbl="node2" presStyleIdx="2" presStyleCnt="3"/>
      <dgm:spPr/>
    </dgm:pt>
    <dgm:pt modelId="{481CA278-CC00-4C0B-BC57-4D699B25A65E}" type="pres">
      <dgm:prSet presAssocID="{96EC12E1-D477-4E5C-B37C-05C75EA19687}" presName="hierChild4" presStyleCnt="0"/>
      <dgm:spPr/>
    </dgm:pt>
    <dgm:pt modelId="{96206594-D373-4FAD-BE4F-3AA284F4E1BC}" type="pres">
      <dgm:prSet presAssocID="{96EC12E1-D477-4E5C-B37C-05C75EA19687}" presName="hierChild5" presStyleCnt="0"/>
      <dgm:spPr/>
    </dgm:pt>
    <dgm:pt modelId="{A156D3DC-2290-4412-9137-F9075CB64517}" type="pres">
      <dgm:prSet presAssocID="{4076083A-D514-4C0F-8247-9C0D3A4369CA}" presName="hierChild3" presStyleCnt="0"/>
      <dgm:spPr/>
    </dgm:pt>
  </dgm:ptLst>
  <dgm:cxnLst>
    <dgm:cxn modelId="{483D900C-D624-4FC1-8214-FC56D0D3F1D2}" type="presOf" srcId="{4076083A-D514-4C0F-8247-9C0D3A4369CA}" destId="{295639B6-E7BF-45E8-B88A-1035DDB1954A}" srcOrd="0" destOrd="0" presId="urn:microsoft.com/office/officeart/2005/8/layout/orgChart1"/>
    <dgm:cxn modelId="{4FB76F10-28EC-4D6E-BC22-D001D724FD26}" type="presOf" srcId="{96B42AF5-AEF9-4142-8529-CFFA3DCF462A}" destId="{FAD4025A-93C1-476A-9C7A-06A1BE1C9899}" srcOrd="0" destOrd="0" presId="urn:microsoft.com/office/officeart/2005/8/layout/orgChart1"/>
    <dgm:cxn modelId="{7C4D4115-3E47-4412-A183-A45E218ABCF3}" type="presOf" srcId="{7EC10244-DFAE-4FF0-A2DF-E8F0EF9F8A18}" destId="{A7B4B69B-E64A-4855-B686-44DEFEC60F30}" srcOrd="1" destOrd="0" presId="urn:microsoft.com/office/officeart/2005/8/layout/orgChart1"/>
    <dgm:cxn modelId="{0C972529-A40E-4862-A596-FE98B541260D}" srcId="{4076083A-D514-4C0F-8247-9C0D3A4369CA}" destId="{96B42AF5-AEF9-4142-8529-CFFA3DCF462A}" srcOrd="1" destOrd="0" parTransId="{AA8C3086-2F4E-44FB-8B67-ECD90760BFEE}" sibTransId="{030F3EF2-AF62-4F10-96C9-DE0D9115613F}"/>
    <dgm:cxn modelId="{C1AB2729-3E16-44FF-A017-C05E75A9798B}" srcId="{4076083A-D514-4C0F-8247-9C0D3A4369CA}" destId="{96EC12E1-D477-4E5C-B37C-05C75EA19687}" srcOrd="2" destOrd="0" parTransId="{F565C9A7-17BE-46BF-9C63-A1594B4595C5}" sibTransId="{F310A177-2DF4-4962-B943-48F08D3D547D}"/>
    <dgm:cxn modelId="{73A07A33-3AA7-4848-A4FC-703EDB54C2C0}" type="presOf" srcId="{F565C9A7-17BE-46BF-9C63-A1594B4595C5}" destId="{F4FCACAA-B219-4C6E-AEF9-6D35F2019237}" srcOrd="0" destOrd="0" presId="urn:microsoft.com/office/officeart/2005/8/layout/orgChart1"/>
    <dgm:cxn modelId="{D673933B-7C26-44A3-8BFB-44977C9C5F57}" type="presOf" srcId="{4076083A-D514-4C0F-8247-9C0D3A4369CA}" destId="{520BF4C1-980C-4258-8F65-75E8787472CA}" srcOrd="1" destOrd="0" presId="urn:microsoft.com/office/officeart/2005/8/layout/orgChart1"/>
    <dgm:cxn modelId="{70A8CA61-D990-42D9-A653-7A0A9B2989EA}" type="presOf" srcId="{96B42AF5-AEF9-4142-8529-CFFA3DCF462A}" destId="{1BD61907-380A-40B4-A0FF-30BB3098A4C5}" srcOrd="1" destOrd="0" presId="urn:microsoft.com/office/officeart/2005/8/layout/orgChart1"/>
    <dgm:cxn modelId="{5D1FED61-D27A-4F32-A5F9-171FE2CCB914}" srcId="{4076083A-D514-4C0F-8247-9C0D3A4369CA}" destId="{7EC10244-DFAE-4FF0-A2DF-E8F0EF9F8A18}" srcOrd="0" destOrd="0" parTransId="{7F7E3016-59FC-4ADF-BFD0-799C12ECEC96}" sibTransId="{1620D648-9D7D-4FB9-85DA-217D22DAE111}"/>
    <dgm:cxn modelId="{8372EE44-EEC6-4125-B284-8F03F424F39C}" type="presOf" srcId="{96EC12E1-D477-4E5C-B37C-05C75EA19687}" destId="{16C68839-EF4C-459F-A64F-9A1A8C30C6D9}" srcOrd="0" destOrd="0" presId="urn:microsoft.com/office/officeart/2005/8/layout/orgChart1"/>
    <dgm:cxn modelId="{44CDE165-12EC-483E-BF91-383FFD1194F8}" type="presOf" srcId="{7F7E3016-59FC-4ADF-BFD0-799C12ECEC96}" destId="{0B1B940E-1734-4DEC-8103-AC372F4DB7B4}" srcOrd="0" destOrd="0" presId="urn:microsoft.com/office/officeart/2005/8/layout/orgChart1"/>
    <dgm:cxn modelId="{C80D7A67-1C33-4DF0-B4A4-6C80FA60AEE0}" type="presOf" srcId="{96EC12E1-D477-4E5C-B37C-05C75EA19687}" destId="{FE678B0A-91C9-4033-8090-0824C338D95A}" srcOrd="1" destOrd="0" presId="urn:microsoft.com/office/officeart/2005/8/layout/orgChart1"/>
    <dgm:cxn modelId="{5B795B85-ED6A-46CA-B67C-542389CFB84B}" srcId="{BD12AE14-A551-4E76-B259-38A31849210E}" destId="{4076083A-D514-4C0F-8247-9C0D3A4369CA}" srcOrd="0" destOrd="0" parTransId="{76A4B564-6A9A-4082-A519-007626494D7C}" sibTransId="{83308F6C-14AA-4D22-BD2D-1D54AB672982}"/>
    <dgm:cxn modelId="{9BFD7C87-DDD8-4AAA-AD12-C34366D5A44F}" type="presOf" srcId="{7EC10244-DFAE-4FF0-A2DF-E8F0EF9F8A18}" destId="{C29E0752-DC52-4C89-A9FA-21AB0E7B82E9}" srcOrd="0" destOrd="0" presId="urn:microsoft.com/office/officeart/2005/8/layout/orgChart1"/>
    <dgm:cxn modelId="{57F492A8-E617-4ADD-BCF3-7BB782119215}" type="presOf" srcId="{BD12AE14-A551-4E76-B259-38A31849210E}" destId="{DE64AE87-2476-4289-89B7-B1D26A66D1DA}" srcOrd="0" destOrd="0" presId="urn:microsoft.com/office/officeart/2005/8/layout/orgChart1"/>
    <dgm:cxn modelId="{B91796F5-5261-4956-8C10-19F4156D54BA}" type="presOf" srcId="{AA8C3086-2F4E-44FB-8B67-ECD90760BFEE}" destId="{6DC5DFDD-26F5-4BA8-A331-6DF3A1CA3BE2}" srcOrd="0" destOrd="0" presId="urn:microsoft.com/office/officeart/2005/8/layout/orgChart1"/>
    <dgm:cxn modelId="{89D4F263-8AF4-444C-B60E-5F8B528F71B2}" type="presParOf" srcId="{DE64AE87-2476-4289-89B7-B1D26A66D1DA}" destId="{56E2AE65-AFE0-4D03-BDAA-1CE314B1F84E}" srcOrd="0" destOrd="0" presId="urn:microsoft.com/office/officeart/2005/8/layout/orgChart1"/>
    <dgm:cxn modelId="{364552D2-939D-4A18-9BA6-0BF695C1D736}" type="presParOf" srcId="{56E2AE65-AFE0-4D03-BDAA-1CE314B1F84E}" destId="{E6D15A72-B982-42D7-AC7E-C58927028796}" srcOrd="0" destOrd="0" presId="urn:microsoft.com/office/officeart/2005/8/layout/orgChart1"/>
    <dgm:cxn modelId="{FE85AB7B-F9CB-4C49-BBFF-F3E4302DDC16}" type="presParOf" srcId="{E6D15A72-B982-42D7-AC7E-C58927028796}" destId="{295639B6-E7BF-45E8-B88A-1035DDB1954A}" srcOrd="0" destOrd="0" presId="urn:microsoft.com/office/officeart/2005/8/layout/orgChart1"/>
    <dgm:cxn modelId="{7BD12F60-7CDA-4137-B890-A056BC3868D9}" type="presParOf" srcId="{E6D15A72-B982-42D7-AC7E-C58927028796}" destId="{520BF4C1-980C-4258-8F65-75E8787472CA}" srcOrd="1" destOrd="0" presId="urn:microsoft.com/office/officeart/2005/8/layout/orgChart1"/>
    <dgm:cxn modelId="{470BC79B-5787-4EC3-B650-F37555317EE9}" type="presParOf" srcId="{56E2AE65-AFE0-4D03-BDAA-1CE314B1F84E}" destId="{02B20B40-D6BD-4E5C-A725-20153CFA4065}" srcOrd="1" destOrd="0" presId="urn:microsoft.com/office/officeart/2005/8/layout/orgChart1"/>
    <dgm:cxn modelId="{2462E7CC-0371-4275-B347-5F21CA1F368B}" type="presParOf" srcId="{02B20B40-D6BD-4E5C-A725-20153CFA4065}" destId="{0B1B940E-1734-4DEC-8103-AC372F4DB7B4}" srcOrd="0" destOrd="0" presId="urn:microsoft.com/office/officeart/2005/8/layout/orgChart1"/>
    <dgm:cxn modelId="{AD22A469-A81C-4652-AB4B-CBE8A287B3BD}" type="presParOf" srcId="{02B20B40-D6BD-4E5C-A725-20153CFA4065}" destId="{206E1AC8-D736-4613-A7DD-E82CD830B350}" srcOrd="1" destOrd="0" presId="urn:microsoft.com/office/officeart/2005/8/layout/orgChart1"/>
    <dgm:cxn modelId="{27FA60B9-E784-4836-9691-F0877614F0AA}" type="presParOf" srcId="{206E1AC8-D736-4613-A7DD-E82CD830B350}" destId="{DB8747FD-D672-4B0D-9EA7-0B9D9471C894}" srcOrd="0" destOrd="0" presId="urn:microsoft.com/office/officeart/2005/8/layout/orgChart1"/>
    <dgm:cxn modelId="{39DE0879-969F-4F76-A338-152C3451E38F}" type="presParOf" srcId="{DB8747FD-D672-4B0D-9EA7-0B9D9471C894}" destId="{C29E0752-DC52-4C89-A9FA-21AB0E7B82E9}" srcOrd="0" destOrd="0" presId="urn:microsoft.com/office/officeart/2005/8/layout/orgChart1"/>
    <dgm:cxn modelId="{3AA76A90-F750-4172-AA1D-34F52838D6FA}" type="presParOf" srcId="{DB8747FD-D672-4B0D-9EA7-0B9D9471C894}" destId="{A7B4B69B-E64A-4855-B686-44DEFEC60F30}" srcOrd="1" destOrd="0" presId="urn:microsoft.com/office/officeart/2005/8/layout/orgChart1"/>
    <dgm:cxn modelId="{A4088516-0729-4FA7-97EE-09D397519A2A}" type="presParOf" srcId="{206E1AC8-D736-4613-A7DD-E82CD830B350}" destId="{0C08A625-A650-4178-B3C4-C813E4CCDEC6}" srcOrd="1" destOrd="0" presId="urn:microsoft.com/office/officeart/2005/8/layout/orgChart1"/>
    <dgm:cxn modelId="{7E273B40-27EC-401C-894B-FDC5AA357853}" type="presParOf" srcId="{206E1AC8-D736-4613-A7DD-E82CD830B350}" destId="{4D20A0AC-A81A-40B4-A832-CE63F2769165}" srcOrd="2" destOrd="0" presId="urn:microsoft.com/office/officeart/2005/8/layout/orgChart1"/>
    <dgm:cxn modelId="{D2CAB777-F752-4BDD-BD00-4A7100A27C87}" type="presParOf" srcId="{02B20B40-D6BD-4E5C-A725-20153CFA4065}" destId="{6DC5DFDD-26F5-4BA8-A331-6DF3A1CA3BE2}" srcOrd="2" destOrd="0" presId="urn:microsoft.com/office/officeart/2005/8/layout/orgChart1"/>
    <dgm:cxn modelId="{526D6386-7176-4638-810E-739EFBA2517F}" type="presParOf" srcId="{02B20B40-D6BD-4E5C-A725-20153CFA4065}" destId="{66A5E2E4-66CE-4C9A-B2B6-8D0B4FBB58F3}" srcOrd="3" destOrd="0" presId="urn:microsoft.com/office/officeart/2005/8/layout/orgChart1"/>
    <dgm:cxn modelId="{B49A3337-9774-4304-BA1C-7F55F30B93F6}" type="presParOf" srcId="{66A5E2E4-66CE-4C9A-B2B6-8D0B4FBB58F3}" destId="{3DA717E3-DA3E-4EC5-A9AF-EAD98E21AACE}" srcOrd="0" destOrd="0" presId="urn:microsoft.com/office/officeart/2005/8/layout/orgChart1"/>
    <dgm:cxn modelId="{86EB42C3-585F-4FA1-9A77-5DCF558C510A}" type="presParOf" srcId="{3DA717E3-DA3E-4EC5-A9AF-EAD98E21AACE}" destId="{FAD4025A-93C1-476A-9C7A-06A1BE1C9899}" srcOrd="0" destOrd="0" presId="urn:microsoft.com/office/officeart/2005/8/layout/orgChart1"/>
    <dgm:cxn modelId="{07FEB4D8-2D82-49F2-9A84-FAD2FFB0F377}" type="presParOf" srcId="{3DA717E3-DA3E-4EC5-A9AF-EAD98E21AACE}" destId="{1BD61907-380A-40B4-A0FF-30BB3098A4C5}" srcOrd="1" destOrd="0" presId="urn:microsoft.com/office/officeart/2005/8/layout/orgChart1"/>
    <dgm:cxn modelId="{6F7689F8-0F13-42F4-8BED-89AD9C232340}" type="presParOf" srcId="{66A5E2E4-66CE-4C9A-B2B6-8D0B4FBB58F3}" destId="{F45DEBA1-BB22-4F3A-A3D3-D5EAD444D392}" srcOrd="1" destOrd="0" presId="urn:microsoft.com/office/officeart/2005/8/layout/orgChart1"/>
    <dgm:cxn modelId="{7F92888C-2F63-4683-A526-102B10127A9B}" type="presParOf" srcId="{66A5E2E4-66CE-4C9A-B2B6-8D0B4FBB58F3}" destId="{9C7D9A81-9E19-4679-94DD-057156E0AF0C}" srcOrd="2" destOrd="0" presId="urn:microsoft.com/office/officeart/2005/8/layout/orgChart1"/>
    <dgm:cxn modelId="{84F565CD-75E7-4AA9-8E03-9BFE5B025EFF}" type="presParOf" srcId="{02B20B40-D6BD-4E5C-A725-20153CFA4065}" destId="{F4FCACAA-B219-4C6E-AEF9-6D35F2019237}" srcOrd="4" destOrd="0" presId="urn:microsoft.com/office/officeart/2005/8/layout/orgChart1"/>
    <dgm:cxn modelId="{83E549BB-FE24-4C87-BC80-75B7175EDDD3}" type="presParOf" srcId="{02B20B40-D6BD-4E5C-A725-20153CFA4065}" destId="{534B7B1A-C5FC-4619-9601-E9C14E9E543D}" srcOrd="5" destOrd="0" presId="urn:microsoft.com/office/officeart/2005/8/layout/orgChart1"/>
    <dgm:cxn modelId="{CBE1679C-8217-4570-8087-33B9E44EAB06}" type="presParOf" srcId="{534B7B1A-C5FC-4619-9601-E9C14E9E543D}" destId="{CFDCB5BE-E8B2-4B42-992A-AFDDA3A0399D}" srcOrd="0" destOrd="0" presId="urn:microsoft.com/office/officeart/2005/8/layout/orgChart1"/>
    <dgm:cxn modelId="{1DCD7185-BA0F-4980-BFD6-5E1318AF2834}" type="presParOf" srcId="{CFDCB5BE-E8B2-4B42-992A-AFDDA3A0399D}" destId="{16C68839-EF4C-459F-A64F-9A1A8C30C6D9}" srcOrd="0" destOrd="0" presId="urn:microsoft.com/office/officeart/2005/8/layout/orgChart1"/>
    <dgm:cxn modelId="{FD432255-B74D-4303-8148-C9F85A9B73E3}" type="presParOf" srcId="{CFDCB5BE-E8B2-4B42-992A-AFDDA3A0399D}" destId="{FE678B0A-91C9-4033-8090-0824C338D95A}" srcOrd="1" destOrd="0" presId="urn:microsoft.com/office/officeart/2005/8/layout/orgChart1"/>
    <dgm:cxn modelId="{ACE69A9B-89D7-4995-BAD6-589703AE21E8}" type="presParOf" srcId="{534B7B1A-C5FC-4619-9601-E9C14E9E543D}" destId="{481CA278-CC00-4C0B-BC57-4D699B25A65E}" srcOrd="1" destOrd="0" presId="urn:microsoft.com/office/officeart/2005/8/layout/orgChart1"/>
    <dgm:cxn modelId="{859210A1-B242-45CE-B153-679BC137CC03}" type="presParOf" srcId="{534B7B1A-C5FC-4619-9601-E9C14E9E543D}" destId="{96206594-D373-4FAD-BE4F-3AA284F4E1BC}" srcOrd="2" destOrd="0" presId="urn:microsoft.com/office/officeart/2005/8/layout/orgChart1"/>
    <dgm:cxn modelId="{9E138824-55E7-4F31-82A3-C729E91DD672}" type="presParOf" srcId="{56E2AE65-AFE0-4D03-BDAA-1CE314B1F84E}" destId="{A156D3DC-2290-4412-9137-F9075CB64517}" srcOrd="2" destOrd="0" presId="urn:microsoft.com/office/officeart/2005/8/layout/orgChar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D12AE14-A551-4E76-B259-38A31849210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4076083A-D514-4C0F-8247-9C0D3A4369CA}">
      <dgm:prSet phldrT="[Text]" custT="1"/>
      <dgm:spPr/>
      <dgm:t>
        <a:bodyPr/>
        <a:lstStyle/>
        <a:p>
          <a:r>
            <a:rPr lang="en-US" sz="600" dirty="0"/>
            <a:t>Preventing inventory losses</a:t>
          </a:r>
          <a:endParaRPr lang="en-ZA" sz="600" dirty="0"/>
        </a:p>
      </dgm:t>
    </dgm:pt>
    <dgm:pt modelId="{76A4B564-6A9A-4082-A519-007626494D7C}" type="parTrans" cxnId="{5B795B85-ED6A-46CA-B67C-542389CFB84B}">
      <dgm:prSet/>
      <dgm:spPr/>
      <dgm:t>
        <a:bodyPr/>
        <a:lstStyle/>
        <a:p>
          <a:endParaRPr lang="en-ZA" sz="600"/>
        </a:p>
      </dgm:t>
    </dgm:pt>
    <dgm:pt modelId="{83308F6C-14AA-4D22-BD2D-1D54AB672982}" type="sibTrans" cxnId="{5B795B85-ED6A-46CA-B67C-542389CFB84B}">
      <dgm:prSet/>
      <dgm:spPr/>
      <dgm:t>
        <a:bodyPr/>
        <a:lstStyle/>
        <a:p>
          <a:endParaRPr lang="en-ZA" sz="600"/>
        </a:p>
      </dgm:t>
    </dgm:pt>
    <dgm:pt modelId="{7EC10244-DFAE-4FF0-A2DF-E8F0EF9F8A1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3810" tIns="3810" rIns="3810" bIns="3810" numCol="1" spcCol="1270" anchor="ctr" anchorCtr="0"/>
        <a:lstStyle/>
        <a:p>
          <a:pPr marL="0" lvl="0" indent="0" algn="ctr" defTabSz="266700">
            <a:lnSpc>
              <a:spcPct val="90000"/>
            </a:lnSpc>
            <a:spcBef>
              <a:spcPct val="0"/>
            </a:spcBef>
            <a:spcAft>
              <a:spcPct val="35000"/>
            </a:spcAft>
            <a:buNone/>
          </a:pPr>
          <a:r>
            <a:rPr lang="en-US" sz="600" kern="1200" dirty="0">
              <a:solidFill>
                <a:prstClr val="white"/>
              </a:solidFill>
              <a:latin typeface="Tahoma"/>
              <a:ea typeface="ＭＳ Ｐゴシック"/>
              <a:cs typeface="+mn-cs"/>
            </a:rPr>
            <a:t>Proper control</a:t>
          </a:r>
          <a:endParaRPr lang="en-ZA" sz="600" kern="1200" dirty="0">
            <a:solidFill>
              <a:prstClr val="white"/>
            </a:solidFill>
            <a:latin typeface="Tahoma"/>
            <a:ea typeface="ＭＳ Ｐゴシック"/>
            <a:cs typeface="+mn-cs"/>
          </a:endParaRPr>
        </a:p>
      </dgm:t>
    </dgm:pt>
    <dgm:pt modelId="{7F7E3016-59FC-4ADF-BFD0-799C12ECEC96}" type="parTrans" cxnId="{5D1FED61-D27A-4F32-A5F9-171FE2CCB914}">
      <dgm:prSet/>
      <dgm:spPr/>
      <dgm:t>
        <a:bodyPr/>
        <a:lstStyle/>
        <a:p>
          <a:endParaRPr lang="en-ZA" sz="600"/>
        </a:p>
      </dgm:t>
    </dgm:pt>
    <dgm:pt modelId="{1620D648-9D7D-4FB9-85DA-217D22DAE111}" type="sibTrans" cxnId="{5D1FED61-D27A-4F32-A5F9-171FE2CCB914}">
      <dgm:prSet/>
      <dgm:spPr/>
      <dgm:t>
        <a:bodyPr/>
        <a:lstStyle/>
        <a:p>
          <a:endParaRPr lang="en-ZA" sz="600"/>
        </a:p>
      </dgm:t>
    </dgm:pt>
    <dgm:pt modelId="{96B42AF5-AEF9-4142-8529-CFFA3DCF462A}">
      <dgm:prSet phldrT="[Text]" custT="1"/>
      <dgm:spPr>
        <a:solidFill>
          <a:schemeClr val="accent2">
            <a:lumMod val="40000"/>
            <a:lumOff val="60000"/>
          </a:schemeClr>
        </a:solidFill>
        <a:ln>
          <a:solidFill>
            <a:schemeClr val="accent2">
              <a:lumMod val="40000"/>
              <a:lumOff val="60000"/>
            </a:schemeClr>
          </a:solidFill>
        </a:ln>
      </dgm:spPr>
      <dgm:t>
        <a:bodyPr/>
        <a:lstStyle/>
        <a:p>
          <a:r>
            <a:rPr lang="en-US" sz="600" dirty="0">
              <a:solidFill>
                <a:schemeClr val="tx1"/>
              </a:solidFill>
            </a:rPr>
            <a:t>Preventive measures</a:t>
          </a:r>
          <a:endParaRPr lang="en-ZA" sz="600" dirty="0">
            <a:solidFill>
              <a:schemeClr val="tx1"/>
            </a:solidFill>
          </a:endParaRPr>
        </a:p>
      </dgm:t>
    </dgm:pt>
    <dgm:pt modelId="{AA8C3086-2F4E-44FB-8B67-ECD90760BFEE}" type="parTrans" cxnId="{0C972529-A40E-4862-A596-FE98B541260D}">
      <dgm:prSet/>
      <dgm:spPr/>
      <dgm:t>
        <a:bodyPr/>
        <a:lstStyle/>
        <a:p>
          <a:endParaRPr lang="en-ZA" sz="600"/>
        </a:p>
      </dgm:t>
    </dgm:pt>
    <dgm:pt modelId="{030F3EF2-AF62-4F10-96C9-DE0D9115613F}" type="sibTrans" cxnId="{0C972529-A40E-4862-A596-FE98B541260D}">
      <dgm:prSet/>
      <dgm:spPr/>
      <dgm:t>
        <a:bodyPr/>
        <a:lstStyle/>
        <a:p>
          <a:endParaRPr lang="en-ZA" sz="600"/>
        </a:p>
      </dgm:t>
    </dgm:pt>
    <dgm:pt modelId="{96EC12E1-D477-4E5C-B37C-05C75EA19687}">
      <dgm:prSet phldrT="[Text]" custT="1"/>
      <dgm:spPr/>
      <dgm:t>
        <a:bodyPr/>
        <a:lstStyle/>
        <a:p>
          <a:r>
            <a:rPr lang="en-US" sz="600" dirty="0"/>
            <a:t>Reduction of eventual losses through insurance</a:t>
          </a:r>
          <a:endParaRPr lang="en-ZA" sz="600" dirty="0"/>
        </a:p>
      </dgm:t>
    </dgm:pt>
    <dgm:pt modelId="{F565C9A7-17BE-46BF-9C63-A1594B4595C5}" type="parTrans" cxnId="{C1AB2729-3E16-44FF-A017-C05E75A9798B}">
      <dgm:prSet/>
      <dgm:spPr/>
      <dgm:t>
        <a:bodyPr/>
        <a:lstStyle/>
        <a:p>
          <a:endParaRPr lang="en-ZA" sz="600"/>
        </a:p>
      </dgm:t>
    </dgm:pt>
    <dgm:pt modelId="{F310A177-2DF4-4962-B943-48F08D3D547D}" type="sibTrans" cxnId="{C1AB2729-3E16-44FF-A017-C05E75A9798B}">
      <dgm:prSet/>
      <dgm:spPr/>
      <dgm:t>
        <a:bodyPr/>
        <a:lstStyle/>
        <a:p>
          <a:endParaRPr lang="en-ZA" sz="600"/>
        </a:p>
      </dgm:t>
    </dgm:pt>
    <dgm:pt modelId="{DE64AE87-2476-4289-89B7-B1D26A66D1DA}" type="pres">
      <dgm:prSet presAssocID="{BD12AE14-A551-4E76-B259-38A31849210E}" presName="hierChild1" presStyleCnt="0">
        <dgm:presLayoutVars>
          <dgm:orgChart val="1"/>
          <dgm:chPref val="1"/>
          <dgm:dir/>
          <dgm:animOne val="branch"/>
          <dgm:animLvl val="lvl"/>
          <dgm:resizeHandles/>
        </dgm:presLayoutVars>
      </dgm:prSet>
      <dgm:spPr/>
    </dgm:pt>
    <dgm:pt modelId="{56E2AE65-AFE0-4D03-BDAA-1CE314B1F84E}" type="pres">
      <dgm:prSet presAssocID="{4076083A-D514-4C0F-8247-9C0D3A4369CA}" presName="hierRoot1" presStyleCnt="0">
        <dgm:presLayoutVars>
          <dgm:hierBranch val="init"/>
        </dgm:presLayoutVars>
      </dgm:prSet>
      <dgm:spPr/>
    </dgm:pt>
    <dgm:pt modelId="{E6D15A72-B982-42D7-AC7E-C58927028796}" type="pres">
      <dgm:prSet presAssocID="{4076083A-D514-4C0F-8247-9C0D3A4369CA}" presName="rootComposite1" presStyleCnt="0"/>
      <dgm:spPr/>
    </dgm:pt>
    <dgm:pt modelId="{295639B6-E7BF-45E8-B88A-1035DDB1954A}" type="pres">
      <dgm:prSet presAssocID="{4076083A-D514-4C0F-8247-9C0D3A4369CA}" presName="rootText1" presStyleLbl="node0" presStyleIdx="0" presStyleCnt="1">
        <dgm:presLayoutVars>
          <dgm:chPref val="3"/>
        </dgm:presLayoutVars>
      </dgm:prSet>
      <dgm:spPr/>
    </dgm:pt>
    <dgm:pt modelId="{520BF4C1-980C-4258-8F65-75E8787472CA}" type="pres">
      <dgm:prSet presAssocID="{4076083A-D514-4C0F-8247-9C0D3A4369CA}" presName="rootConnector1" presStyleLbl="node1" presStyleIdx="0" presStyleCnt="0"/>
      <dgm:spPr/>
    </dgm:pt>
    <dgm:pt modelId="{02B20B40-D6BD-4E5C-A725-20153CFA4065}" type="pres">
      <dgm:prSet presAssocID="{4076083A-D514-4C0F-8247-9C0D3A4369CA}" presName="hierChild2" presStyleCnt="0"/>
      <dgm:spPr/>
    </dgm:pt>
    <dgm:pt modelId="{0B1B940E-1734-4DEC-8103-AC372F4DB7B4}" type="pres">
      <dgm:prSet presAssocID="{7F7E3016-59FC-4ADF-BFD0-799C12ECEC96}" presName="Name37" presStyleLbl="parChTrans1D2" presStyleIdx="0" presStyleCnt="3"/>
      <dgm:spPr/>
    </dgm:pt>
    <dgm:pt modelId="{206E1AC8-D736-4613-A7DD-E82CD830B350}" type="pres">
      <dgm:prSet presAssocID="{7EC10244-DFAE-4FF0-A2DF-E8F0EF9F8A18}" presName="hierRoot2" presStyleCnt="0">
        <dgm:presLayoutVars>
          <dgm:hierBranch val="init"/>
        </dgm:presLayoutVars>
      </dgm:prSet>
      <dgm:spPr/>
    </dgm:pt>
    <dgm:pt modelId="{DB8747FD-D672-4B0D-9EA7-0B9D9471C894}" type="pres">
      <dgm:prSet presAssocID="{7EC10244-DFAE-4FF0-A2DF-E8F0EF9F8A18}" presName="rootComposite" presStyleCnt="0"/>
      <dgm:spPr/>
    </dgm:pt>
    <dgm:pt modelId="{C29E0752-DC52-4C89-A9FA-21AB0E7B82E9}" type="pres">
      <dgm:prSet presAssocID="{7EC10244-DFAE-4FF0-A2DF-E8F0EF9F8A18}" presName="rootText" presStyleLbl="node2" presStyleIdx="0" presStyleCnt="3">
        <dgm:presLayoutVars>
          <dgm:chPref val="3"/>
        </dgm:presLayoutVars>
      </dgm:prSet>
      <dgm:spPr>
        <a:xfrm>
          <a:off x="177919" y="575038"/>
          <a:ext cx="809462" cy="404731"/>
        </a:xfrm>
        <a:prstGeom prst="rect">
          <a:avLst/>
        </a:prstGeom>
      </dgm:spPr>
    </dgm:pt>
    <dgm:pt modelId="{A7B4B69B-E64A-4855-B686-44DEFEC60F30}" type="pres">
      <dgm:prSet presAssocID="{7EC10244-DFAE-4FF0-A2DF-E8F0EF9F8A18}" presName="rootConnector" presStyleLbl="node2" presStyleIdx="0" presStyleCnt="3"/>
      <dgm:spPr/>
    </dgm:pt>
    <dgm:pt modelId="{0C08A625-A650-4178-B3C4-C813E4CCDEC6}" type="pres">
      <dgm:prSet presAssocID="{7EC10244-DFAE-4FF0-A2DF-E8F0EF9F8A18}" presName="hierChild4" presStyleCnt="0"/>
      <dgm:spPr/>
    </dgm:pt>
    <dgm:pt modelId="{4D20A0AC-A81A-40B4-A832-CE63F2769165}" type="pres">
      <dgm:prSet presAssocID="{7EC10244-DFAE-4FF0-A2DF-E8F0EF9F8A18}" presName="hierChild5" presStyleCnt="0"/>
      <dgm:spPr/>
    </dgm:pt>
    <dgm:pt modelId="{6DC5DFDD-26F5-4BA8-A331-6DF3A1CA3BE2}" type="pres">
      <dgm:prSet presAssocID="{AA8C3086-2F4E-44FB-8B67-ECD90760BFEE}" presName="Name37" presStyleLbl="parChTrans1D2" presStyleIdx="1" presStyleCnt="3"/>
      <dgm:spPr/>
    </dgm:pt>
    <dgm:pt modelId="{66A5E2E4-66CE-4C9A-B2B6-8D0B4FBB58F3}" type="pres">
      <dgm:prSet presAssocID="{96B42AF5-AEF9-4142-8529-CFFA3DCF462A}" presName="hierRoot2" presStyleCnt="0">
        <dgm:presLayoutVars>
          <dgm:hierBranch val="init"/>
        </dgm:presLayoutVars>
      </dgm:prSet>
      <dgm:spPr/>
    </dgm:pt>
    <dgm:pt modelId="{3DA717E3-DA3E-4EC5-A9AF-EAD98E21AACE}" type="pres">
      <dgm:prSet presAssocID="{96B42AF5-AEF9-4142-8529-CFFA3DCF462A}" presName="rootComposite" presStyleCnt="0"/>
      <dgm:spPr/>
    </dgm:pt>
    <dgm:pt modelId="{FAD4025A-93C1-476A-9C7A-06A1BE1C9899}" type="pres">
      <dgm:prSet presAssocID="{96B42AF5-AEF9-4142-8529-CFFA3DCF462A}" presName="rootText" presStyleLbl="node2" presStyleIdx="1" presStyleCnt="3">
        <dgm:presLayoutVars>
          <dgm:chPref val="3"/>
        </dgm:presLayoutVars>
      </dgm:prSet>
      <dgm:spPr/>
    </dgm:pt>
    <dgm:pt modelId="{1BD61907-380A-40B4-A0FF-30BB3098A4C5}" type="pres">
      <dgm:prSet presAssocID="{96B42AF5-AEF9-4142-8529-CFFA3DCF462A}" presName="rootConnector" presStyleLbl="node2" presStyleIdx="1" presStyleCnt="3"/>
      <dgm:spPr/>
    </dgm:pt>
    <dgm:pt modelId="{F45DEBA1-BB22-4F3A-A3D3-D5EAD444D392}" type="pres">
      <dgm:prSet presAssocID="{96B42AF5-AEF9-4142-8529-CFFA3DCF462A}" presName="hierChild4" presStyleCnt="0"/>
      <dgm:spPr/>
    </dgm:pt>
    <dgm:pt modelId="{9C7D9A81-9E19-4679-94DD-057156E0AF0C}" type="pres">
      <dgm:prSet presAssocID="{96B42AF5-AEF9-4142-8529-CFFA3DCF462A}" presName="hierChild5" presStyleCnt="0"/>
      <dgm:spPr/>
    </dgm:pt>
    <dgm:pt modelId="{F4FCACAA-B219-4C6E-AEF9-6D35F2019237}" type="pres">
      <dgm:prSet presAssocID="{F565C9A7-17BE-46BF-9C63-A1594B4595C5}" presName="Name37" presStyleLbl="parChTrans1D2" presStyleIdx="2" presStyleCnt="3"/>
      <dgm:spPr/>
    </dgm:pt>
    <dgm:pt modelId="{534B7B1A-C5FC-4619-9601-E9C14E9E543D}" type="pres">
      <dgm:prSet presAssocID="{96EC12E1-D477-4E5C-B37C-05C75EA19687}" presName="hierRoot2" presStyleCnt="0">
        <dgm:presLayoutVars>
          <dgm:hierBranch val="init"/>
        </dgm:presLayoutVars>
      </dgm:prSet>
      <dgm:spPr/>
    </dgm:pt>
    <dgm:pt modelId="{CFDCB5BE-E8B2-4B42-992A-AFDDA3A0399D}" type="pres">
      <dgm:prSet presAssocID="{96EC12E1-D477-4E5C-B37C-05C75EA19687}" presName="rootComposite" presStyleCnt="0"/>
      <dgm:spPr/>
    </dgm:pt>
    <dgm:pt modelId="{16C68839-EF4C-459F-A64F-9A1A8C30C6D9}" type="pres">
      <dgm:prSet presAssocID="{96EC12E1-D477-4E5C-B37C-05C75EA19687}" presName="rootText" presStyleLbl="node2" presStyleIdx="2" presStyleCnt="3">
        <dgm:presLayoutVars>
          <dgm:chPref val="3"/>
        </dgm:presLayoutVars>
      </dgm:prSet>
      <dgm:spPr/>
    </dgm:pt>
    <dgm:pt modelId="{FE678B0A-91C9-4033-8090-0824C338D95A}" type="pres">
      <dgm:prSet presAssocID="{96EC12E1-D477-4E5C-B37C-05C75EA19687}" presName="rootConnector" presStyleLbl="node2" presStyleIdx="2" presStyleCnt="3"/>
      <dgm:spPr/>
    </dgm:pt>
    <dgm:pt modelId="{481CA278-CC00-4C0B-BC57-4D699B25A65E}" type="pres">
      <dgm:prSet presAssocID="{96EC12E1-D477-4E5C-B37C-05C75EA19687}" presName="hierChild4" presStyleCnt="0"/>
      <dgm:spPr/>
    </dgm:pt>
    <dgm:pt modelId="{96206594-D373-4FAD-BE4F-3AA284F4E1BC}" type="pres">
      <dgm:prSet presAssocID="{96EC12E1-D477-4E5C-B37C-05C75EA19687}" presName="hierChild5" presStyleCnt="0"/>
      <dgm:spPr/>
    </dgm:pt>
    <dgm:pt modelId="{A156D3DC-2290-4412-9137-F9075CB64517}" type="pres">
      <dgm:prSet presAssocID="{4076083A-D514-4C0F-8247-9C0D3A4369CA}" presName="hierChild3" presStyleCnt="0"/>
      <dgm:spPr/>
    </dgm:pt>
  </dgm:ptLst>
  <dgm:cxnLst>
    <dgm:cxn modelId="{483D900C-D624-4FC1-8214-FC56D0D3F1D2}" type="presOf" srcId="{4076083A-D514-4C0F-8247-9C0D3A4369CA}" destId="{295639B6-E7BF-45E8-B88A-1035DDB1954A}" srcOrd="0" destOrd="0" presId="urn:microsoft.com/office/officeart/2005/8/layout/orgChart1"/>
    <dgm:cxn modelId="{4FB76F10-28EC-4D6E-BC22-D001D724FD26}" type="presOf" srcId="{96B42AF5-AEF9-4142-8529-CFFA3DCF462A}" destId="{FAD4025A-93C1-476A-9C7A-06A1BE1C9899}" srcOrd="0" destOrd="0" presId="urn:microsoft.com/office/officeart/2005/8/layout/orgChart1"/>
    <dgm:cxn modelId="{7C4D4115-3E47-4412-A183-A45E218ABCF3}" type="presOf" srcId="{7EC10244-DFAE-4FF0-A2DF-E8F0EF9F8A18}" destId="{A7B4B69B-E64A-4855-B686-44DEFEC60F30}" srcOrd="1" destOrd="0" presId="urn:microsoft.com/office/officeart/2005/8/layout/orgChart1"/>
    <dgm:cxn modelId="{0C972529-A40E-4862-A596-FE98B541260D}" srcId="{4076083A-D514-4C0F-8247-9C0D3A4369CA}" destId="{96B42AF5-AEF9-4142-8529-CFFA3DCF462A}" srcOrd="1" destOrd="0" parTransId="{AA8C3086-2F4E-44FB-8B67-ECD90760BFEE}" sibTransId="{030F3EF2-AF62-4F10-96C9-DE0D9115613F}"/>
    <dgm:cxn modelId="{C1AB2729-3E16-44FF-A017-C05E75A9798B}" srcId="{4076083A-D514-4C0F-8247-9C0D3A4369CA}" destId="{96EC12E1-D477-4E5C-B37C-05C75EA19687}" srcOrd="2" destOrd="0" parTransId="{F565C9A7-17BE-46BF-9C63-A1594B4595C5}" sibTransId="{F310A177-2DF4-4962-B943-48F08D3D547D}"/>
    <dgm:cxn modelId="{73A07A33-3AA7-4848-A4FC-703EDB54C2C0}" type="presOf" srcId="{F565C9A7-17BE-46BF-9C63-A1594B4595C5}" destId="{F4FCACAA-B219-4C6E-AEF9-6D35F2019237}" srcOrd="0" destOrd="0" presId="urn:microsoft.com/office/officeart/2005/8/layout/orgChart1"/>
    <dgm:cxn modelId="{D673933B-7C26-44A3-8BFB-44977C9C5F57}" type="presOf" srcId="{4076083A-D514-4C0F-8247-9C0D3A4369CA}" destId="{520BF4C1-980C-4258-8F65-75E8787472CA}" srcOrd="1" destOrd="0" presId="urn:microsoft.com/office/officeart/2005/8/layout/orgChart1"/>
    <dgm:cxn modelId="{70A8CA61-D990-42D9-A653-7A0A9B2989EA}" type="presOf" srcId="{96B42AF5-AEF9-4142-8529-CFFA3DCF462A}" destId="{1BD61907-380A-40B4-A0FF-30BB3098A4C5}" srcOrd="1" destOrd="0" presId="urn:microsoft.com/office/officeart/2005/8/layout/orgChart1"/>
    <dgm:cxn modelId="{5D1FED61-D27A-4F32-A5F9-171FE2CCB914}" srcId="{4076083A-D514-4C0F-8247-9C0D3A4369CA}" destId="{7EC10244-DFAE-4FF0-A2DF-E8F0EF9F8A18}" srcOrd="0" destOrd="0" parTransId="{7F7E3016-59FC-4ADF-BFD0-799C12ECEC96}" sibTransId="{1620D648-9D7D-4FB9-85DA-217D22DAE111}"/>
    <dgm:cxn modelId="{8372EE44-EEC6-4125-B284-8F03F424F39C}" type="presOf" srcId="{96EC12E1-D477-4E5C-B37C-05C75EA19687}" destId="{16C68839-EF4C-459F-A64F-9A1A8C30C6D9}" srcOrd="0" destOrd="0" presId="urn:microsoft.com/office/officeart/2005/8/layout/orgChart1"/>
    <dgm:cxn modelId="{44CDE165-12EC-483E-BF91-383FFD1194F8}" type="presOf" srcId="{7F7E3016-59FC-4ADF-BFD0-799C12ECEC96}" destId="{0B1B940E-1734-4DEC-8103-AC372F4DB7B4}" srcOrd="0" destOrd="0" presId="urn:microsoft.com/office/officeart/2005/8/layout/orgChart1"/>
    <dgm:cxn modelId="{C80D7A67-1C33-4DF0-B4A4-6C80FA60AEE0}" type="presOf" srcId="{96EC12E1-D477-4E5C-B37C-05C75EA19687}" destId="{FE678B0A-91C9-4033-8090-0824C338D95A}" srcOrd="1" destOrd="0" presId="urn:microsoft.com/office/officeart/2005/8/layout/orgChart1"/>
    <dgm:cxn modelId="{5B795B85-ED6A-46CA-B67C-542389CFB84B}" srcId="{BD12AE14-A551-4E76-B259-38A31849210E}" destId="{4076083A-D514-4C0F-8247-9C0D3A4369CA}" srcOrd="0" destOrd="0" parTransId="{76A4B564-6A9A-4082-A519-007626494D7C}" sibTransId="{83308F6C-14AA-4D22-BD2D-1D54AB672982}"/>
    <dgm:cxn modelId="{9BFD7C87-DDD8-4AAA-AD12-C34366D5A44F}" type="presOf" srcId="{7EC10244-DFAE-4FF0-A2DF-E8F0EF9F8A18}" destId="{C29E0752-DC52-4C89-A9FA-21AB0E7B82E9}" srcOrd="0" destOrd="0" presId="urn:microsoft.com/office/officeart/2005/8/layout/orgChart1"/>
    <dgm:cxn modelId="{57F492A8-E617-4ADD-BCF3-7BB782119215}" type="presOf" srcId="{BD12AE14-A551-4E76-B259-38A31849210E}" destId="{DE64AE87-2476-4289-89B7-B1D26A66D1DA}" srcOrd="0" destOrd="0" presId="urn:microsoft.com/office/officeart/2005/8/layout/orgChart1"/>
    <dgm:cxn modelId="{B91796F5-5261-4956-8C10-19F4156D54BA}" type="presOf" srcId="{AA8C3086-2F4E-44FB-8B67-ECD90760BFEE}" destId="{6DC5DFDD-26F5-4BA8-A331-6DF3A1CA3BE2}" srcOrd="0" destOrd="0" presId="urn:microsoft.com/office/officeart/2005/8/layout/orgChart1"/>
    <dgm:cxn modelId="{89D4F263-8AF4-444C-B60E-5F8B528F71B2}" type="presParOf" srcId="{DE64AE87-2476-4289-89B7-B1D26A66D1DA}" destId="{56E2AE65-AFE0-4D03-BDAA-1CE314B1F84E}" srcOrd="0" destOrd="0" presId="urn:microsoft.com/office/officeart/2005/8/layout/orgChart1"/>
    <dgm:cxn modelId="{364552D2-939D-4A18-9BA6-0BF695C1D736}" type="presParOf" srcId="{56E2AE65-AFE0-4D03-BDAA-1CE314B1F84E}" destId="{E6D15A72-B982-42D7-AC7E-C58927028796}" srcOrd="0" destOrd="0" presId="urn:microsoft.com/office/officeart/2005/8/layout/orgChart1"/>
    <dgm:cxn modelId="{FE85AB7B-F9CB-4C49-BBFF-F3E4302DDC16}" type="presParOf" srcId="{E6D15A72-B982-42D7-AC7E-C58927028796}" destId="{295639B6-E7BF-45E8-B88A-1035DDB1954A}" srcOrd="0" destOrd="0" presId="urn:microsoft.com/office/officeart/2005/8/layout/orgChart1"/>
    <dgm:cxn modelId="{7BD12F60-7CDA-4137-B890-A056BC3868D9}" type="presParOf" srcId="{E6D15A72-B982-42D7-AC7E-C58927028796}" destId="{520BF4C1-980C-4258-8F65-75E8787472CA}" srcOrd="1" destOrd="0" presId="urn:microsoft.com/office/officeart/2005/8/layout/orgChart1"/>
    <dgm:cxn modelId="{470BC79B-5787-4EC3-B650-F37555317EE9}" type="presParOf" srcId="{56E2AE65-AFE0-4D03-BDAA-1CE314B1F84E}" destId="{02B20B40-D6BD-4E5C-A725-20153CFA4065}" srcOrd="1" destOrd="0" presId="urn:microsoft.com/office/officeart/2005/8/layout/orgChart1"/>
    <dgm:cxn modelId="{2462E7CC-0371-4275-B347-5F21CA1F368B}" type="presParOf" srcId="{02B20B40-D6BD-4E5C-A725-20153CFA4065}" destId="{0B1B940E-1734-4DEC-8103-AC372F4DB7B4}" srcOrd="0" destOrd="0" presId="urn:microsoft.com/office/officeart/2005/8/layout/orgChart1"/>
    <dgm:cxn modelId="{AD22A469-A81C-4652-AB4B-CBE8A287B3BD}" type="presParOf" srcId="{02B20B40-D6BD-4E5C-A725-20153CFA4065}" destId="{206E1AC8-D736-4613-A7DD-E82CD830B350}" srcOrd="1" destOrd="0" presId="urn:microsoft.com/office/officeart/2005/8/layout/orgChart1"/>
    <dgm:cxn modelId="{27FA60B9-E784-4836-9691-F0877614F0AA}" type="presParOf" srcId="{206E1AC8-D736-4613-A7DD-E82CD830B350}" destId="{DB8747FD-D672-4B0D-9EA7-0B9D9471C894}" srcOrd="0" destOrd="0" presId="urn:microsoft.com/office/officeart/2005/8/layout/orgChart1"/>
    <dgm:cxn modelId="{39DE0879-969F-4F76-A338-152C3451E38F}" type="presParOf" srcId="{DB8747FD-D672-4B0D-9EA7-0B9D9471C894}" destId="{C29E0752-DC52-4C89-A9FA-21AB0E7B82E9}" srcOrd="0" destOrd="0" presId="urn:microsoft.com/office/officeart/2005/8/layout/orgChart1"/>
    <dgm:cxn modelId="{3AA76A90-F750-4172-AA1D-34F52838D6FA}" type="presParOf" srcId="{DB8747FD-D672-4B0D-9EA7-0B9D9471C894}" destId="{A7B4B69B-E64A-4855-B686-44DEFEC60F30}" srcOrd="1" destOrd="0" presId="urn:microsoft.com/office/officeart/2005/8/layout/orgChart1"/>
    <dgm:cxn modelId="{A4088516-0729-4FA7-97EE-09D397519A2A}" type="presParOf" srcId="{206E1AC8-D736-4613-A7DD-E82CD830B350}" destId="{0C08A625-A650-4178-B3C4-C813E4CCDEC6}" srcOrd="1" destOrd="0" presId="urn:microsoft.com/office/officeart/2005/8/layout/orgChart1"/>
    <dgm:cxn modelId="{7E273B40-27EC-401C-894B-FDC5AA357853}" type="presParOf" srcId="{206E1AC8-D736-4613-A7DD-E82CD830B350}" destId="{4D20A0AC-A81A-40B4-A832-CE63F2769165}" srcOrd="2" destOrd="0" presId="urn:microsoft.com/office/officeart/2005/8/layout/orgChart1"/>
    <dgm:cxn modelId="{D2CAB777-F752-4BDD-BD00-4A7100A27C87}" type="presParOf" srcId="{02B20B40-D6BD-4E5C-A725-20153CFA4065}" destId="{6DC5DFDD-26F5-4BA8-A331-6DF3A1CA3BE2}" srcOrd="2" destOrd="0" presId="urn:microsoft.com/office/officeart/2005/8/layout/orgChart1"/>
    <dgm:cxn modelId="{526D6386-7176-4638-810E-739EFBA2517F}" type="presParOf" srcId="{02B20B40-D6BD-4E5C-A725-20153CFA4065}" destId="{66A5E2E4-66CE-4C9A-B2B6-8D0B4FBB58F3}" srcOrd="3" destOrd="0" presId="urn:microsoft.com/office/officeart/2005/8/layout/orgChart1"/>
    <dgm:cxn modelId="{B49A3337-9774-4304-BA1C-7F55F30B93F6}" type="presParOf" srcId="{66A5E2E4-66CE-4C9A-B2B6-8D0B4FBB58F3}" destId="{3DA717E3-DA3E-4EC5-A9AF-EAD98E21AACE}" srcOrd="0" destOrd="0" presId="urn:microsoft.com/office/officeart/2005/8/layout/orgChart1"/>
    <dgm:cxn modelId="{86EB42C3-585F-4FA1-9A77-5DCF558C510A}" type="presParOf" srcId="{3DA717E3-DA3E-4EC5-A9AF-EAD98E21AACE}" destId="{FAD4025A-93C1-476A-9C7A-06A1BE1C9899}" srcOrd="0" destOrd="0" presId="urn:microsoft.com/office/officeart/2005/8/layout/orgChart1"/>
    <dgm:cxn modelId="{07FEB4D8-2D82-49F2-9A84-FAD2FFB0F377}" type="presParOf" srcId="{3DA717E3-DA3E-4EC5-A9AF-EAD98E21AACE}" destId="{1BD61907-380A-40B4-A0FF-30BB3098A4C5}" srcOrd="1" destOrd="0" presId="urn:microsoft.com/office/officeart/2005/8/layout/orgChart1"/>
    <dgm:cxn modelId="{6F7689F8-0F13-42F4-8BED-89AD9C232340}" type="presParOf" srcId="{66A5E2E4-66CE-4C9A-B2B6-8D0B4FBB58F3}" destId="{F45DEBA1-BB22-4F3A-A3D3-D5EAD444D392}" srcOrd="1" destOrd="0" presId="urn:microsoft.com/office/officeart/2005/8/layout/orgChart1"/>
    <dgm:cxn modelId="{7F92888C-2F63-4683-A526-102B10127A9B}" type="presParOf" srcId="{66A5E2E4-66CE-4C9A-B2B6-8D0B4FBB58F3}" destId="{9C7D9A81-9E19-4679-94DD-057156E0AF0C}" srcOrd="2" destOrd="0" presId="urn:microsoft.com/office/officeart/2005/8/layout/orgChart1"/>
    <dgm:cxn modelId="{84F565CD-75E7-4AA9-8E03-9BFE5B025EFF}" type="presParOf" srcId="{02B20B40-D6BD-4E5C-A725-20153CFA4065}" destId="{F4FCACAA-B219-4C6E-AEF9-6D35F2019237}" srcOrd="4" destOrd="0" presId="urn:microsoft.com/office/officeart/2005/8/layout/orgChart1"/>
    <dgm:cxn modelId="{83E549BB-FE24-4C87-BC80-75B7175EDDD3}" type="presParOf" srcId="{02B20B40-D6BD-4E5C-A725-20153CFA4065}" destId="{534B7B1A-C5FC-4619-9601-E9C14E9E543D}" srcOrd="5" destOrd="0" presId="urn:microsoft.com/office/officeart/2005/8/layout/orgChart1"/>
    <dgm:cxn modelId="{CBE1679C-8217-4570-8087-33B9E44EAB06}" type="presParOf" srcId="{534B7B1A-C5FC-4619-9601-E9C14E9E543D}" destId="{CFDCB5BE-E8B2-4B42-992A-AFDDA3A0399D}" srcOrd="0" destOrd="0" presId="urn:microsoft.com/office/officeart/2005/8/layout/orgChart1"/>
    <dgm:cxn modelId="{1DCD7185-BA0F-4980-BFD6-5E1318AF2834}" type="presParOf" srcId="{CFDCB5BE-E8B2-4B42-992A-AFDDA3A0399D}" destId="{16C68839-EF4C-459F-A64F-9A1A8C30C6D9}" srcOrd="0" destOrd="0" presId="urn:microsoft.com/office/officeart/2005/8/layout/orgChart1"/>
    <dgm:cxn modelId="{FD432255-B74D-4303-8148-C9F85A9B73E3}" type="presParOf" srcId="{CFDCB5BE-E8B2-4B42-992A-AFDDA3A0399D}" destId="{FE678B0A-91C9-4033-8090-0824C338D95A}" srcOrd="1" destOrd="0" presId="urn:microsoft.com/office/officeart/2005/8/layout/orgChart1"/>
    <dgm:cxn modelId="{ACE69A9B-89D7-4995-BAD6-589703AE21E8}" type="presParOf" srcId="{534B7B1A-C5FC-4619-9601-E9C14E9E543D}" destId="{481CA278-CC00-4C0B-BC57-4D699B25A65E}" srcOrd="1" destOrd="0" presId="urn:microsoft.com/office/officeart/2005/8/layout/orgChart1"/>
    <dgm:cxn modelId="{859210A1-B242-45CE-B153-679BC137CC03}" type="presParOf" srcId="{534B7B1A-C5FC-4619-9601-E9C14E9E543D}" destId="{96206594-D373-4FAD-BE4F-3AA284F4E1BC}" srcOrd="2" destOrd="0" presId="urn:microsoft.com/office/officeart/2005/8/layout/orgChart1"/>
    <dgm:cxn modelId="{9E138824-55E7-4F31-82A3-C729E91DD672}" type="presParOf" srcId="{56E2AE65-AFE0-4D03-BDAA-1CE314B1F84E}" destId="{A156D3DC-2290-4412-9137-F9075CB64517}"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D12AE14-A551-4E76-B259-38A31849210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4076083A-D514-4C0F-8247-9C0D3A4369CA}">
      <dgm:prSet phldrT="[Text]" custT="1"/>
      <dgm:spPr/>
      <dgm:t>
        <a:bodyPr/>
        <a:lstStyle/>
        <a:p>
          <a:r>
            <a:rPr lang="en-US" sz="600" dirty="0"/>
            <a:t>Preventing inventory losses</a:t>
          </a:r>
          <a:endParaRPr lang="en-ZA" sz="600" dirty="0"/>
        </a:p>
      </dgm:t>
    </dgm:pt>
    <dgm:pt modelId="{76A4B564-6A9A-4082-A519-007626494D7C}" type="parTrans" cxnId="{5B795B85-ED6A-46CA-B67C-542389CFB84B}">
      <dgm:prSet/>
      <dgm:spPr/>
      <dgm:t>
        <a:bodyPr/>
        <a:lstStyle/>
        <a:p>
          <a:endParaRPr lang="en-ZA" sz="600"/>
        </a:p>
      </dgm:t>
    </dgm:pt>
    <dgm:pt modelId="{83308F6C-14AA-4D22-BD2D-1D54AB672982}" type="sibTrans" cxnId="{5B795B85-ED6A-46CA-B67C-542389CFB84B}">
      <dgm:prSet/>
      <dgm:spPr/>
      <dgm:t>
        <a:bodyPr/>
        <a:lstStyle/>
        <a:p>
          <a:endParaRPr lang="en-ZA" sz="600"/>
        </a:p>
      </dgm:t>
    </dgm:pt>
    <dgm:pt modelId="{7EC10244-DFAE-4FF0-A2DF-E8F0EF9F8A1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3810" tIns="3810" rIns="3810" bIns="3810" numCol="1" spcCol="1270" anchor="ctr" anchorCtr="0"/>
        <a:lstStyle/>
        <a:p>
          <a:pPr marL="0" lvl="0" indent="0" algn="ctr" defTabSz="266700">
            <a:lnSpc>
              <a:spcPct val="90000"/>
            </a:lnSpc>
            <a:spcBef>
              <a:spcPct val="0"/>
            </a:spcBef>
            <a:spcAft>
              <a:spcPct val="35000"/>
            </a:spcAft>
            <a:buNone/>
          </a:pPr>
          <a:r>
            <a:rPr lang="en-US" sz="600" kern="1200" dirty="0">
              <a:solidFill>
                <a:prstClr val="white"/>
              </a:solidFill>
              <a:latin typeface="Tahoma"/>
              <a:ea typeface="ＭＳ Ｐゴシック"/>
              <a:cs typeface="+mn-cs"/>
            </a:rPr>
            <a:t>Proper control</a:t>
          </a:r>
          <a:endParaRPr lang="en-ZA" sz="600" kern="1200" dirty="0">
            <a:solidFill>
              <a:prstClr val="white"/>
            </a:solidFill>
            <a:latin typeface="Tahoma"/>
            <a:ea typeface="ＭＳ Ｐゴシック"/>
            <a:cs typeface="+mn-cs"/>
          </a:endParaRPr>
        </a:p>
      </dgm:t>
    </dgm:pt>
    <dgm:pt modelId="{7F7E3016-59FC-4ADF-BFD0-799C12ECEC96}" type="parTrans" cxnId="{5D1FED61-D27A-4F32-A5F9-171FE2CCB914}">
      <dgm:prSet/>
      <dgm:spPr/>
      <dgm:t>
        <a:bodyPr/>
        <a:lstStyle/>
        <a:p>
          <a:endParaRPr lang="en-ZA" sz="600"/>
        </a:p>
      </dgm:t>
    </dgm:pt>
    <dgm:pt modelId="{1620D648-9D7D-4FB9-85DA-217D22DAE111}" type="sibTrans" cxnId="{5D1FED61-D27A-4F32-A5F9-171FE2CCB914}">
      <dgm:prSet/>
      <dgm:spPr/>
      <dgm:t>
        <a:bodyPr/>
        <a:lstStyle/>
        <a:p>
          <a:endParaRPr lang="en-ZA" sz="600"/>
        </a:p>
      </dgm:t>
    </dgm:pt>
    <dgm:pt modelId="{96B42AF5-AEF9-4142-8529-CFFA3DCF462A}">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3810" tIns="3810" rIns="3810" bIns="3810" numCol="1" spcCol="1270" anchor="ctr" anchorCtr="0"/>
        <a:lstStyle/>
        <a:p>
          <a:pPr marL="0" lvl="0" indent="0" algn="ctr" defTabSz="266700">
            <a:lnSpc>
              <a:spcPct val="90000"/>
            </a:lnSpc>
            <a:spcBef>
              <a:spcPct val="0"/>
            </a:spcBef>
            <a:spcAft>
              <a:spcPct val="35000"/>
            </a:spcAft>
            <a:buNone/>
          </a:pPr>
          <a:r>
            <a:rPr lang="en-US" sz="600" kern="1200" dirty="0">
              <a:solidFill>
                <a:prstClr val="white"/>
              </a:solidFill>
              <a:latin typeface="Tahoma"/>
              <a:ea typeface="ＭＳ Ｐゴシック"/>
              <a:cs typeface="+mn-cs"/>
            </a:rPr>
            <a:t>Preventive measures</a:t>
          </a:r>
          <a:endParaRPr lang="en-ZA" sz="600" kern="1200" dirty="0">
            <a:solidFill>
              <a:prstClr val="white"/>
            </a:solidFill>
            <a:latin typeface="Tahoma"/>
            <a:ea typeface="ＭＳ Ｐゴシック"/>
            <a:cs typeface="+mn-cs"/>
          </a:endParaRPr>
        </a:p>
      </dgm:t>
    </dgm:pt>
    <dgm:pt modelId="{AA8C3086-2F4E-44FB-8B67-ECD90760BFEE}" type="parTrans" cxnId="{0C972529-A40E-4862-A596-FE98B541260D}">
      <dgm:prSet/>
      <dgm:spPr/>
      <dgm:t>
        <a:bodyPr/>
        <a:lstStyle/>
        <a:p>
          <a:endParaRPr lang="en-ZA" sz="600"/>
        </a:p>
      </dgm:t>
    </dgm:pt>
    <dgm:pt modelId="{030F3EF2-AF62-4F10-96C9-DE0D9115613F}" type="sibTrans" cxnId="{0C972529-A40E-4862-A596-FE98B541260D}">
      <dgm:prSet/>
      <dgm:spPr/>
      <dgm:t>
        <a:bodyPr/>
        <a:lstStyle/>
        <a:p>
          <a:endParaRPr lang="en-ZA" sz="600"/>
        </a:p>
      </dgm:t>
    </dgm:pt>
    <dgm:pt modelId="{96EC12E1-D477-4E5C-B37C-05C75EA19687}">
      <dgm:prSet phldrT="[Text]" custT="1"/>
      <dgm:spPr>
        <a:solidFill>
          <a:schemeClr val="accent2">
            <a:lumMod val="40000"/>
            <a:lumOff val="60000"/>
          </a:schemeClr>
        </a:solidFill>
        <a:ln>
          <a:solidFill>
            <a:schemeClr val="accent2">
              <a:lumMod val="40000"/>
              <a:lumOff val="60000"/>
            </a:schemeClr>
          </a:solidFill>
        </a:ln>
      </dgm:spPr>
      <dgm:t>
        <a:bodyPr/>
        <a:lstStyle/>
        <a:p>
          <a:r>
            <a:rPr lang="en-US" sz="600" dirty="0">
              <a:solidFill>
                <a:schemeClr val="tx1"/>
              </a:solidFill>
            </a:rPr>
            <a:t>Reduction of eventual losses through insurance</a:t>
          </a:r>
          <a:endParaRPr lang="en-ZA" sz="600" dirty="0">
            <a:solidFill>
              <a:schemeClr val="tx1"/>
            </a:solidFill>
          </a:endParaRPr>
        </a:p>
      </dgm:t>
    </dgm:pt>
    <dgm:pt modelId="{F565C9A7-17BE-46BF-9C63-A1594B4595C5}" type="parTrans" cxnId="{C1AB2729-3E16-44FF-A017-C05E75A9798B}">
      <dgm:prSet/>
      <dgm:spPr/>
      <dgm:t>
        <a:bodyPr/>
        <a:lstStyle/>
        <a:p>
          <a:endParaRPr lang="en-ZA" sz="600"/>
        </a:p>
      </dgm:t>
    </dgm:pt>
    <dgm:pt modelId="{F310A177-2DF4-4962-B943-48F08D3D547D}" type="sibTrans" cxnId="{C1AB2729-3E16-44FF-A017-C05E75A9798B}">
      <dgm:prSet/>
      <dgm:spPr/>
      <dgm:t>
        <a:bodyPr/>
        <a:lstStyle/>
        <a:p>
          <a:endParaRPr lang="en-ZA" sz="600"/>
        </a:p>
      </dgm:t>
    </dgm:pt>
    <dgm:pt modelId="{DE64AE87-2476-4289-89B7-B1D26A66D1DA}" type="pres">
      <dgm:prSet presAssocID="{BD12AE14-A551-4E76-B259-38A31849210E}" presName="hierChild1" presStyleCnt="0">
        <dgm:presLayoutVars>
          <dgm:orgChart val="1"/>
          <dgm:chPref val="1"/>
          <dgm:dir/>
          <dgm:animOne val="branch"/>
          <dgm:animLvl val="lvl"/>
          <dgm:resizeHandles/>
        </dgm:presLayoutVars>
      </dgm:prSet>
      <dgm:spPr/>
    </dgm:pt>
    <dgm:pt modelId="{56E2AE65-AFE0-4D03-BDAA-1CE314B1F84E}" type="pres">
      <dgm:prSet presAssocID="{4076083A-D514-4C0F-8247-9C0D3A4369CA}" presName="hierRoot1" presStyleCnt="0">
        <dgm:presLayoutVars>
          <dgm:hierBranch val="init"/>
        </dgm:presLayoutVars>
      </dgm:prSet>
      <dgm:spPr/>
    </dgm:pt>
    <dgm:pt modelId="{E6D15A72-B982-42D7-AC7E-C58927028796}" type="pres">
      <dgm:prSet presAssocID="{4076083A-D514-4C0F-8247-9C0D3A4369CA}" presName="rootComposite1" presStyleCnt="0"/>
      <dgm:spPr/>
    </dgm:pt>
    <dgm:pt modelId="{295639B6-E7BF-45E8-B88A-1035DDB1954A}" type="pres">
      <dgm:prSet presAssocID="{4076083A-D514-4C0F-8247-9C0D3A4369CA}" presName="rootText1" presStyleLbl="node0" presStyleIdx="0" presStyleCnt="1">
        <dgm:presLayoutVars>
          <dgm:chPref val="3"/>
        </dgm:presLayoutVars>
      </dgm:prSet>
      <dgm:spPr/>
    </dgm:pt>
    <dgm:pt modelId="{520BF4C1-980C-4258-8F65-75E8787472CA}" type="pres">
      <dgm:prSet presAssocID="{4076083A-D514-4C0F-8247-9C0D3A4369CA}" presName="rootConnector1" presStyleLbl="node1" presStyleIdx="0" presStyleCnt="0"/>
      <dgm:spPr/>
    </dgm:pt>
    <dgm:pt modelId="{02B20B40-D6BD-4E5C-A725-20153CFA4065}" type="pres">
      <dgm:prSet presAssocID="{4076083A-D514-4C0F-8247-9C0D3A4369CA}" presName="hierChild2" presStyleCnt="0"/>
      <dgm:spPr/>
    </dgm:pt>
    <dgm:pt modelId="{0B1B940E-1734-4DEC-8103-AC372F4DB7B4}" type="pres">
      <dgm:prSet presAssocID="{7F7E3016-59FC-4ADF-BFD0-799C12ECEC96}" presName="Name37" presStyleLbl="parChTrans1D2" presStyleIdx="0" presStyleCnt="3"/>
      <dgm:spPr/>
    </dgm:pt>
    <dgm:pt modelId="{206E1AC8-D736-4613-A7DD-E82CD830B350}" type="pres">
      <dgm:prSet presAssocID="{7EC10244-DFAE-4FF0-A2DF-E8F0EF9F8A18}" presName="hierRoot2" presStyleCnt="0">
        <dgm:presLayoutVars>
          <dgm:hierBranch val="init"/>
        </dgm:presLayoutVars>
      </dgm:prSet>
      <dgm:spPr/>
    </dgm:pt>
    <dgm:pt modelId="{DB8747FD-D672-4B0D-9EA7-0B9D9471C894}" type="pres">
      <dgm:prSet presAssocID="{7EC10244-DFAE-4FF0-A2DF-E8F0EF9F8A18}" presName="rootComposite" presStyleCnt="0"/>
      <dgm:spPr/>
    </dgm:pt>
    <dgm:pt modelId="{C29E0752-DC52-4C89-A9FA-21AB0E7B82E9}" type="pres">
      <dgm:prSet presAssocID="{7EC10244-DFAE-4FF0-A2DF-E8F0EF9F8A18}" presName="rootText" presStyleLbl="node2" presStyleIdx="0" presStyleCnt="3">
        <dgm:presLayoutVars>
          <dgm:chPref val="3"/>
        </dgm:presLayoutVars>
      </dgm:prSet>
      <dgm:spPr>
        <a:xfrm>
          <a:off x="177919" y="575038"/>
          <a:ext cx="809462" cy="404731"/>
        </a:xfrm>
        <a:prstGeom prst="rect">
          <a:avLst/>
        </a:prstGeom>
      </dgm:spPr>
    </dgm:pt>
    <dgm:pt modelId="{A7B4B69B-E64A-4855-B686-44DEFEC60F30}" type="pres">
      <dgm:prSet presAssocID="{7EC10244-DFAE-4FF0-A2DF-E8F0EF9F8A18}" presName="rootConnector" presStyleLbl="node2" presStyleIdx="0" presStyleCnt="3"/>
      <dgm:spPr/>
    </dgm:pt>
    <dgm:pt modelId="{0C08A625-A650-4178-B3C4-C813E4CCDEC6}" type="pres">
      <dgm:prSet presAssocID="{7EC10244-DFAE-4FF0-A2DF-E8F0EF9F8A18}" presName="hierChild4" presStyleCnt="0"/>
      <dgm:spPr/>
    </dgm:pt>
    <dgm:pt modelId="{4D20A0AC-A81A-40B4-A832-CE63F2769165}" type="pres">
      <dgm:prSet presAssocID="{7EC10244-DFAE-4FF0-A2DF-E8F0EF9F8A18}" presName="hierChild5" presStyleCnt="0"/>
      <dgm:spPr/>
    </dgm:pt>
    <dgm:pt modelId="{6DC5DFDD-26F5-4BA8-A331-6DF3A1CA3BE2}" type="pres">
      <dgm:prSet presAssocID="{AA8C3086-2F4E-44FB-8B67-ECD90760BFEE}" presName="Name37" presStyleLbl="parChTrans1D2" presStyleIdx="1" presStyleCnt="3"/>
      <dgm:spPr/>
    </dgm:pt>
    <dgm:pt modelId="{66A5E2E4-66CE-4C9A-B2B6-8D0B4FBB58F3}" type="pres">
      <dgm:prSet presAssocID="{96B42AF5-AEF9-4142-8529-CFFA3DCF462A}" presName="hierRoot2" presStyleCnt="0">
        <dgm:presLayoutVars>
          <dgm:hierBranch val="init"/>
        </dgm:presLayoutVars>
      </dgm:prSet>
      <dgm:spPr/>
    </dgm:pt>
    <dgm:pt modelId="{3DA717E3-DA3E-4EC5-A9AF-EAD98E21AACE}" type="pres">
      <dgm:prSet presAssocID="{96B42AF5-AEF9-4142-8529-CFFA3DCF462A}" presName="rootComposite" presStyleCnt="0"/>
      <dgm:spPr/>
    </dgm:pt>
    <dgm:pt modelId="{FAD4025A-93C1-476A-9C7A-06A1BE1C9899}" type="pres">
      <dgm:prSet presAssocID="{96B42AF5-AEF9-4142-8529-CFFA3DCF462A}" presName="rootText" presStyleLbl="node2" presStyleIdx="1" presStyleCnt="3">
        <dgm:presLayoutVars>
          <dgm:chPref val="3"/>
        </dgm:presLayoutVars>
      </dgm:prSet>
      <dgm:spPr>
        <a:xfrm>
          <a:off x="1157368" y="575038"/>
          <a:ext cx="809462" cy="404731"/>
        </a:xfrm>
        <a:prstGeom prst="rect">
          <a:avLst/>
        </a:prstGeom>
      </dgm:spPr>
    </dgm:pt>
    <dgm:pt modelId="{1BD61907-380A-40B4-A0FF-30BB3098A4C5}" type="pres">
      <dgm:prSet presAssocID="{96B42AF5-AEF9-4142-8529-CFFA3DCF462A}" presName="rootConnector" presStyleLbl="node2" presStyleIdx="1" presStyleCnt="3"/>
      <dgm:spPr/>
    </dgm:pt>
    <dgm:pt modelId="{F45DEBA1-BB22-4F3A-A3D3-D5EAD444D392}" type="pres">
      <dgm:prSet presAssocID="{96B42AF5-AEF9-4142-8529-CFFA3DCF462A}" presName="hierChild4" presStyleCnt="0"/>
      <dgm:spPr/>
    </dgm:pt>
    <dgm:pt modelId="{9C7D9A81-9E19-4679-94DD-057156E0AF0C}" type="pres">
      <dgm:prSet presAssocID="{96B42AF5-AEF9-4142-8529-CFFA3DCF462A}" presName="hierChild5" presStyleCnt="0"/>
      <dgm:spPr/>
    </dgm:pt>
    <dgm:pt modelId="{F4FCACAA-B219-4C6E-AEF9-6D35F2019237}" type="pres">
      <dgm:prSet presAssocID="{F565C9A7-17BE-46BF-9C63-A1594B4595C5}" presName="Name37" presStyleLbl="parChTrans1D2" presStyleIdx="2" presStyleCnt="3"/>
      <dgm:spPr/>
    </dgm:pt>
    <dgm:pt modelId="{534B7B1A-C5FC-4619-9601-E9C14E9E543D}" type="pres">
      <dgm:prSet presAssocID="{96EC12E1-D477-4E5C-B37C-05C75EA19687}" presName="hierRoot2" presStyleCnt="0">
        <dgm:presLayoutVars>
          <dgm:hierBranch val="init"/>
        </dgm:presLayoutVars>
      </dgm:prSet>
      <dgm:spPr/>
    </dgm:pt>
    <dgm:pt modelId="{CFDCB5BE-E8B2-4B42-992A-AFDDA3A0399D}" type="pres">
      <dgm:prSet presAssocID="{96EC12E1-D477-4E5C-B37C-05C75EA19687}" presName="rootComposite" presStyleCnt="0"/>
      <dgm:spPr/>
    </dgm:pt>
    <dgm:pt modelId="{16C68839-EF4C-459F-A64F-9A1A8C30C6D9}" type="pres">
      <dgm:prSet presAssocID="{96EC12E1-D477-4E5C-B37C-05C75EA19687}" presName="rootText" presStyleLbl="node2" presStyleIdx="2" presStyleCnt="3">
        <dgm:presLayoutVars>
          <dgm:chPref val="3"/>
        </dgm:presLayoutVars>
      </dgm:prSet>
      <dgm:spPr/>
    </dgm:pt>
    <dgm:pt modelId="{FE678B0A-91C9-4033-8090-0824C338D95A}" type="pres">
      <dgm:prSet presAssocID="{96EC12E1-D477-4E5C-B37C-05C75EA19687}" presName="rootConnector" presStyleLbl="node2" presStyleIdx="2" presStyleCnt="3"/>
      <dgm:spPr/>
    </dgm:pt>
    <dgm:pt modelId="{481CA278-CC00-4C0B-BC57-4D699B25A65E}" type="pres">
      <dgm:prSet presAssocID="{96EC12E1-D477-4E5C-B37C-05C75EA19687}" presName="hierChild4" presStyleCnt="0"/>
      <dgm:spPr/>
    </dgm:pt>
    <dgm:pt modelId="{96206594-D373-4FAD-BE4F-3AA284F4E1BC}" type="pres">
      <dgm:prSet presAssocID="{96EC12E1-D477-4E5C-B37C-05C75EA19687}" presName="hierChild5" presStyleCnt="0"/>
      <dgm:spPr/>
    </dgm:pt>
    <dgm:pt modelId="{A156D3DC-2290-4412-9137-F9075CB64517}" type="pres">
      <dgm:prSet presAssocID="{4076083A-D514-4C0F-8247-9C0D3A4369CA}" presName="hierChild3" presStyleCnt="0"/>
      <dgm:spPr/>
    </dgm:pt>
  </dgm:ptLst>
  <dgm:cxnLst>
    <dgm:cxn modelId="{483D900C-D624-4FC1-8214-FC56D0D3F1D2}" type="presOf" srcId="{4076083A-D514-4C0F-8247-9C0D3A4369CA}" destId="{295639B6-E7BF-45E8-B88A-1035DDB1954A}" srcOrd="0" destOrd="0" presId="urn:microsoft.com/office/officeart/2005/8/layout/orgChart1"/>
    <dgm:cxn modelId="{4FB76F10-28EC-4D6E-BC22-D001D724FD26}" type="presOf" srcId="{96B42AF5-AEF9-4142-8529-CFFA3DCF462A}" destId="{FAD4025A-93C1-476A-9C7A-06A1BE1C9899}" srcOrd="0" destOrd="0" presId="urn:microsoft.com/office/officeart/2005/8/layout/orgChart1"/>
    <dgm:cxn modelId="{7C4D4115-3E47-4412-A183-A45E218ABCF3}" type="presOf" srcId="{7EC10244-DFAE-4FF0-A2DF-E8F0EF9F8A18}" destId="{A7B4B69B-E64A-4855-B686-44DEFEC60F30}" srcOrd="1" destOrd="0" presId="urn:microsoft.com/office/officeart/2005/8/layout/orgChart1"/>
    <dgm:cxn modelId="{0C972529-A40E-4862-A596-FE98B541260D}" srcId="{4076083A-D514-4C0F-8247-9C0D3A4369CA}" destId="{96B42AF5-AEF9-4142-8529-CFFA3DCF462A}" srcOrd="1" destOrd="0" parTransId="{AA8C3086-2F4E-44FB-8B67-ECD90760BFEE}" sibTransId="{030F3EF2-AF62-4F10-96C9-DE0D9115613F}"/>
    <dgm:cxn modelId="{C1AB2729-3E16-44FF-A017-C05E75A9798B}" srcId="{4076083A-D514-4C0F-8247-9C0D3A4369CA}" destId="{96EC12E1-D477-4E5C-B37C-05C75EA19687}" srcOrd="2" destOrd="0" parTransId="{F565C9A7-17BE-46BF-9C63-A1594B4595C5}" sibTransId="{F310A177-2DF4-4962-B943-48F08D3D547D}"/>
    <dgm:cxn modelId="{73A07A33-3AA7-4848-A4FC-703EDB54C2C0}" type="presOf" srcId="{F565C9A7-17BE-46BF-9C63-A1594B4595C5}" destId="{F4FCACAA-B219-4C6E-AEF9-6D35F2019237}" srcOrd="0" destOrd="0" presId="urn:microsoft.com/office/officeart/2005/8/layout/orgChart1"/>
    <dgm:cxn modelId="{D673933B-7C26-44A3-8BFB-44977C9C5F57}" type="presOf" srcId="{4076083A-D514-4C0F-8247-9C0D3A4369CA}" destId="{520BF4C1-980C-4258-8F65-75E8787472CA}" srcOrd="1" destOrd="0" presId="urn:microsoft.com/office/officeart/2005/8/layout/orgChart1"/>
    <dgm:cxn modelId="{70A8CA61-D990-42D9-A653-7A0A9B2989EA}" type="presOf" srcId="{96B42AF5-AEF9-4142-8529-CFFA3DCF462A}" destId="{1BD61907-380A-40B4-A0FF-30BB3098A4C5}" srcOrd="1" destOrd="0" presId="urn:microsoft.com/office/officeart/2005/8/layout/orgChart1"/>
    <dgm:cxn modelId="{5D1FED61-D27A-4F32-A5F9-171FE2CCB914}" srcId="{4076083A-D514-4C0F-8247-9C0D3A4369CA}" destId="{7EC10244-DFAE-4FF0-A2DF-E8F0EF9F8A18}" srcOrd="0" destOrd="0" parTransId="{7F7E3016-59FC-4ADF-BFD0-799C12ECEC96}" sibTransId="{1620D648-9D7D-4FB9-85DA-217D22DAE111}"/>
    <dgm:cxn modelId="{8372EE44-EEC6-4125-B284-8F03F424F39C}" type="presOf" srcId="{96EC12E1-D477-4E5C-B37C-05C75EA19687}" destId="{16C68839-EF4C-459F-A64F-9A1A8C30C6D9}" srcOrd="0" destOrd="0" presId="urn:microsoft.com/office/officeart/2005/8/layout/orgChart1"/>
    <dgm:cxn modelId="{44CDE165-12EC-483E-BF91-383FFD1194F8}" type="presOf" srcId="{7F7E3016-59FC-4ADF-BFD0-799C12ECEC96}" destId="{0B1B940E-1734-4DEC-8103-AC372F4DB7B4}" srcOrd="0" destOrd="0" presId="urn:microsoft.com/office/officeart/2005/8/layout/orgChart1"/>
    <dgm:cxn modelId="{C80D7A67-1C33-4DF0-B4A4-6C80FA60AEE0}" type="presOf" srcId="{96EC12E1-D477-4E5C-B37C-05C75EA19687}" destId="{FE678B0A-91C9-4033-8090-0824C338D95A}" srcOrd="1" destOrd="0" presId="urn:microsoft.com/office/officeart/2005/8/layout/orgChart1"/>
    <dgm:cxn modelId="{5B795B85-ED6A-46CA-B67C-542389CFB84B}" srcId="{BD12AE14-A551-4E76-B259-38A31849210E}" destId="{4076083A-D514-4C0F-8247-9C0D3A4369CA}" srcOrd="0" destOrd="0" parTransId="{76A4B564-6A9A-4082-A519-007626494D7C}" sibTransId="{83308F6C-14AA-4D22-BD2D-1D54AB672982}"/>
    <dgm:cxn modelId="{9BFD7C87-DDD8-4AAA-AD12-C34366D5A44F}" type="presOf" srcId="{7EC10244-DFAE-4FF0-A2DF-E8F0EF9F8A18}" destId="{C29E0752-DC52-4C89-A9FA-21AB0E7B82E9}" srcOrd="0" destOrd="0" presId="urn:microsoft.com/office/officeart/2005/8/layout/orgChart1"/>
    <dgm:cxn modelId="{57F492A8-E617-4ADD-BCF3-7BB782119215}" type="presOf" srcId="{BD12AE14-A551-4E76-B259-38A31849210E}" destId="{DE64AE87-2476-4289-89B7-B1D26A66D1DA}" srcOrd="0" destOrd="0" presId="urn:microsoft.com/office/officeart/2005/8/layout/orgChart1"/>
    <dgm:cxn modelId="{B91796F5-5261-4956-8C10-19F4156D54BA}" type="presOf" srcId="{AA8C3086-2F4E-44FB-8B67-ECD90760BFEE}" destId="{6DC5DFDD-26F5-4BA8-A331-6DF3A1CA3BE2}" srcOrd="0" destOrd="0" presId="urn:microsoft.com/office/officeart/2005/8/layout/orgChart1"/>
    <dgm:cxn modelId="{89D4F263-8AF4-444C-B60E-5F8B528F71B2}" type="presParOf" srcId="{DE64AE87-2476-4289-89B7-B1D26A66D1DA}" destId="{56E2AE65-AFE0-4D03-BDAA-1CE314B1F84E}" srcOrd="0" destOrd="0" presId="urn:microsoft.com/office/officeart/2005/8/layout/orgChart1"/>
    <dgm:cxn modelId="{364552D2-939D-4A18-9BA6-0BF695C1D736}" type="presParOf" srcId="{56E2AE65-AFE0-4D03-BDAA-1CE314B1F84E}" destId="{E6D15A72-B982-42D7-AC7E-C58927028796}" srcOrd="0" destOrd="0" presId="urn:microsoft.com/office/officeart/2005/8/layout/orgChart1"/>
    <dgm:cxn modelId="{FE85AB7B-F9CB-4C49-BBFF-F3E4302DDC16}" type="presParOf" srcId="{E6D15A72-B982-42D7-AC7E-C58927028796}" destId="{295639B6-E7BF-45E8-B88A-1035DDB1954A}" srcOrd="0" destOrd="0" presId="urn:microsoft.com/office/officeart/2005/8/layout/orgChart1"/>
    <dgm:cxn modelId="{7BD12F60-7CDA-4137-B890-A056BC3868D9}" type="presParOf" srcId="{E6D15A72-B982-42D7-AC7E-C58927028796}" destId="{520BF4C1-980C-4258-8F65-75E8787472CA}" srcOrd="1" destOrd="0" presId="urn:microsoft.com/office/officeart/2005/8/layout/orgChart1"/>
    <dgm:cxn modelId="{470BC79B-5787-4EC3-B650-F37555317EE9}" type="presParOf" srcId="{56E2AE65-AFE0-4D03-BDAA-1CE314B1F84E}" destId="{02B20B40-D6BD-4E5C-A725-20153CFA4065}" srcOrd="1" destOrd="0" presId="urn:microsoft.com/office/officeart/2005/8/layout/orgChart1"/>
    <dgm:cxn modelId="{2462E7CC-0371-4275-B347-5F21CA1F368B}" type="presParOf" srcId="{02B20B40-D6BD-4E5C-A725-20153CFA4065}" destId="{0B1B940E-1734-4DEC-8103-AC372F4DB7B4}" srcOrd="0" destOrd="0" presId="urn:microsoft.com/office/officeart/2005/8/layout/orgChart1"/>
    <dgm:cxn modelId="{AD22A469-A81C-4652-AB4B-CBE8A287B3BD}" type="presParOf" srcId="{02B20B40-D6BD-4E5C-A725-20153CFA4065}" destId="{206E1AC8-D736-4613-A7DD-E82CD830B350}" srcOrd="1" destOrd="0" presId="urn:microsoft.com/office/officeart/2005/8/layout/orgChart1"/>
    <dgm:cxn modelId="{27FA60B9-E784-4836-9691-F0877614F0AA}" type="presParOf" srcId="{206E1AC8-D736-4613-A7DD-E82CD830B350}" destId="{DB8747FD-D672-4B0D-9EA7-0B9D9471C894}" srcOrd="0" destOrd="0" presId="urn:microsoft.com/office/officeart/2005/8/layout/orgChart1"/>
    <dgm:cxn modelId="{39DE0879-969F-4F76-A338-152C3451E38F}" type="presParOf" srcId="{DB8747FD-D672-4B0D-9EA7-0B9D9471C894}" destId="{C29E0752-DC52-4C89-A9FA-21AB0E7B82E9}" srcOrd="0" destOrd="0" presId="urn:microsoft.com/office/officeart/2005/8/layout/orgChart1"/>
    <dgm:cxn modelId="{3AA76A90-F750-4172-AA1D-34F52838D6FA}" type="presParOf" srcId="{DB8747FD-D672-4B0D-9EA7-0B9D9471C894}" destId="{A7B4B69B-E64A-4855-B686-44DEFEC60F30}" srcOrd="1" destOrd="0" presId="urn:microsoft.com/office/officeart/2005/8/layout/orgChart1"/>
    <dgm:cxn modelId="{A4088516-0729-4FA7-97EE-09D397519A2A}" type="presParOf" srcId="{206E1AC8-D736-4613-A7DD-E82CD830B350}" destId="{0C08A625-A650-4178-B3C4-C813E4CCDEC6}" srcOrd="1" destOrd="0" presId="urn:microsoft.com/office/officeart/2005/8/layout/orgChart1"/>
    <dgm:cxn modelId="{7E273B40-27EC-401C-894B-FDC5AA357853}" type="presParOf" srcId="{206E1AC8-D736-4613-A7DD-E82CD830B350}" destId="{4D20A0AC-A81A-40B4-A832-CE63F2769165}" srcOrd="2" destOrd="0" presId="urn:microsoft.com/office/officeart/2005/8/layout/orgChart1"/>
    <dgm:cxn modelId="{D2CAB777-F752-4BDD-BD00-4A7100A27C87}" type="presParOf" srcId="{02B20B40-D6BD-4E5C-A725-20153CFA4065}" destId="{6DC5DFDD-26F5-4BA8-A331-6DF3A1CA3BE2}" srcOrd="2" destOrd="0" presId="urn:microsoft.com/office/officeart/2005/8/layout/orgChart1"/>
    <dgm:cxn modelId="{526D6386-7176-4638-810E-739EFBA2517F}" type="presParOf" srcId="{02B20B40-D6BD-4E5C-A725-20153CFA4065}" destId="{66A5E2E4-66CE-4C9A-B2B6-8D0B4FBB58F3}" srcOrd="3" destOrd="0" presId="urn:microsoft.com/office/officeart/2005/8/layout/orgChart1"/>
    <dgm:cxn modelId="{B49A3337-9774-4304-BA1C-7F55F30B93F6}" type="presParOf" srcId="{66A5E2E4-66CE-4C9A-B2B6-8D0B4FBB58F3}" destId="{3DA717E3-DA3E-4EC5-A9AF-EAD98E21AACE}" srcOrd="0" destOrd="0" presId="urn:microsoft.com/office/officeart/2005/8/layout/orgChart1"/>
    <dgm:cxn modelId="{86EB42C3-585F-4FA1-9A77-5DCF558C510A}" type="presParOf" srcId="{3DA717E3-DA3E-4EC5-A9AF-EAD98E21AACE}" destId="{FAD4025A-93C1-476A-9C7A-06A1BE1C9899}" srcOrd="0" destOrd="0" presId="urn:microsoft.com/office/officeart/2005/8/layout/orgChart1"/>
    <dgm:cxn modelId="{07FEB4D8-2D82-49F2-9A84-FAD2FFB0F377}" type="presParOf" srcId="{3DA717E3-DA3E-4EC5-A9AF-EAD98E21AACE}" destId="{1BD61907-380A-40B4-A0FF-30BB3098A4C5}" srcOrd="1" destOrd="0" presId="urn:microsoft.com/office/officeart/2005/8/layout/orgChart1"/>
    <dgm:cxn modelId="{6F7689F8-0F13-42F4-8BED-89AD9C232340}" type="presParOf" srcId="{66A5E2E4-66CE-4C9A-B2B6-8D0B4FBB58F3}" destId="{F45DEBA1-BB22-4F3A-A3D3-D5EAD444D392}" srcOrd="1" destOrd="0" presId="urn:microsoft.com/office/officeart/2005/8/layout/orgChart1"/>
    <dgm:cxn modelId="{7F92888C-2F63-4683-A526-102B10127A9B}" type="presParOf" srcId="{66A5E2E4-66CE-4C9A-B2B6-8D0B4FBB58F3}" destId="{9C7D9A81-9E19-4679-94DD-057156E0AF0C}" srcOrd="2" destOrd="0" presId="urn:microsoft.com/office/officeart/2005/8/layout/orgChart1"/>
    <dgm:cxn modelId="{84F565CD-75E7-4AA9-8E03-9BFE5B025EFF}" type="presParOf" srcId="{02B20B40-D6BD-4E5C-A725-20153CFA4065}" destId="{F4FCACAA-B219-4C6E-AEF9-6D35F2019237}" srcOrd="4" destOrd="0" presId="urn:microsoft.com/office/officeart/2005/8/layout/orgChart1"/>
    <dgm:cxn modelId="{83E549BB-FE24-4C87-BC80-75B7175EDDD3}" type="presParOf" srcId="{02B20B40-D6BD-4E5C-A725-20153CFA4065}" destId="{534B7B1A-C5FC-4619-9601-E9C14E9E543D}" srcOrd="5" destOrd="0" presId="urn:microsoft.com/office/officeart/2005/8/layout/orgChart1"/>
    <dgm:cxn modelId="{CBE1679C-8217-4570-8087-33B9E44EAB06}" type="presParOf" srcId="{534B7B1A-C5FC-4619-9601-E9C14E9E543D}" destId="{CFDCB5BE-E8B2-4B42-992A-AFDDA3A0399D}" srcOrd="0" destOrd="0" presId="urn:microsoft.com/office/officeart/2005/8/layout/orgChart1"/>
    <dgm:cxn modelId="{1DCD7185-BA0F-4980-BFD6-5E1318AF2834}" type="presParOf" srcId="{CFDCB5BE-E8B2-4B42-992A-AFDDA3A0399D}" destId="{16C68839-EF4C-459F-A64F-9A1A8C30C6D9}" srcOrd="0" destOrd="0" presId="urn:microsoft.com/office/officeart/2005/8/layout/orgChart1"/>
    <dgm:cxn modelId="{FD432255-B74D-4303-8148-C9F85A9B73E3}" type="presParOf" srcId="{CFDCB5BE-E8B2-4B42-992A-AFDDA3A0399D}" destId="{FE678B0A-91C9-4033-8090-0824C338D95A}" srcOrd="1" destOrd="0" presId="urn:microsoft.com/office/officeart/2005/8/layout/orgChart1"/>
    <dgm:cxn modelId="{ACE69A9B-89D7-4995-BAD6-589703AE21E8}" type="presParOf" srcId="{534B7B1A-C5FC-4619-9601-E9C14E9E543D}" destId="{481CA278-CC00-4C0B-BC57-4D699B25A65E}" srcOrd="1" destOrd="0" presId="urn:microsoft.com/office/officeart/2005/8/layout/orgChart1"/>
    <dgm:cxn modelId="{859210A1-B242-45CE-B153-679BC137CC03}" type="presParOf" srcId="{534B7B1A-C5FC-4619-9601-E9C14E9E543D}" destId="{96206594-D373-4FAD-BE4F-3AA284F4E1BC}" srcOrd="2" destOrd="0" presId="urn:microsoft.com/office/officeart/2005/8/layout/orgChart1"/>
    <dgm:cxn modelId="{9E138824-55E7-4F31-82A3-C729E91DD672}" type="presParOf" srcId="{56E2AE65-AFE0-4D03-BDAA-1CE314B1F84E}" destId="{A156D3DC-2290-4412-9137-F9075CB64517}"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6C0B25-EBED-4302-A728-23256D7F9B21}">
      <dsp:nvSpPr>
        <dsp:cNvPr id="0" name=""/>
        <dsp:cNvSpPr/>
      </dsp:nvSpPr>
      <dsp:spPr>
        <a:xfrm>
          <a:off x="1752600" y="578198"/>
          <a:ext cx="1239977" cy="215202"/>
        </a:xfrm>
        <a:custGeom>
          <a:avLst/>
          <a:gdLst/>
          <a:ahLst/>
          <a:cxnLst/>
          <a:rect l="0" t="0" r="0" b="0"/>
          <a:pathLst>
            <a:path>
              <a:moveTo>
                <a:pt x="0" y="0"/>
              </a:moveTo>
              <a:lnTo>
                <a:pt x="0" y="107601"/>
              </a:lnTo>
              <a:lnTo>
                <a:pt x="1239977" y="107601"/>
              </a:lnTo>
              <a:lnTo>
                <a:pt x="1239977" y="2152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71776E-B03B-4D82-BAFF-B2CF8855B0DF}">
      <dsp:nvSpPr>
        <dsp:cNvPr id="0" name=""/>
        <dsp:cNvSpPr/>
      </dsp:nvSpPr>
      <dsp:spPr>
        <a:xfrm>
          <a:off x="1706880" y="578198"/>
          <a:ext cx="91440" cy="204816"/>
        </a:xfrm>
        <a:custGeom>
          <a:avLst/>
          <a:gdLst/>
          <a:ahLst/>
          <a:cxnLst/>
          <a:rect l="0" t="0" r="0" b="0"/>
          <a:pathLst>
            <a:path>
              <a:moveTo>
                <a:pt x="45720" y="0"/>
              </a:moveTo>
              <a:lnTo>
                <a:pt x="45720" y="2048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8DE362-063B-4884-9704-10E76F73B436}">
      <dsp:nvSpPr>
        <dsp:cNvPr id="0" name=""/>
        <dsp:cNvSpPr/>
      </dsp:nvSpPr>
      <dsp:spPr>
        <a:xfrm>
          <a:off x="512622" y="578198"/>
          <a:ext cx="1239977" cy="215202"/>
        </a:xfrm>
        <a:custGeom>
          <a:avLst/>
          <a:gdLst/>
          <a:ahLst/>
          <a:cxnLst/>
          <a:rect l="0" t="0" r="0" b="0"/>
          <a:pathLst>
            <a:path>
              <a:moveTo>
                <a:pt x="1239977" y="0"/>
              </a:moveTo>
              <a:lnTo>
                <a:pt x="1239977" y="107601"/>
              </a:lnTo>
              <a:lnTo>
                <a:pt x="0" y="107601"/>
              </a:lnTo>
              <a:lnTo>
                <a:pt x="0" y="2152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389BE3-1F1E-47B9-ADF9-F35F2B4032EF}">
      <dsp:nvSpPr>
        <dsp:cNvPr id="0" name=""/>
        <dsp:cNvSpPr/>
      </dsp:nvSpPr>
      <dsp:spPr>
        <a:xfrm>
          <a:off x="1240212" y="65811"/>
          <a:ext cx="1024774" cy="51238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Inventory classification</a:t>
          </a:r>
          <a:endParaRPr lang="en-ZA" sz="1400" kern="1200" dirty="0"/>
        </a:p>
      </dsp:txBody>
      <dsp:txXfrm>
        <a:off x="1240212" y="65811"/>
        <a:ext cx="1024774" cy="512387"/>
      </dsp:txXfrm>
    </dsp:sp>
    <dsp:sp modelId="{96265E15-1A3C-4DA0-90D3-DD1D775274E2}">
      <dsp:nvSpPr>
        <dsp:cNvPr id="0" name=""/>
        <dsp:cNvSpPr/>
      </dsp:nvSpPr>
      <dsp:spPr>
        <a:xfrm>
          <a:off x="235" y="793401"/>
          <a:ext cx="1024774" cy="512387"/>
        </a:xfrm>
        <a:prstGeom prst="rect">
          <a:avLst/>
        </a:prstGeom>
        <a:solidFill>
          <a:schemeClr val="accent2">
            <a:lumMod val="40000"/>
            <a:lumOff val="60000"/>
          </a:schemeClr>
        </a:solidFill>
        <a:ln w="25400" cap="flat" cmpd="sng" algn="ctr">
          <a:solidFill>
            <a:schemeClr val="accent2">
              <a:lumMod val="40000"/>
              <a:lumOff val="6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Raw materials</a:t>
          </a:r>
          <a:endParaRPr lang="en-ZA" sz="1400" kern="1200" dirty="0">
            <a:solidFill>
              <a:schemeClr val="tx1"/>
            </a:solidFill>
          </a:endParaRPr>
        </a:p>
      </dsp:txBody>
      <dsp:txXfrm>
        <a:off x="235" y="793401"/>
        <a:ext cx="1024774" cy="512387"/>
      </dsp:txXfrm>
    </dsp:sp>
    <dsp:sp modelId="{876FEB53-1080-400C-959B-97D66839DC37}">
      <dsp:nvSpPr>
        <dsp:cNvPr id="0" name=""/>
        <dsp:cNvSpPr/>
      </dsp:nvSpPr>
      <dsp:spPr>
        <a:xfrm>
          <a:off x="1240212" y="783015"/>
          <a:ext cx="1024774" cy="51238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Work-in-progress</a:t>
          </a:r>
          <a:endParaRPr lang="en-ZA" sz="1400" kern="1200" dirty="0"/>
        </a:p>
      </dsp:txBody>
      <dsp:txXfrm>
        <a:off x="1240212" y="783015"/>
        <a:ext cx="1024774" cy="512387"/>
      </dsp:txXfrm>
    </dsp:sp>
    <dsp:sp modelId="{0C21DFBD-3BFF-4305-92C5-5793E563FE98}">
      <dsp:nvSpPr>
        <dsp:cNvPr id="0" name=""/>
        <dsp:cNvSpPr/>
      </dsp:nvSpPr>
      <dsp:spPr>
        <a:xfrm>
          <a:off x="2480190" y="793401"/>
          <a:ext cx="1024774" cy="51238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Finished goods</a:t>
          </a:r>
          <a:endParaRPr lang="en-ZA" sz="1400" kern="1200" dirty="0"/>
        </a:p>
      </dsp:txBody>
      <dsp:txXfrm>
        <a:off x="2480190" y="793401"/>
        <a:ext cx="1024774" cy="5123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6C0B25-EBED-4302-A728-23256D7F9B21}">
      <dsp:nvSpPr>
        <dsp:cNvPr id="0" name=""/>
        <dsp:cNvSpPr/>
      </dsp:nvSpPr>
      <dsp:spPr>
        <a:xfrm>
          <a:off x="1752600" y="578198"/>
          <a:ext cx="1239977" cy="215202"/>
        </a:xfrm>
        <a:custGeom>
          <a:avLst/>
          <a:gdLst/>
          <a:ahLst/>
          <a:cxnLst/>
          <a:rect l="0" t="0" r="0" b="0"/>
          <a:pathLst>
            <a:path>
              <a:moveTo>
                <a:pt x="0" y="0"/>
              </a:moveTo>
              <a:lnTo>
                <a:pt x="0" y="107601"/>
              </a:lnTo>
              <a:lnTo>
                <a:pt x="1239977" y="107601"/>
              </a:lnTo>
              <a:lnTo>
                <a:pt x="1239977" y="2152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71776E-B03B-4D82-BAFF-B2CF8855B0DF}">
      <dsp:nvSpPr>
        <dsp:cNvPr id="0" name=""/>
        <dsp:cNvSpPr/>
      </dsp:nvSpPr>
      <dsp:spPr>
        <a:xfrm>
          <a:off x="1706880" y="578198"/>
          <a:ext cx="91440" cy="204816"/>
        </a:xfrm>
        <a:custGeom>
          <a:avLst/>
          <a:gdLst/>
          <a:ahLst/>
          <a:cxnLst/>
          <a:rect l="0" t="0" r="0" b="0"/>
          <a:pathLst>
            <a:path>
              <a:moveTo>
                <a:pt x="45720" y="0"/>
              </a:moveTo>
              <a:lnTo>
                <a:pt x="45720" y="2048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8DE362-063B-4884-9704-10E76F73B436}">
      <dsp:nvSpPr>
        <dsp:cNvPr id="0" name=""/>
        <dsp:cNvSpPr/>
      </dsp:nvSpPr>
      <dsp:spPr>
        <a:xfrm>
          <a:off x="512622" y="578198"/>
          <a:ext cx="1239977" cy="215202"/>
        </a:xfrm>
        <a:custGeom>
          <a:avLst/>
          <a:gdLst/>
          <a:ahLst/>
          <a:cxnLst/>
          <a:rect l="0" t="0" r="0" b="0"/>
          <a:pathLst>
            <a:path>
              <a:moveTo>
                <a:pt x="1239977" y="0"/>
              </a:moveTo>
              <a:lnTo>
                <a:pt x="1239977" y="107601"/>
              </a:lnTo>
              <a:lnTo>
                <a:pt x="0" y="107601"/>
              </a:lnTo>
              <a:lnTo>
                <a:pt x="0" y="2152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389BE3-1F1E-47B9-ADF9-F35F2B4032EF}">
      <dsp:nvSpPr>
        <dsp:cNvPr id="0" name=""/>
        <dsp:cNvSpPr/>
      </dsp:nvSpPr>
      <dsp:spPr>
        <a:xfrm>
          <a:off x="1240212" y="65811"/>
          <a:ext cx="1024774" cy="51238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Inventory classification</a:t>
          </a:r>
          <a:endParaRPr lang="en-ZA" sz="1400" kern="1200" dirty="0"/>
        </a:p>
      </dsp:txBody>
      <dsp:txXfrm>
        <a:off x="1240212" y="65811"/>
        <a:ext cx="1024774" cy="512387"/>
      </dsp:txXfrm>
    </dsp:sp>
    <dsp:sp modelId="{96265E15-1A3C-4DA0-90D3-DD1D775274E2}">
      <dsp:nvSpPr>
        <dsp:cNvPr id="0" name=""/>
        <dsp:cNvSpPr/>
      </dsp:nvSpPr>
      <dsp:spPr>
        <a:xfrm>
          <a:off x="235" y="793401"/>
          <a:ext cx="1024774" cy="512387"/>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prstClr val="white"/>
              </a:solidFill>
              <a:latin typeface="Tahoma"/>
              <a:ea typeface="ＭＳ Ｐゴシック"/>
              <a:cs typeface="+mn-cs"/>
            </a:rPr>
            <a:t>Raw materials</a:t>
          </a:r>
          <a:endParaRPr lang="en-ZA" sz="1400" kern="1200" dirty="0">
            <a:solidFill>
              <a:prstClr val="white"/>
            </a:solidFill>
            <a:latin typeface="Tahoma"/>
            <a:ea typeface="ＭＳ Ｐゴシック"/>
            <a:cs typeface="+mn-cs"/>
          </a:endParaRPr>
        </a:p>
      </dsp:txBody>
      <dsp:txXfrm>
        <a:off x="235" y="793401"/>
        <a:ext cx="1024774" cy="512387"/>
      </dsp:txXfrm>
    </dsp:sp>
    <dsp:sp modelId="{876FEB53-1080-400C-959B-97D66839DC37}">
      <dsp:nvSpPr>
        <dsp:cNvPr id="0" name=""/>
        <dsp:cNvSpPr/>
      </dsp:nvSpPr>
      <dsp:spPr>
        <a:xfrm>
          <a:off x="1240212" y="783015"/>
          <a:ext cx="1024774" cy="512387"/>
        </a:xfrm>
        <a:prstGeom prst="rect">
          <a:avLst/>
        </a:prstGeom>
        <a:solidFill>
          <a:srgbClr val="C0504D">
            <a:lumMod val="40000"/>
            <a:lumOff val="60000"/>
          </a:srgbClr>
        </a:solidFill>
        <a:ln w="25400" cap="flat" cmpd="sng" algn="ctr">
          <a:solidFill>
            <a:srgbClr val="C0504D">
              <a:lumMod val="40000"/>
              <a:lumOff val="6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prstClr val="black"/>
              </a:solidFill>
              <a:latin typeface="Tahoma"/>
              <a:ea typeface="ＭＳ Ｐゴシック"/>
              <a:cs typeface="+mn-cs"/>
            </a:rPr>
            <a:t>Work-in-progress</a:t>
          </a:r>
          <a:endParaRPr lang="en-ZA" sz="1400" kern="1200" dirty="0">
            <a:solidFill>
              <a:prstClr val="black"/>
            </a:solidFill>
            <a:latin typeface="Tahoma"/>
            <a:ea typeface="ＭＳ Ｐゴシック"/>
            <a:cs typeface="+mn-cs"/>
          </a:endParaRPr>
        </a:p>
      </dsp:txBody>
      <dsp:txXfrm>
        <a:off x="1240212" y="783015"/>
        <a:ext cx="1024774" cy="512387"/>
      </dsp:txXfrm>
    </dsp:sp>
    <dsp:sp modelId="{0C21DFBD-3BFF-4305-92C5-5793E563FE98}">
      <dsp:nvSpPr>
        <dsp:cNvPr id="0" name=""/>
        <dsp:cNvSpPr/>
      </dsp:nvSpPr>
      <dsp:spPr>
        <a:xfrm>
          <a:off x="2480190" y="793401"/>
          <a:ext cx="1024774" cy="51238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Finished goods</a:t>
          </a:r>
          <a:endParaRPr lang="en-ZA" sz="1400" kern="1200" dirty="0"/>
        </a:p>
      </dsp:txBody>
      <dsp:txXfrm>
        <a:off x="2480190" y="793401"/>
        <a:ext cx="1024774" cy="5123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6C0B25-EBED-4302-A728-23256D7F9B21}">
      <dsp:nvSpPr>
        <dsp:cNvPr id="0" name=""/>
        <dsp:cNvSpPr/>
      </dsp:nvSpPr>
      <dsp:spPr>
        <a:xfrm>
          <a:off x="1752600" y="578198"/>
          <a:ext cx="1239977" cy="215202"/>
        </a:xfrm>
        <a:custGeom>
          <a:avLst/>
          <a:gdLst/>
          <a:ahLst/>
          <a:cxnLst/>
          <a:rect l="0" t="0" r="0" b="0"/>
          <a:pathLst>
            <a:path>
              <a:moveTo>
                <a:pt x="0" y="0"/>
              </a:moveTo>
              <a:lnTo>
                <a:pt x="0" y="107601"/>
              </a:lnTo>
              <a:lnTo>
                <a:pt x="1239977" y="107601"/>
              </a:lnTo>
              <a:lnTo>
                <a:pt x="1239977" y="2152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71776E-B03B-4D82-BAFF-B2CF8855B0DF}">
      <dsp:nvSpPr>
        <dsp:cNvPr id="0" name=""/>
        <dsp:cNvSpPr/>
      </dsp:nvSpPr>
      <dsp:spPr>
        <a:xfrm>
          <a:off x="1706880" y="578198"/>
          <a:ext cx="91440" cy="204816"/>
        </a:xfrm>
        <a:custGeom>
          <a:avLst/>
          <a:gdLst/>
          <a:ahLst/>
          <a:cxnLst/>
          <a:rect l="0" t="0" r="0" b="0"/>
          <a:pathLst>
            <a:path>
              <a:moveTo>
                <a:pt x="45720" y="0"/>
              </a:moveTo>
              <a:lnTo>
                <a:pt x="45720" y="2048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8DE362-063B-4884-9704-10E76F73B436}">
      <dsp:nvSpPr>
        <dsp:cNvPr id="0" name=""/>
        <dsp:cNvSpPr/>
      </dsp:nvSpPr>
      <dsp:spPr>
        <a:xfrm>
          <a:off x="512622" y="578198"/>
          <a:ext cx="1239977" cy="215202"/>
        </a:xfrm>
        <a:custGeom>
          <a:avLst/>
          <a:gdLst/>
          <a:ahLst/>
          <a:cxnLst/>
          <a:rect l="0" t="0" r="0" b="0"/>
          <a:pathLst>
            <a:path>
              <a:moveTo>
                <a:pt x="1239977" y="0"/>
              </a:moveTo>
              <a:lnTo>
                <a:pt x="1239977" y="107601"/>
              </a:lnTo>
              <a:lnTo>
                <a:pt x="0" y="107601"/>
              </a:lnTo>
              <a:lnTo>
                <a:pt x="0" y="2152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389BE3-1F1E-47B9-ADF9-F35F2B4032EF}">
      <dsp:nvSpPr>
        <dsp:cNvPr id="0" name=""/>
        <dsp:cNvSpPr/>
      </dsp:nvSpPr>
      <dsp:spPr>
        <a:xfrm>
          <a:off x="1240212" y="65811"/>
          <a:ext cx="1024774" cy="51238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Inventory classification</a:t>
          </a:r>
          <a:endParaRPr lang="en-ZA" sz="1400" kern="1200" dirty="0"/>
        </a:p>
      </dsp:txBody>
      <dsp:txXfrm>
        <a:off x="1240212" y="65811"/>
        <a:ext cx="1024774" cy="512387"/>
      </dsp:txXfrm>
    </dsp:sp>
    <dsp:sp modelId="{96265E15-1A3C-4DA0-90D3-DD1D775274E2}">
      <dsp:nvSpPr>
        <dsp:cNvPr id="0" name=""/>
        <dsp:cNvSpPr/>
      </dsp:nvSpPr>
      <dsp:spPr>
        <a:xfrm>
          <a:off x="235" y="793401"/>
          <a:ext cx="1024774" cy="512387"/>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prstClr val="white"/>
              </a:solidFill>
              <a:latin typeface="Tahoma"/>
              <a:ea typeface="ＭＳ Ｐゴシック"/>
              <a:cs typeface="+mn-cs"/>
            </a:rPr>
            <a:t>Raw materials</a:t>
          </a:r>
          <a:endParaRPr lang="en-ZA" sz="1400" kern="1200" dirty="0">
            <a:solidFill>
              <a:prstClr val="white"/>
            </a:solidFill>
            <a:latin typeface="Tahoma"/>
            <a:ea typeface="ＭＳ Ｐゴシック"/>
            <a:cs typeface="+mn-cs"/>
          </a:endParaRPr>
        </a:p>
      </dsp:txBody>
      <dsp:txXfrm>
        <a:off x="235" y="793401"/>
        <a:ext cx="1024774" cy="512387"/>
      </dsp:txXfrm>
    </dsp:sp>
    <dsp:sp modelId="{876FEB53-1080-400C-959B-97D66839DC37}">
      <dsp:nvSpPr>
        <dsp:cNvPr id="0" name=""/>
        <dsp:cNvSpPr/>
      </dsp:nvSpPr>
      <dsp:spPr>
        <a:xfrm>
          <a:off x="1240212" y="783015"/>
          <a:ext cx="1024774" cy="512387"/>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prstClr val="white"/>
              </a:solidFill>
              <a:latin typeface="Tahoma"/>
              <a:ea typeface="ＭＳ Ｐゴシック"/>
              <a:cs typeface="+mn-cs"/>
            </a:rPr>
            <a:t>Work-in-progress</a:t>
          </a:r>
          <a:endParaRPr lang="en-ZA" sz="1400" kern="1200" dirty="0">
            <a:solidFill>
              <a:prstClr val="white"/>
            </a:solidFill>
            <a:latin typeface="Tahoma"/>
            <a:ea typeface="ＭＳ Ｐゴシック"/>
            <a:cs typeface="+mn-cs"/>
          </a:endParaRPr>
        </a:p>
      </dsp:txBody>
      <dsp:txXfrm>
        <a:off x="1240212" y="783015"/>
        <a:ext cx="1024774" cy="512387"/>
      </dsp:txXfrm>
    </dsp:sp>
    <dsp:sp modelId="{0C21DFBD-3BFF-4305-92C5-5793E563FE98}">
      <dsp:nvSpPr>
        <dsp:cNvPr id="0" name=""/>
        <dsp:cNvSpPr/>
      </dsp:nvSpPr>
      <dsp:spPr>
        <a:xfrm>
          <a:off x="2480190" y="793401"/>
          <a:ext cx="1024774" cy="512387"/>
        </a:xfrm>
        <a:prstGeom prst="rect">
          <a:avLst/>
        </a:prstGeom>
        <a:solidFill>
          <a:srgbClr val="C0504D">
            <a:lumMod val="40000"/>
            <a:lumOff val="60000"/>
          </a:srgbClr>
        </a:solidFill>
        <a:ln w="25400" cap="flat" cmpd="sng" algn="ctr">
          <a:solidFill>
            <a:srgbClr val="C0504D">
              <a:lumMod val="40000"/>
              <a:lumOff val="6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ahoma"/>
              <a:ea typeface="ＭＳ Ｐゴシック"/>
              <a:cs typeface="+mn-cs"/>
            </a:rPr>
            <a:t>Finished</a:t>
          </a:r>
          <a:r>
            <a:rPr lang="en-US" sz="1400" kern="1200" dirty="0">
              <a:solidFill>
                <a:schemeClr val="tx1"/>
              </a:solidFill>
            </a:rPr>
            <a:t> goods</a:t>
          </a:r>
          <a:endParaRPr lang="en-ZA" sz="1400" kern="1200" dirty="0">
            <a:solidFill>
              <a:schemeClr val="tx1"/>
            </a:solidFill>
          </a:endParaRPr>
        </a:p>
      </dsp:txBody>
      <dsp:txXfrm>
        <a:off x="2480190" y="793401"/>
        <a:ext cx="1024774" cy="5123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257709-8EDF-4FCB-A5C7-9A684BB2E8ED}">
      <dsp:nvSpPr>
        <dsp:cNvPr id="0" name=""/>
        <dsp:cNvSpPr/>
      </dsp:nvSpPr>
      <dsp:spPr>
        <a:xfrm>
          <a:off x="5799730" y="2737193"/>
          <a:ext cx="339025" cy="1039679"/>
        </a:xfrm>
        <a:custGeom>
          <a:avLst/>
          <a:gdLst/>
          <a:ahLst/>
          <a:cxnLst/>
          <a:rect l="0" t="0" r="0" b="0"/>
          <a:pathLst>
            <a:path>
              <a:moveTo>
                <a:pt x="0" y="0"/>
              </a:moveTo>
              <a:lnTo>
                <a:pt x="0" y="1039679"/>
              </a:lnTo>
              <a:lnTo>
                <a:pt x="339025" y="103967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54DC8A-5257-444F-8A07-30ACCC1E035D}">
      <dsp:nvSpPr>
        <dsp:cNvPr id="0" name=""/>
        <dsp:cNvSpPr/>
      </dsp:nvSpPr>
      <dsp:spPr>
        <a:xfrm>
          <a:off x="3968990" y="1132470"/>
          <a:ext cx="2734808" cy="474636"/>
        </a:xfrm>
        <a:custGeom>
          <a:avLst/>
          <a:gdLst/>
          <a:ahLst/>
          <a:cxnLst/>
          <a:rect l="0" t="0" r="0" b="0"/>
          <a:pathLst>
            <a:path>
              <a:moveTo>
                <a:pt x="0" y="0"/>
              </a:moveTo>
              <a:lnTo>
                <a:pt x="0" y="237318"/>
              </a:lnTo>
              <a:lnTo>
                <a:pt x="2734808" y="237318"/>
              </a:lnTo>
              <a:lnTo>
                <a:pt x="2734808" y="47463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AF4A1B-A6C4-4BC9-BE89-F085675D76E7}">
      <dsp:nvSpPr>
        <dsp:cNvPr id="0" name=""/>
        <dsp:cNvSpPr/>
      </dsp:nvSpPr>
      <dsp:spPr>
        <a:xfrm>
          <a:off x="3064921" y="2737193"/>
          <a:ext cx="339025" cy="1039679"/>
        </a:xfrm>
        <a:custGeom>
          <a:avLst/>
          <a:gdLst/>
          <a:ahLst/>
          <a:cxnLst/>
          <a:rect l="0" t="0" r="0" b="0"/>
          <a:pathLst>
            <a:path>
              <a:moveTo>
                <a:pt x="0" y="0"/>
              </a:moveTo>
              <a:lnTo>
                <a:pt x="0" y="1039679"/>
              </a:lnTo>
              <a:lnTo>
                <a:pt x="339025" y="103967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2B6C74-2968-4011-B9F1-61CE4E9D109A}">
      <dsp:nvSpPr>
        <dsp:cNvPr id="0" name=""/>
        <dsp:cNvSpPr/>
      </dsp:nvSpPr>
      <dsp:spPr>
        <a:xfrm>
          <a:off x="3923270" y="1132470"/>
          <a:ext cx="91440" cy="474636"/>
        </a:xfrm>
        <a:custGeom>
          <a:avLst/>
          <a:gdLst/>
          <a:ahLst/>
          <a:cxnLst/>
          <a:rect l="0" t="0" r="0" b="0"/>
          <a:pathLst>
            <a:path>
              <a:moveTo>
                <a:pt x="45720" y="0"/>
              </a:moveTo>
              <a:lnTo>
                <a:pt x="45720" y="47463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4056BE-E584-4E17-8A6B-F5964BB97A3C}">
      <dsp:nvSpPr>
        <dsp:cNvPr id="0" name=""/>
        <dsp:cNvSpPr/>
      </dsp:nvSpPr>
      <dsp:spPr>
        <a:xfrm>
          <a:off x="330112" y="2737193"/>
          <a:ext cx="339025" cy="1039679"/>
        </a:xfrm>
        <a:custGeom>
          <a:avLst/>
          <a:gdLst/>
          <a:ahLst/>
          <a:cxnLst/>
          <a:rect l="0" t="0" r="0" b="0"/>
          <a:pathLst>
            <a:path>
              <a:moveTo>
                <a:pt x="0" y="0"/>
              </a:moveTo>
              <a:lnTo>
                <a:pt x="0" y="1039679"/>
              </a:lnTo>
              <a:lnTo>
                <a:pt x="339025" y="103967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9DF139-80B9-470F-AB43-63578758D6BE}">
      <dsp:nvSpPr>
        <dsp:cNvPr id="0" name=""/>
        <dsp:cNvSpPr/>
      </dsp:nvSpPr>
      <dsp:spPr>
        <a:xfrm>
          <a:off x="1234181" y="1132470"/>
          <a:ext cx="2734808" cy="474636"/>
        </a:xfrm>
        <a:custGeom>
          <a:avLst/>
          <a:gdLst/>
          <a:ahLst/>
          <a:cxnLst/>
          <a:rect l="0" t="0" r="0" b="0"/>
          <a:pathLst>
            <a:path>
              <a:moveTo>
                <a:pt x="2734808" y="0"/>
              </a:moveTo>
              <a:lnTo>
                <a:pt x="2734808" y="237318"/>
              </a:lnTo>
              <a:lnTo>
                <a:pt x="0" y="237318"/>
              </a:lnTo>
              <a:lnTo>
                <a:pt x="0" y="47463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563E83-E1C2-4752-A32D-1D260B19E3A5}">
      <dsp:nvSpPr>
        <dsp:cNvPr id="0" name=""/>
        <dsp:cNvSpPr/>
      </dsp:nvSpPr>
      <dsp:spPr>
        <a:xfrm>
          <a:off x="2838904" y="2384"/>
          <a:ext cx="2260172" cy="113008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ABC method</a:t>
          </a:r>
          <a:endParaRPr lang="en-ZA" sz="1600" kern="1200" dirty="0"/>
        </a:p>
      </dsp:txBody>
      <dsp:txXfrm>
        <a:off x="2838904" y="2384"/>
        <a:ext cx="2260172" cy="1130086"/>
      </dsp:txXfrm>
    </dsp:sp>
    <dsp:sp modelId="{369323AF-F09D-48D1-B967-EA758112CF52}">
      <dsp:nvSpPr>
        <dsp:cNvPr id="0" name=""/>
        <dsp:cNvSpPr/>
      </dsp:nvSpPr>
      <dsp:spPr>
        <a:xfrm>
          <a:off x="104095" y="1607106"/>
          <a:ext cx="2260172" cy="113008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Class A</a:t>
          </a:r>
        </a:p>
        <a:p>
          <a:pPr marL="0" lvl="0" indent="0" algn="ctr" defTabSz="711200">
            <a:lnSpc>
              <a:spcPct val="90000"/>
            </a:lnSpc>
            <a:spcBef>
              <a:spcPct val="0"/>
            </a:spcBef>
            <a:spcAft>
              <a:spcPct val="35000"/>
            </a:spcAft>
            <a:buNone/>
          </a:pPr>
          <a:r>
            <a:rPr lang="en-US" sz="1600" kern="1200" dirty="0"/>
            <a:t>High value items</a:t>
          </a:r>
        </a:p>
      </dsp:txBody>
      <dsp:txXfrm>
        <a:off x="104095" y="1607106"/>
        <a:ext cx="2260172" cy="1130086"/>
      </dsp:txXfrm>
    </dsp:sp>
    <dsp:sp modelId="{AEBDE1D3-634D-405D-9BF4-CBFEA6A55B25}">
      <dsp:nvSpPr>
        <dsp:cNvPr id="0" name=""/>
        <dsp:cNvSpPr/>
      </dsp:nvSpPr>
      <dsp:spPr>
        <a:xfrm>
          <a:off x="669138" y="3211829"/>
          <a:ext cx="2260172" cy="113008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Font typeface="Arial" panose="020B0604020202020204" pitchFamily="34" charset="0"/>
            <a:buNone/>
          </a:pPr>
          <a:r>
            <a:rPr lang="en-US" sz="1600" kern="1200" dirty="0"/>
            <a:t>20% of items</a:t>
          </a:r>
        </a:p>
        <a:p>
          <a:pPr marL="0" lvl="0" indent="0" algn="ctr" defTabSz="711200">
            <a:lnSpc>
              <a:spcPct val="90000"/>
            </a:lnSpc>
            <a:spcBef>
              <a:spcPct val="0"/>
            </a:spcBef>
            <a:spcAft>
              <a:spcPct val="35000"/>
            </a:spcAft>
            <a:buFont typeface="Arial" panose="020B0604020202020204" pitchFamily="34" charset="0"/>
            <a:buNone/>
          </a:pPr>
          <a:r>
            <a:rPr lang="en-US" sz="1600" kern="1200" dirty="0"/>
            <a:t>Higher annual consumption</a:t>
          </a:r>
        </a:p>
        <a:p>
          <a:pPr marL="0" lvl="0" indent="0" algn="ctr" defTabSz="711200">
            <a:lnSpc>
              <a:spcPct val="90000"/>
            </a:lnSpc>
            <a:spcBef>
              <a:spcPct val="0"/>
            </a:spcBef>
            <a:spcAft>
              <a:spcPct val="35000"/>
            </a:spcAft>
            <a:buFont typeface="Arial" panose="020B0604020202020204" pitchFamily="34" charset="0"/>
            <a:buNone/>
          </a:pPr>
          <a:r>
            <a:rPr lang="en-ZA" sz="1600" kern="1200" dirty="0"/>
            <a:t>Valuable items</a:t>
          </a:r>
        </a:p>
      </dsp:txBody>
      <dsp:txXfrm>
        <a:off x="669138" y="3211829"/>
        <a:ext cx="2260172" cy="1130086"/>
      </dsp:txXfrm>
    </dsp:sp>
    <dsp:sp modelId="{736898DB-4E32-41A9-9C88-C5BCD513DB28}">
      <dsp:nvSpPr>
        <dsp:cNvPr id="0" name=""/>
        <dsp:cNvSpPr/>
      </dsp:nvSpPr>
      <dsp:spPr>
        <a:xfrm>
          <a:off x="2838904" y="1607106"/>
          <a:ext cx="2260172" cy="113008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Class B</a:t>
          </a:r>
        </a:p>
        <a:p>
          <a:pPr marL="0" lvl="0" indent="0" algn="ctr" defTabSz="711200">
            <a:lnSpc>
              <a:spcPct val="90000"/>
            </a:lnSpc>
            <a:spcBef>
              <a:spcPct val="0"/>
            </a:spcBef>
            <a:spcAft>
              <a:spcPct val="35000"/>
            </a:spcAft>
            <a:buNone/>
          </a:pPr>
          <a:r>
            <a:rPr lang="en-US" sz="1600" kern="1200" dirty="0"/>
            <a:t>Moderate value inventory items</a:t>
          </a:r>
          <a:endParaRPr lang="en-ZA" sz="1600" kern="1200" dirty="0"/>
        </a:p>
      </dsp:txBody>
      <dsp:txXfrm>
        <a:off x="2838904" y="1607106"/>
        <a:ext cx="2260172" cy="1130086"/>
      </dsp:txXfrm>
    </dsp:sp>
    <dsp:sp modelId="{5A23FCAA-595B-48F8-BB2E-07A391FBE616}">
      <dsp:nvSpPr>
        <dsp:cNvPr id="0" name=""/>
        <dsp:cNvSpPr/>
      </dsp:nvSpPr>
      <dsp:spPr>
        <a:xfrm>
          <a:off x="3403947" y="3211829"/>
          <a:ext cx="2260172" cy="113008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30% of items</a:t>
          </a:r>
        </a:p>
        <a:p>
          <a:pPr marL="0" lvl="0" indent="0" algn="ctr" defTabSz="711200">
            <a:lnSpc>
              <a:spcPct val="90000"/>
            </a:lnSpc>
            <a:spcBef>
              <a:spcPct val="0"/>
            </a:spcBef>
            <a:spcAft>
              <a:spcPct val="35000"/>
            </a:spcAft>
            <a:buNone/>
          </a:pPr>
          <a:r>
            <a:rPr lang="en-US" sz="1600" kern="1200" dirty="0"/>
            <a:t>Average annual consumption</a:t>
          </a:r>
        </a:p>
        <a:p>
          <a:pPr marL="0" lvl="0" indent="0" algn="ctr" defTabSz="711200">
            <a:lnSpc>
              <a:spcPct val="90000"/>
            </a:lnSpc>
            <a:spcBef>
              <a:spcPct val="0"/>
            </a:spcBef>
            <a:spcAft>
              <a:spcPct val="35000"/>
            </a:spcAft>
            <a:buNone/>
          </a:pPr>
          <a:r>
            <a:rPr lang="en-US" sz="1600" kern="1200" dirty="0"/>
            <a:t>Less important items</a:t>
          </a:r>
          <a:endParaRPr lang="en-ZA" sz="1600" kern="1200" dirty="0"/>
        </a:p>
      </dsp:txBody>
      <dsp:txXfrm>
        <a:off x="3403947" y="3211829"/>
        <a:ext cx="2260172" cy="1130086"/>
      </dsp:txXfrm>
    </dsp:sp>
    <dsp:sp modelId="{3925C476-E467-4A96-A16A-2753315DCB1F}">
      <dsp:nvSpPr>
        <dsp:cNvPr id="0" name=""/>
        <dsp:cNvSpPr/>
      </dsp:nvSpPr>
      <dsp:spPr>
        <a:xfrm>
          <a:off x="5573713" y="1607106"/>
          <a:ext cx="2260172" cy="113008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Class C</a:t>
          </a:r>
        </a:p>
        <a:p>
          <a:pPr marL="0" lvl="0" indent="0" algn="ctr" defTabSz="711200">
            <a:lnSpc>
              <a:spcPct val="90000"/>
            </a:lnSpc>
            <a:spcBef>
              <a:spcPct val="0"/>
            </a:spcBef>
            <a:spcAft>
              <a:spcPct val="35000"/>
            </a:spcAft>
            <a:buNone/>
          </a:pPr>
          <a:r>
            <a:rPr lang="en-US" sz="1600" kern="1200" dirty="0"/>
            <a:t>Low value inventory items</a:t>
          </a:r>
          <a:endParaRPr lang="en-ZA" sz="1600" kern="1200" dirty="0"/>
        </a:p>
      </dsp:txBody>
      <dsp:txXfrm>
        <a:off x="5573713" y="1607106"/>
        <a:ext cx="2260172" cy="1130086"/>
      </dsp:txXfrm>
    </dsp:sp>
    <dsp:sp modelId="{8BAD4E1B-4971-4D7A-9CC9-0D2EFCE9978B}">
      <dsp:nvSpPr>
        <dsp:cNvPr id="0" name=""/>
        <dsp:cNvSpPr/>
      </dsp:nvSpPr>
      <dsp:spPr>
        <a:xfrm>
          <a:off x="6138756" y="3211829"/>
          <a:ext cx="2260172" cy="113008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50% of items</a:t>
          </a:r>
        </a:p>
        <a:p>
          <a:pPr marL="0" lvl="0" indent="0" algn="ctr" defTabSz="711200">
            <a:lnSpc>
              <a:spcPct val="90000"/>
            </a:lnSpc>
            <a:spcBef>
              <a:spcPct val="0"/>
            </a:spcBef>
            <a:spcAft>
              <a:spcPct val="35000"/>
            </a:spcAft>
            <a:buNone/>
          </a:pPr>
          <a:r>
            <a:rPr lang="en-US" sz="1600" kern="1200" dirty="0"/>
            <a:t>Lowest consumption rate</a:t>
          </a:r>
        </a:p>
        <a:p>
          <a:pPr marL="0" lvl="0" indent="0" algn="ctr" defTabSz="711200">
            <a:lnSpc>
              <a:spcPct val="90000"/>
            </a:lnSpc>
            <a:spcBef>
              <a:spcPct val="0"/>
            </a:spcBef>
            <a:spcAft>
              <a:spcPct val="35000"/>
            </a:spcAft>
            <a:buNone/>
          </a:pPr>
          <a:r>
            <a:rPr lang="en-US" sz="1600" kern="1200" dirty="0"/>
            <a:t>Least valuable items</a:t>
          </a:r>
          <a:endParaRPr lang="en-ZA" sz="1600" kern="1200" dirty="0"/>
        </a:p>
      </dsp:txBody>
      <dsp:txXfrm>
        <a:off x="6138756" y="3211829"/>
        <a:ext cx="2260172" cy="11300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54DC8A-5257-444F-8A07-30ACCC1E035D}">
      <dsp:nvSpPr>
        <dsp:cNvPr id="0" name=""/>
        <dsp:cNvSpPr/>
      </dsp:nvSpPr>
      <dsp:spPr>
        <a:xfrm>
          <a:off x="1813112" y="727333"/>
          <a:ext cx="1282790" cy="222632"/>
        </a:xfrm>
        <a:custGeom>
          <a:avLst/>
          <a:gdLst/>
          <a:ahLst/>
          <a:cxnLst/>
          <a:rect l="0" t="0" r="0" b="0"/>
          <a:pathLst>
            <a:path>
              <a:moveTo>
                <a:pt x="0" y="0"/>
              </a:moveTo>
              <a:lnTo>
                <a:pt x="0" y="111316"/>
              </a:lnTo>
              <a:lnTo>
                <a:pt x="1282790" y="111316"/>
              </a:lnTo>
              <a:lnTo>
                <a:pt x="1282790" y="22263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2B6C74-2968-4011-B9F1-61CE4E9D109A}">
      <dsp:nvSpPr>
        <dsp:cNvPr id="0" name=""/>
        <dsp:cNvSpPr/>
      </dsp:nvSpPr>
      <dsp:spPr>
        <a:xfrm>
          <a:off x="1767392" y="727333"/>
          <a:ext cx="91440" cy="222632"/>
        </a:xfrm>
        <a:custGeom>
          <a:avLst/>
          <a:gdLst/>
          <a:ahLst/>
          <a:cxnLst/>
          <a:rect l="0" t="0" r="0" b="0"/>
          <a:pathLst>
            <a:path>
              <a:moveTo>
                <a:pt x="45720" y="0"/>
              </a:moveTo>
              <a:lnTo>
                <a:pt x="45720" y="22263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9DF139-80B9-470F-AB43-63578758D6BE}">
      <dsp:nvSpPr>
        <dsp:cNvPr id="0" name=""/>
        <dsp:cNvSpPr/>
      </dsp:nvSpPr>
      <dsp:spPr>
        <a:xfrm>
          <a:off x="530321" y="727333"/>
          <a:ext cx="1282790" cy="222632"/>
        </a:xfrm>
        <a:custGeom>
          <a:avLst/>
          <a:gdLst/>
          <a:ahLst/>
          <a:cxnLst/>
          <a:rect l="0" t="0" r="0" b="0"/>
          <a:pathLst>
            <a:path>
              <a:moveTo>
                <a:pt x="1282790" y="0"/>
              </a:moveTo>
              <a:lnTo>
                <a:pt x="1282790" y="111316"/>
              </a:lnTo>
              <a:lnTo>
                <a:pt x="0" y="111316"/>
              </a:lnTo>
              <a:lnTo>
                <a:pt x="0" y="22263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563E83-E1C2-4752-A32D-1D260B19E3A5}">
      <dsp:nvSpPr>
        <dsp:cNvPr id="0" name=""/>
        <dsp:cNvSpPr/>
      </dsp:nvSpPr>
      <dsp:spPr>
        <a:xfrm>
          <a:off x="1283033" y="197254"/>
          <a:ext cx="1060157" cy="5300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Cost of inventory</a:t>
          </a:r>
          <a:endParaRPr lang="en-ZA" sz="1200" kern="1200" dirty="0"/>
        </a:p>
      </dsp:txBody>
      <dsp:txXfrm>
        <a:off x="1283033" y="197254"/>
        <a:ext cx="1060157" cy="530078"/>
      </dsp:txXfrm>
    </dsp:sp>
    <dsp:sp modelId="{369323AF-F09D-48D1-B967-EA758112CF52}">
      <dsp:nvSpPr>
        <dsp:cNvPr id="0" name=""/>
        <dsp:cNvSpPr/>
      </dsp:nvSpPr>
      <dsp:spPr>
        <a:xfrm>
          <a:off x="243" y="949966"/>
          <a:ext cx="1060157" cy="5300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Carrying cost</a:t>
          </a:r>
        </a:p>
        <a:p>
          <a:pPr marL="0" lvl="0" indent="0" algn="ctr" defTabSz="533400">
            <a:lnSpc>
              <a:spcPct val="90000"/>
            </a:lnSpc>
            <a:spcBef>
              <a:spcPct val="0"/>
            </a:spcBef>
            <a:spcAft>
              <a:spcPct val="35000"/>
            </a:spcAft>
            <a:buNone/>
          </a:pPr>
          <a:r>
            <a:rPr lang="en-US" sz="1200" kern="1200" dirty="0"/>
            <a:t>(Storage cost)</a:t>
          </a:r>
        </a:p>
      </dsp:txBody>
      <dsp:txXfrm>
        <a:off x="243" y="949966"/>
        <a:ext cx="1060157" cy="530078"/>
      </dsp:txXfrm>
    </dsp:sp>
    <dsp:sp modelId="{736898DB-4E32-41A9-9C88-C5BCD513DB28}">
      <dsp:nvSpPr>
        <dsp:cNvPr id="0" name=""/>
        <dsp:cNvSpPr/>
      </dsp:nvSpPr>
      <dsp:spPr>
        <a:xfrm>
          <a:off x="1283033" y="949966"/>
          <a:ext cx="1060157" cy="5300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Ordering </a:t>
          </a:r>
        </a:p>
        <a:p>
          <a:pPr marL="0" lvl="0" indent="0" algn="ctr" defTabSz="533400">
            <a:lnSpc>
              <a:spcPct val="90000"/>
            </a:lnSpc>
            <a:spcBef>
              <a:spcPct val="0"/>
            </a:spcBef>
            <a:spcAft>
              <a:spcPct val="35000"/>
            </a:spcAft>
            <a:buNone/>
          </a:pPr>
          <a:r>
            <a:rPr lang="en-US" sz="1200" kern="1200" dirty="0"/>
            <a:t>costs</a:t>
          </a:r>
          <a:endParaRPr lang="en-ZA" sz="1200" kern="1200" dirty="0"/>
        </a:p>
      </dsp:txBody>
      <dsp:txXfrm>
        <a:off x="1283033" y="949966"/>
        <a:ext cx="1060157" cy="530078"/>
      </dsp:txXfrm>
    </dsp:sp>
    <dsp:sp modelId="{3925C476-E467-4A96-A16A-2753315DCB1F}">
      <dsp:nvSpPr>
        <dsp:cNvPr id="0" name=""/>
        <dsp:cNvSpPr/>
      </dsp:nvSpPr>
      <dsp:spPr>
        <a:xfrm>
          <a:off x="2565823" y="949966"/>
          <a:ext cx="1060157" cy="5300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Stock-out </a:t>
          </a:r>
        </a:p>
        <a:p>
          <a:pPr marL="0" lvl="0" indent="0" algn="ctr" defTabSz="533400">
            <a:lnSpc>
              <a:spcPct val="90000"/>
            </a:lnSpc>
            <a:spcBef>
              <a:spcPct val="0"/>
            </a:spcBef>
            <a:spcAft>
              <a:spcPct val="35000"/>
            </a:spcAft>
            <a:buNone/>
          </a:pPr>
          <a:r>
            <a:rPr lang="en-US" sz="1200" kern="1200" dirty="0"/>
            <a:t>costs</a:t>
          </a:r>
          <a:endParaRPr lang="en-ZA" sz="1200" kern="1200" dirty="0"/>
        </a:p>
      </dsp:txBody>
      <dsp:txXfrm>
        <a:off x="2565823" y="949966"/>
        <a:ext cx="1060157" cy="5300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8D24B7-74C4-4B36-84A5-2F18C31AFAAD}">
      <dsp:nvSpPr>
        <dsp:cNvPr id="0" name=""/>
        <dsp:cNvSpPr/>
      </dsp:nvSpPr>
      <dsp:spPr>
        <a:xfrm>
          <a:off x="3757551" y="1777"/>
          <a:ext cx="1498619" cy="1498619"/>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Increase in inflation</a:t>
          </a:r>
          <a:endParaRPr lang="en-ZA" sz="1800" kern="1200" dirty="0"/>
        </a:p>
      </dsp:txBody>
      <dsp:txXfrm>
        <a:off x="3977019" y="221245"/>
        <a:ext cx="1059683" cy="1059683"/>
      </dsp:txXfrm>
    </dsp:sp>
    <dsp:sp modelId="{6A04F80C-5F5A-4B3A-8506-1627BF00F6DF}">
      <dsp:nvSpPr>
        <dsp:cNvPr id="0" name=""/>
        <dsp:cNvSpPr/>
      </dsp:nvSpPr>
      <dsp:spPr>
        <a:xfrm rot="2160000">
          <a:off x="5208865" y="1153038"/>
          <a:ext cx="398621" cy="50578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a:off x="5220284" y="1219050"/>
        <a:ext cx="279035" cy="303470"/>
      </dsp:txXfrm>
    </dsp:sp>
    <dsp:sp modelId="{1A432075-076B-4649-A56B-B5BF6CAA3109}">
      <dsp:nvSpPr>
        <dsp:cNvPr id="0" name=""/>
        <dsp:cNvSpPr/>
      </dsp:nvSpPr>
      <dsp:spPr>
        <a:xfrm>
          <a:off x="5578434" y="1324726"/>
          <a:ext cx="1498619" cy="1498619"/>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Increase in interest levels</a:t>
          </a:r>
          <a:endParaRPr lang="en-ZA" sz="1800" kern="1200" dirty="0"/>
        </a:p>
      </dsp:txBody>
      <dsp:txXfrm>
        <a:off x="5797902" y="1544194"/>
        <a:ext cx="1059683" cy="1059683"/>
      </dsp:txXfrm>
    </dsp:sp>
    <dsp:sp modelId="{18096B1C-02A4-4C77-9E97-37D05493BACE}">
      <dsp:nvSpPr>
        <dsp:cNvPr id="0" name=""/>
        <dsp:cNvSpPr/>
      </dsp:nvSpPr>
      <dsp:spPr>
        <a:xfrm rot="6480000">
          <a:off x="5784162" y="2880702"/>
          <a:ext cx="398621" cy="505784"/>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rot="10800000">
        <a:off x="5862432" y="2924992"/>
        <a:ext cx="279035" cy="303470"/>
      </dsp:txXfrm>
    </dsp:sp>
    <dsp:sp modelId="{36A17BA0-8E37-402C-8499-5BA6D56B726A}">
      <dsp:nvSpPr>
        <dsp:cNvPr id="0" name=""/>
        <dsp:cNvSpPr/>
      </dsp:nvSpPr>
      <dsp:spPr>
        <a:xfrm>
          <a:off x="4882919" y="3465302"/>
          <a:ext cx="1498619" cy="1498619"/>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Increase in carrying cost per unit</a:t>
          </a:r>
          <a:endParaRPr lang="en-ZA" sz="1800" kern="1200" dirty="0"/>
        </a:p>
      </dsp:txBody>
      <dsp:txXfrm>
        <a:off x="5102387" y="3684770"/>
        <a:ext cx="1059683" cy="1059683"/>
      </dsp:txXfrm>
    </dsp:sp>
    <dsp:sp modelId="{6197A516-DD09-4DBA-B2D8-5693A8A43242}">
      <dsp:nvSpPr>
        <dsp:cNvPr id="0" name=""/>
        <dsp:cNvSpPr/>
      </dsp:nvSpPr>
      <dsp:spPr>
        <a:xfrm rot="10800000">
          <a:off x="4318832" y="3961720"/>
          <a:ext cx="398621" cy="505784"/>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rot="10800000">
        <a:off x="4438418" y="4062877"/>
        <a:ext cx="279035" cy="303470"/>
      </dsp:txXfrm>
    </dsp:sp>
    <dsp:sp modelId="{CC5485A2-D9C4-4D1F-A98E-FF6C88676BA3}">
      <dsp:nvSpPr>
        <dsp:cNvPr id="0" name=""/>
        <dsp:cNvSpPr/>
      </dsp:nvSpPr>
      <dsp:spPr>
        <a:xfrm>
          <a:off x="2632184" y="3465302"/>
          <a:ext cx="1498619" cy="1498619"/>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Decrease in EOQ and avg inventory</a:t>
          </a:r>
          <a:endParaRPr lang="en-ZA" sz="1800" kern="1200" dirty="0"/>
        </a:p>
      </dsp:txBody>
      <dsp:txXfrm>
        <a:off x="2851652" y="3684770"/>
        <a:ext cx="1059683" cy="1059683"/>
      </dsp:txXfrm>
    </dsp:sp>
    <dsp:sp modelId="{884328EC-AFB0-40BA-AD3A-D98ADCD7BE15}">
      <dsp:nvSpPr>
        <dsp:cNvPr id="0" name=""/>
        <dsp:cNvSpPr/>
      </dsp:nvSpPr>
      <dsp:spPr>
        <a:xfrm rot="15120000">
          <a:off x="2837911" y="2902162"/>
          <a:ext cx="398621" cy="50578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rot="10800000">
        <a:off x="2916181" y="3060186"/>
        <a:ext cx="279035" cy="303470"/>
      </dsp:txXfrm>
    </dsp:sp>
    <dsp:sp modelId="{B1C3E372-19EA-4263-877B-65A67599BEB3}">
      <dsp:nvSpPr>
        <dsp:cNvPr id="0" name=""/>
        <dsp:cNvSpPr/>
      </dsp:nvSpPr>
      <dsp:spPr>
        <a:xfrm>
          <a:off x="1936668" y="1324726"/>
          <a:ext cx="1498619" cy="1498619"/>
        </a:xfrm>
        <a:prstGeom prst="ellips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Influence optimal inventory levels</a:t>
          </a:r>
          <a:endParaRPr lang="en-ZA" sz="1800" kern="1200" dirty="0"/>
        </a:p>
      </dsp:txBody>
      <dsp:txXfrm>
        <a:off x="2156136" y="1544194"/>
        <a:ext cx="1059683" cy="1059683"/>
      </dsp:txXfrm>
    </dsp:sp>
    <dsp:sp modelId="{1AB20987-0B5F-48DB-8214-6C3AFEAC4995}">
      <dsp:nvSpPr>
        <dsp:cNvPr id="0" name=""/>
        <dsp:cNvSpPr/>
      </dsp:nvSpPr>
      <dsp:spPr>
        <a:xfrm rot="19440000">
          <a:off x="3387982" y="1166301"/>
          <a:ext cx="398621" cy="505784"/>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a:off x="3399401" y="1302603"/>
        <a:ext cx="279035" cy="3034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CACAA-B219-4C6E-AEF9-6D35F2019237}">
      <dsp:nvSpPr>
        <dsp:cNvPr id="0" name=""/>
        <dsp:cNvSpPr/>
      </dsp:nvSpPr>
      <dsp:spPr>
        <a:xfrm>
          <a:off x="4305300" y="1767674"/>
          <a:ext cx="3046031" cy="528650"/>
        </a:xfrm>
        <a:custGeom>
          <a:avLst/>
          <a:gdLst/>
          <a:ahLst/>
          <a:cxnLst/>
          <a:rect l="0" t="0" r="0" b="0"/>
          <a:pathLst>
            <a:path>
              <a:moveTo>
                <a:pt x="0" y="0"/>
              </a:moveTo>
              <a:lnTo>
                <a:pt x="0" y="264325"/>
              </a:lnTo>
              <a:lnTo>
                <a:pt x="3046031" y="264325"/>
              </a:lnTo>
              <a:lnTo>
                <a:pt x="3046031" y="52865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C5DFDD-26F5-4BA8-A331-6DF3A1CA3BE2}">
      <dsp:nvSpPr>
        <dsp:cNvPr id="0" name=""/>
        <dsp:cNvSpPr/>
      </dsp:nvSpPr>
      <dsp:spPr>
        <a:xfrm>
          <a:off x="4259579" y="1767674"/>
          <a:ext cx="91440" cy="528650"/>
        </a:xfrm>
        <a:custGeom>
          <a:avLst/>
          <a:gdLst/>
          <a:ahLst/>
          <a:cxnLst/>
          <a:rect l="0" t="0" r="0" b="0"/>
          <a:pathLst>
            <a:path>
              <a:moveTo>
                <a:pt x="45720" y="0"/>
              </a:moveTo>
              <a:lnTo>
                <a:pt x="45720" y="52865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1B940E-1734-4DEC-8103-AC372F4DB7B4}">
      <dsp:nvSpPr>
        <dsp:cNvPr id="0" name=""/>
        <dsp:cNvSpPr/>
      </dsp:nvSpPr>
      <dsp:spPr>
        <a:xfrm>
          <a:off x="1259268" y="1767674"/>
          <a:ext cx="3046031" cy="528650"/>
        </a:xfrm>
        <a:custGeom>
          <a:avLst/>
          <a:gdLst/>
          <a:ahLst/>
          <a:cxnLst/>
          <a:rect l="0" t="0" r="0" b="0"/>
          <a:pathLst>
            <a:path>
              <a:moveTo>
                <a:pt x="3046031" y="0"/>
              </a:moveTo>
              <a:lnTo>
                <a:pt x="3046031" y="264325"/>
              </a:lnTo>
              <a:lnTo>
                <a:pt x="0" y="264325"/>
              </a:lnTo>
              <a:lnTo>
                <a:pt x="0" y="52865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5639B6-E7BF-45E8-B88A-1035DDB1954A}">
      <dsp:nvSpPr>
        <dsp:cNvPr id="0" name=""/>
        <dsp:cNvSpPr/>
      </dsp:nvSpPr>
      <dsp:spPr>
        <a:xfrm>
          <a:off x="3046609" y="508984"/>
          <a:ext cx="2517381" cy="125869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Preventing inventory losses</a:t>
          </a:r>
          <a:endParaRPr lang="en-ZA" sz="2400" kern="1200" dirty="0"/>
        </a:p>
      </dsp:txBody>
      <dsp:txXfrm>
        <a:off x="3046609" y="508984"/>
        <a:ext cx="2517381" cy="1258690"/>
      </dsp:txXfrm>
    </dsp:sp>
    <dsp:sp modelId="{C29E0752-DC52-4C89-A9FA-21AB0E7B82E9}">
      <dsp:nvSpPr>
        <dsp:cNvPr id="0" name=""/>
        <dsp:cNvSpPr/>
      </dsp:nvSpPr>
      <dsp:spPr>
        <a:xfrm>
          <a:off x="578" y="2296325"/>
          <a:ext cx="2517381" cy="125869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Proper control</a:t>
          </a:r>
          <a:endParaRPr lang="en-ZA" sz="2400" kern="1200" dirty="0"/>
        </a:p>
      </dsp:txBody>
      <dsp:txXfrm>
        <a:off x="578" y="2296325"/>
        <a:ext cx="2517381" cy="1258690"/>
      </dsp:txXfrm>
    </dsp:sp>
    <dsp:sp modelId="{FAD4025A-93C1-476A-9C7A-06A1BE1C9899}">
      <dsp:nvSpPr>
        <dsp:cNvPr id="0" name=""/>
        <dsp:cNvSpPr/>
      </dsp:nvSpPr>
      <dsp:spPr>
        <a:xfrm>
          <a:off x="3046609" y="2296325"/>
          <a:ext cx="2517381" cy="125869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Preventive measures</a:t>
          </a:r>
          <a:endParaRPr lang="en-ZA" sz="2400" kern="1200" dirty="0"/>
        </a:p>
      </dsp:txBody>
      <dsp:txXfrm>
        <a:off x="3046609" y="2296325"/>
        <a:ext cx="2517381" cy="1258690"/>
      </dsp:txXfrm>
    </dsp:sp>
    <dsp:sp modelId="{16C68839-EF4C-459F-A64F-9A1A8C30C6D9}">
      <dsp:nvSpPr>
        <dsp:cNvPr id="0" name=""/>
        <dsp:cNvSpPr/>
      </dsp:nvSpPr>
      <dsp:spPr>
        <a:xfrm>
          <a:off x="6092640" y="2296325"/>
          <a:ext cx="2517381" cy="125869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Reduction of eventual losses through insurance</a:t>
          </a:r>
          <a:endParaRPr lang="en-ZA" sz="2400" kern="1200" dirty="0"/>
        </a:p>
      </dsp:txBody>
      <dsp:txXfrm>
        <a:off x="6092640" y="2296325"/>
        <a:ext cx="2517381" cy="125869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08AE50-350F-472C-87CE-F777A674BCAC}">
      <dsp:nvSpPr>
        <dsp:cNvPr id="0" name=""/>
        <dsp:cNvSpPr/>
      </dsp:nvSpPr>
      <dsp:spPr>
        <a:xfrm>
          <a:off x="7099535" y="1514365"/>
          <a:ext cx="205835" cy="514878"/>
        </a:xfrm>
        <a:custGeom>
          <a:avLst/>
          <a:gdLst/>
          <a:ahLst/>
          <a:cxnLst/>
          <a:rect l="0" t="0" r="0" b="0"/>
          <a:pathLst>
            <a:path>
              <a:moveTo>
                <a:pt x="0" y="0"/>
              </a:moveTo>
              <a:lnTo>
                <a:pt x="0" y="514878"/>
              </a:lnTo>
              <a:lnTo>
                <a:pt x="205835" y="51487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FCACAA-B219-4C6E-AEF9-6D35F2019237}">
      <dsp:nvSpPr>
        <dsp:cNvPr id="0" name=""/>
        <dsp:cNvSpPr/>
      </dsp:nvSpPr>
      <dsp:spPr>
        <a:xfrm>
          <a:off x="4305300" y="608523"/>
          <a:ext cx="3465819" cy="297518"/>
        </a:xfrm>
        <a:custGeom>
          <a:avLst/>
          <a:gdLst/>
          <a:ahLst/>
          <a:cxnLst/>
          <a:rect l="0" t="0" r="0" b="0"/>
          <a:pathLst>
            <a:path>
              <a:moveTo>
                <a:pt x="0" y="0"/>
              </a:moveTo>
              <a:lnTo>
                <a:pt x="0" y="169770"/>
              </a:lnTo>
              <a:lnTo>
                <a:pt x="3465819" y="169770"/>
              </a:lnTo>
              <a:lnTo>
                <a:pt x="3465819" y="2975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78166C-DB62-4513-94D6-277315F21036}">
      <dsp:nvSpPr>
        <dsp:cNvPr id="0" name=""/>
        <dsp:cNvSpPr/>
      </dsp:nvSpPr>
      <dsp:spPr>
        <a:xfrm>
          <a:off x="3788077" y="1514365"/>
          <a:ext cx="211993" cy="1381453"/>
        </a:xfrm>
        <a:custGeom>
          <a:avLst/>
          <a:gdLst/>
          <a:ahLst/>
          <a:cxnLst/>
          <a:rect l="0" t="0" r="0" b="0"/>
          <a:pathLst>
            <a:path>
              <a:moveTo>
                <a:pt x="0" y="0"/>
              </a:moveTo>
              <a:lnTo>
                <a:pt x="0" y="1381453"/>
              </a:lnTo>
              <a:lnTo>
                <a:pt x="211993" y="138145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EF9107-4C43-45CD-BE68-AD882D72FBF6}">
      <dsp:nvSpPr>
        <dsp:cNvPr id="0" name=""/>
        <dsp:cNvSpPr/>
      </dsp:nvSpPr>
      <dsp:spPr>
        <a:xfrm>
          <a:off x="3788077" y="1514365"/>
          <a:ext cx="211993" cy="517634"/>
        </a:xfrm>
        <a:custGeom>
          <a:avLst/>
          <a:gdLst/>
          <a:ahLst/>
          <a:cxnLst/>
          <a:rect l="0" t="0" r="0" b="0"/>
          <a:pathLst>
            <a:path>
              <a:moveTo>
                <a:pt x="0" y="0"/>
              </a:moveTo>
              <a:lnTo>
                <a:pt x="0" y="517634"/>
              </a:lnTo>
              <a:lnTo>
                <a:pt x="211993" y="5176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C5DFDD-26F5-4BA8-A331-6DF3A1CA3BE2}">
      <dsp:nvSpPr>
        <dsp:cNvPr id="0" name=""/>
        <dsp:cNvSpPr/>
      </dsp:nvSpPr>
      <dsp:spPr>
        <a:xfrm>
          <a:off x="4305300" y="608523"/>
          <a:ext cx="431255" cy="297518"/>
        </a:xfrm>
        <a:custGeom>
          <a:avLst/>
          <a:gdLst/>
          <a:ahLst/>
          <a:cxnLst/>
          <a:rect l="0" t="0" r="0" b="0"/>
          <a:pathLst>
            <a:path>
              <a:moveTo>
                <a:pt x="0" y="0"/>
              </a:moveTo>
              <a:lnTo>
                <a:pt x="0" y="169770"/>
              </a:lnTo>
              <a:lnTo>
                <a:pt x="431255" y="169770"/>
              </a:lnTo>
              <a:lnTo>
                <a:pt x="431255" y="2975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B717DA8-699B-4C78-AB80-200D82576EB4}">
      <dsp:nvSpPr>
        <dsp:cNvPr id="0" name=""/>
        <dsp:cNvSpPr/>
      </dsp:nvSpPr>
      <dsp:spPr>
        <a:xfrm>
          <a:off x="245138" y="1512212"/>
          <a:ext cx="206241" cy="2211316"/>
        </a:xfrm>
        <a:custGeom>
          <a:avLst/>
          <a:gdLst/>
          <a:ahLst/>
          <a:cxnLst/>
          <a:rect l="0" t="0" r="0" b="0"/>
          <a:pathLst>
            <a:path>
              <a:moveTo>
                <a:pt x="0" y="0"/>
              </a:moveTo>
              <a:lnTo>
                <a:pt x="0" y="2211316"/>
              </a:lnTo>
              <a:lnTo>
                <a:pt x="206241" y="221131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D0823F-7238-4D7F-9AFD-380C7CD54A50}">
      <dsp:nvSpPr>
        <dsp:cNvPr id="0" name=""/>
        <dsp:cNvSpPr/>
      </dsp:nvSpPr>
      <dsp:spPr>
        <a:xfrm>
          <a:off x="245138" y="1512212"/>
          <a:ext cx="199671" cy="1373113"/>
        </a:xfrm>
        <a:custGeom>
          <a:avLst/>
          <a:gdLst/>
          <a:ahLst/>
          <a:cxnLst/>
          <a:rect l="0" t="0" r="0" b="0"/>
          <a:pathLst>
            <a:path>
              <a:moveTo>
                <a:pt x="0" y="0"/>
              </a:moveTo>
              <a:lnTo>
                <a:pt x="0" y="1373113"/>
              </a:lnTo>
              <a:lnTo>
                <a:pt x="199671" y="13731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EC7016-A2C9-4E70-802F-294A2D6A3EFF}">
      <dsp:nvSpPr>
        <dsp:cNvPr id="0" name=""/>
        <dsp:cNvSpPr/>
      </dsp:nvSpPr>
      <dsp:spPr>
        <a:xfrm>
          <a:off x="245138" y="1512212"/>
          <a:ext cx="202226" cy="594508"/>
        </a:xfrm>
        <a:custGeom>
          <a:avLst/>
          <a:gdLst/>
          <a:ahLst/>
          <a:cxnLst/>
          <a:rect l="0" t="0" r="0" b="0"/>
          <a:pathLst>
            <a:path>
              <a:moveTo>
                <a:pt x="0" y="0"/>
              </a:moveTo>
              <a:lnTo>
                <a:pt x="0" y="594508"/>
              </a:lnTo>
              <a:lnTo>
                <a:pt x="202226" y="59450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1B940E-1734-4DEC-8103-AC372F4DB7B4}">
      <dsp:nvSpPr>
        <dsp:cNvPr id="0" name=""/>
        <dsp:cNvSpPr/>
      </dsp:nvSpPr>
      <dsp:spPr>
        <a:xfrm>
          <a:off x="1225692" y="608523"/>
          <a:ext cx="3079607" cy="295365"/>
        </a:xfrm>
        <a:custGeom>
          <a:avLst/>
          <a:gdLst/>
          <a:ahLst/>
          <a:cxnLst/>
          <a:rect l="0" t="0" r="0" b="0"/>
          <a:pathLst>
            <a:path>
              <a:moveTo>
                <a:pt x="3079607" y="0"/>
              </a:moveTo>
              <a:lnTo>
                <a:pt x="3079607" y="167617"/>
              </a:lnTo>
              <a:lnTo>
                <a:pt x="0" y="167617"/>
              </a:lnTo>
              <a:lnTo>
                <a:pt x="0" y="29536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5639B6-E7BF-45E8-B88A-1035DDB1954A}">
      <dsp:nvSpPr>
        <dsp:cNvPr id="0" name=""/>
        <dsp:cNvSpPr/>
      </dsp:nvSpPr>
      <dsp:spPr>
        <a:xfrm>
          <a:off x="3696976" y="200"/>
          <a:ext cx="1216646"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Proper control</a:t>
          </a:r>
          <a:endParaRPr lang="en-ZA" sz="1600" kern="1200" dirty="0"/>
        </a:p>
      </dsp:txBody>
      <dsp:txXfrm>
        <a:off x="3696976" y="200"/>
        <a:ext cx="1216646" cy="608323"/>
      </dsp:txXfrm>
    </dsp:sp>
    <dsp:sp modelId="{C29E0752-DC52-4C89-A9FA-21AB0E7B82E9}">
      <dsp:nvSpPr>
        <dsp:cNvPr id="0" name=""/>
        <dsp:cNvSpPr/>
      </dsp:nvSpPr>
      <dsp:spPr>
        <a:xfrm>
          <a:off x="0" y="903888"/>
          <a:ext cx="2451384"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Checking deliveries for quantities and quality</a:t>
          </a:r>
          <a:endParaRPr lang="en-ZA" sz="1600" kern="1200" dirty="0"/>
        </a:p>
      </dsp:txBody>
      <dsp:txXfrm>
        <a:off x="0" y="903888"/>
        <a:ext cx="2451384" cy="608323"/>
      </dsp:txXfrm>
    </dsp:sp>
    <dsp:sp modelId="{05CDF800-993B-4818-83FB-A41FD3C38269}">
      <dsp:nvSpPr>
        <dsp:cNvPr id="0" name=""/>
        <dsp:cNvSpPr/>
      </dsp:nvSpPr>
      <dsp:spPr>
        <a:xfrm>
          <a:off x="447365" y="1802558"/>
          <a:ext cx="2735995"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Invoice or delivery note check</a:t>
          </a:r>
          <a:endParaRPr lang="en-ZA" sz="1600" kern="1200" dirty="0"/>
        </a:p>
      </dsp:txBody>
      <dsp:txXfrm>
        <a:off x="447365" y="1802558"/>
        <a:ext cx="2735995" cy="608323"/>
      </dsp:txXfrm>
    </dsp:sp>
    <dsp:sp modelId="{CE1A0C99-392A-4086-B6EE-4E39BF41F2D7}">
      <dsp:nvSpPr>
        <dsp:cNvPr id="0" name=""/>
        <dsp:cNvSpPr/>
      </dsp:nvSpPr>
      <dsp:spPr>
        <a:xfrm>
          <a:off x="444810" y="2581163"/>
          <a:ext cx="2745764"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Quantity check</a:t>
          </a:r>
          <a:endParaRPr lang="en-ZA" sz="1600" kern="1200" dirty="0"/>
        </a:p>
      </dsp:txBody>
      <dsp:txXfrm>
        <a:off x="444810" y="2581163"/>
        <a:ext cx="2745764" cy="608323"/>
      </dsp:txXfrm>
    </dsp:sp>
    <dsp:sp modelId="{84AEEEDA-FA3F-46C8-8A94-E2B8D7482DE1}">
      <dsp:nvSpPr>
        <dsp:cNvPr id="0" name=""/>
        <dsp:cNvSpPr/>
      </dsp:nvSpPr>
      <dsp:spPr>
        <a:xfrm>
          <a:off x="451380" y="3419366"/>
          <a:ext cx="2739194"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Quality check</a:t>
          </a:r>
          <a:endParaRPr lang="en-ZA" sz="1600" kern="1200" dirty="0"/>
        </a:p>
      </dsp:txBody>
      <dsp:txXfrm>
        <a:off x="451380" y="3419366"/>
        <a:ext cx="2739194" cy="608323"/>
      </dsp:txXfrm>
    </dsp:sp>
    <dsp:sp modelId="{FAD4025A-93C1-476A-9C7A-06A1BE1C9899}">
      <dsp:nvSpPr>
        <dsp:cNvPr id="0" name=""/>
        <dsp:cNvSpPr/>
      </dsp:nvSpPr>
      <dsp:spPr>
        <a:xfrm>
          <a:off x="3550957" y="906042"/>
          <a:ext cx="2371195"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Regular stocktaking</a:t>
          </a:r>
          <a:endParaRPr lang="en-ZA" sz="1600" kern="1200" dirty="0"/>
        </a:p>
      </dsp:txBody>
      <dsp:txXfrm>
        <a:off x="3550957" y="906042"/>
        <a:ext cx="2371195" cy="608323"/>
      </dsp:txXfrm>
    </dsp:sp>
    <dsp:sp modelId="{5830AA66-842F-4650-92A1-02E7B851F307}">
      <dsp:nvSpPr>
        <dsp:cNvPr id="0" name=""/>
        <dsp:cNvSpPr/>
      </dsp:nvSpPr>
      <dsp:spPr>
        <a:xfrm>
          <a:off x="4000070" y="1727838"/>
          <a:ext cx="2422477"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Perpetual inventory system</a:t>
          </a:r>
          <a:endParaRPr lang="en-ZA" sz="1600" kern="1200" dirty="0"/>
        </a:p>
      </dsp:txBody>
      <dsp:txXfrm>
        <a:off x="4000070" y="1727838"/>
        <a:ext cx="2422477" cy="608323"/>
      </dsp:txXfrm>
    </dsp:sp>
    <dsp:sp modelId="{E8D16B85-7998-45C2-BF67-1BF5398ADAED}">
      <dsp:nvSpPr>
        <dsp:cNvPr id="0" name=""/>
        <dsp:cNvSpPr/>
      </dsp:nvSpPr>
      <dsp:spPr>
        <a:xfrm>
          <a:off x="4000070" y="2591657"/>
          <a:ext cx="2422477"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Periodic physical inventory system</a:t>
          </a:r>
          <a:endParaRPr lang="en-ZA" sz="1600" kern="1200" dirty="0"/>
        </a:p>
      </dsp:txBody>
      <dsp:txXfrm>
        <a:off x="4000070" y="2591657"/>
        <a:ext cx="2422477" cy="608323"/>
      </dsp:txXfrm>
    </dsp:sp>
    <dsp:sp modelId="{16C68839-EF4C-459F-A64F-9A1A8C30C6D9}">
      <dsp:nvSpPr>
        <dsp:cNvPr id="0" name=""/>
        <dsp:cNvSpPr/>
      </dsp:nvSpPr>
      <dsp:spPr>
        <a:xfrm>
          <a:off x="6931639" y="906042"/>
          <a:ext cx="1678960"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Searching employees</a:t>
          </a:r>
          <a:endParaRPr lang="en-ZA" sz="1600" kern="1200" dirty="0"/>
        </a:p>
      </dsp:txBody>
      <dsp:txXfrm>
        <a:off x="6931639" y="906042"/>
        <a:ext cx="1678960" cy="608323"/>
      </dsp:txXfrm>
    </dsp:sp>
    <dsp:sp modelId="{22D59A1F-07BF-4027-9292-8ACA13710286}">
      <dsp:nvSpPr>
        <dsp:cNvPr id="0" name=""/>
        <dsp:cNvSpPr/>
      </dsp:nvSpPr>
      <dsp:spPr>
        <a:xfrm>
          <a:off x="7305371" y="1725082"/>
          <a:ext cx="1216646" cy="60832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Theft</a:t>
          </a:r>
          <a:endParaRPr lang="en-ZA" sz="1600" kern="1200" dirty="0"/>
        </a:p>
      </dsp:txBody>
      <dsp:txXfrm>
        <a:off x="7305371" y="1725082"/>
        <a:ext cx="1216646" cy="6083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CACAA-B219-4C6E-AEF9-6D35F2019237}">
      <dsp:nvSpPr>
        <dsp:cNvPr id="0" name=""/>
        <dsp:cNvSpPr/>
      </dsp:nvSpPr>
      <dsp:spPr>
        <a:xfrm>
          <a:off x="1562100" y="405051"/>
          <a:ext cx="979449" cy="169987"/>
        </a:xfrm>
        <a:custGeom>
          <a:avLst/>
          <a:gdLst/>
          <a:ahLst/>
          <a:cxnLst/>
          <a:rect l="0" t="0" r="0" b="0"/>
          <a:pathLst>
            <a:path>
              <a:moveTo>
                <a:pt x="0" y="0"/>
              </a:moveTo>
              <a:lnTo>
                <a:pt x="0" y="84993"/>
              </a:lnTo>
              <a:lnTo>
                <a:pt x="979449" y="84993"/>
              </a:lnTo>
              <a:lnTo>
                <a:pt x="979449"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C5DFDD-26F5-4BA8-A331-6DF3A1CA3BE2}">
      <dsp:nvSpPr>
        <dsp:cNvPr id="0" name=""/>
        <dsp:cNvSpPr/>
      </dsp:nvSpPr>
      <dsp:spPr>
        <a:xfrm>
          <a:off x="1516379" y="405051"/>
          <a:ext cx="91440" cy="169987"/>
        </a:xfrm>
        <a:custGeom>
          <a:avLst/>
          <a:gdLst/>
          <a:ahLst/>
          <a:cxnLst/>
          <a:rect l="0" t="0" r="0" b="0"/>
          <a:pathLst>
            <a:path>
              <a:moveTo>
                <a:pt x="45720" y="0"/>
              </a:moveTo>
              <a:lnTo>
                <a:pt x="45720"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1B940E-1734-4DEC-8103-AC372F4DB7B4}">
      <dsp:nvSpPr>
        <dsp:cNvPr id="0" name=""/>
        <dsp:cNvSpPr/>
      </dsp:nvSpPr>
      <dsp:spPr>
        <a:xfrm>
          <a:off x="582650" y="405051"/>
          <a:ext cx="979449" cy="169987"/>
        </a:xfrm>
        <a:custGeom>
          <a:avLst/>
          <a:gdLst/>
          <a:ahLst/>
          <a:cxnLst/>
          <a:rect l="0" t="0" r="0" b="0"/>
          <a:pathLst>
            <a:path>
              <a:moveTo>
                <a:pt x="979449" y="0"/>
              </a:moveTo>
              <a:lnTo>
                <a:pt x="979449" y="84993"/>
              </a:lnTo>
              <a:lnTo>
                <a:pt x="0" y="84993"/>
              </a:lnTo>
              <a:lnTo>
                <a:pt x="0"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5639B6-E7BF-45E8-B88A-1035DDB1954A}">
      <dsp:nvSpPr>
        <dsp:cNvPr id="0" name=""/>
        <dsp:cNvSpPr/>
      </dsp:nvSpPr>
      <dsp:spPr>
        <a:xfrm>
          <a:off x="1157368" y="320"/>
          <a:ext cx="809462" cy="4047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Preventing inventory losses</a:t>
          </a:r>
          <a:endParaRPr lang="en-ZA" sz="600" kern="1200" dirty="0"/>
        </a:p>
      </dsp:txBody>
      <dsp:txXfrm>
        <a:off x="1157368" y="320"/>
        <a:ext cx="809462" cy="404731"/>
      </dsp:txXfrm>
    </dsp:sp>
    <dsp:sp modelId="{C29E0752-DC52-4C89-A9FA-21AB0E7B82E9}">
      <dsp:nvSpPr>
        <dsp:cNvPr id="0" name=""/>
        <dsp:cNvSpPr/>
      </dsp:nvSpPr>
      <dsp:spPr>
        <a:xfrm>
          <a:off x="177919" y="575038"/>
          <a:ext cx="809462" cy="404731"/>
        </a:xfrm>
        <a:prstGeom prst="rect">
          <a:avLst/>
        </a:prstGeom>
        <a:solidFill>
          <a:schemeClr val="accent2">
            <a:lumMod val="40000"/>
            <a:lumOff val="60000"/>
          </a:schemeClr>
        </a:solidFill>
        <a:ln w="25400" cap="flat" cmpd="sng" algn="ctr">
          <a:solidFill>
            <a:schemeClr val="accent2">
              <a:lumMod val="40000"/>
              <a:lumOff val="6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solidFill>
                <a:schemeClr val="tx1"/>
              </a:solidFill>
            </a:rPr>
            <a:t>Proper control</a:t>
          </a:r>
          <a:endParaRPr lang="en-ZA" sz="600" kern="1200" dirty="0">
            <a:solidFill>
              <a:schemeClr val="tx1"/>
            </a:solidFill>
          </a:endParaRPr>
        </a:p>
      </dsp:txBody>
      <dsp:txXfrm>
        <a:off x="177919" y="575038"/>
        <a:ext cx="809462" cy="404731"/>
      </dsp:txXfrm>
    </dsp:sp>
    <dsp:sp modelId="{FAD4025A-93C1-476A-9C7A-06A1BE1C9899}">
      <dsp:nvSpPr>
        <dsp:cNvPr id="0" name=""/>
        <dsp:cNvSpPr/>
      </dsp:nvSpPr>
      <dsp:spPr>
        <a:xfrm>
          <a:off x="1157368" y="575038"/>
          <a:ext cx="809462" cy="4047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Preventive measures</a:t>
          </a:r>
          <a:endParaRPr lang="en-ZA" sz="600" kern="1200" dirty="0"/>
        </a:p>
      </dsp:txBody>
      <dsp:txXfrm>
        <a:off x="1157368" y="575038"/>
        <a:ext cx="809462" cy="404731"/>
      </dsp:txXfrm>
    </dsp:sp>
    <dsp:sp modelId="{16C68839-EF4C-459F-A64F-9A1A8C30C6D9}">
      <dsp:nvSpPr>
        <dsp:cNvPr id="0" name=""/>
        <dsp:cNvSpPr/>
      </dsp:nvSpPr>
      <dsp:spPr>
        <a:xfrm>
          <a:off x="2136818" y="575038"/>
          <a:ext cx="809462" cy="4047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Reduction of eventual losses through insurance</a:t>
          </a:r>
          <a:endParaRPr lang="en-ZA" sz="600" kern="1200" dirty="0"/>
        </a:p>
      </dsp:txBody>
      <dsp:txXfrm>
        <a:off x="2136818" y="575038"/>
        <a:ext cx="809462" cy="40473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CACAA-B219-4C6E-AEF9-6D35F2019237}">
      <dsp:nvSpPr>
        <dsp:cNvPr id="0" name=""/>
        <dsp:cNvSpPr/>
      </dsp:nvSpPr>
      <dsp:spPr>
        <a:xfrm>
          <a:off x="1562100" y="405051"/>
          <a:ext cx="979449" cy="169987"/>
        </a:xfrm>
        <a:custGeom>
          <a:avLst/>
          <a:gdLst/>
          <a:ahLst/>
          <a:cxnLst/>
          <a:rect l="0" t="0" r="0" b="0"/>
          <a:pathLst>
            <a:path>
              <a:moveTo>
                <a:pt x="0" y="0"/>
              </a:moveTo>
              <a:lnTo>
                <a:pt x="0" y="84993"/>
              </a:lnTo>
              <a:lnTo>
                <a:pt x="979449" y="84993"/>
              </a:lnTo>
              <a:lnTo>
                <a:pt x="979449"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C5DFDD-26F5-4BA8-A331-6DF3A1CA3BE2}">
      <dsp:nvSpPr>
        <dsp:cNvPr id="0" name=""/>
        <dsp:cNvSpPr/>
      </dsp:nvSpPr>
      <dsp:spPr>
        <a:xfrm>
          <a:off x="1516379" y="405051"/>
          <a:ext cx="91440" cy="169987"/>
        </a:xfrm>
        <a:custGeom>
          <a:avLst/>
          <a:gdLst/>
          <a:ahLst/>
          <a:cxnLst/>
          <a:rect l="0" t="0" r="0" b="0"/>
          <a:pathLst>
            <a:path>
              <a:moveTo>
                <a:pt x="45720" y="0"/>
              </a:moveTo>
              <a:lnTo>
                <a:pt x="45720"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1B940E-1734-4DEC-8103-AC372F4DB7B4}">
      <dsp:nvSpPr>
        <dsp:cNvPr id="0" name=""/>
        <dsp:cNvSpPr/>
      </dsp:nvSpPr>
      <dsp:spPr>
        <a:xfrm>
          <a:off x="582650" y="405051"/>
          <a:ext cx="979449" cy="169987"/>
        </a:xfrm>
        <a:custGeom>
          <a:avLst/>
          <a:gdLst/>
          <a:ahLst/>
          <a:cxnLst/>
          <a:rect l="0" t="0" r="0" b="0"/>
          <a:pathLst>
            <a:path>
              <a:moveTo>
                <a:pt x="979449" y="0"/>
              </a:moveTo>
              <a:lnTo>
                <a:pt x="979449" y="84993"/>
              </a:lnTo>
              <a:lnTo>
                <a:pt x="0" y="84993"/>
              </a:lnTo>
              <a:lnTo>
                <a:pt x="0"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5639B6-E7BF-45E8-B88A-1035DDB1954A}">
      <dsp:nvSpPr>
        <dsp:cNvPr id="0" name=""/>
        <dsp:cNvSpPr/>
      </dsp:nvSpPr>
      <dsp:spPr>
        <a:xfrm>
          <a:off x="1157368" y="320"/>
          <a:ext cx="809462" cy="4047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Preventing inventory losses</a:t>
          </a:r>
          <a:endParaRPr lang="en-ZA" sz="600" kern="1200" dirty="0"/>
        </a:p>
      </dsp:txBody>
      <dsp:txXfrm>
        <a:off x="1157368" y="320"/>
        <a:ext cx="809462" cy="404731"/>
      </dsp:txXfrm>
    </dsp:sp>
    <dsp:sp modelId="{C29E0752-DC52-4C89-A9FA-21AB0E7B82E9}">
      <dsp:nvSpPr>
        <dsp:cNvPr id="0" name=""/>
        <dsp:cNvSpPr/>
      </dsp:nvSpPr>
      <dsp:spPr>
        <a:xfrm>
          <a:off x="177919" y="575038"/>
          <a:ext cx="809462" cy="40473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solidFill>
                <a:prstClr val="white"/>
              </a:solidFill>
              <a:latin typeface="Tahoma"/>
              <a:ea typeface="ＭＳ Ｐゴシック"/>
              <a:cs typeface="+mn-cs"/>
            </a:rPr>
            <a:t>Proper control</a:t>
          </a:r>
          <a:endParaRPr lang="en-ZA" sz="600" kern="1200" dirty="0">
            <a:solidFill>
              <a:prstClr val="white"/>
            </a:solidFill>
            <a:latin typeface="Tahoma"/>
            <a:ea typeface="ＭＳ Ｐゴシック"/>
            <a:cs typeface="+mn-cs"/>
          </a:endParaRPr>
        </a:p>
      </dsp:txBody>
      <dsp:txXfrm>
        <a:off x="177919" y="575038"/>
        <a:ext cx="809462" cy="404731"/>
      </dsp:txXfrm>
    </dsp:sp>
    <dsp:sp modelId="{FAD4025A-93C1-476A-9C7A-06A1BE1C9899}">
      <dsp:nvSpPr>
        <dsp:cNvPr id="0" name=""/>
        <dsp:cNvSpPr/>
      </dsp:nvSpPr>
      <dsp:spPr>
        <a:xfrm>
          <a:off x="1157368" y="575038"/>
          <a:ext cx="809462" cy="404731"/>
        </a:xfrm>
        <a:prstGeom prst="rect">
          <a:avLst/>
        </a:prstGeom>
        <a:solidFill>
          <a:schemeClr val="accent2">
            <a:lumMod val="40000"/>
            <a:lumOff val="60000"/>
          </a:schemeClr>
        </a:solidFill>
        <a:ln w="25400" cap="flat" cmpd="sng" algn="ctr">
          <a:solidFill>
            <a:schemeClr val="accent2">
              <a:lumMod val="40000"/>
              <a:lumOff val="6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solidFill>
                <a:schemeClr val="tx1"/>
              </a:solidFill>
            </a:rPr>
            <a:t>Preventive measures</a:t>
          </a:r>
          <a:endParaRPr lang="en-ZA" sz="600" kern="1200" dirty="0">
            <a:solidFill>
              <a:schemeClr val="tx1"/>
            </a:solidFill>
          </a:endParaRPr>
        </a:p>
      </dsp:txBody>
      <dsp:txXfrm>
        <a:off x="1157368" y="575038"/>
        <a:ext cx="809462" cy="404731"/>
      </dsp:txXfrm>
    </dsp:sp>
    <dsp:sp modelId="{16C68839-EF4C-459F-A64F-9A1A8C30C6D9}">
      <dsp:nvSpPr>
        <dsp:cNvPr id="0" name=""/>
        <dsp:cNvSpPr/>
      </dsp:nvSpPr>
      <dsp:spPr>
        <a:xfrm>
          <a:off x="2136818" y="575038"/>
          <a:ext cx="809462" cy="4047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Reduction of eventual losses through insurance</a:t>
          </a:r>
          <a:endParaRPr lang="en-ZA" sz="600" kern="1200" dirty="0"/>
        </a:p>
      </dsp:txBody>
      <dsp:txXfrm>
        <a:off x="2136818" y="575038"/>
        <a:ext cx="809462" cy="40473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CACAA-B219-4C6E-AEF9-6D35F2019237}">
      <dsp:nvSpPr>
        <dsp:cNvPr id="0" name=""/>
        <dsp:cNvSpPr/>
      </dsp:nvSpPr>
      <dsp:spPr>
        <a:xfrm>
          <a:off x="1562100" y="405051"/>
          <a:ext cx="979449" cy="169987"/>
        </a:xfrm>
        <a:custGeom>
          <a:avLst/>
          <a:gdLst/>
          <a:ahLst/>
          <a:cxnLst/>
          <a:rect l="0" t="0" r="0" b="0"/>
          <a:pathLst>
            <a:path>
              <a:moveTo>
                <a:pt x="0" y="0"/>
              </a:moveTo>
              <a:lnTo>
                <a:pt x="0" y="84993"/>
              </a:lnTo>
              <a:lnTo>
                <a:pt x="979449" y="84993"/>
              </a:lnTo>
              <a:lnTo>
                <a:pt x="979449"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C5DFDD-26F5-4BA8-A331-6DF3A1CA3BE2}">
      <dsp:nvSpPr>
        <dsp:cNvPr id="0" name=""/>
        <dsp:cNvSpPr/>
      </dsp:nvSpPr>
      <dsp:spPr>
        <a:xfrm>
          <a:off x="1516379" y="405051"/>
          <a:ext cx="91440" cy="169987"/>
        </a:xfrm>
        <a:custGeom>
          <a:avLst/>
          <a:gdLst/>
          <a:ahLst/>
          <a:cxnLst/>
          <a:rect l="0" t="0" r="0" b="0"/>
          <a:pathLst>
            <a:path>
              <a:moveTo>
                <a:pt x="45720" y="0"/>
              </a:moveTo>
              <a:lnTo>
                <a:pt x="45720"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1B940E-1734-4DEC-8103-AC372F4DB7B4}">
      <dsp:nvSpPr>
        <dsp:cNvPr id="0" name=""/>
        <dsp:cNvSpPr/>
      </dsp:nvSpPr>
      <dsp:spPr>
        <a:xfrm>
          <a:off x="582650" y="405051"/>
          <a:ext cx="979449" cy="169987"/>
        </a:xfrm>
        <a:custGeom>
          <a:avLst/>
          <a:gdLst/>
          <a:ahLst/>
          <a:cxnLst/>
          <a:rect l="0" t="0" r="0" b="0"/>
          <a:pathLst>
            <a:path>
              <a:moveTo>
                <a:pt x="979449" y="0"/>
              </a:moveTo>
              <a:lnTo>
                <a:pt x="979449" y="84993"/>
              </a:lnTo>
              <a:lnTo>
                <a:pt x="0" y="84993"/>
              </a:lnTo>
              <a:lnTo>
                <a:pt x="0" y="1699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5639B6-E7BF-45E8-B88A-1035DDB1954A}">
      <dsp:nvSpPr>
        <dsp:cNvPr id="0" name=""/>
        <dsp:cNvSpPr/>
      </dsp:nvSpPr>
      <dsp:spPr>
        <a:xfrm>
          <a:off x="1157368" y="320"/>
          <a:ext cx="809462" cy="4047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Preventing inventory losses</a:t>
          </a:r>
          <a:endParaRPr lang="en-ZA" sz="600" kern="1200" dirty="0"/>
        </a:p>
      </dsp:txBody>
      <dsp:txXfrm>
        <a:off x="1157368" y="320"/>
        <a:ext cx="809462" cy="404731"/>
      </dsp:txXfrm>
    </dsp:sp>
    <dsp:sp modelId="{C29E0752-DC52-4C89-A9FA-21AB0E7B82E9}">
      <dsp:nvSpPr>
        <dsp:cNvPr id="0" name=""/>
        <dsp:cNvSpPr/>
      </dsp:nvSpPr>
      <dsp:spPr>
        <a:xfrm>
          <a:off x="177919" y="575038"/>
          <a:ext cx="809462" cy="40473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solidFill>
                <a:prstClr val="white"/>
              </a:solidFill>
              <a:latin typeface="Tahoma"/>
              <a:ea typeface="ＭＳ Ｐゴシック"/>
              <a:cs typeface="+mn-cs"/>
            </a:rPr>
            <a:t>Proper control</a:t>
          </a:r>
          <a:endParaRPr lang="en-ZA" sz="600" kern="1200" dirty="0">
            <a:solidFill>
              <a:prstClr val="white"/>
            </a:solidFill>
            <a:latin typeface="Tahoma"/>
            <a:ea typeface="ＭＳ Ｐゴシック"/>
            <a:cs typeface="+mn-cs"/>
          </a:endParaRPr>
        </a:p>
      </dsp:txBody>
      <dsp:txXfrm>
        <a:off x="177919" y="575038"/>
        <a:ext cx="809462" cy="404731"/>
      </dsp:txXfrm>
    </dsp:sp>
    <dsp:sp modelId="{FAD4025A-93C1-476A-9C7A-06A1BE1C9899}">
      <dsp:nvSpPr>
        <dsp:cNvPr id="0" name=""/>
        <dsp:cNvSpPr/>
      </dsp:nvSpPr>
      <dsp:spPr>
        <a:xfrm>
          <a:off x="1157368" y="575038"/>
          <a:ext cx="809462" cy="40473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solidFill>
                <a:prstClr val="white"/>
              </a:solidFill>
              <a:latin typeface="Tahoma"/>
              <a:ea typeface="ＭＳ Ｐゴシック"/>
              <a:cs typeface="+mn-cs"/>
            </a:rPr>
            <a:t>Preventive measures</a:t>
          </a:r>
          <a:endParaRPr lang="en-ZA" sz="600" kern="1200" dirty="0">
            <a:solidFill>
              <a:prstClr val="white"/>
            </a:solidFill>
            <a:latin typeface="Tahoma"/>
            <a:ea typeface="ＭＳ Ｐゴシック"/>
            <a:cs typeface="+mn-cs"/>
          </a:endParaRPr>
        </a:p>
      </dsp:txBody>
      <dsp:txXfrm>
        <a:off x="1157368" y="575038"/>
        <a:ext cx="809462" cy="404731"/>
      </dsp:txXfrm>
    </dsp:sp>
    <dsp:sp modelId="{16C68839-EF4C-459F-A64F-9A1A8C30C6D9}">
      <dsp:nvSpPr>
        <dsp:cNvPr id="0" name=""/>
        <dsp:cNvSpPr/>
      </dsp:nvSpPr>
      <dsp:spPr>
        <a:xfrm>
          <a:off x="2136818" y="575038"/>
          <a:ext cx="809462" cy="404731"/>
        </a:xfrm>
        <a:prstGeom prst="rect">
          <a:avLst/>
        </a:prstGeom>
        <a:solidFill>
          <a:schemeClr val="accent2">
            <a:lumMod val="40000"/>
            <a:lumOff val="60000"/>
          </a:schemeClr>
        </a:solidFill>
        <a:ln w="25400" cap="flat" cmpd="sng" algn="ctr">
          <a:solidFill>
            <a:schemeClr val="accent2">
              <a:lumMod val="40000"/>
              <a:lumOff val="6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solidFill>
                <a:schemeClr val="tx1"/>
              </a:solidFill>
            </a:rPr>
            <a:t>Reduction of eventual losses through insurance</a:t>
          </a:r>
          <a:endParaRPr lang="en-ZA" sz="600" kern="1200" dirty="0">
            <a:solidFill>
              <a:schemeClr val="tx1"/>
            </a:solidFill>
          </a:endParaRPr>
        </a:p>
      </dsp:txBody>
      <dsp:txXfrm>
        <a:off x="2136818" y="575038"/>
        <a:ext cx="809462" cy="40473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50218"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50218"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1:59.137"/>
    </inkml:context>
    <inkml:brush xml:id="br0">
      <inkml:brushProperty name="width" value="0.035" units="cm"/>
      <inkml:brushProperty name="height" value="0.035" units="cm"/>
    </inkml:brush>
  </inkml:definitions>
  <inkml:trace contextRef="#ctx0" brushRef="#br0">7 31 7117,'0'0'3682,"-2"-8"-3472,-2-9-420,4 17 278,0 1-1,1-1 1,-1 0 0,0 0-1,0 0 1,0 1 0,1-1-1,-1 0 1,0 0-1,0 0 1,1 0 0,-1 0-1,0 0 1,1 1 0,-1-1-1,0 0 1,0 0 0,1 0-1,-1 0 1,0 0 0,0 0-1,1 0 1,-1 0 0,0 0-1,1 0 1,-1-1 0,0 1-1,0 0 1,1 0 0,-1 0-1,0 0 1,0 0 0,1 0-1,-1-1 1,0 1 0,0 0-1,1 0 1,-1 0 0,0 0-1,0-1 1,0 1 0,1 0-1,-1 0 1,0-1 0,0 1-1,0 0 1,0 0-1,0-1 1,0 1 0,0 0-1,1-1 1,-1 1 0,0 0-1,0 0 1,0-1 0,0 1-1,0 0 1,0-1 0,5 6-57,130 123 247,139 197-2270,-259-306 1295,-12-15-542,3 2-2265,15 18 1261,-15-18-334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1:59.502"/>
    </inkml:context>
    <inkml:brush xml:id="br0">
      <inkml:brushProperty name="width" value="0.035" units="cm"/>
      <inkml:brushProperty name="height" value="0.035" units="cm"/>
    </inkml:brush>
  </inkml:definitions>
  <inkml:trace contextRef="#ctx0" brushRef="#br0">476 95 7125,'0'0'156,"2"-7"42,6-23 38,-6 22 989,0 0-885,5-25-4,-5 24 2876,-24 25-3065,-68 51-13,73-53-88,1 1 0,1 0 0,0 1 0,1 1 0,1 0 0,0 1 0,-10 20 0,-8 11-2,-140 225-2128,149-243 540,16-25 1127,2 0-1112,-1-1-160,-12 17-145,12-17 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1:59.822"/>
    </inkml:context>
    <inkml:brush xml:id="br0">
      <inkml:brushProperty name="width" value="0.035" units="cm"/>
      <inkml:brushProperty name="height" value="0.035" units="cm"/>
    </inkml:brush>
  </inkml:definitions>
  <inkml:trace contextRef="#ctx0" brushRef="#br0">22 161 6793,'25'-75'1220,"-23"69"-781,-2 4-380,0-1 1,0 1-1,0 0 0,1 0 0,-1-1 1,1 1-1,0 0 0,0 0 0,-1 0 0,1 0 1,1 0-1,1-4 0,-1 4 57,0-5 666,1 0-473,10-18-32,-9 18 1810,-8 32-1900,-20 112 136,2-7-162,6 0 1,0 141 0,16-184-941,6-4-1180,-5-76 717,2 0-2116,11 21 1464,-10-21 26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0.093"/>
    </inkml:context>
    <inkml:brush xml:id="br0">
      <inkml:brushProperty name="width" value="0.035" units="cm"/>
      <inkml:brushProperty name="height" value="0.035" units="cm"/>
    </inkml:brush>
  </inkml:definitions>
  <inkml:trace contextRef="#ctx0" brushRef="#br0">63 287 7073,'-5'-5'488,"-16"-14"57,16 15 711,0-2-615,-2-1-385,-2-4-4,-2 0 2958,20-2-2742,24-43-18,-33 55-429,1 0 0,-1 0 0,1 0 0,0 0 0,-1 0 0,1 0 0,0 0 0,-1 0 0,1 0 0,0 0 0,0 0 0,0 0 0,0 0 0,0 1 0,0-1 0,0 0 0,0 1 0,2-1 0,51-22 651,7 5-480,1 3 0,64-7 0,145-8-4228,-196 22 1501,91-6-1736,-69 6 1515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1.822"/>
    </inkml:context>
    <inkml:brush xml:id="br0">
      <inkml:brushProperty name="width" value="0.035" units="cm"/>
      <inkml:brushProperty name="height" value="0.035" units="cm"/>
    </inkml:brush>
  </inkml:definitions>
  <inkml:trace contextRef="#ctx0" brushRef="#br0">43 190 7269,'0'0'1436,"5"-12"-1251,14-37 13,-14 36 2257,-2 6-2176,2-4 198,0-1 0,-1 1 0,0-1 0,-1 0 0,2-14 0,1 5-340,-3 17-15,-4 15 640,-2 19-761,1-5-24,-2-1 1,-9 36 0,-2-5-57,-35 171-1353,45-201 819,-9 57-707,11-40-6354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2.061"/>
    </inkml:context>
    <inkml:brush xml:id="br0">
      <inkml:brushProperty name="width" value="0.035" units="cm"/>
      <inkml:brushProperty name="height" value="0.035" units="cm"/>
    </inkml:brush>
  </inkml:definitions>
  <inkml:trace contextRef="#ctx0" brushRef="#br0">0 66 6785,'0'0'1781,"4"-10"-1247,12-30 15,-13 30 465,8 10-545,0-3-293,-7 3-65,0-1 1,0 0-1,0 1 1,0 0-1,0 0 1,0 0-1,0 0 0,0 1 1,0 0-1,0 0 1,0 0-1,4 1 1,10 1-2,-10-2-39,0 0 1,0 0-1,0 1 1,0 0 0,0 1-1,14 6 1,32 13 320,68 43-1264,-12-5-5302,-104-57 4193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2.477"/>
    </inkml:context>
    <inkml:brush xml:id="br0">
      <inkml:brushProperty name="width" value="0.035" units="cm"/>
      <inkml:brushProperty name="height" value="0.035" units="cm"/>
    </inkml:brush>
  </inkml:definitions>
  <inkml:trace contextRef="#ctx0" brushRef="#br0">509 337 7561,'0'0'3136,"-8"-12"-2547,-25-36-32,25 36-20,-40 9 420,39 2-541,-5 4-40,-3-1-259,9-2-41,0 1 0,0 1 1,1-1-1,-1 1 0,1 0 1,-14 7-1,8-4-26,-29 10 298,1 1 0,1 3-1,-63 39 1,96-51-411,0-1 1,-1 0-1,0 0 1,0-1-1,0 0 0,-11 5 1,42-25-20,73-47 12,-73 47 41,-1-1-1,-1-2 1,0 0 0,-2 0 0,20-25 0,-6 7 49,116-134 462,-125 145-343,-20 21 150,6 14-257,31 30 2,-41-39-33,1-1 1,0 1-1,0 0 0,0-1 1,-1 1-1,1 0 0,0 0 1,-1-1-1,1 1 0,-1 0 1,1 0-1,-1 0 0,1 0 0,-1 0 1,0 0-1,1 0 0,-1 0 1,0 0-1,0 0 0,1 0 1,-1 1-1,5 61 21,-6 118-474,-1-142 42,1-9-397,1 0 0,6 44 1,-1-35-97,-4-29-183,2-4-286,0-2 842,7 11-43,-6-1-2546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2.669"/>
    </inkml:context>
    <inkml:brush xml:id="br0">
      <inkml:brushProperty name="width" value="0.035" units="cm"/>
      <inkml:brushProperty name="height" value="0.035" units="cm"/>
    </inkml:brush>
  </inkml:definitions>
  <inkml:trace contextRef="#ctx0" brushRef="#br0">112 51 8065,'5'-42'400,"-5"34"3205,-9 31-3350,-4 4-182,-27 73 144,39-98-218,-51 167-1585,51-162 827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2.797"/>
    </inkml:context>
    <inkml:brush xml:id="br0">
      <inkml:brushProperty name="width" value="0.035" units="cm"/>
      <inkml:brushProperty name="height" value="0.035" units="cm"/>
    </inkml:brush>
  </inkml:definitions>
  <inkml:trace contextRef="#ctx0" brushRef="#br0">15 44 7161,'-14'-43'1528,"121"121"-7529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3.149"/>
    </inkml:context>
    <inkml:brush xml:id="br0">
      <inkml:brushProperty name="width" value="0.035" units="cm"/>
      <inkml:brushProperty name="height" value="0.035" units="cm"/>
    </inkml:brush>
  </inkml:definitions>
  <inkml:trace contextRef="#ctx0" brushRef="#br0">307 0 5440,'0'0'6632,"-11"17"-6363,-34 49-72,28-35-27,18-20-169,0-6 16,-2 2 0,5 2-24,11 24-47,1-1 0,34 51 0,-46-78 113,1 1 48,15 19 39,-15-19 31,-1 0 29,1-1-109,-3-4-45,-1 0 0,1 1 1,-1 0-1,1-1 1,-1 1-1,0 0 1,0-1-1,0 1 1,0 0-1,0 0 1,0 0-1,0 0 0,-1 0 1,1 0-1,-1 0 1,1 4-1,6 26 272,-5-24 970,-12 1-715,-31 29 77,41-37-611,-1 0-1,0 0 1,0 0-1,0 0 1,-1 0 0,1 0-1,0-1 1,0 1-1,0 0 1,0-1-1,-1 1 1,1 0-1,0-1 1,-1 0-1,-1 1 1,-8 3 189,-39 6 921,-20-3 78,-2-2-237,28-5-578,33 0-97,1-2-149,-1-1-243,-8-2 116,-1 4-3249,45-11 2090,-18 8 1023,59-26-916,74-23 0,151-57-2745,-234 83 984,68-45 1,-75 37-1161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3.389"/>
    </inkml:context>
    <inkml:brush xml:id="br0">
      <inkml:brushProperty name="width" value="0.035" units="cm"/>
      <inkml:brushProperty name="height" value="0.035" units="cm"/>
    </inkml:brush>
  </inkml:definitions>
  <inkml:trace contextRef="#ctx0" brushRef="#br0">194 643 8349,'9'-20'158,"-6"13"-70,0 0 0,0 0 0,-1 0-1,0 0 1,0 0 0,-1-1-1,0 1 1,0-15 0,-4-160 1744,-11 14-110,9 85-756,1 46-704,3 27-21,1 0-27,0-33-18,0 33 1553,-6 36-1510,-51 378 497,-28 113-1726,41-274-7821,42-234 6516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4.156"/>
    </inkml:context>
    <inkml:brush xml:id="br0">
      <inkml:brushProperty name="width" value="0.035" units="cm"/>
      <inkml:brushProperty name="height" value="0.035" units="cm"/>
    </inkml:brush>
  </inkml:definitions>
  <inkml:trace contextRef="#ctx0" brushRef="#br0">1 780 8573,'0'0'3313,"12"-8"-3109,35-24-90,-26 21-106,150-26-834,100-6-867,-204 34 1464,-56 7 399,-1 0 0,1 0 0,-1-1 0,0 0 0,0-1 0,17-8 0,-23 10-215,3-2 3555,-36 12-3188,-93 27 4,117-34-290,1 0-1,-1 1 1,0-1 0,1 1-1,-1 0 1,1 0-1,0 0 1,0 1-1,0-1 1,0 1-1,0 0 1,0 0 0,1 0-1,0 1 1,-1-1-1,1 1 1,-4 7-1,-3 2 212,2-2-155,-3 2 51,1 0 0,1 1 0,0 0 0,1 1 0,-12 27 0,7-6 37,10-27-17,5 1-26,7 31-1,-7-31-12,41 14 10,-25-20-119,22-5-20,-30 0 5,48-22 0,-48 20 0,0-1 0,1 0 0,-2-1 1,1 0-1,-1-1 0,14-9 0,-8 3 76,0-1 0,-1 0 1,0-2-1,-1 1 0,-1-1 1,0-1-1,-1-1 0,-1 1 0,0-1 1,-1-1-1,11-32 0,-17 43 152,-2-1-20,2-21-19,-2 22 559,-16 24-659,-44 51-39,57-67-51,0 1 0,1-1 1,0 0-1,-1 1 0,1 0 0,0-1 1,0 1-1,0 0 0,0-1 0,0 1 1,0 0-1,0 0 0,0 0 0,0 3 0,-3 7-23,2-8-2,1 0 0,-1 1 0,1-1 0,0 1 0,0 0 0,1-1 0,-1 1 0,1 0 0,1 8 0,-3-3-54,1-6 42,1-1 1,-1 1-1,1-1 0,0 1 1,0-1-1,0 1 0,0-1 1,1 1-1,-1-1 1,1 1-1,0-1 0,0 1 1,2 3-1,-1 4-89,-2-7 62,1-1 1,0 1-1,0 0 1,0 0 0,0-1-1,0 1 1,1-1-1,0 1 1,0-1-1,4 6 1,13 22-397,-7-19-7,-6-6 331,-5-4 93,1 0 0,0-1 1,0 1-1,0 0 0,0-1 0,0 1 0,0-1 1,0 0-1,1 1 0,-1-1 0,1 0 0,-1-1 1,0 1-1,1 0 0,4 0 0,0 2-85,-5-2 84,1 0 1,-1 0 0,0 0-1,0-1 1,1 1 0,-1-1 0,0 1-1,1-1 1,-1 0 0,0 0 0,1 0-1,-1 0 1,0 0 0,1-1-1,-1 1 1,0-1 0,1 1 0,2-2-1,52-10-201,-31 4 16,-6-3 140,0 0-1,-1-1 1,0-1 0,-1-1 0,32-31 0,-31 21 84,-2 0 1,0-1-1,-2-1 1,-1 0-1,-1-1 0,-1-1 1,-2 0-1,10-38 1,-5-2 56,-2-1 0,5-91 0,-17 142 40,0 0 1,-3-33 0,-2-10 233,0-10 29,-5-14 90,8 78 1091,-8 34-1364,-4 6-114,5-14-21,1 1-1,1-1 1,0 2-1,2-1 0,0 0 1,-1 29-1,-46 576-2003,44-515-3028,6-99 4438,0 6-92,1 1-3767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4.508"/>
    </inkml:context>
    <inkml:brush xml:id="br0">
      <inkml:brushProperty name="width" value="0.035" units="cm"/>
      <inkml:brushProperty name="height" value="0.035" units="cm"/>
    </inkml:brush>
  </inkml:definitions>
  <inkml:trace contextRef="#ctx0" brushRef="#br0">51 367 7817,'2'-9'336,"5"-10"209,1 1 1,1 0-1,20-31 0,-25 43-253,3 0-22,14-15-43,-7 9 84,1-2 0,-2 0 0,0-1 0,-1 0 1,17-27-1,-12 2 533,-14 33 1145,-9-4-1647,-26-39 520,19 50-634,-38 0-2,38 0 176,-1 5-239,-42 17-21,37-11-13,-20 54 286,37-62-396,1 0 0,0 0 0,0 0 0,0 0 0,0 0 0,0 0 0,1 1 0,-1-1 0,1 0 0,0 1 0,0-1 0,1 5 0,-1 2 30,-1-6-18,0 1 1,1 0-1,0-1 1,-1 1 0,1 0-1,1 0 1,1 8-1,4 26 169,4 11 20,21 63 0,-23-92-220,-1 2 53,2-1 0,18 34 0,-23-49-189,1 0-1,-1 0 1,2-1-1,-1 0 1,0 0 0,1 0-1,0-1 1,1 0-1,-1 0 1,1 0-1,13 6 1,-8-8-622,-1 0 1,1-1 0,0-1 0,-1 0-1,19 0 1,-17-2-319,-5-4-1049,27-18 1152,-27 17 22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4.845"/>
    </inkml:context>
    <inkml:brush xml:id="br0">
      <inkml:brushProperty name="width" value="0.035" units="cm"/>
      <inkml:brushProperty name="height" value="0.035" units="cm"/>
    </inkml:brush>
  </inkml:definitions>
  <inkml:trace contextRef="#ctx0" brushRef="#br0">0 454 7001,'0'0'38,"5"-6"100,-4 4-264,5-3 505,-1-1 0,0 1 0,-1-1 0,1-1 0,-1 1 0,0-1 0,-1 1 0,0-1 1,4-10-1,-2 11 261,16-16 12,-16 17 0,1 1-18,16-11-26,-16 12-17,0 0-33,18-10-31,-18 10-44,1 0-30,63-28 990,-63 27-1174,0 0-17,20-12-3,-20 11 28,-2-1 3,16-20-16,-16 19-21,-3-2-10,6-29-19,-6 28-17,-3-1-25,-5-32-6,5 32-1,-3 1-24,0 3-100,2 5-24,0-1-1,1 0 1,-1 1 0,1-1-1,0 0 1,0 0 0,0 0-1,0 1 1,0-1 0,0 0-1,1-6 1,-6 6 88,-15-10-14,16 9 128,-28 35-124,24-23-75,1 0-1,0 0 1,0 1 0,0 0-1,1 1 1,1-1 0,-11 22-1,2 0 90,2 0 0,2 1 0,1 0-1,1 1 1,2 0 0,1 1 0,1-1-1,2 1 1,2 37 0,1-66-93,-1 1 0,1-1 0,0 1 1,1-1-1,0 1 0,-1-1 0,2 0 1,-1 1-1,4 7 0,0 2 13,-2-7-15,-1 0 0,2 0 1,-1 0-1,1 0 0,0-1 0,10 14 0,-11-17-33,10 6-101,-6-5 53,-5-3 34,1-1 0,-1 1 1,0-1-1,1 1 0,-1-1 1,1 0-1,-1 0 0,1-1 1,0 1-1,-1 0 0,1-1 1,0 1-1,-1-1 0,1 0 1,3 0-1,6 2-128,-7-1 41,0 0-1,0-1 1,0 1 0,0-1 0,0 0-1,0-1 1,0 1 0,8-3 0,2 3-172,-7 0 30,-1-1 0,0 1 0,1-2 0,-1 1 0,0-1 0,12-4-1,70-23-2542,71-30-5973,-105 40 3657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5.631"/>
    </inkml:context>
    <inkml:brush xml:id="br0">
      <inkml:brushProperty name="width" value="0.035" units="cm"/>
      <inkml:brushProperty name="height" value="0.035" units="cm"/>
    </inkml:brush>
  </inkml:definitions>
  <inkml:trace contextRef="#ctx0" brushRef="#br0">74 124 9433,'0'0'-182,"-7"-3"226,1 2 426,-38-13 1586,28 7 263,16 7-2256,0-1 0,0 1-1,0 0 1,0 0 0,-1 0 0,1 0-1,0 0 1,0-1 0,0 1 0,0 0-1,0 0 1,0 0 0,0 0 0,0-1-1,0 1 1,0 0 0,0 0 0,0 0-1,0 0 1,0-1 0,0 1 0,0 0-1,0 0 1,0 0 0,0 0-1,1-1 1,-1 1 0,0 0 0,0 0-1,0 0 1,0 0 0,0 0 0,0 0-1,0-1 1,0 1 0,1 0 0,-1 0-1,0 0 1,0 0 0,0 0 0,0 0-1,0 0 1,1 0 0,-1 0 0,0 0-1,0-1 1,0 1 0,0 0 0,1 0-1,-1 0 1,0 0 0,0 0 0,0 0-1,0 0 1,1 0 0,-1 0-1,0 0 1,0 1 0,0-1 0,0 0-1,1 0 1,-1 0 0,0 0 0,180-34 712,143-5-493,-115 26-2940,-164 8 634,-39 5 1685,0-1 0,1 1-1,-1 0 1,1 0 0,-1 0 0,1 1 0,-1 0 0,8 2 0,-3-1-332,5 1-162,3 0-2665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5.885"/>
    </inkml:context>
    <inkml:brush xml:id="br0">
      <inkml:brushProperty name="width" value="0.035" units="cm"/>
      <inkml:brushProperty name="height" value="0.035" units="cm"/>
    </inkml:brush>
  </inkml:definitions>
  <inkml:trace contextRef="#ctx0" brushRef="#br0">196 62 8817,'-9'-3'331,"-26"-7"71,26 7 603,2-1-450,-51-34 3102,53 35-1494,1 18-1933,-2 1-160,4-9-35,-1-1 0,1 1 0,1 0 0,-1-1 0,1 1 0,0 0 0,1 0 0,0 13 1,-17 397-89,-13-139-6708,29-274 6423,0 0 0,1 1 0,-1-1 0,1 1 1,0-1-1,0 0 0,0 1 0,1-1 0,0 1 0,1 4 1,0 3-604,-1-1-2446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6.381"/>
    </inkml:context>
    <inkml:brush xml:id="br0">
      <inkml:brushProperty name="width" value="0.035" units="cm"/>
      <inkml:brushProperty name="height" value="0.035" units="cm"/>
    </inkml:brush>
  </inkml:definitions>
  <inkml:trace contextRef="#ctx0" brushRef="#br0">177 49 9013,'0'0'2317,"0"-8"-1664,2-24-11,-2 24 3032,-8 32-3442,-2 4-167,-4 12 61,-13 66 0,-31 161-1563,-2 3-8163,59-263 6477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0:42:08.414"/>
    </inkml:context>
    <inkml:brush xml:id="br0">
      <inkml:brushProperty name="width" value="0.035" units="cm"/>
      <inkml:brushProperty name="height" value="0.035" units="cm"/>
    </inkml:brush>
  </inkml:definitions>
  <inkml:trace contextRef="#ctx0" brushRef="#br0">1 294 7137,'0'0'1738,"23"-1"-1604,70-2 3,-70 2 127,-15-2-158,23-7-4,-23 8 141,2 0-174,28-3 13,-28 3 281,0 8-220,29 20 357,62 52 0,-93-71-433,0-1-1,1 0 0,0-1 1,0 0-1,0 0 0,12 3 1,-13-4-42,1-1 22,1 1 0,-1-1-1,1-1 1,0 1 0,0-2 0,0 1 0,16-1 0,-18-1-34,-3 1-1,-1 0 0,1 0 0,-1-1 0,1 0 0,-1 0 0,1 0 0,-1-1 0,1 1 0,7-3 0,27-7 85,-24 8-75,44-12 64,162-83 274,-147 56-208,-68 38-106,3 1-16,0-2-10,-5 3 5,-1 0 0,1-1 0,-1 1 1,1 1-1,-1-1 0,1 0 0,-1 1 1,5 0-1,2 6 34,28 17 6,-28-17 6,-4-1-19,8 8-27,0 0 23,0-1 1,1-1-1,0 0 0,21 11 0,-28-17-34,33 11 52,16-1 2,-45-12-59,40 3 28,13-5 26,-50 0-57,44-7 7,18-13 27,98-37 0,-156 48-38,47-23-17,-61 29 13,51-11-23,-52 11 23,-1 1 0,1 0 0,0 1 0,0-1 0,-1 0 0,1 1 0,0 0 0,0 0 0,4 0 0,13 2 11,-9 2-4,41 15-7,-4 0 3,-31-10 20,1-2 0,1 0 0,-1-1 0,1-1-1,0 0 1,0-2 0,28 1 0,31-4 71,22-11-36,0-4-1,-1-4 1,106-36 0,-202 54-55,33-8 1,-6 3 1,-1 1-12,-23 3 0,4 0 9,0-1-1,-7 2 0,1-1 0,-1 1 0,0 0-1,1 1 1,-1-1 0,1 1-1,-1 0 1,0 0 0,7 1 0,46 2 34,2 3 66,9 0 41,-6-4 140,10-1-38,132-17 140,-129 3-239,125-40-1,-15 1-87,-149 43-61,-2-2 4,4 5 14,-5 3 3,-25 2 44,4 4-36,37 10-4,-37-10 7,-3 1 13,66 19 27,-69-22-41,6 0-8,2 0-9,41-2 38,-41 1-37,43-7 34,215-47 25,-155 34-34,-105 19-23,-4 0-2,27-4-11,-16 3-10,23-4 12,-31 5-9,-1 1 11,32 0 5,16 0-2,-48 0 16,2-1 22,34-1 3,-34 2 27,-2-1 7,31 0 4,-31 1-6,0-1-22,90-8 122,20-10-464,-66 14-544,-45 4 116,0 0-1426,2-2 1521,7-1 12,1 3-6077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50218"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15988" y="744538"/>
            <a:ext cx="4964112" cy="3724275"/>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05934" y="4717417"/>
            <a:ext cx="4982633" cy="4469129"/>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50218"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82110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0919-F969-CE19-38EC-E6ED7C0EE3E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BB06B9F-E188-7B41-1132-4FD80011819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D010E94-FD98-C886-7975-2366C462754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38274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3371-1157-C613-E745-7C59657EE69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B823CEE-81EF-A71F-D873-E490CEE1E08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B8C35E3-A9F6-FAC7-DC09-DD43025581EC}"/>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339838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983D-4851-3ABE-989A-248A5D95B11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089972C-4144-7C0D-CB87-A8545832E7D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59AC7E9-B5CB-DFED-9CD1-A33ACBAE479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212436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DEF1E-6319-0BD6-37F3-E996173F0B7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7757C1C-9C60-3EB6-B2C6-6A4CC7253A15}"/>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1BA16A2-AB97-64F3-4B98-C70240C5C1A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980786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02026-DFAB-40A0-919F-93BFEE37950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FD66763-5CAB-68E2-3677-BBCEC9E0F9E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F0340A1-E6B6-A66F-C199-6E93CDE30BA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959735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24169-4166-83C3-D763-598DA9B7E26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D6EF9DA-E1ED-8C4E-B4D9-C418BFDC165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B7963B8-B623-7DFD-F997-A9187586457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97526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50C1B-6450-492B-BA40-340052D046B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CD8D539-373A-626F-75C2-5FA5F5E0BF5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313CD4D-5421-25E4-9E02-6840DC4C9CC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08789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4A156-146F-DF18-1629-458FEC90638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7AA3DE9-8AA0-00C3-F061-98A3077ED44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C503589-0F9E-7E9E-8FAA-868D0878ED8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63140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A47D2-BA08-CC8D-425A-5DC6C6F5761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A8C7F8C-1678-1BED-D3D2-5CA732AC6D1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573932F-CCC7-7AFE-7CBF-F189A834191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543973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4FA10-9DAF-3181-1FC4-81E2A4BADCB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783D1E7-5146-4A25-67A8-024DDE55F9D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B883479-5757-DD53-3D05-28C9AD27EBA6}"/>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630969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24F75-4D39-1E66-49D8-2AFBFB5DED8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53A3D3B-2E7A-44B7-FDF6-5C9D2440007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4A29C9A-9F6D-F596-D719-1D5408BD7C6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41380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8B580-4E63-7066-DE05-6C8EE4B9D6D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F790E97-180B-BCA9-0C73-35B71B79F50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3249C73-ED88-F7E4-6B23-2389960E5F4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04831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A1EB5-3BE9-F0A8-4FB3-E5BF50EB8B5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7B76ADA-22C1-A58E-2AB7-F60480238FB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84CBD95-B0B4-8D91-F9F3-41E7BD1C0D3C}"/>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962257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A41A8-CE8F-8151-57F5-AF7A831C3C3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79A0D64-D740-2D7F-6CE4-1EF70E80D57C}"/>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AB5587A-80EB-13C1-DF8C-ACD3D624120C}"/>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670650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2E02A-4E40-3754-479F-A60412CE221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F2C7D8B-C1BB-396F-C26A-7B3002E9869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59C0B34-3C54-E320-AB27-811F0489F8A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596422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B4B2F-AD71-2C96-ECBE-87B3790AFD8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8805281-3FB6-C0B0-B10E-75C63D682C2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E147AFA-AB6E-6A91-7A4A-8BB81A75893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49497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85A8D-DE42-0667-B8C5-DEB40E09256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C3F0731-E5D9-2EEA-2070-49CDEAB6FF9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89B87F0-29D9-59D7-3CF8-04FB2BB213FB}"/>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502684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FD658-6614-BADA-0CAA-499923E2334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311A0CE-100C-C49D-C182-42BD4A7D6C7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1946AE4-BA27-7A16-19C9-1FD9A2B3750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063365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6024-8879-424C-5696-F838FE560E5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A6FD6B7-5C77-08CE-D230-67BD016E224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FEDB9BC-9F20-0985-FFC5-3C13636C453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737347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B6521-C6A3-436E-5F8D-BD307BF6D11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1FB5AA2-0AD9-CED4-4866-7A2AE86AEA5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E090CC8-B43B-E5D7-837A-EB8396940FB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75387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C695-3E0B-E5CD-33BA-D519DDFBC8A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920CA4F-3E15-5268-478A-2097B1460445}"/>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003AA40-776B-7CD2-5062-ABCEEC2E07E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872225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81A56-2C3F-9182-F19C-B5DFF0B53A4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B134A70-F875-A295-173A-70E9115DBAE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CC933D2-58ED-2B37-5AC7-75B9FBCD6AA5}"/>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8273178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F5D97-DCA7-C0B6-3A1B-8D3AD6B7CE5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AF57CB5-F7C4-52F9-1AC6-E43D2689F9B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0AA9204-F078-1EF1-8448-634E1C6D748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9802780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1C1D3-D02F-018B-2BF8-F242245E53D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8BA91CC-1BC0-23BA-8640-465997DD90B4}"/>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15F2C54-739E-884B-0B1C-BD21B02B1F46}"/>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513046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0F40-0AFB-8A27-A8BC-E8DA0993F8D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E5A52E0-11EA-EF89-67DA-AEBDE1D1279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9763DD0C-36A0-0B76-6CBD-79372ECDBA4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440404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9397-D8A9-5E07-8F6D-1AFAA3BEA39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B0E719A-DE49-2244-2914-DCD883290EA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D2DEAC2-96E1-FF22-546B-0F024DEC604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5606026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CA53-E505-BD9E-5B17-F066B88A1C5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B48961B-5921-8A20-EA61-4EB75CC468D5}"/>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2BBC5A0-C329-8F9F-EE6B-B0C59B2485D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7598943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59144-2A4E-CC64-781A-D2047679854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CC8CC11-1080-1DAF-E69D-0B412087A18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66C9FC7-200D-B25F-A011-113262F5DB2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334589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305F8-B9C7-0F44-58F0-9163DA7AD16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3FD8963-95B0-24CD-F588-75269D8030C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DD1704E-F30D-AC93-B340-2654B97A9DB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963061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F056A-8828-80A4-277B-54901C0BAB7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490E5F8-02E3-13B0-18A9-555910AF3934}"/>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4E093E6-93AB-CFFA-ED15-3BF6250E981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44710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48858-3781-DFE8-7C6E-00A3C4011F9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AB0081C-9CC9-5813-2C20-7F46AF1D332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5295164-69D0-6A6F-F72E-9B14F394926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012156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43C5B-7F38-720D-27D9-80777708AB6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C237528-4CD6-4E7F-F9F3-E1468B346F40}"/>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AF34A0C8-8954-B10C-5F39-ED928245006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8512908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42A5F-9447-D3CE-A56C-CFBBDD3297C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1285AF6-FE56-0C75-B702-AEB61BC9487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456A238-17DC-67C9-FD37-366DEFE9F1C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001215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4380"/>
            <a:fld id="{73303AEE-F764-0E46-AFB6-085D8FECA2EE}" type="slidenum">
              <a:rPr lang="en-US">
                <a:solidFill>
                  <a:srgbClr val="000000"/>
                </a:solidFill>
              </a:rPr>
              <a:pPr defTabSz="914380"/>
              <a:t>37</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4/13/2026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4/13/2026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4/13/2026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4/13/2026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4/13/2026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4/13/2026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4/13/2026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4/13/2026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4/13/2026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4/13/2026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4/13/2026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6.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7.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8.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10.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11.xml"/><Relationship Id="rId7" Type="http://schemas.openxmlformats.org/officeDocument/2006/relationships/diagramColors" Target="../diagrams/colors5.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26.xml"/><Relationship Id="rId7" Type="http://schemas.openxmlformats.org/officeDocument/2006/relationships/diagramColors" Target="../diagrams/colors6.xml"/><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13" Type="http://schemas.openxmlformats.org/officeDocument/2006/relationships/image" Target="../media/image7.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20.png"/><Relationship Id="rId21" Type="http://schemas.openxmlformats.org/officeDocument/2006/relationships/image" Target="../media/image11.png"/><Relationship Id="rId34" Type="http://schemas.openxmlformats.org/officeDocument/2006/relationships/customXml" Target="../ink/ink16.xml"/><Relationship Id="rId7"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image" Target="../media/image9.png"/><Relationship Id="rId25" Type="http://schemas.openxmlformats.org/officeDocument/2006/relationships/image" Target="../media/image13.png"/><Relationship Id="rId33" Type="http://schemas.openxmlformats.org/officeDocument/2006/relationships/image" Target="../media/image17.png"/><Relationship Id="rId38" Type="http://schemas.openxmlformats.org/officeDocument/2006/relationships/customXml" Target="../ink/ink18.xml"/><Relationship Id="rId2" Type="http://schemas.openxmlformats.org/officeDocument/2006/relationships/slideLayout" Target="../slideLayouts/slideLayout2.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15.png"/><Relationship Id="rId1" Type="http://schemas.openxmlformats.org/officeDocument/2006/relationships/tags" Target="../tags/tag28.xml"/><Relationship Id="rId6" Type="http://schemas.openxmlformats.org/officeDocument/2006/relationships/customXml" Target="../ink/ink2.xml"/><Relationship Id="rId11" Type="http://schemas.openxmlformats.org/officeDocument/2006/relationships/image" Target="../media/image6.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19.png"/><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10.png"/><Relationship Id="rId31" Type="http://schemas.openxmlformats.org/officeDocument/2006/relationships/image" Target="../media/image16.png"/><Relationship Id="rId4" Type="http://schemas.openxmlformats.org/officeDocument/2006/relationships/customXml" Target="../ink/ink1.xml"/><Relationship Id="rId9" Type="http://schemas.openxmlformats.org/officeDocument/2006/relationships/image" Target="../media/image5.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4.png"/><Relationship Id="rId30" Type="http://schemas.openxmlformats.org/officeDocument/2006/relationships/customXml" Target="../ink/ink14.xml"/><Relationship Id="rId35" Type="http://schemas.openxmlformats.org/officeDocument/2006/relationships/image" Target="../media/image18.png"/><Relationship Id="rId8" Type="http://schemas.openxmlformats.org/officeDocument/2006/relationships/customXml" Target="../ink/ink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32.xml"/><Relationship Id="rId7" Type="http://schemas.openxmlformats.org/officeDocument/2006/relationships/diagramColors" Target="../diagrams/colors7.xml"/><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33.xml.rels><?xml version="1.0" encoding="UTF-8" standalone="yes"?>
<Relationships xmlns="http://schemas.openxmlformats.org/package/2006/relationships"><Relationship Id="rId8" Type="http://schemas.microsoft.com/office/2007/relationships/diagramDrawing" Target="../diagrams/drawing8.xml"/><Relationship Id="rId13" Type="http://schemas.microsoft.com/office/2007/relationships/diagramDrawing" Target="../diagrams/drawing9.xml"/><Relationship Id="rId3" Type="http://schemas.openxmlformats.org/officeDocument/2006/relationships/notesSlide" Target="../notesSlides/notesSlide33.xml"/><Relationship Id="rId7" Type="http://schemas.openxmlformats.org/officeDocument/2006/relationships/diagramColors" Target="../diagrams/colors8.xml"/><Relationship Id="rId12" Type="http://schemas.openxmlformats.org/officeDocument/2006/relationships/diagramColors" Target="../diagrams/colors9.xml"/><Relationship Id="rId2" Type="http://schemas.openxmlformats.org/officeDocument/2006/relationships/slideLayout" Target="../slideLayouts/slideLayout2.xml"/><Relationship Id="rId1" Type="http://schemas.openxmlformats.org/officeDocument/2006/relationships/tags" Target="../tags/tag32.xml"/><Relationship Id="rId6" Type="http://schemas.openxmlformats.org/officeDocument/2006/relationships/diagramQuickStyle" Target="../diagrams/quickStyle8.xml"/><Relationship Id="rId11" Type="http://schemas.openxmlformats.org/officeDocument/2006/relationships/diagramQuickStyle" Target="../diagrams/quickStyle9.xml"/><Relationship Id="rId5" Type="http://schemas.openxmlformats.org/officeDocument/2006/relationships/diagramLayout" Target="../diagrams/layout8.xml"/><Relationship Id="rId10" Type="http://schemas.openxmlformats.org/officeDocument/2006/relationships/diagramLayout" Target="../diagrams/layout9.xml"/><Relationship Id="rId4" Type="http://schemas.openxmlformats.org/officeDocument/2006/relationships/diagramData" Target="../diagrams/data8.xml"/><Relationship Id="rId9" Type="http://schemas.openxmlformats.org/officeDocument/2006/relationships/diagramData" Target="../diagrams/data9.xml"/></Relationships>
</file>

<file path=ppt/slides/_rels/slide34.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notesSlide" Target="../notesSlides/notesSlide34.xml"/><Relationship Id="rId7" Type="http://schemas.openxmlformats.org/officeDocument/2006/relationships/diagramColors" Target="../diagrams/colors10.xml"/><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35.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notesSlide" Target="../notesSlides/notesSlide35.xml"/><Relationship Id="rId7" Type="http://schemas.openxmlformats.org/officeDocument/2006/relationships/diagramColors" Target="../diagrams/colors11.xml"/><Relationship Id="rId2"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5334000" y="2514600"/>
            <a:ext cx="3238583" cy="156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The management of inventory</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11</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lang="en-GB" sz="2000" b="1" dirty="0">
                <a:solidFill>
                  <a:srgbClr val="28287A"/>
                </a:solidFill>
                <a:latin typeface="+mn-lt"/>
                <a:ea typeface="+mn-ea"/>
                <a:cs typeface="Arial" charset="0"/>
              </a:rPr>
              <a:t>Slides by </a:t>
            </a: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Prof C </a:t>
            </a:r>
            <a:r>
              <a:rPr kumimoji="0" lang="en-GB" sz="2000" b="1" i="0" u="none" strike="noStrike" kern="1200" cap="none" spc="0" normalizeH="0" baseline="0" noProof="0" dirty="0" err="1">
                <a:ln>
                  <a:noFill/>
                </a:ln>
                <a:solidFill>
                  <a:srgbClr val="28287A"/>
                </a:solidFill>
                <a:effectLst/>
                <a:uLnTx/>
                <a:uFillTx/>
                <a:latin typeface="Tahoma"/>
                <a:ea typeface="ＭＳ Ｐゴシック"/>
                <a:cs typeface="Arial" charset="0"/>
              </a:rPr>
              <a:t>Rootman</a:t>
            </a: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 Dr S Watson, Ms E Kobese </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&amp; Ms N </a:t>
            </a:r>
            <a:r>
              <a:rPr kumimoji="0" lang="en-GB" sz="2000" b="1" i="0" u="none" strike="noStrike" kern="1200" cap="none" spc="0" normalizeH="0" baseline="0" noProof="0" dirty="0" err="1">
                <a:ln>
                  <a:noFill/>
                </a:ln>
                <a:solidFill>
                  <a:srgbClr val="28287A"/>
                </a:solidFill>
                <a:effectLst/>
                <a:uLnTx/>
                <a:uFillTx/>
                <a:latin typeface="Tahoma"/>
                <a:ea typeface="ＭＳ Ｐゴシック"/>
                <a:cs typeface="Arial" charset="0"/>
              </a:rPr>
              <a:t>Maliwa</a:t>
            </a:r>
            <a:endPar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endParaRPr>
          </a:p>
        </p:txBody>
      </p:sp>
    </p:spTree>
    <p:extLst>
      <p:ext uri="{BB962C8B-B14F-4D97-AF65-F5344CB8AC3E}">
        <p14:creationId xmlns:p14="http://schemas.microsoft.com/office/powerpoint/2010/main" val="1067134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11</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tabLst>
                <a:tab pos="431800" algn="l"/>
              </a:tabLst>
            </a:pPr>
            <a:r>
              <a:rPr lang="en-ZA" sz="2400" dirty="0"/>
              <a:t>classify inventory</a:t>
            </a:r>
          </a:p>
          <a:p>
            <a:pPr marL="342900" lvl="0" indent="-342900" algn="just">
              <a:buFont typeface="Symbol" panose="05050102010706020507" pitchFamily="18" charset="2"/>
              <a:buChar char=""/>
              <a:tabLst>
                <a:tab pos="431800" algn="l"/>
              </a:tabLst>
            </a:pPr>
            <a:r>
              <a:rPr lang="en-ZA" sz="2400" dirty="0"/>
              <a:t>do a valuation of inventory</a:t>
            </a:r>
          </a:p>
          <a:p>
            <a:pPr marL="342900" lvl="0" indent="-342900" algn="just">
              <a:buFont typeface="Symbol" panose="05050102010706020507" pitchFamily="18" charset="2"/>
              <a:buChar char=""/>
              <a:tabLst>
                <a:tab pos="431800" algn="l"/>
              </a:tabLst>
            </a:pPr>
            <a:r>
              <a:rPr lang="en-ZA" sz="2400" dirty="0"/>
              <a:t>calculate the economic order quantity</a:t>
            </a:r>
          </a:p>
          <a:p>
            <a:pPr marL="342900" lvl="0" indent="-342900" algn="just">
              <a:buFont typeface="Symbol" panose="05050102010706020507" pitchFamily="18" charset="2"/>
              <a:buChar char=""/>
              <a:tabLst>
                <a:tab pos="431800" algn="l"/>
              </a:tabLst>
            </a:pPr>
            <a:r>
              <a:rPr lang="en-ZA" sz="2400" dirty="0"/>
              <a:t>determine the carrying, ordering and shortage costs of inventory</a:t>
            </a:r>
          </a:p>
          <a:p>
            <a:pPr marL="342900" lvl="0" indent="-342900" algn="just">
              <a:buFont typeface="Symbol" panose="05050102010706020507" pitchFamily="18" charset="2"/>
              <a:buChar char=""/>
              <a:tabLst>
                <a:tab pos="431800" algn="l"/>
              </a:tabLst>
            </a:pPr>
            <a:r>
              <a:rPr lang="en-ZA" sz="2400" dirty="0"/>
              <a:t>determine the reorder point</a:t>
            </a:r>
          </a:p>
          <a:p>
            <a:pPr marL="342900" lvl="0" indent="-342900" algn="just">
              <a:buFont typeface="Symbol" panose="05050102010706020507" pitchFamily="18" charset="2"/>
              <a:buChar char=""/>
              <a:tabLst>
                <a:tab pos="431800" algn="l"/>
              </a:tabLst>
            </a:pPr>
            <a:r>
              <a:rPr lang="en-ZA" sz="2400" dirty="0"/>
              <a:t>perform an ABC classification of inventory</a:t>
            </a:r>
          </a:p>
          <a:p>
            <a:pPr marL="342900" lvl="0" indent="-342900" algn="just">
              <a:buFont typeface="Symbol" panose="05050102010706020507" pitchFamily="18" charset="2"/>
              <a:buChar char=""/>
              <a:tabLst>
                <a:tab pos="431800" algn="l"/>
              </a:tabLst>
            </a:pPr>
            <a:r>
              <a:rPr lang="en-ZA" sz="2400" dirty="0"/>
              <a:t>manage safety stock and inventory balances</a:t>
            </a:r>
          </a:p>
          <a:p>
            <a:pPr marL="342900" lvl="0" indent="-342900" algn="just">
              <a:buFont typeface="Symbol" panose="05050102010706020507" pitchFamily="18" charset="2"/>
              <a:buChar char=""/>
              <a:tabLst>
                <a:tab pos="431800" algn="l"/>
              </a:tabLst>
            </a:pPr>
            <a:r>
              <a:rPr lang="en-ZA" sz="2400" dirty="0"/>
              <a:t>monitor inventory turnover rates</a:t>
            </a:r>
          </a:p>
          <a:p>
            <a:pPr marL="342900" lvl="0" indent="-342900" algn="just">
              <a:buFont typeface="Symbol" panose="05050102010706020507" pitchFamily="18" charset="2"/>
              <a:buChar char=""/>
              <a:tabLst>
                <a:tab pos="431800" algn="l"/>
              </a:tabLst>
            </a:pPr>
            <a:r>
              <a:rPr lang="en-ZA" sz="2400" dirty="0"/>
              <a:t>prevent loss of inventory.</a:t>
            </a:r>
          </a:p>
          <a:p>
            <a:pPr marL="342900" lvl="0" indent="-342900" algn="just">
              <a:buFont typeface="Symbol" panose="05050102010706020507" pitchFamily="18" charset="2"/>
              <a:buChar char=""/>
              <a:tabLst>
                <a:tab pos="431800" algn="l"/>
              </a:tabLst>
            </a:pPr>
            <a:endParaRPr lang="en-ZA" sz="2400"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Funds invested in inventory – lost opportunities</a:t>
            </a:r>
          </a:p>
          <a:p>
            <a:pPr>
              <a:lnSpc>
                <a:spcPct val="105000"/>
              </a:lnSpc>
              <a:buSzPct val="100000"/>
              <a:buFont typeface="Arial" panose="020B0604020202020204" pitchFamily="34" charset="0"/>
              <a:buChar char="•"/>
            </a:pPr>
            <a:r>
              <a:rPr lang="en-US" sz="2400" dirty="0">
                <a:solidFill>
                  <a:prstClr val="black"/>
                </a:solidFill>
                <a:latin typeface="+mj-lt"/>
                <a:ea typeface="ＭＳ Ｐゴシック"/>
              </a:rPr>
              <a:t>Different managers view inventory differently</a:t>
            </a:r>
          </a:p>
          <a:p>
            <a:pPr marL="714375">
              <a:lnSpc>
                <a:spcPct val="105000"/>
              </a:lnSpc>
              <a:buSzPct val="100000"/>
              <a:buFont typeface="Wingdings" panose="05000000000000000000" pitchFamily="2" charset="2"/>
              <a:buChar char="§"/>
            </a:pPr>
            <a:r>
              <a:rPr lang="en-US" sz="2400" dirty="0">
                <a:solidFill>
                  <a:prstClr val="black"/>
                </a:solidFill>
                <a:latin typeface="+mj-lt"/>
                <a:ea typeface="ＭＳ Ｐゴシック"/>
              </a:rPr>
              <a:t>Financial managers – cost-benefit perspective</a:t>
            </a:r>
          </a:p>
          <a:p>
            <a:pPr marL="714375">
              <a:lnSpc>
                <a:spcPct val="105000"/>
              </a:lnSpc>
              <a:buSzPct val="100000"/>
              <a:buFont typeface="Wingdings" panose="05000000000000000000" pitchFamily="2" charset="2"/>
              <a:buChar char="§"/>
            </a:pPr>
            <a:r>
              <a:rPr lang="en-US" sz="2400" dirty="0">
                <a:solidFill>
                  <a:prstClr val="black"/>
                </a:solidFill>
                <a:latin typeface="+mj-lt"/>
                <a:ea typeface="ＭＳ Ｐゴシック"/>
              </a:rPr>
              <a:t>Marketing and production managers – inventory to fulfill marketing and production requirements</a:t>
            </a:r>
          </a:p>
          <a:p>
            <a:pPr marL="714375">
              <a:lnSpc>
                <a:spcPct val="105000"/>
              </a:lnSpc>
              <a:buSzPct val="100000"/>
              <a:buFont typeface="Wingdings" panose="05000000000000000000" pitchFamily="2" charset="2"/>
              <a:buChar char="§"/>
            </a:pPr>
            <a:r>
              <a:rPr lang="en-US" sz="2400" dirty="0">
                <a:solidFill>
                  <a:prstClr val="black"/>
                </a:solidFill>
                <a:latin typeface="+mj-lt"/>
                <a:ea typeface="ＭＳ Ｐゴシック"/>
              </a:rPr>
              <a:t>Purchasing managers – purchasing correct quantity and quality to receive discounts while ensuring having sufficient inventory to meet production needs</a:t>
            </a:r>
            <a:endParaRPr lang="en-US" sz="2400" dirty="0">
              <a:solidFill>
                <a:prstClr val="black"/>
              </a:solidFill>
              <a:ea typeface="ＭＳ Ｐゴシック"/>
            </a:endParaRP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E40687-BFE8-54E7-DDDC-ACCA77E91FD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9DA4652-4A70-C93B-A2FA-4EEBF6FE59CC}"/>
              </a:ext>
            </a:extLst>
          </p:cNvPr>
          <p:cNvSpPr>
            <a:spLocks noGrp="1" noChangeArrowheads="1"/>
          </p:cNvSpPr>
          <p:nvPr>
            <p:ph type="title"/>
          </p:nvPr>
        </p:nvSpPr>
        <p:spPr>
          <a:xfrm>
            <a:off x="228600" y="10510"/>
            <a:ext cx="8763000" cy="1143000"/>
          </a:xfrm>
        </p:spPr>
        <p:txBody>
          <a:bodyPr/>
          <a:lstStyle/>
          <a:p>
            <a:r>
              <a:rPr lang="en-US" dirty="0">
                <a:solidFill>
                  <a:schemeClr val="tx2"/>
                </a:solidFill>
              </a:rPr>
              <a:t>Inventory as an investment</a:t>
            </a:r>
          </a:p>
        </p:txBody>
      </p:sp>
      <p:sp>
        <p:nvSpPr>
          <p:cNvPr id="3" name="Slide Number Placeholder 2">
            <a:extLst>
              <a:ext uri="{FF2B5EF4-FFF2-40B4-BE49-F238E27FC236}">
                <a16:creationId xmlns:a16="http://schemas.microsoft.com/office/drawing/2014/main" id="{07259366-BAA3-1640-6A19-C6498098FE9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sp>
        <p:nvSpPr>
          <p:cNvPr id="4" name="Rectangle 5">
            <a:extLst>
              <a:ext uri="{FF2B5EF4-FFF2-40B4-BE49-F238E27FC236}">
                <a16:creationId xmlns:a16="http://schemas.microsoft.com/office/drawing/2014/main" id="{20255557-EFE5-5ADF-882C-341C487842FD}"/>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Inventory required for production and distribution processes</a:t>
            </a:r>
          </a:p>
          <a:p>
            <a:pPr marL="714375" algn="just">
              <a:lnSpc>
                <a:spcPct val="105000"/>
              </a:lnSpc>
              <a:buSzPct val="100000"/>
              <a:buFont typeface="Wingdings" panose="05000000000000000000" pitchFamily="2" charset="2"/>
              <a:buChar char="§"/>
            </a:pPr>
            <a:r>
              <a:rPr lang="en-US" sz="2400" dirty="0">
                <a:latin typeface="+mj-lt"/>
              </a:rPr>
              <a:t>Period of time to process goods</a:t>
            </a:r>
          </a:p>
          <a:p>
            <a:pPr algn="just">
              <a:lnSpc>
                <a:spcPct val="100000"/>
              </a:lnSpc>
              <a:spcBef>
                <a:spcPts val="0"/>
              </a:spcBef>
              <a:buSzPct val="100000"/>
              <a:buFont typeface="Arial" panose="020B0604020202020204" pitchFamily="34" charset="0"/>
              <a:buChar char="•"/>
            </a:pPr>
            <a:r>
              <a:rPr lang="en-US" sz="2400" dirty="0">
                <a:latin typeface="+mj-lt"/>
              </a:rPr>
              <a:t>Investment in warehouse and storage </a:t>
            </a:r>
          </a:p>
          <a:p>
            <a:pPr marL="0" indent="360363" algn="just">
              <a:lnSpc>
                <a:spcPct val="105000"/>
              </a:lnSpc>
              <a:buSzPct val="100000"/>
              <a:buNone/>
            </a:pPr>
            <a:r>
              <a:rPr lang="en-US" sz="2400" dirty="0">
                <a:latin typeface="+mj-lt"/>
              </a:rPr>
              <a:t>facilities, insurance coverage, </a:t>
            </a:r>
          </a:p>
          <a:p>
            <a:pPr marL="0" indent="360363" algn="just">
              <a:lnSpc>
                <a:spcPct val="105000"/>
              </a:lnSpc>
              <a:buSzPct val="100000"/>
              <a:buNone/>
            </a:pPr>
            <a:r>
              <a:rPr lang="en-US" sz="2400" dirty="0">
                <a:latin typeface="+mj-lt"/>
              </a:rPr>
              <a:t>obsolescence and spoilage</a:t>
            </a:r>
          </a:p>
          <a:p>
            <a:pPr algn="just">
              <a:lnSpc>
                <a:spcPct val="105000"/>
              </a:lnSpc>
              <a:buSzPct val="100000"/>
              <a:buFont typeface="Arial" panose="020B0604020202020204" pitchFamily="34" charset="0"/>
              <a:buChar char="•"/>
            </a:pPr>
            <a:r>
              <a:rPr lang="en-US" sz="2400" dirty="0">
                <a:latin typeface="+mj-lt"/>
              </a:rPr>
              <a:t>Nature of investment dependent on type of firm </a:t>
            </a:r>
          </a:p>
          <a:p>
            <a:pPr marL="714375" algn="just">
              <a:lnSpc>
                <a:spcPct val="105000"/>
              </a:lnSpc>
              <a:buSzPct val="100000"/>
              <a:buFont typeface="Wingdings" panose="05000000000000000000" pitchFamily="2" charset="2"/>
              <a:buChar char="§"/>
            </a:pPr>
            <a:r>
              <a:rPr lang="en-US" sz="2400" dirty="0">
                <a:latin typeface="+mj-lt"/>
              </a:rPr>
              <a:t>Service (</a:t>
            </a:r>
            <a:r>
              <a:rPr lang="en-US" sz="2400" dirty="0" err="1">
                <a:latin typeface="+mj-lt"/>
              </a:rPr>
              <a:t>eg</a:t>
            </a:r>
            <a:r>
              <a:rPr lang="en-US" sz="2400" dirty="0">
                <a:latin typeface="+mj-lt"/>
              </a:rPr>
              <a:t> plumbers) </a:t>
            </a:r>
          </a:p>
          <a:p>
            <a:pPr marL="714375" algn="just">
              <a:lnSpc>
                <a:spcPct val="105000"/>
              </a:lnSpc>
              <a:buSzPct val="100000"/>
              <a:buFont typeface="Wingdings" panose="05000000000000000000" pitchFamily="2" charset="2"/>
              <a:buChar char="§"/>
            </a:pPr>
            <a:r>
              <a:rPr lang="en-US" sz="2400" dirty="0">
                <a:latin typeface="+mj-lt"/>
              </a:rPr>
              <a:t>Manufacturing (</a:t>
            </a:r>
            <a:r>
              <a:rPr lang="en-US" sz="2400" dirty="0" err="1">
                <a:latin typeface="+mj-lt"/>
              </a:rPr>
              <a:t>eg</a:t>
            </a:r>
            <a:r>
              <a:rPr lang="en-US" sz="2400" dirty="0">
                <a:latin typeface="+mj-lt"/>
              </a:rPr>
              <a:t> VW, Parmalat) </a:t>
            </a:r>
          </a:p>
          <a:p>
            <a:pPr marL="714375" algn="just">
              <a:lnSpc>
                <a:spcPct val="105000"/>
              </a:lnSpc>
              <a:buSzPct val="100000"/>
              <a:buFont typeface="Wingdings" panose="05000000000000000000" pitchFamily="2" charset="2"/>
              <a:buChar char="§"/>
            </a:pPr>
            <a:r>
              <a:rPr lang="en-US" sz="2400" dirty="0">
                <a:latin typeface="+mj-lt"/>
              </a:rPr>
              <a:t>Retail (</a:t>
            </a:r>
            <a:r>
              <a:rPr lang="en-US" sz="2400" dirty="0" err="1">
                <a:latin typeface="+mj-lt"/>
              </a:rPr>
              <a:t>eg</a:t>
            </a:r>
            <a:r>
              <a:rPr lang="en-US" sz="2400" dirty="0">
                <a:latin typeface="+mj-lt"/>
              </a:rPr>
              <a:t> Spar, </a:t>
            </a:r>
            <a:r>
              <a:rPr lang="en-US" sz="2400" dirty="0" err="1">
                <a:latin typeface="+mj-lt"/>
              </a:rPr>
              <a:t>Bradlows</a:t>
            </a:r>
            <a:r>
              <a:rPr lang="en-US" sz="2400" dirty="0">
                <a:latin typeface="+mj-lt"/>
              </a:rPr>
              <a:t>)</a:t>
            </a:r>
          </a:p>
          <a:p>
            <a:pPr marL="714375" algn="just">
              <a:lnSpc>
                <a:spcPct val="105000"/>
              </a:lnSpc>
              <a:buSzPct val="100000"/>
              <a:buFont typeface="Wingdings" panose="05000000000000000000" pitchFamily="2" charset="2"/>
              <a:buChar char="§"/>
            </a:pPr>
            <a:r>
              <a:rPr lang="en-US" sz="2400" dirty="0">
                <a:latin typeface="+mj-lt"/>
              </a:rPr>
              <a:t>Fast food (</a:t>
            </a:r>
            <a:r>
              <a:rPr lang="en-US" sz="2400" dirty="0" err="1">
                <a:latin typeface="+mj-lt"/>
              </a:rPr>
              <a:t>eg</a:t>
            </a:r>
            <a:r>
              <a:rPr lang="en-US" sz="2400" dirty="0">
                <a:latin typeface="+mj-lt"/>
              </a:rPr>
              <a:t> McDonalds)</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98334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2CAD0D-9B31-1C2E-8C1E-64BE59A26CF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23A50F0-3CE2-CD3F-9DBA-916E1C63F5E2}"/>
              </a:ext>
            </a:extLst>
          </p:cNvPr>
          <p:cNvSpPr>
            <a:spLocks noGrp="1" noChangeArrowheads="1"/>
          </p:cNvSpPr>
          <p:nvPr>
            <p:ph type="title"/>
          </p:nvPr>
        </p:nvSpPr>
        <p:spPr>
          <a:xfrm>
            <a:off x="228600" y="10510"/>
            <a:ext cx="8763000" cy="1143000"/>
          </a:xfrm>
        </p:spPr>
        <p:txBody>
          <a:bodyPr/>
          <a:lstStyle/>
          <a:p>
            <a:r>
              <a:rPr lang="en-US" dirty="0">
                <a:solidFill>
                  <a:schemeClr val="tx2"/>
                </a:solidFill>
              </a:rPr>
              <a:t>Inventory as an investment (cont.)</a:t>
            </a:r>
          </a:p>
        </p:txBody>
      </p:sp>
      <p:sp>
        <p:nvSpPr>
          <p:cNvPr id="3" name="Slide Number Placeholder 2">
            <a:extLst>
              <a:ext uri="{FF2B5EF4-FFF2-40B4-BE49-F238E27FC236}">
                <a16:creationId xmlns:a16="http://schemas.microsoft.com/office/drawing/2014/main" id="{344454CE-E052-BDA1-1A8E-011E71FD957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a:t>
            </a:fld>
            <a:endParaRPr lang="en-US">
              <a:solidFill>
                <a:schemeClr val="tx1"/>
              </a:solidFill>
            </a:endParaRPr>
          </a:p>
        </p:txBody>
      </p:sp>
      <p:sp>
        <p:nvSpPr>
          <p:cNvPr id="4" name="Rectangle 5">
            <a:extLst>
              <a:ext uri="{FF2B5EF4-FFF2-40B4-BE49-F238E27FC236}">
                <a16:creationId xmlns:a16="http://schemas.microsoft.com/office/drawing/2014/main" id="{B8B9EB87-4E0D-3436-B85A-E478B6892905}"/>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Overstock situations</a:t>
            </a:r>
          </a:p>
          <a:p>
            <a:pPr marL="714375" algn="just">
              <a:lnSpc>
                <a:spcPct val="105000"/>
              </a:lnSpc>
              <a:buSzPct val="100000"/>
              <a:buFont typeface="Wingdings" panose="05000000000000000000" pitchFamily="2" charset="2"/>
              <a:buChar char="§"/>
            </a:pPr>
            <a:r>
              <a:rPr lang="en-US" sz="2400" dirty="0">
                <a:latin typeface="+mj-lt"/>
              </a:rPr>
              <a:t>Opportunity cost</a:t>
            </a:r>
          </a:p>
          <a:p>
            <a:pPr marL="714375" algn="just">
              <a:lnSpc>
                <a:spcPct val="105000"/>
              </a:lnSpc>
              <a:buSzPct val="100000"/>
              <a:buFont typeface="Wingdings" panose="05000000000000000000" pitchFamily="2" charset="2"/>
              <a:buChar char="§"/>
            </a:pPr>
            <a:r>
              <a:rPr lang="en-US" sz="2400" dirty="0">
                <a:latin typeface="+mj-lt"/>
              </a:rPr>
              <a:t>Storage cost</a:t>
            </a:r>
          </a:p>
          <a:p>
            <a:pPr marL="714375" algn="just">
              <a:lnSpc>
                <a:spcPct val="105000"/>
              </a:lnSpc>
              <a:buSzPct val="100000"/>
              <a:buFont typeface="Wingdings" panose="05000000000000000000" pitchFamily="2" charset="2"/>
              <a:buChar char="§"/>
            </a:pPr>
            <a:r>
              <a:rPr lang="en-US" sz="2400" dirty="0">
                <a:latin typeface="+mj-lt"/>
              </a:rPr>
              <a:t>Obsolescence</a:t>
            </a:r>
          </a:p>
          <a:p>
            <a:pPr marL="714375" algn="just">
              <a:lnSpc>
                <a:spcPct val="105000"/>
              </a:lnSpc>
              <a:buSzPct val="100000"/>
              <a:buFont typeface="Wingdings" panose="05000000000000000000" pitchFamily="2" charset="2"/>
              <a:buChar char="§"/>
            </a:pPr>
            <a:r>
              <a:rPr lang="en-US" sz="2400" dirty="0">
                <a:latin typeface="+mj-lt"/>
              </a:rPr>
              <a:t>Fire and theft</a:t>
            </a:r>
          </a:p>
          <a:p>
            <a:pPr marL="714375" algn="just">
              <a:lnSpc>
                <a:spcPct val="105000"/>
              </a:lnSpc>
              <a:buSzPct val="100000"/>
              <a:buFont typeface="Wingdings" panose="05000000000000000000" pitchFamily="2" charset="2"/>
              <a:buChar char="§"/>
            </a:pPr>
            <a:r>
              <a:rPr lang="en-US" sz="2400" dirty="0">
                <a:latin typeface="+mj-lt"/>
              </a:rPr>
              <a:t>Price fluctuations</a:t>
            </a:r>
          </a:p>
          <a:p>
            <a:pPr algn="just">
              <a:lnSpc>
                <a:spcPct val="105000"/>
              </a:lnSpc>
              <a:buSzPct val="100000"/>
              <a:buFont typeface="Arial" panose="020B0604020202020204" pitchFamily="34" charset="0"/>
              <a:buChar char="•"/>
            </a:pPr>
            <a:r>
              <a:rPr lang="en-US" sz="2400" dirty="0">
                <a:latin typeface="+mj-lt"/>
              </a:rPr>
              <a:t>Understock situations</a:t>
            </a:r>
          </a:p>
          <a:p>
            <a:pPr marL="714375" algn="just">
              <a:lnSpc>
                <a:spcPct val="105000"/>
              </a:lnSpc>
              <a:buSzPct val="100000"/>
              <a:buFont typeface="Wingdings" panose="05000000000000000000" pitchFamily="2" charset="2"/>
              <a:buChar char="§"/>
            </a:pPr>
            <a:r>
              <a:rPr lang="en-US" sz="2400" dirty="0">
                <a:latin typeface="+mj-lt"/>
              </a:rPr>
              <a:t>Loss of sales due to out-of-stock situations</a:t>
            </a:r>
          </a:p>
          <a:p>
            <a:pPr marL="714375" algn="just">
              <a:lnSpc>
                <a:spcPct val="105000"/>
              </a:lnSpc>
              <a:buSzPct val="100000"/>
              <a:buFont typeface="Wingdings" panose="05000000000000000000" pitchFamily="2" charset="2"/>
              <a:buChar char="§"/>
            </a:pPr>
            <a:r>
              <a:rPr lang="en-US" sz="2400" dirty="0">
                <a:latin typeface="+mj-lt"/>
              </a:rPr>
              <a:t>Customers lost to competitors selling same products</a:t>
            </a: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3224854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A3247F0-18FD-4883-F1E7-8C528C0F0A5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DEB5020-3BE6-000C-EE4E-3AF07E4A9784}"/>
              </a:ext>
            </a:extLst>
          </p:cNvPr>
          <p:cNvSpPr>
            <a:spLocks noGrp="1" noChangeArrowheads="1"/>
          </p:cNvSpPr>
          <p:nvPr>
            <p:ph type="title"/>
          </p:nvPr>
        </p:nvSpPr>
        <p:spPr>
          <a:xfrm>
            <a:off x="228600" y="10510"/>
            <a:ext cx="8763000" cy="1143000"/>
          </a:xfrm>
        </p:spPr>
        <p:txBody>
          <a:bodyPr/>
          <a:lstStyle/>
          <a:p>
            <a:r>
              <a:rPr lang="en-US" dirty="0">
                <a:solidFill>
                  <a:schemeClr val="tx2"/>
                </a:solidFill>
              </a:rPr>
              <a:t>Classification of inventory</a:t>
            </a:r>
          </a:p>
        </p:txBody>
      </p:sp>
      <p:sp>
        <p:nvSpPr>
          <p:cNvPr id="3" name="Slide Number Placeholder 2">
            <a:extLst>
              <a:ext uri="{FF2B5EF4-FFF2-40B4-BE49-F238E27FC236}">
                <a16:creationId xmlns:a16="http://schemas.microsoft.com/office/drawing/2014/main" id="{C28B4B42-E2AC-5F7A-B2D3-5111D80FFBB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graphicFrame>
        <p:nvGraphicFramePr>
          <p:cNvPr id="6" name="Diagram 5">
            <a:extLst>
              <a:ext uri="{FF2B5EF4-FFF2-40B4-BE49-F238E27FC236}">
                <a16:creationId xmlns:a16="http://schemas.microsoft.com/office/drawing/2014/main" id="{5986527A-5886-3E81-C494-DB11631E45B2}"/>
              </a:ext>
            </a:extLst>
          </p:cNvPr>
          <p:cNvGraphicFramePr/>
          <p:nvPr>
            <p:extLst>
              <p:ext uri="{D42A27DB-BD31-4B8C-83A1-F6EECF244321}">
                <p14:modId xmlns:p14="http://schemas.microsoft.com/office/powerpoint/2010/main" val="2915686174"/>
              </p:ext>
            </p:extLst>
          </p:nvPr>
        </p:nvGraphicFramePr>
        <p:xfrm>
          <a:off x="5410200" y="152400"/>
          <a:ext cx="3505200" cy="1371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Rectangle 5">
            <a:extLst>
              <a:ext uri="{FF2B5EF4-FFF2-40B4-BE49-F238E27FC236}">
                <a16:creationId xmlns:a16="http://schemas.microsoft.com/office/drawing/2014/main" id="{66046DCD-47CC-C8DE-2725-7343A626ECB1}"/>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Raw materials</a:t>
            </a:r>
          </a:p>
          <a:p>
            <a:pPr marL="714375" algn="just">
              <a:lnSpc>
                <a:spcPct val="105000"/>
              </a:lnSpc>
              <a:buSzPct val="100000"/>
              <a:buFont typeface="Wingdings" panose="05000000000000000000" pitchFamily="2" charset="2"/>
              <a:buChar char="§"/>
            </a:pPr>
            <a:r>
              <a:rPr lang="en-US" sz="2400" dirty="0">
                <a:latin typeface="+mj-lt"/>
              </a:rPr>
              <a:t>Undergo change during production process</a:t>
            </a:r>
          </a:p>
          <a:p>
            <a:pPr marL="714375" algn="just">
              <a:lnSpc>
                <a:spcPct val="105000"/>
              </a:lnSpc>
              <a:buSzPct val="100000"/>
              <a:buFont typeface="Wingdings" panose="05000000000000000000" pitchFamily="2" charset="2"/>
              <a:buChar char="§"/>
            </a:pPr>
            <a:r>
              <a:rPr lang="en-US" sz="2400" dirty="0">
                <a:latin typeface="+mj-lt"/>
              </a:rPr>
              <a:t>Why store raw materials?</a:t>
            </a:r>
          </a:p>
          <a:p>
            <a:pPr marL="1074738" algn="just">
              <a:lnSpc>
                <a:spcPct val="105000"/>
              </a:lnSpc>
              <a:buSzPct val="100000"/>
              <a:buFont typeface="Wingdings" panose="05000000000000000000" pitchFamily="2" charset="2"/>
              <a:buChar char="§"/>
            </a:pPr>
            <a:r>
              <a:rPr lang="en-US" sz="2400" dirty="0">
                <a:latin typeface="+mj-lt"/>
              </a:rPr>
              <a:t>Make scheduling of production easier</a:t>
            </a:r>
          </a:p>
          <a:p>
            <a:pPr marL="1074738" algn="just">
              <a:lnSpc>
                <a:spcPct val="105000"/>
              </a:lnSpc>
              <a:buSzPct val="100000"/>
              <a:buFont typeface="Wingdings" panose="05000000000000000000" pitchFamily="2" charset="2"/>
              <a:buChar char="§"/>
            </a:pPr>
            <a:r>
              <a:rPr lang="en-US" sz="2400" dirty="0">
                <a:latin typeface="+mj-lt"/>
              </a:rPr>
              <a:t>Hedge against price changes</a:t>
            </a:r>
          </a:p>
          <a:p>
            <a:pPr marL="1074738" algn="just">
              <a:lnSpc>
                <a:spcPct val="105000"/>
              </a:lnSpc>
              <a:buSzPct val="100000"/>
              <a:buFont typeface="Wingdings" panose="05000000000000000000" pitchFamily="2" charset="2"/>
              <a:buChar char="§"/>
            </a:pPr>
            <a:r>
              <a:rPr lang="en-US" sz="2400" dirty="0">
                <a:latin typeface="+mj-lt"/>
              </a:rPr>
              <a:t>Hedge against supply shortages</a:t>
            </a:r>
          </a:p>
          <a:p>
            <a:pPr marL="1074738" algn="just">
              <a:lnSpc>
                <a:spcPct val="105000"/>
              </a:lnSpc>
              <a:buSzPct val="100000"/>
              <a:buFont typeface="Wingdings" panose="05000000000000000000" pitchFamily="2" charset="2"/>
              <a:buChar char="§"/>
            </a:pPr>
            <a:r>
              <a:rPr lang="en-US" sz="2400" dirty="0">
                <a:latin typeface="+mj-lt"/>
              </a:rPr>
              <a:t>Use quantity discounts</a:t>
            </a: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3435164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FA362E-B240-4B1E-DF9E-31CEEA8654D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50C2C6D-0EEC-A8A4-6C7E-39DAFF301DC7}"/>
              </a:ext>
            </a:extLst>
          </p:cNvPr>
          <p:cNvSpPr>
            <a:spLocks noGrp="1" noChangeArrowheads="1"/>
          </p:cNvSpPr>
          <p:nvPr>
            <p:ph type="title"/>
          </p:nvPr>
        </p:nvSpPr>
        <p:spPr>
          <a:xfrm>
            <a:off x="228600" y="10510"/>
            <a:ext cx="8763000" cy="1143000"/>
          </a:xfrm>
        </p:spPr>
        <p:txBody>
          <a:bodyPr/>
          <a:lstStyle/>
          <a:p>
            <a:r>
              <a:rPr lang="en-US" dirty="0">
                <a:solidFill>
                  <a:schemeClr val="tx2"/>
                </a:solidFill>
              </a:rPr>
              <a:t>Classification of inventory (cont.)</a:t>
            </a:r>
          </a:p>
        </p:txBody>
      </p:sp>
      <p:sp>
        <p:nvSpPr>
          <p:cNvPr id="3" name="Slide Number Placeholder 2">
            <a:extLst>
              <a:ext uri="{FF2B5EF4-FFF2-40B4-BE49-F238E27FC236}">
                <a16:creationId xmlns:a16="http://schemas.microsoft.com/office/drawing/2014/main" id="{8034C1BE-30E8-A206-276C-15BE48023A4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7</a:t>
            </a:fld>
            <a:endParaRPr lang="en-US">
              <a:solidFill>
                <a:schemeClr val="tx1"/>
              </a:solidFill>
            </a:endParaRPr>
          </a:p>
        </p:txBody>
      </p:sp>
      <p:graphicFrame>
        <p:nvGraphicFramePr>
          <p:cNvPr id="6" name="Diagram 5">
            <a:extLst>
              <a:ext uri="{FF2B5EF4-FFF2-40B4-BE49-F238E27FC236}">
                <a16:creationId xmlns:a16="http://schemas.microsoft.com/office/drawing/2014/main" id="{058B46F0-C949-9B80-9359-54A3D5121990}"/>
              </a:ext>
            </a:extLst>
          </p:cNvPr>
          <p:cNvGraphicFramePr/>
          <p:nvPr>
            <p:extLst>
              <p:ext uri="{D42A27DB-BD31-4B8C-83A1-F6EECF244321}">
                <p14:modId xmlns:p14="http://schemas.microsoft.com/office/powerpoint/2010/main" val="308785810"/>
              </p:ext>
            </p:extLst>
          </p:nvPr>
        </p:nvGraphicFramePr>
        <p:xfrm>
          <a:off x="5326407" y="5328002"/>
          <a:ext cx="3505200" cy="1371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Rectangle 5">
            <a:extLst>
              <a:ext uri="{FF2B5EF4-FFF2-40B4-BE49-F238E27FC236}">
                <a16:creationId xmlns:a16="http://schemas.microsoft.com/office/drawing/2014/main" id="{5190F3F5-CBF8-3744-6F71-4F99CE595321}"/>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Work-in-progress (WIP)</a:t>
            </a:r>
          </a:p>
          <a:p>
            <a:pPr marL="714375" algn="just">
              <a:lnSpc>
                <a:spcPct val="105000"/>
              </a:lnSpc>
              <a:buSzPct val="100000"/>
              <a:buFont typeface="Wingdings" panose="05000000000000000000" pitchFamily="2" charset="2"/>
              <a:buChar char="§"/>
            </a:pPr>
            <a:r>
              <a:rPr lang="en-US" sz="2400" dirty="0">
                <a:latin typeface="+mj-lt"/>
              </a:rPr>
              <a:t>Products in different stages of completion but not yet completed</a:t>
            </a:r>
          </a:p>
          <a:p>
            <a:pPr marL="714375" algn="just">
              <a:lnSpc>
                <a:spcPct val="105000"/>
              </a:lnSpc>
              <a:buSzPct val="100000"/>
              <a:buFont typeface="Wingdings" panose="05000000000000000000" pitchFamily="2" charset="2"/>
              <a:buChar char="§"/>
            </a:pPr>
            <a:r>
              <a:rPr lang="en-US" sz="2400" dirty="0">
                <a:latin typeface="+mj-lt"/>
              </a:rPr>
              <a:t>Why store WIP inventories?</a:t>
            </a:r>
          </a:p>
          <a:p>
            <a:pPr marL="1074738" algn="just">
              <a:lnSpc>
                <a:spcPct val="105000"/>
              </a:lnSpc>
              <a:buSzPct val="100000"/>
              <a:buFont typeface="Wingdings" panose="05000000000000000000" pitchFamily="2" charset="2"/>
              <a:buChar char="§"/>
            </a:pPr>
            <a:r>
              <a:rPr lang="en-US" sz="2400" dirty="0">
                <a:latin typeface="+mj-lt"/>
              </a:rPr>
              <a:t>Buffer production (own production)</a:t>
            </a:r>
          </a:p>
          <a:p>
            <a:pPr marL="1074738" algn="just">
              <a:lnSpc>
                <a:spcPct val="105000"/>
              </a:lnSpc>
              <a:buSzPct val="100000"/>
              <a:buFont typeface="Wingdings" panose="05000000000000000000" pitchFamily="2" charset="2"/>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199080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FE452-FD21-9414-68F9-9C43B19BF99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7CCCEA28-0506-7FF8-8BFD-4EA593443F60}"/>
              </a:ext>
            </a:extLst>
          </p:cNvPr>
          <p:cNvSpPr>
            <a:spLocks noGrp="1" noChangeArrowheads="1"/>
          </p:cNvSpPr>
          <p:nvPr>
            <p:ph type="title"/>
          </p:nvPr>
        </p:nvSpPr>
        <p:spPr>
          <a:xfrm>
            <a:off x="228600" y="10510"/>
            <a:ext cx="8763000" cy="1143000"/>
          </a:xfrm>
        </p:spPr>
        <p:txBody>
          <a:bodyPr/>
          <a:lstStyle/>
          <a:p>
            <a:r>
              <a:rPr lang="en-US" dirty="0">
                <a:solidFill>
                  <a:schemeClr val="tx2"/>
                </a:solidFill>
              </a:rPr>
              <a:t>Classification of inventory (cont.)</a:t>
            </a:r>
          </a:p>
        </p:txBody>
      </p:sp>
      <p:sp>
        <p:nvSpPr>
          <p:cNvPr id="3" name="Slide Number Placeholder 2">
            <a:extLst>
              <a:ext uri="{FF2B5EF4-FFF2-40B4-BE49-F238E27FC236}">
                <a16:creationId xmlns:a16="http://schemas.microsoft.com/office/drawing/2014/main" id="{6B34EA11-0DE1-CE45-08B6-C5DDD70C0095}"/>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8</a:t>
            </a:fld>
            <a:endParaRPr lang="en-US">
              <a:solidFill>
                <a:schemeClr val="tx1"/>
              </a:solidFill>
            </a:endParaRPr>
          </a:p>
        </p:txBody>
      </p:sp>
      <p:graphicFrame>
        <p:nvGraphicFramePr>
          <p:cNvPr id="6" name="Diagram 5">
            <a:extLst>
              <a:ext uri="{FF2B5EF4-FFF2-40B4-BE49-F238E27FC236}">
                <a16:creationId xmlns:a16="http://schemas.microsoft.com/office/drawing/2014/main" id="{AA1B3033-7538-C3DE-8FCD-71C34B5AC500}"/>
              </a:ext>
            </a:extLst>
          </p:cNvPr>
          <p:cNvGraphicFramePr/>
          <p:nvPr>
            <p:extLst>
              <p:ext uri="{D42A27DB-BD31-4B8C-83A1-F6EECF244321}">
                <p14:modId xmlns:p14="http://schemas.microsoft.com/office/powerpoint/2010/main" val="3958633726"/>
              </p:ext>
            </p:extLst>
          </p:nvPr>
        </p:nvGraphicFramePr>
        <p:xfrm>
          <a:off x="5374813" y="1245286"/>
          <a:ext cx="3505200" cy="1371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Rectangle 5">
            <a:extLst>
              <a:ext uri="{FF2B5EF4-FFF2-40B4-BE49-F238E27FC236}">
                <a16:creationId xmlns:a16="http://schemas.microsoft.com/office/drawing/2014/main" id="{9FE2EB7B-4787-549B-1731-500D2B513995}"/>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Finished goods</a:t>
            </a:r>
          </a:p>
          <a:p>
            <a:pPr marL="714375" algn="just">
              <a:lnSpc>
                <a:spcPct val="105000"/>
              </a:lnSpc>
              <a:buSzPct val="100000"/>
              <a:buFont typeface="Wingdings" panose="05000000000000000000" pitchFamily="2" charset="2"/>
              <a:buChar char="§"/>
            </a:pPr>
            <a:r>
              <a:rPr lang="en-US" sz="2400" dirty="0">
                <a:latin typeface="+mj-lt"/>
              </a:rPr>
              <a:t>Ready to be used by final consumer</a:t>
            </a:r>
          </a:p>
          <a:p>
            <a:pPr marL="714375" algn="just">
              <a:lnSpc>
                <a:spcPct val="105000"/>
              </a:lnSpc>
              <a:buSzPct val="100000"/>
              <a:buFont typeface="Wingdings" panose="05000000000000000000" pitchFamily="2" charset="2"/>
              <a:buChar char="§"/>
            </a:pPr>
            <a:r>
              <a:rPr lang="en-US" sz="2400" dirty="0">
                <a:latin typeface="+mj-lt"/>
              </a:rPr>
              <a:t>Why stock finished goods?</a:t>
            </a:r>
          </a:p>
          <a:p>
            <a:pPr marL="1074738" algn="just">
              <a:lnSpc>
                <a:spcPct val="105000"/>
              </a:lnSpc>
              <a:buSzPct val="100000"/>
              <a:buFont typeface="Wingdings" panose="05000000000000000000" pitchFamily="2" charset="2"/>
              <a:buChar char="§"/>
            </a:pPr>
            <a:r>
              <a:rPr lang="en-US" sz="2400" dirty="0">
                <a:latin typeface="+mj-lt"/>
              </a:rPr>
              <a:t>Demand uncertainty</a:t>
            </a:r>
          </a:p>
          <a:p>
            <a:pPr marL="1074738" algn="just">
              <a:lnSpc>
                <a:spcPct val="105000"/>
              </a:lnSpc>
              <a:buSzPct val="100000"/>
              <a:buFont typeface="Wingdings" panose="05000000000000000000" pitchFamily="2" charset="2"/>
              <a:buChar char="§"/>
            </a:pPr>
            <a:r>
              <a:rPr lang="en-US" sz="2400" dirty="0" err="1">
                <a:latin typeface="+mj-lt"/>
              </a:rPr>
              <a:t>Stabilise</a:t>
            </a:r>
            <a:r>
              <a:rPr lang="en-US" sz="2400" dirty="0">
                <a:latin typeface="+mj-lt"/>
              </a:rPr>
              <a:t> production – when using same equipment to produce different products</a:t>
            </a:r>
          </a:p>
          <a:p>
            <a:pPr marL="1435100" algn="just">
              <a:lnSpc>
                <a:spcPct val="105000"/>
              </a:lnSpc>
              <a:buSzPct val="100000"/>
              <a:buFont typeface="Wingdings" panose="05000000000000000000" pitchFamily="2" charset="2"/>
              <a:buChar char="§"/>
            </a:pPr>
            <a:r>
              <a:rPr lang="en-US" sz="2400" dirty="0">
                <a:latin typeface="+mj-lt"/>
              </a:rPr>
              <a:t>Reduction in setup costs</a:t>
            </a:r>
          </a:p>
          <a:p>
            <a:pPr marL="1074738" algn="just">
              <a:lnSpc>
                <a:spcPct val="105000"/>
              </a:lnSpc>
              <a:buSzPct val="100000"/>
              <a:buFont typeface="Wingdings" panose="05000000000000000000" pitchFamily="2" charset="2"/>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2999724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A20C9B-FBCF-B4E6-65DA-C2E09CD8FE6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1F35399-41EF-349B-CEAF-EA761F0E8387}"/>
              </a:ext>
            </a:extLst>
          </p:cNvPr>
          <p:cNvSpPr>
            <a:spLocks noGrp="1" noChangeArrowheads="1"/>
          </p:cNvSpPr>
          <p:nvPr>
            <p:ph type="title"/>
          </p:nvPr>
        </p:nvSpPr>
        <p:spPr>
          <a:xfrm>
            <a:off x="228600" y="10510"/>
            <a:ext cx="8763000" cy="1143000"/>
          </a:xfrm>
        </p:spPr>
        <p:txBody>
          <a:bodyPr/>
          <a:lstStyle/>
          <a:p>
            <a:r>
              <a:rPr lang="en-US" dirty="0">
                <a:solidFill>
                  <a:schemeClr val="tx2"/>
                </a:solidFill>
              </a:rPr>
              <a:t>Inventory valuation</a:t>
            </a:r>
          </a:p>
        </p:txBody>
      </p:sp>
      <p:sp>
        <p:nvSpPr>
          <p:cNvPr id="3" name="Slide Number Placeholder 2">
            <a:extLst>
              <a:ext uri="{FF2B5EF4-FFF2-40B4-BE49-F238E27FC236}">
                <a16:creationId xmlns:a16="http://schemas.microsoft.com/office/drawing/2014/main" id="{1F0080E7-5392-26B8-D402-E3DE06666D3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9</a:t>
            </a:fld>
            <a:endParaRPr lang="en-US">
              <a:solidFill>
                <a:schemeClr val="tx1"/>
              </a:solidFill>
            </a:endParaRPr>
          </a:p>
        </p:txBody>
      </p:sp>
      <p:sp>
        <p:nvSpPr>
          <p:cNvPr id="4" name="Rectangle 5">
            <a:extLst>
              <a:ext uri="{FF2B5EF4-FFF2-40B4-BE49-F238E27FC236}">
                <a16:creationId xmlns:a16="http://schemas.microsoft.com/office/drawing/2014/main" id="{D4804F0F-73BE-81D9-BB68-480BD67218F9}"/>
              </a:ext>
            </a:extLst>
          </p:cNvPr>
          <p:cNvSpPr>
            <a:spLocks noGrp="1" noChangeArrowheads="1"/>
          </p:cNvSpPr>
          <p:nvPr>
            <p:ph idx="1"/>
          </p:nvPr>
        </p:nvSpPr>
        <p:spPr>
          <a:xfrm>
            <a:off x="259976" y="990600"/>
            <a:ext cx="8655424" cy="5247290"/>
          </a:xfrm>
        </p:spPr>
        <p:txBody>
          <a:bodyPr/>
          <a:lstStyle/>
          <a:p>
            <a:pPr algn="just">
              <a:lnSpc>
                <a:spcPct val="100000"/>
              </a:lnSpc>
              <a:spcBef>
                <a:spcPts val="0"/>
              </a:spcBef>
              <a:buSzPct val="100000"/>
              <a:buFont typeface="Arial" panose="020B0604020202020204" pitchFamily="34" charset="0"/>
              <a:buChar char="•"/>
            </a:pPr>
            <a:r>
              <a:rPr lang="en-US" sz="2400" dirty="0">
                <a:latin typeface="+mj-lt"/>
              </a:rPr>
              <a:t>What is actual value of inventory on hand?</a:t>
            </a:r>
          </a:p>
          <a:p>
            <a:pPr algn="just">
              <a:lnSpc>
                <a:spcPct val="100000"/>
              </a:lnSpc>
              <a:spcBef>
                <a:spcPts val="0"/>
              </a:spcBef>
              <a:buSzPct val="100000"/>
              <a:buFont typeface="Arial" panose="020B0604020202020204" pitchFamily="34" charset="0"/>
              <a:buChar char="•"/>
            </a:pPr>
            <a:r>
              <a:rPr lang="en-US" sz="2400" dirty="0">
                <a:latin typeface="+mj-lt"/>
              </a:rPr>
              <a:t>Four methods </a:t>
            </a:r>
            <a:r>
              <a:rPr lang="en-US" sz="2400" dirty="0">
                <a:solidFill>
                  <a:srgbClr val="C00000"/>
                </a:solidFill>
                <a:latin typeface="+mj-lt"/>
              </a:rPr>
              <a:t>(no calculations required)</a:t>
            </a:r>
          </a:p>
          <a:p>
            <a:pPr marL="714375" algn="just">
              <a:lnSpc>
                <a:spcPct val="100000"/>
              </a:lnSpc>
              <a:spcBef>
                <a:spcPts val="0"/>
              </a:spcBef>
              <a:buSzPct val="100000"/>
              <a:buFont typeface="Wingdings" panose="05000000000000000000" pitchFamily="2" charset="2"/>
              <a:buChar char="§"/>
            </a:pPr>
            <a:r>
              <a:rPr lang="en-US" sz="2400" dirty="0">
                <a:latin typeface="+mj-lt"/>
              </a:rPr>
              <a:t>First-in, first-out (FIFO)</a:t>
            </a:r>
          </a:p>
          <a:p>
            <a:pPr marL="1074738" algn="just">
              <a:lnSpc>
                <a:spcPct val="100000"/>
              </a:lnSpc>
              <a:spcBef>
                <a:spcPts val="0"/>
              </a:spcBef>
              <a:buSzPct val="100000"/>
              <a:buFont typeface="Wingdings" panose="05000000000000000000" pitchFamily="2" charset="2"/>
              <a:buChar char="§"/>
            </a:pPr>
            <a:r>
              <a:rPr lang="en-US" sz="2400" dirty="0">
                <a:latin typeface="+mj-lt"/>
              </a:rPr>
              <a:t>Cost of goods sold based on first units placed in inventory </a:t>
            </a:r>
          </a:p>
          <a:p>
            <a:pPr marL="625475" algn="just">
              <a:lnSpc>
                <a:spcPct val="100000"/>
              </a:lnSpc>
              <a:spcBef>
                <a:spcPts val="0"/>
              </a:spcBef>
              <a:buSzPct val="100000"/>
              <a:buFont typeface="Wingdings" panose="05000000000000000000" pitchFamily="2" charset="2"/>
              <a:buChar char="§"/>
            </a:pPr>
            <a:r>
              <a:rPr lang="en-US" sz="2400" dirty="0">
                <a:latin typeface="+mj-lt"/>
              </a:rPr>
              <a:t>Last-in, first-out (LIFO)</a:t>
            </a:r>
          </a:p>
          <a:p>
            <a:pPr marL="1074738" algn="just">
              <a:lnSpc>
                <a:spcPct val="100000"/>
              </a:lnSpc>
              <a:spcBef>
                <a:spcPts val="0"/>
              </a:spcBef>
              <a:buSzPct val="100000"/>
              <a:buFont typeface="Wingdings" panose="05000000000000000000" pitchFamily="2" charset="2"/>
              <a:buChar char="§"/>
            </a:pPr>
            <a:r>
              <a:rPr lang="en-US" sz="2400" dirty="0">
                <a:latin typeface="+mj-lt"/>
              </a:rPr>
              <a:t>Cost of goods sold based on last units placed in inventory while remaining inventory value based on first goods placed in inventory</a:t>
            </a:r>
          </a:p>
          <a:p>
            <a:pPr marL="714375" algn="just">
              <a:lnSpc>
                <a:spcPct val="100000"/>
              </a:lnSpc>
              <a:spcBef>
                <a:spcPts val="0"/>
              </a:spcBef>
              <a:buSzPct val="100000"/>
              <a:buFont typeface="Wingdings" panose="05000000000000000000" pitchFamily="2" charset="2"/>
              <a:buChar char="§"/>
            </a:pPr>
            <a:r>
              <a:rPr lang="en-US" sz="2400" dirty="0">
                <a:latin typeface="+mj-lt"/>
              </a:rPr>
              <a:t>Weighted average</a:t>
            </a:r>
          </a:p>
          <a:p>
            <a:pPr marL="1074738" algn="just">
              <a:lnSpc>
                <a:spcPct val="100000"/>
              </a:lnSpc>
              <a:spcBef>
                <a:spcPts val="0"/>
              </a:spcBef>
              <a:buSzPct val="100000"/>
              <a:buFont typeface="Wingdings" panose="05000000000000000000" pitchFamily="2" charset="2"/>
              <a:buChar char="§"/>
            </a:pPr>
            <a:r>
              <a:rPr lang="en-US" sz="2400" dirty="0">
                <a:latin typeface="+mj-lt"/>
              </a:rPr>
              <a:t>Inventory on hand divided by number of units in stock</a:t>
            </a:r>
          </a:p>
          <a:p>
            <a:pPr marL="714375" algn="just">
              <a:lnSpc>
                <a:spcPct val="100000"/>
              </a:lnSpc>
              <a:spcBef>
                <a:spcPts val="0"/>
              </a:spcBef>
              <a:buSzPct val="100000"/>
              <a:buFont typeface="Wingdings" panose="05000000000000000000" pitchFamily="2" charset="2"/>
              <a:buChar char="§"/>
            </a:pPr>
            <a:r>
              <a:rPr lang="en-US" sz="2400" dirty="0">
                <a:latin typeface="+mj-lt"/>
              </a:rPr>
              <a:t>Specific identification</a:t>
            </a:r>
          </a:p>
          <a:p>
            <a:pPr marL="1074738" algn="just">
              <a:lnSpc>
                <a:spcPct val="100000"/>
              </a:lnSpc>
              <a:spcBef>
                <a:spcPts val="0"/>
              </a:spcBef>
              <a:buSzPct val="100000"/>
              <a:buFont typeface="Wingdings" panose="05000000000000000000" pitchFamily="2" charset="2"/>
              <a:buChar char="§"/>
            </a:pPr>
            <a:r>
              <a:rPr lang="en-US" sz="2400" dirty="0">
                <a:latin typeface="+mj-lt"/>
              </a:rPr>
              <a:t>Value of inventory based on specific items in stock and its specific value</a:t>
            </a:r>
          </a:p>
          <a:p>
            <a:pPr marL="714375" algn="just">
              <a:lnSpc>
                <a:spcPct val="100000"/>
              </a:lnSpc>
              <a:spcBef>
                <a:spcPts val="0"/>
              </a:spcBef>
              <a:buSzPct val="100000"/>
              <a:buFont typeface="Wingdings" panose="05000000000000000000" pitchFamily="2" charset="2"/>
              <a:buChar char="§"/>
            </a:pPr>
            <a:r>
              <a:rPr lang="en-US" sz="2400" dirty="0">
                <a:latin typeface="+mj-lt"/>
              </a:rPr>
              <a:t>ABC method (see next slide)</a:t>
            </a:r>
          </a:p>
        </p:txBody>
      </p:sp>
    </p:spTree>
    <p:custDataLst>
      <p:tags r:id="rId1"/>
    </p:custDataLst>
    <p:extLst>
      <p:ext uri="{BB962C8B-B14F-4D97-AF65-F5344CB8AC3E}">
        <p14:creationId xmlns:p14="http://schemas.microsoft.com/office/powerpoint/2010/main" val="3028590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ADC43A-06CE-6BAA-6E08-7AFD2EBBDE94}"/>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319EED7-6BAE-2194-24C7-391A021B04D9}"/>
              </a:ext>
            </a:extLst>
          </p:cNvPr>
          <p:cNvSpPr>
            <a:spLocks noGrp="1" noChangeArrowheads="1"/>
          </p:cNvSpPr>
          <p:nvPr>
            <p:ph type="title"/>
          </p:nvPr>
        </p:nvSpPr>
        <p:spPr>
          <a:xfrm>
            <a:off x="228600" y="10510"/>
            <a:ext cx="8763000" cy="1143000"/>
          </a:xfrm>
        </p:spPr>
        <p:txBody>
          <a:bodyPr/>
          <a:lstStyle/>
          <a:p>
            <a:r>
              <a:rPr lang="en-US" dirty="0">
                <a:solidFill>
                  <a:schemeClr val="tx2"/>
                </a:solidFill>
              </a:rPr>
              <a:t>ABC method</a:t>
            </a:r>
          </a:p>
        </p:txBody>
      </p:sp>
      <p:sp>
        <p:nvSpPr>
          <p:cNvPr id="3" name="Slide Number Placeholder 2">
            <a:extLst>
              <a:ext uri="{FF2B5EF4-FFF2-40B4-BE49-F238E27FC236}">
                <a16:creationId xmlns:a16="http://schemas.microsoft.com/office/drawing/2014/main" id="{9DA37AE3-4264-EC08-127B-5602C7F575D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10</a:t>
            </a:fld>
            <a:endParaRPr lang="en-US">
              <a:solidFill>
                <a:schemeClr val="tx1"/>
              </a:solidFill>
            </a:endParaRPr>
          </a:p>
        </p:txBody>
      </p:sp>
      <p:sp>
        <p:nvSpPr>
          <p:cNvPr id="4" name="Rectangle 5">
            <a:extLst>
              <a:ext uri="{FF2B5EF4-FFF2-40B4-BE49-F238E27FC236}">
                <a16:creationId xmlns:a16="http://schemas.microsoft.com/office/drawing/2014/main" id="{1E738542-40CD-1221-2E2D-F0403AE79B45}"/>
              </a:ext>
            </a:extLst>
          </p:cNvPr>
          <p:cNvSpPr>
            <a:spLocks noGrp="1" noChangeArrowheads="1"/>
          </p:cNvSpPr>
          <p:nvPr>
            <p:ph idx="1"/>
          </p:nvPr>
        </p:nvSpPr>
        <p:spPr>
          <a:xfrm>
            <a:off x="259976" y="990600"/>
            <a:ext cx="8655424" cy="5334000"/>
          </a:xfrm>
        </p:spPr>
        <p:txBody>
          <a:bodyPr/>
          <a:lstStyle/>
          <a:p>
            <a:pPr algn="just">
              <a:lnSpc>
                <a:spcPct val="105000"/>
              </a:lnSpc>
              <a:buSzPct val="100000"/>
              <a:buFont typeface="Arial" panose="020B0604020202020204" pitchFamily="34" charset="0"/>
              <a:buChar char="•"/>
            </a:pPr>
            <a:r>
              <a:rPr lang="en-US" sz="2400" dirty="0">
                <a:latin typeface="+mj-lt"/>
              </a:rPr>
              <a:t>Classify items smaller but meaningful components</a:t>
            </a:r>
          </a:p>
          <a:p>
            <a:pPr algn="just">
              <a:lnSpc>
                <a:spcPct val="105000"/>
              </a:lnSpc>
              <a:buSzPct val="100000"/>
              <a:buFont typeface="Arial" panose="020B0604020202020204" pitchFamily="34" charset="0"/>
              <a:buChar char="•"/>
            </a:pPr>
            <a:r>
              <a:rPr lang="en-US" sz="2400" dirty="0">
                <a:latin typeface="+mj-lt"/>
              </a:rPr>
              <a:t>Based on costs, order lead time and stock out consequence multiplier</a:t>
            </a:r>
          </a:p>
          <a:p>
            <a:pPr marL="0" indent="0" algn="just">
              <a:lnSpc>
                <a:spcPct val="105000"/>
              </a:lnSpc>
              <a:buSzPct val="100000"/>
              <a:buNone/>
            </a:pPr>
            <a:endParaRPr lang="en-US" sz="2400" dirty="0">
              <a:latin typeface="+mj-lt"/>
            </a:endParaRPr>
          </a:p>
          <a:p>
            <a:pPr marL="0" indent="0" algn="just">
              <a:lnSpc>
                <a:spcPct val="105000"/>
              </a:lnSpc>
              <a:buSzPct val="100000"/>
              <a:buNone/>
            </a:pPr>
            <a:endParaRPr lang="en-US" sz="2400" dirty="0">
              <a:latin typeface="+mj-lt"/>
            </a:endParaRPr>
          </a:p>
          <a:p>
            <a:pPr marL="0" indent="0" algn="just">
              <a:lnSpc>
                <a:spcPct val="105000"/>
              </a:lnSpc>
              <a:buSzPct val="100000"/>
              <a:buNone/>
            </a:pPr>
            <a:endParaRPr lang="en-US" sz="2400" dirty="0">
              <a:latin typeface="+mj-lt"/>
            </a:endParaRPr>
          </a:p>
          <a:p>
            <a:pPr marL="0" indent="0" algn="just">
              <a:lnSpc>
                <a:spcPct val="105000"/>
              </a:lnSpc>
              <a:buSzPct val="100000"/>
              <a:buNone/>
            </a:pPr>
            <a:endParaRPr lang="en-US" sz="2400" dirty="0">
              <a:latin typeface="+mj-lt"/>
            </a:endParaRPr>
          </a:p>
          <a:p>
            <a:pPr marL="358775" indent="-358775" algn="just">
              <a:lnSpc>
                <a:spcPct val="105000"/>
              </a:lnSpc>
              <a:buSzPct val="100000"/>
              <a:buFont typeface="Wingdings" panose="05000000000000000000" pitchFamily="2" charset="2"/>
              <a:buChar char="§"/>
            </a:pPr>
            <a:endParaRPr lang="en-US" sz="2400" dirty="0">
              <a:latin typeface="+mj-lt"/>
            </a:endParaRPr>
          </a:p>
          <a:p>
            <a:pPr marL="358775" indent="-358775" algn="just">
              <a:lnSpc>
                <a:spcPct val="105000"/>
              </a:lnSpc>
              <a:buSzPct val="100000"/>
              <a:buFont typeface="Wingdings" panose="05000000000000000000" pitchFamily="2" charset="2"/>
              <a:buChar char="§"/>
            </a:pPr>
            <a:endParaRPr lang="en-US" sz="2400" dirty="0">
              <a:latin typeface="+mj-lt"/>
            </a:endParaRPr>
          </a:p>
          <a:p>
            <a:pPr marL="358775" indent="-358775" algn="just">
              <a:lnSpc>
                <a:spcPct val="105000"/>
              </a:lnSpc>
              <a:buSzPct val="100000"/>
              <a:buFont typeface="Wingdings" panose="05000000000000000000" pitchFamily="2" charset="2"/>
              <a:buChar char="§"/>
            </a:pPr>
            <a:endParaRPr lang="en-US" sz="2400" dirty="0">
              <a:latin typeface="+mj-lt"/>
            </a:endParaRPr>
          </a:p>
          <a:p>
            <a:pPr marL="358775" indent="-358775" algn="just">
              <a:lnSpc>
                <a:spcPct val="105000"/>
              </a:lnSpc>
              <a:buSzPct val="100000"/>
              <a:buFont typeface="Wingdings" panose="05000000000000000000" pitchFamily="2" charset="2"/>
              <a:buChar char="§"/>
            </a:pPr>
            <a:endParaRPr lang="en-US" sz="2400" dirty="0">
              <a:latin typeface="+mj-lt"/>
            </a:endParaRPr>
          </a:p>
          <a:p>
            <a:pPr marL="358775" indent="-358775" algn="just">
              <a:lnSpc>
                <a:spcPct val="105000"/>
              </a:lnSpc>
              <a:buSzPct val="100000"/>
              <a:buFont typeface="Wingdings" panose="05000000000000000000" pitchFamily="2" charset="2"/>
              <a:buChar char="§"/>
            </a:pPr>
            <a:endParaRPr lang="en-US" sz="2400" dirty="0">
              <a:latin typeface="+mj-lt"/>
            </a:endParaRPr>
          </a:p>
          <a:p>
            <a:pPr marL="358775" indent="-358775" algn="just">
              <a:lnSpc>
                <a:spcPct val="105000"/>
              </a:lnSpc>
              <a:buSzPct val="100000"/>
              <a:buFont typeface="Wingdings" panose="05000000000000000000" pitchFamily="2" charset="2"/>
              <a:buChar char="§"/>
            </a:pPr>
            <a:r>
              <a:rPr lang="en-US" sz="2400" dirty="0">
                <a:solidFill>
                  <a:srgbClr val="C00000"/>
                </a:solidFill>
                <a:latin typeface="+mj-lt"/>
              </a:rPr>
              <a:t>No calculations required for this section</a:t>
            </a:r>
          </a:p>
        </p:txBody>
      </p:sp>
      <p:graphicFrame>
        <p:nvGraphicFramePr>
          <p:cNvPr id="2" name="Diagram 1">
            <a:extLst>
              <a:ext uri="{FF2B5EF4-FFF2-40B4-BE49-F238E27FC236}">
                <a16:creationId xmlns:a16="http://schemas.microsoft.com/office/drawing/2014/main" id="{8C784069-E5C4-ABC2-79C2-F3E7C674E7B4}"/>
              </a:ext>
            </a:extLst>
          </p:cNvPr>
          <p:cNvGraphicFramePr/>
          <p:nvPr>
            <p:extLst>
              <p:ext uri="{D42A27DB-BD31-4B8C-83A1-F6EECF244321}">
                <p14:modId xmlns:p14="http://schemas.microsoft.com/office/powerpoint/2010/main" val="3219570774"/>
              </p:ext>
            </p:extLst>
          </p:nvPr>
        </p:nvGraphicFramePr>
        <p:xfrm>
          <a:off x="412376" y="1980300"/>
          <a:ext cx="8503024" cy="43443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352740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CC1C205-9A29-28A3-3076-45F29639991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0F88938-4591-9822-F4E1-4F86761A20EA}"/>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a:t>
            </a:r>
          </a:p>
        </p:txBody>
      </p:sp>
      <p:sp>
        <p:nvSpPr>
          <p:cNvPr id="3" name="Slide Number Placeholder 2">
            <a:extLst>
              <a:ext uri="{FF2B5EF4-FFF2-40B4-BE49-F238E27FC236}">
                <a16:creationId xmlns:a16="http://schemas.microsoft.com/office/drawing/2014/main" id="{899AF1E6-B961-4BA7-BC52-35D392085D8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11</a:t>
            </a:fld>
            <a:endParaRPr lang="en-US">
              <a:solidFill>
                <a:schemeClr val="tx1"/>
              </a:solidFill>
            </a:endParaRPr>
          </a:p>
        </p:txBody>
      </p:sp>
      <p:graphicFrame>
        <p:nvGraphicFramePr>
          <p:cNvPr id="6" name="Diagram 5">
            <a:extLst>
              <a:ext uri="{FF2B5EF4-FFF2-40B4-BE49-F238E27FC236}">
                <a16:creationId xmlns:a16="http://schemas.microsoft.com/office/drawing/2014/main" id="{F29C9B7E-EEC8-2228-A00E-2E24EDE74301}"/>
              </a:ext>
            </a:extLst>
          </p:cNvPr>
          <p:cNvGraphicFramePr/>
          <p:nvPr>
            <p:extLst>
              <p:ext uri="{D42A27DB-BD31-4B8C-83A1-F6EECF244321}">
                <p14:modId xmlns:p14="http://schemas.microsoft.com/office/powerpoint/2010/main" val="250935366"/>
              </p:ext>
            </p:extLst>
          </p:nvPr>
        </p:nvGraphicFramePr>
        <p:xfrm>
          <a:off x="5305652" y="0"/>
          <a:ext cx="3626224" cy="16773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Rectangle 5">
            <a:extLst>
              <a:ext uri="{FF2B5EF4-FFF2-40B4-BE49-F238E27FC236}">
                <a16:creationId xmlns:a16="http://schemas.microsoft.com/office/drawing/2014/main" id="{C6C77F6B-10D4-1CA0-AEBA-5D8C8F90CFC4}"/>
              </a:ext>
            </a:extLst>
          </p:cNvPr>
          <p:cNvSpPr>
            <a:spLocks noGrp="1" noChangeArrowheads="1"/>
          </p:cNvSpPr>
          <p:nvPr>
            <p:ph idx="1"/>
          </p:nvPr>
        </p:nvSpPr>
        <p:spPr>
          <a:xfrm>
            <a:off x="259976" y="990600"/>
            <a:ext cx="8655424" cy="5334000"/>
          </a:xfrm>
        </p:spPr>
        <p:txBody>
          <a:bodyPr/>
          <a:lstStyle/>
          <a:p>
            <a:pPr algn="just">
              <a:lnSpc>
                <a:spcPct val="105000"/>
              </a:lnSpc>
              <a:buSzPct val="100000"/>
              <a:buFont typeface="Arial" panose="020B0604020202020204" pitchFamily="34" charset="0"/>
              <a:buChar char="•"/>
            </a:pPr>
            <a:r>
              <a:rPr lang="en-US" sz="2400" dirty="0">
                <a:latin typeface="+mj-lt"/>
              </a:rPr>
              <a:t>Carrying cost</a:t>
            </a:r>
          </a:p>
          <a:p>
            <a:pPr marL="715963" algn="just">
              <a:lnSpc>
                <a:spcPct val="105000"/>
              </a:lnSpc>
              <a:buSzPct val="100000"/>
              <a:buFont typeface="Wingdings" panose="05000000000000000000" pitchFamily="2" charset="2"/>
              <a:buChar char="§"/>
            </a:pPr>
            <a:r>
              <a:rPr lang="en-US" sz="2400" dirty="0">
                <a:latin typeface="+mj-lt"/>
              </a:rPr>
              <a:t>Cost of warehousing inventory until used in production or sold</a:t>
            </a:r>
          </a:p>
          <a:p>
            <a:pPr marL="715963" algn="just">
              <a:lnSpc>
                <a:spcPct val="105000"/>
              </a:lnSpc>
              <a:buSzPct val="100000"/>
              <a:buFont typeface="Wingdings" panose="05000000000000000000" pitchFamily="2" charset="2"/>
              <a:buChar char="§"/>
            </a:pPr>
            <a:r>
              <a:rPr lang="en-US" sz="2400" dirty="0">
                <a:latin typeface="+mj-lt"/>
              </a:rPr>
              <a:t>Include renting warehousing space or in-house storage costs</a:t>
            </a:r>
          </a:p>
          <a:p>
            <a:pPr marL="715963" algn="just">
              <a:lnSpc>
                <a:spcPct val="105000"/>
              </a:lnSpc>
              <a:buSzPct val="100000"/>
              <a:buFont typeface="Wingdings" panose="05000000000000000000" pitchFamily="2" charset="2"/>
              <a:buChar char="§"/>
            </a:pPr>
            <a:r>
              <a:rPr lang="en-US" sz="2400" dirty="0">
                <a:latin typeface="+mj-lt"/>
              </a:rPr>
              <a:t>Change in direct proportion to average amount of inventory in stock</a:t>
            </a:r>
          </a:p>
        </p:txBody>
      </p:sp>
    </p:spTree>
    <p:custDataLst>
      <p:tags r:id="rId1"/>
    </p:custDataLst>
    <p:extLst>
      <p:ext uri="{BB962C8B-B14F-4D97-AF65-F5344CB8AC3E}">
        <p14:creationId xmlns:p14="http://schemas.microsoft.com/office/powerpoint/2010/main" val="1603475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47706FC-F011-61C8-0E95-8F36C87EFE3D}"/>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F7A64D5-1512-ED7C-3FBD-280EBC7618C5}"/>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3535689E-3879-0033-484E-FC255021EEA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12</a:t>
            </a:fld>
            <a:endParaRPr lang="en-US">
              <a:solidFill>
                <a:schemeClr val="tx1"/>
              </a:solidFill>
            </a:endParaRPr>
          </a:p>
        </p:txBody>
      </p:sp>
      <p:sp>
        <p:nvSpPr>
          <p:cNvPr id="4" name="Rectangle 5">
            <a:extLst>
              <a:ext uri="{FF2B5EF4-FFF2-40B4-BE49-F238E27FC236}">
                <a16:creationId xmlns:a16="http://schemas.microsoft.com/office/drawing/2014/main" id="{BCA22AC7-E7D2-52E7-1536-493F172B9718}"/>
              </a:ext>
            </a:extLst>
          </p:cNvPr>
          <p:cNvSpPr>
            <a:spLocks noGrp="1" noChangeArrowheads="1"/>
          </p:cNvSpPr>
          <p:nvPr>
            <p:ph idx="1"/>
          </p:nvPr>
        </p:nvSpPr>
        <p:spPr>
          <a:xfrm>
            <a:off x="259976" y="990600"/>
            <a:ext cx="8655424" cy="5247290"/>
          </a:xfrm>
        </p:spPr>
        <p:txBody>
          <a:bodyPr/>
          <a:lstStyle/>
          <a:p>
            <a:pPr algn="just">
              <a:lnSpc>
                <a:spcPct val="100000"/>
              </a:lnSpc>
              <a:spcBef>
                <a:spcPts val="300"/>
              </a:spcBef>
              <a:buSzPct val="100000"/>
              <a:buFont typeface="Arial" panose="020B0604020202020204" pitchFamily="34" charset="0"/>
              <a:buChar char="•"/>
            </a:pPr>
            <a:r>
              <a:rPr lang="en-US" sz="2400" dirty="0">
                <a:latin typeface="+mj-lt"/>
              </a:rPr>
              <a:t>Carrying cost (cont.)</a:t>
            </a:r>
          </a:p>
          <a:p>
            <a:pPr algn="just">
              <a:lnSpc>
                <a:spcPct val="100000"/>
              </a:lnSpc>
              <a:spcBef>
                <a:spcPts val="300"/>
              </a:spcBef>
              <a:buSzPct val="100000"/>
              <a:buFont typeface="Arial" panose="020B0604020202020204" pitchFamily="34" charset="0"/>
              <a:buChar char="•"/>
            </a:pPr>
            <a:r>
              <a:rPr lang="en-US" sz="2400" dirty="0">
                <a:latin typeface="+mj-lt"/>
              </a:rPr>
              <a:t>Example: Bush Bay Ltd sells 20 000 units of gas lighters per year and orders inventory four times a year. The firm purchases inventory at R5 per unit. Cost of capital is 10%. Storage costs amounts to R500, inventory insurance cost is R800 and depreciation and obsolescence costs are R500 a year.</a:t>
            </a:r>
          </a:p>
          <a:p>
            <a:pPr marL="0" indent="0" algn="just">
              <a:lnSpc>
                <a:spcPct val="100000"/>
              </a:lnSpc>
              <a:spcBef>
                <a:spcPts val="300"/>
              </a:spcBef>
              <a:buSzPct val="100000"/>
              <a:buNone/>
            </a:pPr>
            <a:r>
              <a:rPr lang="en-US" sz="2400" dirty="0">
                <a:latin typeface="+mj-lt"/>
              </a:rPr>
              <a:t>	Average inventory 	= (S / N) / 2</a:t>
            </a:r>
          </a:p>
          <a:p>
            <a:pPr marL="0" indent="0" algn="just">
              <a:lnSpc>
                <a:spcPct val="100000"/>
              </a:lnSpc>
              <a:spcBef>
                <a:spcPts val="300"/>
              </a:spcBef>
              <a:buSzPct val="100000"/>
              <a:buNone/>
            </a:pPr>
            <a:r>
              <a:rPr lang="en-US" sz="2400" dirty="0">
                <a:latin typeface="+mj-lt"/>
              </a:rPr>
              <a:t>				= (20 000 / 4) / 2</a:t>
            </a:r>
          </a:p>
          <a:p>
            <a:pPr marL="0" indent="0" algn="just">
              <a:lnSpc>
                <a:spcPct val="100000"/>
              </a:lnSpc>
              <a:spcBef>
                <a:spcPts val="300"/>
              </a:spcBef>
              <a:buSzPct val="100000"/>
              <a:buNone/>
            </a:pPr>
            <a:r>
              <a:rPr lang="en-US" sz="2400" dirty="0">
                <a:latin typeface="+mj-lt"/>
              </a:rPr>
              <a:t>				= 2 500 gas lighters (R12 500)</a:t>
            </a:r>
          </a:p>
          <a:p>
            <a:pPr marL="0" indent="0" algn="just">
              <a:lnSpc>
                <a:spcPct val="100000"/>
              </a:lnSpc>
              <a:spcBef>
                <a:spcPts val="300"/>
              </a:spcBef>
              <a:buSzPct val="100000"/>
              <a:buNone/>
            </a:pPr>
            <a:r>
              <a:rPr lang="en-US" sz="2400" dirty="0">
                <a:latin typeface="+mj-lt"/>
              </a:rPr>
              <a:t>	If NO safety stocks are carried, then average inventory 	is 2 500 gas lighters.</a:t>
            </a:r>
          </a:p>
          <a:p>
            <a:pPr marL="0" indent="0" algn="just">
              <a:lnSpc>
                <a:spcPct val="100000"/>
              </a:lnSpc>
              <a:spcBef>
                <a:spcPts val="300"/>
              </a:spcBef>
              <a:buSzPct val="100000"/>
              <a:buNone/>
            </a:pPr>
            <a:endParaRPr lang="en-US" sz="1200" dirty="0">
              <a:latin typeface="+mj-lt"/>
            </a:endParaRPr>
          </a:p>
          <a:p>
            <a:pPr marL="0" indent="0" algn="just">
              <a:lnSpc>
                <a:spcPct val="100000"/>
              </a:lnSpc>
              <a:spcBef>
                <a:spcPts val="300"/>
              </a:spcBef>
              <a:buSzPct val="100000"/>
              <a:buNone/>
            </a:pPr>
            <a:r>
              <a:rPr lang="en-US" sz="2400" dirty="0">
                <a:latin typeface="+mj-lt"/>
              </a:rPr>
              <a:t>	S  number of units sold per year, </a:t>
            </a:r>
          </a:p>
          <a:p>
            <a:pPr marL="0" indent="0" algn="just">
              <a:lnSpc>
                <a:spcPct val="100000"/>
              </a:lnSpc>
              <a:spcBef>
                <a:spcPts val="300"/>
              </a:spcBef>
              <a:buSzPct val="100000"/>
              <a:buNone/>
            </a:pPr>
            <a:r>
              <a:rPr lang="en-US" sz="2400" dirty="0">
                <a:latin typeface="+mj-lt"/>
              </a:rPr>
              <a:t>	N number of equal-sized orders placed per year</a:t>
            </a:r>
          </a:p>
        </p:txBody>
      </p:sp>
    </p:spTree>
    <p:custDataLst>
      <p:tags r:id="rId1"/>
    </p:custDataLst>
    <p:extLst>
      <p:ext uri="{BB962C8B-B14F-4D97-AF65-F5344CB8AC3E}">
        <p14:creationId xmlns:p14="http://schemas.microsoft.com/office/powerpoint/2010/main" val="2134422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A6DABB0-0BEB-D2C0-4D56-ACBDA8104E2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F30C560-61E7-BDD9-C014-AD530AF1EF8F}"/>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34857ED4-9294-7972-0E22-30F709D0EBC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13</a:t>
            </a:fld>
            <a:endParaRPr lang="en-US">
              <a:solidFill>
                <a:schemeClr val="tx1"/>
              </a:solidFill>
            </a:endParaRPr>
          </a:p>
        </p:txBody>
      </p:sp>
      <p:sp>
        <p:nvSpPr>
          <p:cNvPr id="4" name="Rectangle 5">
            <a:extLst>
              <a:ext uri="{FF2B5EF4-FFF2-40B4-BE49-F238E27FC236}">
                <a16:creationId xmlns:a16="http://schemas.microsoft.com/office/drawing/2014/main" id="{B23D1431-3F5B-DF1E-7855-28C00C29747B}"/>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Carrying cost (cont.)</a:t>
            </a:r>
          </a:p>
          <a:p>
            <a:pPr algn="just">
              <a:lnSpc>
                <a:spcPct val="105000"/>
              </a:lnSpc>
              <a:buSzPct val="100000"/>
              <a:buFont typeface="Arial" panose="020B0604020202020204" pitchFamily="34" charset="0"/>
              <a:buChar char="•"/>
            </a:pPr>
            <a:r>
              <a:rPr lang="en-US" sz="2400" dirty="0">
                <a:latin typeface="+mj-lt"/>
              </a:rPr>
              <a:t>But what about opportunity cost?</a:t>
            </a:r>
          </a:p>
          <a:p>
            <a:pPr algn="just">
              <a:lnSpc>
                <a:spcPct val="105000"/>
              </a:lnSpc>
              <a:buSzPct val="100000"/>
              <a:buFont typeface="Arial" panose="020B0604020202020204" pitchFamily="34" charset="0"/>
              <a:buChar char="•"/>
            </a:pPr>
            <a:r>
              <a:rPr lang="en-US" sz="2400" dirty="0">
                <a:latin typeface="+mj-lt"/>
              </a:rPr>
              <a:t>Investment in inventory = R12 500</a:t>
            </a:r>
          </a:p>
          <a:p>
            <a:pPr algn="just">
              <a:lnSpc>
                <a:spcPct val="105000"/>
              </a:lnSpc>
              <a:buSzPct val="100000"/>
              <a:buFont typeface="Arial" panose="020B0604020202020204" pitchFamily="34" charset="0"/>
              <a:buChar char="•"/>
            </a:pPr>
            <a:r>
              <a:rPr lang="en-US" sz="2400" dirty="0">
                <a:latin typeface="+mj-lt"/>
              </a:rPr>
              <a:t>Required rate of return = 10%</a:t>
            </a:r>
          </a:p>
          <a:p>
            <a:pPr algn="just">
              <a:lnSpc>
                <a:spcPct val="105000"/>
              </a:lnSpc>
              <a:buSzPct val="100000"/>
              <a:buFont typeface="Arial" panose="020B0604020202020204" pitchFamily="34" charset="0"/>
              <a:buChar char="•"/>
            </a:pPr>
            <a:r>
              <a:rPr lang="en-US" sz="2400" dirty="0">
                <a:latin typeface="+mj-lt"/>
              </a:rPr>
              <a:t>Thus, opportunity cost = R1 250</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Total carrying cost ?????</a:t>
            </a:r>
            <a:endParaRPr lang="en-US" sz="2400" u="dbl" dirty="0">
              <a:latin typeface="+mj-lt"/>
            </a:endParaRPr>
          </a:p>
        </p:txBody>
      </p:sp>
    </p:spTree>
    <p:custDataLst>
      <p:tags r:id="rId1"/>
    </p:custDataLst>
    <p:extLst>
      <p:ext uri="{BB962C8B-B14F-4D97-AF65-F5344CB8AC3E}">
        <p14:creationId xmlns:p14="http://schemas.microsoft.com/office/powerpoint/2010/main" val="3128588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17600C-479D-B2B5-A5BA-995619F674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BFC138D-2148-8546-766D-9E6AEFF8283F}"/>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B2F58959-A0F0-B359-9850-81145A26033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14</a:t>
            </a:fld>
            <a:endParaRPr lang="en-US">
              <a:solidFill>
                <a:schemeClr val="tx1"/>
              </a:solidFill>
            </a:endParaRPr>
          </a:p>
        </p:txBody>
      </p:sp>
      <p:sp>
        <p:nvSpPr>
          <p:cNvPr id="4" name="Rectangle 5">
            <a:extLst>
              <a:ext uri="{FF2B5EF4-FFF2-40B4-BE49-F238E27FC236}">
                <a16:creationId xmlns:a16="http://schemas.microsoft.com/office/drawing/2014/main" id="{ABA2BDC9-CE99-B45D-689A-0FC5AB32C656}"/>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Carrying cost (cont.)</a:t>
            </a:r>
          </a:p>
          <a:p>
            <a:pPr algn="just">
              <a:lnSpc>
                <a:spcPct val="100000"/>
              </a:lnSpc>
              <a:buSzPct val="100000"/>
              <a:buFont typeface="Arial" panose="020B0604020202020204" pitchFamily="34" charset="0"/>
              <a:buChar char="•"/>
            </a:pPr>
            <a:r>
              <a:rPr lang="en-US" sz="2400" dirty="0">
                <a:latin typeface="+mj-lt"/>
              </a:rPr>
              <a:t>Total carrying cost = Opportunity cost			R1 250</a:t>
            </a:r>
          </a:p>
          <a:p>
            <a:pPr marL="0" indent="0" algn="just">
              <a:lnSpc>
                <a:spcPct val="100000"/>
              </a:lnSpc>
              <a:buSzPct val="100000"/>
              <a:buNone/>
              <a:tabLst>
                <a:tab pos="3225800" algn="l"/>
              </a:tabLst>
            </a:pPr>
            <a:r>
              <a:rPr lang="en-US" sz="2400" dirty="0">
                <a:latin typeface="+mj-lt"/>
              </a:rPr>
              <a:t>	Storage cost			R   500</a:t>
            </a:r>
          </a:p>
          <a:p>
            <a:pPr marL="0" indent="0" algn="just">
              <a:lnSpc>
                <a:spcPct val="100000"/>
              </a:lnSpc>
              <a:buSzPct val="100000"/>
              <a:buNone/>
              <a:tabLst>
                <a:tab pos="3225800" algn="l"/>
              </a:tabLst>
            </a:pPr>
            <a:r>
              <a:rPr lang="en-US" sz="2400" dirty="0">
                <a:latin typeface="+mj-lt"/>
              </a:rPr>
              <a:t>	Inv Insurance cost		R   800</a:t>
            </a:r>
          </a:p>
          <a:p>
            <a:pPr marL="0" indent="0" algn="just">
              <a:lnSpc>
                <a:spcPct val="100000"/>
              </a:lnSpc>
              <a:buSzPct val="100000"/>
              <a:buNone/>
              <a:tabLst>
                <a:tab pos="3225800" algn="l"/>
              </a:tabLst>
            </a:pPr>
            <a:r>
              <a:rPr lang="en-US" sz="2400" dirty="0">
                <a:latin typeface="+mj-lt"/>
              </a:rPr>
              <a:t>	</a:t>
            </a:r>
            <a:r>
              <a:rPr lang="en-US" sz="2400" dirty="0" err="1">
                <a:latin typeface="+mj-lt"/>
              </a:rPr>
              <a:t>Depr</a:t>
            </a:r>
            <a:r>
              <a:rPr lang="en-US" sz="2400" dirty="0">
                <a:latin typeface="+mj-lt"/>
              </a:rPr>
              <a:t> &amp; Obsolescence cost	</a:t>
            </a:r>
            <a:r>
              <a:rPr lang="en-US" sz="2400" u="sng" dirty="0">
                <a:latin typeface="+mj-lt"/>
              </a:rPr>
              <a:t>R   500</a:t>
            </a:r>
          </a:p>
          <a:p>
            <a:pPr marL="0" indent="0" algn="just">
              <a:lnSpc>
                <a:spcPct val="100000"/>
              </a:lnSpc>
              <a:buSzPct val="100000"/>
              <a:buNone/>
              <a:tabLst>
                <a:tab pos="3225800" algn="l"/>
              </a:tabLst>
            </a:pPr>
            <a:r>
              <a:rPr lang="en-US" sz="2400" dirty="0">
                <a:latin typeface="+mj-lt"/>
              </a:rPr>
              <a:t>						</a:t>
            </a:r>
            <a:r>
              <a:rPr lang="en-US" sz="2400" u="dbl" dirty="0">
                <a:latin typeface="+mj-lt"/>
              </a:rPr>
              <a:t>R3 050</a:t>
            </a:r>
            <a:endParaRPr lang="en-US" sz="2400" dirty="0">
              <a:latin typeface="+mj-lt"/>
            </a:endParaRPr>
          </a:p>
          <a:p>
            <a:pPr algn="just">
              <a:lnSpc>
                <a:spcPct val="100000"/>
              </a:lnSpc>
              <a:buSzPct val="100000"/>
              <a:buFont typeface="Arial" panose="020B0604020202020204" pitchFamily="34" charset="0"/>
              <a:buChar char="•"/>
            </a:pPr>
            <a:r>
              <a:rPr lang="en-US" sz="2400" dirty="0">
                <a:latin typeface="+mj-lt"/>
              </a:rPr>
              <a:t>TCC	= C x P x A</a:t>
            </a:r>
          </a:p>
          <a:p>
            <a:pPr marL="0" indent="0" algn="just">
              <a:lnSpc>
                <a:spcPct val="100000"/>
              </a:lnSpc>
              <a:buSzPct val="100000"/>
              <a:buNone/>
            </a:pPr>
            <a:r>
              <a:rPr lang="en-US" sz="2400" dirty="0">
                <a:latin typeface="+mj-lt"/>
              </a:rPr>
              <a:t>	= 0.244* x R5 x 2 500</a:t>
            </a:r>
          </a:p>
          <a:p>
            <a:pPr marL="0" indent="0" algn="just">
              <a:lnSpc>
                <a:spcPct val="100000"/>
              </a:lnSpc>
              <a:buSzPct val="100000"/>
              <a:buNone/>
            </a:pPr>
            <a:r>
              <a:rPr lang="en-US" sz="2400" dirty="0">
                <a:latin typeface="+mj-lt"/>
              </a:rPr>
              <a:t>	= R3 050</a:t>
            </a:r>
          </a:p>
          <a:p>
            <a:pPr marL="0" indent="0" algn="just">
              <a:lnSpc>
                <a:spcPct val="100000"/>
              </a:lnSpc>
              <a:buSzPct val="100000"/>
              <a:buNone/>
            </a:pPr>
            <a:r>
              <a:rPr lang="en-US" sz="2400" dirty="0">
                <a:latin typeface="+mj-lt"/>
              </a:rPr>
              <a:t>	C 	% carrying cost</a:t>
            </a:r>
          </a:p>
          <a:p>
            <a:pPr marL="0" indent="0" algn="just">
              <a:lnSpc>
                <a:spcPct val="100000"/>
              </a:lnSpc>
              <a:buSzPct val="100000"/>
              <a:buNone/>
            </a:pPr>
            <a:r>
              <a:rPr lang="en-US" sz="2400" dirty="0">
                <a:latin typeface="+mj-lt"/>
              </a:rPr>
              <a:t>	P	Price per unit</a:t>
            </a:r>
          </a:p>
          <a:p>
            <a:pPr marL="0" indent="0" algn="just">
              <a:lnSpc>
                <a:spcPct val="100000"/>
              </a:lnSpc>
              <a:buSzPct val="100000"/>
              <a:buNone/>
            </a:pPr>
            <a:r>
              <a:rPr lang="en-US" sz="2400" dirty="0">
                <a:latin typeface="+mj-lt"/>
              </a:rPr>
              <a:t>	A	Average inventory</a:t>
            </a:r>
          </a:p>
          <a:p>
            <a:pPr marL="0" indent="0" algn="just">
              <a:lnSpc>
                <a:spcPct val="100000"/>
              </a:lnSpc>
              <a:buSzPct val="100000"/>
              <a:buNone/>
            </a:pPr>
            <a:r>
              <a:rPr lang="en-US" sz="2400" dirty="0">
                <a:latin typeface="+mj-lt"/>
              </a:rPr>
              <a:t>*% carrying cost (3 050 / 12 500) is given and no amounts</a:t>
            </a:r>
          </a:p>
        </p:txBody>
      </p:sp>
    </p:spTree>
    <p:custDataLst>
      <p:tags r:id="rId1"/>
    </p:custDataLst>
    <p:extLst>
      <p:ext uri="{BB962C8B-B14F-4D97-AF65-F5344CB8AC3E}">
        <p14:creationId xmlns:p14="http://schemas.microsoft.com/office/powerpoint/2010/main" val="757662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2EC134-47B4-88AE-5201-53369E1659B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59A6537-9676-C98C-377F-D1048EC0AF47}"/>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63C058B0-5FC7-506D-A7C1-DDD75AA669E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15</a:t>
            </a:fld>
            <a:endParaRPr lang="en-US">
              <a:solidFill>
                <a:schemeClr val="tx1"/>
              </a:solidFill>
            </a:endParaRPr>
          </a:p>
        </p:txBody>
      </p:sp>
      <p:sp>
        <p:nvSpPr>
          <p:cNvPr id="4" name="Rectangle 5">
            <a:extLst>
              <a:ext uri="{FF2B5EF4-FFF2-40B4-BE49-F238E27FC236}">
                <a16:creationId xmlns:a16="http://schemas.microsoft.com/office/drawing/2014/main" id="{BB0967C5-2DEE-0C44-65AA-9467AE2622F5}"/>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Ordering cost</a:t>
            </a:r>
          </a:p>
          <a:p>
            <a:pPr algn="just">
              <a:lnSpc>
                <a:spcPct val="105000"/>
              </a:lnSpc>
              <a:buSzPct val="100000"/>
              <a:buFont typeface="Arial" panose="020B0604020202020204" pitchFamily="34" charset="0"/>
              <a:buChar char="•"/>
            </a:pPr>
            <a:r>
              <a:rPr lang="en-US" sz="2400" dirty="0">
                <a:latin typeface="+mj-lt"/>
              </a:rPr>
              <a:t>TOC	= F x </a:t>
            </a:r>
            <a:r>
              <a:rPr lang="en-US" sz="2400" dirty="0">
                <a:solidFill>
                  <a:srgbClr val="C00000"/>
                </a:solidFill>
                <a:latin typeface="+mj-lt"/>
              </a:rPr>
              <a:t>(S / 2A)</a:t>
            </a:r>
          </a:p>
          <a:p>
            <a:pPr marL="0" indent="0" algn="just">
              <a:lnSpc>
                <a:spcPct val="105000"/>
              </a:lnSpc>
              <a:buSzPct val="100000"/>
              <a:buNone/>
            </a:pPr>
            <a:r>
              <a:rPr lang="en-US" sz="2400" dirty="0">
                <a:latin typeface="+mj-lt"/>
              </a:rPr>
              <a:t>	F	fixed cost per order</a:t>
            </a:r>
          </a:p>
          <a:p>
            <a:pPr marL="0" indent="0" algn="just">
              <a:lnSpc>
                <a:spcPct val="105000"/>
              </a:lnSpc>
              <a:buSzPct val="100000"/>
              <a:buNone/>
            </a:pPr>
            <a:r>
              <a:rPr lang="en-US" sz="2400" dirty="0">
                <a:latin typeface="+mj-lt"/>
              </a:rPr>
              <a:t>	</a:t>
            </a:r>
            <a:r>
              <a:rPr lang="en-US" sz="2400" dirty="0">
                <a:solidFill>
                  <a:srgbClr val="C00000"/>
                </a:solidFill>
                <a:latin typeface="+mj-lt"/>
              </a:rPr>
              <a:t>N	number of orders per year </a:t>
            </a:r>
          </a:p>
          <a:p>
            <a:pPr marL="0" indent="0" algn="just">
              <a:lnSpc>
                <a:spcPct val="105000"/>
              </a:lnSpc>
              <a:buSzPct val="100000"/>
              <a:buNone/>
            </a:pPr>
            <a:r>
              <a:rPr lang="en-US" sz="2400" dirty="0">
                <a:solidFill>
                  <a:srgbClr val="C00000"/>
                </a:solidFill>
                <a:latin typeface="+mj-lt"/>
              </a:rPr>
              <a:t>		(quantity / 2 x avg inventory)</a:t>
            </a:r>
            <a:r>
              <a:rPr lang="en-US" sz="2400" dirty="0">
                <a:latin typeface="+mj-lt"/>
              </a:rPr>
              <a:t>	</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Example: Bush Baby Ltd sells 20 000 units of gas lighters per year and carries an average inventory of 2 500 units. Fixed ordering cost for placing and receiving orders amount to R50 per order.</a:t>
            </a:r>
          </a:p>
          <a:p>
            <a:pPr marL="0" indent="0" algn="just">
              <a:lnSpc>
                <a:spcPct val="105000"/>
              </a:lnSpc>
              <a:buSzPct val="100000"/>
              <a:buNone/>
            </a:pPr>
            <a:r>
              <a:rPr lang="en-US" sz="2400" dirty="0">
                <a:latin typeface="+mj-lt"/>
              </a:rPr>
              <a:t>	TOC	= F x (S / 2A)</a:t>
            </a:r>
          </a:p>
          <a:p>
            <a:pPr marL="0" indent="0" algn="just">
              <a:lnSpc>
                <a:spcPct val="105000"/>
              </a:lnSpc>
              <a:buSzPct val="100000"/>
              <a:buNone/>
            </a:pPr>
            <a:r>
              <a:rPr lang="en-US" sz="2400" dirty="0">
                <a:latin typeface="+mj-lt"/>
              </a:rPr>
              <a:t>		= 50 x [20 000 / (2 x 2 500)]</a:t>
            </a:r>
          </a:p>
          <a:p>
            <a:pPr marL="0" indent="0" algn="just">
              <a:lnSpc>
                <a:spcPct val="105000"/>
              </a:lnSpc>
              <a:buSzPct val="100000"/>
              <a:buNone/>
            </a:pPr>
            <a:r>
              <a:rPr lang="en-US" sz="2400" dirty="0">
                <a:latin typeface="+mj-lt"/>
              </a:rPr>
              <a:t>		= R200</a:t>
            </a:r>
          </a:p>
        </p:txBody>
      </p:sp>
    </p:spTree>
    <p:custDataLst>
      <p:tags r:id="rId1"/>
    </p:custDataLst>
    <p:extLst>
      <p:ext uri="{BB962C8B-B14F-4D97-AF65-F5344CB8AC3E}">
        <p14:creationId xmlns:p14="http://schemas.microsoft.com/office/powerpoint/2010/main" val="2685592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8513237-3F71-814B-0539-C4A299CD025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A99EBA0-3661-DF86-E0D8-CDB6C5306CAD}"/>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94525E3C-3128-D6EC-89AC-803249E04A3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16</a:t>
            </a:fld>
            <a:endParaRPr lang="en-US">
              <a:solidFill>
                <a:schemeClr val="tx1"/>
              </a:solidFill>
            </a:endParaRPr>
          </a:p>
        </p:txBody>
      </p:sp>
      <p:sp>
        <p:nvSpPr>
          <p:cNvPr id="4" name="Rectangle 5">
            <a:extLst>
              <a:ext uri="{FF2B5EF4-FFF2-40B4-BE49-F238E27FC236}">
                <a16:creationId xmlns:a16="http://schemas.microsoft.com/office/drawing/2014/main" id="{B0A40DAB-E1E1-2FEF-BF75-B70CDFCF1D0A}"/>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Shortage or stock-outs</a:t>
            </a:r>
          </a:p>
          <a:p>
            <a:pPr marL="715963" indent="-358775" algn="just">
              <a:lnSpc>
                <a:spcPct val="105000"/>
              </a:lnSpc>
              <a:buSzPct val="100000"/>
              <a:buFont typeface="Wingdings" panose="05000000000000000000" pitchFamily="2" charset="2"/>
              <a:buChar char="§"/>
            </a:pPr>
            <a:r>
              <a:rPr lang="en-US" sz="2400" dirty="0">
                <a:latin typeface="+mj-lt"/>
              </a:rPr>
              <a:t>Profit loss</a:t>
            </a:r>
          </a:p>
          <a:p>
            <a:pPr marL="715963" indent="-358775" algn="just">
              <a:lnSpc>
                <a:spcPct val="105000"/>
              </a:lnSpc>
              <a:buSzPct val="100000"/>
              <a:buFont typeface="Wingdings" panose="05000000000000000000" pitchFamily="2" charset="2"/>
              <a:buChar char="§"/>
            </a:pPr>
            <a:r>
              <a:rPr lang="en-US" sz="2400" dirty="0">
                <a:latin typeface="+mj-lt"/>
              </a:rPr>
              <a:t>Loss of sales</a:t>
            </a:r>
          </a:p>
          <a:p>
            <a:pPr marL="715963" indent="-358775" algn="just">
              <a:lnSpc>
                <a:spcPct val="105000"/>
              </a:lnSpc>
              <a:buSzPct val="100000"/>
              <a:buFont typeface="Wingdings" panose="05000000000000000000" pitchFamily="2" charset="2"/>
              <a:buChar char="§"/>
            </a:pPr>
            <a:r>
              <a:rPr lang="en-US" sz="2400" dirty="0">
                <a:latin typeface="+mj-lt"/>
              </a:rPr>
              <a:t>Extra cost of ordering</a:t>
            </a:r>
          </a:p>
          <a:p>
            <a:pPr marL="715963" indent="-358775" algn="just">
              <a:lnSpc>
                <a:spcPct val="105000"/>
              </a:lnSpc>
              <a:buSzPct val="100000"/>
              <a:buFont typeface="Wingdings" panose="05000000000000000000" pitchFamily="2" charset="2"/>
              <a:buChar char="§"/>
            </a:pPr>
            <a:r>
              <a:rPr lang="en-US" sz="2400" dirty="0">
                <a:latin typeface="+mj-lt"/>
              </a:rPr>
              <a:t>Potential loss of customers</a:t>
            </a:r>
          </a:p>
          <a:p>
            <a:pPr marL="715963" indent="-358775" algn="just">
              <a:lnSpc>
                <a:spcPct val="105000"/>
              </a:lnSpc>
              <a:buSzPct val="100000"/>
              <a:buFont typeface="Wingdings" panose="05000000000000000000" pitchFamily="2" charset="2"/>
              <a:buChar char="§"/>
            </a:pPr>
            <a:r>
              <a:rPr lang="en-US" sz="2400" dirty="0">
                <a:latin typeface="+mj-lt"/>
              </a:rPr>
              <a:t>Cost associated with production schedule disruptions</a:t>
            </a:r>
          </a:p>
        </p:txBody>
      </p:sp>
    </p:spTree>
    <p:custDataLst>
      <p:tags r:id="rId1"/>
    </p:custDataLst>
    <p:extLst>
      <p:ext uri="{BB962C8B-B14F-4D97-AF65-F5344CB8AC3E}">
        <p14:creationId xmlns:p14="http://schemas.microsoft.com/office/powerpoint/2010/main" val="3812851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78C305-4FA0-5768-695E-84B89FFFD65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A0B333B-5076-6C83-346E-6A7243F69F49}"/>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41774437-E6A0-4FBC-3628-48BE2338234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17</a:t>
            </a:fld>
            <a:endParaRPr lang="en-US">
              <a:solidFill>
                <a:schemeClr val="tx1"/>
              </a:solidFill>
            </a:endParaRPr>
          </a:p>
        </p:txBody>
      </p:sp>
      <p:sp>
        <p:nvSpPr>
          <p:cNvPr id="4" name="Rectangle 5">
            <a:extLst>
              <a:ext uri="{FF2B5EF4-FFF2-40B4-BE49-F238E27FC236}">
                <a16:creationId xmlns:a16="http://schemas.microsoft.com/office/drawing/2014/main" id="{EBB129AE-7AB1-32D4-81CB-5F04EA5B6620}"/>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Total inventory costs (TIC)</a:t>
            </a:r>
          </a:p>
          <a:p>
            <a:pPr algn="just">
              <a:lnSpc>
                <a:spcPct val="105000"/>
              </a:lnSpc>
              <a:buSzPct val="100000"/>
              <a:buFont typeface="Arial" panose="020B0604020202020204" pitchFamily="34" charset="0"/>
              <a:buChar char="•"/>
            </a:pPr>
            <a:r>
              <a:rPr lang="en-US" sz="2400" dirty="0">
                <a:latin typeface="+mj-lt"/>
              </a:rPr>
              <a:t>TIC	= TCC + TOC (see slides 14 and 15)</a:t>
            </a:r>
          </a:p>
          <a:p>
            <a:pPr marL="0" indent="0" algn="just">
              <a:lnSpc>
                <a:spcPct val="105000"/>
              </a:lnSpc>
              <a:buSzPct val="100000"/>
              <a:buNone/>
            </a:pPr>
            <a:r>
              <a:rPr lang="en-US" sz="2400" dirty="0">
                <a:latin typeface="+mj-lt"/>
              </a:rPr>
              <a:t>	= R3 050 + R200</a:t>
            </a:r>
          </a:p>
          <a:p>
            <a:pPr marL="0" indent="0" algn="just">
              <a:lnSpc>
                <a:spcPct val="105000"/>
              </a:lnSpc>
              <a:buSzPct val="100000"/>
              <a:buNone/>
            </a:pPr>
            <a:r>
              <a:rPr lang="en-US" sz="2400" dirty="0">
                <a:latin typeface="+mj-lt"/>
              </a:rPr>
              <a:t>	= R3 250</a:t>
            </a:r>
          </a:p>
        </p:txBody>
      </p:sp>
    </p:spTree>
    <p:custDataLst>
      <p:tags r:id="rId1"/>
    </p:custDataLst>
    <p:extLst>
      <p:ext uri="{BB962C8B-B14F-4D97-AF65-F5344CB8AC3E}">
        <p14:creationId xmlns:p14="http://schemas.microsoft.com/office/powerpoint/2010/main" val="2507704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DAEF39-84D7-E40B-0C0F-1FC7B4FCD90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E4B807C-3D66-6EE6-8134-9ABD7FBF4A80}"/>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7C2607A2-5D38-17D3-6969-6D4BBA472FA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18</a:t>
            </a:fld>
            <a:endParaRPr lang="en-US">
              <a:solidFill>
                <a:schemeClr val="tx1"/>
              </a:solidFill>
            </a:endParaRPr>
          </a:p>
        </p:txBody>
      </p:sp>
      <p:sp>
        <p:nvSpPr>
          <p:cNvPr id="4" name="Rectangle 5">
            <a:extLst>
              <a:ext uri="{FF2B5EF4-FFF2-40B4-BE49-F238E27FC236}">
                <a16:creationId xmlns:a16="http://schemas.microsoft.com/office/drawing/2014/main" id="{0D2E5E6A-3A0C-CFFE-48ED-3AEB4F10B1FE}"/>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Economic order quantity (EOQ)</a:t>
            </a:r>
          </a:p>
          <a:p>
            <a:pPr marL="0" indent="0" algn="just">
              <a:lnSpc>
                <a:spcPct val="105000"/>
              </a:lnSpc>
              <a:buSzPct val="100000"/>
              <a:buNone/>
            </a:pPr>
            <a:endParaRPr lang="en-US" sz="2400" dirty="0">
              <a:latin typeface="+mj-lt"/>
            </a:endParaRPr>
          </a:p>
          <a:p>
            <a:pPr marL="0" indent="0" algn="just">
              <a:lnSpc>
                <a:spcPct val="105000"/>
              </a:lnSpc>
              <a:buSzPct val="100000"/>
              <a:buNone/>
            </a:pPr>
            <a:r>
              <a:rPr lang="en-US" sz="2400" dirty="0">
                <a:latin typeface="+mj-lt"/>
              </a:rPr>
              <a:t>Figure 11.4: The economic ordering quantity</a:t>
            </a:r>
          </a:p>
        </p:txBody>
      </p:sp>
    </p:spTree>
    <p:custDataLst>
      <p:tags r:id="rId1"/>
    </p:custDataLst>
    <p:extLst>
      <p:ext uri="{BB962C8B-B14F-4D97-AF65-F5344CB8AC3E}">
        <p14:creationId xmlns:p14="http://schemas.microsoft.com/office/powerpoint/2010/main" val="3436934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5AF4965-D80A-718E-4F3A-02FD501AEE1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2F1E365-8BC1-8237-B71B-1F3C9C284C2D}"/>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3B47EBEA-420C-219F-E190-12EB13569D57}"/>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19</a:t>
            </a:fld>
            <a:endParaRPr lang="en-US">
              <a:solidFill>
                <a:schemeClr val="tx1"/>
              </a:solidFill>
            </a:endParaRPr>
          </a:p>
        </p:txBody>
      </p:sp>
      <p:sp>
        <p:nvSpPr>
          <p:cNvPr id="4" name="Rectangle 5">
            <a:extLst>
              <a:ext uri="{FF2B5EF4-FFF2-40B4-BE49-F238E27FC236}">
                <a16:creationId xmlns:a16="http://schemas.microsoft.com/office/drawing/2014/main" id="{2D9E69CB-232F-FCD6-597E-B4D8E3DECB12}"/>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EOQ (cont.) </a:t>
            </a:r>
          </a:p>
          <a:p>
            <a:pPr algn="just">
              <a:lnSpc>
                <a:spcPct val="105000"/>
              </a:lnSpc>
              <a:buSzPct val="100000"/>
              <a:buFont typeface="Arial" panose="020B0604020202020204" pitchFamily="34" charset="0"/>
              <a:buChar char="•"/>
            </a:pPr>
            <a:r>
              <a:rPr lang="en-US" sz="2400" dirty="0">
                <a:latin typeface="+mj-lt"/>
              </a:rPr>
              <a:t>Example: Consider the following information supplied by Bush Baby Ltd:</a:t>
            </a:r>
          </a:p>
          <a:p>
            <a:pPr marL="0" indent="0" algn="just">
              <a:lnSpc>
                <a:spcPct val="105000"/>
              </a:lnSpc>
              <a:buSzPct val="100000"/>
              <a:buNone/>
            </a:pPr>
            <a:r>
              <a:rPr lang="en-US" sz="2400" dirty="0">
                <a:latin typeface="+mj-lt"/>
              </a:rPr>
              <a:t>	Annual sales (S)			20 000 units</a:t>
            </a:r>
          </a:p>
          <a:p>
            <a:pPr marL="0" indent="0" algn="just">
              <a:lnSpc>
                <a:spcPct val="105000"/>
              </a:lnSpc>
              <a:buSzPct val="100000"/>
              <a:buNone/>
            </a:pPr>
            <a:r>
              <a:rPr lang="en-US" sz="2400" dirty="0">
                <a:latin typeface="+mj-lt"/>
              </a:rPr>
              <a:t>	Carrying cost (C)			24.40%</a:t>
            </a:r>
          </a:p>
          <a:p>
            <a:pPr marL="0" indent="0" algn="just">
              <a:lnSpc>
                <a:spcPct val="105000"/>
              </a:lnSpc>
              <a:buSzPct val="100000"/>
              <a:buNone/>
            </a:pPr>
            <a:r>
              <a:rPr lang="en-US" sz="2400" dirty="0">
                <a:latin typeface="+mj-lt"/>
              </a:rPr>
              <a:t>	Purchase price peer unit (P)	R5</a:t>
            </a:r>
          </a:p>
          <a:p>
            <a:pPr marL="0" indent="0" algn="just">
              <a:lnSpc>
                <a:spcPct val="105000"/>
              </a:lnSpc>
              <a:buSzPct val="100000"/>
              <a:buNone/>
            </a:pPr>
            <a:r>
              <a:rPr lang="en-US" sz="2400" dirty="0">
                <a:latin typeface="+mj-lt"/>
              </a:rPr>
              <a:t>	Fixed cost per order (F)		R50</a:t>
            </a:r>
          </a:p>
          <a:p>
            <a:pPr marL="0" indent="0" algn="just">
              <a:lnSpc>
                <a:spcPct val="105000"/>
              </a:lnSpc>
              <a:buSzPct val="100000"/>
              <a:buNone/>
            </a:pPr>
            <a:r>
              <a:rPr lang="en-US" sz="2400" dirty="0">
                <a:latin typeface="+mj-lt"/>
              </a:rPr>
              <a:t>	EOQ	=	 </a:t>
            </a:r>
            <a:r>
              <a:rPr lang="en-US" sz="2400" u="sng" dirty="0">
                <a:latin typeface="+mj-lt"/>
              </a:rPr>
              <a:t>2 x F x S </a:t>
            </a:r>
          </a:p>
          <a:p>
            <a:pPr marL="0" indent="0" algn="just">
              <a:lnSpc>
                <a:spcPct val="105000"/>
              </a:lnSpc>
              <a:buSzPct val="100000"/>
              <a:buNone/>
            </a:pPr>
            <a:r>
              <a:rPr lang="en-US" sz="2400" dirty="0">
                <a:latin typeface="+mj-lt"/>
              </a:rPr>
              <a:t>		    	    C x P</a:t>
            </a:r>
          </a:p>
          <a:p>
            <a:pPr marL="0" indent="0" algn="just">
              <a:lnSpc>
                <a:spcPct val="105000"/>
              </a:lnSpc>
              <a:buSzPct val="100000"/>
              <a:buNone/>
            </a:pPr>
            <a:r>
              <a:rPr lang="en-US" sz="2400" dirty="0">
                <a:latin typeface="+mj-lt"/>
              </a:rPr>
              <a:t>		= [(2 x R50 x 20 000) / (0.244 x R5)]</a:t>
            </a:r>
            <a:r>
              <a:rPr lang="en-US" sz="2400" baseline="30000" dirty="0">
                <a:latin typeface="+mj-lt"/>
              </a:rPr>
              <a:t>0.5</a:t>
            </a:r>
          </a:p>
          <a:p>
            <a:pPr marL="0" indent="0" algn="just">
              <a:lnSpc>
                <a:spcPct val="105000"/>
              </a:lnSpc>
              <a:buSzPct val="100000"/>
              <a:buNone/>
            </a:pPr>
            <a:r>
              <a:rPr lang="en-US" sz="2400" dirty="0">
                <a:latin typeface="+mj-lt"/>
              </a:rPr>
              <a:t>		= 1 280.37 units</a:t>
            </a:r>
          </a:p>
          <a:p>
            <a:pPr marL="0" indent="0" algn="just">
              <a:lnSpc>
                <a:spcPct val="105000"/>
              </a:lnSpc>
              <a:buSzPct val="100000"/>
              <a:buNone/>
            </a:pPr>
            <a:r>
              <a:rPr lang="en-US" sz="2400" dirty="0">
                <a:latin typeface="+mj-lt"/>
              </a:rPr>
              <a:t>	</a:t>
            </a:r>
            <a:r>
              <a:rPr lang="en-US" sz="2400" dirty="0">
                <a:solidFill>
                  <a:srgbClr val="C00000"/>
                </a:solidFill>
                <a:latin typeface="+mj-lt"/>
              </a:rPr>
              <a:t>CANNOT order 0.37 of a unit …therefore EOQ = 1 281 	units (always round UP to nearest full unit)</a:t>
            </a:r>
          </a:p>
        </p:txBody>
      </p:sp>
      <p:cxnSp>
        <p:nvCxnSpPr>
          <p:cNvPr id="5" name="Straight Connector 4">
            <a:extLst>
              <a:ext uri="{FF2B5EF4-FFF2-40B4-BE49-F238E27FC236}">
                <a16:creationId xmlns:a16="http://schemas.microsoft.com/office/drawing/2014/main" id="{790C4405-E941-90BF-D158-8AFDE52C384A}"/>
              </a:ext>
            </a:extLst>
          </p:cNvPr>
          <p:cNvCxnSpPr/>
          <p:nvPr/>
        </p:nvCxnSpPr>
        <p:spPr bwMode="auto">
          <a:xfrm>
            <a:off x="3048000" y="4114800"/>
            <a:ext cx="1371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Straight Connector 5">
            <a:extLst>
              <a:ext uri="{FF2B5EF4-FFF2-40B4-BE49-F238E27FC236}">
                <a16:creationId xmlns:a16="http://schemas.microsoft.com/office/drawing/2014/main" id="{4E7D46B2-C10E-54F6-D1D5-935BFEB732E0}"/>
              </a:ext>
            </a:extLst>
          </p:cNvPr>
          <p:cNvCxnSpPr>
            <a:cxnSpLocks/>
          </p:cNvCxnSpPr>
          <p:nvPr/>
        </p:nvCxnSpPr>
        <p:spPr bwMode="auto">
          <a:xfrm flipV="1">
            <a:off x="3048000" y="4114800"/>
            <a:ext cx="0" cy="9144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6772ADBA-5D90-30B3-8F04-9244CBC0CBC7}"/>
              </a:ext>
            </a:extLst>
          </p:cNvPr>
          <p:cNvCxnSpPr>
            <a:cxnSpLocks/>
          </p:cNvCxnSpPr>
          <p:nvPr/>
        </p:nvCxnSpPr>
        <p:spPr bwMode="auto">
          <a:xfrm>
            <a:off x="2895600" y="4821195"/>
            <a:ext cx="152400" cy="208005"/>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ustDataLst>
      <p:tags r:id="rId1"/>
    </p:custDataLst>
    <p:extLst>
      <p:ext uri="{BB962C8B-B14F-4D97-AF65-F5344CB8AC3E}">
        <p14:creationId xmlns:p14="http://schemas.microsoft.com/office/powerpoint/2010/main" val="2612988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6501080-CD28-08D7-2C30-D8B891B4FE7F}"/>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74F72540-8863-1763-00D8-17D4CFA44B28}"/>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A67B9E7E-F1A1-9209-E735-2D18A199428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20</a:t>
            </a:fld>
            <a:endParaRPr lang="en-US">
              <a:solidFill>
                <a:schemeClr val="tx1"/>
              </a:solidFill>
            </a:endParaRPr>
          </a:p>
        </p:txBody>
      </p:sp>
      <p:sp>
        <p:nvSpPr>
          <p:cNvPr id="9" name="Rectangle 5">
            <a:extLst>
              <a:ext uri="{FF2B5EF4-FFF2-40B4-BE49-F238E27FC236}">
                <a16:creationId xmlns:a16="http://schemas.microsoft.com/office/drawing/2014/main" id="{2901A472-8403-10BA-9CD7-69FE8788C9B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Setting the reorder point</a:t>
            </a:r>
          </a:p>
          <a:p>
            <a:pPr algn="just">
              <a:lnSpc>
                <a:spcPct val="105000"/>
              </a:lnSpc>
              <a:buSzPct val="100000"/>
              <a:buFont typeface="Arial" panose="020B0604020202020204" pitchFamily="34" charset="0"/>
              <a:buChar char="•"/>
            </a:pPr>
            <a:r>
              <a:rPr lang="en-US" sz="2400" dirty="0">
                <a:latin typeface="+mj-lt"/>
              </a:rPr>
              <a:t>ROP	= lead time in days x daily sales</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Example: Assume Bush Baby Ltd sells 56 gas lighters per day. It takes 10 days to receive orders.</a:t>
            </a:r>
          </a:p>
          <a:p>
            <a:pPr marL="0" indent="0" algn="just">
              <a:lnSpc>
                <a:spcPct val="105000"/>
              </a:lnSpc>
              <a:buSzPct val="100000"/>
              <a:buNone/>
            </a:pPr>
            <a:r>
              <a:rPr lang="en-US" sz="2400" dirty="0">
                <a:latin typeface="+mj-lt"/>
              </a:rPr>
              <a:t>	ROP	= 10 x 56</a:t>
            </a:r>
          </a:p>
          <a:p>
            <a:pPr marL="0" indent="0" algn="just">
              <a:lnSpc>
                <a:spcPct val="105000"/>
              </a:lnSpc>
              <a:buSzPct val="100000"/>
              <a:buNone/>
            </a:pPr>
            <a:r>
              <a:rPr lang="en-US" sz="2400" dirty="0">
                <a:latin typeface="+mj-lt"/>
              </a:rPr>
              <a:t>		= 560 gas lighters</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When 560 gas lighters in stock, EOQ should be placed</a:t>
            </a:r>
          </a:p>
        </p:txBody>
      </p:sp>
    </p:spTree>
    <p:custDataLst>
      <p:tags r:id="rId1"/>
    </p:custDataLst>
    <p:extLst>
      <p:ext uri="{BB962C8B-B14F-4D97-AF65-F5344CB8AC3E}">
        <p14:creationId xmlns:p14="http://schemas.microsoft.com/office/powerpoint/2010/main" val="743094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FA6FA2-F183-9980-F21D-97CD1179EB7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BF32E3C-71B4-0FB5-5369-C56CEEEA9E15}"/>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EA2F63D2-9F19-6EA6-F282-B89396871D7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21</a:t>
            </a:fld>
            <a:endParaRPr lang="en-US">
              <a:solidFill>
                <a:schemeClr val="tx1"/>
              </a:solidFill>
            </a:endParaRPr>
          </a:p>
        </p:txBody>
      </p:sp>
      <p:sp>
        <p:nvSpPr>
          <p:cNvPr id="9" name="Rectangle 5">
            <a:extLst>
              <a:ext uri="{FF2B5EF4-FFF2-40B4-BE49-F238E27FC236}">
                <a16:creationId xmlns:a16="http://schemas.microsoft.com/office/drawing/2014/main" id="{2F09846F-A3D9-352F-E664-06D63B9F9AA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Just-in-time system (JIT)</a:t>
            </a:r>
          </a:p>
          <a:p>
            <a:pPr marL="715963" algn="just">
              <a:lnSpc>
                <a:spcPct val="105000"/>
              </a:lnSpc>
              <a:buSzPct val="100000"/>
              <a:buFont typeface="Wingdings" panose="05000000000000000000" pitchFamily="2" charset="2"/>
              <a:buChar char="§"/>
            </a:pPr>
            <a:r>
              <a:rPr lang="en-US" sz="2400" dirty="0">
                <a:latin typeface="+mj-lt"/>
              </a:rPr>
              <a:t>Inventory received as and when required</a:t>
            </a:r>
          </a:p>
          <a:p>
            <a:pPr marL="715963" algn="just">
              <a:lnSpc>
                <a:spcPct val="105000"/>
              </a:lnSpc>
              <a:buSzPct val="100000"/>
              <a:buFont typeface="Wingdings" panose="05000000000000000000" pitchFamily="2" charset="2"/>
              <a:buChar char="§"/>
            </a:pPr>
            <a:r>
              <a:rPr lang="en-US" sz="2400" dirty="0" err="1">
                <a:latin typeface="+mj-lt"/>
              </a:rPr>
              <a:t>Minimise</a:t>
            </a:r>
            <a:r>
              <a:rPr lang="en-US" sz="2400" dirty="0">
                <a:latin typeface="+mj-lt"/>
              </a:rPr>
              <a:t> inventory investment</a:t>
            </a:r>
          </a:p>
          <a:p>
            <a:pPr algn="just">
              <a:lnSpc>
                <a:spcPct val="105000"/>
              </a:lnSpc>
              <a:buSzPct val="100000"/>
              <a:buFont typeface="Arial" panose="020B0604020202020204" pitchFamily="34" charset="0"/>
              <a:buChar char="•"/>
            </a:pPr>
            <a:r>
              <a:rPr lang="en-US" sz="2400" dirty="0">
                <a:latin typeface="+mj-lt"/>
              </a:rPr>
              <a:t>Materials requirement planning (MRP) system</a:t>
            </a:r>
          </a:p>
          <a:p>
            <a:pPr marL="715963" algn="just">
              <a:lnSpc>
                <a:spcPct val="105000"/>
              </a:lnSpc>
              <a:buSzPct val="100000"/>
              <a:buFont typeface="Wingdings" panose="05000000000000000000" pitchFamily="2" charset="2"/>
              <a:buChar char="§"/>
            </a:pPr>
            <a:r>
              <a:rPr lang="en-US" sz="2400" dirty="0">
                <a:latin typeface="+mj-lt"/>
              </a:rPr>
              <a:t>To determine what materials to order and when</a:t>
            </a:r>
          </a:p>
          <a:p>
            <a:pPr marL="715963" algn="just">
              <a:lnSpc>
                <a:spcPct val="105000"/>
              </a:lnSpc>
              <a:buSzPct val="100000"/>
              <a:buFont typeface="Wingdings" panose="05000000000000000000" pitchFamily="2" charset="2"/>
              <a:buChar char="§"/>
            </a:pPr>
            <a:r>
              <a:rPr lang="en-US" sz="2400" dirty="0">
                <a:latin typeface="+mj-lt"/>
              </a:rPr>
              <a:t>Bill of materials – list of parts and materials</a:t>
            </a: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2803651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155D1A-E8A7-F823-4458-E8FE49DD2AA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9B2AD91-5ED5-F372-7DC0-E546FA11E9DD}"/>
              </a:ext>
            </a:extLst>
          </p:cNvPr>
          <p:cNvSpPr>
            <a:spLocks noGrp="1" noChangeArrowheads="1"/>
          </p:cNvSpPr>
          <p:nvPr>
            <p:ph type="title"/>
          </p:nvPr>
        </p:nvSpPr>
        <p:spPr>
          <a:xfrm>
            <a:off x="228600" y="10510"/>
            <a:ext cx="8763000" cy="1143000"/>
          </a:xfrm>
        </p:spPr>
        <p:txBody>
          <a:bodyPr/>
          <a:lstStyle/>
          <a:p>
            <a:r>
              <a:rPr lang="en-US" dirty="0">
                <a:solidFill>
                  <a:schemeClr val="tx2"/>
                </a:solidFill>
              </a:rPr>
              <a:t>Cost of inventory (cont.)</a:t>
            </a:r>
          </a:p>
        </p:txBody>
      </p:sp>
      <p:sp>
        <p:nvSpPr>
          <p:cNvPr id="3" name="Slide Number Placeholder 2">
            <a:extLst>
              <a:ext uri="{FF2B5EF4-FFF2-40B4-BE49-F238E27FC236}">
                <a16:creationId xmlns:a16="http://schemas.microsoft.com/office/drawing/2014/main" id="{B25E98CF-2AD8-27CC-3C87-FC4D9AA7A047}"/>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22</a:t>
            </a:fld>
            <a:endParaRPr lang="en-US">
              <a:solidFill>
                <a:schemeClr val="tx1"/>
              </a:solidFill>
            </a:endParaRPr>
          </a:p>
        </p:txBody>
      </p:sp>
      <p:sp>
        <p:nvSpPr>
          <p:cNvPr id="9" name="Rectangle 5">
            <a:extLst>
              <a:ext uri="{FF2B5EF4-FFF2-40B4-BE49-F238E27FC236}">
                <a16:creationId xmlns:a16="http://schemas.microsoft.com/office/drawing/2014/main" id="{5ED0C1AF-5D00-89C6-3087-6126C1C2AB33}"/>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Safety Stock</a:t>
            </a:r>
          </a:p>
          <a:p>
            <a:pPr marL="715963" algn="just">
              <a:lnSpc>
                <a:spcPct val="105000"/>
              </a:lnSpc>
              <a:buSzPct val="100000"/>
              <a:buFont typeface="Wingdings" panose="05000000000000000000" pitchFamily="2" charset="2"/>
              <a:buChar char="§"/>
            </a:pPr>
            <a:r>
              <a:rPr lang="en-US" sz="2400" dirty="0">
                <a:latin typeface="+mj-lt"/>
              </a:rPr>
              <a:t>Why do we need safety stock?</a:t>
            </a:r>
          </a:p>
          <a:p>
            <a:pPr marL="1074738" algn="just">
              <a:lnSpc>
                <a:spcPct val="105000"/>
              </a:lnSpc>
              <a:buSzPct val="100000"/>
              <a:buFont typeface="Wingdings" panose="05000000000000000000" pitchFamily="2" charset="2"/>
              <a:buChar char="§"/>
            </a:pPr>
            <a:r>
              <a:rPr lang="en-US" sz="2400" dirty="0">
                <a:latin typeface="+mj-lt"/>
              </a:rPr>
              <a:t>Sudden increase in demand</a:t>
            </a:r>
          </a:p>
          <a:p>
            <a:pPr marL="1074738" algn="just">
              <a:lnSpc>
                <a:spcPct val="105000"/>
              </a:lnSpc>
              <a:buSzPct val="100000"/>
              <a:buFont typeface="Wingdings" panose="05000000000000000000" pitchFamily="2" charset="2"/>
              <a:buChar char="§"/>
            </a:pPr>
            <a:r>
              <a:rPr lang="en-US" sz="2400" dirty="0">
                <a:latin typeface="+mj-lt"/>
              </a:rPr>
              <a:t>Delays in receiving orders</a:t>
            </a:r>
          </a:p>
          <a:p>
            <a:pPr marL="715963" algn="just">
              <a:lnSpc>
                <a:spcPct val="105000"/>
              </a:lnSpc>
              <a:buSzPct val="100000"/>
              <a:buFont typeface="Wingdings" panose="05000000000000000000" pitchFamily="2" charset="2"/>
              <a:buChar char="§"/>
            </a:pPr>
            <a:r>
              <a:rPr lang="en-US" sz="2400" dirty="0">
                <a:latin typeface="+mj-lt"/>
              </a:rPr>
              <a:t>Why do safety stock levels vary?</a:t>
            </a:r>
          </a:p>
          <a:p>
            <a:pPr marL="1074738" algn="just">
              <a:lnSpc>
                <a:spcPct val="105000"/>
              </a:lnSpc>
              <a:buSzPct val="100000"/>
              <a:buFont typeface="Wingdings" panose="05000000000000000000" pitchFamily="2" charset="2"/>
              <a:buChar char="§"/>
            </a:pPr>
            <a:r>
              <a:rPr lang="en-US" sz="2400" dirty="0">
                <a:latin typeface="+mj-lt"/>
              </a:rPr>
              <a:t>Certainty of demand forecasts</a:t>
            </a:r>
          </a:p>
          <a:p>
            <a:pPr marL="1074738" algn="just">
              <a:lnSpc>
                <a:spcPct val="105000"/>
              </a:lnSpc>
              <a:buSzPct val="100000"/>
              <a:buFont typeface="Wingdings" panose="05000000000000000000" pitchFamily="2" charset="2"/>
              <a:buChar char="§"/>
            </a:pPr>
            <a:r>
              <a:rPr lang="en-US" sz="2400" dirty="0">
                <a:latin typeface="+mj-lt"/>
              </a:rPr>
              <a:t>Inventory shortage costs</a:t>
            </a:r>
          </a:p>
          <a:p>
            <a:pPr marL="1074738" algn="just">
              <a:lnSpc>
                <a:spcPct val="105000"/>
              </a:lnSpc>
              <a:buSzPct val="100000"/>
              <a:buFont typeface="Wingdings" panose="05000000000000000000" pitchFamily="2" charset="2"/>
              <a:buChar char="§"/>
            </a:pPr>
            <a:r>
              <a:rPr lang="en-US" sz="2400" dirty="0">
                <a:latin typeface="+mj-lt"/>
              </a:rPr>
              <a:t>Probability of delays in delivery</a:t>
            </a:r>
          </a:p>
          <a:p>
            <a:pPr marL="1074738" algn="just">
              <a:lnSpc>
                <a:spcPct val="105000"/>
              </a:lnSpc>
              <a:buSzPct val="100000"/>
              <a:buFont typeface="Wingdings" panose="05000000000000000000" pitchFamily="2" charset="2"/>
              <a:buChar char="§"/>
            </a:pPr>
            <a:r>
              <a:rPr lang="en-US" sz="2400" dirty="0">
                <a:latin typeface="+mj-lt"/>
              </a:rPr>
              <a:t>CC of addition inventory</a:t>
            </a:r>
          </a:p>
          <a:p>
            <a:pPr marL="358775" algn="just">
              <a:lnSpc>
                <a:spcPct val="105000"/>
              </a:lnSpc>
              <a:buSzPct val="100000"/>
              <a:buFont typeface="Wingdings" panose="05000000000000000000" pitchFamily="2" charset="2"/>
              <a:buChar char="§"/>
            </a:pPr>
            <a:endParaRPr lang="en-US" sz="2400" dirty="0">
              <a:latin typeface="+mj-lt"/>
            </a:endParaRPr>
          </a:p>
          <a:p>
            <a:pPr marL="358775" algn="just">
              <a:lnSpc>
                <a:spcPct val="105000"/>
              </a:lnSpc>
              <a:buSzPct val="100000"/>
              <a:buFont typeface="Wingdings" panose="05000000000000000000" pitchFamily="2" charset="2"/>
              <a:buChar char="§"/>
            </a:pPr>
            <a:endParaRPr lang="en-US" sz="2400" dirty="0">
              <a:latin typeface="+mj-lt"/>
            </a:endParaRPr>
          </a:p>
          <a:p>
            <a:pPr marL="358775" algn="just">
              <a:lnSpc>
                <a:spcPct val="105000"/>
              </a:lnSpc>
              <a:buSzPct val="100000"/>
              <a:buFont typeface="Wingdings" panose="05000000000000000000" pitchFamily="2" charset="2"/>
              <a:buChar char="§"/>
            </a:pPr>
            <a:r>
              <a:rPr lang="en-US" sz="2400" dirty="0">
                <a:latin typeface="+mj-lt"/>
              </a:rPr>
              <a:t>Leave out Setting the safety stock level and Safety stock analysis pp 263-264</a:t>
            </a:r>
          </a:p>
        </p:txBody>
      </p:sp>
    </p:spTree>
    <p:custDataLst>
      <p:tags r:id="rId1"/>
    </p:custDataLst>
    <p:extLst>
      <p:ext uri="{BB962C8B-B14F-4D97-AF65-F5344CB8AC3E}">
        <p14:creationId xmlns:p14="http://schemas.microsoft.com/office/powerpoint/2010/main" val="311310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D8EBA5D-128C-B844-AC3A-CD544520403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FA11731-D137-482C-DB69-3D9523C5C10D}"/>
              </a:ext>
            </a:extLst>
          </p:cNvPr>
          <p:cNvSpPr>
            <a:spLocks noGrp="1" noChangeArrowheads="1"/>
          </p:cNvSpPr>
          <p:nvPr>
            <p:ph type="title"/>
          </p:nvPr>
        </p:nvSpPr>
        <p:spPr>
          <a:xfrm>
            <a:off x="228600" y="10510"/>
            <a:ext cx="8763000" cy="1143000"/>
          </a:xfrm>
        </p:spPr>
        <p:txBody>
          <a:bodyPr/>
          <a:lstStyle/>
          <a:p>
            <a:r>
              <a:rPr lang="en-US" dirty="0">
                <a:solidFill>
                  <a:schemeClr val="tx2"/>
                </a:solidFill>
              </a:rPr>
              <a:t>Quantity discounts</a:t>
            </a:r>
          </a:p>
        </p:txBody>
      </p:sp>
      <p:sp>
        <p:nvSpPr>
          <p:cNvPr id="3" name="Slide Number Placeholder 2">
            <a:extLst>
              <a:ext uri="{FF2B5EF4-FFF2-40B4-BE49-F238E27FC236}">
                <a16:creationId xmlns:a16="http://schemas.microsoft.com/office/drawing/2014/main" id="{F1BDAC7D-E8AF-984D-B3DA-F1A34E6CCA1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23</a:t>
            </a:fld>
            <a:endParaRPr lang="en-US">
              <a:solidFill>
                <a:schemeClr val="tx1"/>
              </a:solidFill>
            </a:endParaRPr>
          </a:p>
        </p:txBody>
      </p:sp>
      <p:sp>
        <p:nvSpPr>
          <p:cNvPr id="4" name="Rectangle 5">
            <a:extLst>
              <a:ext uri="{FF2B5EF4-FFF2-40B4-BE49-F238E27FC236}">
                <a16:creationId xmlns:a16="http://schemas.microsoft.com/office/drawing/2014/main" id="{AA46DB4B-62E3-4078-3C75-14F010B3C2EA}"/>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Bush Baby Ltd sells 20 000 units (S) of gas lighters per year. The firm purchases its inventory at R5 (P) per unit. The cost of carrying inventory (C) is 24.4% of investment in inventory. Fixed ordering cost is R50 per order. Discount of 2% on orders of 1 500 units or more.</a:t>
            </a:r>
          </a:p>
          <a:p>
            <a:pPr algn="just">
              <a:lnSpc>
                <a:spcPct val="105000"/>
              </a:lnSpc>
              <a:buSzPct val="100000"/>
              <a:buFont typeface="Arial" panose="020B0604020202020204" pitchFamily="34" charset="0"/>
              <a:buChar char="•"/>
            </a:pPr>
            <a:r>
              <a:rPr lang="en-US" sz="2400" dirty="0">
                <a:latin typeface="+mj-lt"/>
              </a:rPr>
              <a:t>BUT EOQ is currently 1 280 units!</a:t>
            </a:r>
          </a:p>
          <a:p>
            <a:pPr algn="just">
              <a:lnSpc>
                <a:spcPct val="105000"/>
              </a:lnSpc>
              <a:buSzPct val="100000"/>
              <a:buFont typeface="Arial" panose="020B0604020202020204" pitchFamily="34" charset="0"/>
              <a:buChar char="•"/>
            </a:pPr>
            <a:r>
              <a:rPr lang="en-US" sz="2400" dirty="0">
                <a:latin typeface="+mj-lt"/>
              </a:rPr>
              <a:t>Will it be beneficial to the firm to order (AND carry) 220 more units than the EOQ?</a:t>
            </a:r>
          </a:p>
          <a:p>
            <a:pPr marL="0" indent="0" algn="just">
              <a:lnSpc>
                <a:spcPct val="105000"/>
              </a:lnSpc>
              <a:buSzPct val="100000"/>
              <a:buNone/>
            </a:pPr>
            <a:r>
              <a:rPr lang="en-US" sz="2400" dirty="0">
                <a:latin typeface="+mj-lt"/>
              </a:rPr>
              <a:t>	Step 1: Determine total inventory cost of EOQ</a:t>
            </a:r>
          </a:p>
          <a:p>
            <a:pPr marL="0" indent="0" algn="just">
              <a:lnSpc>
                <a:spcPct val="105000"/>
              </a:lnSpc>
              <a:buSzPct val="100000"/>
              <a:buNone/>
            </a:pPr>
            <a:r>
              <a:rPr lang="en-US" sz="2400" dirty="0">
                <a:latin typeface="+mj-lt"/>
              </a:rPr>
              <a:t>	Step 2: Determine total inventory cost of 1 500 units</a:t>
            </a:r>
          </a:p>
          <a:p>
            <a:pPr marL="0" indent="0" algn="just">
              <a:lnSpc>
                <a:spcPct val="105000"/>
              </a:lnSpc>
              <a:buSzPct val="100000"/>
              <a:buNone/>
            </a:pPr>
            <a:r>
              <a:rPr lang="en-US" sz="2400" dirty="0">
                <a:latin typeface="+mj-lt"/>
              </a:rPr>
              <a:t>	Step 3: Determine saving as a result of discount</a:t>
            </a:r>
          </a:p>
          <a:p>
            <a:pPr marL="0" indent="0" algn="just">
              <a:lnSpc>
                <a:spcPct val="105000"/>
              </a:lnSpc>
              <a:buSzPct val="100000"/>
              <a:buNone/>
            </a:pPr>
            <a:r>
              <a:rPr lang="en-US" sz="2400" dirty="0">
                <a:latin typeface="+mj-lt"/>
              </a:rPr>
              <a:t>	Step 4: Make final decision</a:t>
            </a:r>
          </a:p>
        </p:txBody>
      </p:sp>
    </p:spTree>
    <p:custDataLst>
      <p:tags r:id="rId1"/>
    </p:custDataLst>
    <p:extLst>
      <p:ext uri="{BB962C8B-B14F-4D97-AF65-F5344CB8AC3E}">
        <p14:creationId xmlns:p14="http://schemas.microsoft.com/office/powerpoint/2010/main" val="4245667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A40F03C-0EE0-E079-EDAB-C6725B017E8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2F96309-2AE8-AD7D-7E17-EC4FE9F59A6C}"/>
              </a:ext>
            </a:extLst>
          </p:cNvPr>
          <p:cNvSpPr>
            <a:spLocks noGrp="1" noChangeArrowheads="1"/>
          </p:cNvSpPr>
          <p:nvPr>
            <p:ph type="title"/>
          </p:nvPr>
        </p:nvSpPr>
        <p:spPr>
          <a:xfrm>
            <a:off x="228600" y="10510"/>
            <a:ext cx="8763000" cy="1143000"/>
          </a:xfrm>
        </p:spPr>
        <p:txBody>
          <a:bodyPr/>
          <a:lstStyle/>
          <a:p>
            <a:r>
              <a:rPr lang="en-US">
                <a:solidFill>
                  <a:schemeClr val="tx2"/>
                </a:solidFill>
              </a:rPr>
              <a:t>Quantity discounts (cont.)</a:t>
            </a:r>
            <a:endParaRPr lang="en-US" dirty="0">
              <a:solidFill>
                <a:schemeClr val="tx2"/>
              </a:solidFill>
            </a:endParaRPr>
          </a:p>
        </p:txBody>
      </p:sp>
      <p:sp>
        <p:nvSpPr>
          <p:cNvPr id="3" name="Slide Number Placeholder 2">
            <a:extLst>
              <a:ext uri="{FF2B5EF4-FFF2-40B4-BE49-F238E27FC236}">
                <a16:creationId xmlns:a16="http://schemas.microsoft.com/office/drawing/2014/main" id="{8474B186-0776-69AE-5092-64F3FB4FADD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24</a:t>
            </a:fld>
            <a:endParaRPr lang="en-US">
              <a:solidFill>
                <a:schemeClr val="tx1"/>
              </a:solidFill>
            </a:endParaRPr>
          </a:p>
        </p:txBody>
      </p:sp>
      <p:sp>
        <p:nvSpPr>
          <p:cNvPr id="4" name="Rectangle 5">
            <a:extLst>
              <a:ext uri="{FF2B5EF4-FFF2-40B4-BE49-F238E27FC236}">
                <a16:creationId xmlns:a16="http://schemas.microsoft.com/office/drawing/2014/main" id="{20F010DE-9175-5829-70BD-A2FAAF985EF0}"/>
              </a:ext>
            </a:extLst>
          </p:cNvPr>
          <p:cNvSpPr>
            <a:spLocks noGrp="1" noChangeArrowheads="1"/>
          </p:cNvSpPr>
          <p:nvPr>
            <p:ph idx="1"/>
          </p:nvPr>
        </p:nvSpPr>
        <p:spPr>
          <a:xfrm>
            <a:off x="259976" y="990600"/>
            <a:ext cx="8655424" cy="5247290"/>
          </a:xfrm>
        </p:spPr>
        <p:txBody>
          <a:bodyPr/>
          <a:lstStyle/>
          <a:p>
            <a:pPr marL="0" indent="0" algn="just">
              <a:lnSpc>
                <a:spcPct val="105000"/>
              </a:lnSpc>
              <a:buSzPct val="100000"/>
              <a:buNone/>
            </a:pPr>
            <a:r>
              <a:rPr lang="en-US" sz="2400" dirty="0">
                <a:latin typeface="+mj-lt"/>
              </a:rPr>
              <a:t>Step 1: Determine total inventory cost of EOQ</a:t>
            </a:r>
          </a:p>
          <a:p>
            <a:pPr marL="0" indent="0" algn="just">
              <a:lnSpc>
                <a:spcPct val="105000"/>
              </a:lnSpc>
              <a:buSzPct val="100000"/>
              <a:buNone/>
            </a:pPr>
            <a:r>
              <a:rPr lang="en-US" sz="2400" dirty="0">
                <a:latin typeface="+mj-lt"/>
              </a:rPr>
              <a:t>TIC	= C x P x </a:t>
            </a:r>
            <a:r>
              <a:rPr lang="en-US" sz="2400" dirty="0">
                <a:solidFill>
                  <a:srgbClr val="C00000"/>
                </a:solidFill>
                <a:latin typeface="+mj-lt"/>
              </a:rPr>
              <a:t>(EOQ /2) </a:t>
            </a:r>
            <a:r>
              <a:rPr lang="en-US" sz="2400" dirty="0">
                <a:latin typeface="+mj-lt"/>
              </a:rPr>
              <a:t>+ F(S / </a:t>
            </a:r>
            <a:r>
              <a:rPr lang="en-US" sz="2400" dirty="0">
                <a:solidFill>
                  <a:srgbClr val="00B050"/>
                </a:solidFill>
                <a:latin typeface="+mj-lt"/>
              </a:rPr>
              <a:t>EOQ</a:t>
            </a:r>
            <a:r>
              <a:rPr lang="en-US" sz="2400" dirty="0">
                <a:latin typeface="+mj-lt"/>
              </a:rPr>
              <a:t>)</a:t>
            </a:r>
          </a:p>
          <a:p>
            <a:pPr marL="0" indent="0" algn="just">
              <a:lnSpc>
                <a:spcPct val="105000"/>
              </a:lnSpc>
              <a:buSzPct val="100000"/>
              <a:buNone/>
            </a:pPr>
            <a:r>
              <a:rPr lang="en-US" sz="2400" dirty="0">
                <a:latin typeface="+mj-lt"/>
              </a:rPr>
              <a:t>	= 0.244 x 5 x </a:t>
            </a:r>
            <a:r>
              <a:rPr lang="en-US" sz="2400" dirty="0">
                <a:solidFill>
                  <a:srgbClr val="C00000"/>
                </a:solidFill>
                <a:latin typeface="+mj-lt"/>
              </a:rPr>
              <a:t>(1 280 / 2) </a:t>
            </a:r>
            <a:r>
              <a:rPr lang="en-US" sz="2400" dirty="0">
                <a:latin typeface="+mj-lt"/>
              </a:rPr>
              <a:t>+ (50 x (20 000 / </a:t>
            </a:r>
            <a:r>
              <a:rPr lang="en-US" sz="2400" dirty="0">
                <a:solidFill>
                  <a:srgbClr val="009900"/>
                </a:solidFill>
                <a:latin typeface="+mj-lt"/>
              </a:rPr>
              <a:t>1 280</a:t>
            </a:r>
            <a:r>
              <a:rPr lang="en-US" sz="2400" dirty="0">
                <a:latin typeface="+mj-lt"/>
              </a:rPr>
              <a:t>))</a:t>
            </a:r>
          </a:p>
          <a:p>
            <a:pPr marL="0" indent="0" algn="just">
              <a:lnSpc>
                <a:spcPct val="105000"/>
              </a:lnSpc>
              <a:buSzPct val="100000"/>
              <a:buNone/>
            </a:pPr>
            <a:r>
              <a:rPr lang="en-US" sz="2400" dirty="0">
                <a:latin typeface="+mj-lt"/>
              </a:rPr>
              <a:t>	= R1 562.05</a:t>
            </a:r>
          </a:p>
          <a:p>
            <a:pPr marL="0" indent="0" algn="just">
              <a:lnSpc>
                <a:spcPct val="105000"/>
              </a:lnSpc>
              <a:buSzPct val="100000"/>
              <a:buNone/>
            </a:pPr>
            <a:endParaRPr lang="en-US" sz="2400" dirty="0">
              <a:latin typeface="+mj-lt"/>
            </a:endParaRPr>
          </a:p>
          <a:p>
            <a:pPr marL="0" indent="0" algn="just">
              <a:lnSpc>
                <a:spcPct val="105000"/>
              </a:lnSpc>
              <a:buSzPct val="100000"/>
              <a:buNone/>
            </a:pPr>
            <a:r>
              <a:rPr lang="en-US" sz="2400" dirty="0">
                <a:latin typeface="+mj-lt"/>
              </a:rPr>
              <a:t>Step 2: Determine total inventory cost of 1 500 units</a:t>
            </a:r>
          </a:p>
          <a:p>
            <a:pPr marL="0" indent="0" algn="just">
              <a:lnSpc>
                <a:spcPct val="105000"/>
              </a:lnSpc>
              <a:buSzPct val="100000"/>
              <a:buNone/>
            </a:pPr>
            <a:r>
              <a:rPr lang="en-US" sz="2400" dirty="0">
                <a:latin typeface="+mj-lt"/>
              </a:rPr>
              <a:t>TIC	= C x P x </a:t>
            </a:r>
            <a:r>
              <a:rPr lang="en-US" sz="2400" dirty="0">
                <a:solidFill>
                  <a:srgbClr val="C00000"/>
                </a:solidFill>
                <a:latin typeface="+mj-lt"/>
              </a:rPr>
              <a:t>(EOQ /2) </a:t>
            </a:r>
            <a:r>
              <a:rPr lang="en-US" sz="2400" dirty="0">
                <a:latin typeface="+mj-lt"/>
              </a:rPr>
              <a:t>+ F(S / </a:t>
            </a:r>
            <a:r>
              <a:rPr lang="en-US" sz="2400" dirty="0">
                <a:solidFill>
                  <a:srgbClr val="00B050"/>
                </a:solidFill>
                <a:latin typeface="+mj-lt"/>
              </a:rPr>
              <a:t>EOQ</a:t>
            </a:r>
            <a:r>
              <a:rPr lang="en-US" sz="2400" dirty="0">
                <a:latin typeface="+mj-lt"/>
              </a:rPr>
              <a:t>)</a:t>
            </a:r>
          </a:p>
          <a:p>
            <a:pPr marL="0" indent="0" algn="just">
              <a:lnSpc>
                <a:spcPct val="105000"/>
              </a:lnSpc>
              <a:buSzPct val="100000"/>
              <a:buNone/>
            </a:pPr>
            <a:r>
              <a:rPr lang="en-US" sz="2400" dirty="0">
                <a:latin typeface="+mj-lt"/>
              </a:rPr>
              <a:t>	= 0.244 x 4.90* x </a:t>
            </a:r>
            <a:r>
              <a:rPr lang="en-US" sz="2400" dirty="0">
                <a:solidFill>
                  <a:srgbClr val="C00000"/>
                </a:solidFill>
                <a:latin typeface="+mj-lt"/>
              </a:rPr>
              <a:t>(1 500 / 2) </a:t>
            </a:r>
            <a:r>
              <a:rPr lang="en-US" sz="2400" dirty="0">
                <a:latin typeface="+mj-lt"/>
              </a:rPr>
              <a:t>+ (50 x (20 000 / </a:t>
            </a:r>
            <a:r>
              <a:rPr lang="en-US" sz="2400" dirty="0">
                <a:solidFill>
                  <a:srgbClr val="009900"/>
                </a:solidFill>
                <a:latin typeface="+mj-lt"/>
              </a:rPr>
              <a:t>1 500</a:t>
            </a:r>
            <a:r>
              <a:rPr lang="en-US" sz="2400" dirty="0">
                <a:latin typeface="+mj-lt"/>
              </a:rPr>
              <a:t>))</a:t>
            </a:r>
          </a:p>
          <a:p>
            <a:pPr marL="0" indent="0" algn="just">
              <a:lnSpc>
                <a:spcPct val="105000"/>
              </a:lnSpc>
              <a:buSzPct val="100000"/>
              <a:buNone/>
            </a:pPr>
            <a:r>
              <a:rPr lang="en-US" sz="2400" dirty="0">
                <a:latin typeface="+mj-lt"/>
              </a:rPr>
              <a:t>	= R1 563.37</a:t>
            </a:r>
          </a:p>
          <a:p>
            <a:pPr marL="0" indent="0" algn="just">
              <a:lnSpc>
                <a:spcPct val="105000"/>
              </a:lnSpc>
              <a:buSzPct val="100000"/>
              <a:buNone/>
            </a:pPr>
            <a:r>
              <a:rPr lang="en-US" sz="2400" dirty="0">
                <a:solidFill>
                  <a:srgbClr val="C00000"/>
                </a:solidFill>
                <a:latin typeface="+mj-lt"/>
              </a:rPr>
              <a:t>See slide 14 – A replaced by average EOQ</a:t>
            </a:r>
          </a:p>
          <a:p>
            <a:pPr marL="0" indent="0" algn="just">
              <a:lnSpc>
                <a:spcPct val="105000"/>
              </a:lnSpc>
              <a:buSzPct val="100000"/>
              <a:buNone/>
            </a:pPr>
            <a:r>
              <a:rPr lang="en-US" sz="2400" dirty="0">
                <a:solidFill>
                  <a:srgbClr val="00B050"/>
                </a:solidFill>
                <a:latin typeface="+mj-lt"/>
              </a:rPr>
              <a:t>See slide 15 – A replaced by EOQ</a:t>
            </a:r>
          </a:p>
          <a:p>
            <a:pPr marL="0" indent="0" algn="just">
              <a:lnSpc>
                <a:spcPct val="105000"/>
              </a:lnSpc>
              <a:buSzPct val="100000"/>
              <a:buNone/>
            </a:pPr>
            <a:endParaRPr lang="en-US" sz="1200" dirty="0">
              <a:solidFill>
                <a:srgbClr val="00B050"/>
              </a:solidFill>
              <a:latin typeface="+mj-lt"/>
            </a:endParaRPr>
          </a:p>
          <a:p>
            <a:pPr marL="0" indent="0" algn="just">
              <a:lnSpc>
                <a:spcPct val="105000"/>
              </a:lnSpc>
              <a:buSzPct val="100000"/>
              <a:buNone/>
            </a:pPr>
            <a:r>
              <a:rPr lang="en-US" sz="2400" dirty="0">
                <a:latin typeface="+mj-lt"/>
              </a:rPr>
              <a:t>*2% on purchase price of R5 per unit, </a:t>
            </a:r>
            <a:r>
              <a:rPr lang="en-US" sz="2400" dirty="0" err="1">
                <a:latin typeface="+mj-lt"/>
              </a:rPr>
              <a:t>ie</a:t>
            </a:r>
            <a:r>
              <a:rPr lang="en-US" sz="2400" dirty="0">
                <a:latin typeface="+mj-lt"/>
              </a:rPr>
              <a:t> 0.98 of R5 = R4.90</a:t>
            </a: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1877416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BBFAFC-CAEB-0111-9C6D-280AA2AA338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C5CDB33-2555-C647-F943-E7521A91EB25}"/>
              </a:ext>
            </a:extLst>
          </p:cNvPr>
          <p:cNvSpPr>
            <a:spLocks noGrp="1" noChangeArrowheads="1"/>
          </p:cNvSpPr>
          <p:nvPr>
            <p:ph type="title"/>
          </p:nvPr>
        </p:nvSpPr>
        <p:spPr>
          <a:xfrm>
            <a:off x="228600" y="10510"/>
            <a:ext cx="8763000" cy="1143000"/>
          </a:xfrm>
        </p:spPr>
        <p:txBody>
          <a:bodyPr/>
          <a:lstStyle/>
          <a:p>
            <a:r>
              <a:rPr lang="en-US">
                <a:solidFill>
                  <a:schemeClr val="tx2"/>
                </a:solidFill>
              </a:rPr>
              <a:t>Quantity discounts (cont.)</a:t>
            </a:r>
            <a:endParaRPr lang="en-US" dirty="0">
              <a:solidFill>
                <a:schemeClr val="tx2"/>
              </a:solidFill>
            </a:endParaRPr>
          </a:p>
        </p:txBody>
      </p:sp>
      <p:sp>
        <p:nvSpPr>
          <p:cNvPr id="3" name="Slide Number Placeholder 2">
            <a:extLst>
              <a:ext uri="{FF2B5EF4-FFF2-40B4-BE49-F238E27FC236}">
                <a16:creationId xmlns:a16="http://schemas.microsoft.com/office/drawing/2014/main" id="{F7B8CE5D-0B6D-1EA3-6595-85D7CDDE69F7}"/>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25</a:t>
            </a:fld>
            <a:endParaRPr lang="en-US">
              <a:solidFill>
                <a:schemeClr val="tx1"/>
              </a:solidFill>
            </a:endParaRPr>
          </a:p>
        </p:txBody>
      </p:sp>
      <p:sp>
        <p:nvSpPr>
          <p:cNvPr id="4" name="Rectangle 5">
            <a:extLst>
              <a:ext uri="{FF2B5EF4-FFF2-40B4-BE49-F238E27FC236}">
                <a16:creationId xmlns:a16="http://schemas.microsoft.com/office/drawing/2014/main" id="{CA59F766-A93E-B56B-454D-07261538D81C}"/>
              </a:ext>
            </a:extLst>
          </p:cNvPr>
          <p:cNvSpPr>
            <a:spLocks noGrp="1" noChangeArrowheads="1"/>
          </p:cNvSpPr>
          <p:nvPr>
            <p:ph idx="1"/>
          </p:nvPr>
        </p:nvSpPr>
        <p:spPr>
          <a:xfrm>
            <a:off x="259976" y="990600"/>
            <a:ext cx="8655424" cy="5247290"/>
          </a:xfrm>
        </p:spPr>
        <p:txBody>
          <a:bodyPr/>
          <a:lstStyle/>
          <a:p>
            <a:pPr marL="0" indent="0" algn="just">
              <a:lnSpc>
                <a:spcPct val="105000"/>
              </a:lnSpc>
              <a:buSzPct val="100000"/>
              <a:buNone/>
            </a:pPr>
            <a:r>
              <a:rPr lang="en-US" sz="2400" dirty="0">
                <a:latin typeface="+mj-lt"/>
              </a:rPr>
              <a:t>Step 3: Determine saving as a result of discount</a:t>
            </a:r>
          </a:p>
          <a:p>
            <a:pPr algn="just">
              <a:lnSpc>
                <a:spcPct val="105000"/>
              </a:lnSpc>
              <a:buSzPct val="100000"/>
              <a:buFont typeface="Arial" panose="020B0604020202020204" pitchFamily="34" charset="0"/>
              <a:buChar char="•"/>
            </a:pPr>
            <a:r>
              <a:rPr lang="en-US" sz="2400" dirty="0">
                <a:latin typeface="+mj-lt"/>
              </a:rPr>
              <a:t>TIC will increase by R1.32 (R1 563.37 – R1 562.05) to order and carry 1 500 units instead of 1 280 units</a:t>
            </a:r>
          </a:p>
          <a:p>
            <a:pPr algn="just">
              <a:lnSpc>
                <a:spcPct val="105000"/>
              </a:lnSpc>
              <a:buSzPct val="100000"/>
              <a:buFont typeface="Arial" panose="020B0604020202020204" pitchFamily="34" charset="0"/>
              <a:buChar char="•"/>
            </a:pPr>
            <a:r>
              <a:rPr lang="en-US" sz="2400" dirty="0">
                <a:latin typeface="+mj-lt"/>
              </a:rPr>
              <a:t>R0.10 saving per lighter (0.02 x 5)    R2 000 saving per year (R0.10 x 20 000 units)</a:t>
            </a:r>
          </a:p>
          <a:p>
            <a:pPr marL="0" indent="0" algn="just">
              <a:lnSpc>
                <a:spcPct val="105000"/>
              </a:lnSpc>
              <a:buSzPct val="100000"/>
              <a:buNone/>
            </a:pPr>
            <a:endParaRPr lang="en-US" sz="2400" dirty="0">
              <a:latin typeface="+mj-lt"/>
            </a:endParaRPr>
          </a:p>
          <a:p>
            <a:pPr marL="0" indent="0" algn="just">
              <a:lnSpc>
                <a:spcPct val="105000"/>
              </a:lnSpc>
              <a:buSzPct val="100000"/>
              <a:buNone/>
            </a:pPr>
            <a:r>
              <a:rPr lang="en-US" sz="2400" dirty="0">
                <a:latin typeface="+mj-lt"/>
              </a:rPr>
              <a:t>Step 4: Make final decision</a:t>
            </a:r>
          </a:p>
          <a:p>
            <a:pPr algn="just">
              <a:lnSpc>
                <a:spcPct val="105000"/>
              </a:lnSpc>
              <a:buSzPct val="100000"/>
              <a:buFont typeface="Arial" panose="020B0604020202020204" pitchFamily="34" charset="0"/>
              <a:buChar char="•"/>
            </a:pPr>
            <a:r>
              <a:rPr lang="en-US" sz="2400" dirty="0">
                <a:latin typeface="+mj-lt"/>
              </a:rPr>
              <a:t>Saving of R2 000 outweigh additional carrying cost of R1.32</a:t>
            </a:r>
          </a:p>
          <a:p>
            <a:pPr marL="0" indent="0" algn="just">
              <a:lnSpc>
                <a:spcPct val="105000"/>
              </a:lnSpc>
              <a:buSzPct val="100000"/>
              <a:buNone/>
            </a:pPr>
            <a:endParaRPr lang="en-US" sz="2400" dirty="0">
              <a:latin typeface="+mj-lt"/>
            </a:endParaRPr>
          </a:p>
          <a:p>
            <a:pPr marL="0" indent="0" algn="just">
              <a:lnSpc>
                <a:spcPct val="105000"/>
              </a:lnSpc>
              <a:buSzPct val="100000"/>
              <a:buNone/>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sp>
        <p:nvSpPr>
          <p:cNvPr id="2" name="Arrow: Right 1">
            <a:extLst>
              <a:ext uri="{FF2B5EF4-FFF2-40B4-BE49-F238E27FC236}">
                <a16:creationId xmlns:a16="http://schemas.microsoft.com/office/drawing/2014/main" id="{B784E91B-A8F4-7DA4-BBCE-6E4EB773FF8E}"/>
              </a:ext>
            </a:extLst>
          </p:cNvPr>
          <p:cNvSpPr/>
          <p:nvPr/>
        </p:nvSpPr>
        <p:spPr bwMode="auto">
          <a:xfrm>
            <a:off x="5715000" y="2438400"/>
            <a:ext cx="324000" cy="152400"/>
          </a:xfrm>
          <a:prstGeom prst="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372992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DEA247-1746-C984-8B1A-8E1AA12385F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0032A5C-8738-E55A-5D68-7A8A2DA22B55}"/>
              </a:ext>
            </a:extLst>
          </p:cNvPr>
          <p:cNvSpPr>
            <a:spLocks noGrp="1" noChangeArrowheads="1"/>
          </p:cNvSpPr>
          <p:nvPr>
            <p:ph type="title"/>
          </p:nvPr>
        </p:nvSpPr>
        <p:spPr>
          <a:xfrm>
            <a:off x="228600" y="10510"/>
            <a:ext cx="8763000" cy="1143000"/>
          </a:xfrm>
        </p:spPr>
        <p:txBody>
          <a:bodyPr/>
          <a:lstStyle/>
          <a:p>
            <a:r>
              <a:rPr lang="en-US" dirty="0">
                <a:solidFill>
                  <a:schemeClr val="tx2"/>
                </a:solidFill>
              </a:rPr>
              <a:t>Inflation</a:t>
            </a:r>
          </a:p>
        </p:txBody>
      </p:sp>
      <p:sp>
        <p:nvSpPr>
          <p:cNvPr id="3" name="Slide Number Placeholder 2">
            <a:extLst>
              <a:ext uri="{FF2B5EF4-FFF2-40B4-BE49-F238E27FC236}">
                <a16:creationId xmlns:a16="http://schemas.microsoft.com/office/drawing/2014/main" id="{41D4B97E-708D-75A8-80BC-6BAC3AD6944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26</a:t>
            </a:fld>
            <a:endParaRPr lang="en-US">
              <a:solidFill>
                <a:schemeClr val="tx1"/>
              </a:solidFill>
            </a:endParaRPr>
          </a:p>
        </p:txBody>
      </p:sp>
      <p:sp>
        <p:nvSpPr>
          <p:cNvPr id="4" name="Rectangle 5">
            <a:extLst>
              <a:ext uri="{FF2B5EF4-FFF2-40B4-BE49-F238E27FC236}">
                <a16:creationId xmlns:a16="http://schemas.microsoft.com/office/drawing/2014/main" id="{3964B734-6D4B-6389-D77A-2F664ECAA9C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Inflation influences inventory values</a:t>
            </a:r>
          </a:p>
        </p:txBody>
      </p:sp>
      <p:graphicFrame>
        <p:nvGraphicFramePr>
          <p:cNvPr id="2" name="Diagram 1">
            <a:extLst>
              <a:ext uri="{FF2B5EF4-FFF2-40B4-BE49-F238E27FC236}">
                <a16:creationId xmlns:a16="http://schemas.microsoft.com/office/drawing/2014/main" id="{2C31B53A-71BC-23A1-120A-50A058272301}"/>
              </a:ext>
            </a:extLst>
          </p:cNvPr>
          <p:cNvGraphicFramePr/>
          <p:nvPr>
            <p:extLst>
              <p:ext uri="{D42A27DB-BD31-4B8C-83A1-F6EECF244321}">
                <p14:modId xmlns:p14="http://schemas.microsoft.com/office/powerpoint/2010/main" val="215229816"/>
              </p:ext>
            </p:extLst>
          </p:nvPr>
        </p:nvGraphicFramePr>
        <p:xfrm>
          <a:off x="22122" y="1600200"/>
          <a:ext cx="9013723" cy="4965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2006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E3EC95A-D7B3-6899-842E-E2FC9C52075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8745F9E-5570-639D-E639-DE48E654EC39}"/>
              </a:ext>
            </a:extLst>
          </p:cNvPr>
          <p:cNvSpPr>
            <a:spLocks noGrp="1" noChangeArrowheads="1"/>
          </p:cNvSpPr>
          <p:nvPr>
            <p:ph type="title"/>
          </p:nvPr>
        </p:nvSpPr>
        <p:spPr>
          <a:xfrm>
            <a:off x="228600" y="10510"/>
            <a:ext cx="8763000" cy="1143000"/>
          </a:xfrm>
        </p:spPr>
        <p:txBody>
          <a:bodyPr/>
          <a:lstStyle/>
          <a:p>
            <a:r>
              <a:rPr lang="en-US" dirty="0">
                <a:solidFill>
                  <a:schemeClr val="tx2"/>
                </a:solidFill>
              </a:rPr>
              <a:t>Seasonal demand</a:t>
            </a:r>
          </a:p>
        </p:txBody>
      </p:sp>
      <p:sp>
        <p:nvSpPr>
          <p:cNvPr id="3" name="Slide Number Placeholder 2">
            <a:extLst>
              <a:ext uri="{FF2B5EF4-FFF2-40B4-BE49-F238E27FC236}">
                <a16:creationId xmlns:a16="http://schemas.microsoft.com/office/drawing/2014/main" id="{9EC6AA66-2AB4-05B3-95FF-5ACEF48B900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27</a:t>
            </a:fld>
            <a:endParaRPr lang="en-US">
              <a:solidFill>
                <a:schemeClr val="tx1"/>
              </a:solidFill>
            </a:endParaRPr>
          </a:p>
        </p:txBody>
      </p:sp>
      <p:sp>
        <p:nvSpPr>
          <p:cNvPr id="4" name="Rectangle 5">
            <a:extLst>
              <a:ext uri="{FF2B5EF4-FFF2-40B4-BE49-F238E27FC236}">
                <a16:creationId xmlns:a16="http://schemas.microsoft.com/office/drawing/2014/main" id="{CD92F146-686F-183F-DA17-1297AF79E3FE}"/>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EOQ not appropriate – but what then?</a:t>
            </a:r>
          </a:p>
          <a:p>
            <a:pPr algn="just">
              <a:lnSpc>
                <a:spcPct val="105000"/>
              </a:lnSpc>
              <a:buSzPct val="100000"/>
              <a:buFont typeface="Arial" panose="020B0604020202020204" pitchFamily="34" charset="0"/>
              <a:buChar char="•"/>
            </a:pPr>
            <a:r>
              <a:rPr lang="en-US" sz="2400" dirty="0">
                <a:latin typeface="+mj-lt"/>
              </a:rPr>
              <a:t>Use EOQ as starting point</a:t>
            </a:r>
          </a:p>
          <a:p>
            <a:pPr marL="717550" algn="just">
              <a:lnSpc>
                <a:spcPct val="105000"/>
              </a:lnSpc>
              <a:buSzPct val="100000"/>
              <a:buFont typeface="Wingdings" panose="05000000000000000000" pitchFamily="2" charset="2"/>
              <a:buChar char="§"/>
            </a:pPr>
            <a:r>
              <a:rPr lang="en-US" sz="2400" dirty="0">
                <a:latin typeface="+mj-lt"/>
              </a:rPr>
              <a:t>Use EOQ for each season – sales relatively stable for each season</a:t>
            </a:r>
          </a:p>
          <a:p>
            <a:pPr marL="717550" algn="just">
              <a:lnSpc>
                <a:spcPct val="105000"/>
              </a:lnSpc>
              <a:buSzPct val="100000"/>
              <a:buFont typeface="Wingdings" panose="05000000000000000000" pitchFamily="2" charset="2"/>
              <a:buChar char="§"/>
            </a:pPr>
            <a:r>
              <a:rPr lang="en-US" sz="2400" dirty="0">
                <a:latin typeface="+mj-lt"/>
              </a:rPr>
              <a:t>Control inventory levels</a:t>
            </a: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2309813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546DB43-7D8E-5B23-5F12-AFC15788B1FD}"/>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B595BA2-E4F0-9344-C97C-5C5FFF005F42}"/>
              </a:ext>
            </a:extLst>
          </p:cNvPr>
          <p:cNvSpPr>
            <a:spLocks noGrp="1" noChangeArrowheads="1"/>
          </p:cNvSpPr>
          <p:nvPr>
            <p:ph type="title"/>
          </p:nvPr>
        </p:nvSpPr>
        <p:spPr>
          <a:xfrm>
            <a:off x="228600" y="10510"/>
            <a:ext cx="8763000" cy="1143000"/>
          </a:xfrm>
        </p:spPr>
        <p:txBody>
          <a:bodyPr/>
          <a:lstStyle/>
          <a:p>
            <a:r>
              <a:rPr lang="en-US" dirty="0">
                <a:solidFill>
                  <a:schemeClr val="tx2"/>
                </a:solidFill>
              </a:rPr>
              <a:t>Inventory control systems</a:t>
            </a:r>
          </a:p>
        </p:txBody>
      </p:sp>
      <p:sp>
        <p:nvSpPr>
          <p:cNvPr id="3" name="Slide Number Placeholder 2">
            <a:extLst>
              <a:ext uri="{FF2B5EF4-FFF2-40B4-BE49-F238E27FC236}">
                <a16:creationId xmlns:a16="http://schemas.microsoft.com/office/drawing/2014/main" id="{94125740-3D99-426E-FDF3-A16FBF86301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28</a:t>
            </a:fld>
            <a:endParaRPr lang="en-US">
              <a:solidFill>
                <a:schemeClr val="tx1"/>
              </a:solidFill>
            </a:endParaRPr>
          </a:p>
        </p:txBody>
      </p:sp>
      <p:sp>
        <p:nvSpPr>
          <p:cNvPr id="4" name="Rectangle 5">
            <a:extLst>
              <a:ext uri="{FF2B5EF4-FFF2-40B4-BE49-F238E27FC236}">
                <a16:creationId xmlns:a16="http://schemas.microsoft.com/office/drawing/2014/main" id="{1403CB7B-0C51-FAE6-B68D-10860A8EB336}"/>
              </a:ext>
            </a:extLst>
          </p:cNvPr>
          <p:cNvSpPr>
            <a:spLocks noGrp="1" noChangeArrowheads="1"/>
          </p:cNvSpPr>
          <p:nvPr>
            <p:ph idx="1"/>
          </p:nvPr>
        </p:nvSpPr>
        <p:spPr>
          <a:xfrm>
            <a:off x="259976" y="990600"/>
            <a:ext cx="8655424" cy="5247290"/>
          </a:xfrm>
        </p:spPr>
        <p:txBody>
          <a:bodyPr/>
          <a:lstStyle/>
          <a:p>
            <a:pPr algn="just">
              <a:lnSpc>
                <a:spcPct val="105000"/>
              </a:lnSpc>
              <a:spcBef>
                <a:spcPts val="600"/>
              </a:spcBef>
              <a:buSzPct val="100000"/>
              <a:buFont typeface="Arial" panose="020B0604020202020204" pitchFamily="34" charset="0"/>
              <a:buChar char="•"/>
            </a:pPr>
            <a:r>
              <a:rPr lang="en-US" sz="2400" dirty="0">
                <a:latin typeface="+mj-lt"/>
              </a:rPr>
              <a:t>Simple control systems</a:t>
            </a:r>
          </a:p>
          <a:p>
            <a:pPr marL="717550" algn="just">
              <a:lnSpc>
                <a:spcPct val="100000"/>
              </a:lnSpc>
              <a:spcBef>
                <a:spcPts val="600"/>
              </a:spcBef>
              <a:buSzPct val="100000"/>
              <a:buFont typeface="Wingdings" panose="05000000000000000000" pitchFamily="2" charset="2"/>
              <a:buChar char="§"/>
            </a:pPr>
            <a:r>
              <a:rPr lang="en-US" sz="2400" dirty="0">
                <a:latin typeface="+mj-lt"/>
              </a:rPr>
              <a:t>Red-line method – inventory items stored </a:t>
            </a:r>
          </a:p>
          <a:p>
            <a:pPr marL="374650" indent="0" algn="just">
              <a:lnSpc>
                <a:spcPct val="100000"/>
              </a:lnSpc>
              <a:spcBef>
                <a:spcPts val="600"/>
              </a:spcBef>
              <a:buSzPct val="100000"/>
              <a:buNone/>
              <a:tabLst>
                <a:tab pos="717550" algn="l"/>
              </a:tabLst>
            </a:pPr>
            <a:r>
              <a:rPr lang="en-US" sz="2400" dirty="0">
                <a:latin typeface="+mj-lt"/>
              </a:rPr>
              <a:t>	in a bin, red line drawn around inside of </a:t>
            </a:r>
          </a:p>
          <a:p>
            <a:pPr marL="374650" indent="0" algn="just">
              <a:lnSpc>
                <a:spcPct val="100000"/>
              </a:lnSpc>
              <a:spcBef>
                <a:spcPts val="600"/>
              </a:spcBef>
              <a:buSzPct val="100000"/>
              <a:buNone/>
              <a:tabLst>
                <a:tab pos="717550" algn="l"/>
              </a:tabLst>
            </a:pPr>
            <a:r>
              <a:rPr lang="en-US" sz="2400" dirty="0">
                <a:latin typeface="+mj-lt"/>
              </a:rPr>
              <a:t>	bin at level of reorder point, order placed </a:t>
            </a:r>
          </a:p>
          <a:p>
            <a:pPr marL="374650" indent="0" algn="just">
              <a:lnSpc>
                <a:spcPct val="100000"/>
              </a:lnSpc>
              <a:spcBef>
                <a:spcPts val="600"/>
              </a:spcBef>
              <a:buSzPct val="100000"/>
              <a:buNone/>
              <a:tabLst>
                <a:tab pos="717550" algn="l"/>
              </a:tabLst>
            </a:pPr>
            <a:r>
              <a:rPr lang="en-US" sz="2400" dirty="0">
                <a:latin typeface="+mj-lt"/>
              </a:rPr>
              <a:t>	when red line visible</a:t>
            </a:r>
          </a:p>
          <a:p>
            <a:pPr marL="717550" algn="just">
              <a:lnSpc>
                <a:spcPct val="100000"/>
              </a:lnSpc>
              <a:spcBef>
                <a:spcPts val="600"/>
              </a:spcBef>
              <a:buSzPct val="100000"/>
              <a:buFont typeface="Wingdings" panose="05000000000000000000" pitchFamily="2" charset="2"/>
              <a:buChar char="§"/>
            </a:pPr>
            <a:r>
              <a:rPr lang="en-US" sz="2400" dirty="0">
                <a:latin typeface="+mj-lt"/>
              </a:rPr>
              <a:t>Two-bin method – inventory items </a:t>
            </a:r>
          </a:p>
          <a:p>
            <a:pPr marL="374650" indent="0" algn="just" defTabSz="717550">
              <a:lnSpc>
                <a:spcPct val="100000"/>
              </a:lnSpc>
              <a:spcBef>
                <a:spcPts val="600"/>
              </a:spcBef>
              <a:buSzPct val="100000"/>
              <a:buNone/>
            </a:pPr>
            <a:r>
              <a:rPr lang="en-US" sz="2400" dirty="0">
                <a:latin typeface="+mj-lt"/>
              </a:rPr>
              <a:t>	stored in two bins, when bin 1 is empty </a:t>
            </a:r>
          </a:p>
          <a:p>
            <a:pPr algn="just">
              <a:lnSpc>
                <a:spcPct val="105000"/>
              </a:lnSpc>
              <a:spcBef>
                <a:spcPts val="600"/>
              </a:spcBef>
              <a:buSzPct val="100000"/>
              <a:buFont typeface="Arial" panose="020B0604020202020204" pitchFamily="34" charset="0"/>
              <a:buChar char="•"/>
            </a:pPr>
            <a:endParaRPr lang="en-US" sz="2400" dirty="0">
              <a:latin typeface="+mj-lt"/>
            </a:endParaRPr>
          </a:p>
          <a:p>
            <a:pPr algn="just">
              <a:lnSpc>
                <a:spcPct val="105000"/>
              </a:lnSpc>
              <a:spcBef>
                <a:spcPts val="600"/>
              </a:spcBef>
              <a:buSzPct val="100000"/>
              <a:buFont typeface="Arial" panose="020B0604020202020204" pitchFamily="34" charset="0"/>
              <a:buChar char="•"/>
            </a:pPr>
            <a:endParaRPr lang="en-US" sz="2400" dirty="0">
              <a:latin typeface="+mj-lt"/>
            </a:endParaRPr>
          </a:p>
          <a:p>
            <a:pPr algn="just">
              <a:lnSpc>
                <a:spcPct val="105000"/>
              </a:lnSpc>
              <a:spcBef>
                <a:spcPts val="600"/>
              </a:spcBef>
              <a:buSzPct val="100000"/>
              <a:buFont typeface="Arial" panose="020B0604020202020204" pitchFamily="34" charset="0"/>
              <a:buChar char="•"/>
            </a:pPr>
            <a:r>
              <a:rPr lang="en-US" sz="2400" dirty="0" err="1">
                <a:latin typeface="+mj-lt"/>
              </a:rPr>
              <a:t>Computerised</a:t>
            </a:r>
            <a:r>
              <a:rPr lang="en-US" sz="2400" dirty="0">
                <a:latin typeface="+mj-lt"/>
              </a:rPr>
              <a:t> systems</a:t>
            </a:r>
          </a:p>
          <a:p>
            <a:pPr marL="717550" algn="just">
              <a:lnSpc>
                <a:spcPct val="105000"/>
              </a:lnSpc>
              <a:spcBef>
                <a:spcPts val="600"/>
              </a:spcBef>
              <a:buSzPct val="100000"/>
              <a:buFont typeface="Wingdings" panose="05000000000000000000" pitchFamily="2" charset="2"/>
              <a:buChar char="§"/>
            </a:pPr>
            <a:r>
              <a:rPr lang="en-US" sz="2400" dirty="0">
                <a:latin typeface="+mj-lt"/>
              </a:rPr>
              <a:t>System updated as sales are made, inventory updated, order placed when reorder point is reached</a:t>
            </a:r>
          </a:p>
        </p:txBody>
      </p:sp>
    </p:spTree>
    <p:custDataLst>
      <p:tags r:id="rId1"/>
    </p:custDataLst>
    <p:extLst>
      <p:ext uri="{BB962C8B-B14F-4D97-AF65-F5344CB8AC3E}">
        <p14:creationId xmlns:p14="http://schemas.microsoft.com/office/powerpoint/2010/main" val="3094655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87F311-D040-9463-7CB2-5AE262B05B9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E51E7F4-6979-D72C-6FB9-F81CBD0D893E}"/>
              </a:ext>
            </a:extLst>
          </p:cNvPr>
          <p:cNvSpPr>
            <a:spLocks noGrp="1" noChangeArrowheads="1"/>
          </p:cNvSpPr>
          <p:nvPr>
            <p:ph type="title"/>
          </p:nvPr>
        </p:nvSpPr>
        <p:spPr>
          <a:xfrm>
            <a:off x="228600" y="10510"/>
            <a:ext cx="8763000" cy="1143000"/>
          </a:xfrm>
        </p:spPr>
        <p:txBody>
          <a:bodyPr/>
          <a:lstStyle/>
          <a:p>
            <a:r>
              <a:rPr lang="en-US" dirty="0">
                <a:solidFill>
                  <a:schemeClr val="tx2"/>
                </a:solidFill>
              </a:rPr>
              <a:t>Monitoring inventory balances</a:t>
            </a:r>
          </a:p>
        </p:txBody>
      </p:sp>
      <p:sp>
        <p:nvSpPr>
          <p:cNvPr id="3" name="Slide Number Placeholder 2">
            <a:extLst>
              <a:ext uri="{FF2B5EF4-FFF2-40B4-BE49-F238E27FC236}">
                <a16:creationId xmlns:a16="http://schemas.microsoft.com/office/drawing/2014/main" id="{ED257C4B-3714-A0E1-6AD8-474A0927E02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29</a:t>
            </a:fld>
            <a:endParaRPr lang="en-US">
              <a:solidFill>
                <a:schemeClr val="tx1"/>
              </a:solidFill>
            </a:endParaRPr>
          </a:p>
        </p:txBody>
      </p:sp>
      <p:sp>
        <p:nvSpPr>
          <p:cNvPr id="4" name="Rectangle 5">
            <a:extLst>
              <a:ext uri="{FF2B5EF4-FFF2-40B4-BE49-F238E27FC236}">
                <a16:creationId xmlns:a16="http://schemas.microsoft.com/office/drawing/2014/main" id="{798A9F6B-B33B-C6A2-751C-65970AA434A4}"/>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Inventory turnover</a:t>
            </a:r>
          </a:p>
          <a:p>
            <a:pPr marL="717550" algn="just">
              <a:lnSpc>
                <a:spcPct val="100000"/>
              </a:lnSpc>
              <a:buSzPct val="100000"/>
              <a:buFont typeface="Wingdings" panose="05000000000000000000" pitchFamily="2" charset="2"/>
              <a:buChar char="§"/>
            </a:pPr>
            <a:r>
              <a:rPr lang="en-US" sz="2400" dirty="0">
                <a:latin typeface="+mj-lt"/>
              </a:rPr>
              <a:t>Rate at which firm depletes and replenishes inventory</a:t>
            </a:r>
          </a:p>
          <a:p>
            <a:pPr marL="717550" algn="just">
              <a:lnSpc>
                <a:spcPct val="100000"/>
              </a:lnSpc>
              <a:buSzPct val="100000"/>
              <a:buFont typeface="Wingdings" panose="05000000000000000000" pitchFamily="2" charset="2"/>
              <a:buChar char="§"/>
            </a:pPr>
            <a:r>
              <a:rPr lang="en-US" sz="2400" dirty="0">
                <a:latin typeface="+mj-lt"/>
              </a:rPr>
              <a:t>Number of times during a specific period inventory on hand is turned into sales</a:t>
            </a:r>
          </a:p>
          <a:p>
            <a:pPr algn="just">
              <a:lnSpc>
                <a:spcPct val="100000"/>
              </a:lnSpc>
              <a:buSzPct val="100000"/>
              <a:buFont typeface="Arial" panose="020B0604020202020204" pitchFamily="34" charset="0"/>
              <a:buChar char="•"/>
            </a:pPr>
            <a:endParaRPr lang="en-US" sz="2400" dirty="0">
              <a:latin typeface="+mj-lt"/>
            </a:endParaRPr>
          </a:p>
          <a:p>
            <a:pPr algn="just">
              <a:lnSpc>
                <a:spcPct val="100000"/>
              </a:lnSpc>
              <a:buSzPct val="100000"/>
              <a:buFont typeface="Arial" panose="020B0604020202020204" pitchFamily="34" charset="0"/>
              <a:buChar char="•"/>
            </a:pPr>
            <a:r>
              <a:rPr lang="en-US" sz="2400" dirty="0">
                <a:latin typeface="+mj-lt"/>
              </a:rPr>
              <a:t>Inventory turnover in units</a:t>
            </a:r>
          </a:p>
          <a:p>
            <a:pPr marL="0" indent="0" algn="just">
              <a:lnSpc>
                <a:spcPct val="100000"/>
              </a:lnSpc>
              <a:buSzPct val="100000"/>
              <a:buNone/>
            </a:pPr>
            <a:r>
              <a:rPr lang="en-US" sz="2400" dirty="0">
                <a:latin typeface="+mj-lt"/>
              </a:rPr>
              <a:t>	= Sales in units / Avg units of inventory on hand</a:t>
            </a:r>
          </a:p>
          <a:p>
            <a:pPr marL="0" indent="0" algn="just">
              <a:lnSpc>
                <a:spcPct val="100000"/>
              </a:lnSpc>
              <a:buSzPct val="100000"/>
              <a:buNone/>
            </a:pPr>
            <a:endParaRPr lang="en-US" sz="2400" dirty="0">
              <a:latin typeface="+mj-lt"/>
            </a:endParaRPr>
          </a:p>
          <a:p>
            <a:pPr algn="just">
              <a:lnSpc>
                <a:spcPct val="100000"/>
              </a:lnSpc>
              <a:buSzPct val="100000"/>
              <a:buFont typeface="Arial" panose="020B0604020202020204" pitchFamily="34" charset="0"/>
              <a:buChar char="•"/>
            </a:pPr>
            <a:r>
              <a:rPr lang="en-US" sz="2400" dirty="0">
                <a:latin typeface="+mj-lt"/>
              </a:rPr>
              <a:t>Inventory turnover in monetary value (See Chapter 4)</a:t>
            </a:r>
          </a:p>
          <a:p>
            <a:pPr marL="0" indent="0" algn="just">
              <a:lnSpc>
                <a:spcPct val="100000"/>
              </a:lnSpc>
              <a:buSzPct val="100000"/>
              <a:buNone/>
            </a:pPr>
            <a:r>
              <a:rPr lang="en-US" sz="2400" dirty="0">
                <a:latin typeface="+mj-lt"/>
              </a:rPr>
              <a:t>	= Value of inventory / [(Begin value + End value) / 2]</a:t>
            </a:r>
          </a:p>
        </p:txBody>
      </p:sp>
      <p:grpSp>
        <p:nvGrpSpPr>
          <p:cNvPr id="23" name="Group 22">
            <a:extLst>
              <a:ext uri="{FF2B5EF4-FFF2-40B4-BE49-F238E27FC236}">
                <a16:creationId xmlns:a16="http://schemas.microsoft.com/office/drawing/2014/main" id="{F30C2835-3710-A20C-5956-9FC825D9BB04}"/>
              </a:ext>
            </a:extLst>
          </p:cNvPr>
          <p:cNvGrpSpPr/>
          <p:nvPr/>
        </p:nvGrpSpPr>
        <p:grpSpPr>
          <a:xfrm>
            <a:off x="4386685" y="2747654"/>
            <a:ext cx="2568960" cy="677520"/>
            <a:chOff x="4386685" y="2747654"/>
            <a:chExt cx="2568960" cy="677520"/>
          </a:xfrm>
        </p:grpSpPr>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4B1ED7D-21CB-1314-25A4-AD99C19C077C}"/>
                    </a:ext>
                  </a:extLst>
                </p14:cNvPr>
                <p14:cNvContentPartPr/>
                <p14:nvPr/>
              </p14:nvContentPartPr>
              <p14:xfrm>
                <a:off x="4395685" y="3116294"/>
                <a:ext cx="172080" cy="186480"/>
              </p14:xfrm>
            </p:contentPart>
          </mc:Choice>
          <mc:Fallback>
            <p:pic>
              <p:nvPicPr>
                <p:cNvPr id="2" name="Ink 1">
                  <a:extLst>
                    <a:ext uri="{FF2B5EF4-FFF2-40B4-BE49-F238E27FC236}">
                      <a16:creationId xmlns:a16="http://schemas.microsoft.com/office/drawing/2014/main" id="{A4B1ED7D-21CB-1314-25A4-AD99C19C077C}"/>
                    </a:ext>
                  </a:extLst>
                </p:cNvPr>
                <p:cNvPicPr/>
                <p:nvPr/>
              </p:nvPicPr>
              <p:blipFill>
                <a:blip r:embed="rId5"/>
                <a:stretch>
                  <a:fillRect/>
                </a:stretch>
              </p:blipFill>
              <p:spPr>
                <a:xfrm>
                  <a:off x="4389565" y="3110174"/>
                  <a:ext cx="18432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CE417868-5895-5B5F-051E-002C5724131C}"/>
                    </a:ext>
                  </a:extLst>
                </p14:cNvPr>
                <p14:cNvContentPartPr/>
                <p14:nvPr/>
              </p14:nvContentPartPr>
              <p14:xfrm>
                <a:off x="4396405" y="3079574"/>
                <a:ext cx="180000" cy="227520"/>
              </p14:xfrm>
            </p:contentPart>
          </mc:Choice>
          <mc:Fallback>
            <p:pic>
              <p:nvPicPr>
                <p:cNvPr id="5" name="Ink 4">
                  <a:extLst>
                    <a:ext uri="{FF2B5EF4-FFF2-40B4-BE49-F238E27FC236}">
                      <a16:creationId xmlns:a16="http://schemas.microsoft.com/office/drawing/2014/main" id="{CE417868-5895-5B5F-051E-002C5724131C}"/>
                    </a:ext>
                  </a:extLst>
                </p:cNvPr>
                <p:cNvPicPr/>
                <p:nvPr/>
              </p:nvPicPr>
              <p:blipFill>
                <a:blip r:embed="rId7"/>
                <a:stretch>
                  <a:fillRect/>
                </a:stretch>
              </p:blipFill>
              <p:spPr>
                <a:xfrm>
                  <a:off x="4390285" y="3073454"/>
                  <a:ext cx="19224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28D4BB70-8E67-707F-E411-D7ADA82B6E18}"/>
                    </a:ext>
                  </a:extLst>
                </p14:cNvPr>
                <p14:cNvContentPartPr/>
                <p14:nvPr/>
              </p14:nvContentPartPr>
              <p14:xfrm>
                <a:off x="4489285" y="3069494"/>
                <a:ext cx="29880" cy="328320"/>
              </p14:xfrm>
            </p:contentPart>
          </mc:Choice>
          <mc:Fallback>
            <p:pic>
              <p:nvPicPr>
                <p:cNvPr id="6" name="Ink 5">
                  <a:extLst>
                    <a:ext uri="{FF2B5EF4-FFF2-40B4-BE49-F238E27FC236}">
                      <a16:creationId xmlns:a16="http://schemas.microsoft.com/office/drawing/2014/main" id="{28D4BB70-8E67-707F-E411-D7ADA82B6E18}"/>
                    </a:ext>
                  </a:extLst>
                </p:cNvPr>
                <p:cNvPicPr/>
                <p:nvPr/>
              </p:nvPicPr>
              <p:blipFill>
                <a:blip r:embed="rId9"/>
                <a:stretch>
                  <a:fillRect/>
                </a:stretch>
              </p:blipFill>
              <p:spPr>
                <a:xfrm>
                  <a:off x="4483165" y="3063374"/>
                  <a:ext cx="42120" cy="340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D1DA506A-0561-4874-E843-99B8A0491720}"/>
                    </a:ext>
                  </a:extLst>
                </p14:cNvPr>
                <p14:cNvContentPartPr/>
                <p14:nvPr/>
              </p14:nvContentPartPr>
              <p14:xfrm>
                <a:off x="4386685" y="3146534"/>
                <a:ext cx="349920" cy="103320"/>
              </p14:xfrm>
            </p:contentPart>
          </mc:Choice>
          <mc:Fallback>
            <p:pic>
              <p:nvPicPr>
                <p:cNvPr id="7" name="Ink 6">
                  <a:extLst>
                    <a:ext uri="{FF2B5EF4-FFF2-40B4-BE49-F238E27FC236}">
                      <a16:creationId xmlns:a16="http://schemas.microsoft.com/office/drawing/2014/main" id="{D1DA506A-0561-4874-E843-99B8A0491720}"/>
                    </a:ext>
                  </a:extLst>
                </p:cNvPr>
                <p:cNvPicPr/>
                <p:nvPr/>
              </p:nvPicPr>
              <p:blipFill>
                <a:blip r:embed="rId11"/>
                <a:stretch>
                  <a:fillRect/>
                </a:stretch>
              </p:blipFill>
              <p:spPr>
                <a:xfrm>
                  <a:off x="4380565" y="3140414"/>
                  <a:ext cx="36216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E9F491AF-AB50-BD9C-B9D8-5BFF733BE5DD}"/>
                    </a:ext>
                  </a:extLst>
                </p14:cNvPr>
                <p14:cNvContentPartPr/>
                <p14:nvPr/>
              </p14:nvContentPartPr>
              <p14:xfrm>
                <a:off x="4779445" y="3020534"/>
                <a:ext cx="39960" cy="209160"/>
              </p14:xfrm>
            </p:contentPart>
          </mc:Choice>
          <mc:Fallback>
            <p:pic>
              <p:nvPicPr>
                <p:cNvPr id="9" name="Ink 8">
                  <a:extLst>
                    <a:ext uri="{FF2B5EF4-FFF2-40B4-BE49-F238E27FC236}">
                      <a16:creationId xmlns:a16="http://schemas.microsoft.com/office/drawing/2014/main" id="{E9F491AF-AB50-BD9C-B9D8-5BFF733BE5DD}"/>
                    </a:ext>
                  </a:extLst>
                </p:cNvPr>
                <p:cNvPicPr/>
                <p:nvPr/>
              </p:nvPicPr>
              <p:blipFill>
                <a:blip r:embed="rId13"/>
                <a:stretch>
                  <a:fillRect/>
                </a:stretch>
              </p:blipFill>
              <p:spPr>
                <a:xfrm>
                  <a:off x="4773325" y="3014414"/>
                  <a:ext cx="5220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25A3482C-E193-ECEC-B1FB-84E4A5FC9094}"/>
                    </a:ext>
                  </a:extLst>
                </p14:cNvPr>
                <p14:cNvContentPartPr/>
                <p14:nvPr/>
              </p14:nvContentPartPr>
              <p14:xfrm>
                <a:off x="4794205" y="3001814"/>
                <a:ext cx="173520" cy="64440"/>
              </p14:xfrm>
            </p:contentPart>
          </mc:Choice>
          <mc:Fallback>
            <p:pic>
              <p:nvPicPr>
                <p:cNvPr id="10" name="Ink 9">
                  <a:extLst>
                    <a:ext uri="{FF2B5EF4-FFF2-40B4-BE49-F238E27FC236}">
                      <a16:creationId xmlns:a16="http://schemas.microsoft.com/office/drawing/2014/main" id="{25A3482C-E193-ECEC-B1FB-84E4A5FC9094}"/>
                    </a:ext>
                  </a:extLst>
                </p:cNvPr>
                <p:cNvPicPr/>
                <p:nvPr/>
              </p:nvPicPr>
              <p:blipFill>
                <a:blip r:embed="rId15"/>
                <a:stretch>
                  <a:fillRect/>
                </a:stretch>
              </p:blipFill>
              <p:spPr>
                <a:xfrm>
                  <a:off x="4788085" y="2995694"/>
                  <a:ext cx="18576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7CE2DB0E-0525-BDDB-68EF-BF1AA101AA71}"/>
                    </a:ext>
                  </a:extLst>
                </p14:cNvPr>
                <p14:cNvContentPartPr/>
                <p14:nvPr/>
              </p14:nvContentPartPr>
              <p14:xfrm>
                <a:off x="4864405" y="2924774"/>
                <a:ext cx="205200" cy="207360"/>
              </p14:xfrm>
            </p:contentPart>
          </mc:Choice>
          <mc:Fallback>
            <p:pic>
              <p:nvPicPr>
                <p:cNvPr id="11" name="Ink 10">
                  <a:extLst>
                    <a:ext uri="{FF2B5EF4-FFF2-40B4-BE49-F238E27FC236}">
                      <a16:creationId xmlns:a16="http://schemas.microsoft.com/office/drawing/2014/main" id="{7CE2DB0E-0525-BDDB-68EF-BF1AA101AA71}"/>
                    </a:ext>
                  </a:extLst>
                </p:cNvPr>
                <p:cNvPicPr/>
                <p:nvPr/>
              </p:nvPicPr>
              <p:blipFill>
                <a:blip r:embed="rId17"/>
                <a:stretch>
                  <a:fillRect/>
                </a:stretch>
              </p:blipFill>
              <p:spPr>
                <a:xfrm>
                  <a:off x="4858285" y="2918654"/>
                  <a:ext cx="21744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EE5C116F-1A4C-26CC-A733-1B71B8C2D206}"/>
                    </a:ext>
                  </a:extLst>
                </p14:cNvPr>
                <p14:cNvContentPartPr/>
                <p14:nvPr/>
              </p14:nvContentPartPr>
              <p14:xfrm>
                <a:off x="5122885" y="3045734"/>
                <a:ext cx="42480" cy="118440"/>
              </p14:xfrm>
            </p:contentPart>
          </mc:Choice>
          <mc:Fallback>
            <p:pic>
              <p:nvPicPr>
                <p:cNvPr id="12" name="Ink 11">
                  <a:extLst>
                    <a:ext uri="{FF2B5EF4-FFF2-40B4-BE49-F238E27FC236}">
                      <a16:creationId xmlns:a16="http://schemas.microsoft.com/office/drawing/2014/main" id="{EE5C116F-1A4C-26CC-A733-1B71B8C2D206}"/>
                    </a:ext>
                  </a:extLst>
                </p:cNvPr>
                <p:cNvPicPr/>
                <p:nvPr/>
              </p:nvPicPr>
              <p:blipFill>
                <a:blip r:embed="rId19"/>
                <a:stretch>
                  <a:fillRect/>
                </a:stretch>
              </p:blipFill>
              <p:spPr>
                <a:xfrm>
                  <a:off x="5116765" y="3039614"/>
                  <a:ext cx="5472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21134CA7-DE9F-4340-80E1-0695F517FF69}"/>
                    </a:ext>
                  </a:extLst>
                </p14:cNvPr>
                <p14:cNvContentPartPr/>
                <p14:nvPr/>
              </p14:nvContentPartPr>
              <p14:xfrm>
                <a:off x="5174005" y="2969054"/>
                <a:ext cx="38880" cy="28800"/>
              </p14:xfrm>
            </p:contentPart>
          </mc:Choice>
          <mc:Fallback>
            <p:pic>
              <p:nvPicPr>
                <p:cNvPr id="13" name="Ink 12">
                  <a:extLst>
                    <a:ext uri="{FF2B5EF4-FFF2-40B4-BE49-F238E27FC236}">
                      <a16:creationId xmlns:a16="http://schemas.microsoft.com/office/drawing/2014/main" id="{21134CA7-DE9F-4340-80E1-0695F517FF69}"/>
                    </a:ext>
                  </a:extLst>
                </p:cNvPr>
                <p:cNvPicPr/>
                <p:nvPr/>
              </p:nvPicPr>
              <p:blipFill>
                <a:blip r:embed="rId21"/>
                <a:stretch>
                  <a:fillRect/>
                </a:stretch>
              </p:blipFill>
              <p:spPr>
                <a:xfrm>
                  <a:off x="5167885" y="2962934"/>
                  <a:ext cx="5112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D455E879-9F19-5138-47A5-97D6397115BB}"/>
                    </a:ext>
                  </a:extLst>
                </p14:cNvPr>
                <p14:cNvContentPartPr/>
                <p14:nvPr/>
              </p14:nvContentPartPr>
              <p14:xfrm>
                <a:off x="5171485" y="3022694"/>
                <a:ext cx="274320" cy="182160"/>
              </p14:xfrm>
            </p:contentPart>
          </mc:Choice>
          <mc:Fallback>
            <p:pic>
              <p:nvPicPr>
                <p:cNvPr id="14" name="Ink 13">
                  <a:extLst>
                    <a:ext uri="{FF2B5EF4-FFF2-40B4-BE49-F238E27FC236}">
                      <a16:creationId xmlns:a16="http://schemas.microsoft.com/office/drawing/2014/main" id="{D455E879-9F19-5138-47A5-97D6397115BB}"/>
                    </a:ext>
                  </a:extLst>
                </p:cNvPr>
                <p:cNvPicPr/>
                <p:nvPr/>
              </p:nvPicPr>
              <p:blipFill>
                <a:blip r:embed="rId23"/>
                <a:stretch>
                  <a:fillRect/>
                </a:stretch>
              </p:blipFill>
              <p:spPr>
                <a:xfrm>
                  <a:off x="5165365" y="3016574"/>
                  <a:ext cx="28656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411E204C-87B6-D548-9D07-8DB015C40F98}"/>
                    </a:ext>
                  </a:extLst>
                </p14:cNvPr>
                <p14:cNvContentPartPr/>
                <p14:nvPr/>
              </p14:nvContentPartPr>
              <p14:xfrm>
                <a:off x="5451925" y="2765294"/>
                <a:ext cx="79920" cy="432360"/>
              </p14:xfrm>
            </p:contentPart>
          </mc:Choice>
          <mc:Fallback>
            <p:pic>
              <p:nvPicPr>
                <p:cNvPr id="15" name="Ink 14">
                  <a:extLst>
                    <a:ext uri="{FF2B5EF4-FFF2-40B4-BE49-F238E27FC236}">
                      <a16:creationId xmlns:a16="http://schemas.microsoft.com/office/drawing/2014/main" id="{411E204C-87B6-D548-9D07-8DB015C40F98}"/>
                    </a:ext>
                  </a:extLst>
                </p:cNvPr>
                <p:cNvPicPr/>
                <p:nvPr/>
              </p:nvPicPr>
              <p:blipFill>
                <a:blip r:embed="rId25"/>
                <a:stretch>
                  <a:fillRect/>
                </a:stretch>
              </p:blipFill>
              <p:spPr>
                <a:xfrm>
                  <a:off x="5445805" y="2759174"/>
                  <a:ext cx="92160" cy="4446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544C9519-A6E6-802C-8E5C-5FA4056569DE}"/>
                    </a:ext>
                  </a:extLst>
                </p14:cNvPr>
                <p14:cNvContentPartPr/>
                <p14:nvPr/>
              </p14:nvContentPartPr>
              <p14:xfrm>
                <a:off x="5401885" y="2791214"/>
                <a:ext cx="450720" cy="365040"/>
              </p14:xfrm>
            </p:contentPart>
          </mc:Choice>
          <mc:Fallback>
            <p:pic>
              <p:nvPicPr>
                <p:cNvPr id="16" name="Ink 15">
                  <a:extLst>
                    <a:ext uri="{FF2B5EF4-FFF2-40B4-BE49-F238E27FC236}">
                      <a16:creationId xmlns:a16="http://schemas.microsoft.com/office/drawing/2014/main" id="{544C9519-A6E6-802C-8E5C-5FA4056569DE}"/>
                    </a:ext>
                  </a:extLst>
                </p:cNvPr>
                <p:cNvPicPr/>
                <p:nvPr/>
              </p:nvPicPr>
              <p:blipFill>
                <a:blip r:embed="rId27"/>
                <a:stretch>
                  <a:fillRect/>
                </a:stretch>
              </p:blipFill>
              <p:spPr>
                <a:xfrm>
                  <a:off x="5395765" y="2785094"/>
                  <a:ext cx="462960" cy="3772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E5482FB0-2BEA-F1DA-85CA-F9CF7F075974}"/>
                    </a:ext>
                  </a:extLst>
                </p14:cNvPr>
                <p14:cNvContentPartPr/>
                <p14:nvPr/>
              </p14:nvContentPartPr>
              <p14:xfrm>
                <a:off x="5803285" y="2929454"/>
                <a:ext cx="120600" cy="222120"/>
              </p14:xfrm>
            </p:contentPart>
          </mc:Choice>
          <mc:Fallback>
            <p:pic>
              <p:nvPicPr>
                <p:cNvPr id="17" name="Ink 16">
                  <a:extLst>
                    <a:ext uri="{FF2B5EF4-FFF2-40B4-BE49-F238E27FC236}">
                      <a16:creationId xmlns:a16="http://schemas.microsoft.com/office/drawing/2014/main" id="{E5482FB0-2BEA-F1DA-85CA-F9CF7F075974}"/>
                    </a:ext>
                  </a:extLst>
                </p:cNvPr>
                <p:cNvPicPr/>
                <p:nvPr/>
              </p:nvPicPr>
              <p:blipFill>
                <a:blip r:embed="rId29"/>
                <a:stretch>
                  <a:fillRect/>
                </a:stretch>
              </p:blipFill>
              <p:spPr>
                <a:xfrm>
                  <a:off x="5797165" y="2923334"/>
                  <a:ext cx="13284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1B26A377-F8A5-EA37-50DB-462F46667384}"/>
                    </a:ext>
                  </a:extLst>
                </p14:cNvPr>
                <p14:cNvContentPartPr/>
                <p14:nvPr/>
              </p14:nvContentPartPr>
              <p14:xfrm>
                <a:off x="5956645" y="2937374"/>
                <a:ext cx="229680" cy="241560"/>
              </p14:xfrm>
            </p:contentPart>
          </mc:Choice>
          <mc:Fallback>
            <p:pic>
              <p:nvPicPr>
                <p:cNvPr id="18" name="Ink 17">
                  <a:extLst>
                    <a:ext uri="{FF2B5EF4-FFF2-40B4-BE49-F238E27FC236}">
                      <a16:creationId xmlns:a16="http://schemas.microsoft.com/office/drawing/2014/main" id="{1B26A377-F8A5-EA37-50DB-462F46667384}"/>
                    </a:ext>
                  </a:extLst>
                </p:cNvPr>
                <p:cNvPicPr/>
                <p:nvPr/>
              </p:nvPicPr>
              <p:blipFill>
                <a:blip r:embed="rId31"/>
                <a:stretch>
                  <a:fillRect/>
                </a:stretch>
              </p:blipFill>
              <p:spPr>
                <a:xfrm>
                  <a:off x="5950525" y="2931254"/>
                  <a:ext cx="24192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187264DE-9649-B2F1-54BB-F0BEAE2D8613}"/>
                    </a:ext>
                  </a:extLst>
                </p14:cNvPr>
                <p14:cNvContentPartPr/>
                <p14:nvPr/>
              </p14:nvContentPartPr>
              <p14:xfrm>
                <a:off x="6563245" y="2747654"/>
                <a:ext cx="309600" cy="44640"/>
              </p14:xfrm>
            </p:contentPart>
          </mc:Choice>
          <mc:Fallback>
            <p:pic>
              <p:nvPicPr>
                <p:cNvPr id="19" name="Ink 18">
                  <a:extLst>
                    <a:ext uri="{FF2B5EF4-FFF2-40B4-BE49-F238E27FC236}">
                      <a16:creationId xmlns:a16="http://schemas.microsoft.com/office/drawing/2014/main" id="{187264DE-9649-B2F1-54BB-F0BEAE2D8613}"/>
                    </a:ext>
                  </a:extLst>
                </p:cNvPr>
                <p:cNvPicPr/>
                <p:nvPr/>
              </p:nvPicPr>
              <p:blipFill>
                <a:blip r:embed="rId33"/>
                <a:stretch>
                  <a:fillRect/>
                </a:stretch>
              </p:blipFill>
              <p:spPr>
                <a:xfrm>
                  <a:off x="6557125" y="2741534"/>
                  <a:ext cx="32184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AC167F67-35FB-A0F9-671C-A7B6FFE32A8D}"/>
                    </a:ext>
                  </a:extLst>
                </p14:cNvPr>
                <p14:cNvContentPartPr/>
                <p14:nvPr/>
              </p14:nvContentPartPr>
              <p14:xfrm>
                <a:off x="6664405" y="2763854"/>
                <a:ext cx="70560" cy="316080"/>
              </p14:xfrm>
            </p:contentPart>
          </mc:Choice>
          <mc:Fallback>
            <p:pic>
              <p:nvPicPr>
                <p:cNvPr id="20" name="Ink 19">
                  <a:extLst>
                    <a:ext uri="{FF2B5EF4-FFF2-40B4-BE49-F238E27FC236}">
                      <a16:creationId xmlns:a16="http://schemas.microsoft.com/office/drawing/2014/main" id="{AC167F67-35FB-A0F9-671C-A7B6FFE32A8D}"/>
                    </a:ext>
                  </a:extLst>
                </p:cNvPr>
                <p:cNvPicPr/>
                <p:nvPr/>
              </p:nvPicPr>
              <p:blipFill>
                <a:blip r:embed="rId35"/>
                <a:stretch>
                  <a:fillRect/>
                </a:stretch>
              </p:blipFill>
              <p:spPr>
                <a:xfrm>
                  <a:off x="6658285" y="2757734"/>
                  <a:ext cx="8280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FC11BFEE-A2E3-FC36-019C-05FB6EAC1D9C}"/>
                    </a:ext>
                  </a:extLst>
                </p14:cNvPr>
                <p14:cNvContentPartPr/>
                <p14:nvPr/>
              </p14:nvContentPartPr>
              <p14:xfrm>
                <a:off x="6891205" y="2843414"/>
                <a:ext cx="64440" cy="267840"/>
              </p14:xfrm>
            </p:contentPart>
          </mc:Choice>
          <mc:Fallback>
            <p:pic>
              <p:nvPicPr>
                <p:cNvPr id="21" name="Ink 20">
                  <a:extLst>
                    <a:ext uri="{FF2B5EF4-FFF2-40B4-BE49-F238E27FC236}">
                      <a16:creationId xmlns:a16="http://schemas.microsoft.com/office/drawing/2014/main" id="{FC11BFEE-A2E3-FC36-019C-05FB6EAC1D9C}"/>
                    </a:ext>
                  </a:extLst>
                </p:cNvPr>
                <p:cNvPicPr/>
                <p:nvPr/>
              </p:nvPicPr>
              <p:blipFill>
                <a:blip r:embed="rId37"/>
                <a:stretch>
                  <a:fillRect/>
                </a:stretch>
              </p:blipFill>
              <p:spPr>
                <a:xfrm>
                  <a:off x="6885085" y="2837294"/>
                  <a:ext cx="7668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54CD30B4-DA58-E1B6-1E29-855A9C7E4511}"/>
                    </a:ext>
                  </a:extLst>
                </p14:cNvPr>
                <p14:cNvContentPartPr/>
                <p14:nvPr/>
              </p14:nvContentPartPr>
              <p14:xfrm>
                <a:off x="4790245" y="3265334"/>
                <a:ext cx="2041560" cy="159840"/>
              </p14:xfrm>
            </p:contentPart>
          </mc:Choice>
          <mc:Fallback>
            <p:pic>
              <p:nvPicPr>
                <p:cNvPr id="22" name="Ink 21">
                  <a:extLst>
                    <a:ext uri="{FF2B5EF4-FFF2-40B4-BE49-F238E27FC236}">
                      <a16:creationId xmlns:a16="http://schemas.microsoft.com/office/drawing/2014/main" id="{54CD30B4-DA58-E1B6-1E29-855A9C7E4511}"/>
                    </a:ext>
                  </a:extLst>
                </p:cNvPr>
                <p:cNvPicPr/>
                <p:nvPr/>
              </p:nvPicPr>
              <p:blipFill>
                <a:blip r:embed="rId39"/>
                <a:stretch>
                  <a:fillRect/>
                </a:stretch>
              </p:blipFill>
              <p:spPr>
                <a:xfrm>
                  <a:off x="4784125" y="3259214"/>
                  <a:ext cx="2053800" cy="172080"/>
                </a:xfrm>
                <a:prstGeom prst="rect">
                  <a:avLst/>
                </a:prstGeom>
              </p:spPr>
            </p:pic>
          </mc:Fallback>
        </mc:AlternateContent>
      </p:grpSp>
    </p:spTree>
    <p:custDataLst>
      <p:tags r:id="rId1"/>
    </p:custDataLst>
    <p:extLst>
      <p:ext uri="{BB962C8B-B14F-4D97-AF65-F5344CB8AC3E}">
        <p14:creationId xmlns:p14="http://schemas.microsoft.com/office/powerpoint/2010/main" val="626016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550857-136B-CEC3-2238-E322A334FB1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143E93A-5768-F583-ECB5-B244BB3748E8}"/>
              </a:ext>
            </a:extLst>
          </p:cNvPr>
          <p:cNvSpPr>
            <a:spLocks noGrp="1" noChangeArrowheads="1"/>
          </p:cNvSpPr>
          <p:nvPr>
            <p:ph type="title"/>
          </p:nvPr>
        </p:nvSpPr>
        <p:spPr>
          <a:xfrm>
            <a:off x="228600" y="10510"/>
            <a:ext cx="8763000" cy="1143000"/>
          </a:xfrm>
        </p:spPr>
        <p:txBody>
          <a:bodyPr/>
          <a:lstStyle/>
          <a:p>
            <a:r>
              <a:rPr lang="en-US" dirty="0">
                <a:solidFill>
                  <a:schemeClr val="tx2"/>
                </a:solidFill>
              </a:rPr>
              <a:t>Monitoring inventory balances (cont.)</a:t>
            </a:r>
          </a:p>
        </p:txBody>
      </p:sp>
      <p:sp>
        <p:nvSpPr>
          <p:cNvPr id="3" name="Slide Number Placeholder 2">
            <a:extLst>
              <a:ext uri="{FF2B5EF4-FFF2-40B4-BE49-F238E27FC236}">
                <a16:creationId xmlns:a16="http://schemas.microsoft.com/office/drawing/2014/main" id="{39C77D21-4C98-9ECD-1EEC-5A93217919D7}"/>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30</a:t>
            </a:fld>
            <a:endParaRPr lang="en-US">
              <a:solidFill>
                <a:schemeClr val="tx1"/>
              </a:solidFill>
            </a:endParaRPr>
          </a:p>
        </p:txBody>
      </p:sp>
      <p:sp>
        <p:nvSpPr>
          <p:cNvPr id="4" name="Rectangle 5">
            <a:extLst>
              <a:ext uri="{FF2B5EF4-FFF2-40B4-BE49-F238E27FC236}">
                <a16:creationId xmlns:a16="http://schemas.microsoft.com/office/drawing/2014/main" id="{F26D482A-3859-D83F-7EBA-1BA38E66DD5B}"/>
              </a:ext>
            </a:extLst>
          </p:cNvPr>
          <p:cNvSpPr>
            <a:spLocks noGrp="1" noChangeArrowheads="1"/>
          </p:cNvSpPr>
          <p:nvPr>
            <p:ph idx="1"/>
          </p:nvPr>
        </p:nvSpPr>
        <p:spPr>
          <a:xfrm>
            <a:off x="259976" y="990600"/>
            <a:ext cx="8655424" cy="5247290"/>
          </a:xfrm>
        </p:spPr>
        <p:txBody>
          <a:bodyPr/>
          <a:lstStyle/>
          <a:p>
            <a:pPr marL="0" indent="0" algn="just">
              <a:lnSpc>
                <a:spcPct val="100000"/>
              </a:lnSpc>
              <a:buSzPct val="100000"/>
              <a:buNone/>
            </a:pPr>
            <a:r>
              <a:rPr lang="en-US" sz="2400" dirty="0">
                <a:latin typeface="+mj-lt"/>
              </a:rPr>
              <a:t>Example: The beginning inventory of cellular phones is 25 units (amounts to R3 000) and ending inventory of the same item is 15 units (amounts to R1 800). Total units of phones sold is 800 (amounts to R96 000). What is the inventory turnover in units?</a:t>
            </a:r>
          </a:p>
          <a:p>
            <a:pPr marL="0" indent="0" algn="just">
              <a:lnSpc>
                <a:spcPct val="100000"/>
              </a:lnSpc>
              <a:buSzPct val="100000"/>
              <a:buNone/>
            </a:pPr>
            <a:endParaRPr lang="en-US" sz="1000" dirty="0">
              <a:latin typeface="+mj-lt"/>
            </a:endParaRPr>
          </a:p>
          <a:p>
            <a:pPr marL="0" indent="0" algn="just">
              <a:lnSpc>
                <a:spcPct val="100000"/>
              </a:lnSpc>
              <a:buSzPct val="100000"/>
              <a:buNone/>
            </a:pPr>
            <a:r>
              <a:rPr lang="en-US" sz="2400" dirty="0">
                <a:latin typeface="+mj-lt"/>
              </a:rPr>
              <a:t>	= Sales in units / Avg units of inventory on hand</a:t>
            </a:r>
          </a:p>
          <a:p>
            <a:pPr marL="0" indent="0" algn="just">
              <a:lnSpc>
                <a:spcPct val="100000"/>
              </a:lnSpc>
              <a:buSzPct val="100000"/>
              <a:buNone/>
            </a:pPr>
            <a:r>
              <a:rPr lang="en-US" sz="2400" dirty="0">
                <a:latin typeface="+mj-lt"/>
              </a:rPr>
              <a:t>	= 800 / [(25 + 15) / 2]</a:t>
            </a:r>
          </a:p>
          <a:p>
            <a:pPr marL="0" indent="0" algn="just">
              <a:lnSpc>
                <a:spcPct val="100000"/>
              </a:lnSpc>
              <a:buSzPct val="100000"/>
              <a:buNone/>
            </a:pPr>
            <a:r>
              <a:rPr lang="en-US" sz="2400" dirty="0">
                <a:latin typeface="+mj-lt"/>
              </a:rPr>
              <a:t>	= 40 times</a:t>
            </a:r>
          </a:p>
          <a:p>
            <a:pPr marL="0" indent="0" algn="just">
              <a:lnSpc>
                <a:spcPct val="100000"/>
              </a:lnSpc>
              <a:buSzPct val="100000"/>
              <a:buNone/>
            </a:pPr>
            <a:endParaRPr lang="en-US" sz="1000" dirty="0">
              <a:latin typeface="+mj-lt"/>
            </a:endParaRPr>
          </a:p>
          <a:p>
            <a:pPr marL="0" indent="0" algn="just">
              <a:lnSpc>
                <a:spcPct val="100000"/>
              </a:lnSpc>
              <a:buSzPct val="100000"/>
              <a:buNone/>
            </a:pPr>
            <a:r>
              <a:rPr lang="en-US" sz="2400" dirty="0">
                <a:latin typeface="+mj-lt"/>
              </a:rPr>
              <a:t>And in monetary value (Rands)?</a:t>
            </a:r>
          </a:p>
          <a:p>
            <a:pPr marL="0" indent="0" algn="just">
              <a:lnSpc>
                <a:spcPct val="100000"/>
              </a:lnSpc>
              <a:buSzPct val="100000"/>
              <a:buNone/>
            </a:pPr>
            <a:r>
              <a:rPr lang="en-US" sz="2400" dirty="0">
                <a:latin typeface="+mj-lt"/>
              </a:rPr>
              <a:t>	= Value of inventory / [(Begin value + End value) / 2]</a:t>
            </a:r>
          </a:p>
          <a:p>
            <a:pPr marL="0" indent="0" algn="just">
              <a:lnSpc>
                <a:spcPct val="100000"/>
              </a:lnSpc>
              <a:buSzPct val="100000"/>
              <a:buNone/>
            </a:pPr>
            <a:r>
              <a:rPr lang="en-US" sz="2400" dirty="0">
                <a:latin typeface="+mj-lt"/>
              </a:rPr>
              <a:t>	= 96 000 / [(3 000 + 1 800) / 2]</a:t>
            </a:r>
          </a:p>
          <a:p>
            <a:pPr marL="0" indent="0" algn="just">
              <a:lnSpc>
                <a:spcPct val="100000"/>
              </a:lnSpc>
              <a:buSzPct val="100000"/>
              <a:buNone/>
            </a:pPr>
            <a:r>
              <a:rPr lang="en-US" sz="2400" dirty="0">
                <a:latin typeface="+mj-lt"/>
              </a:rPr>
              <a:t>	= </a:t>
            </a:r>
            <a:r>
              <a:rPr lang="en-US" sz="2400">
                <a:latin typeface="+mj-lt"/>
              </a:rPr>
              <a:t>40 times</a:t>
            </a:r>
            <a:endParaRPr lang="en-US" sz="2400" dirty="0">
              <a:latin typeface="+mj-lt"/>
            </a:endParaRPr>
          </a:p>
          <a:p>
            <a:pPr marL="0" indent="0" algn="just">
              <a:lnSpc>
                <a:spcPct val="100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2269782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D6DBB3-1012-AB6D-7B04-9AECCFAF261F}"/>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EDDE126-F269-5C77-2A17-E18938260D38}"/>
              </a:ext>
            </a:extLst>
          </p:cNvPr>
          <p:cNvSpPr>
            <a:spLocks noGrp="1" noChangeArrowheads="1"/>
          </p:cNvSpPr>
          <p:nvPr>
            <p:ph type="title"/>
          </p:nvPr>
        </p:nvSpPr>
        <p:spPr>
          <a:xfrm>
            <a:off x="228600" y="10510"/>
            <a:ext cx="8763000" cy="1143000"/>
          </a:xfrm>
        </p:spPr>
        <p:txBody>
          <a:bodyPr/>
          <a:lstStyle/>
          <a:p>
            <a:r>
              <a:rPr lang="en-US" dirty="0">
                <a:solidFill>
                  <a:schemeClr val="tx2"/>
                </a:solidFill>
              </a:rPr>
              <a:t>Monitoring inventory balances (cont.)</a:t>
            </a:r>
          </a:p>
        </p:txBody>
      </p:sp>
      <p:sp>
        <p:nvSpPr>
          <p:cNvPr id="3" name="Slide Number Placeholder 2">
            <a:extLst>
              <a:ext uri="{FF2B5EF4-FFF2-40B4-BE49-F238E27FC236}">
                <a16:creationId xmlns:a16="http://schemas.microsoft.com/office/drawing/2014/main" id="{226E0D6F-8122-06C2-B1E2-DA539B82876E}"/>
              </a:ext>
            </a:extLst>
          </p:cNvPr>
          <p:cNvSpPr>
            <a:spLocks noGrp="1"/>
          </p:cNvSpPr>
          <p:nvPr>
            <p:ph type="sldNum" sz="quarter" idx="12"/>
          </p:nvPr>
        </p:nvSpPr>
        <p:spPr/>
        <p:txBody>
          <a:bodyPr/>
          <a:lstStyle/>
          <a:p>
            <a:pPr>
              <a:defRPr/>
            </a:pPr>
            <a:fld id="{EE7E0EE7-581C-F445-BDC6-E24C5F5F02F8}" type="slidenum">
              <a:rPr lang="en-US" sz="2000" smtClean="0">
                <a:solidFill>
                  <a:schemeClr val="tx1"/>
                </a:solidFill>
              </a:rPr>
              <a:pPr>
                <a:defRPr/>
              </a:pPr>
              <a:t>31</a:t>
            </a:fld>
            <a:endParaRPr lang="en-US" sz="2000">
              <a:solidFill>
                <a:schemeClr val="tx1"/>
              </a:solidFill>
            </a:endParaRPr>
          </a:p>
        </p:txBody>
      </p:sp>
      <p:sp>
        <p:nvSpPr>
          <p:cNvPr id="4" name="Rectangle 5">
            <a:extLst>
              <a:ext uri="{FF2B5EF4-FFF2-40B4-BE49-F238E27FC236}">
                <a16:creationId xmlns:a16="http://schemas.microsoft.com/office/drawing/2014/main" id="{601F2B22-75D7-9684-F309-49392FA9AF31}"/>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err="1">
                <a:latin typeface="+mj-lt"/>
              </a:rPr>
              <a:t>Analysing</a:t>
            </a:r>
            <a:r>
              <a:rPr lang="en-US" sz="2400" dirty="0">
                <a:latin typeface="+mj-lt"/>
              </a:rPr>
              <a:t> turnover rates</a:t>
            </a:r>
          </a:p>
          <a:p>
            <a:pPr marL="0" indent="0" algn="just">
              <a:lnSpc>
                <a:spcPct val="100000"/>
              </a:lnSpc>
              <a:buSzPct val="100000"/>
              <a:buNone/>
            </a:pPr>
            <a:endParaRPr lang="en-US" sz="2400" dirty="0">
              <a:latin typeface="+mj-lt"/>
            </a:endParaRPr>
          </a:p>
        </p:txBody>
      </p:sp>
      <p:sp>
        <p:nvSpPr>
          <p:cNvPr id="5" name="TextBox 4">
            <a:extLst>
              <a:ext uri="{FF2B5EF4-FFF2-40B4-BE49-F238E27FC236}">
                <a16:creationId xmlns:a16="http://schemas.microsoft.com/office/drawing/2014/main" id="{E9D81986-4E10-68DE-0F32-A983B510B48F}"/>
              </a:ext>
            </a:extLst>
          </p:cNvPr>
          <p:cNvSpPr txBox="1"/>
          <p:nvPr/>
        </p:nvSpPr>
        <p:spPr>
          <a:xfrm>
            <a:off x="2743200" y="1524000"/>
            <a:ext cx="3276600" cy="400110"/>
          </a:xfrm>
          <a:prstGeom prst="rect">
            <a:avLst/>
          </a:prstGeom>
          <a:noFill/>
          <a:ln>
            <a:solidFill>
              <a:schemeClr val="tx1"/>
            </a:solidFill>
          </a:ln>
        </p:spPr>
        <p:txBody>
          <a:bodyPr wrap="square" rtlCol="0">
            <a:spAutoFit/>
          </a:bodyPr>
          <a:lstStyle/>
          <a:p>
            <a:pPr algn="ctr"/>
            <a:r>
              <a:rPr lang="en-US" sz="2000" dirty="0"/>
              <a:t>Inventory turnover</a:t>
            </a:r>
            <a:endParaRPr lang="en-ZA" sz="2000" dirty="0"/>
          </a:p>
        </p:txBody>
      </p:sp>
      <p:sp>
        <p:nvSpPr>
          <p:cNvPr id="6" name="TextBox 5">
            <a:extLst>
              <a:ext uri="{FF2B5EF4-FFF2-40B4-BE49-F238E27FC236}">
                <a16:creationId xmlns:a16="http://schemas.microsoft.com/office/drawing/2014/main" id="{E680A5C9-FECD-4C04-7FBD-3B00DB17C684}"/>
              </a:ext>
            </a:extLst>
          </p:cNvPr>
          <p:cNvSpPr txBox="1"/>
          <p:nvPr/>
        </p:nvSpPr>
        <p:spPr>
          <a:xfrm>
            <a:off x="228600" y="2514600"/>
            <a:ext cx="3962400" cy="3170099"/>
          </a:xfrm>
          <a:prstGeom prst="rect">
            <a:avLst/>
          </a:prstGeom>
          <a:noFill/>
          <a:ln>
            <a:solidFill>
              <a:srgbClr val="009900"/>
            </a:solidFill>
          </a:ln>
        </p:spPr>
        <p:txBody>
          <a:bodyPr wrap="square" rtlCol="0">
            <a:spAutoFit/>
          </a:bodyPr>
          <a:lstStyle/>
          <a:p>
            <a:pPr algn="ctr"/>
            <a:r>
              <a:rPr lang="en-US" sz="2000" dirty="0">
                <a:solidFill>
                  <a:srgbClr val="009900"/>
                </a:solidFill>
              </a:rPr>
              <a:t>Increasing</a:t>
            </a:r>
          </a:p>
          <a:p>
            <a:pPr marL="342900" indent="-342900">
              <a:buFont typeface="Arial" panose="020B0604020202020204" pitchFamily="34" charset="0"/>
              <a:buChar char="•"/>
            </a:pPr>
            <a:r>
              <a:rPr lang="en-US" sz="2000" dirty="0">
                <a:solidFill>
                  <a:srgbClr val="009900"/>
                </a:solidFill>
              </a:rPr>
              <a:t>Increase in total profits</a:t>
            </a:r>
          </a:p>
          <a:p>
            <a:pPr marL="342900" indent="-342900">
              <a:buFont typeface="Arial" panose="020B0604020202020204" pitchFamily="34" charset="0"/>
              <a:buChar char="•"/>
            </a:pPr>
            <a:r>
              <a:rPr lang="en-US" sz="2000" dirty="0">
                <a:solidFill>
                  <a:srgbClr val="009900"/>
                </a:solidFill>
              </a:rPr>
              <a:t>Use capital more efficiently</a:t>
            </a:r>
          </a:p>
          <a:p>
            <a:pPr marL="342900" indent="-342900">
              <a:buFont typeface="Arial" panose="020B0604020202020204" pitchFamily="34" charset="0"/>
              <a:buChar char="•"/>
            </a:pPr>
            <a:r>
              <a:rPr lang="en-US" sz="2000" dirty="0">
                <a:solidFill>
                  <a:srgbClr val="009900"/>
                </a:solidFill>
              </a:rPr>
              <a:t>Decrease in fixed expenses per unit</a:t>
            </a:r>
          </a:p>
          <a:p>
            <a:pPr marL="342900" indent="-342900">
              <a:buFont typeface="Arial" panose="020B0604020202020204" pitchFamily="34" charset="0"/>
              <a:buChar char="•"/>
            </a:pPr>
            <a:r>
              <a:rPr lang="en-US" sz="2000" dirty="0">
                <a:solidFill>
                  <a:srgbClr val="009900"/>
                </a:solidFill>
              </a:rPr>
              <a:t>Decrease in markdowns</a:t>
            </a:r>
          </a:p>
          <a:p>
            <a:pPr marL="342900" indent="-342900">
              <a:buFont typeface="Arial" panose="020B0604020202020204" pitchFamily="34" charset="0"/>
              <a:buChar char="•"/>
            </a:pPr>
            <a:r>
              <a:rPr lang="en-US" sz="2000" dirty="0">
                <a:solidFill>
                  <a:srgbClr val="009900"/>
                </a:solidFill>
              </a:rPr>
              <a:t>Possible to buy new merchandise</a:t>
            </a:r>
          </a:p>
          <a:p>
            <a:pPr marL="342900" indent="-342900">
              <a:buFont typeface="Arial" panose="020B0604020202020204" pitchFamily="34" charset="0"/>
              <a:buChar char="•"/>
            </a:pPr>
            <a:r>
              <a:rPr lang="en-US" sz="2000" dirty="0">
                <a:solidFill>
                  <a:srgbClr val="009900"/>
                </a:solidFill>
              </a:rPr>
              <a:t>Merchandise kept fresh (perishable)</a:t>
            </a:r>
            <a:endParaRPr lang="en-ZA" sz="2000" dirty="0">
              <a:solidFill>
                <a:srgbClr val="009900"/>
              </a:solidFill>
            </a:endParaRPr>
          </a:p>
        </p:txBody>
      </p:sp>
      <p:sp>
        <p:nvSpPr>
          <p:cNvPr id="7" name="TextBox 6">
            <a:extLst>
              <a:ext uri="{FF2B5EF4-FFF2-40B4-BE49-F238E27FC236}">
                <a16:creationId xmlns:a16="http://schemas.microsoft.com/office/drawing/2014/main" id="{7D4B3613-E828-2C07-57AA-30127DFF9023}"/>
              </a:ext>
            </a:extLst>
          </p:cNvPr>
          <p:cNvSpPr txBox="1"/>
          <p:nvPr/>
        </p:nvSpPr>
        <p:spPr>
          <a:xfrm>
            <a:off x="5029200" y="2514600"/>
            <a:ext cx="3733800" cy="1631216"/>
          </a:xfrm>
          <a:prstGeom prst="rect">
            <a:avLst/>
          </a:prstGeom>
          <a:noFill/>
          <a:ln>
            <a:solidFill>
              <a:srgbClr val="C00000"/>
            </a:solidFill>
          </a:ln>
        </p:spPr>
        <p:txBody>
          <a:bodyPr wrap="square" rtlCol="0">
            <a:spAutoFit/>
          </a:bodyPr>
          <a:lstStyle/>
          <a:p>
            <a:pPr algn="ctr"/>
            <a:r>
              <a:rPr lang="en-US" sz="2000" dirty="0">
                <a:solidFill>
                  <a:srgbClr val="C00000"/>
                </a:solidFill>
              </a:rPr>
              <a:t>High</a:t>
            </a:r>
          </a:p>
          <a:p>
            <a:pPr marL="342900" indent="-342900">
              <a:buFont typeface="Arial" panose="020B0604020202020204" pitchFamily="34" charset="0"/>
              <a:buChar char="•"/>
            </a:pPr>
            <a:r>
              <a:rPr lang="en-US" sz="2000" dirty="0">
                <a:solidFill>
                  <a:srgbClr val="C00000"/>
                </a:solidFill>
              </a:rPr>
              <a:t>Out-of-inventory situations</a:t>
            </a:r>
          </a:p>
          <a:p>
            <a:pPr marL="342900" indent="-342900">
              <a:buFont typeface="Arial" panose="020B0604020202020204" pitchFamily="34" charset="0"/>
              <a:buChar char="•"/>
            </a:pPr>
            <a:r>
              <a:rPr lang="en-US" sz="2000" dirty="0">
                <a:solidFill>
                  <a:srgbClr val="C00000"/>
                </a:solidFill>
              </a:rPr>
              <a:t>Increase in order and receiving costs</a:t>
            </a:r>
          </a:p>
          <a:p>
            <a:pPr marL="342900" indent="-342900">
              <a:buFont typeface="Arial" panose="020B0604020202020204" pitchFamily="34" charset="0"/>
              <a:buChar char="•"/>
            </a:pPr>
            <a:r>
              <a:rPr lang="en-US" sz="2000" dirty="0">
                <a:solidFill>
                  <a:srgbClr val="C00000"/>
                </a:solidFill>
              </a:rPr>
              <a:t>Loss of quantity discounts</a:t>
            </a:r>
            <a:endParaRPr lang="en-ZA" sz="2000" dirty="0">
              <a:solidFill>
                <a:srgbClr val="C00000"/>
              </a:solidFill>
            </a:endParaRPr>
          </a:p>
        </p:txBody>
      </p:sp>
      <p:cxnSp>
        <p:nvCxnSpPr>
          <p:cNvPr id="18" name="Straight Connector 17">
            <a:extLst>
              <a:ext uri="{FF2B5EF4-FFF2-40B4-BE49-F238E27FC236}">
                <a16:creationId xmlns:a16="http://schemas.microsoft.com/office/drawing/2014/main" id="{3053A4BE-3D7F-B4E3-4024-DC0938C010E5}"/>
              </a:ext>
            </a:extLst>
          </p:cNvPr>
          <p:cNvCxnSpPr/>
          <p:nvPr/>
        </p:nvCxnSpPr>
        <p:spPr bwMode="auto">
          <a:xfrm>
            <a:off x="2209800" y="2209800"/>
            <a:ext cx="46482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9F6187FD-4029-7927-A935-B3D3CD3E6487}"/>
              </a:ext>
            </a:extLst>
          </p:cNvPr>
          <p:cNvCxnSpPr>
            <a:stCxn id="5" idx="2"/>
          </p:cNvCxnSpPr>
          <p:nvPr/>
        </p:nvCxnSpPr>
        <p:spPr bwMode="auto">
          <a:xfrm>
            <a:off x="4381500" y="1924110"/>
            <a:ext cx="0" cy="2880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BE89A517-839E-0E8F-276E-BFFE0ACEB4AB}"/>
              </a:ext>
            </a:extLst>
          </p:cNvPr>
          <p:cNvCxnSpPr/>
          <p:nvPr/>
        </p:nvCxnSpPr>
        <p:spPr bwMode="auto">
          <a:xfrm>
            <a:off x="6858000" y="2209800"/>
            <a:ext cx="0" cy="2880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0EB53D75-2B57-21B8-FD9A-2A3ACB79ADC2}"/>
              </a:ext>
            </a:extLst>
          </p:cNvPr>
          <p:cNvCxnSpPr/>
          <p:nvPr/>
        </p:nvCxnSpPr>
        <p:spPr bwMode="auto">
          <a:xfrm>
            <a:off x="2209800" y="2209800"/>
            <a:ext cx="0" cy="2880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ustDataLst>
      <p:tags r:id="rId1"/>
    </p:custDataLst>
    <p:extLst>
      <p:ext uri="{BB962C8B-B14F-4D97-AF65-F5344CB8AC3E}">
        <p14:creationId xmlns:p14="http://schemas.microsoft.com/office/powerpoint/2010/main" val="23404270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BE14C7A-4403-C0C1-0459-C3C196403E7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C4B2417-0E82-BA9D-3413-707ACCCC9C38}"/>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Preventing inventory losses</a:t>
            </a:r>
          </a:p>
        </p:txBody>
      </p:sp>
      <p:sp>
        <p:nvSpPr>
          <p:cNvPr id="3" name="Slide Number Placeholder 2">
            <a:extLst>
              <a:ext uri="{FF2B5EF4-FFF2-40B4-BE49-F238E27FC236}">
                <a16:creationId xmlns:a16="http://schemas.microsoft.com/office/drawing/2014/main" id="{D4752177-DCCE-D905-E280-7244ACBD04E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32</a:t>
            </a:fld>
            <a:endParaRPr lang="en-US">
              <a:solidFill>
                <a:schemeClr val="tx1"/>
              </a:solidFill>
            </a:endParaRPr>
          </a:p>
        </p:txBody>
      </p:sp>
      <p:graphicFrame>
        <p:nvGraphicFramePr>
          <p:cNvPr id="2" name="Diagram 1">
            <a:extLst>
              <a:ext uri="{FF2B5EF4-FFF2-40B4-BE49-F238E27FC236}">
                <a16:creationId xmlns:a16="http://schemas.microsoft.com/office/drawing/2014/main" id="{FB5503BF-E0DD-BEBD-EAB1-70AC242DC0EF}"/>
              </a:ext>
            </a:extLst>
          </p:cNvPr>
          <p:cNvGraphicFramePr/>
          <p:nvPr>
            <p:extLst>
              <p:ext uri="{D42A27DB-BD31-4B8C-83A1-F6EECF244321}">
                <p14:modId xmlns:p14="http://schemas.microsoft.com/office/powerpoint/2010/main" val="2653037461"/>
              </p:ext>
            </p:extLst>
          </p:nvPr>
        </p:nvGraphicFramePr>
        <p:xfrm>
          <a:off x="304800" y="1153510"/>
          <a:ext cx="86106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784214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650D06-5EF7-3783-6CAC-FA570640EFD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DB80925-5CD3-B3C3-B157-2E78FB0B43CE}"/>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Preventing inventory losses (cont.)</a:t>
            </a:r>
          </a:p>
        </p:txBody>
      </p:sp>
      <p:sp>
        <p:nvSpPr>
          <p:cNvPr id="3" name="Slide Number Placeholder 2">
            <a:extLst>
              <a:ext uri="{FF2B5EF4-FFF2-40B4-BE49-F238E27FC236}">
                <a16:creationId xmlns:a16="http://schemas.microsoft.com/office/drawing/2014/main" id="{10A0E105-4F21-9F68-422B-E11D567FF3EB}"/>
              </a:ext>
            </a:extLst>
          </p:cNvPr>
          <p:cNvSpPr>
            <a:spLocks noGrp="1"/>
          </p:cNvSpPr>
          <p:nvPr>
            <p:ph type="sldNum" sz="quarter" idx="12"/>
          </p:nvPr>
        </p:nvSpPr>
        <p:spPr/>
        <p:txBody>
          <a:bodyPr/>
          <a:lstStyle/>
          <a:p>
            <a:pPr>
              <a:defRPr/>
            </a:pPr>
            <a:fld id="{EE7E0EE7-581C-F445-BDC6-E24C5F5F02F8}" type="slidenum">
              <a:rPr lang="en-US" sz="1000" smtClean="0">
                <a:solidFill>
                  <a:schemeClr val="tx1"/>
                </a:solidFill>
              </a:rPr>
              <a:pPr>
                <a:defRPr/>
              </a:pPr>
              <a:t>33</a:t>
            </a:fld>
            <a:endParaRPr lang="en-US" sz="1000">
              <a:solidFill>
                <a:schemeClr val="tx1"/>
              </a:solidFill>
            </a:endParaRPr>
          </a:p>
        </p:txBody>
      </p:sp>
      <p:graphicFrame>
        <p:nvGraphicFramePr>
          <p:cNvPr id="6" name="Diagram 5">
            <a:extLst>
              <a:ext uri="{FF2B5EF4-FFF2-40B4-BE49-F238E27FC236}">
                <a16:creationId xmlns:a16="http://schemas.microsoft.com/office/drawing/2014/main" id="{FED5BB88-26A2-7F71-C02D-FE0D52067F11}"/>
              </a:ext>
            </a:extLst>
          </p:cNvPr>
          <p:cNvGraphicFramePr/>
          <p:nvPr>
            <p:extLst>
              <p:ext uri="{D42A27DB-BD31-4B8C-83A1-F6EECF244321}">
                <p14:modId xmlns:p14="http://schemas.microsoft.com/office/powerpoint/2010/main" val="4081511602"/>
              </p:ext>
            </p:extLst>
          </p:nvPr>
        </p:nvGraphicFramePr>
        <p:xfrm>
          <a:off x="238432" y="2008719"/>
          <a:ext cx="86106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Diagram 6">
            <a:extLst>
              <a:ext uri="{FF2B5EF4-FFF2-40B4-BE49-F238E27FC236}">
                <a16:creationId xmlns:a16="http://schemas.microsoft.com/office/drawing/2014/main" id="{F8BE0803-2945-525E-4026-EF250DDD4D52}"/>
              </a:ext>
            </a:extLst>
          </p:cNvPr>
          <p:cNvGraphicFramePr/>
          <p:nvPr>
            <p:extLst>
              <p:ext uri="{D42A27DB-BD31-4B8C-83A1-F6EECF244321}">
                <p14:modId xmlns:p14="http://schemas.microsoft.com/office/powerpoint/2010/main" val="1072923827"/>
              </p:ext>
            </p:extLst>
          </p:nvPr>
        </p:nvGraphicFramePr>
        <p:xfrm>
          <a:off x="6019800" y="914400"/>
          <a:ext cx="3124200" cy="98009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ustDataLst>
      <p:tags r:id="rId1"/>
    </p:custDataLst>
    <p:extLst>
      <p:ext uri="{BB962C8B-B14F-4D97-AF65-F5344CB8AC3E}">
        <p14:creationId xmlns:p14="http://schemas.microsoft.com/office/powerpoint/2010/main" val="27362770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056CC6A-D751-BDF3-76D5-7BF0DFC0C7C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8F046C7-65C0-AF21-12CC-CCD1436C676A}"/>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Preventing inventory losses (cont.)</a:t>
            </a:r>
          </a:p>
        </p:txBody>
      </p:sp>
      <p:sp>
        <p:nvSpPr>
          <p:cNvPr id="3" name="Slide Number Placeholder 2">
            <a:extLst>
              <a:ext uri="{FF2B5EF4-FFF2-40B4-BE49-F238E27FC236}">
                <a16:creationId xmlns:a16="http://schemas.microsoft.com/office/drawing/2014/main" id="{616E6150-5B1D-8B2A-DF81-A189CA63C7D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34</a:t>
            </a:fld>
            <a:endParaRPr lang="en-US">
              <a:solidFill>
                <a:schemeClr val="tx1"/>
              </a:solidFill>
            </a:endParaRPr>
          </a:p>
        </p:txBody>
      </p:sp>
      <p:sp>
        <p:nvSpPr>
          <p:cNvPr id="4" name="Rectangle 5">
            <a:extLst>
              <a:ext uri="{FF2B5EF4-FFF2-40B4-BE49-F238E27FC236}">
                <a16:creationId xmlns:a16="http://schemas.microsoft.com/office/drawing/2014/main" id="{953880E3-C343-CC99-13AC-2398F1817690}"/>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Adequate and secure storage</a:t>
            </a:r>
          </a:p>
          <a:p>
            <a:pPr algn="just">
              <a:lnSpc>
                <a:spcPct val="100000"/>
              </a:lnSpc>
              <a:buSzPct val="100000"/>
              <a:buFont typeface="Arial" panose="020B0604020202020204" pitchFamily="34" charset="0"/>
              <a:buChar char="•"/>
            </a:pPr>
            <a:r>
              <a:rPr lang="en-US" sz="2400" dirty="0">
                <a:latin typeface="+mj-lt"/>
              </a:rPr>
              <a:t>Surveillance equipment, tagged or </a:t>
            </a:r>
          </a:p>
          <a:p>
            <a:pPr marL="0" indent="0" algn="just">
              <a:lnSpc>
                <a:spcPct val="100000"/>
              </a:lnSpc>
              <a:buSzPct val="100000"/>
              <a:buNone/>
              <a:tabLst>
                <a:tab pos="354013" algn="l"/>
              </a:tabLst>
            </a:pPr>
            <a:r>
              <a:rPr lang="en-US" sz="2400" dirty="0">
                <a:latin typeface="+mj-lt"/>
              </a:rPr>
              <a:t>	magnetic plastic devices (deactivated/removed)</a:t>
            </a:r>
          </a:p>
          <a:p>
            <a:pPr marL="354013" algn="just">
              <a:lnSpc>
                <a:spcPct val="100000"/>
              </a:lnSpc>
              <a:buSzPct val="100000"/>
              <a:buFont typeface="Arial" panose="020B0604020202020204" pitchFamily="34" charset="0"/>
              <a:buChar char="•"/>
            </a:pPr>
            <a:r>
              <a:rPr lang="en-US" sz="2400" dirty="0">
                <a:latin typeface="+mj-lt"/>
              </a:rPr>
              <a:t>Effective store layout</a:t>
            </a:r>
          </a:p>
          <a:p>
            <a:pPr marL="717550" algn="just">
              <a:lnSpc>
                <a:spcPct val="100000"/>
              </a:lnSpc>
              <a:buSzPct val="100000"/>
              <a:buFont typeface="Wingdings" panose="05000000000000000000" pitchFamily="2" charset="2"/>
              <a:buChar char="§"/>
            </a:pPr>
            <a:r>
              <a:rPr lang="en-US" sz="2400" dirty="0" err="1">
                <a:latin typeface="+mj-lt"/>
              </a:rPr>
              <a:t>Eg</a:t>
            </a:r>
            <a:r>
              <a:rPr lang="en-US" sz="2400" dirty="0">
                <a:latin typeface="+mj-lt"/>
              </a:rPr>
              <a:t> small high-priced items behind counters</a:t>
            </a:r>
          </a:p>
          <a:p>
            <a:pPr algn="just">
              <a:lnSpc>
                <a:spcPct val="100000"/>
              </a:lnSpc>
              <a:buSzPct val="100000"/>
              <a:buFont typeface="Arial" panose="020B0604020202020204" pitchFamily="34" charset="0"/>
              <a:buChar char="•"/>
            </a:pPr>
            <a:r>
              <a:rPr lang="en-US" sz="2400" dirty="0">
                <a:latin typeface="+mj-lt"/>
              </a:rPr>
              <a:t>Fire-detection and fire-fighting equipment</a:t>
            </a:r>
          </a:p>
          <a:p>
            <a:pPr marL="0" indent="0" algn="just">
              <a:lnSpc>
                <a:spcPct val="100000"/>
              </a:lnSpc>
              <a:buSzPct val="100000"/>
              <a:buNone/>
            </a:pPr>
            <a:endParaRPr lang="en-US" sz="2400" dirty="0">
              <a:latin typeface="+mj-lt"/>
            </a:endParaRPr>
          </a:p>
        </p:txBody>
      </p:sp>
      <p:graphicFrame>
        <p:nvGraphicFramePr>
          <p:cNvPr id="5" name="Diagram 4">
            <a:extLst>
              <a:ext uri="{FF2B5EF4-FFF2-40B4-BE49-F238E27FC236}">
                <a16:creationId xmlns:a16="http://schemas.microsoft.com/office/drawing/2014/main" id="{079EB2CB-10D8-C9D1-865D-09E1728EC7F0}"/>
              </a:ext>
            </a:extLst>
          </p:cNvPr>
          <p:cNvGraphicFramePr/>
          <p:nvPr>
            <p:extLst>
              <p:ext uri="{D42A27DB-BD31-4B8C-83A1-F6EECF244321}">
                <p14:modId xmlns:p14="http://schemas.microsoft.com/office/powerpoint/2010/main" val="123552147"/>
              </p:ext>
            </p:extLst>
          </p:nvPr>
        </p:nvGraphicFramePr>
        <p:xfrm>
          <a:off x="6019800" y="914400"/>
          <a:ext cx="3124200" cy="9800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096228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10E5C0-ECE3-F266-68FA-0FAF87A5151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E46D6E9-4846-1ADA-418E-46F2E331E8D9}"/>
              </a:ext>
            </a:extLst>
          </p:cNvPr>
          <p:cNvSpPr>
            <a:spLocks noGrp="1" noChangeArrowheads="1"/>
          </p:cNvSpPr>
          <p:nvPr>
            <p:ph type="title"/>
          </p:nvPr>
        </p:nvSpPr>
        <p:spPr>
          <a:xfrm>
            <a:off x="228600" y="10510"/>
            <a:ext cx="8763000" cy="1143000"/>
          </a:xfrm>
        </p:spPr>
        <p:txBody>
          <a:bodyPr/>
          <a:lstStyle/>
          <a:p>
            <a:r>
              <a:rPr lang="en-US" dirty="0">
                <a:solidFill>
                  <a:schemeClr val="tx2"/>
                </a:solidFill>
              </a:rPr>
              <a:t>Preventing inventory losses (cont.)</a:t>
            </a:r>
          </a:p>
        </p:txBody>
      </p:sp>
      <p:sp>
        <p:nvSpPr>
          <p:cNvPr id="3" name="Slide Number Placeholder 2">
            <a:extLst>
              <a:ext uri="{FF2B5EF4-FFF2-40B4-BE49-F238E27FC236}">
                <a16:creationId xmlns:a16="http://schemas.microsoft.com/office/drawing/2014/main" id="{DAA42AA9-4D7F-E9F2-EF15-44DCA2C931F5}"/>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35</a:t>
            </a:fld>
            <a:endParaRPr lang="en-US">
              <a:solidFill>
                <a:schemeClr val="tx1"/>
              </a:solidFill>
            </a:endParaRPr>
          </a:p>
        </p:txBody>
      </p:sp>
      <p:sp>
        <p:nvSpPr>
          <p:cNvPr id="4" name="Rectangle 5">
            <a:extLst>
              <a:ext uri="{FF2B5EF4-FFF2-40B4-BE49-F238E27FC236}">
                <a16:creationId xmlns:a16="http://schemas.microsoft.com/office/drawing/2014/main" id="{F605A739-7220-9E3A-E996-16D44EE3EF2B}"/>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endParaRPr lang="en-US" sz="2400" dirty="0">
              <a:latin typeface="+mj-lt"/>
            </a:endParaRPr>
          </a:p>
          <a:p>
            <a:pPr algn="just">
              <a:lnSpc>
                <a:spcPct val="100000"/>
              </a:lnSpc>
              <a:buSzPct val="100000"/>
              <a:buFont typeface="Arial" panose="020B0604020202020204" pitchFamily="34" charset="0"/>
              <a:buChar char="•"/>
            </a:pPr>
            <a:endParaRPr lang="en-US" sz="2400" dirty="0">
              <a:latin typeface="+mj-lt"/>
            </a:endParaRPr>
          </a:p>
          <a:p>
            <a:pPr algn="just">
              <a:lnSpc>
                <a:spcPct val="100000"/>
              </a:lnSpc>
              <a:buSzPct val="100000"/>
              <a:buFont typeface="Arial" panose="020B0604020202020204" pitchFamily="34" charset="0"/>
              <a:buChar char="•"/>
            </a:pPr>
            <a:endParaRPr lang="en-US" sz="2400" dirty="0">
              <a:latin typeface="+mj-lt"/>
            </a:endParaRPr>
          </a:p>
          <a:p>
            <a:pPr algn="just">
              <a:lnSpc>
                <a:spcPct val="100000"/>
              </a:lnSpc>
              <a:buSzPct val="100000"/>
              <a:buFont typeface="Arial" panose="020B0604020202020204" pitchFamily="34" charset="0"/>
              <a:buChar char="•"/>
            </a:pPr>
            <a:r>
              <a:rPr lang="en-US" sz="2400" dirty="0">
                <a:latin typeface="+mj-lt"/>
              </a:rPr>
              <a:t>Provision for inventory losses – payment of predetermined premium transferring risk of inventory losses to insurance company</a:t>
            </a:r>
          </a:p>
        </p:txBody>
      </p:sp>
      <p:graphicFrame>
        <p:nvGraphicFramePr>
          <p:cNvPr id="2" name="Diagram 1">
            <a:extLst>
              <a:ext uri="{FF2B5EF4-FFF2-40B4-BE49-F238E27FC236}">
                <a16:creationId xmlns:a16="http://schemas.microsoft.com/office/drawing/2014/main" id="{2D5C9980-A954-0864-1218-31734AEC42EC}"/>
              </a:ext>
            </a:extLst>
          </p:cNvPr>
          <p:cNvGraphicFramePr/>
          <p:nvPr>
            <p:extLst>
              <p:ext uri="{D42A27DB-BD31-4B8C-83A1-F6EECF244321}">
                <p14:modId xmlns:p14="http://schemas.microsoft.com/office/powerpoint/2010/main" val="1309097754"/>
              </p:ext>
            </p:extLst>
          </p:nvPr>
        </p:nvGraphicFramePr>
        <p:xfrm>
          <a:off x="6019800" y="914400"/>
          <a:ext cx="3124200" cy="9800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651680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7AC110-1216-3CC7-7967-E59B4C49FE6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8B77697-B7F3-FFB5-81A2-D71BECA067D6}"/>
              </a:ext>
            </a:extLst>
          </p:cNvPr>
          <p:cNvSpPr>
            <a:spLocks noGrp="1" noChangeArrowheads="1"/>
          </p:cNvSpPr>
          <p:nvPr>
            <p:ph type="title"/>
          </p:nvPr>
        </p:nvSpPr>
        <p:spPr>
          <a:xfrm>
            <a:off x="228600" y="10510"/>
            <a:ext cx="8763000" cy="1143000"/>
          </a:xfrm>
        </p:spPr>
        <p:txBody>
          <a:bodyPr/>
          <a:lstStyle/>
          <a:p>
            <a:r>
              <a:rPr lang="en-US" dirty="0">
                <a:solidFill>
                  <a:schemeClr val="tx2"/>
                </a:solidFill>
              </a:rPr>
              <a:t>Alternatives to holding inventories</a:t>
            </a:r>
          </a:p>
        </p:txBody>
      </p:sp>
      <p:sp>
        <p:nvSpPr>
          <p:cNvPr id="3" name="Slide Number Placeholder 2">
            <a:extLst>
              <a:ext uri="{FF2B5EF4-FFF2-40B4-BE49-F238E27FC236}">
                <a16:creationId xmlns:a16="http://schemas.microsoft.com/office/drawing/2014/main" id="{C9AED06E-11F1-BD20-4A13-369A485D52A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36</a:t>
            </a:fld>
            <a:endParaRPr lang="en-US">
              <a:solidFill>
                <a:schemeClr val="tx1"/>
              </a:solidFill>
            </a:endParaRPr>
          </a:p>
        </p:txBody>
      </p:sp>
      <p:sp>
        <p:nvSpPr>
          <p:cNvPr id="7" name="Rectangle 5">
            <a:extLst>
              <a:ext uri="{FF2B5EF4-FFF2-40B4-BE49-F238E27FC236}">
                <a16:creationId xmlns:a16="http://schemas.microsoft.com/office/drawing/2014/main" id="{FEE04016-C09B-6C4D-7B07-B3C44BAD0F2A}"/>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Enter into future contracts to hedge against possible fluctuations in prices of merchandise</a:t>
            </a:r>
          </a:p>
          <a:p>
            <a:pPr algn="just">
              <a:lnSpc>
                <a:spcPct val="100000"/>
              </a:lnSpc>
              <a:buSzPct val="100000"/>
              <a:buFont typeface="Arial" panose="020B0604020202020204" pitchFamily="34" charset="0"/>
              <a:buChar char="•"/>
            </a:pPr>
            <a:r>
              <a:rPr lang="en-US" sz="2400" dirty="0">
                <a:latin typeface="+mj-lt"/>
              </a:rPr>
              <a:t>Offering longer sales terms or reduce prices as an alternative to immediate availability of merchandise</a:t>
            </a:r>
          </a:p>
          <a:p>
            <a:pPr algn="just">
              <a:lnSpc>
                <a:spcPct val="100000"/>
              </a:lnSpc>
              <a:buSzPct val="100000"/>
              <a:buFont typeface="Arial" panose="020B0604020202020204" pitchFamily="34" charset="0"/>
              <a:buChar char="•"/>
            </a:pPr>
            <a:r>
              <a:rPr lang="en-US" sz="2400" dirty="0">
                <a:latin typeface="+mj-lt"/>
              </a:rPr>
              <a:t>Reducing bigger stock holdings by using more reliable production methods</a:t>
            </a:r>
          </a:p>
        </p:txBody>
      </p:sp>
    </p:spTree>
    <p:custDataLst>
      <p:tags r:id="rId1"/>
    </p:custDataLst>
    <p:extLst>
      <p:ext uri="{BB962C8B-B14F-4D97-AF65-F5344CB8AC3E}">
        <p14:creationId xmlns:p14="http://schemas.microsoft.com/office/powerpoint/2010/main" val="405542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solidFill>
                  <a:schemeClr val="tx2"/>
                </a:solidFill>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11</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 relating to the content already covered</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12</a:t>
            </a:r>
            <a:r>
              <a:rPr lang="en-US" sz="28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lang="en-US" sz="2800" kern="0" dirty="0">
              <a:solidFill>
                <a:prstClr val="black"/>
              </a:solidFill>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lang="en-US" sz="2800" kern="0" dirty="0">
                <a:solidFill>
                  <a:prstClr val="black"/>
                </a:solidFill>
                <a:latin typeface="Tahoma"/>
                <a:ea typeface="ＭＳ Ｐゴシック"/>
              </a:rPr>
              <a:t>Individual tutorial B opens 13 April and closes 20 April</a:t>
            </a:r>
          </a:p>
          <a:p>
            <a:pPr marL="0" marR="0" lvl="0" indent="0" algn="l" defTabSz="914400" rtl="0" eaLnBrk="0" fontAlgn="base" latinLnBrk="0" hangingPunct="0">
              <a:lnSpc>
                <a:spcPct val="100000"/>
              </a:lnSpc>
              <a:spcBef>
                <a:spcPts val="0"/>
              </a:spcBef>
              <a:spcAft>
                <a:spcPts val="600"/>
              </a:spcAft>
              <a:buClr>
                <a:srgbClr val="1F497D"/>
              </a:buClr>
              <a:buSzPct val="100000"/>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ags/tag10.xml><?xml version="1.0" encoding="utf-8"?>
<p:tagLst xmlns:a="http://schemas.openxmlformats.org/drawingml/2006/main" xmlns:r="http://schemas.openxmlformats.org/officeDocument/2006/relationships" xmlns:p="http://schemas.openxmlformats.org/presentationml/2006/main">
  <p:tag name="TIMING" val="|41.1|7.7|19|3.7"/>
</p:tagLst>
</file>

<file path=ppt/tags/tag11.xml><?xml version="1.0" encoding="utf-8"?>
<p:tagLst xmlns:a="http://schemas.openxmlformats.org/drawingml/2006/main" xmlns:r="http://schemas.openxmlformats.org/officeDocument/2006/relationships" xmlns:p="http://schemas.openxmlformats.org/presentationml/2006/main">
  <p:tag name="TIMING" val="|41.1|7.7|19|3.7"/>
</p:tagLst>
</file>

<file path=ppt/tags/tag12.xml><?xml version="1.0" encoding="utf-8"?>
<p:tagLst xmlns:a="http://schemas.openxmlformats.org/drawingml/2006/main" xmlns:r="http://schemas.openxmlformats.org/officeDocument/2006/relationships" xmlns:p="http://schemas.openxmlformats.org/presentationml/2006/main">
  <p:tag name="TIMING" val="|41.1|7.7|19|3.7"/>
</p:tagLst>
</file>

<file path=ppt/tags/tag13.xml><?xml version="1.0" encoding="utf-8"?>
<p:tagLst xmlns:a="http://schemas.openxmlformats.org/drawingml/2006/main" xmlns:r="http://schemas.openxmlformats.org/officeDocument/2006/relationships" xmlns:p="http://schemas.openxmlformats.org/presentationml/2006/main">
  <p:tag name="TIMING" val="|41.1|7.7|19|3.7"/>
</p:tagLst>
</file>

<file path=ppt/tags/tag14.xml><?xml version="1.0" encoding="utf-8"?>
<p:tagLst xmlns:a="http://schemas.openxmlformats.org/drawingml/2006/main" xmlns:r="http://schemas.openxmlformats.org/officeDocument/2006/relationships" xmlns:p="http://schemas.openxmlformats.org/presentationml/2006/main">
  <p:tag name="TIMING" val="|41.1|7.7|19|3.7"/>
</p:tagLst>
</file>

<file path=ppt/tags/tag15.xml><?xml version="1.0" encoding="utf-8"?>
<p:tagLst xmlns:a="http://schemas.openxmlformats.org/drawingml/2006/main" xmlns:r="http://schemas.openxmlformats.org/officeDocument/2006/relationships" xmlns:p="http://schemas.openxmlformats.org/presentationml/2006/main">
  <p:tag name="TIMING" val="|41.1|7.7|19|3.7"/>
</p:tagLst>
</file>

<file path=ppt/tags/tag16.xml><?xml version="1.0" encoding="utf-8"?>
<p:tagLst xmlns:a="http://schemas.openxmlformats.org/drawingml/2006/main" xmlns:r="http://schemas.openxmlformats.org/officeDocument/2006/relationships" xmlns:p="http://schemas.openxmlformats.org/presentationml/2006/main">
  <p:tag name="TIMING" val="|41.1|7.7|19|3.7"/>
</p:tagLst>
</file>

<file path=ppt/tags/tag17.xml><?xml version="1.0" encoding="utf-8"?>
<p:tagLst xmlns:a="http://schemas.openxmlformats.org/drawingml/2006/main" xmlns:r="http://schemas.openxmlformats.org/officeDocument/2006/relationships" xmlns:p="http://schemas.openxmlformats.org/presentationml/2006/main">
  <p:tag name="TIMING" val="|41.1|7.7|19|3.7"/>
</p:tagLst>
</file>

<file path=ppt/tags/tag18.xml><?xml version="1.0" encoding="utf-8"?>
<p:tagLst xmlns:a="http://schemas.openxmlformats.org/drawingml/2006/main" xmlns:r="http://schemas.openxmlformats.org/officeDocument/2006/relationships" xmlns:p="http://schemas.openxmlformats.org/presentationml/2006/main">
  <p:tag name="TIMING" val="|41.1|7.7|19|3.7"/>
</p:tagLst>
</file>

<file path=ppt/tags/tag19.xml><?xml version="1.0" encoding="utf-8"?>
<p:tagLst xmlns:a="http://schemas.openxmlformats.org/drawingml/2006/main" xmlns:r="http://schemas.openxmlformats.org/officeDocument/2006/relationships" xmlns:p="http://schemas.openxmlformats.org/presentationml/2006/main">
  <p:tag name="TIMING" val="|41.1|7.7|19|3.7"/>
</p:tagLst>
</file>

<file path=ppt/tags/tag20.xml><?xml version="1.0" encoding="utf-8"?>
<p:tagLst xmlns:a="http://schemas.openxmlformats.org/drawingml/2006/main" xmlns:r="http://schemas.openxmlformats.org/officeDocument/2006/relationships" xmlns:p="http://schemas.openxmlformats.org/presentationml/2006/main">
  <p:tag name="TIMING" val="|41.1|7.7|19|3.7"/>
</p:tagLst>
</file>

<file path=ppt/tags/tag21.xml><?xml version="1.0" encoding="utf-8"?>
<p:tagLst xmlns:a="http://schemas.openxmlformats.org/drawingml/2006/main" xmlns:r="http://schemas.openxmlformats.org/officeDocument/2006/relationships" xmlns:p="http://schemas.openxmlformats.org/presentationml/2006/main">
  <p:tag name="TIMING" val="|41.1|7.7|19|3.7"/>
</p:tagLst>
</file>

<file path=ppt/tags/tag22.xml><?xml version="1.0" encoding="utf-8"?>
<p:tagLst xmlns:a="http://schemas.openxmlformats.org/drawingml/2006/main" xmlns:r="http://schemas.openxmlformats.org/officeDocument/2006/relationships" xmlns:p="http://schemas.openxmlformats.org/presentationml/2006/main">
  <p:tag name="TIMING" val="|41.1|7.7|19|3.7"/>
</p:tagLst>
</file>

<file path=ppt/tags/tag23.xml><?xml version="1.0" encoding="utf-8"?>
<p:tagLst xmlns:a="http://schemas.openxmlformats.org/drawingml/2006/main" xmlns:r="http://schemas.openxmlformats.org/officeDocument/2006/relationships" xmlns:p="http://schemas.openxmlformats.org/presentationml/2006/main">
  <p:tag name="TIMING" val="|41.1|7.7|19|3.7"/>
</p:tagLst>
</file>

<file path=ppt/tags/tag24.xml><?xml version="1.0" encoding="utf-8"?>
<p:tagLst xmlns:a="http://schemas.openxmlformats.org/drawingml/2006/main" xmlns:r="http://schemas.openxmlformats.org/officeDocument/2006/relationships" xmlns:p="http://schemas.openxmlformats.org/presentationml/2006/main">
  <p:tag name="TIMING" val="|41.1|7.7|19|3.7"/>
</p:tagLst>
</file>

<file path=ppt/tags/tag25.xml><?xml version="1.0" encoding="utf-8"?>
<p:tagLst xmlns:a="http://schemas.openxmlformats.org/drawingml/2006/main" xmlns:r="http://schemas.openxmlformats.org/officeDocument/2006/relationships" xmlns:p="http://schemas.openxmlformats.org/presentationml/2006/main">
  <p:tag name="TIMING" val="|41.1|7.7|19|3.7"/>
</p:tagLst>
</file>

<file path=ppt/tags/tag26.xml><?xml version="1.0" encoding="utf-8"?>
<p:tagLst xmlns:a="http://schemas.openxmlformats.org/drawingml/2006/main" xmlns:r="http://schemas.openxmlformats.org/officeDocument/2006/relationships" xmlns:p="http://schemas.openxmlformats.org/presentationml/2006/main">
  <p:tag name="TIMING" val="|41.1|7.7|19|3.7"/>
</p:tagLst>
</file>

<file path=ppt/tags/tag27.xml><?xml version="1.0" encoding="utf-8"?>
<p:tagLst xmlns:a="http://schemas.openxmlformats.org/drawingml/2006/main" xmlns:r="http://schemas.openxmlformats.org/officeDocument/2006/relationships" xmlns:p="http://schemas.openxmlformats.org/presentationml/2006/main">
  <p:tag name="TIMING" val="|41.1|7.7|19|3.7"/>
</p:tagLst>
</file>

<file path=ppt/tags/tag28.xml><?xml version="1.0" encoding="utf-8"?>
<p:tagLst xmlns:a="http://schemas.openxmlformats.org/drawingml/2006/main" xmlns:r="http://schemas.openxmlformats.org/officeDocument/2006/relationships" xmlns:p="http://schemas.openxmlformats.org/presentationml/2006/main">
  <p:tag name="TIMING" val="|41.1|7.7|19|3.7"/>
</p:tagLst>
</file>

<file path=ppt/tags/tag29.xml><?xml version="1.0" encoding="utf-8"?>
<p:tagLst xmlns:a="http://schemas.openxmlformats.org/drawingml/2006/main" xmlns:r="http://schemas.openxmlformats.org/officeDocument/2006/relationships" xmlns:p="http://schemas.openxmlformats.org/presentationml/2006/main">
  <p:tag name="TIMING" val="|41.1|7.7|19|3.7"/>
</p:tagLst>
</file>

<file path=ppt/tags/tag30.xml><?xml version="1.0" encoding="utf-8"?>
<p:tagLst xmlns:a="http://schemas.openxmlformats.org/drawingml/2006/main" xmlns:r="http://schemas.openxmlformats.org/officeDocument/2006/relationships" xmlns:p="http://schemas.openxmlformats.org/presentationml/2006/main">
  <p:tag name="TIMING" val="|41.1|7.7|19|3.7"/>
</p:tagLst>
</file>

<file path=ppt/tags/tag31.xml><?xml version="1.0" encoding="utf-8"?>
<p:tagLst xmlns:a="http://schemas.openxmlformats.org/drawingml/2006/main" xmlns:r="http://schemas.openxmlformats.org/officeDocument/2006/relationships" xmlns:p="http://schemas.openxmlformats.org/presentationml/2006/main">
  <p:tag name="TIMING" val="|41.1|7.7|19|3.7"/>
</p:tagLst>
</file>

<file path=ppt/tags/tag32.xml><?xml version="1.0" encoding="utf-8"?>
<p:tagLst xmlns:a="http://schemas.openxmlformats.org/drawingml/2006/main" xmlns:r="http://schemas.openxmlformats.org/officeDocument/2006/relationships" xmlns:p="http://schemas.openxmlformats.org/presentationml/2006/main">
  <p:tag name="TIMING" val="|41.1|7.7|19|3.7"/>
</p:tagLst>
</file>

<file path=ppt/tags/tag33.xml><?xml version="1.0" encoding="utf-8"?>
<p:tagLst xmlns:a="http://schemas.openxmlformats.org/drawingml/2006/main" xmlns:r="http://schemas.openxmlformats.org/officeDocument/2006/relationships" xmlns:p="http://schemas.openxmlformats.org/presentationml/2006/main">
  <p:tag name="TIMING" val="|41.1|7.7|19|3.7"/>
</p:tagLst>
</file>

<file path=ppt/tags/tag34.xml><?xml version="1.0" encoding="utf-8"?>
<p:tagLst xmlns:a="http://schemas.openxmlformats.org/drawingml/2006/main" xmlns:r="http://schemas.openxmlformats.org/officeDocument/2006/relationships" xmlns:p="http://schemas.openxmlformats.org/presentationml/2006/main">
  <p:tag name="TIMING" val="|41.1|7.7|19|3.7"/>
</p:tagLst>
</file>

<file path=ppt/tags/tag35.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9054</TotalTime>
  <Words>2370</Words>
  <Application>Microsoft Office PowerPoint</Application>
  <PresentationFormat>On-screen Show (4:3)</PresentationFormat>
  <Paragraphs>406</Paragraphs>
  <Slides>37</Slides>
  <Notes>37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37</vt:i4>
      </vt:variant>
    </vt:vector>
  </HeadingPairs>
  <TitlesOfParts>
    <vt:vector size="46" baseType="lpstr">
      <vt:lpstr>ＭＳ Ｐゴシック</vt:lpstr>
      <vt:lpstr>Arial</vt:lpstr>
      <vt:lpstr>Symbol</vt:lpstr>
      <vt:lpstr>Tahoma</vt:lpstr>
      <vt:lpstr>Times</vt:lpstr>
      <vt:lpstr>Wingdings</vt:lpstr>
      <vt:lpstr>Wingdings 2</vt:lpstr>
      <vt:lpstr>Blank Presentation</vt:lpstr>
      <vt:lpstr>1_Blank Presentation</vt:lpstr>
      <vt:lpstr>PowerPoint Presentation</vt:lpstr>
      <vt:lpstr>Learning outcomes: Chapter 11</vt:lpstr>
      <vt:lpstr>Introduction</vt:lpstr>
      <vt:lpstr>Inventory as an investment</vt:lpstr>
      <vt:lpstr>Inventory as an investment (cont.)</vt:lpstr>
      <vt:lpstr>Classification of inventory</vt:lpstr>
      <vt:lpstr>Classification of inventory (cont.)</vt:lpstr>
      <vt:lpstr>Classification of inventory (cont.)</vt:lpstr>
      <vt:lpstr>Inventory valuation</vt:lpstr>
      <vt:lpstr>ABC method</vt:lpstr>
      <vt:lpstr>Cost of inventory</vt:lpstr>
      <vt:lpstr>Cost of inventory (cont.)</vt:lpstr>
      <vt:lpstr>Cost of inventory (cont.)</vt:lpstr>
      <vt:lpstr>Cost of inventory (cont.)</vt:lpstr>
      <vt:lpstr>Cost of inventory (cont.)</vt:lpstr>
      <vt:lpstr>Cost of inventory (cont.)</vt:lpstr>
      <vt:lpstr>Cost of inventory (cont.)</vt:lpstr>
      <vt:lpstr>Cost of inventory (cont.)</vt:lpstr>
      <vt:lpstr>Cost of inventory (cont.)</vt:lpstr>
      <vt:lpstr>Cost of inventory (cont.)</vt:lpstr>
      <vt:lpstr>Cost of inventory (cont.)</vt:lpstr>
      <vt:lpstr>Cost of inventory (cont.)</vt:lpstr>
      <vt:lpstr>Quantity discounts</vt:lpstr>
      <vt:lpstr>Quantity discounts (cont.)</vt:lpstr>
      <vt:lpstr>Quantity discounts (cont.)</vt:lpstr>
      <vt:lpstr>Inflation</vt:lpstr>
      <vt:lpstr>Seasonal demand</vt:lpstr>
      <vt:lpstr>Inventory control systems</vt:lpstr>
      <vt:lpstr>Monitoring inventory balances</vt:lpstr>
      <vt:lpstr>Monitoring inventory balances (cont.)</vt:lpstr>
      <vt:lpstr>Monitoring inventory balances (cont.)</vt:lpstr>
      <vt:lpstr>Preventing inventory losses</vt:lpstr>
      <vt:lpstr>Preventing inventory losses (cont.)</vt:lpstr>
      <vt:lpstr>Preventing inventory losses (cont.)</vt:lpstr>
      <vt:lpstr>Preventing inventory losses (cont.)</vt:lpstr>
      <vt:lpstr>Alternatives to holding inventories</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Nsovo W. Maswanganyi</cp:lastModifiedBy>
  <cp:revision>978</cp:revision>
  <cp:lastPrinted>2024-03-18T10:00:35Z</cp:lastPrinted>
  <dcterms:created xsi:type="dcterms:W3CDTF">2010-03-21T13:43:06Z</dcterms:created>
  <dcterms:modified xsi:type="dcterms:W3CDTF">2026-04-13T10:48:47Z</dcterms:modified>
</cp:coreProperties>
</file>