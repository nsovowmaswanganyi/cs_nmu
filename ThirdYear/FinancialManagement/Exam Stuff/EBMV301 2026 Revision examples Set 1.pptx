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 id="2147483677" r:id="rId2"/>
  </p:sldMasterIdLst>
  <p:notesMasterIdLst>
    <p:notesMasterId r:id="rId14"/>
  </p:notesMasterIdLst>
  <p:handoutMasterIdLst>
    <p:handoutMasterId r:id="rId15"/>
  </p:handoutMasterIdLst>
  <p:sldIdLst>
    <p:sldId id="283" r:id="rId3"/>
    <p:sldId id="474" r:id="rId4"/>
    <p:sldId id="478" r:id="rId5"/>
    <p:sldId id="479" r:id="rId6"/>
    <p:sldId id="488" r:id="rId7"/>
    <p:sldId id="480" r:id="rId8"/>
    <p:sldId id="483" r:id="rId9"/>
    <p:sldId id="484" r:id="rId10"/>
    <p:sldId id="485" r:id="rId11"/>
    <p:sldId id="450" r:id="rId12"/>
    <p:sldId id="482" r:id="rId13"/>
  </p:sldIdLst>
  <p:sldSz cx="9144000" cy="6858000" type="screen4x3"/>
  <p:notesSz cx="6858000" cy="9945688"/>
  <p:custDataLst>
    <p:tags r:id="rId16"/>
  </p:custDataLst>
  <p:defaultTextStyle>
    <a:defPPr>
      <a:defRPr lang="en-US"/>
    </a:defPPr>
    <a:lvl1pPr algn="l" rtl="0" eaLnBrk="0" fontAlgn="base" hangingPunct="0">
      <a:spcBef>
        <a:spcPct val="0"/>
      </a:spcBef>
      <a:spcAft>
        <a:spcPct val="0"/>
      </a:spcAft>
      <a:defRPr sz="2800" kern="1200">
        <a:solidFill>
          <a:schemeClr val="tx1"/>
        </a:solidFill>
        <a:latin typeface="Arial" charset="0"/>
        <a:ea typeface="ＭＳ Ｐゴシック" charset="-128"/>
        <a:cs typeface="ＭＳ Ｐゴシック" charset="-128"/>
      </a:defRPr>
    </a:lvl1pPr>
    <a:lvl2pPr marL="457200" algn="l" rtl="0" eaLnBrk="0" fontAlgn="base" hangingPunct="0">
      <a:spcBef>
        <a:spcPct val="0"/>
      </a:spcBef>
      <a:spcAft>
        <a:spcPct val="0"/>
      </a:spcAft>
      <a:defRPr sz="2800" kern="1200">
        <a:solidFill>
          <a:schemeClr val="tx1"/>
        </a:solidFill>
        <a:latin typeface="Arial" charset="0"/>
        <a:ea typeface="ＭＳ Ｐゴシック" charset="-128"/>
        <a:cs typeface="ＭＳ Ｐゴシック" charset="-128"/>
      </a:defRPr>
    </a:lvl2pPr>
    <a:lvl3pPr marL="914400" algn="l" rtl="0" eaLnBrk="0" fontAlgn="base" hangingPunct="0">
      <a:spcBef>
        <a:spcPct val="0"/>
      </a:spcBef>
      <a:spcAft>
        <a:spcPct val="0"/>
      </a:spcAft>
      <a:defRPr sz="2800" kern="1200">
        <a:solidFill>
          <a:schemeClr val="tx1"/>
        </a:solidFill>
        <a:latin typeface="Arial" charset="0"/>
        <a:ea typeface="ＭＳ Ｐゴシック" charset="-128"/>
        <a:cs typeface="ＭＳ Ｐゴシック" charset="-128"/>
      </a:defRPr>
    </a:lvl3pPr>
    <a:lvl4pPr marL="1371600" algn="l" rtl="0" eaLnBrk="0" fontAlgn="base" hangingPunct="0">
      <a:spcBef>
        <a:spcPct val="0"/>
      </a:spcBef>
      <a:spcAft>
        <a:spcPct val="0"/>
      </a:spcAft>
      <a:defRPr sz="2800" kern="1200">
        <a:solidFill>
          <a:schemeClr val="tx1"/>
        </a:solidFill>
        <a:latin typeface="Arial" charset="0"/>
        <a:ea typeface="ＭＳ Ｐゴシック" charset="-128"/>
        <a:cs typeface="ＭＳ Ｐゴシック" charset="-128"/>
      </a:defRPr>
    </a:lvl4pPr>
    <a:lvl5pPr marL="1828800" algn="l" rtl="0" eaLnBrk="0" fontAlgn="base" hangingPunct="0">
      <a:spcBef>
        <a:spcPct val="0"/>
      </a:spcBef>
      <a:spcAft>
        <a:spcPct val="0"/>
      </a:spcAft>
      <a:defRPr sz="2800" kern="1200">
        <a:solidFill>
          <a:schemeClr val="tx1"/>
        </a:solidFill>
        <a:latin typeface="Arial" charset="0"/>
        <a:ea typeface="ＭＳ Ｐゴシック" charset="-128"/>
        <a:cs typeface="ＭＳ Ｐゴシック" charset="-128"/>
      </a:defRPr>
    </a:lvl5pPr>
    <a:lvl6pPr marL="2286000" algn="l" defTabSz="457200" rtl="0" eaLnBrk="1" latinLnBrk="0" hangingPunct="1">
      <a:defRPr sz="2800" kern="1200">
        <a:solidFill>
          <a:schemeClr val="tx1"/>
        </a:solidFill>
        <a:latin typeface="Arial" charset="0"/>
        <a:ea typeface="ＭＳ Ｐゴシック" charset="-128"/>
        <a:cs typeface="ＭＳ Ｐゴシック" charset="-128"/>
      </a:defRPr>
    </a:lvl6pPr>
    <a:lvl7pPr marL="2743200" algn="l" defTabSz="457200" rtl="0" eaLnBrk="1" latinLnBrk="0" hangingPunct="1">
      <a:defRPr sz="2800" kern="1200">
        <a:solidFill>
          <a:schemeClr val="tx1"/>
        </a:solidFill>
        <a:latin typeface="Arial" charset="0"/>
        <a:ea typeface="ＭＳ Ｐゴシック" charset="-128"/>
        <a:cs typeface="ＭＳ Ｐゴシック" charset="-128"/>
      </a:defRPr>
    </a:lvl7pPr>
    <a:lvl8pPr marL="3200400" algn="l" defTabSz="457200" rtl="0" eaLnBrk="1" latinLnBrk="0" hangingPunct="1">
      <a:defRPr sz="2800" kern="1200">
        <a:solidFill>
          <a:schemeClr val="tx1"/>
        </a:solidFill>
        <a:latin typeface="Arial" charset="0"/>
        <a:ea typeface="ＭＳ Ｐゴシック" charset="-128"/>
        <a:cs typeface="ＭＳ Ｐゴシック" charset="-128"/>
      </a:defRPr>
    </a:lvl8pPr>
    <a:lvl9pPr marL="3657600" algn="l" defTabSz="457200" rtl="0" eaLnBrk="1" latinLnBrk="0" hangingPunct="1">
      <a:defRPr sz="2800" kern="1200">
        <a:solidFill>
          <a:schemeClr val="tx1"/>
        </a:solidFill>
        <a:latin typeface="Arial" charset="0"/>
        <a:ea typeface="ＭＳ Ｐゴシック" charset="-128"/>
        <a:cs typeface="ＭＳ Ｐゴシック" charset="-128"/>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du Plessis, Darius" initials="dPD" lastIdx="2" clrIdx="0"/>
  <p:cmAuthor id="2" name="Wepener van der Walt" initials="WvdW" lastIdx="5"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9CCFF"/>
    <a:srgbClr val="00677B"/>
    <a:srgbClr val="D69249"/>
    <a:srgbClr val="ADB3BF"/>
    <a:srgbClr val="D63A17"/>
    <a:srgbClr val="FDF1BB"/>
    <a:srgbClr val="FDF4C9"/>
    <a:srgbClr val="A2A871"/>
    <a:srgbClr val="9DA900"/>
    <a:srgbClr val="94A41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308" autoAdjust="0"/>
    <p:restoredTop sz="94660"/>
  </p:normalViewPr>
  <p:slideViewPr>
    <p:cSldViewPr showGuides="1">
      <p:cViewPr varScale="1">
        <p:scale>
          <a:sx n="87" d="100"/>
          <a:sy n="87" d="100"/>
        </p:scale>
        <p:origin x="1253" y="5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presProps" Target="presProps.xml"/><Relationship Id="rId3" Type="http://schemas.openxmlformats.org/officeDocument/2006/relationships/slide" Target="slides/slide1.xml"/><Relationship Id="rId21" Type="http://schemas.openxmlformats.org/officeDocument/2006/relationships/tableStyles" Target="tableStyle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commentAuthors" Target="commentAuthors.xml"/><Relationship Id="rId2" Type="http://schemas.openxmlformats.org/officeDocument/2006/relationships/slideMaster" Target="slideMasters/slideMaster2.xml"/><Relationship Id="rId16" Type="http://schemas.openxmlformats.org/officeDocument/2006/relationships/tags" Target="tags/tag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handoutMaster" Target="handoutMasters/handoutMaster1.xml"/><Relationship Id="rId10" Type="http://schemas.openxmlformats.org/officeDocument/2006/relationships/slide" Target="slides/slide8.xml"/><Relationship Id="rId19"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notesMaster" Target="notesMasters/notesMaster1.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ootman, Chantal (Prof) (Summerstrand Campus South)" userId="b3444f73-21d4-4d22-b260-75b64de2b6d6" providerId="ADAL" clId="{46C6A41C-ED32-4CAD-A39E-46B39B485BB4}"/>
    <pc:docChg chg="custSel modSld">
      <pc:chgData name="Rootman, Chantal (Prof) (Summerstrand Campus South)" userId="b3444f73-21d4-4d22-b260-75b64de2b6d6" providerId="ADAL" clId="{46C6A41C-ED32-4CAD-A39E-46B39B485BB4}" dt="2026-05-15T13:33:44.041" v="267" actId="20577"/>
      <pc:docMkLst>
        <pc:docMk/>
      </pc:docMkLst>
      <pc:sldChg chg="delSp modSp mod">
        <pc:chgData name="Rootman, Chantal (Prof) (Summerstrand Campus South)" userId="b3444f73-21d4-4d22-b260-75b64de2b6d6" providerId="ADAL" clId="{46C6A41C-ED32-4CAD-A39E-46B39B485BB4}" dt="2026-05-15T13:29:51.810" v="87" actId="1076"/>
        <pc:sldMkLst>
          <pc:docMk/>
          <pc:sldMk cId="1067134094" sldId="283"/>
        </pc:sldMkLst>
        <pc:spChg chg="mod">
          <ac:chgData name="Rootman, Chantal (Prof) (Summerstrand Campus South)" userId="b3444f73-21d4-4d22-b260-75b64de2b6d6" providerId="ADAL" clId="{46C6A41C-ED32-4CAD-A39E-46B39B485BB4}" dt="2026-05-15T13:29:48.810" v="86" actId="1076"/>
          <ac:spMkLst>
            <pc:docMk/>
            <pc:sldMk cId="1067134094" sldId="283"/>
            <ac:spMk id="4098" creationId="{00000000-0000-0000-0000-000000000000}"/>
          </ac:spMkLst>
        </pc:spChg>
        <pc:spChg chg="mod">
          <ac:chgData name="Rootman, Chantal (Prof) (Summerstrand Campus South)" userId="b3444f73-21d4-4d22-b260-75b64de2b6d6" providerId="ADAL" clId="{46C6A41C-ED32-4CAD-A39E-46B39B485BB4}" dt="2026-05-15T13:29:51.810" v="87" actId="1076"/>
          <ac:spMkLst>
            <pc:docMk/>
            <pc:sldMk cId="1067134094" sldId="283"/>
            <ac:spMk id="4099" creationId="{00000000-0000-0000-0000-000000000000}"/>
          </ac:spMkLst>
        </pc:spChg>
        <pc:picChg chg="del">
          <ac:chgData name="Rootman, Chantal (Prof) (Summerstrand Campus South)" userId="b3444f73-21d4-4d22-b260-75b64de2b6d6" providerId="ADAL" clId="{46C6A41C-ED32-4CAD-A39E-46B39B485BB4}" dt="2026-05-15T13:29:25.796" v="78" actId="478"/>
          <ac:picMkLst>
            <pc:docMk/>
            <pc:sldMk cId="1067134094" sldId="283"/>
            <ac:picMk id="4" creationId="{1022AE71-D7C8-51D0-8077-1B394481F51D}"/>
          </ac:picMkLst>
        </pc:picChg>
      </pc:sldChg>
      <pc:sldChg chg="modSp mod">
        <pc:chgData name="Rootman, Chantal (Prof) (Summerstrand Campus South)" userId="b3444f73-21d4-4d22-b260-75b64de2b6d6" providerId="ADAL" clId="{46C6A41C-ED32-4CAD-A39E-46B39B485BB4}" dt="2026-05-15T13:33:44.041" v="267" actId="20577"/>
        <pc:sldMkLst>
          <pc:docMk/>
          <pc:sldMk cId="981765715" sldId="482"/>
        </pc:sldMkLst>
        <pc:spChg chg="mod">
          <ac:chgData name="Rootman, Chantal (Prof) (Summerstrand Campus South)" userId="b3444f73-21d4-4d22-b260-75b64de2b6d6" providerId="ADAL" clId="{46C6A41C-ED32-4CAD-A39E-46B39B485BB4}" dt="2026-05-15T13:33:44.041" v="267" actId="20577"/>
          <ac:spMkLst>
            <pc:docMk/>
            <pc:sldMk cId="981765715" sldId="482"/>
            <ac:spMk id="4098" creationId="{00000000-0000-0000-0000-000000000000}"/>
          </ac:spMkLst>
        </pc:spChg>
      </pc:sldChg>
      <pc:sldChg chg="modSp mod">
        <pc:chgData name="Rootman, Chantal (Prof) (Summerstrand Campus South)" userId="b3444f73-21d4-4d22-b260-75b64de2b6d6" providerId="ADAL" clId="{46C6A41C-ED32-4CAD-A39E-46B39B485BB4}" dt="2026-05-15T13:32:50.149" v="224" actId="20577"/>
        <pc:sldMkLst>
          <pc:docMk/>
          <pc:sldMk cId="1627034772" sldId="483"/>
        </pc:sldMkLst>
        <pc:spChg chg="mod">
          <ac:chgData name="Rootman, Chantal (Prof) (Summerstrand Campus South)" userId="b3444f73-21d4-4d22-b260-75b64de2b6d6" providerId="ADAL" clId="{46C6A41C-ED32-4CAD-A39E-46B39B485BB4}" dt="2026-05-15T13:32:50.149" v="224" actId="20577"/>
          <ac:spMkLst>
            <pc:docMk/>
            <pc:sldMk cId="1627034772" sldId="483"/>
            <ac:spMk id="6" creationId="{FAFB56DB-D6AF-73CD-155C-DF1590F59A2B}"/>
          </ac:spMkLst>
        </pc:spChg>
        <pc:picChg chg="mod">
          <ac:chgData name="Rootman, Chantal (Prof) (Summerstrand Campus South)" userId="b3444f73-21d4-4d22-b260-75b64de2b6d6" providerId="ADAL" clId="{46C6A41C-ED32-4CAD-A39E-46B39B485BB4}" dt="2026-05-15T13:31:42.155" v="196" actId="14100"/>
          <ac:picMkLst>
            <pc:docMk/>
            <pc:sldMk cId="1627034772" sldId="483"/>
            <ac:picMk id="3" creationId="{8915841D-2EEB-D3D8-47CC-29AF67F465B8}"/>
          </ac:picMkLst>
        </pc:picChg>
      </pc:sldChg>
    </pc:docChg>
  </pc:docChgLst>
  <pc:docChgLst>
    <pc:chgData name="Rootman, Chantal (Prof) (Summerstrand Campus South)" userId="b3444f73-21d4-4d22-b260-75b64de2b6d6" providerId="ADAL" clId="{2FD8649F-898C-4AD9-9AEB-C440A3085EFD}"/>
    <pc:docChg chg="custSel delSld modSld">
      <pc:chgData name="Rootman, Chantal (Prof) (Summerstrand Campus South)" userId="b3444f73-21d4-4d22-b260-75b64de2b6d6" providerId="ADAL" clId="{2FD8649F-898C-4AD9-9AEB-C440A3085EFD}" dt="2026-03-05T14:33:19.681" v="97" actId="20577"/>
      <pc:docMkLst>
        <pc:docMk/>
      </pc:docMkLst>
      <pc:sldChg chg="modSp">
        <pc:chgData name="Rootman, Chantal (Prof) (Summerstrand Campus South)" userId="b3444f73-21d4-4d22-b260-75b64de2b6d6" providerId="ADAL" clId="{2FD8649F-898C-4AD9-9AEB-C440A3085EFD}" dt="2026-03-05T14:31:22.661" v="5" actId="6549"/>
        <pc:sldMkLst>
          <pc:docMk/>
          <pc:sldMk cId="1537813267" sldId="450"/>
        </pc:sldMkLst>
        <pc:spChg chg="mod">
          <ac:chgData name="Rootman, Chantal (Prof) (Summerstrand Campus South)" userId="b3444f73-21d4-4d22-b260-75b64de2b6d6" providerId="ADAL" clId="{2FD8649F-898C-4AD9-9AEB-C440A3085EFD}" dt="2026-03-05T14:31:22.661" v="5" actId="6549"/>
          <ac:spMkLst>
            <pc:docMk/>
            <pc:sldMk cId="1537813267" sldId="450"/>
            <ac:spMk id="2" creationId="{0DFEDE7A-026C-6996-EFD8-2D9E86073F04}"/>
          </ac:spMkLst>
        </pc:spChg>
      </pc:sldChg>
      <pc:sldChg chg="del">
        <pc:chgData name="Rootman, Chantal (Prof) (Summerstrand Campus South)" userId="b3444f73-21d4-4d22-b260-75b64de2b6d6" providerId="ADAL" clId="{2FD8649F-898C-4AD9-9AEB-C440A3085EFD}" dt="2026-03-05T14:30:48.246" v="0" actId="47"/>
        <pc:sldMkLst>
          <pc:docMk/>
          <pc:sldMk cId="1878492951" sldId="475"/>
        </pc:sldMkLst>
      </pc:sldChg>
      <pc:sldChg chg="del">
        <pc:chgData name="Rootman, Chantal (Prof) (Summerstrand Campus South)" userId="b3444f73-21d4-4d22-b260-75b64de2b6d6" providerId="ADAL" clId="{2FD8649F-898C-4AD9-9AEB-C440A3085EFD}" dt="2026-03-05T14:30:50.822" v="3" actId="47"/>
        <pc:sldMkLst>
          <pc:docMk/>
          <pc:sldMk cId="3690871470" sldId="481"/>
        </pc:sldMkLst>
      </pc:sldChg>
      <pc:sldChg chg="modSp mod">
        <pc:chgData name="Rootman, Chantal (Prof) (Summerstrand Campus South)" userId="b3444f73-21d4-4d22-b260-75b64de2b6d6" providerId="ADAL" clId="{2FD8649F-898C-4AD9-9AEB-C440A3085EFD}" dt="2026-03-05T14:31:44.049" v="23" actId="20577"/>
        <pc:sldMkLst>
          <pc:docMk/>
          <pc:sldMk cId="981765715" sldId="482"/>
        </pc:sldMkLst>
        <pc:spChg chg="mod">
          <ac:chgData name="Rootman, Chantal (Prof) (Summerstrand Campus South)" userId="b3444f73-21d4-4d22-b260-75b64de2b6d6" providerId="ADAL" clId="{2FD8649F-898C-4AD9-9AEB-C440A3085EFD}" dt="2026-03-05T14:31:44.049" v="23" actId="20577"/>
          <ac:spMkLst>
            <pc:docMk/>
            <pc:sldMk cId="981765715" sldId="482"/>
            <ac:spMk id="4098" creationId="{00000000-0000-0000-0000-000000000000}"/>
          </ac:spMkLst>
        </pc:spChg>
      </pc:sldChg>
      <pc:sldChg chg="modSp mod">
        <pc:chgData name="Rootman, Chantal (Prof) (Summerstrand Campus South)" userId="b3444f73-21d4-4d22-b260-75b64de2b6d6" providerId="ADAL" clId="{2FD8649F-898C-4AD9-9AEB-C440A3085EFD}" dt="2026-03-05T14:33:19.681" v="97" actId="20577"/>
        <pc:sldMkLst>
          <pc:docMk/>
          <pc:sldMk cId="1627034772" sldId="483"/>
        </pc:sldMkLst>
        <pc:spChg chg="mod">
          <ac:chgData name="Rootman, Chantal (Prof) (Summerstrand Campus South)" userId="b3444f73-21d4-4d22-b260-75b64de2b6d6" providerId="ADAL" clId="{2FD8649F-898C-4AD9-9AEB-C440A3085EFD}" dt="2026-03-05T14:33:19.681" v="97" actId="20577"/>
          <ac:spMkLst>
            <pc:docMk/>
            <pc:sldMk cId="1627034772" sldId="483"/>
            <ac:spMk id="6" creationId="{FAFB56DB-D6AF-73CD-155C-DF1590F59A2B}"/>
          </ac:spMkLst>
        </pc:spChg>
        <pc:picChg chg="mod">
          <ac:chgData name="Rootman, Chantal (Prof) (Summerstrand Campus South)" userId="b3444f73-21d4-4d22-b260-75b64de2b6d6" providerId="ADAL" clId="{2FD8649F-898C-4AD9-9AEB-C440A3085EFD}" dt="2026-03-05T14:33:14.956" v="96" actId="1076"/>
          <ac:picMkLst>
            <pc:docMk/>
            <pc:sldMk cId="1627034772" sldId="483"/>
            <ac:picMk id="3" creationId="{8915841D-2EEB-D3D8-47CC-29AF67F465B8}"/>
          </ac:picMkLst>
        </pc:picChg>
      </pc:sldChg>
      <pc:sldChg chg="del">
        <pc:chgData name="Rootman, Chantal (Prof) (Summerstrand Campus South)" userId="b3444f73-21d4-4d22-b260-75b64de2b6d6" providerId="ADAL" clId="{2FD8649F-898C-4AD9-9AEB-C440A3085EFD}" dt="2026-03-05T14:30:48.795" v="1" actId="47"/>
        <pc:sldMkLst>
          <pc:docMk/>
          <pc:sldMk cId="4022208439" sldId="486"/>
        </pc:sldMkLst>
      </pc:sldChg>
      <pc:sldChg chg="del">
        <pc:chgData name="Rootman, Chantal (Prof) (Summerstrand Campus South)" userId="b3444f73-21d4-4d22-b260-75b64de2b6d6" providerId="ADAL" clId="{2FD8649F-898C-4AD9-9AEB-C440A3085EFD}" dt="2026-03-05T14:30:49.224" v="2" actId="47"/>
        <pc:sldMkLst>
          <pc:docMk/>
          <pc:sldMk cId="1737691735" sldId="487"/>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42" name="Rectangle 2"/>
          <p:cNvSpPr>
            <a:spLocks noGrp="1" noChangeArrowheads="1"/>
          </p:cNvSpPr>
          <p:nvPr>
            <p:ph type="hdr" sz="quarter"/>
          </p:nvPr>
        </p:nvSpPr>
        <p:spPr bwMode="auto">
          <a:xfrm>
            <a:off x="0" y="0"/>
            <a:ext cx="2971800" cy="497285"/>
          </a:xfrm>
          <a:prstGeom prst="rect">
            <a:avLst/>
          </a:prstGeom>
          <a:noFill/>
          <a:ln w="9525">
            <a:noFill/>
            <a:miter lim="800000"/>
            <a:headEnd/>
            <a:tailEnd/>
          </a:ln>
        </p:spPr>
        <p:txBody>
          <a:bodyPr vert="horz" wrap="square" lIns="91870" tIns="45935" rIns="91870" bIns="45935" numCol="1" anchor="t" anchorCtr="0" compatLnSpc="1">
            <a:prstTxWarp prst="textNoShape">
              <a:avLst/>
            </a:prstTxWarp>
          </a:bodyPr>
          <a:lstStyle>
            <a:lvl1pPr>
              <a:defRPr sz="1200">
                <a:ea typeface="ＭＳ Ｐゴシック" pitchFamily="1" charset="-128"/>
                <a:cs typeface="+mn-cs"/>
              </a:defRPr>
            </a:lvl1pPr>
          </a:lstStyle>
          <a:p>
            <a:pPr>
              <a:defRPr/>
            </a:pPr>
            <a:endParaRPr lang="en-US"/>
          </a:p>
        </p:txBody>
      </p:sp>
      <p:sp>
        <p:nvSpPr>
          <p:cNvPr id="61443" name="Rectangle 3"/>
          <p:cNvSpPr>
            <a:spLocks noGrp="1" noChangeArrowheads="1"/>
          </p:cNvSpPr>
          <p:nvPr>
            <p:ph type="dt" sz="quarter" idx="1"/>
          </p:nvPr>
        </p:nvSpPr>
        <p:spPr bwMode="auto">
          <a:xfrm>
            <a:off x="3886201" y="0"/>
            <a:ext cx="2971800" cy="497285"/>
          </a:xfrm>
          <a:prstGeom prst="rect">
            <a:avLst/>
          </a:prstGeom>
          <a:noFill/>
          <a:ln w="9525">
            <a:noFill/>
            <a:miter lim="800000"/>
            <a:headEnd/>
            <a:tailEnd/>
          </a:ln>
        </p:spPr>
        <p:txBody>
          <a:bodyPr vert="horz" wrap="square" lIns="91870" tIns="45935" rIns="91870" bIns="45935" numCol="1" anchor="t" anchorCtr="0" compatLnSpc="1">
            <a:prstTxWarp prst="textNoShape">
              <a:avLst/>
            </a:prstTxWarp>
          </a:bodyPr>
          <a:lstStyle>
            <a:lvl1pPr algn="r">
              <a:defRPr sz="1200">
                <a:ea typeface="ＭＳ Ｐゴシック" pitchFamily="1" charset="-128"/>
                <a:cs typeface="+mn-cs"/>
              </a:defRPr>
            </a:lvl1pPr>
          </a:lstStyle>
          <a:p>
            <a:pPr>
              <a:defRPr/>
            </a:pPr>
            <a:endParaRPr lang="en-US"/>
          </a:p>
        </p:txBody>
      </p:sp>
      <p:sp>
        <p:nvSpPr>
          <p:cNvPr id="61444" name="Rectangle 4"/>
          <p:cNvSpPr>
            <a:spLocks noGrp="1" noChangeArrowheads="1"/>
          </p:cNvSpPr>
          <p:nvPr>
            <p:ph type="ftr" sz="quarter" idx="2"/>
          </p:nvPr>
        </p:nvSpPr>
        <p:spPr bwMode="auto">
          <a:xfrm>
            <a:off x="0" y="9448403"/>
            <a:ext cx="2971800" cy="497285"/>
          </a:xfrm>
          <a:prstGeom prst="rect">
            <a:avLst/>
          </a:prstGeom>
          <a:noFill/>
          <a:ln w="9525">
            <a:noFill/>
            <a:miter lim="800000"/>
            <a:headEnd/>
            <a:tailEnd/>
          </a:ln>
        </p:spPr>
        <p:txBody>
          <a:bodyPr vert="horz" wrap="square" lIns="91870" tIns="45935" rIns="91870" bIns="45935" numCol="1" anchor="b" anchorCtr="0" compatLnSpc="1">
            <a:prstTxWarp prst="textNoShape">
              <a:avLst/>
            </a:prstTxWarp>
          </a:bodyPr>
          <a:lstStyle>
            <a:lvl1pPr>
              <a:defRPr sz="1200">
                <a:ea typeface="ＭＳ Ｐゴシック" pitchFamily="1" charset="-128"/>
                <a:cs typeface="+mn-cs"/>
              </a:defRPr>
            </a:lvl1pPr>
          </a:lstStyle>
          <a:p>
            <a:pPr>
              <a:defRPr/>
            </a:pPr>
            <a:endParaRPr lang="en-US"/>
          </a:p>
        </p:txBody>
      </p:sp>
      <p:sp>
        <p:nvSpPr>
          <p:cNvPr id="61445" name="Rectangle 5"/>
          <p:cNvSpPr>
            <a:spLocks noGrp="1" noChangeArrowheads="1"/>
          </p:cNvSpPr>
          <p:nvPr>
            <p:ph type="sldNum" sz="quarter" idx="3"/>
          </p:nvPr>
        </p:nvSpPr>
        <p:spPr bwMode="auto">
          <a:xfrm>
            <a:off x="3886201" y="9448403"/>
            <a:ext cx="2971800" cy="497285"/>
          </a:xfrm>
          <a:prstGeom prst="rect">
            <a:avLst/>
          </a:prstGeom>
          <a:noFill/>
          <a:ln w="9525">
            <a:noFill/>
            <a:miter lim="800000"/>
            <a:headEnd/>
            <a:tailEnd/>
          </a:ln>
        </p:spPr>
        <p:txBody>
          <a:bodyPr vert="horz" wrap="square" lIns="91870" tIns="45935" rIns="91870" bIns="45935" numCol="1" anchor="b" anchorCtr="0" compatLnSpc="1">
            <a:prstTxWarp prst="textNoShape">
              <a:avLst/>
            </a:prstTxWarp>
          </a:bodyPr>
          <a:lstStyle>
            <a:lvl1pPr algn="r">
              <a:defRPr sz="1200"/>
            </a:lvl1pPr>
          </a:lstStyle>
          <a:p>
            <a:pPr>
              <a:defRPr/>
            </a:pPr>
            <a:fld id="{E1903A18-4839-8D4F-8ABB-4D063655F5E0}" type="slidenum">
              <a:rPr lang="en-US"/>
              <a:pPr>
                <a:defRPr/>
              </a:pPr>
              <a:t>‹#›</a:t>
            </a:fld>
            <a:endParaRPr lang="en-US"/>
          </a:p>
        </p:txBody>
      </p:sp>
    </p:spTree>
    <p:extLst>
      <p:ext uri="{BB962C8B-B14F-4D97-AF65-F5344CB8AC3E}">
        <p14:creationId xmlns:p14="http://schemas.microsoft.com/office/powerpoint/2010/main" val="886408647"/>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0" y="0"/>
            <a:ext cx="2971800" cy="497285"/>
          </a:xfrm>
          <a:prstGeom prst="rect">
            <a:avLst/>
          </a:prstGeom>
          <a:noFill/>
          <a:ln w="9525">
            <a:noFill/>
            <a:miter lim="800000"/>
            <a:headEnd/>
            <a:tailEnd/>
          </a:ln>
        </p:spPr>
        <p:txBody>
          <a:bodyPr vert="horz" wrap="square" lIns="91870" tIns="45935" rIns="91870" bIns="45935" numCol="1" anchor="t" anchorCtr="0" compatLnSpc="1">
            <a:prstTxWarp prst="textNoShape">
              <a:avLst/>
            </a:prstTxWarp>
          </a:bodyPr>
          <a:lstStyle>
            <a:lvl1pPr>
              <a:defRPr sz="1200">
                <a:ea typeface="ＭＳ Ｐゴシック" pitchFamily="1" charset="-128"/>
                <a:cs typeface="+mn-cs"/>
              </a:defRPr>
            </a:lvl1pPr>
          </a:lstStyle>
          <a:p>
            <a:pPr>
              <a:defRPr/>
            </a:pPr>
            <a:endParaRPr lang="en-US"/>
          </a:p>
        </p:txBody>
      </p:sp>
      <p:sp>
        <p:nvSpPr>
          <p:cNvPr id="3075" name="Rectangle 3"/>
          <p:cNvSpPr>
            <a:spLocks noGrp="1" noChangeArrowheads="1"/>
          </p:cNvSpPr>
          <p:nvPr>
            <p:ph type="dt" idx="1"/>
          </p:nvPr>
        </p:nvSpPr>
        <p:spPr bwMode="auto">
          <a:xfrm>
            <a:off x="3886201" y="0"/>
            <a:ext cx="2971800" cy="497285"/>
          </a:xfrm>
          <a:prstGeom prst="rect">
            <a:avLst/>
          </a:prstGeom>
          <a:noFill/>
          <a:ln w="9525">
            <a:noFill/>
            <a:miter lim="800000"/>
            <a:headEnd/>
            <a:tailEnd/>
          </a:ln>
        </p:spPr>
        <p:txBody>
          <a:bodyPr vert="horz" wrap="square" lIns="91870" tIns="45935" rIns="91870" bIns="45935" numCol="1" anchor="t" anchorCtr="0" compatLnSpc="1">
            <a:prstTxWarp prst="textNoShape">
              <a:avLst/>
            </a:prstTxWarp>
          </a:bodyPr>
          <a:lstStyle>
            <a:lvl1pPr algn="r">
              <a:defRPr sz="1200">
                <a:ea typeface="ＭＳ Ｐゴシック" pitchFamily="1" charset="-128"/>
                <a:cs typeface="+mn-cs"/>
              </a:defRPr>
            </a:lvl1pPr>
          </a:lstStyle>
          <a:p>
            <a:pPr>
              <a:defRPr/>
            </a:pPr>
            <a:endParaRPr lang="en-US"/>
          </a:p>
        </p:txBody>
      </p:sp>
      <p:sp>
        <p:nvSpPr>
          <p:cNvPr id="14340" name="Rectangle 4"/>
          <p:cNvSpPr>
            <a:spLocks noGrp="1" noRot="1" noChangeAspect="1" noChangeArrowheads="1" noTextEdit="1"/>
          </p:cNvSpPr>
          <p:nvPr>
            <p:ph type="sldImg" idx="2"/>
          </p:nvPr>
        </p:nvSpPr>
        <p:spPr bwMode="auto">
          <a:xfrm>
            <a:off x="942975" y="746125"/>
            <a:ext cx="4972050" cy="3729038"/>
          </a:xfrm>
          <a:prstGeom prst="rect">
            <a:avLst/>
          </a:prstGeom>
          <a:noFill/>
          <a:ln w="9525">
            <a:solidFill>
              <a:srgbClr val="000000"/>
            </a:solidFill>
            <a:miter lim="800000"/>
            <a:headEnd/>
            <a:tailEnd/>
          </a:ln>
        </p:spPr>
      </p:sp>
      <p:sp>
        <p:nvSpPr>
          <p:cNvPr id="3077" name="Rectangle 5"/>
          <p:cNvSpPr>
            <a:spLocks noGrp="1" noChangeArrowheads="1"/>
          </p:cNvSpPr>
          <p:nvPr>
            <p:ph type="body" sz="quarter" idx="3"/>
          </p:nvPr>
        </p:nvSpPr>
        <p:spPr bwMode="auto">
          <a:xfrm>
            <a:off x="914401" y="4724203"/>
            <a:ext cx="5029200" cy="4475559"/>
          </a:xfrm>
          <a:prstGeom prst="rect">
            <a:avLst/>
          </a:prstGeom>
          <a:noFill/>
          <a:ln w="9525">
            <a:noFill/>
            <a:miter lim="800000"/>
            <a:headEnd/>
            <a:tailEnd/>
          </a:ln>
        </p:spPr>
        <p:txBody>
          <a:bodyPr vert="horz" wrap="square" lIns="91870" tIns="45935" rIns="91870" bIns="45935"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078" name="Rectangle 6"/>
          <p:cNvSpPr>
            <a:spLocks noGrp="1" noChangeArrowheads="1"/>
          </p:cNvSpPr>
          <p:nvPr>
            <p:ph type="ftr" sz="quarter" idx="4"/>
          </p:nvPr>
        </p:nvSpPr>
        <p:spPr bwMode="auto">
          <a:xfrm>
            <a:off x="0" y="9448403"/>
            <a:ext cx="2971800" cy="497285"/>
          </a:xfrm>
          <a:prstGeom prst="rect">
            <a:avLst/>
          </a:prstGeom>
          <a:noFill/>
          <a:ln w="9525">
            <a:noFill/>
            <a:miter lim="800000"/>
            <a:headEnd/>
            <a:tailEnd/>
          </a:ln>
        </p:spPr>
        <p:txBody>
          <a:bodyPr vert="horz" wrap="square" lIns="91870" tIns="45935" rIns="91870" bIns="45935" numCol="1" anchor="b" anchorCtr="0" compatLnSpc="1">
            <a:prstTxWarp prst="textNoShape">
              <a:avLst/>
            </a:prstTxWarp>
          </a:bodyPr>
          <a:lstStyle>
            <a:lvl1pPr>
              <a:defRPr sz="1200">
                <a:ea typeface="ＭＳ Ｐゴシック" pitchFamily="1" charset="-128"/>
                <a:cs typeface="+mn-cs"/>
              </a:defRPr>
            </a:lvl1pPr>
          </a:lstStyle>
          <a:p>
            <a:pPr>
              <a:defRPr/>
            </a:pPr>
            <a:endParaRPr lang="en-US"/>
          </a:p>
        </p:txBody>
      </p:sp>
      <p:sp>
        <p:nvSpPr>
          <p:cNvPr id="3079" name="Rectangle 7"/>
          <p:cNvSpPr>
            <a:spLocks noGrp="1" noChangeArrowheads="1"/>
          </p:cNvSpPr>
          <p:nvPr>
            <p:ph type="sldNum" sz="quarter" idx="5"/>
          </p:nvPr>
        </p:nvSpPr>
        <p:spPr bwMode="auto">
          <a:xfrm>
            <a:off x="3886201" y="9448403"/>
            <a:ext cx="2971800" cy="497285"/>
          </a:xfrm>
          <a:prstGeom prst="rect">
            <a:avLst/>
          </a:prstGeom>
          <a:noFill/>
          <a:ln w="9525">
            <a:noFill/>
            <a:miter lim="800000"/>
            <a:headEnd/>
            <a:tailEnd/>
          </a:ln>
        </p:spPr>
        <p:txBody>
          <a:bodyPr vert="horz" wrap="square" lIns="91870" tIns="45935" rIns="91870" bIns="45935" numCol="1" anchor="b" anchorCtr="0" compatLnSpc="1">
            <a:prstTxWarp prst="textNoShape">
              <a:avLst/>
            </a:prstTxWarp>
          </a:bodyPr>
          <a:lstStyle>
            <a:lvl1pPr algn="r">
              <a:defRPr sz="1200"/>
            </a:lvl1pPr>
          </a:lstStyle>
          <a:p>
            <a:pPr>
              <a:defRPr/>
            </a:pPr>
            <a:fld id="{200996E8-5341-8848-B47C-0F512A8E3D8F}" type="slidenum">
              <a:rPr lang="en-US"/>
              <a:pPr>
                <a:defRPr/>
              </a:pPr>
              <a:t>‹#›</a:t>
            </a:fld>
            <a:endParaRPr lang="en-US"/>
          </a:p>
        </p:txBody>
      </p:sp>
    </p:spTree>
    <p:extLst>
      <p:ext uri="{BB962C8B-B14F-4D97-AF65-F5344CB8AC3E}">
        <p14:creationId xmlns:p14="http://schemas.microsoft.com/office/powerpoint/2010/main" val="3397933534"/>
      </p:ext>
    </p:extLst>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Arial" charset="0"/>
        <a:ea typeface="ＭＳ Ｐゴシック" pitchFamily="1" charset="-128"/>
        <a:cs typeface="ＭＳ Ｐゴシック" charset="-128"/>
      </a:defRPr>
    </a:lvl1pPr>
    <a:lvl2pPr marL="457200" algn="l" rtl="0" eaLnBrk="0" fontAlgn="base" hangingPunct="0">
      <a:spcBef>
        <a:spcPct val="30000"/>
      </a:spcBef>
      <a:spcAft>
        <a:spcPct val="0"/>
      </a:spcAft>
      <a:defRPr sz="1200" kern="1200">
        <a:solidFill>
          <a:schemeClr val="tx1"/>
        </a:solidFill>
        <a:latin typeface="Arial" charset="0"/>
        <a:ea typeface="ＭＳ Ｐゴシック" pitchFamily="1" charset="-128"/>
        <a:cs typeface="+mn-cs"/>
      </a:defRPr>
    </a:lvl2pPr>
    <a:lvl3pPr marL="914400" algn="l" rtl="0" eaLnBrk="0" fontAlgn="base" hangingPunct="0">
      <a:spcBef>
        <a:spcPct val="30000"/>
      </a:spcBef>
      <a:spcAft>
        <a:spcPct val="0"/>
      </a:spcAft>
      <a:defRPr sz="1200" kern="1200">
        <a:solidFill>
          <a:schemeClr val="tx1"/>
        </a:solidFill>
        <a:latin typeface="Arial" charset="0"/>
        <a:ea typeface="ＭＳ Ｐゴシック" pitchFamily="1" charset="-128"/>
        <a:cs typeface="+mn-cs"/>
      </a:defRPr>
    </a:lvl3pPr>
    <a:lvl4pPr marL="1371600" algn="l" rtl="0" eaLnBrk="0" fontAlgn="base" hangingPunct="0">
      <a:spcBef>
        <a:spcPct val="30000"/>
      </a:spcBef>
      <a:spcAft>
        <a:spcPct val="0"/>
      </a:spcAft>
      <a:defRPr sz="1200" kern="1200">
        <a:solidFill>
          <a:schemeClr val="tx1"/>
        </a:solidFill>
        <a:latin typeface="Arial" charset="0"/>
        <a:ea typeface="ＭＳ Ｐゴシック" pitchFamily="1" charset="-128"/>
        <a:cs typeface="+mn-cs"/>
      </a:defRPr>
    </a:lvl4pPr>
    <a:lvl5pPr marL="1828800" algn="l" rtl="0" eaLnBrk="0" fontAlgn="base" hangingPunct="0">
      <a:spcBef>
        <a:spcPct val="30000"/>
      </a:spcBef>
      <a:spcAft>
        <a:spcPct val="0"/>
      </a:spcAft>
      <a:defRPr sz="1200" kern="1200">
        <a:solidFill>
          <a:schemeClr val="tx1"/>
        </a:solidFill>
        <a:latin typeface="Arial" charset="0"/>
        <a:ea typeface="ＭＳ Ｐゴシック" pitchFamily="1"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Slide Image Placeholder 1"/>
          <p:cNvSpPr>
            <a:spLocks noGrp="1" noRot="1" noChangeAspect="1" noTextEdit="1"/>
          </p:cNvSpPr>
          <p:nvPr>
            <p:ph type="sldImg"/>
          </p:nvPr>
        </p:nvSpPr>
        <p:spPr>
          <a:ln/>
        </p:spPr>
      </p:sp>
      <p:sp>
        <p:nvSpPr>
          <p:cNvPr id="4301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Tree>
    <p:extLst>
      <p:ext uri="{BB962C8B-B14F-4D97-AF65-F5344CB8AC3E}">
        <p14:creationId xmlns:p14="http://schemas.microsoft.com/office/powerpoint/2010/main" val="310544269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Slide Image Placeholder 1"/>
          <p:cNvSpPr>
            <a:spLocks noGrp="1" noRot="1" noChangeAspect="1" noTextEdit="1"/>
          </p:cNvSpPr>
          <p:nvPr>
            <p:ph type="sldImg"/>
          </p:nvPr>
        </p:nvSpPr>
        <p:spPr>
          <a:ln/>
        </p:spPr>
      </p:sp>
      <p:sp>
        <p:nvSpPr>
          <p:cNvPr id="4301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Tree>
    <p:extLst>
      <p:ext uri="{BB962C8B-B14F-4D97-AF65-F5344CB8AC3E}">
        <p14:creationId xmlns:p14="http://schemas.microsoft.com/office/powerpoint/2010/main" val="43182102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pic>
        <p:nvPicPr>
          <p:cNvPr id="3" name="Picture 2" descr="title template.jpg"/>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9139943" cy="6858000"/>
          </a:xfrm>
          <a:prstGeom prst="rect">
            <a:avLst/>
          </a:prstGeom>
        </p:spPr>
      </p:pic>
      <p:sp>
        <p:nvSpPr>
          <p:cNvPr id="2" name="Title 1"/>
          <p:cNvSpPr>
            <a:spLocks noGrp="1"/>
          </p:cNvSpPr>
          <p:nvPr>
            <p:ph type="ctrTitle"/>
          </p:nvPr>
        </p:nvSpPr>
        <p:spPr>
          <a:xfrm>
            <a:off x="304800" y="304800"/>
            <a:ext cx="7772400" cy="1470025"/>
          </a:xfrm>
        </p:spPr>
        <p:txBody>
          <a:bodyPr/>
          <a:lstStyle>
            <a:lvl1pPr>
              <a:defRPr b="0" cap="none" spc="0">
                <a:ln>
                  <a:noFill/>
                </a:ln>
                <a:solidFill>
                  <a:schemeClr val="tx1"/>
                </a:solidFill>
                <a:effectLst>
                  <a:outerShdw blurRad="50800" dist="38100" dir="2700000" algn="tl" rotWithShape="0">
                    <a:prstClr val="black">
                      <a:alpha val="40000"/>
                    </a:prstClr>
                  </a:outerShdw>
                </a:effectLst>
              </a:defRPr>
            </a:lvl1pPr>
          </a:lstStyle>
          <a:p>
            <a:r>
              <a:rPr lang="en-US" dirty="0"/>
              <a:t>Click to edit Master title style</a:t>
            </a:r>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0940C429-FEEA-7C46-811F-BB6B290A1B50}" type="slidenum">
              <a:rPr lang="en-US"/>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600"/>
            </a:lvl1pPr>
          </a:lstStyle>
          <a:p>
            <a:r>
              <a:rPr lang="en-US" dirty="0"/>
              <a:t>Click to edit Master title style</a:t>
            </a:r>
          </a:p>
        </p:txBody>
      </p:sp>
      <p:sp>
        <p:nvSpPr>
          <p:cNvPr id="3" name="Content Placeholder 2"/>
          <p:cNvSpPr>
            <a:spLocks noGrp="1"/>
          </p:cNvSpPr>
          <p:nvPr>
            <p:ph idx="1"/>
          </p:nvPr>
        </p:nvSpPr>
        <p:spPr/>
        <p:txBody>
          <a:bodyPr/>
          <a:lstStyle>
            <a:lvl1pPr>
              <a:defRPr sz="2800"/>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EE7E0EE7-581C-F445-BDC6-E24C5F5F02F8}" type="slidenum">
              <a:rPr lang="en-US"/>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3BB6F7B1-1F54-DC45-AA19-AF9670526628}" type="slidenum">
              <a:rPr lang="en-US"/>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16764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764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B13F0B62-EB7C-4C4C-9663-BBBCE653893C}" type="slidenum">
              <a:rPr lang="en-US"/>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a:ln/>
        </p:spPr>
        <p:txBody>
          <a:bodyPr/>
          <a:lstStyle>
            <a:lvl1pPr>
              <a:defRPr/>
            </a:lvl1pPr>
          </a:lstStyle>
          <a:p>
            <a:pPr>
              <a:defRPr/>
            </a:pPr>
            <a:endParaRPr lang="en-US"/>
          </a:p>
        </p:txBody>
      </p:sp>
      <p:sp>
        <p:nvSpPr>
          <p:cNvPr id="8" name="Rectangle 5"/>
          <p:cNvSpPr>
            <a:spLocks noGrp="1" noChangeArrowheads="1"/>
          </p:cNvSpPr>
          <p:nvPr>
            <p:ph type="ftr" sz="quarter" idx="11"/>
          </p:nvPr>
        </p:nvSpPr>
        <p:spPr>
          <a:ln/>
        </p:spPr>
        <p:txBody>
          <a:bodyPr/>
          <a:lstStyle>
            <a:lvl1pPr>
              <a:defRPr/>
            </a:lvl1pPr>
          </a:lstStyle>
          <a:p>
            <a:pPr>
              <a:defRPr/>
            </a:pPr>
            <a:endParaRPr lang="en-US"/>
          </a:p>
        </p:txBody>
      </p:sp>
      <p:sp>
        <p:nvSpPr>
          <p:cNvPr id="9" name="Rectangle 6"/>
          <p:cNvSpPr>
            <a:spLocks noGrp="1" noChangeArrowheads="1"/>
          </p:cNvSpPr>
          <p:nvPr>
            <p:ph type="sldNum" sz="quarter" idx="12"/>
          </p:nvPr>
        </p:nvSpPr>
        <p:spPr>
          <a:ln/>
        </p:spPr>
        <p:txBody>
          <a:bodyPr/>
          <a:lstStyle>
            <a:lvl1pPr>
              <a:defRPr/>
            </a:lvl1pPr>
          </a:lstStyle>
          <a:p>
            <a:pPr>
              <a:defRPr/>
            </a:pPr>
            <a:fld id="{DF99D31C-B9FB-A342-BD45-9C454D027312}" type="slidenum">
              <a:rPr lang="en-US"/>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a:ln/>
        </p:spPr>
        <p:txBody>
          <a:bodyPr/>
          <a:lstStyle>
            <a:lvl1pPr>
              <a:defRPr/>
            </a:lvl1pPr>
          </a:lstStyle>
          <a:p>
            <a:pPr>
              <a:defRPr/>
            </a:pPr>
            <a:endParaRPr lang="en-US"/>
          </a:p>
        </p:txBody>
      </p:sp>
      <p:sp>
        <p:nvSpPr>
          <p:cNvPr id="4" name="Rectangle 5"/>
          <p:cNvSpPr>
            <a:spLocks noGrp="1" noChangeArrowheads="1"/>
          </p:cNvSpPr>
          <p:nvPr>
            <p:ph type="ftr" sz="quarter" idx="11"/>
          </p:nvPr>
        </p:nvSpPr>
        <p:spPr>
          <a:ln/>
        </p:spPr>
        <p:txBody>
          <a:bodyPr/>
          <a:lstStyle>
            <a:lvl1pPr>
              <a:defRPr/>
            </a:lvl1pPr>
          </a:lstStyle>
          <a:p>
            <a:pPr>
              <a:defRPr/>
            </a:pPr>
            <a:endParaRPr lang="en-US"/>
          </a:p>
        </p:txBody>
      </p:sp>
      <p:sp>
        <p:nvSpPr>
          <p:cNvPr id="5" name="Rectangle 6"/>
          <p:cNvSpPr>
            <a:spLocks noGrp="1" noChangeArrowheads="1"/>
          </p:cNvSpPr>
          <p:nvPr>
            <p:ph type="sldNum" sz="quarter" idx="12"/>
          </p:nvPr>
        </p:nvSpPr>
        <p:spPr>
          <a:ln/>
        </p:spPr>
        <p:txBody>
          <a:bodyPr/>
          <a:lstStyle>
            <a:lvl1pPr>
              <a:defRPr/>
            </a:lvl1pPr>
          </a:lstStyle>
          <a:p>
            <a:pPr>
              <a:defRPr/>
            </a:pPr>
            <a:fld id="{9F29A667-37E8-0F44-9A2C-CCFACA3E4347}" type="slidenum">
              <a:rPr lang="en-US"/>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p>
        </p:txBody>
      </p:sp>
      <p:sp>
        <p:nvSpPr>
          <p:cNvPr id="3" name="Rectangle 5"/>
          <p:cNvSpPr>
            <a:spLocks noGrp="1" noChangeArrowheads="1"/>
          </p:cNvSpPr>
          <p:nvPr>
            <p:ph type="ftr" sz="quarter" idx="11"/>
          </p:nvPr>
        </p:nvSpPr>
        <p:spPr>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pPr>
              <a:defRPr/>
            </a:pPr>
            <a:fld id="{7C6AF9B5-D6E4-DD42-9360-80893143945D}" type="slidenum">
              <a:rPr lang="en-US"/>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F6CCEB52-F4EC-F746-83D7-E3FE51B4A016}" type="slidenum">
              <a:rPr lang="en-US"/>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419EA789-1832-954F-943E-958C915F8455}" type="slidenum">
              <a:rPr lang="en-US"/>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D657250E-25D6-4747-832C-D993B004815D}" type="slidenum">
              <a:rPr lang="en-US"/>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00850" y="304800"/>
            <a:ext cx="2190750"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228600" y="304800"/>
            <a:ext cx="6419850"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352E7CE9-E929-6C4E-9651-8733B1382B8F}" type="slidenum">
              <a:rPr lang="en-US"/>
              <a:pPr>
                <a:defRPr/>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ZA"/>
          </a:p>
        </p:txBody>
      </p:sp>
      <p:sp>
        <p:nvSpPr>
          <p:cNvPr id="3" name="Date Placeholder 2"/>
          <p:cNvSpPr>
            <a:spLocks noGrp="1"/>
          </p:cNvSpPr>
          <p:nvPr>
            <p:ph type="dt" sz="half" idx="10"/>
          </p:nvPr>
        </p:nvSpPr>
        <p:spPr/>
        <p:txBody>
          <a:bodyPr/>
          <a:lstStyle/>
          <a:p>
            <a:pPr>
              <a:defRPr/>
            </a:pPr>
            <a:endParaRPr lang="en-US" dirty="0"/>
          </a:p>
        </p:txBody>
      </p:sp>
      <p:sp>
        <p:nvSpPr>
          <p:cNvPr id="4" name="Footer Placeholder 3"/>
          <p:cNvSpPr>
            <a:spLocks noGrp="1"/>
          </p:cNvSpPr>
          <p:nvPr>
            <p:ph type="ftr" sz="quarter" idx="11"/>
          </p:nvPr>
        </p:nvSpPr>
        <p:spPr/>
        <p:txBody>
          <a:bodyPr/>
          <a:lstStyle/>
          <a:p>
            <a:pPr>
              <a:defRPr/>
            </a:pPr>
            <a:endParaRPr lang="en-US"/>
          </a:p>
        </p:txBody>
      </p:sp>
      <p:sp>
        <p:nvSpPr>
          <p:cNvPr id="5" name="Slide Number Placeholder 4"/>
          <p:cNvSpPr>
            <a:spLocks noGrp="1"/>
          </p:cNvSpPr>
          <p:nvPr>
            <p:ph type="sldNum" sz="quarter" idx="12"/>
          </p:nvPr>
        </p:nvSpPr>
        <p:spPr/>
        <p:txBody>
          <a:bodyPr/>
          <a:lstStyle/>
          <a:p>
            <a:pPr>
              <a:defRPr/>
            </a:pPr>
            <a:fld id="{646C6F65-9470-3143-AA4D-A7FCF6DFB4B2}" type="slidenum">
              <a:rPr lang="en-US" smtClean="0"/>
              <a:pPr>
                <a:defRPr/>
              </a:pPr>
              <a:t>‹#›</a:t>
            </a:fld>
            <a:endParaRPr lang="en-US"/>
          </a:p>
        </p:txBody>
      </p:sp>
    </p:spTree>
    <p:extLst>
      <p:ext uri="{BB962C8B-B14F-4D97-AF65-F5344CB8AC3E}">
        <p14:creationId xmlns:p14="http://schemas.microsoft.com/office/powerpoint/2010/main" val="67192600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ZA"/>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endParaRPr lang="en-ZA"/>
          </a:p>
        </p:txBody>
      </p:sp>
      <p:sp>
        <p:nvSpPr>
          <p:cNvPr id="4" name="Rectangle 4"/>
          <p:cNvSpPr>
            <a:spLocks noGrp="1" noChangeArrowheads="1"/>
          </p:cNvSpPr>
          <p:nvPr>
            <p:ph type="sldNum" sz="quarter" idx="10"/>
          </p:nvPr>
        </p:nvSpPr>
        <p:spPr/>
        <p:txBody>
          <a:bodyPr/>
          <a:lstStyle>
            <a:lvl1pPr>
              <a:defRPr/>
            </a:lvl1pPr>
          </a:lstStyle>
          <a:p>
            <a:pPr>
              <a:defRPr/>
            </a:pPr>
            <a:fld id="{8A1E04A2-0886-4C51-95AB-95E45F99C2C2}" type="slidenum">
              <a:rPr lang="en-ZA" altLang="en-US"/>
              <a:pPr>
                <a:defRPr/>
              </a:pPr>
              <a:t>‹#›</a:t>
            </a:fld>
            <a:endParaRPr lang="en-ZA" altLang="en-US"/>
          </a:p>
        </p:txBody>
      </p:sp>
    </p:spTree>
    <p:extLst>
      <p:ext uri="{BB962C8B-B14F-4D97-AF65-F5344CB8AC3E}">
        <p14:creationId xmlns:p14="http://schemas.microsoft.com/office/powerpoint/2010/main" val="360219693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ZA"/>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Rectangle 4"/>
          <p:cNvSpPr>
            <a:spLocks noGrp="1" noChangeArrowheads="1"/>
          </p:cNvSpPr>
          <p:nvPr>
            <p:ph type="sldNum" sz="quarter" idx="10"/>
          </p:nvPr>
        </p:nvSpPr>
        <p:spPr/>
        <p:txBody>
          <a:bodyPr/>
          <a:lstStyle>
            <a:lvl1pPr>
              <a:defRPr/>
            </a:lvl1pPr>
          </a:lstStyle>
          <a:p>
            <a:pPr>
              <a:defRPr/>
            </a:pPr>
            <a:fld id="{3DEAABED-6F16-4B77-9711-ACDBC7079BF3}" type="slidenum">
              <a:rPr lang="en-ZA" altLang="en-US"/>
              <a:pPr>
                <a:defRPr/>
              </a:pPr>
              <a:t>‹#›</a:t>
            </a:fld>
            <a:endParaRPr lang="en-ZA" altLang="en-US"/>
          </a:p>
        </p:txBody>
      </p:sp>
    </p:spTree>
    <p:extLst>
      <p:ext uri="{BB962C8B-B14F-4D97-AF65-F5344CB8AC3E}">
        <p14:creationId xmlns:p14="http://schemas.microsoft.com/office/powerpoint/2010/main" val="260430900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ZA"/>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sldNum" sz="quarter" idx="10"/>
          </p:nvPr>
        </p:nvSpPr>
        <p:spPr/>
        <p:txBody>
          <a:bodyPr/>
          <a:lstStyle>
            <a:lvl1pPr>
              <a:defRPr/>
            </a:lvl1pPr>
          </a:lstStyle>
          <a:p>
            <a:pPr>
              <a:defRPr/>
            </a:pPr>
            <a:fld id="{0FF91C1F-FFBA-4199-B863-544289B811C6}" type="slidenum">
              <a:rPr lang="en-ZA" altLang="en-US"/>
              <a:pPr>
                <a:defRPr/>
              </a:pPr>
              <a:t>‹#›</a:t>
            </a:fld>
            <a:endParaRPr lang="en-ZA" altLang="en-US"/>
          </a:p>
        </p:txBody>
      </p:sp>
    </p:spTree>
    <p:extLst>
      <p:ext uri="{BB962C8B-B14F-4D97-AF65-F5344CB8AC3E}">
        <p14:creationId xmlns:p14="http://schemas.microsoft.com/office/powerpoint/2010/main" val="244932899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ZA"/>
          </a:p>
        </p:txBody>
      </p:sp>
      <p:sp>
        <p:nvSpPr>
          <p:cNvPr id="3" name="Content Placeholder 2"/>
          <p:cNvSpPr>
            <a:spLocks noGrp="1"/>
          </p:cNvSpPr>
          <p:nvPr>
            <p:ph sz="half" idx="1"/>
          </p:nvPr>
        </p:nvSpPr>
        <p:spPr>
          <a:xfrm>
            <a:off x="685800" y="1676400"/>
            <a:ext cx="3924300" cy="4724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Content Placeholder 3"/>
          <p:cNvSpPr>
            <a:spLocks noGrp="1"/>
          </p:cNvSpPr>
          <p:nvPr>
            <p:ph sz="half" idx="2"/>
          </p:nvPr>
        </p:nvSpPr>
        <p:spPr>
          <a:xfrm>
            <a:off x="4762500" y="1676400"/>
            <a:ext cx="3924300" cy="4724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5" name="Slide Number Placeholder 4"/>
          <p:cNvSpPr>
            <a:spLocks noGrp="1" noChangeArrowheads="1"/>
          </p:cNvSpPr>
          <p:nvPr>
            <p:ph type="sldNum" sz="quarter" idx="10"/>
          </p:nvPr>
        </p:nvSpPr>
        <p:spPr/>
        <p:txBody>
          <a:bodyPr/>
          <a:lstStyle>
            <a:lvl1pPr>
              <a:defRPr/>
            </a:lvl1pPr>
          </a:lstStyle>
          <a:p>
            <a:pPr>
              <a:defRPr/>
            </a:pPr>
            <a:fld id="{8189F683-EEB7-4713-A50B-30DF7BE4033E}" type="slidenum">
              <a:rPr lang="en-ZA" altLang="en-US"/>
              <a:pPr>
                <a:defRPr/>
              </a:pPr>
              <a:t>‹#›</a:t>
            </a:fld>
            <a:endParaRPr lang="en-ZA" altLang="en-US"/>
          </a:p>
        </p:txBody>
      </p:sp>
    </p:spTree>
    <p:extLst>
      <p:ext uri="{BB962C8B-B14F-4D97-AF65-F5344CB8AC3E}">
        <p14:creationId xmlns:p14="http://schemas.microsoft.com/office/powerpoint/2010/main" val="428470799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endParaRPr lang="en-ZA"/>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7" name="Rectangle 4"/>
          <p:cNvSpPr>
            <a:spLocks noGrp="1" noChangeArrowheads="1"/>
          </p:cNvSpPr>
          <p:nvPr>
            <p:ph type="sldNum" sz="quarter" idx="10"/>
          </p:nvPr>
        </p:nvSpPr>
        <p:spPr/>
        <p:txBody>
          <a:bodyPr/>
          <a:lstStyle>
            <a:lvl1pPr>
              <a:defRPr/>
            </a:lvl1pPr>
          </a:lstStyle>
          <a:p>
            <a:pPr>
              <a:defRPr/>
            </a:pPr>
            <a:fld id="{89945FAF-4A9C-4CBC-8E82-C9D7719982B2}" type="slidenum">
              <a:rPr lang="en-ZA" altLang="en-US"/>
              <a:pPr>
                <a:defRPr/>
              </a:pPr>
              <a:t>‹#›</a:t>
            </a:fld>
            <a:endParaRPr lang="en-ZA" altLang="en-US"/>
          </a:p>
        </p:txBody>
      </p:sp>
    </p:spTree>
    <p:extLst>
      <p:ext uri="{BB962C8B-B14F-4D97-AF65-F5344CB8AC3E}">
        <p14:creationId xmlns:p14="http://schemas.microsoft.com/office/powerpoint/2010/main" val="71144839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ZA"/>
          </a:p>
        </p:txBody>
      </p:sp>
      <p:sp>
        <p:nvSpPr>
          <p:cNvPr id="3" name="Rectangle 4"/>
          <p:cNvSpPr>
            <a:spLocks noGrp="1" noChangeArrowheads="1"/>
          </p:cNvSpPr>
          <p:nvPr>
            <p:ph type="sldNum" sz="quarter" idx="10"/>
          </p:nvPr>
        </p:nvSpPr>
        <p:spPr/>
        <p:txBody>
          <a:bodyPr/>
          <a:lstStyle>
            <a:lvl1pPr>
              <a:defRPr/>
            </a:lvl1pPr>
          </a:lstStyle>
          <a:p>
            <a:pPr>
              <a:defRPr/>
            </a:pPr>
            <a:fld id="{8CB6F950-A1F4-4F2D-B94D-D759ECEA1B4A}" type="slidenum">
              <a:rPr lang="en-ZA" altLang="en-US"/>
              <a:pPr>
                <a:defRPr/>
              </a:pPr>
              <a:t>‹#›</a:t>
            </a:fld>
            <a:endParaRPr lang="en-ZA" altLang="en-US"/>
          </a:p>
        </p:txBody>
      </p:sp>
    </p:spTree>
    <p:extLst>
      <p:ext uri="{BB962C8B-B14F-4D97-AF65-F5344CB8AC3E}">
        <p14:creationId xmlns:p14="http://schemas.microsoft.com/office/powerpoint/2010/main" val="7532110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sldNum" sz="quarter" idx="10"/>
          </p:nvPr>
        </p:nvSpPr>
        <p:spPr/>
        <p:txBody>
          <a:bodyPr/>
          <a:lstStyle>
            <a:lvl1pPr>
              <a:defRPr/>
            </a:lvl1pPr>
          </a:lstStyle>
          <a:p>
            <a:pPr>
              <a:defRPr/>
            </a:pPr>
            <a:fld id="{8A04383B-E969-4A71-ACCC-8F5CFAEE8EEB}" type="slidenum">
              <a:rPr lang="en-ZA" altLang="en-US"/>
              <a:pPr>
                <a:defRPr/>
              </a:pPr>
              <a:t>‹#›</a:t>
            </a:fld>
            <a:endParaRPr lang="en-ZA" altLang="en-US"/>
          </a:p>
        </p:txBody>
      </p:sp>
    </p:spTree>
    <p:extLst>
      <p:ext uri="{BB962C8B-B14F-4D97-AF65-F5344CB8AC3E}">
        <p14:creationId xmlns:p14="http://schemas.microsoft.com/office/powerpoint/2010/main" val="359077706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ZA"/>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Slide Number Placeholder 4"/>
          <p:cNvSpPr>
            <a:spLocks noGrp="1" noChangeArrowheads="1"/>
          </p:cNvSpPr>
          <p:nvPr>
            <p:ph type="sldNum" sz="quarter" idx="10"/>
          </p:nvPr>
        </p:nvSpPr>
        <p:spPr/>
        <p:txBody>
          <a:bodyPr/>
          <a:lstStyle>
            <a:lvl1pPr>
              <a:defRPr/>
            </a:lvl1pPr>
          </a:lstStyle>
          <a:p>
            <a:pPr>
              <a:defRPr/>
            </a:pPr>
            <a:fld id="{EB966556-AB11-4A86-BD3E-E2C1DB4029FB}" type="slidenum">
              <a:rPr lang="en-ZA" altLang="en-US"/>
              <a:pPr>
                <a:defRPr/>
              </a:pPr>
              <a:t>‹#›</a:t>
            </a:fld>
            <a:endParaRPr lang="en-ZA" altLang="en-US"/>
          </a:p>
        </p:txBody>
      </p:sp>
    </p:spTree>
    <p:extLst>
      <p:ext uri="{BB962C8B-B14F-4D97-AF65-F5344CB8AC3E}">
        <p14:creationId xmlns:p14="http://schemas.microsoft.com/office/powerpoint/2010/main" val="52317723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ZA"/>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ZA"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Slide Number Placeholder 4"/>
          <p:cNvSpPr>
            <a:spLocks noGrp="1" noChangeArrowheads="1"/>
          </p:cNvSpPr>
          <p:nvPr>
            <p:ph type="sldNum" sz="quarter" idx="10"/>
          </p:nvPr>
        </p:nvSpPr>
        <p:spPr/>
        <p:txBody>
          <a:bodyPr/>
          <a:lstStyle>
            <a:lvl1pPr>
              <a:defRPr/>
            </a:lvl1pPr>
          </a:lstStyle>
          <a:p>
            <a:pPr>
              <a:defRPr/>
            </a:pPr>
            <a:fld id="{010F99B1-9886-4675-8FDA-019E921A5A5C}" type="slidenum">
              <a:rPr lang="en-ZA" altLang="en-US"/>
              <a:pPr>
                <a:defRPr/>
              </a:pPr>
              <a:t>‹#›</a:t>
            </a:fld>
            <a:endParaRPr lang="en-ZA" altLang="en-US"/>
          </a:p>
        </p:txBody>
      </p:sp>
    </p:spTree>
    <p:extLst>
      <p:ext uri="{BB962C8B-B14F-4D97-AF65-F5344CB8AC3E}">
        <p14:creationId xmlns:p14="http://schemas.microsoft.com/office/powerpoint/2010/main" val="389222111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ZA"/>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Rectangle 4"/>
          <p:cNvSpPr>
            <a:spLocks noGrp="1" noChangeArrowheads="1"/>
          </p:cNvSpPr>
          <p:nvPr>
            <p:ph type="sldNum" sz="quarter" idx="10"/>
          </p:nvPr>
        </p:nvSpPr>
        <p:spPr/>
        <p:txBody>
          <a:bodyPr/>
          <a:lstStyle>
            <a:lvl1pPr>
              <a:defRPr/>
            </a:lvl1pPr>
          </a:lstStyle>
          <a:p>
            <a:pPr>
              <a:defRPr/>
            </a:pPr>
            <a:fld id="{8B2C689E-9540-4225-A7C9-25125CDEB492}" type="slidenum">
              <a:rPr lang="en-ZA" altLang="en-US"/>
              <a:pPr>
                <a:defRPr/>
              </a:pPr>
              <a:t>‹#›</a:t>
            </a:fld>
            <a:endParaRPr lang="en-ZA" altLang="en-US"/>
          </a:p>
        </p:txBody>
      </p:sp>
    </p:spTree>
    <p:extLst>
      <p:ext uri="{BB962C8B-B14F-4D97-AF65-F5344CB8AC3E}">
        <p14:creationId xmlns:p14="http://schemas.microsoft.com/office/powerpoint/2010/main" val="371651725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86550" y="228600"/>
            <a:ext cx="2000250" cy="6172200"/>
          </a:xfrm>
        </p:spPr>
        <p:txBody>
          <a:bodyPr vert="eaVert"/>
          <a:lstStyle/>
          <a:p>
            <a:r>
              <a:rPr lang="en-US"/>
              <a:t>Click to edit Master title style</a:t>
            </a:r>
            <a:endParaRPr lang="en-ZA"/>
          </a:p>
        </p:txBody>
      </p:sp>
      <p:sp>
        <p:nvSpPr>
          <p:cNvPr id="3" name="Vertical Text Placeholder 2"/>
          <p:cNvSpPr>
            <a:spLocks noGrp="1"/>
          </p:cNvSpPr>
          <p:nvPr>
            <p:ph type="body" orient="vert" idx="1"/>
          </p:nvPr>
        </p:nvSpPr>
        <p:spPr>
          <a:xfrm>
            <a:off x="685800" y="228600"/>
            <a:ext cx="5848350" cy="6172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Rectangle 4"/>
          <p:cNvSpPr>
            <a:spLocks noGrp="1" noChangeArrowheads="1"/>
          </p:cNvSpPr>
          <p:nvPr>
            <p:ph type="sldNum" sz="quarter" idx="10"/>
          </p:nvPr>
        </p:nvSpPr>
        <p:spPr/>
        <p:txBody>
          <a:bodyPr/>
          <a:lstStyle>
            <a:lvl1pPr>
              <a:defRPr/>
            </a:lvl1pPr>
          </a:lstStyle>
          <a:p>
            <a:pPr>
              <a:defRPr/>
            </a:pPr>
            <a:fld id="{AC6B9972-3295-4A5D-B9BC-41C3B1E87698}" type="slidenum">
              <a:rPr lang="en-ZA" altLang="en-US"/>
              <a:pPr>
                <a:defRPr/>
              </a:pPr>
              <a:t>‹#›</a:t>
            </a:fld>
            <a:endParaRPr lang="en-ZA" altLang="en-US"/>
          </a:p>
        </p:txBody>
      </p:sp>
    </p:spTree>
    <p:extLst>
      <p:ext uri="{BB962C8B-B14F-4D97-AF65-F5344CB8AC3E}">
        <p14:creationId xmlns:p14="http://schemas.microsoft.com/office/powerpoint/2010/main" val="340645094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85800" y="228600"/>
            <a:ext cx="7772400" cy="1143000"/>
          </a:xfrm>
        </p:spPr>
        <p:txBody>
          <a:bodyPr/>
          <a:lstStyle/>
          <a:p>
            <a:r>
              <a:rPr lang="en-US"/>
              <a:t>Click to edit Master title style</a:t>
            </a:r>
            <a:endParaRPr lang="en-ZA"/>
          </a:p>
        </p:txBody>
      </p:sp>
      <p:sp>
        <p:nvSpPr>
          <p:cNvPr id="3" name="Text Placeholder 2"/>
          <p:cNvSpPr>
            <a:spLocks noGrp="1"/>
          </p:cNvSpPr>
          <p:nvPr>
            <p:ph type="body" sz="half" idx="1"/>
          </p:nvPr>
        </p:nvSpPr>
        <p:spPr>
          <a:xfrm>
            <a:off x="685800" y="1676400"/>
            <a:ext cx="3924300" cy="4724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Content Placeholder 3"/>
          <p:cNvSpPr>
            <a:spLocks noGrp="1"/>
          </p:cNvSpPr>
          <p:nvPr>
            <p:ph sz="half" idx="2"/>
          </p:nvPr>
        </p:nvSpPr>
        <p:spPr>
          <a:xfrm>
            <a:off x="4762500" y="1676400"/>
            <a:ext cx="3924300" cy="4724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5" name="Slide Number Placeholder 4"/>
          <p:cNvSpPr>
            <a:spLocks noGrp="1" noChangeArrowheads="1"/>
          </p:cNvSpPr>
          <p:nvPr>
            <p:ph type="sldNum" sz="quarter" idx="10"/>
          </p:nvPr>
        </p:nvSpPr>
        <p:spPr/>
        <p:txBody>
          <a:bodyPr/>
          <a:lstStyle>
            <a:lvl1pPr>
              <a:defRPr/>
            </a:lvl1pPr>
          </a:lstStyle>
          <a:p>
            <a:pPr>
              <a:defRPr/>
            </a:pPr>
            <a:fld id="{2D63A82F-C868-4B9C-805C-0CFE69B60EB5}" type="slidenum">
              <a:rPr lang="en-ZA" altLang="en-US"/>
              <a:pPr>
                <a:defRPr/>
              </a:pPr>
              <a:t>‹#›</a:t>
            </a:fld>
            <a:endParaRPr lang="en-ZA" altLang="en-US"/>
          </a:p>
        </p:txBody>
      </p:sp>
    </p:spTree>
    <p:extLst>
      <p:ext uri="{BB962C8B-B14F-4D97-AF65-F5344CB8AC3E}">
        <p14:creationId xmlns:p14="http://schemas.microsoft.com/office/powerpoint/2010/main" val="35568230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3" descr="CFIN Blue.jpg"/>
          <p:cNvPicPr>
            <a:picLocks noChangeAspect="1"/>
          </p:cNvPicPr>
          <p:nvPr userDrawn="1"/>
        </p:nvPicPr>
        <p:blipFill>
          <a:blip r:embed="rId14" cstate="print">
            <a:extLst>
              <a:ext uri="{28A0092B-C50C-407E-A947-70E740481C1C}">
                <a14:useLocalDpi xmlns:a14="http://schemas.microsoft.com/office/drawing/2010/main" val="0"/>
              </a:ext>
            </a:extLst>
          </a:blip>
          <a:stretch>
            <a:fillRect/>
          </a:stretch>
        </p:blipFill>
        <p:spPr>
          <a:xfrm>
            <a:off x="0" y="0"/>
            <a:ext cx="9139943" cy="6858000"/>
          </a:xfrm>
          <a:prstGeom prst="rect">
            <a:avLst/>
          </a:prstGeom>
        </p:spPr>
      </p:pic>
      <p:sp>
        <p:nvSpPr>
          <p:cNvPr id="2" name="Rectangle 2"/>
          <p:cNvSpPr>
            <a:spLocks noGrp="1" noChangeArrowheads="1"/>
          </p:cNvSpPr>
          <p:nvPr>
            <p:ph type="title"/>
          </p:nvPr>
        </p:nvSpPr>
        <p:spPr bwMode="auto">
          <a:xfrm>
            <a:off x="228600" y="304800"/>
            <a:ext cx="87630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Rectangle 3"/>
          <p:cNvSpPr>
            <a:spLocks noGrp="1" noChangeArrowheads="1"/>
          </p:cNvSpPr>
          <p:nvPr>
            <p:ph type="body" idx="1"/>
          </p:nvPr>
        </p:nvSpPr>
        <p:spPr bwMode="auto">
          <a:xfrm>
            <a:off x="685800" y="1676400"/>
            <a:ext cx="7772400" cy="41148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28" name="Rectangle 4"/>
          <p:cNvSpPr>
            <a:spLocks noGrp="1" noChangeArrowheads="1"/>
          </p:cNvSpPr>
          <p:nvPr>
            <p:ph type="dt" sz="half" idx="2"/>
          </p:nvPr>
        </p:nvSpPr>
        <p:spPr bwMode="auto">
          <a:xfrm>
            <a:off x="685800" y="6248400"/>
            <a:ext cx="19050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defRPr sz="1400"/>
            </a:lvl1pPr>
          </a:lstStyle>
          <a:p>
            <a:pPr>
              <a:defRPr/>
            </a:pPr>
            <a:endParaRPr lang="en-US" dirty="0"/>
          </a:p>
        </p:txBody>
      </p:sp>
      <p:sp>
        <p:nvSpPr>
          <p:cNvPr id="1029" name="Rectangle 5"/>
          <p:cNvSpPr>
            <a:spLocks noGrp="1" noChangeArrowheads="1"/>
          </p:cNvSpPr>
          <p:nvPr>
            <p:ph type="ftr" sz="quarter" idx="3"/>
          </p:nvPr>
        </p:nvSpPr>
        <p:spPr bwMode="auto">
          <a:xfrm>
            <a:off x="3124200" y="6248400"/>
            <a:ext cx="28956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lgn="ctr">
              <a:defRPr sz="1400">
                <a:ea typeface="ＭＳ Ｐゴシック" pitchFamily="1" charset="-128"/>
                <a:cs typeface="+mn-cs"/>
              </a:defRPr>
            </a:lvl1pPr>
          </a:lstStyle>
          <a:p>
            <a:pPr>
              <a:defRPr/>
            </a:pPr>
            <a:endParaRPr lang="en-US"/>
          </a:p>
        </p:txBody>
      </p:sp>
      <p:sp>
        <p:nvSpPr>
          <p:cNvPr id="1030" name="Rectangle 6"/>
          <p:cNvSpPr>
            <a:spLocks noGrp="1" noChangeArrowheads="1"/>
          </p:cNvSpPr>
          <p:nvPr>
            <p:ph type="sldNum" sz="quarter" idx="4"/>
          </p:nvPr>
        </p:nvSpPr>
        <p:spPr bwMode="auto">
          <a:xfrm>
            <a:off x="7162800" y="6477000"/>
            <a:ext cx="19050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lgn="r">
              <a:defRPr sz="1400">
                <a:solidFill>
                  <a:schemeClr val="bg1"/>
                </a:solidFill>
              </a:defRPr>
            </a:lvl1pPr>
          </a:lstStyle>
          <a:p>
            <a:pPr>
              <a:defRPr/>
            </a:pPr>
            <a:fld id="{646C6F65-9470-3143-AA4D-A7FCF6DFB4B2}"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3" r:id="rId12"/>
  </p:sldLayoutIdLst>
  <p:hf hdr="0" ftr="0" dt="0"/>
  <p:txStyles>
    <p:titleStyle>
      <a:lvl1pPr algn="l" rtl="0" eaLnBrk="0" fontAlgn="base" hangingPunct="0">
        <a:spcBef>
          <a:spcPct val="0"/>
        </a:spcBef>
        <a:spcAft>
          <a:spcPct val="0"/>
        </a:spcAft>
        <a:defRPr sz="4000">
          <a:solidFill>
            <a:schemeClr val="tx1"/>
          </a:solidFill>
          <a:latin typeface="+mj-lt"/>
          <a:ea typeface="+mj-ea"/>
          <a:cs typeface="ＭＳ Ｐゴシック" charset="-128"/>
        </a:defRPr>
      </a:lvl1pPr>
      <a:lvl2pPr algn="l" rtl="0" eaLnBrk="0" fontAlgn="base" hangingPunct="0">
        <a:spcBef>
          <a:spcPct val="0"/>
        </a:spcBef>
        <a:spcAft>
          <a:spcPct val="0"/>
        </a:spcAft>
        <a:defRPr sz="4000">
          <a:solidFill>
            <a:schemeClr val="tx1"/>
          </a:solidFill>
          <a:latin typeface="Tahoma" pitchFamily="1" charset="0"/>
          <a:ea typeface="ＭＳ Ｐゴシック" pitchFamily="1" charset="-128"/>
          <a:cs typeface="ＭＳ Ｐゴシック" charset="-128"/>
        </a:defRPr>
      </a:lvl2pPr>
      <a:lvl3pPr algn="l" rtl="0" eaLnBrk="0" fontAlgn="base" hangingPunct="0">
        <a:spcBef>
          <a:spcPct val="0"/>
        </a:spcBef>
        <a:spcAft>
          <a:spcPct val="0"/>
        </a:spcAft>
        <a:defRPr sz="4000">
          <a:solidFill>
            <a:schemeClr val="tx1"/>
          </a:solidFill>
          <a:latin typeface="Tahoma" pitchFamily="1" charset="0"/>
          <a:ea typeface="ＭＳ Ｐゴシック" pitchFamily="1" charset="-128"/>
          <a:cs typeface="ＭＳ Ｐゴシック" charset="-128"/>
        </a:defRPr>
      </a:lvl3pPr>
      <a:lvl4pPr algn="l" rtl="0" eaLnBrk="0" fontAlgn="base" hangingPunct="0">
        <a:spcBef>
          <a:spcPct val="0"/>
        </a:spcBef>
        <a:spcAft>
          <a:spcPct val="0"/>
        </a:spcAft>
        <a:defRPr sz="4000">
          <a:solidFill>
            <a:schemeClr val="tx1"/>
          </a:solidFill>
          <a:latin typeface="Tahoma" pitchFamily="1" charset="0"/>
          <a:ea typeface="ＭＳ Ｐゴシック" pitchFamily="1" charset="-128"/>
          <a:cs typeface="ＭＳ Ｐゴシック" charset="-128"/>
        </a:defRPr>
      </a:lvl4pPr>
      <a:lvl5pPr algn="l" rtl="0" eaLnBrk="0" fontAlgn="base" hangingPunct="0">
        <a:spcBef>
          <a:spcPct val="0"/>
        </a:spcBef>
        <a:spcAft>
          <a:spcPct val="0"/>
        </a:spcAft>
        <a:defRPr sz="4000">
          <a:solidFill>
            <a:schemeClr val="tx1"/>
          </a:solidFill>
          <a:latin typeface="Tahoma" pitchFamily="1" charset="0"/>
          <a:ea typeface="ＭＳ Ｐゴシック" pitchFamily="1" charset="-128"/>
          <a:cs typeface="ＭＳ Ｐゴシック" charset="-128"/>
        </a:defRPr>
      </a:lvl5pPr>
      <a:lvl6pPr marL="457200" algn="l" rtl="0" fontAlgn="base">
        <a:spcBef>
          <a:spcPct val="0"/>
        </a:spcBef>
        <a:spcAft>
          <a:spcPct val="0"/>
        </a:spcAft>
        <a:defRPr sz="4000">
          <a:solidFill>
            <a:schemeClr val="tx1"/>
          </a:solidFill>
          <a:latin typeface="Tahoma" pitchFamily="1" charset="0"/>
          <a:ea typeface="ＭＳ Ｐゴシック" pitchFamily="1" charset="-128"/>
        </a:defRPr>
      </a:lvl6pPr>
      <a:lvl7pPr marL="914400" algn="l" rtl="0" fontAlgn="base">
        <a:spcBef>
          <a:spcPct val="0"/>
        </a:spcBef>
        <a:spcAft>
          <a:spcPct val="0"/>
        </a:spcAft>
        <a:defRPr sz="4000">
          <a:solidFill>
            <a:schemeClr val="tx1"/>
          </a:solidFill>
          <a:latin typeface="Tahoma" pitchFamily="1" charset="0"/>
          <a:ea typeface="ＭＳ Ｐゴシック" pitchFamily="1" charset="-128"/>
        </a:defRPr>
      </a:lvl7pPr>
      <a:lvl8pPr marL="1371600" algn="l" rtl="0" fontAlgn="base">
        <a:spcBef>
          <a:spcPct val="0"/>
        </a:spcBef>
        <a:spcAft>
          <a:spcPct val="0"/>
        </a:spcAft>
        <a:defRPr sz="4000">
          <a:solidFill>
            <a:schemeClr val="tx1"/>
          </a:solidFill>
          <a:latin typeface="Tahoma" pitchFamily="1" charset="0"/>
          <a:ea typeface="ＭＳ Ｐゴシック" pitchFamily="1" charset="-128"/>
        </a:defRPr>
      </a:lvl8pPr>
      <a:lvl9pPr marL="1828800" algn="l" rtl="0" fontAlgn="base">
        <a:spcBef>
          <a:spcPct val="0"/>
        </a:spcBef>
        <a:spcAft>
          <a:spcPct val="0"/>
        </a:spcAft>
        <a:defRPr sz="4000">
          <a:solidFill>
            <a:schemeClr val="tx1"/>
          </a:solidFill>
          <a:latin typeface="Tahoma" pitchFamily="1" charset="0"/>
          <a:ea typeface="ＭＳ Ｐゴシック" pitchFamily="1" charset="-128"/>
        </a:defRPr>
      </a:lvl9pPr>
    </p:titleStyle>
    <p:bodyStyle>
      <a:lvl1pPr marL="342900" indent="-342900" algn="l" rtl="0" eaLnBrk="0" fontAlgn="base" hangingPunct="0">
        <a:lnSpc>
          <a:spcPct val="115000"/>
        </a:lnSpc>
        <a:spcBef>
          <a:spcPct val="20000"/>
        </a:spcBef>
        <a:spcAft>
          <a:spcPct val="0"/>
        </a:spcAft>
        <a:buClr>
          <a:schemeClr val="tx2"/>
        </a:buClr>
        <a:buSzPct val="75000"/>
        <a:buFont typeface="Wingdings" charset="2"/>
        <a:buChar char="u"/>
        <a:defRPr sz="3200">
          <a:solidFill>
            <a:schemeClr val="tx1"/>
          </a:solidFill>
          <a:latin typeface="+mn-lt"/>
          <a:ea typeface="+mn-ea"/>
          <a:cs typeface="ＭＳ Ｐゴシック" charset="-128"/>
        </a:defRPr>
      </a:lvl1pPr>
      <a:lvl2pPr marL="742950" indent="-285750" algn="l" rtl="0" eaLnBrk="0" fontAlgn="base" hangingPunct="0">
        <a:lnSpc>
          <a:spcPct val="115000"/>
        </a:lnSpc>
        <a:spcBef>
          <a:spcPct val="20000"/>
        </a:spcBef>
        <a:spcAft>
          <a:spcPct val="0"/>
        </a:spcAft>
        <a:buClr>
          <a:schemeClr val="tx2"/>
        </a:buClr>
        <a:buFont typeface="Wingdings 2" charset="2"/>
        <a:buChar char=""/>
        <a:defRPr sz="2800">
          <a:solidFill>
            <a:schemeClr val="tx1"/>
          </a:solidFill>
          <a:latin typeface="+mn-lt"/>
          <a:ea typeface="+mn-ea"/>
        </a:defRPr>
      </a:lvl2pPr>
      <a:lvl3pPr marL="1143000" indent="-228600" algn="l" rtl="0" eaLnBrk="0" fontAlgn="base" hangingPunct="0">
        <a:lnSpc>
          <a:spcPct val="115000"/>
        </a:lnSpc>
        <a:spcBef>
          <a:spcPct val="20000"/>
        </a:spcBef>
        <a:spcAft>
          <a:spcPct val="0"/>
        </a:spcAft>
        <a:buClr>
          <a:schemeClr val="tx2"/>
        </a:buClr>
        <a:buFont typeface="Times" charset="0"/>
        <a:buChar char="•"/>
        <a:defRPr sz="2400">
          <a:solidFill>
            <a:schemeClr val="tx1"/>
          </a:solidFill>
          <a:latin typeface="+mn-lt"/>
          <a:ea typeface="+mn-ea"/>
        </a:defRPr>
      </a:lvl3pPr>
      <a:lvl4pPr marL="1600200" indent="-228600" algn="l" rtl="0" eaLnBrk="0" fontAlgn="base" hangingPunct="0">
        <a:lnSpc>
          <a:spcPct val="115000"/>
        </a:lnSpc>
        <a:spcBef>
          <a:spcPct val="20000"/>
        </a:spcBef>
        <a:spcAft>
          <a:spcPct val="0"/>
        </a:spcAft>
        <a:buClr>
          <a:schemeClr val="tx2"/>
        </a:buClr>
        <a:buChar char="–"/>
        <a:defRPr sz="2000">
          <a:solidFill>
            <a:schemeClr val="tx1"/>
          </a:solidFill>
          <a:latin typeface="+mn-lt"/>
          <a:ea typeface="+mn-ea"/>
        </a:defRPr>
      </a:lvl4pPr>
      <a:lvl5pPr marL="2057400" indent="-228600" algn="l" rtl="0" eaLnBrk="0" fontAlgn="base" hangingPunct="0">
        <a:lnSpc>
          <a:spcPct val="115000"/>
        </a:lnSpc>
        <a:spcBef>
          <a:spcPct val="20000"/>
        </a:spcBef>
        <a:spcAft>
          <a:spcPct val="0"/>
        </a:spcAft>
        <a:buClr>
          <a:schemeClr val="tx2"/>
        </a:buClr>
        <a:buChar char="»"/>
        <a:defRPr sz="2000">
          <a:solidFill>
            <a:schemeClr val="tx1"/>
          </a:solidFill>
          <a:latin typeface="+mn-lt"/>
          <a:ea typeface="+mn-ea"/>
        </a:defRPr>
      </a:lvl5pPr>
      <a:lvl6pPr marL="2514600" indent="-228600" algn="l" rtl="0" fontAlgn="base">
        <a:lnSpc>
          <a:spcPct val="115000"/>
        </a:lnSpc>
        <a:spcBef>
          <a:spcPct val="20000"/>
        </a:spcBef>
        <a:spcAft>
          <a:spcPct val="0"/>
        </a:spcAft>
        <a:buChar char="»"/>
        <a:defRPr sz="2000">
          <a:solidFill>
            <a:schemeClr val="tx1"/>
          </a:solidFill>
          <a:latin typeface="+mn-lt"/>
          <a:ea typeface="+mn-ea"/>
        </a:defRPr>
      </a:lvl6pPr>
      <a:lvl7pPr marL="2971800" indent="-228600" algn="l" rtl="0" fontAlgn="base">
        <a:lnSpc>
          <a:spcPct val="115000"/>
        </a:lnSpc>
        <a:spcBef>
          <a:spcPct val="20000"/>
        </a:spcBef>
        <a:spcAft>
          <a:spcPct val="0"/>
        </a:spcAft>
        <a:buChar char="»"/>
        <a:defRPr sz="2000">
          <a:solidFill>
            <a:schemeClr val="tx1"/>
          </a:solidFill>
          <a:latin typeface="+mn-lt"/>
          <a:ea typeface="+mn-ea"/>
        </a:defRPr>
      </a:lvl7pPr>
      <a:lvl8pPr marL="3429000" indent="-228600" algn="l" rtl="0" fontAlgn="base">
        <a:lnSpc>
          <a:spcPct val="115000"/>
        </a:lnSpc>
        <a:spcBef>
          <a:spcPct val="20000"/>
        </a:spcBef>
        <a:spcAft>
          <a:spcPct val="0"/>
        </a:spcAft>
        <a:buChar char="»"/>
        <a:defRPr sz="2000">
          <a:solidFill>
            <a:schemeClr val="tx1"/>
          </a:solidFill>
          <a:latin typeface="+mn-lt"/>
          <a:ea typeface="+mn-ea"/>
        </a:defRPr>
      </a:lvl8pPr>
      <a:lvl9pPr marL="3886200" indent="-228600" algn="l" rtl="0" fontAlgn="base">
        <a:lnSpc>
          <a:spcPct val="115000"/>
        </a:lnSpc>
        <a:spcBef>
          <a:spcPct val="20000"/>
        </a:spcBef>
        <a:spcAft>
          <a:spcPct val="0"/>
        </a:spcAft>
        <a:buChar char="»"/>
        <a:defRPr sz="2000">
          <a:solidFill>
            <a:schemeClr val="tx1"/>
          </a:solidFill>
          <a:latin typeface="+mn-lt"/>
          <a:ea typeface="+mn-ea"/>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2286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ZA" altLang="en-US"/>
              <a:t>Click to edit master title style</a:t>
            </a:r>
          </a:p>
        </p:txBody>
      </p:sp>
      <p:sp>
        <p:nvSpPr>
          <p:cNvPr id="1027" name="Rectangle 3"/>
          <p:cNvSpPr>
            <a:spLocks noGrp="1" noChangeArrowheads="1"/>
          </p:cNvSpPr>
          <p:nvPr>
            <p:ph type="body" idx="1"/>
          </p:nvPr>
        </p:nvSpPr>
        <p:spPr bwMode="auto">
          <a:xfrm>
            <a:off x="685800" y="1676400"/>
            <a:ext cx="8001000" cy="472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ZA" altLang="en-US"/>
              <a:t>Click to edit Master text styles</a:t>
            </a:r>
          </a:p>
          <a:p>
            <a:pPr lvl="1"/>
            <a:r>
              <a:rPr lang="en-ZA" altLang="en-US"/>
              <a:t>Second level</a:t>
            </a:r>
          </a:p>
          <a:p>
            <a:pPr lvl="2"/>
            <a:r>
              <a:rPr lang="en-ZA" altLang="en-US"/>
              <a:t>Third level</a:t>
            </a:r>
          </a:p>
          <a:p>
            <a:pPr lvl="3"/>
            <a:r>
              <a:rPr lang="en-ZA" altLang="en-US"/>
              <a:t>Fourth level</a:t>
            </a:r>
          </a:p>
          <a:p>
            <a:pPr lvl="4"/>
            <a:r>
              <a:rPr lang="en-ZA" altLang="en-US"/>
              <a:t>Fifth level</a:t>
            </a:r>
          </a:p>
        </p:txBody>
      </p:sp>
      <p:sp>
        <p:nvSpPr>
          <p:cNvPr id="45060" name="Rectangle 4"/>
          <p:cNvSpPr>
            <a:spLocks noGrp="1" noChangeArrowheads="1"/>
          </p:cNvSpPr>
          <p:nvPr>
            <p:ph type="sldNum" sz="quarter" idx="4"/>
          </p:nvPr>
        </p:nvSpPr>
        <p:spPr bwMode="auto">
          <a:xfrm>
            <a:off x="3352800" y="6324600"/>
            <a:ext cx="2286000" cy="3810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vl1pPr>
          </a:lstStyle>
          <a:p>
            <a:pPr>
              <a:defRPr/>
            </a:pPr>
            <a:fld id="{2EC0C210-C190-4F27-820E-930075D5037D}" type="slidenum">
              <a:rPr lang="en-ZA" altLang="en-US"/>
              <a:pPr>
                <a:defRPr/>
              </a:pPr>
              <a:t>‹#›</a:t>
            </a:fld>
            <a:endParaRPr lang="en-ZA" altLang="en-US"/>
          </a:p>
        </p:txBody>
      </p:sp>
      <p:pic>
        <p:nvPicPr>
          <p:cNvPr id="1029" name="Picture 5" descr="logo_tp"/>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76200" y="6400800"/>
            <a:ext cx="1295400" cy="358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30" name="Rectangle 6"/>
          <p:cNvSpPr>
            <a:spLocks noChangeArrowheads="1"/>
          </p:cNvSpPr>
          <p:nvPr/>
        </p:nvSpPr>
        <p:spPr bwMode="auto">
          <a:xfrm>
            <a:off x="7315200" y="6478588"/>
            <a:ext cx="1828800" cy="227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nchor="ctr"/>
          <a:lstStyle>
            <a:lvl1pPr>
              <a:defRPr sz="3800">
                <a:solidFill>
                  <a:schemeClr val="tx1"/>
                </a:solidFill>
                <a:latin typeface="Times New Roman" panose="02020603050405020304" pitchFamily="18" charset="0"/>
              </a:defRPr>
            </a:lvl1pPr>
            <a:lvl2pPr marL="742950" indent="-285750">
              <a:defRPr sz="3800">
                <a:solidFill>
                  <a:schemeClr val="tx1"/>
                </a:solidFill>
                <a:latin typeface="Times New Roman" panose="02020603050405020304" pitchFamily="18" charset="0"/>
              </a:defRPr>
            </a:lvl2pPr>
            <a:lvl3pPr marL="1143000" indent="-228600">
              <a:defRPr sz="3800">
                <a:solidFill>
                  <a:schemeClr val="tx1"/>
                </a:solidFill>
                <a:latin typeface="Times New Roman" panose="02020603050405020304" pitchFamily="18" charset="0"/>
              </a:defRPr>
            </a:lvl3pPr>
            <a:lvl4pPr marL="1600200" indent="-228600">
              <a:defRPr sz="3800">
                <a:solidFill>
                  <a:schemeClr val="tx1"/>
                </a:solidFill>
                <a:latin typeface="Times New Roman" panose="02020603050405020304" pitchFamily="18" charset="0"/>
              </a:defRPr>
            </a:lvl4pPr>
            <a:lvl5pPr marL="2057400" indent="-228600">
              <a:defRPr sz="38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38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38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38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3800">
                <a:solidFill>
                  <a:schemeClr val="tx1"/>
                </a:solidFill>
                <a:latin typeface="Times New Roman" panose="02020603050405020304" pitchFamily="18" charset="0"/>
              </a:defRPr>
            </a:lvl9pPr>
          </a:lstStyle>
          <a:p>
            <a:pPr algn="r">
              <a:buFontTx/>
              <a:buChar char="©"/>
              <a:defRPr/>
            </a:pPr>
            <a:r>
              <a:rPr lang="en-ZA" altLang="en-US" sz="1200" b="1" i="1">
                <a:latin typeface="Book Antiqua" panose="02040602050305030304" pitchFamily="18" charset="0"/>
              </a:rPr>
              <a:t>The McGraw-Hill Companies, 2004</a:t>
            </a:r>
          </a:p>
        </p:txBody>
      </p:sp>
    </p:spTree>
    <p:extLst>
      <p:ext uri="{BB962C8B-B14F-4D97-AF65-F5344CB8AC3E}">
        <p14:creationId xmlns:p14="http://schemas.microsoft.com/office/powerpoint/2010/main" val="1522348706"/>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 id="2147483689" r:id="rId12"/>
  </p:sldLayoutIdLst>
  <p:hf hdr="0" ftr="0" dt="0"/>
  <p:txStyles>
    <p:titleStyle>
      <a:lvl1pPr algn="ctr" rtl="0" eaLnBrk="0" fontAlgn="base" hangingPunct="0">
        <a:spcBef>
          <a:spcPct val="0"/>
        </a:spcBef>
        <a:spcAft>
          <a:spcPct val="0"/>
        </a:spcAft>
        <a:defRPr sz="3800">
          <a:solidFill>
            <a:srgbClr val="0000FF"/>
          </a:solidFill>
          <a:latin typeface="+mj-lt"/>
          <a:ea typeface="+mj-ea"/>
          <a:cs typeface="+mj-cs"/>
        </a:defRPr>
      </a:lvl1pPr>
      <a:lvl2pPr algn="ctr" rtl="0" eaLnBrk="0" fontAlgn="base" hangingPunct="0">
        <a:spcBef>
          <a:spcPct val="0"/>
        </a:spcBef>
        <a:spcAft>
          <a:spcPct val="0"/>
        </a:spcAft>
        <a:defRPr sz="3800">
          <a:solidFill>
            <a:srgbClr val="0000FF"/>
          </a:solidFill>
          <a:latin typeface="Tahoma" pitchFamily="34" charset="0"/>
        </a:defRPr>
      </a:lvl2pPr>
      <a:lvl3pPr algn="ctr" rtl="0" eaLnBrk="0" fontAlgn="base" hangingPunct="0">
        <a:spcBef>
          <a:spcPct val="0"/>
        </a:spcBef>
        <a:spcAft>
          <a:spcPct val="0"/>
        </a:spcAft>
        <a:defRPr sz="3800">
          <a:solidFill>
            <a:srgbClr val="0000FF"/>
          </a:solidFill>
          <a:latin typeface="Tahoma" pitchFamily="34" charset="0"/>
        </a:defRPr>
      </a:lvl3pPr>
      <a:lvl4pPr algn="ctr" rtl="0" eaLnBrk="0" fontAlgn="base" hangingPunct="0">
        <a:spcBef>
          <a:spcPct val="0"/>
        </a:spcBef>
        <a:spcAft>
          <a:spcPct val="0"/>
        </a:spcAft>
        <a:defRPr sz="3800">
          <a:solidFill>
            <a:srgbClr val="0000FF"/>
          </a:solidFill>
          <a:latin typeface="Tahoma" pitchFamily="34" charset="0"/>
        </a:defRPr>
      </a:lvl4pPr>
      <a:lvl5pPr algn="ctr" rtl="0" eaLnBrk="0" fontAlgn="base" hangingPunct="0">
        <a:spcBef>
          <a:spcPct val="0"/>
        </a:spcBef>
        <a:spcAft>
          <a:spcPct val="0"/>
        </a:spcAft>
        <a:defRPr sz="3800">
          <a:solidFill>
            <a:srgbClr val="0000FF"/>
          </a:solidFill>
          <a:latin typeface="Tahoma" pitchFamily="34" charset="0"/>
        </a:defRPr>
      </a:lvl5pPr>
      <a:lvl6pPr marL="457200" algn="ctr" rtl="0" eaLnBrk="0" fontAlgn="base" hangingPunct="0">
        <a:spcBef>
          <a:spcPct val="0"/>
        </a:spcBef>
        <a:spcAft>
          <a:spcPct val="0"/>
        </a:spcAft>
        <a:defRPr sz="3800">
          <a:solidFill>
            <a:srgbClr val="0000FF"/>
          </a:solidFill>
          <a:latin typeface="Tahoma" pitchFamily="34" charset="0"/>
        </a:defRPr>
      </a:lvl6pPr>
      <a:lvl7pPr marL="914400" algn="ctr" rtl="0" eaLnBrk="0" fontAlgn="base" hangingPunct="0">
        <a:spcBef>
          <a:spcPct val="0"/>
        </a:spcBef>
        <a:spcAft>
          <a:spcPct val="0"/>
        </a:spcAft>
        <a:defRPr sz="3800">
          <a:solidFill>
            <a:srgbClr val="0000FF"/>
          </a:solidFill>
          <a:latin typeface="Tahoma" pitchFamily="34" charset="0"/>
        </a:defRPr>
      </a:lvl7pPr>
      <a:lvl8pPr marL="1371600" algn="ctr" rtl="0" eaLnBrk="0" fontAlgn="base" hangingPunct="0">
        <a:spcBef>
          <a:spcPct val="0"/>
        </a:spcBef>
        <a:spcAft>
          <a:spcPct val="0"/>
        </a:spcAft>
        <a:defRPr sz="3800">
          <a:solidFill>
            <a:srgbClr val="0000FF"/>
          </a:solidFill>
          <a:latin typeface="Tahoma" pitchFamily="34" charset="0"/>
        </a:defRPr>
      </a:lvl8pPr>
      <a:lvl9pPr marL="1828800" algn="ctr" rtl="0" eaLnBrk="0" fontAlgn="base" hangingPunct="0">
        <a:spcBef>
          <a:spcPct val="0"/>
        </a:spcBef>
        <a:spcAft>
          <a:spcPct val="0"/>
        </a:spcAft>
        <a:defRPr sz="3800">
          <a:solidFill>
            <a:srgbClr val="0000FF"/>
          </a:solidFill>
          <a:latin typeface="Tahoma" pitchFamily="34" charset="0"/>
        </a:defRPr>
      </a:lvl9pPr>
    </p:titleStyle>
    <p:bodyStyle>
      <a:lvl1pPr marL="342900" indent="-342900" algn="l" rtl="0" eaLnBrk="0" fontAlgn="base" hangingPunct="0">
        <a:spcBef>
          <a:spcPct val="20000"/>
        </a:spcBef>
        <a:spcAft>
          <a:spcPct val="0"/>
        </a:spcAft>
        <a:buChar char="•"/>
        <a:defRPr sz="28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1600">
          <a:solidFill>
            <a:schemeClr val="tx1"/>
          </a:solidFill>
          <a:latin typeface="+mn-lt"/>
        </a:defRPr>
      </a:lvl4pPr>
      <a:lvl5pPr marL="2057400" indent="-228600" algn="l" rtl="0" eaLnBrk="0" fontAlgn="base" hangingPunct="0">
        <a:spcBef>
          <a:spcPct val="20000"/>
        </a:spcBef>
        <a:spcAft>
          <a:spcPct val="0"/>
        </a:spcAft>
        <a:buChar char="»"/>
        <a:defRPr sz="1600">
          <a:solidFill>
            <a:schemeClr val="tx1"/>
          </a:solidFill>
          <a:latin typeface="+mn-lt"/>
        </a:defRPr>
      </a:lvl5pPr>
      <a:lvl6pPr marL="2514600" indent="-228600" algn="l" rtl="0" eaLnBrk="0" fontAlgn="base" hangingPunct="0">
        <a:spcBef>
          <a:spcPct val="20000"/>
        </a:spcBef>
        <a:spcAft>
          <a:spcPct val="0"/>
        </a:spcAft>
        <a:buChar char="»"/>
        <a:defRPr sz="1600">
          <a:solidFill>
            <a:schemeClr val="tx1"/>
          </a:solidFill>
          <a:latin typeface="+mn-lt"/>
        </a:defRPr>
      </a:lvl6pPr>
      <a:lvl7pPr marL="2971800" indent="-228600" algn="l" rtl="0" eaLnBrk="0" fontAlgn="base" hangingPunct="0">
        <a:spcBef>
          <a:spcPct val="20000"/>
        </a:spcBef>
        <a:spcAft>
          <a:spcPct val="0"/>
        </a:spcAft>
        <a:buChar char="»"/>
        <a:defRPr sz="1600">
          <a:solidFill>
            <a:schemeClr val="tx1"/>
          </a:solidFill>
          <a:latin typeface="+mn-lt"/>
        </a:defRPr>
      </a:lvl7pPr>
      <a:lvl8pPr marL="3429000" indent="-228600" algn="l" rtl="0" eaLnBrk="0" fontAlgn="base" hangingPunct="0">
        <a:spcBef>
          <a:spcPct val="20000"/>
        </a:spcBef>
        <a:spcAft>
          <a:spcPct val="0"/>
        </a:spcAft>
        <a:buChar char="»"/>
        <a:defRPr sz="1600">
          <a:solidFill>
            <a:schemeClr val="tx1"/>
          </a:solidFill>
          <a:latin typeface="+mn-lt"/>
        </a:defRPr>
      </a:lvl8pPr>
      <a:lvl9pPr marL="3886200" indent="-228600" algn="l" rtl="0" eaLnBrk="0" fontAlgn="base" hangingPunct="0">
        <a:spcBef>
          <a:spcPct val="20000"/>
        </a:spcBef>
        <a:spcAft>
          <a:spcPct val="0"/>
        </a:spcAft>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4.xml"/><Relationship Id="rId5" Type="http://schemas.openxmlformats.org/officeDocument/2006/relationships/image" Target="../media/image8.png"/><Relationship Id="rId4" Type="http://schemas.openxmlformats.org/officeDocument/2006/relationships/image" Target="../media/image7.emf"/></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4.xml"/><Relationship Id="rId5" Type="http://schemas.openxmlformats.org/officeDocument/2006/relationships/image" Target="../media/image15.png"/><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image" Target="../media/image16.png"/><Relationship Id="rId1" Type="http://schemas.openxmlformats.org/officeDocument/2006/relationships/slideLayout" Target="../slideLayouts/slideLayout14.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1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098" name="Rectangle 3"/>
          <p:cNvSpPr>
            <a:spLocks noChangeArrowheads="1"/>
          </p:cNvSpPr>
          <p:nvPr/>
        </p:nvSpPr>
        <p:spPr bwMode="auto">
          <a:xfrm>
            <a:off x="5466312" y="2286000"/>
            <a:ext cx="3124200" cy="27674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0" tIns="44446" rIns="90480" bIns="44446">
            <a:spAutoFit/>
          </a:bodyPr>
          <a:lstStyle/>
          <a:p>
            <a:pPr lvl="0" algn="ctr" defTabSz="912813" eaLnBrk="1" hangingPunct="1">
              <a:spcBef>
                <a:spcPts val="0"/>
              </a:spcBef>
              <a:defRPr/>
            </a:pPr>
            <a:r>
              <a:rPr lang="en-ZA" sz="3200" b="1" dirty="0" err="1">
                <a:solidFill>
                  <a:srgbClr val="28287A"/>
                </a:solidFill>
                <a:latin typeface="Tahoma" panose="020B0604030504040204" pitchFamily="34" charset="0"/>
                <a:ea typeface="Tahoma" panose="020B0604030504040204" pitchFamily="34" charset="0"/>
                <a:cs typeface="Tahoma" panose="020B0604030504040204" pitchFamily="34" charset="0"/>
              </a:rPr>
              <a:t>Chs</a:t>
            </a:r>
            <a:r>
              <a:rPr lang="en-ZA" sz="3200" b="1" dirty="0">
                <a:solidFill>
                  <a:srgbClr val="28287A"/>
                </a:solidFill>
                <a:latin typeface="Tahoma" panose="020B0604030504040204" pitchFamily="34" charset="0"/>
                <a:ea typeface="Tahoma" panose="020B0604030504040204" pitchFamily="34" charset="0"/>
                <a:cs typeface="Tahoma" panose="020B0604030504040204" pitchFamily="34" charset="0"/>
              </a:rPr>
              <a:t> 13 and 15</a:t>
            </a:r>
          </a:p>
          <a:p>
            <a:pPr lvl="0" algn="ctr" defTabSz="912813" eaLnBrk="1" hangingPunct="1">
              <a:spcBef>
                <a:spcPts val="0"/>
              </a:spcBef>
              <a:defRPr/>
            </a:pPr>
            <a:r>
              <a:rPr lang="en-ZA" sz="2600" b="1" dirty="0">
                <a:solidFill>
                  <a:srgbClr val="28287A"/>
                </a:solidFill>
                <a:latin typeface="Tahoma" panose="020B0604030504040204" pitchFamily="34" charset="0"/>
                <a:ea typeface="Tahoma" panose="020B0604030504040204" pitchFamily="34" charset="0"/>
                <a:cs typeface="Tahoma" panose="020B0604030504040204" pitchFamily="34" charset="0"/>
              </a:rPr>
              <a:t>(relevant to both open and MC questions)</a:t>
            </a:r>
          </a:p>
          <a:p>
            <a:pPr lvl="0" algn="ctr" defTabSz="912813" eaLnBrk="1" hangingPunct="1">
              <a:spcBef>
                <a:spcPts val="0"/>
              </a:spcBef>
              <a:defRPr/>
            </a:pPr>
            <a:endParaRPr lang="en-ZA" sz="3200" b="1" dirty="0">
              <a:solidFill>
                <a:srgbClr val="28287A"/>
              </a:solidFill>
              <a:latin typeface="Tahoma" panose="020B0604030504040204" pitchFamily="34" charset="0"/>
              <a:ea typeface="Tahoma" panose="020B0604030504040204" pitchFamily="34" charset="0"/>
              <a:cs typeface="Tahoma" panose="020B0604030504040204" pitchFamily="34" charset="0"/>
            </a:endParaRPr>
          </a:p>
          <a:p>
            <a:pPr lvl="0" algn="ctr" defTabSz="912813" eaLnBrk="1" hangingPunct="1">
              <a:spcBef>
                <a:spcPts val="0"/>
              </a:spcBef>
              <a:defRPr/>
            </a:pPr>
            <a:r>
              <a:rPr lang="en-ZA" sz="3200" b="1" dirty="0">
                <a:solidFill>
                  <a:srgbClr val="28287A"/>
                </a:solidFill>
                <a:latin typeface="Tahoma" panose="020B0604030504040204" pitchFamily="34" charset="0"/>
                <a:ea typeface="Tahoma" panose="020B0604030504040204" pitchFamily="34" charset="0"/>
                <a:cs typeface="Tahoma" panose="020B0604030504040204" pitchFamily="34" charset="0"/>
              </a:rPr>
              <a:t>Self-study</a:t>
            </a:r>
            <a:endParaRPr lang="en-GB" sz="3200" b="1" dirty="0">
              <a:solidFill>
                <a:srgbClr val="28287A"/>
              </a:solidFill>
              <a:latin typeface="Tahoma" panose="020B0604030504040204" pitchFamily="34" charset="0"/>
              <a:ea typeface="Tahoma" panose="020B0604030504040204" pitchFamily="34" charset="0"/>
              <a:cs typeface="Tahoma" panose="020B0604030504040204" pitchFamily="34" charset="0"/>
            </a:endParaRPr>
          </a:p>
        </p:txBody>
      </p:sp>
      <p:sp>
        <p:nvSpPr>
          <p:cNvPr id="4099" name="Rectangle 4"/>
          <p:cNvSpPr>
            <a:spLocks noChangeArrowheads="1"/>
          </p:cNvSpPr>
          <p:nvPr/>
        </p:nvSpPr>
        <p:spPr bwMode="auto">
          <a:xfrm>
            <a:off x="381000" y="381000"/>
            <a:ext cx="5486400" cy="1548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0" tIns="44446" rIns="90480" bIns="44446" anchor="ctr"/>
          <a:lstStyle/>
          <a:p>
            <a:pPr marL="0" marR="0" lvl="0" indent="0" algn="ctr" defTabSz="912813" rtl="0" eaLnBrk="1" fontAlgn="base" latinLnBrk="0" hangingPunct="1">
              <a:lnSpc>
                <a:spcPct val="100000"/>
              </a:lnSpc>
              <a:spcBef>
                <a:spcPct val="0"/>
              </a:spcBef>
              <a:spcAft>
                <a:spcPct val="0"/>
              </a:spcAft>
              <a:buClrTx/>
              <a:buSzTx/>
              <a:buFontTx/>
              <a:buNone/>
              <a:tabLst/>
              <a:defRPr/>
            </a:pPr>
            <a:r>
              <a:rPr lang="en-GB" sz="4000" b="1" dirty="0">
                <a:solidFill>
                  <a:srgbClr val="28287A"/>
                </a:solidFill>
                <a:latin typeface="+mn-lt"/>
                <a:ea typeface="+mn-ea"/>
                <a:cs typeface="Arial" charset="0"/>
              </a:rPr>
              <a:t>Some r</a:t>
            </a:r>
            <a:r>
              <a:rPr kumimoji="0" lang="en-GB" sz="4000" b="1" i="0" u="none" strike="noStrike" kern="1200" cap="none" spc="0" normalizeH="0" baseline="0" noProof="0" dirty="0" err="1">
                <a:ln>
                  <a:noFill/>
                </a:ln>
                <a:solidFill>
                  <a:srgbClr val="28287A"/>
                </a:solidFill>
                <a:effectLst/>
                <a:uLnTx/>
                <a:uFillTx/>
                <a:latin typeface="+mn-lt"/>
                <a:ea typeface="+mn-ea"/>
                <a:cs typeface="Arial" charset="0"/>
              </a:rPr>
              <a:t>evision</a:t>
            </a:r>
            <a:r>
              <a:rPr kumimoji="0" lang="en-GB" sz="4000" b="1" i="0" u="none" strike="noStrike" kern="1200" cap="none" spc="0" normalizeH="0" baseline="0" noProof="0" dirty="0">
                <a:ln>
                  <a:noFill/>
                </a:ln>
                <a:solidFill>
                  <a:srgbClr val="28287A"/>
                </a:solidFill>
                <a:effectLst/>
                <a:uLnTx/>
                <a:uFillTx/>
                <a:latin typeface="+mn-lt"/>
                <a:ea typeface="+mn-ea"/>
                <a:cs typeface="Arial" charset="0"/>
              </a:rPr>
              <a:t> notes </a:t>
            </a:r>
          </a:p>
          <a:p>
            <a:pPr marL="0" marR="0" lvl="0" indent="0" algn="ctr" defTabSz="912813" rtl="0" eaLnBrk="1" fontAlgn="base" latinLnBrk="0" hangingPunct="1">
              <a:lnSpc>
                <a:spcPct val="100000"/>
              </a:lnSpc>
              <a:spcBef>
                <a:spcPct val="0"/>
              </a:spcBef>
              <a:spcAft>
                <a:spcPct val="0"/>
              </a:spcAft>
              <a:buClrTx/>
              <a:buSzTx/>
              <a:buFontTx/>
              <a:buNone/>
              <a:tabLst/>
              <a:defRPr/>
            </a:pPr>
            <a:r>
              <a:rPr kumimoji="0" lang="en-GB" sz="1600" b="1" i="0" u="none" strike="noStrike" kern="1200" cap="none" spc="0" normalizeH="0" baseline="0" noProof="0" dirty="0">
                <a:ln>
                  <a:noFill/>
                </a:ln>
                <a:solidFill>
                  <a:srgbClr val="28287A"/>
                </a:solidFill>
                <a:effectLst/>
                <a:uLnTx/>
                <a:uFillTx/>
                <a:latin typeface="+mn-lt"/>
                <a:ea typeface="+mn-ea"/>
                <a:cs typeface="Arial" charset="0"/>
              </a:rPr>
              <a:t>(if you ONLY study this is would NOT be enough)</a:t>
            </a:r>
          </a:p>
        </p:txBody>
      </p:sp>
      <p:sp>
        <p:nvSpPr>
          <p:cNvPr id="4101" name="Rectangle 6"/>
          <p:cNvSpPr>
            <a:spLocks noChangeArrowheads="1"/>
          </p:cNvSpPr>
          <p:nvPr/>
        </p:nvSpPr>
        <p:spPr bwMode="auto">
          <a:xfrm>
            <a:off x="4816231" y="5943600"/>
            <a:ext cx="4424362" cy="397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90480" tIns="44446" rIns="90480" bIns="44446">
            <a:spAutoFit/>
          </a:bodyPr>
          <a:lstStyle/>
          <a:p>
            <a:pPr lvl="0" algn="ctr" defTabSz="912813" eaLnBrk="1" hangingPunct="1"/>
            <a:r>
              <a:rPr lang="en-GB" sz="2000" b="1" dirty="0">
                <a:solidFill>
                  <a:srgbClr val="28287A"/>
                </a:solidFill>
                <a:latin typeface="+mn-lt"/>
                <a:ea typeface="+mn-ea"/>
                <a:cs typeface="Arial" charset="0"/>
              </a:rPr>
              <a:t>Slides by Prof C Rootman</a:t>
            </a:r>
            <a:endParaRPr kumimoji="0" lang="en-GB" sz="2000" b="1" i="0" u="none" strike="noStrike" kern="1200" cap="none" spc="0" normalizeH="0" baseline="0" noProof="0" dirty="0">
              <a:ln>
                <a:noFill/>
              </a:ln>
              <a:solidFill>
                <a:srgbClr val="28287A"/>
              </a:solidFill>
              <a:effectLst/>
              <a:uLnTx/>
              <a:uFillTx/>
              <a:latin typeface="+mn-lt"/>
              <a:ea typeface="+mn-ea"/>
              <a:cs typeface="Arial" charset="0"/>
            </a:endParaRPr>
          </a:p>
        </p:txBody>
      </p:sp>
    </p:spTree>
    <p:extLst>
      <p:ext uri="{BB962C8B-B14F-4D97-AF65-F5344CB8AC3E}">
        <p14:creationId xmlns:p14="http://schemas.microsoft.com/office/powerpoint/2010/main" val="1067134094"/>
      </p:ext>
    </p:extLst>
  </p:cSld>
  <p:clrMapOvr>
    <a:masterClrMapping/>
  </p:clrMapOvr>
  <mc:AlternateContent xmlns:mc="http://schemas.openxmlformats.org/markup-compatibility/2006" xmlns:p14="http://schemas.microsoft.com/office/powerpoint/2010/main">
    <mc:Choice Requires="p14">
      <p:transition spd="slow" p14:dur="2000" advTm="76269"/>
    </mc:Choice>
    <mc:Fallback xmlns="">
      <p:transition spd="slow" advTm="76269"/>
    </mc:Fallback>
  </mc:AlternateContent>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44386" name="Slide Number Placeholder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Tahoma" panose="020B0604030504040204" pitchFamily="34" charset="0"/>
              </a:defRPr>
            </a:lvl1pPr>
            <a:lvl2pPr marL="742950" indent="-285750">
              <a:spcBef>
                <a:spcPct val="20000"/>
              </a:spcBef>
              <a:buChar char="–"/>
              <a:defRPr sz="2400">
                <a:solidFill>
                  <a:schemeClr val="tx1"/>
                </a:solidFill>
                <a:latin typeface="Tahoma" panose="020B0604030504040204" pitchFamily="34" charset="0"/>
              </a:defRPr>
            </a:lvl2pPr>
            <a:lvl3pPr marL="1143000" indent="-228600">
              <a:spcBef>
                <a:spcPct val="20000"/>
              </a:spcBef>
              <a:buChar char="•"/>
              <a:defRPr sz="2000">
                <a:solidFill>
                  <a:schemeClr val="tx1"/>
                </a:solidFill>
                <a:latin typeface="Tahoma" panose="020B0604030504040204" pitchFamily="34" charset="0"/>
              </a:defRPr>
            </a:lvl3pPr>
            <a:lvl4pPr marL="1600200" indent="-228600">
              <a:spcBef>
                <a:spcPct val="20000"/>
              </a:spcBef>
              <a:buChar char="–"/>
              <a:defRPr sz="1600">
                <a:solidFill>
                  <a:schemeClr val="tx1"/>
                </a:solidFill>
                <a:latin typeface="Tahoma" panose="020B0604030504040204" pitchFamily="34" charset="0"/>
              </a:defRPr>
            </a:lvl4pPr>
            <a:lvl5pPr marL="2057400" indent="-228600">
              <a:spcBef>
                <a:spcPct val="20000"/>
              </a:spcBef>
              <a:buChar char="»"/>
              <a:defRPr sz="16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16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16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16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1600">
                <a:solidFill>
                  <a:schemeClr val="tx1"/>
                </a:solidFill>
                <a:latin typeface="Tahoma" panose="020B0604030504040204" pitchFamily="34"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E2A5CB51-BFA2-4649-8108-A9563A211342}" type="slidenum">
              <a:rPr kumimoji="0" lang="en-ZA" altLang="en-US" sz="1400" b="0" i="0" u="none" strike="noStrike" kern="1200" cap="none" spc="0" normalizeH="0" baseline="0" noProof="0" smtClean="0">
                <a:ln>
                  <a:noFill/>
                </a:ln>
                <a:solidFill>
                  <a:srgbClr val="000000"/>
                </a:solidFill>
                <a:effectLst/>
                <a:uLnTx/>
                <a:uFillTx/>
                <a:latin typeface="Times New Roman" panose="02020603050405020304" pitchFamily="18" charset="0"/>
                <a:ea typeface="ＭＳ Ｐゴシック" charset="-128"/>
                <a:cs typeface="+mn-cs"/>
              </a:rPr>
              <a:pPr marL="0" marR="0" lvl="0" indent="0" algn="r" defTabSz="914400" rtl="0" eaLnBrk="0" fontAlgn="base" latinLnBrk="0" hangingPunct="0">
                <a:lnSpc>
                  <a:spcPct val="100000"/>
                </a:lnSpc>
                <a:spcBef>
                  <a:spcPct val="0"/>
                </a:spcBef>
                <a:spcAft>
                  <a:spcPct val="0"/>
                </a:spcAft>
                <a:buClrTx/>
                <a:buSzTx/>
                <a:buFontTx/>
                <a:buNone/>
                <a:tabLst/>
                <a:defRPr/>
              </a:pPr>
              <a:t>2</a:t>
            </a:fld>
            <a:endParaRPr kumimoji="0" lang="en-ZA" altLang="en-US" sz="14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charset="-128"/>
              <a:cs typeface="+mn-cs"/>
            </a:endParaRPr>
          </a:p>
        </p:txBody>
      </p:sp>
      <p:sp>
        <p:nvSpPr>
          <p:cNvPr id="144387" name="Rectangle 2"/>
          <p:cNvSpPr>
            <a:spLocks noGrp="1" noChangeArrowheads="1"/>
          </p:cNvSpPr>
          <p:nvPr>
            <p:ph type="title"/>
          </p:nvPr>
        </p:nvSpPr>
        <p:spPr>
          <a:xfrm>
            <a:off x="304800" y="231531"/>
            <a:ext cx="7620000" cy="1436423"/>
          </a:xfrm>
        </p:spPr>
        <p:txBody>
          <a:bodyPr/>
          <a:lstStyle/>
          <a:p>
            <a:pPr algn="l"/>
            <a:r>
              <a:rPr lang="en-ZA" altLang="en-US" sz="3600" dirty="0">
                <a:solidFill>
                  <a:srgbClr val="000099"/>
                </a:solidFill>
              </a:rPr>
              <a:t>Chapter 13</a:t>
            </a:r>
            <a:br>
              <a:rPr lang="en-ZA" altLang="en-US" sz="3600" dirty="0">
                <a:solidFill>
                  <a:srgbClr val="000099"/>
                </a:solidFill>
              </a:rPr>
            </a:br>
            <a:br>
              <a:rPr lang="en-ZA" altLang="en-US" sz="3600" dirty="0">
                <a:solidFill>
                  <a:srgbClr val="000099"/>
                </a:solidFill>
              </a:rPr>
            </a:br>
            <a:r>
              <a:rPr lang="en-ZA" altLang="en-US" sz="3600" dirty="0">
                <a:solidFill>
                  <a:srgbClr val="000099"/>
                </a:solidFill>
              </a:rPr>
              <a:t>Capital budgeting example</a:t>
            </a:r>
            <a:endParaRPr lang="en-GB" altLang="en-US" sz="3600" dirty="0">
              <a:solidFill>
                <a:srgbClr val="000099"/>
              </a:solidFill>
            </a:endParaRPr>
          </a:p>
        </p:txBody>
      </p:sp>
      <p:sp>
        <p:nvSpPr>
          <p:cNvPr id="144388" name="Rectangle 3"/>
          <p:cNvSpPr>
            <a:spLocks noGrp="1" noChangeArrowheads="1"/>
          </p:cNvSpPr>
          <p:nvPr>
            <p:ph type="body" idx="1"/>
          </p:nvPr>
        </p:nvSpPr>
        <p:spPr>
          <a:xfrm>
            <a:off x="304800" y="990600"/>
            <a:ext cx="8534400" cy="5638800"/>
          </a:xfrm>
        </p:spPr>
        <p:txBody>
          <a:bodyPr/>
          <a:lstStyle/>
          <a:p>
            <a:pPr algn="just">
              <a:lnSpc>
                <a:spcPct val="80000"/>
              </a:lnSpc>
              <a:buFontTx/>
              <a:buNone/>
            </a:pPr>
            <a:r>
              <a:rPr lang="en-ZA" altLang="en-US" sz="1600" dirty="0"/>
              <a:t>	</a:t>
            </a:r>
            <a:endParaRPr lang="en-GB" altLang="en-US" sz="2400" dirty="0"/>
          </a:p>
        </p:txBody>
      </p:sp>
      <p:pic>
        <p:nvPicPr>
          <p:cNvPr id="4" name="Picture 3">
            <a:extLst>
              <a:ext uri="{FF2B5EF4-FFF2-40B4-BE49-F238E27FC236}">
                <a16:creationId xmlns:a16="http://schemas.microsoft.com/office/drawing/2014/main" id="{554F258D-90DB-0863-6A31-A756A831AA0A}"/>
              </a:ext>
            </a:extLst>
          </p:cNvPr>
          <p:cNvPicPr>
            <a:picLocks noChangeAspect="1"/>
          </p:cNvPicPr>
          <p:nvPr/>
        </p:nvPicPr>
        <p:blipFill>
          <a:blip r:embed="rId2"/>
          <a:stretch>
            <a:fillRect/>
          </a:stretch>
        </p:blipFill>
        <p:spPr>
          <a:xfrm>
            <a:off x="304800" y="1811909"/>
            <a:ext cx="8451480" cy="2294445"/>
          </a:xfrm>
          <a:prstGeom prst="rect">
            <a:avLst/>
          </a:prstGeom>
        </p:spPr>
      </p:pic>
      <p:sp>
        <p:nvSpPr>
          <p:cNvPr id="5" name="Rectangle 2">
            <a:extLst>
              <a:ext uri="{FF2B5EF4-FFF2-40B4-BE49-F238E27FC236}">
                <a16:creationId xmlns:a16="http://schemas.microsoft.com/office/drawing/2014/main" id="{EFDFBBD5-0643-CAD1-51A9-4B54EEEA0E0A}"/>
              </a:ext>
            </a:extLst>
          </p:cNvPr>
          <p:cNvSpPr txBox="1">
            <a:spLocks noChangeArrowheads="1"/>
          </p:cNvSpPr>
          <p:nvPr/>
        </p:nvSpPr>
        <p:spPr bwMode="auto">
          <a:xfrm>
            <a:off x="304800" y="4191000"/>
            <a:ext cx="8451480" cy="25992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3800">
                <a:solidFill>
                  <a:srgbClr val="0000FF"/>
                </a:solidFill>
                <a:latin typeface="+mj-lt"/>
                <a:ea typeface="+mj-ea"/>
                <a:cs typeface="+mj-cs"/>
              </a:defRPr>
            </a:lvl1pPr>
            <a:lvl2pPr algn="ctr" rtl="0" eaLnBrk="0" fontAlgn="base" hangingPunct="0">
              <a:spcBef>
                <a:spcPct val="0"/>
              </a:spcBef>
              <a:spcAft>
                <a:spcPct val="0"/>
              </a:spcAft>
              <a:defRPr sz="3800">
                <a:solidFill>
                  <a:srgbClr val="0000FF"/>
                </a:solidFill>
                <a:latin typeface="Tahoma" pitchFamily="34" charset="0"/>
              </a:defRPr>
            </a:lvl2pPr>
            <a:lvl3pPr algn="ctr" rtl="0" eaLnBrk="0" fontAlgn="base" hangingPunct="0">
              <a:spcBef>
                <a:spcPct val="0"/>
              </a:spcBef>
              <a:spcAft>
                <a:spcPct val="0"/>
              </a:spcAft>
              <a:defRPr sz="3800">
                <a:solidFill>
                  <a:srgbClr val="0000FF"/>
                </a:solidFill>
                <a:latin typeface="Tahoma" pitchFamily="34" charset="0"/>
              </a:defRPr>
            </a:lvl3pPr>
            <a:lvl4pPr algn="ctr" rtl="0" eaLnBrk="0" fontAlgn="base" hangingPunct="0">
              <a:spcBef>
                <a:spcPct val="0"/>
              </a:spcBef>
              <a:spcAft>
                <a:spcPct val="0"/>
              </a:spcAft>
              <a:defRPr sz="3800">
                <a:solidFill>
                  <a:srgbClr val="0000FF"/>
                </a:solidFill>
                <a:latin typeface="Tahoma" pitchFamily="34" charset="0"/>
              </a:defRPr>
            </a:lvl4pPr>
            <a:lvl5pPr algn="ctr" rtl="0" eaLnBrk="0" fontAlgn="base" hangingPunct="0">
              <a:spcBef>
                <a:spcPct val="0"/>
              </a:spcBef>
              <a:spcAft>
                <a:spcPct val="0"/>
              </a:spcAft>
              <a:defRPr sz="3800">
                <a:solidFill>
                  <a:srgbClr val="0000FF"/>
                </a:solidFill>
                <a:latin typeface="Tahoma" pitchFamily="34" charset="0"/>
              </a:defRPr>
            </a:lvl5pPr>
            <a:lvl6pPr marL="457200" algn="ctr" rtl="0" eaLnBrk="0" fontAlgn="base" hangingPunct="0">
              <a:spcBef>
                <a:spcPct val="0"/>
              </a:spcBef>
              <a:spcAft>
                <a:spcPct val="0"/>
              </a:spcAft>
              <a:defRPr sz="3800">
                <a:solidFill>
                  <a:srgbClr val="0000FF"/>
                </a:solidFill>
                <a:latin typeface="Tahoma" pitchFamily="34" charset="0"/>
              </a:defRPr>
            </a:lvl6pPr>
            <a:lvl7pPr marL="914400" algn="ctr" rtl="0" eaLnBrk="0" fontAlgn="base" hangingPunct="0">
              <a:spcBef>
                <a:spcPct val="0"/>
              </a:spcBef>
              <a:spcAft>
                <a:spcPct val="0"/>
              </a:spcAft>
              <a:defRPr sz="3800">
                <a:solidFill>
                  <a:srgbClr val="0000FF"/>
                </a:solidFill>
                <a:latin typeface="Tahoma" pitchFamily="34" charset="0"/>
              </a:defRPr>
            </a:lvl7pPr>
            <a:lvl8pPr marL="1371600" algn="ctr" rtl="0" eaLnBrk="0" fontAlgn="base" hangingPunct="0">
              <a:spcBef>
                <a:spcPct val="0"/>
              </a:spcBef>
              <a:spcAft>
                <a:spcPct val="0"/>
              </a:spcAft>
              <a:defRPr sz="3800">
                <a:solidFill>
                  <a:srgbClr val="0000FF"/>
                </a:solidFill>
                <a:latin typeface="Tahoma" pitchFamily="34" charset="0"/>
              </a:defRPr>
            </a:lvl8pPr>
            <a:lvl9pPr marL="1828800" algn="ctr" rtl="0" eaLnBrk="0" fontAlgn="base" hangingPunct="0">
              <a:spcBef>
                <a:spcPct val="0"/>
              </a:spcBef>
              <a:spcAft>
                <a:spcPct val="0"/>
              </a:spcAft>
              <a:defRPr sz="3800">
                <a:solidFill>
                  <a:srgbClr val="0000FF"/>
                </a:solidFill>
                <a:latin typeface="Tahoma" pitchFamily="34" charset="0"/>
              </a:defRPr>
            </a:lvl9pPr>
          </a:lstStyle>
          <a:p>
            <a:pPr algn="l"/>
            <a:r>
              <a:rPr lang="en-ZA" altLang="en-US" sz="3400" kern="0" dirty="0">
                <a:solidFill>
                  <a:srgbClr val="000099"/>
                </a:solidFill>
              </a:rPr>
              <a:t>[Remember: discount rate = required rate of return]</a:t>
            </a:r>
            <a:br>
              <a:rPr lang="en-ZA" altLang="en-US" sz="3400" kern="0" dirty="0">
                <a:solidFill>
                  <a:srgbClr val="000099"/>
                </a:solidFill>
              </a:rPr>
            </a:br>
            <a:br>
              <a:rPr lang="en-ZA" altLang="en-US" sz="3400" kern="0" dirty="0">
                <a:solidFill>
                  <a:srgbClr val="000099"/>
                </a:solidFill>
              </a:rPr>
            </a:br>
            <a:r>
              <a:rPr lang="en-ZA" altLang="en-US" sz="3400" kern="0" dirty="0">
                <a:solidFill>
                  <a:srgbClr val="000099"/>
                </a:solidFill>
              </a:rPr>
              <a:t>Evaluate projects by calculating NPVs and IRRs</a:t>
            </a:r>
            <a:endParaRPr lang="en-GB" altLang="en-US" sz="3400" kern="0" dirty="0">
              <a:solidFill>
                <a:srgbClr val="000099"/>
              </a:solidFill>
            </a:endParaRPr>
          </a:p>
        </p:txBody>
      </p:sp>
    </p:spTree>
    <p:extLst>
      <p:ext uri="{BB962C8B-B14F-4D97-AF65-F5344CB8AC3E}">
        <p14:creationId xmlns:p14="http://schemas.microsoft.com/office/powerpoint/2010/main" val="859694024"/>
      </p:ext>
    </p:extLst>
  </p:cSld>
  <p:clrMapOvr>
    <a:masterClrMapping/>
  </p:clrMapOvr>
  <mc:AlternateContent xmlns:mc="http://schemas.openxmlformats.org/markup-compatibility/2006" xmlns:p14="http://schemas.microsoft.com/office/powerpoint/2010/main">
    <mc:Choice Requires="p14">
      <p:transition spd="slow" p14:dur="2000" advTm="124855"/>
    </mc:Choice>
    <mc:Fallback xmlns="">
      <p:transition spd="slow" advTm="124855"/>
    </mc:Fallback>
  </mc:AlternateContent>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44386" name="Slide Number Placeholder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Tahoma" panose="020B0604030504040204" pitchFamily="34" charset="0"/>
              </a:defRPr>
            </a:lvl1pPr>
            <a:lvl2pPr marL="742950" indent="-285750">
              <a:spcBef>
                <a:spcPct val="20000"/>
              </a:spcBef>
              <a:buChar char="–"/>
              <a:defRPr sz="2400">
                <a:solidFill>
                  <a:schemeClr val="tx1"/>
                </a:solidFill>
                <a:latin typeface="Tahoma" panose="020B0604030504040204" pitchFamily="34" charset="0"/>
              </a:defRPr>
            </a:lvl2pPr>
            <a:lvl3pPr marL="1143000" indent="-228600">
              <a:spcBef>
                <a:spcPct val="20000"/>
              </a:spcBef>
              <a:buChar char="•"/>
              <a:defRPr sz="2000">
                <a:solidFill>
                  <a:schemeClr val="tx1"/>
                </a:solidFill>
                <a:latin typeface="Tahoma" panose="020B0604030504040204" pitchFamily="34" charset="0"/>
              </a:defRPr>
            </a:lvl3pPr>
            <a:lvl4pPr marL="1600200" indent="-228600">
              <a:spcBef>
                <a:spcPct val="20000"/>
              </a:spcBef>
              <a:buChar char="–"/>
              <a:defRPr sz="1600">
                <a:solidFill>
                  <a:schemeClr val="tx1"/>
                </a:solidFill>
                <a:latin typeface="Tahoma" panose="020B0604030504040204" pitchFamily="34" charset="0"/>
              </a:defRPr>
            </a:lvl4pPr>
            <a:lvl5pPr marL="2057400" indent="-228600">
              <a:spcBef>
                <a:spcPct val="20000"/>
              </a:spcBef>
              <a:buChar char="»"/>
              <a:defRPr sz="16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16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16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16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1600">
                <a:solidFill>
                  <a:schemeClr val="tx1"/>
                </a:solidFill>
                <a:latin typeface="Tahoma" panose="020B0604030504040204" pitchFamily="34"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E2A5CB51-BFA2-4649-8108-A9563A211342}" type="slidenum">
              <a:rPr kumimoji="0" lang="en-ZA" altLang="en-US" sz="1400" b="0" i="0" u="none" strike="noStrike" kern="1200" cap="none" spc="0" normalizeH="0" baseline="0" noProof="0" smtClean="0">
                <a:ln>
                  <a:noFill/>
                </a:ln>
                <a:solidFill>
                  <a:srgbClr val="000000"/>
                </a:solidFill>
                <a:effectLst/>
                <a:uLnTx/>
                <a:uFillTx/>
                <a:latin typeface="Times New Roman" panose="02020603050405020304" pitchFamily="18" charset="0"/>
                <a:ea typeface="ＭＳ Ｐゴシック" charset="-128"/>
                <a:cs typeface="+mn-cs"/>
              </a:rPr>
              <a:pPr marL="0" marR="0" lvl="0" indent="0" algn="r" defTabSz="914400" rtl="0" eaLnBrk="0" fontAlgn="base" latinLnBrk="0" hangingPunct="0">
                <a:lnSpc>
                  <a:spcPct val="100000"/>
                </a:lnSpc>
                <a:spcBef>
                  <a:spcPct val="0"/>
                </a:spcBef>
                <a:spcAft>
                  <a:spcPct val="0"/>
                </a:spcAft>
                <a:buClrTx/>
                <a:buSzTx/>
                <a:buFontTx/>
                <a:buNone/>
                <a:tabLst/>
                <a:defRPr/>
              </a:pPr>
              <a:t>3</a:t>
            </a:fld>
            <a:endParaRPr kumimoji="0" lang="en-ZA" altLang="en-US" sz="14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charset="-128"/>
              <a:cs typeface="+mn-cs"/>
            </a:endParaRPr>
          </a:p>
        </p:txBody>
      </p:sp>
      <p:sp>
        <p:nvSpPr>
          <p:cNvPr id="144387" name="Rectangle 2"/>
          <p:cNvSpPr>
            <a:spLocks noGrp="1" noChangeArrowheads="1"/>
          </p:cNvSpPr>
          <p:nvPr>
            <p:ph type="title"/>
          </p:nvPr>
        </p:nvSpPr>
        <p:spPr>
          <a:xfrm>
            <a:off x="316522" y="91387"/>
            <a:ext cx="8283215" cy="2194613"/>
          </a:xfrm>
        </p:spPr>
        <p:txBody>
          <a:bodyPr/>
          <a:lstStyle/>
          <a:p>
            <a:pPr algn="l"/>
            <a:r>
              <a:rPr lang="en-ZA" altLang="en-US" sz="3200" dirty="0">
                <a:solidFill>
                  <a:srgbClr val="000099"/>
                </a:solidFill>
              </a:rPr>
              <a:t>Equation</a:t>
            </a:r>
            <a:br>
              <a:rPr lang="en-ZA" altLang="en-US" sz="3200" dirty="0">
                <a:solidFill>
                  <a:srgbClr val="000099"/>
                </a:solidFill>
              </a:rPr>
            </a:br>
            <a:r>
              <a:rPr lang="en-ZA" altLang="en-US" sz="3200" dirty="0">
                <a:solidFill>
                  <a:srgbClr val="000099"/>
                </a:solidFill>
              </a:rPr>
              <a:t>Answer</a:t>
            </a:r>
            <a:br>
              <a:rPr lang="en-ZA" altLang="en-US" sz="3200" dirty="0">
                <a:solidFill>
                  <a:srgbClr val="000099"/>
                </a:solidFill>
              </a:rPr>
            </a:br>
            <a:r>
              <a:rPr lang="en-ZA" altLang="en-US" sz="3200" dirty="0">
                <a:solidFill>
                  <a:srgbClr val="000099"/>
                </a:solidFill>
              </a:rPr>
              <a:t>Accept or reject?</a:t>
            </a:r>
            <a:br>
              <a:rPr lang="en-ZA" altLang="en-US" sz="3200" dirty="0">
                <a:solidFill>
                  <a:srgbClr val="000099"/>
                </a:solidFill>
              </a:rPr>
            </a:br>
            <a:r>
              <a:rPr lang="en-ZA" altLang="en-US" sz="3200" dirty="0">
                <a:solidFill>
                  <a:srgbClr val="000099"/>
                </a:solidFill>
              </a:rPr>
              <a:t>Motivate</a:t>
            </a:r>
            <a:endParaRPr lang="en-GB" altLang="en-US" sz="3200" dirty="0">
              <a:solidFill>
                <a:srgbClr val="000099"/>
              </a:solidFill>
            </a:endParaRPr>
          </a:p>
        </p:txBody>
      </p:sp>
      <p:sp>
        <p:nvSpPr>
          <p:cNvPr id="144388" name="Rectangle 3"/>
          <p:cNvSpPr>
            <a:spLocks noGrp="1" noChangeArrowheads="1"/>
          </p:cNvSpPr>
          <p:nvPr>
            <p:ph type="body" idx="1"/>
          </p:nvPr>
        </p:nvSpPr>
        <p:spPr>
          <a:xfrm>
            <a:off x="304800" y="4114800"/>
            <a:ext cx="8534400" cy="2514600"/>
          </a:xfrm>
        </p:spPr>
        <p:txBody>
          <a:bodyPr/>
          <a:lstStyle/>
          <a:p>
            <a:pPr algn="just">
              <a:lnSpc>
                <a:spcPct val="80000"/>
              </a:lnSpc>
              <a:buFontTx/>
              <a:buNone/>
            </a:pPr>
            <a:r>
              <a:rPr lang="en-ZA" altLang="en-US" sz="1600" dirty="0"/>
              <a:t>	</a:t>
            </a:r>
            <a:endParaRPr lang="en-GB" altLang="en-US" sz="2400" dirty="0"/>
          </a:p>
        </p:txBody>
      </p:sp>
      <p:pic>
        <p:nvPicPr>
          <p:cNvPr id="2" name="Picture 1">
            <a:extLst>
              <a:ext uri="{FF2B5EF4-FFF2-40B4-BE49-F238E27FC236}">
                <a16:creationId xmlns:a16="http://schemas.microsoft.com/office/drawing/2014/main" id="{0B03FE63-A784-C29D-B92B-940A60A56E05}"/>
              </a:ext>
            </a:extLst>
          </p:cNvPr>
          <p:cNvPicPr>
            <a:picLocks noChangeAspect="1"/>
          </p:cNvPicPr>
          <p:nvPr/>
        </p:nvPicPr>
        <p:blipFill>
          <a:blip r:embed="rId2"/>
          <a:stretch>
            <a:fillRect/>
          </a:stretch>
        </p:blipFill>
        <p:spPr>
          <a:xfrm>
            <a:off x="3657600" y="62264"/>
            <a:ext cx="2651905" cy="1103274"/>
          </a:xfrm>
          <a:prstGeom prst="rect">
            <a:avLst/>
          </a:prstGeom>
        </p:spPr>
      </p:pic>
      <p:pic>
        <p:nvPicPr>
          <p:cNvPr id="10" name="Picture 9">
            <a:extLst>
              <a:ext uri="{FF2B5EF4-FFF2-40B4-BE49-F238E27FC236}">
                <a16:creationId xmlns:a16="http://schemas.microsoft.com/office/drawing/2014/main" id="{6CE57934-D42D-69AC-9A60-3247488C8470}"/>
              </a:ext>
            </a:extLst>
          </p:cNvPr>
          <p:cNvPicPr>
            <a:picLocks noChangeAspect="1"/>
          </p:cNvPicPr>
          <p:nvPr/>
        </p:nvPicPr>
        <p:blipFill>
          <a:blip r:embed="rId3"/>
          <a:stretch>
            <a:fillRect/>
          </a:stretch>
        </p:blipFill>
        <p:spPr>
          <a:xfrm>
            <a:off x="361037" y="2889064"/>
            <a:ext cx="4038600" cy="2719257"/>
          </a:xfrm>
          <a:prstGeom prst="rect">
            <a:avLst/>
          </a:prstGeom>
        </p:spPr>
      </p:pic>
      <p:pic>
        <p:nvPicPr>
          <p:cNvPr id="11" name="Picture 10">
            <a:extLst>
              <a:ext uri="{FF2B5EF4-FFF2-40B4-BE49-F238E27FC236}">
                <a16:creationId xmlns:a16="http://schemas.microsoft.com/office/drawing/2014/main" id="{7AE13D7F-C331-D799-497B-46206ECA43F6}"/>
              </a:ext>
            </a:extLst>
          </p:cNvPr>
          <p:cNvPicPr>
            <a:picLocks noChangeAspect="1"/>
          </p:cNvPicPr>
          <p:nvPr/>
        </p:nvPicPr>
        <p:blipFill>
          <a:blip r:embed="rId4"/>
          <a:stretch>
            <a:fillRect/>
          </a:stretch>
        </p:blipFill>
        <p:spPr>
          <a:xfrm>
            <a:off x="5390050" y="1255674"/>
            <a:ext cx="3437428" cy="1135600"/>
          </a:xfrm>
          <a:prstGeom prst="rect">
            <a:avLst/>
          </a:prstGeom>
        </p:spPr>
      </p:pic>
      <p:pic>
        <p:nvPicPr>
          <p:cNvPr id="13" name="Picture 12">
            <a:extLst>
              <a:ext uri="{FF2B5EF4-FFF2-40B4-BE49-F238E27FC236}">
                <a16:creationId xmlns:a16="http://schemas.microsoft.com/office/drawing/2014/main" id="{63A2FE11-C4C0-418F-33C4-00C6202220F8}"/>
              </a:ext>
            </a:extLst>
          </p:cNvPr>
          <p:cNvPicPr>
            <a:picLocks noChangeAspect="1"/>
          </p:cNvPicPr>
          <p:nvPr/>
        </p:nvPicPr>
        <p:blipFill>
          <a:blip r:embed="rId5"/>
          <a:stretch>
            <a:fillRect/>
          </a:stretch>
        </p:blipFill>
        <p:spPr>
          <a:xfrm>
            <a:off x="4319407" y="2785832"/>
            <a:ext cx="2081394" cy="2843885"/>
          </a:xfrm>
          <a:prstGeom prst="rect">
            <a:avLst/>
          </a:prstGeom>
        </p:spPr>
      </p:pic>
      <p:sp>
        <p:nvSpPr>
          <p:cNvPr id="14" name="Rectangle 2">
            <a:extLst>
              <a:ext uri="{FF2B5EF4-FFF2-40B4-BE49-F238E27FC236}">
                <a16:creationId xmlns:a16="http://schemas.microsoft.com/office/drawing/2014/main" id="{6B41FD77-66B3-3AA1-94CD-541A57CFEB72}"/>
              </a:ext>
            </a:extLst>
          </p:cNvPr>
          <p:cNvSpPr txBox="1">
            <a:spLocks noChangeArrowheads="1"/>
          </p:cNvSpPr>
          <p:nvPr/>
        </p:nvSpPr>
        <p:spPr bwMode="auto">
          <a:xfrm>
            <a:off x="258029" y="5697848"/>
            <a:ext cx="8581171" cy="10270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3800">
                <a:solidFill>
                  <a:srgbClr val="0000FF"/>
                </a:solidFill>
                <a:latin typeface="+mj-lt"/>
                <a:ea typeface="+mj-ea"/>
                <a:cs typeface="+mj-cs"/>
              </a:defRPr>
            </a:lvl1pPr>
            <a:lvl2pPr algn="ctr" rtl="0" eaLnBrk="0" fontAlgn="base" hangingPunct="0">
              <a:spcBef>
                <a:spcPct val="0"/>
              </a:spcBef>
              <a:spcAft>
                <a:spcPct val="0"/>
              </a:spcAft>
              <a:defRPr sz="3800">
                <a:solidFill>
                  <a:srgbClr val="0000FF"/>
                </a:solidFill>
                <a:latin typeface="Tahoma" pitchFamily="34" charset="0"/>
              </a:defRPr>
            </a:lvl2pPr>
            <a:lvl3pPr algn="ctr" rtl="0" eaLnBrk="0" fontAlgn="base" hangingPunct="0">
              <a:spcBef>
                <a:spcPct val="0"/>
              </a:spcBef>
              <a:spcAft>
                <a:spcPct val="0"/>
              </a:spcAft>
              <a:defRPr sz="3800">
                <a:solidFill>
                  <a:srgbClr val="0000FF"/>
                </a:solidFill>
                <a:latin typeface="Tahoma" pitchFamily="34" charset="0"/>
              </a:defRPr>
            </a:lvl3pPr>
            <a:lvl4pPr algn="ctr" rtl="0" eaLnBrk="0" fontAlgn="base" hangingPunct="0">
              <a:spcBef>
                <a:spcPct val="0"/>
              </a:spcBef>
              <a:spcAft>
                <a:spcPct val="0"/>
              </a:spcAft>
              <a:defRPr sz="3800">
                <a:solidFill>
                  <a:srgbClr val="0000FF"/>
                </a:solidFill>
                <a:latin typeface="Tahoma" pitchFamily="34" charset="0"/>
              </a:defRPr>
            </a:lvl4pPr>
            <a:lvl5pPr algn="ctr" rtl="0" eaLnBrk="0" fontAlgn="base" hangingPunct="0">
              <a:spcBef>
                <a:spcPct val="0"/>
              </a:spcBef>
              <a:spcAft>
                <a:spcPct val="0"/>
              </a:spcAft>
              <a:defRPr sz="3800">
                <a:solidFill>
                  <a:srgbClr val="0000FF"/>
                </a:solidFill>
                <a:latin typeface="Tahoma" pitchFamily="34" charset="0"/>
              </a:defRPr>
            </a:lvl5pPr>
            <a:lvl6pPr marL="457200" algn="ctr" rtl="0" eaLnBrk="0" fontAlgn="base" hangingPunct="0">
              <a:spcBef>
                <a:spcPct val="0"/>
              </a:spcBef>
              <a:spcAft>
                <a:spcPct val="0"/>
              </a:spcAft>
              <a:defRPr sz="3800">
                <a:solidFill>
                  <a:srgbClr val="0000FF"/>
                </a:solidFill>
                <a:latin typeface="Tahoma" pitchFamily="34" charset="0"/>
              </a:defRPr>
            </a:lvl6pPr>
            <a:lvl7pPr marL="914400" algn="ctr" rtl="0" eaLnBrk="0" fontAlgn="base" hangingPunct="0">
              <a:spcBef>
                <a:spcPct val="0"/>
              </a:spcBef>
              <a:spcAft>
                <a:spcPct val="0"/>
              </a:spcAft>
              <a:defRPr sz="3800">
                <a:solidFill>
                  <a:srgbClr val="0000FF"/>
                </a:solidFill>
                <a:latin typeface="Tahoma" pitchFamily="34" charset="0"/>
              </a:defRPr>
            </a:lvl7pPr>
            <a:lvl8pPr marL="1371600" algn="ctr" rtl="0" eaLnBrk="0" fontAlgn="base" hangingPunct="0">
              <a:spcBef>
                <a:spcPct val="0"/>
              </a:spcBef>
              <a:spcAft>
                <a:spcPct val="0"/>
              </a:spcAft>
              <a:defRPr sz="3800">
                <a:solidFill>
                  <a:srgbClr val="0000FF"/>
                </a:solidFill>
                <a:latin typeface="Tahoma" pitchFamily="34" charset="0"/>
              </a:defRPr>
            </a:lvl8pPr>
            <a:lvl9pPr marL="1828800" algn="ctr" rtl="0" eaLnBrk="0" fontAlgn="base" hangingPunct="0">
              <a:spcBef>
                <a:spcPct val="0"/>
              </a:spcBef>
              <a:spcAft>
                <a:spcPct val="0"/>
              </a:spcAft>
              <a:defRPr sz="3800">
                <a:solidFill>
                  <a:srgbClr val="0000FF"/>
                </a:solidFill>
                <a:latin typeface="Tahoma" pitchFamily="34" charset="0"/>
              </a:defRPr>
            </a:lvl9pPr>
          </a:lstStyle>
          <a:p>
            <a:pPr algn="l"/>
            <a:r>
              <a:rPr lang="en-ZA" altLang="en-US" sz="3200" kern="0" dirty="0">
                <a:solidFill>
                  <a:srgbClr val="C00000"/>
                </a:solidFill>
              </a:rPr>
              <a:t>Both T and U acceptable</a:t>
            </a:r>
            <a:br>
              <a:rPr lang="en-ZA" altLang="en-US" sz="3200" kern="0" dirty="0">
                <a:solidFill>
                  <a:srgbClr val="C00000"/>
                </a:solidFill>
              </a:rPr>
            </a:br>
            <a:r>
              <a:rPr lang="en-ZA" altLang="en-US" sz="3200" kern="0" dirty="0">
                <a:solidFill>
                  <a:srgbClr val="C00000"/>
                </a:solidFill>
              </a:rPr>
              <a:t>Why? 	NPVs &gt; 0		IRRs &gt; RRR of 8% 	</a:t>
            </a:r>
            <a:endParaRPr lang="en-GB" altLang="en-US" sz="3200" kern="0" dirty="0">
              <a:solidFill>
                <a:srgbClr val="C00000"/>
              </a:solidFill>
            </a:endParaRPr>
          </a:p>
        </p:txBody>
      </p:sp>
    </p:spTree>
    <p:extLst>
      <p:ext uri="{BB962C8B-B14F-4D97-AF65-F5344CB8AC3E}">
        <p14:creationId xmlns:p14="http://schemas.microsoft.com/office/powerpoint/2010/main" val="1808979601"/>
      </p:ext>
    </p:extLst>
  </p:cSld>
  <p:clrMapOvr>
    <a:masterClrMapping/>
  </p:clrMapOvr>
  <mc:AlternateContent xmlns:mc="http://schemas.openxmlformats.org/markup-compatibility/2006" xmlns:p14="http://schemas.microsoft.com/office/powerpoint/2010/main">
    <mc:Choice Requires="p14">
      <p:transition spd="slow" p14:dur="2000" advTm="124855"/>
    </mc:Choice>
    <mc:Fallback xmlns="">
      <p:transition spd="slow" advTm="124855"/>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1"/>
                                        </p:tgtEl>
                                        <p:attrNameLst>
                                          <p:attrName>style.visibility</p:attrName>
                                        </p:attrNameLst>
                                      </p:cBhvr>
                                      <p:to>
                                        <p:strVal val="visible"/>
                                      </p:to>
                                    </p:set>
                                    <p:anim calcmode="lin" valueType="num">
                                      <p:cBhvr additive="base">
                                        <p:cTn id="13" dur="500" fill="hold"/>
                                        <p:tgtEl>
                                          <p:spTgt spid="11"/>
                                        </p:tgtEl>
                                        <p:attrNameLst>
                                          <p:attrName>ppt_x</p:attrName>
                                        </p:attrNameLst>
                                      </p:cBhvr>
                                      <p:tavLst>
                                        <p:tav tm="0">
                                          <p:val>
                                            <p:strVal val="#ppt_x"/>
                                          </p:val>
                                        </p:tav>
                                        <p:tav tm="100000">
                                          <p:val>
                                            <p:strVal val="#ppt_x"/>
                                          </p:val>
                                        </p:tav>
                                      </p:tavLst>
                                    </p:anim>
                                    <p:anim calcmode="lin" valueType="num">
                                      <p:cBhvr additive="base">
                                        <p:cTn id="14"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0"/>
                                        </p:tgtEl>
                                        <p:attrNameLst>
                                          <p:attrName>style.visibility</p:attrName>
                                        </p:attrNameLst>
                                      </p:cBhvr>
                                      <p:to>
                                        <p:strVal val="visible"/>
                                      </p:to>
                                    </p:set>
                                    <p:anim calcmode="lin" valueType="num">
                                      <p:cBhvr additive="base">
                                        <p:cTn id="19" dur="500" fill="hold"/>
                                        <p:tgtEl>
                                          <p:spTgt spid="10"/>
                                        </p:tgtEl>
                                        <p:attrNameLst>
                                          <p:attrName>ppt_x</p:attrName>
                                        </p:attrNameLst>
                                      </p:cBhvr>
                                      <p:tavLst>
                                        <p:tav tm="0">
                                          <p:val>
                                            <p:strVal val="#ppt_x"/>
                                          </p:val>
                                        </p:tav>
                                        <p:tav tm="100000">
                                          <p:val>
                                            <p:strVal val="#ppt_x"/>
                                          </p:val>
                                        </p:tav>
                                      </p:tavLst>
                                    </p:anim>
                                    <p:anim calcmode="lin" valueType="num">
                                      <p:cBhvr additive="base">
                                        <p:cTn id="20"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3"/>
                                        </p:tgtEl>
                                        <p:attrNameLst>
                                          <p:attrName>style.visibility</p:attrName>
                                        </p:attrNameLst>
                                      </p:cBhvr>
                                      <p:to>
                                        <p:strVal val="visible"/>
                                      </p:to>
                                    </p:set>
                                    <p:anim calcmode="lin" valueType="num">
                                      <p:cBhvr additive="base">
                                        <p:cTn id="25" dur="500" fill="hold"/>
                                        <p:tgtEl>
                                          <p:spTgt spid="13"/>
                                        </p:tgtEl>
                                        <p:attrNameLst>
                                          <p:attrName>ppt_x</p:attrName>
                                        </p:attrNameLst>
                                      </p:cBhvr>
                                      <p:tavLst>
                                        <p:tav tm="0">
                                          <p:val>
                                            <p:strVal val="#ppt_x"/>
                                          </p:val>
                                        </p:tav>
                                        <p:tav tm="100000">
                                          <p:val>
                                            <p:strVal val="#ppt_x"/>
                                          </p:val>
                                        </p:tav>
                                      </p:tavLst>
                                    </p:anim>
                                    <p:anim calcmode="lin" valueType="num">
                                      <p:cBhvr additive="base">
                                        <p:cTn id="26"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4"/>
                                        </p:tgtEl>
                                        <p:attrNameLst>
                                          <p:attrName>style.visibility</p:attrName>
                                        </p:attrNameLst>
                                      </p:cBhvr>
                                      <p:to>
                                        <p:strVal val="visible"/>
                                      </p:to>
                                    </p:set>
                                    <p:anim calcmode="lin" valueType="num">
                                      <p:cBhvr additive="base">
                                        <p:cTn id="31" dur="500" fill="hold"/>
                                        <p:tgtEl>
                                          <p:spTgt spid="14"/>
                                        </p:tgtEl>
                                        <p:attrNameLst>
                                          <p:attrName>ppt_x</p:attrName>
                                        </p:attrNameLst>
                                      </p:cBhvr>
                                      <p:tavLst>
                                        <p:tav tm="0">
                                          <p:val>
                                            <p:strVal val="#ppt_x"/>
                                          </p:val>
                                        </p:tav>
                                        <p:tav tm="100000">
                                          <p:val>
                                            <p:strVal val="#ppt_x"/>
                                          </p:val>
                                        </p:tav>
                                      </p:tavLst>
                                    </p:anim>
                                    <p:anim calcmode="lin" valueType="num">
                                      <p:cBhvr additive="base">
                                        <p:cTn id="32"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44386" name="Slide Number Placeholder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Tahoma" panose="020B0604030504040204" pitchFamily="34" charset="0"/>
              </a:defRPr>
            </a:lvl1pPr>
            <a:lvl2pPr marL="742950" indent="-285750">
              <a:spcBef>
                <a:spcPct val="20000"/>
              </a:spcBef>
              <a:buChar char="–"/>
              <a:defRPr sz="2400">
                <a:solidFill>
                  <a:schemeClr val="tx1"/>
                </a:solidFill>
                <a:latin typeface="Tahoma" panose="020B0604030504040204" pitchFamily="34" charset="0"/>
              </a:defRPr>
            </a:lvl2pPr>
            <a:lvl3pPr marL="1143000" indent="-228600">
              <a:spcBef>
                <a:spcPct val="20000"/>
              </a:spcBef>
              <a:buChar char="•"/>
              <a:defRPr sz="2000">
                <a:solidFill>
                  <a:schemeClr val="tx1"/>
                </a:solidFill>
                <a:latin typeface="Tahoma" panose="020B0604030504040204" pitchFamily="34" charset="0"/>
              </a:defRPr>
            </a:lvl3pPr>
            <a:lvl4pPr marL="1600200" indent="-228600">
              <a:spcBef>
                <a:spcPct val="20000"/>
              </a:spcBef>
              <a:buChar char="–"/>
              <a:defRPr sz="1600">
                <a:solidFill>
                  <a:schemeClr val="tx1"/>
                </a:solidFill>
                <a:latin typeface="Tahoma" panose="020B0604030504040204" pitchFamily="34" charset="0"/>
              </a:defRPr>
            </a:lvl4pPr>
            <a:lvl5pPr marL="2057400" indent="-228600">
              <a:spcBef>
                <a:spcPct val="20000"/>
              </a:spcBef>
              <a:buChar char="»"/>
              <a:defRPr sz="16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16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16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16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1600">
                <a:solidFill>
                  <a:schemeClr val="tx1"/>
                </a:solidFill>
                <a:latin typeface="Tahoma" panose="020B0604030504040204" pitchFamily="34"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E2A5CB51-BFA2-4649-8108-A9563A211342}" type="slidenum">
              <a:rPr kumimoji="0" lang="en-ZA" altLang="en-US" sz="1400" b="0" i="0" u="none" strike="noStrike" kern="1200" cap="none" spc="0" normalizeH="0" baseline="0" noProof="0" smtClean="0">
                <a:ln>
                  <a:noFill/>
                </a:ln>
                <a:solidFill>
                  <a:srgbClr val="000000"/>
                </a:solidFill>
                <a:effectLst/>
                <a:uLnTx/>
                <a:uFillTx/>
                <a:latin typeface="Times New Roman" panose="02020603050405020304" pitchFamily="18" charset="0"/>
                <a:ea typeface="ＭＳ Ｐゴシック" charset="-128"/>
                <a:cs typeface="+mn-cs"/>
              </a:rPr>
              <a:pPr marL="0" marR="0" lvl="0" indent="0" algn="r" defTabSz="914400" rtl="0" eaLnBrk="0" fontAlgn="base" latinLnBrk="0" hangingPunct="0">
                <a:lnSpc>
                  <a:spcPct val="100000"/>
                </a:lnSpc>
                <a:spcBef>
                  <a:spcPct val="0"/>
                </a:spcBef>
                <a:spcAft>
                  <a:spcPct val="0"/>
                </a:spcAft>
                <a:buClrTx/>
                <a:buSzTx/>
                <a:buFontTx/>
                <a:buNone/>
                <a:tabLst/>
                <a:defRPr/>
              </a:pPr>
              <a:t>4</a:t>
            </a:fld>
            <a:endParaRPr kumimoji="0" lang="en-ZA" altLang="en-US" sz="14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charset="-128"/>
              <a:cs typeface="+mn-cs"/>
            </a:endParaRPr>
          </a:p>
        </p:txBody>
      </p:sp>
      <p:sp>
        <p:nvSpPr>
          <p:cNvPr id="144387" name="Rectangle 2"/>
          <p:cNvSpPr>
            <a:spLocks noGrp="1" noChangeArrowheads="1"/>
          </p:cNvSpPr>
          <p:nvPr>
            <p:ph type="title"/>
          </p:nvPr>
        </p:nvSpPr>
        <p:spPr>
          <a:xfrm>
            <a:off x="304678" y="133078"/>
            <a:ext cx="8522678" cy="5088248"/>
          </a:xfrm>
        </p:spPr>
        <p:txBody>
          <a:bodyPr/>
          <a:lstStyle/>
          <a:p>
            <a:pPr algn="l"/>
            <a:br>
              <a:rPr lang="en-ZA" altLang="en-US" sz="3200" dirty="0">
                <a:solidFill>
                  <a:srgbClr val="C00000"/>
                </a:solidFill>
              </a:rPr>
            </a:br>
            <a:br>
              <a:rPr lang="en-ZA" altLang="en-US" sz="3200" dirty="0">
                <a:solidFill>
                  <a:srgbClr val="C00000"/>
                </a:solidFill>
              </a:rPr>
            </a:br>
            <a:br>
              <a:rPr lang="en-ZA" altLang="en-US" sz="3200" dirty="0">
                <a:solidFill>
                  <a:srgbClr val="C00000"/>
                </a:solidFill>
              </a:rPr>
            </a:br>
            <a:r>
              <a:rPr lang="en-ZA" altLang="en-US" sz="3200" dirty="0">
                <a:solidFill>
                  <a:srgbClr val="C00000"/>
                </a:solidFill>
              </a:rPr>
              <a:t>If mutually exclusive? </a:t>
            </a:r>
            <a:br>
              <a:rPr lang="en-ZA" altLang="en-US" sz="3200" dirty="0">
                <a:solidFill>
                  <a:srgbClr val="C00000"/>
                </a:solidFill>
              </a:rPr>
            </a:br>
            <a:r>
              <a:rPr lang="en-ZA" altLang="en-US" sz="3200" dirty="0">
                <a:solidFill>
                  <a:srgbClr val="C00000"/>
                </a:solidFill>
              </a:rPr>
              <a:t>If based on NPV…        Project T, why?</a:t>
            </a:r>
            <a:br>
              <a:rPr lang="en-ZA" altLang="en-US" sz="3200" dirty="0">
                <a:solidFill>
                  <a:srgbClr val="C00000"/>
                </a:solidFill>
              </a:rPr>
            </a:br>
            <a:r>
              <a:rPr lang="en-ZA" altLang="en-US" sz="3200" dirty="0">
                <a:solidFill>
                  <a:srgbClr val="C00000"/>
                </a:solidFill>
              </a:rPr>
              <a:t>If based on IRR…	     Project U, why?</a:t>
            </a:r>
            <a:br>
              <a:rPr lang="en-ZA" altLang="en-US" sz="3200" dirty="0">
                <a:solidFill>
                  <a:srgbClr val="C00000"/>
                </a:solidFill>
              </a:rPr>
            </a:br>
            <a:br>
              <a:rPr lang="en-ZA" altLang="en-US" sz="3200" dirty="0">
                <a:solidFill>
                  <a:srgbClr val="00B050"/>
                </a:solidFill>
              </a:rPr>
            </a:br>
            <a:r>
              <a:rPr lang="en-ZA" altLang="en-US" sz="3200" dirty="0">
                <a:solidFill>
                  <a:srgbClr val="00B050"/>
                </a:solidFill>
              </a:rPr>
              <a:t>Could also get questions on cross-over rate</a:t>
            </a:r>
            <a:br>
              <a:rPr lang="en-ZA" altLang="en-US" sz="3200" dirty="0">
                <a:solidFill>
                  <a:srgbClr val="00B050"/>
                </a:solidFill>
              </a:rPr>
            </a:br>
            <a:r>
              <a:rPr lang="en-ZA" altLang="en-US" sz="3200" dirty="0">
                <a:solidFill>
                  <a:srgbClr val="00B050"/>
                </a:solidFill>
              </a:rPr>
              <a:t>Also questions on the other investment criteria/techniques: payback periods, ARR, PI</a:t>
            </a:r>
            <a:br>
              <a:rPr lang="en-ZA" altLang="en-US" sz="3200" dirty="0">
                <a:solidFill>
                  <a:srgbClr val="00B050"/>
                </a:solidFill>
              </a:rPr>
            </a:br>
            <a:r>
              <a:rPr lang="en-ZA" altLang="en-US" sz="3200" dirty="0">
                <a:solidFill>
                  <a:srgbClr val="00B050"/>
                </a:solidFill>
              </a:rPr>
              <a:t>Easy marks…study them all!</a:t>
            </a:r>
            <a:br>
              <a:rPr lang="en-ZA" altLang="en-US" sz="3200" dirty="0">
                <a:solidFill>
                  <a:srgbClr val="00B050"/>
                </a:solidFill>
              </a:rPr>
            </a:br>
            <a:br>
              <a:rPr lang="en-ZA" altLang="en-US" sz="3200" dirty="0">
                <a:solidFill>
                  <a:srgbClr val="00B050"/>
                </a:solidFill>
              </a:rPr>
            </a:br>
            <a:r>
              <a:rPr lang="en-ZA" altLang="en-US" sz="3200" dirty="0">
                <a:solidFill>
                  <a:srgbClr val="00B050"/>
                </a:solidFill>
              </a:rPr>
              <a:t>DPB of Project T…</a:t>
            </a:r>
            <a:br>
              <a:rPr lang="en-ZA" altLang="en-US" sz="3200" dirty="0">
                <a:solidFill>
                  <a:srgbClr val="00B050"/>
                </a:solidFill>
              </a:rPr>
            </a:br>
            <a:br>
              <a:rPr lang="en-ZA" altLang="en-US" sz="3200" dirty="0">
                <a:solidFill>
                  <a:srgbClr val="00B050"/>
                </a:solidFill>
              </a:rPr>
            </a:br>
            <a:br>
              <a:rPr lang="en-ZA" altLang="en-US" sz="3200" dirty="0">
                <a:solidFill>
                  <a:srgbClr val="00B050"/>
                </a:solidFill>
              </a:rPr>
            </a:br>
            <a:endParaRPr lang="en-GB" altLang="en-US" sz="3200" dirty="0">
              <a:solidFill>
                <a:srgbClr val="00B050"/>
              </a:solidFill>
            </a:endParaRPr>
          </a:p>
        </p:txBody>
      </p:sp>
      <p:sp>
        <p:nvSpPr>
          <p:cNvPr id="14" name="Rectangle 2">
            <a:extLst>
              <a:ext uri="{FF2B5EF4-FFF2-40B4-BE49-F238E27FC236}">
                <a16:creationId xmlns:a16="http://schemas.microsoft.com/office/drawing/2014/main" id="{6B41FD77-66B3-3AA1-94CD-541A57CFEB72}"/>
              </a:ext>
            </a:extLst>
          </p:cNvPr>
          <p:cNvSpPr txBox="1">
            <a:spLocks noChangeArrowheads="1"/>
          </p:cNvSpPr>
          <p:nvPr/>
        </p:nvSpPr>
        <p:spPr bwMode="auto">
          <a:xfrm>
            <a:off x="258029" y="5697848"/>
            <a:ext cx="8283215" cy="10270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3800">
                <a:solidFill>
                  <a:srgbClr val="0000FF"/>
                </a:solidFill>
                <a:latin typeface="+mj-lt"/>
                <a:ea typeface="+mj-ea"/>
                <a:cs typeface="+mj-cs"/>
              </a:defRPr>
            </a:lvl1pPr>
            <a:lvl2pPr algn="ctr" rtl="0" eaLnBrk="0" fontAlgn="base" hangingPunct="0">
              <a:spcBef>
                <a:spcPct val="0"/>
              </a:spcBef>
              <a:spcAft>
                <a:spcPct val="0"/>
              </a:spcAft>
              <a:defRPr sz="3800">
                <a:solidFill>
                  <a:srgbClr val="0000FF"/>
                </a:solidFill>
                <a:latin typeface="Tahoma" pitchFamily="34" charset="0"/>
              </a:defRPr>
            </a:lvl2pPr>
            <a:lvl3pPr algn="ctr" rtl="0" eaLnBrk="0" fontAlgn="base" hangingPunct="0">
              <a:spcBef>
                <a:spcPct val="0"/>
              </a:spcBef>
              <a:spcAft>
                <a:spcPct val="0"/>
              </a:spcAft>
              <a:defRPr sz="3800">
                <a:solidFill>
                  <a:srgbClr val="0000FF"/>
                </a:solidFill>
                <a:latin typeface="Tahoma" pitchFamily="34" charset="0"/>
              </a:defRPr>
            </a:lvl3pPr>
            <a:lvl4pPr algn="ctr" rtl="0" eaLnBrk="0" fontAlgn="base" hangingPunct="0">
              <a:spcBef>
                <a:spcPct val="0"/>
              </a:spcBef>
              <a:spcAft>
                <a:spcPct val="0"/>
              </a:spcAft>
              <a:defRPr sz="3800">
                <a:solidFill>
                  <a:srgbClr val="0000FF"/>
                </a:solidFill>
                <a:latin typeface="Tahoma" pitchFamily="34" charset="0"/>
              </a:defRPr>
            </a:lvl4pPr>
            <a:lvl5pPr algn="ctr" rtl="0" eaLnBrk="0" fontAlgn="base" hangingPunct="0">
              <a:spcBef>
                <a:spcPct val="0"/>
              </a:spcBef>
              <a:spcAft>
                <a:spcPct val="0"/>
              </a:spcAft>
              <a:defRPr sz="3800">
                <a:solidFill>
                  <a:srgbClr val="0000FF"/>
                </a:solidFill>
                <a:latin typeface="Tahoma" pitchFamily="34" charset="0"/>
              </a:defRPr>
            </a:lvl5pPr>
            <a:lvl6pPr marL="457200" algn="ctr" rtl="0" eaLnBrk="0" fontAlgn="base" hangingPunct="0">
              <a:spcBef>
                <a:spcPct val="0"/>
              </a:spcBef>
              <a:spcAft>
                <a:spcPct val="0"/>
              </a:spcAft>
              <a:defRPr sz="3800">
                <a:solidFill>
                  <a:srgbClr val="0000FF"/>
                </a:solidFill>
                <a:latin typeface="Tahoma" pitchFamily="34" charset="0"/>
              </a:defRPr>
            </a:lvl6pPr>
            <a:lvl7pPr marL="914400" algn="ctr" rtl="0" eaLnBrk="0" fontAlgn="base" hangingPunct="0">
              <a:spcBef>
                <a:spcPct val="0"/>
              </a:spcBef>
              <a:spcAft>
                <a:spcPct val="0"/>
              </a:spcAft>
              <a:defRPr sz="3800">
                <a:solidFill>
                  <a:srgbClr val="0000FF"/>
                </a:solidFill>
                <a:latin typeface="Tahoma" pitchFamily="34" charset="0"/>
              </a:defRPr>
            </a:lvl7pPr>
            <a:lvl8pPr marL="1371600" algn="ctr" rtl="0" eaLnBrk="0" fontAlgn="base" hangingPunct="0">
              <a:spcBef>
                <a:spcPct val="0"/>
              </a:spcBef>
              <a:spcAft>
                <a:spcPct val="0"/>
              </a:spcAft>
              <a:defRPr sz="3800">
                <a:solidFill>
                  <a:srgbClr val="0000FF"/>
                </a:solidFill>
                <a:latin typeface="Tahoma" pitchFamily="34" charset="0"/>
              </a:defRPr>
            </a:lvl8pPr>
            <a:lvl9pPr marL="1828800" algn="ctr" rtl="0" eaLnBrk="0" fontAlgn="base" hangingPunct="0">
              <a:spcBef>
                <a:spcPct val="0"/>
              </a:spcBef>
              <a:spcAft>
                <a:spcPct val="0"/>
              </a:spcAft>
              <a:defRPr sz="3800">
                <a:solidFill>
                  <a:srgbClr val="0000FF"/>
                </a:solidFill>
                <a:latin typeface="Tahoma" pitchFamily="34" charset="0"/>
              </a:defRPr>
            </a:lvl9pPr>
          </a:lstStyle>
          <a:p>
            <a:pPr algn="l"/>
            <a:endParaRPr lang="en-GB" altLang="en-US" sz="3200" kern="0" dirty="0">
              <a:solidFill>
                <a:srgbClr val="C00000"/>
              </a:solidFill>
            </a:endParaRPr>
          </a:p>
        </p:txBody>
      </p:sp>
    </p:spTree>
    <p:extLst>
      <p:ext uri="{BB962C8B-B14F-4D97-AF65-F5344CB8AC3E}">
        <p14:creationId xmlns:p14="http://schemas.microsoft.com/office/powerpoint/2010/main" val="2584645603"/>
      </p:ext>
    </p:extLst>
  </p:cSld>
  <p:clrMapOvr>
    <a:masterClrMapping/>
  </p:clrMapOvr>
  <mc:AlternateContent xmlns:mc="http://schemas.openxmlformats.org/markup-compatibility/2006" xmlns:p14="http://schemas.microsoft.com/office/powerpoint/2010/main">
    <mc:Choice Requires="p14">
      <p:transition spd="slow" p14:dur="2000" advTm="124855"/>
    </mc:Choice>
    <mc:Fallback xmlns="">
      <p:transition spd="slow" advTm="124855"/>
    </mc:Fallback>
  </mc:AlternateContent>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FAF9CBD5-8CC2-ED7D-56B7-0E157F082B4A}"/>
            </a:ext>
          </a:extLst>
        </p:cNvPr>
        <p:cNvGrpSpPr/>
        <p:nvPr/>
      </p:nvGrpSpPr>
      <p:grpSpPr>
        <a:xfrm>
          <a:off x="0" y="0"/>
          <a:ext cx="0" cy="0"/>
          <a:chOff x="0" y="0"/>
          <a:chExt cx="0" cy="0"/>
        </a:xfrm>
      </p:grpSpPr>
      <p:sp>
        <p:nvSpPr>
          <p:cNvPr id="144386" name="Slide Number Placeholder 3">
            <a:extLst>
              <a:ext uri="{FF2B5EF4-FFF2-40B4-BE49-F238E27FC236}">
                <a16:creationId xmlns:a16="http://schemas.microsoft.com/office/drawing/2014/main" id="{B594CC4B-FB52-CB10-47FE-BA24384BC67C}"/>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Tahoma" panose="020B0604030504040204" pitchFamily="34" charset="0"/>
              </a:defRPr>
            </a:lvl1pPr>
            <a:lvl2pPr marL="742950" indent="-285750">
              <a:spcBef>
                <a:spcPct val="20000"/>
              </a:spcBef>
              <a:buChar char="–"/>
              <a:defRPr sz="2400">
                <a:solidFill>
                  <a:schemeClr val="tx1"/>
                </a:solidFill>
                <a:latin typeface="Tahoma" panose="020B0604030504040204" pitchFamily="34" charset="0"/>
              </a:defRPr>
            </a:lvl2pPr>
            <a:lvl3pPr marL="1143000" indent="-228600">
              <a:spcBef>
                <a:spcPct val="20000"/>
              </a:spcBef>
              <a:buChar char="•"/>
              <a:defRPr sz="2000">
                <a:solidFill>
                  <a:schemeClr val="tx1"/>
                </a:solidFill>
                <a:latin typeface="Tahoma" panose="020B0604030504040204" pitchFamily="34" charset="0"/>
              </a:defRPr>
            </a:lvl3pPr>
            <a:lvl4pPr marL="1600200" indent="-228600">
              <a:spcBef>
                <a:spcPct val="20000"/>
              </a:spcBef>
              <a:buChar char="–"/>
              <a:defRPr sz="1600">
                <a:solidFill>
                  <a:schemeClr val="tx1"/>
                </a:solidFill>
                <a:latin typeface="Tahoma" panose="020B0604030504040204" pitchFamily="34" charset="0"/>
              </a:defRPr>
            </a:lvl4pPr>
            <a:lvl5pPr marL="2057400" indent="-228600">
              <a:spcBef>
                <a:spcPct val="20000"/>
              </a:spcBef>
              <a:buChar char="»"/>
              <a:defRPr sz="16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16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16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16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1600">
                <a:solidFill>
                  <a:schemeClr val="tx1"/>
                </a:solidFill>
                <a:latin typeface="Tahoma" panose="020B0604030504040204" pitchFamily="34"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E2A5CB51-BFA2-4649-8108-A9563A211342}" type="slidenum">
              <a:rPr kumimoji="0" lang="en-ZA" altLang="en-US" sz="1400" b="0" i="0" u="none" strike="noStrike" kern="1200" cap="none" spc="0" normalizeH="0" baseline="0" noProof="0" smtClean="0">
                <a:ln>
                  <a:noFill/>
                </a:ln>
                <a:solidFill>
                  <a:srgbClr val="000000"/>
                </a:solidFill>
                <a:effectLst/>
                <a:uLnTx/>
                <a:uFillTx/>
                <a:latin typeface="Times New Roman" panose="02020603050405020304" pitchFamily="18" charset="0"/>
                <a:ea typeface="ＭＳ Ｐゴシック" charset="-128"/>
                <a:cs typeface="+mn-cs"/>
              </a:rPr>
              <a:pPr marL="0" marR="0" lvl="0" indent="0" algn="r" defTabSz="914400" rtl="0" eaLnBrk="0" fontAlgn="base" latinLnBrk="0" hangingPunct="0">
                <a:lnSpc>
                  <a:spcPct val="100000"/>
                </a:lnSpc>
                <a:spcBef>
                  <a:spcPct val="0"/>
                </a:spcBef>
                <a:spcAft>
                  <a:spcPct val="0"/>
                </a:spcAft>
                <a:buClrTx/>
                <a:buSzTx/>
                <a:buFontTx/>
                <a:buNone/>
                <a:tabLst/>
                <a:defRPr/>
              </a:pPr>
              <a:t>5</a:t>
            </a:fld>
            <a:endParaRPr kumimoji="0" lang="en-ZA" altLang="en-US" sz="14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charset="-128"/>
              <a:cs typeface="+mn-cs"/>
            </a:endParaRPr>
          </a:p>
        </p:txBody>
      </p:sp>
      <p:sp>
        <p:nvSpPr>
          <p:cNvPr id="144387" name="Rectangle 2">
            <a:extLst>
              <a:ext uri="{FF2B5EF4-FFF2-40B4-BE49-F238E27FC236}">
                <a16:creationId xmlns:a16="http://schemas.microsoft.com/office/drawing/2014/main" id="{78021EFB-75D2-C4B0-56C9-33882BB62399}"/>
              </a:ext>
            </a:extLst>
          </p:cNvPr>
          <p:cNvSpPr>
            <a:spLocks noGrp="1" noChangeArrowheads="1"/>
          </p:cNvSpPr>
          <p:nvPr>
            <p:ph type="title"/>
          </p:nvPr>
        </p:nvSpPr>
        <p:spPr>
          <a:xfrm>
            <a:off x="310661" y="181708"/>
            <a:ext cx="8522678" cy="2097126"/>
          </a:xfrm>
        </p:spPr>
        <p:txBody>
          <a:bodyPr/>
          <a:lstStyle/>
          <a:p>
            <a:pPr algn="l"/>
            <a:r>
              <a:rPr lang="en-ZA" altLang="en-US" sz="3200" dirty="0">
                <a:solidFill>
                  <a:srgbClr val="00B050"/>
                </a:solidFill>
              </a:rPr>
              <a:t>DPB of Project T</a:t>
            </a:r>
            <a:br>
              <a:rPr lang="en-ZA" altLang="en-US" sz="3200" dirty="0">
                <a:solidFill>
                  <a:srgbClr val="00B050"/>
                </a:solidFill>
              </a:rPr>
            </a:br>
            <a:br>
              <a:rPr lang="en-ZA" altLang="en-US" sz="3200" dirty="0">
                <a:solidFill>
                  <a:srgbClr val="00B050"/>
                </a:solidFill>
              </a:rPr>
            </a:br>
            <a:br>
              <a:rPr lang="en-ZA" altLang="en-US" sz="3200" dirty="0">
                <a:solidFill>
                  <a:srgbClr val="00B050"/>
                </a:solidFill>
              </a:rPr>
            </a:br>
            <a:endParaRPr lang="en-GB" altLang="en-US" sz="3200" dirty="0">
              <a:solidFill>
                <a:srgbClr val="00B050"/>
              </a:solidFill>
            </a:endParaRPr>
          </a:p>
        </p:txBody>
      </p:sp>
      <p:sp>
        <p:nvSpPr>
          <p:cNvPr id="14" name="Rectangle 2">
            <a:extLst>
              <a:ext uri="{FF2B5EF4-FFF2-40B4-BE49-F238E27FC236}">
                <a16:creationId xmlns:a16="http://schemas.microsoft.com/office/drawing/2014/main" id="{0D571CEC-AEB3-6F07-91E3-027D13656FB4}"/>
              </a:ext>
            </a:extLst>
          </p:cNvPr>
          <p:cNvSpPr txBox="1">
            <a:spLocks noChangeArrowheads="1"/>
          </p:cNvSpPr>
          <p:nvPr/>
        </p:nvSpPr>
        <p:spPr bwMode="auto">
          <a:xfrm>
            <a:off x="258029" y="5697848"/>
            <a:ext cx="8283215" cy="10270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3800">
                <a:solidFill>
                  <a:srgbClr val="0000FF"/>
                </a:solidFill>
                <a:latin typeface="+mj-lt"/>
                <a:ea typeface="+mj-ea"/>
                <a:cs typeface="+mj-cs"/>
              </a:defRPr>
            </a:lvl1pPr>
            <a:lvl2pPr algn="ctr" rtl="0" eaLnBrk="0" fontAlgn="base" hangingPunct="0">
              <a:spcBef>
                <a:spcPct val="0"/>
              </a:spcBef>
              <a:spcAft>
                <a:spcPct val="0"/>
              </a:spcAft>
              <a:defRPr sz="3800">
                <a:solidFill>
                  <a:srgbClr val="0000FF"/>
                </a:solidFill>
                <a:latin typeface="Tahoma" pitchFamily="34" charset="0"/>
              </a:defRPr>
            </a:lvl2pPr>
            <a:lvl3pPr algn="ctr" rtl="0" eaLnBrk="0" fontAlgn="base" hangingPunct="0">
              <a:spcBef>
                <a:spcPct val="0"/>
              </a:spcBef>
              <a:spcAft>
                <a:spcPct val="0"/>
              </a:spcAft>
              <a:defRPr sz="3800">
                <a:solidFill>
                  <a:srgbClr val="0000FF"/>
                </a:solidFill>
                <a:latin typeface="Tahoma" pitchFamily="34" charset="0"/>
              </a:defRPr>
            </a:lvl3pPr>
            <a:lvl4pPr algn="ctr" rtl="0" eaLnBrk="0" fontAlgn="base" hangingPunct="0">
              <a:spcBef>
                <a:spcPct val="0"/>
              </a:spcBef>
              <a:spcAft>
                <a:spcPct val="0"/>
              </a:spcAft>
              <a:defRPr sz="3800">
                <a:solidFill>
                  <a:srgbClr val="0000FF"/>
                </a:solidFill>
                <a:latin typeface="Tahoma" pitchFamily="34" charset="0"/>
              </a:defRPr>
            </a:lvl4pPr>
            <a:lvl5pPr algn="ctr" rtl="0" eaLnBrk="0" fontAlgn="base" hangingPunct="0">
              <a:spcBef>
                <a:spcPct val="0"/>
              </a:spcBef>
              <a:spcAft>
                <a:spcPct val="0"/>
              </a:spcAft>
              <a:defRPr sz="3800">
                <a:solidFill>
                  <a:srgbClr val="0000FF"/>
                </a:solidFill>
                <a:latin typeface="Tahoma" pitchFamily="34" charset="0"/>
              </a:defRPr>
            </a:lvl5pPr>
            <a:lvl6pPr marL="457200" algn="ctr" rtl="0" eaLnBrk="0" fontAlgn="base" hangingPunct="0">
              <a:spcBef>
                <a:spcPct val="0"/>
              </a:spcBef>
              <a:spcAft>
                <a:spcPct val="0"/>
              </a:spcAft>
              <a:defRPr sz="3800">
                <a:solidFill>
                  <a:srgbClr val="0000FF"/>
                </a:solidFill>
                <a:latin typeface="Tahoma" pitchFamily="34" charset="0"/>
              </a:defRPr>
            </a:lvl6pPr>
            <a:lvl7pPr marL="914400" algn="ctr" rtl="0" eaLnBrk="0" fontAlgn="base" hangingPunct="0">
              <a:spcBef>
                <a:spcPct val="0"/>
              </a:spcBef>
              <a:spcAft>
                <a:spcPct val="0"/>
              </a:spcAft>
              <a:defRPr sz="3800">
                <a:solidFill>
                  <a:srgbClr val="0000FF"/>
                </a:solidFill>
                <a:latin typeface="Tahoma" pitchFamily="34" charset="0"/>
              </a:defRPr>
            </a:lvl7pPr>
            <a:lvl8pPr marL="1371600" algn="ctr" rtl="0" eaLnBrk="0" fontAlgn="base" hangingPunct="0">
              <a:spcBef>
                <a:spcPct val="0"/>
              </a:spcBef>
              <a:spcAft>
                <a:spcPct val="0"/>
              </a:spcAft>
              <a:defRPr sz="3800">
                <a:solidFill>
                  <a:srgbClr val="0000FF"/>
                </a:solidFill>
                <a:latin typeface="Tahoma" pitchFamily="34" charset="0"/>
              </a:defRPr>
            </a:lvl8pPr>
            <a:lvl9pPr marL="1828800" algn="ctr" rtl="0" eaLnBrk="0" fontAlgn="base" hangingPunct="0">
              <a:spcBef>
                <a:spcPct val="0"/>
              </a:spcBef>
              <a:spcAft>
                <a:spcPct val="0"/>
              </a:spcAft>
              <a:defRPr sz="3800">
                <a:solidFill>
                  <a:srgbClr val="0000FF"/>
                </a:solidFill>
                <a:latin typeface="Tahoma" pitchFamily="34" charset="0"/>
              </a:defRPr>
            </a:lvl9pPr>
          </a:lstStyle>
          <a:p>
            <a:pPr algn="l"/>
            <a:endParaRPr lang="en-GB" altLang="en-US" sz="3200" kern="0" dirty="0">
              <a:solidFill>
                <a:srgbClr val="C00000"/>
              </a:solidFill>
            </a:endParaRPr>
          </a:p>
        </p:txBody>
      </p:sp>
      <p:graphicFrame>
        <p:nvGraphicFramePr>
          <p:cNvPr id="4" name="Table 3">
            <a:extLst>
              <a:ext uri="{FF2B5EF4-FFF2-40B4-BE49-F238E27FC236}">
                <a16:creationId xmlns:a16="http://schemas.microsoft.com/office/drawing/2014/main" id="{8BF849D6-02A0-22E9-20AB-CE8D5C04EBBD}"/>
              </a:ext>
            </a:extLst>
          </p:cNvPr>
          <p:cNvGraphicFramePr>
            <a:graphicFrameLocks noGrp="1"/>
          </p:cNvGraphicFramePr>
          <p:nvPr>
            <p:extLst>
              <p:ext uri="{D42A27DB-BD31-4B8C-83A1-F6EECF244321}">
                <p14:modId xmlns:p14="http://schemas.microsoft.com/office/powerpoint/2010/main" val="2508163155"/>
              </p:ext>
            </p:extLst>
          </p:nvPr>
        </p:nvGraphicFramePr>
        <p:xfrm>
          <a:off x="457199" y="834410"/>
          <a:ext cx="8376140" cy="2442188"/>
        </p:xfrm>
        <a:graphic>
          <a:graphicData uri="http://schemas.openxmlformats.org/drawingml/2006/table">
            <a:tbl>
              <a:tblPr>
                <a:tableStyleId>{073A0DAA-6AF3-43AB-8588-CEC1D06C72B9}</a:tableStyleId>
              </a:tblPr>
              <a:tblGrid>
                <a:gridCol w="1675228">
                  <a:extLst>
                    <a:ext uri="{9D8B030D-6E8A-4147-A177-3AD203B41FA5}">
                      <a16:colId xmlns:a16="http://schemas.microsoft.com/office/drawing/2014/main" val="1344416302"/>
                    </a:ext>
                  </a:extLst>
                </a:gridCol>
                <a:gridCol w="1675228">
                  <a:extLst>
                    <a:ext uri="{9D8B030D-6E8A-4147-A177-3AD203B41FA5}">
                      <a16:colId xmlns:a16="http://schemas.microsoft.com/office/drawing/2014/main" val="3097849636"/>
                    </a:ext>
                  </a:extLst>
                </a:gridCol>
                <a:gridCol w="1675228">
                  <a:extLst>
                    <a:ext uri="{9D8B030D-6E8A-4147-A177-3AD203B41FA5}">
                      <a16:colId xmlns:a16="http://schemas.microsoft.com/office/drawing/2014/main" val="3308837334"/>
                    </a:ext>
                  </a:extLst>
                </a:gridCol>
                <a:gridCol w="1675228">
                  <a:extLst>
                    <a:ext uri="{9D8B030D-6E8A-4147-A177-3AD203B41FA5}">
                      <a16:colId xmlns:a16="http://schemas.microsoft.com/office/drawing/2014/main" val="2250818248"/>
                    </a:ext>
                  </a:extLst>
                </a:gridCol>
                <a:gridCol w="1675228">
                  <a:extLst>
                    <a:ext uri="{9D8B030D-6E8A-4147-A177-3AD203B41FA5}">
                      <a16:colId xmlns:a16="http://schemas.microsoft.com/office/drawing/2014/main" val="2094217067"/>
                    </a:ext>
                  </a:extLst>
                </a:gridCol>
              </a:tblGrid>
              <a:tr h="610547">
                <a:tc>
                  <a:txBody>
                    <a:bodyPr/>
                    <a:lstStyle/>
                    <a:p>
                      <a:endParaRPr lang="en-ZA" sz="2800" dirty="0"/>
                    </a:p>
                  </a:txBody>
                  <a:tcPr/>
                </a:tc>
                <a:tc>
                  <a:txBody>
                    <a:bodyPr/>
                    <a:lstStyle/>
                    <a:p>
                      <a:pPr algn="ctr"/>
                      <a:r>
                        <a:rPr lang="en-US" sz="2800" dirty="0"/>
                        <a:t>Year 0</a:t>
                      </a:r>
                      <a:endParaRPr lang="en-ZA" sz="2800" dirty="0"/>
                    </a:p>
                  </a:txBody>
                  <a:tcPr/>
                </a:tc>
                <a:tc>
                  <a:txBody>
                    <a:bodyPr/>
                    <a:lstStyle/>
                    <a:p>
                      <a:pPr algn="ctr"/>
                      <a:r>
                        <a:rPr lang="en-US" sz="2800" dirty="0"/>
                        <a:t>Year 1</a:t>
                      </a:r>
                      <a:endParaRPr lang="en-ZA" sz="2800" dirty="0"/>
                    </a:p>
                  </a:txBody>
                  <a:tcPr/>
                </a:tc>
                <a:tc>
                  <a:txBody>
                    <a:bodyPr/>
                    <a:lstStyle/>
                    <a:p>
                      <a:pPr algn="ctr"/>
                      <a:r>
                        <a:rPr lang="en-US" sz="2800" dirty="0"/>
                        <a:t>Year 2</a:t>
                      </a:r>
                      <a:endParaRPr lang="en-ZA" sz="2800" dirty="0"/>
                    </a:p>
                  </a:txBody>
                  <a:tcPr/>
                </a:tc>
                <a:tc>
                  <a:txBody>
                    <a:bodyPr/>
                    <a:lstStyle/>
                    <a:p>
                      <a:pPr algn="ctr"/>
                      <a:r>
                        <a:rPr lang="en-US" sz="2800" dirty="0"/>
                        <a:t>Year 3</a:t>
                      </a:r>
                      <a:endParaRPr lang="en-ZA" sz="2800" dirty="0"/>
                    </a:p>
                  </a:txBody>
                  <a:tcPr/>
                </a:tc>
                <a:extLst>
                  <a:ext uri="{0D108BD9-81ED-4DB2-BD59-A6C34878D82A}">
                    <a16:rowId xmlns:a16="http://schemas.microsoft.com/office/drawing/2014/main" val="3160605741"/>
                  </a:ext>
                </a:extLst>
              </a:tr>
              <a:tr h="610547">
                <a:tc>
                  <a:txBody>
                    <a:bodyPr/>
                    <a:lstStyle/>
                    <a:p>
                      <a:r>
                        <a:rPr lang="en-US" sz="2800" dirty="0"/>
                        <a:t>CF</a:t>
                      </a:r>
                      <a:endParaRPr lang="en-ZA" sz="2800" dirty="0"/>
                    </a:p>
                  </a:txBody>
                  <a:tcPr/>
                </a:tc>
                <a:tc>
                  <a:txBody>
                    <a:bodyPr/>
                    <a:lstStyle/>
                    <a:p>
                      <a:pPr algn="ctr"/>
                      <a:r>
                        <a:rPr lang="en-US" sz="2400" dirty="0"/>
                        <a:t>-8 000</a:t>
                      </a:r>
                      <a:endParaRPr lang="en-ZA" sz="2400" dirty="0"/>
                    </a:p>
                  </a:txBody>
                  <a:tcPr/>
                </a:tc>
                <a:tc>
                  <a:txBody>
                    <a:bodyPr/>
                    <a:lstStyle/>
                    <a:p>
                      <a:pPr algn="ctr"/>
                      <a:r>
                        <a:rPr lang="en-US" sz="2400" dirty="0"/>
                        <a:t>2 000</a:t>
                      </a:r>
                      <a:endParaRPr lang="en-ZA" sz="2400" dirty="0"/>
                    </a:p>
                  </a:txBody>
                  <a:tcPr/>
                </a:tc>
                <a:tc>
                  <a:txBody>
                    <a:bodyPr/>
                    <a:lstStyle/>
                    <a:p>
                      <a:pPr algn="ctr"/>
                      <a:r>
                        <a:rPr lang="en-US" sz="2400" dirty="0"/>
                        <a:t>1 000</a:t>
                      </a:r>
                      <a:endParaRPr lang="en-ZA" sz="2400" dirty="0"/>
                    </a:p>
                  </a:txBody>
                  <a:tcPr/>
                </a:tc>
                <a:tc>
                  <a:txBody>
                    <a:bodyPr/>
                    <a:lstStyle/>
                    <a:p>
                      <a:pPr algn="ctr"/>
                      <a:r>
                        <a:rPr lang="en-US" sz="2400" dirty="0"/>
                        <a:t>7 000</a:t>
                      </a:r>
                      <a:endParaRPr lang="en-ZA" sz="2400" dirty="0"/>
                    </a:p>
                  </a:txBody>
                  <a:tcPr/>
                </a:tc>
                <a:extLst>
                  <a:ext uri="{0D108BD9-81ED-4DB2-BD59-A6C34878D82A}">
                    <a16:rowId xmlns:a16="http://schemas.microsoft.com/office/drawing/2014/main" val="2875836857"/>
                  </a:ext>
                </a:extLst>
              </a:tr>
              <a:tr h="610547">
                <a:tc>
                  <a:txBody>
                    <a:bodyPr/>
                    <a:lstStyle/>
                    <a:p>
                      <a:r>
                        <a:rPr lang="en-US" sz="2800" dirty="0"/>
                        <a:t>DCF</a:t>
                      </a:r>
                      <a:endParaRPr lang="en-ZA" sz="2800" dirty="0"/>
                    </a:p>
                  </a:txBody>
                  <a:tcPr/>
                </a:tc>
                <a:tc>
                  <a:txBody>
                    <a:bodyPr/>
                    <a:lstStyle/>
                    <a:p>
                      <a:endParaRPr lang="en-ZA" sz="2400"/>
                    </a:p>
                  </a:txBody>
                  <a:tcPr/>
                </a:tc>
                <a:tc>
                  <a:txBody>
                    <a:bodyPr/>
                    <a:lstStyle/>
                    <a:p>
                      <a:pPr algn="ctr"/>
                      <a:r>
                        <a:rPr lang="en-US" sz="2400" dirty="0"/>
                        <a:t>1 851.85</a:t>
                      </a:r>
                      <a:endParaRPr lang="en-ZA" sz="2400" dirty="0"/>
                    </a:p>
                  </a:txBody>
                  <a:tcPr/>
                </a:tc>
                <a:tc>
                  <a:txBody>
                    <a:bodyPr/>
                    <a:lstStyle/>
                    <a:p>
                      <a:pPr algn="ctr"/>
                      <a:r>
                        <a:rPr lang="en-US" sz="2400" dirty="0"/>
                        <a:t>857.34</a:t>
                      </a:r>
                      <a:endParaRPr lang="en-ZA" sz="2400" dirty="0"/>
                    </a:p>
                  </a:txBody>
                  <a:tcPr/>
                </a:tc>
                <a:tc>
                  <a:txBody>
                    <a:bodyPr/>
                    <a:lstStyle/>
                    <a:p>
                      <a:pPr algn="ctr"/>
                      <a:r>
                        <a:rPr lang="en-US" sz="2400" dirty="0"/>
                        <a:t>5 556.83</a:t>
                      </a:r>
                      <a:endParaRPr lang="en-ZA" sz="2400" dirty="0"/>
                    </a:p>
                  </a:txBody>
                  <a:tcPr/>
                </a:tc>
                <a:extLst>
                  <a:ext uri="{0D108BD9-81ED-4DB2-BD59-A6C34878D82A}">
                    <a16:rowId xmlns:a16="http://schemas.microsoft.com/office/drawing/2014/main" val="2882964533"/>
                  </a:ext>
                </a:extLst>
              </a:tr>
              <a:tr h="610547">
                <a:tc>
                  <a:txBody>
                    <a:bodyPr/>
                    <a:lstStyle/>
                    <a:p>
                      <a:r>
                        <a:rPr lang="en-US" sz="2800" dirty="0"/>
                        <a:t>Total</a:t>
                      </a:r>
                      <a:endParaRPr lang="en-ZA" sz="2800" dirty="0"/>
                    </a:p>
                  </a:txBody>
                  <a:tcPr/>
                </a:tc>
                <a:tc>
                  <a:txBody>
                    <a:bodyPr/>
                    <a:lstStyle/>
                    <a:p>
                      <a:pPr algn="ctr"/>
                      <a:r>
                        <a:rPr lang="en-US" sz="2400" dirty="0"/>
                        <a:t>-8 000</a:t>
                      </a:r>
                      <a:endParaRPr lang="en-ZA" sz="2400" dirty="0"/>
                    </a:p>
                  </a:txBody>
                  <a:tcPr/>
                </a:tc>
                <a:tc>
                  <a:txBody>
                    <a:bodyPr/>
                    <a:lstStyle/>
                    <a:p>
                      <a:pPr algn="ctr"/>
                      <a:r>
                        <a:rPr lang="en-US" sz="2400" dirty="0"/>
                        <a:t>-6 148.15</a:t>
                      </a:r>
                      <a:endParaRPr lang="en-ZA" sz="2400" dirty="0"/>
                    </a:p>
                  </a:txBody>
                  <a:tcPr/>
                </a:tc>
                <a:tc>
                  <a:txBody>
                    <a:bodyPr/>
                    <a:lstStyle/>
                    <a:p>
                      <a:pPr algn="ctr"/>
                      <a:r>
                        <a:rPr lang="en-US" sz="2400" dirty="0"/>
                        <a:t>-5 290.81</a:t>
                      </a:r>
                      <a:endParaRPr lang="en-ZA" sz="2400" dirty="0"/>
                    </a:p>
                  </a:txBody>
                  <a:tcPr/>
                </a:tc>
                <a:tc>
                  <a:txBody>
                    <a:bodyPr/>
                    <a:lstStyle/>
                    <a:p>
                      <a:pPr algn="ctr"/>
                      <a:r>
                        <a:rPr lang="en-US" sz="2400" dirty="0"/>
                        <a:t>266.02</a:t>
                      </a:r>
                      <a:endParaRPr lang="en-ZA" sz="2400" dirty="0"/>
                    </a:p>
                  </a:txBody>
                  <a:tcPr/>
                </a:tc>
                <a:extLst>
                  <a:ext uri="{0D108BD9-81ED-4DB2-BD59-A6C34878D82A}">
                    <a16:rowId xmlns:a16="http://schemas.microsoft.com/office/drawing/2014/main" val="3809310853"/>
                  </a:ext>
                </a:extLst>
              </a:tr>
            </a:tbl>
          </a:graphicData>
        </a:graphic>
      </p:graphicFrame>
      <p:pic>
        <p:nvPicPr>
          <p:cNvPr id="2" name="Picture 1">
            <a:extLst>
              <a:ext uri="{FF2B5EF4-FFF2-40B4-BE49-F238E27FC236}">
                <a16:creationId xmlns:a16="http://schemas.microsoft.com/office/drawing/2014/main" id="{CE5309F1-AB1A-067A-214B-CC6EE09A1900}"/>
              </a:ext>
            </a:extLst>
          </p:cNvPr>
          <p:cNvPicPr>
            <a:picLocks noChangeAspect="1"/>
          </p:cNvPicPr>
          <p:nvPr/>
        </p:nvPicPr>
        <p:blipFill>
          <a:blip r:embed="rId2"/>
          <a:stretch>
            <a:fillRect/>
          </a:stretch>
        </p:blipFill>
        <p:spPr>
          <a:xfrm>
            <a:off x="998231" y="3396762"/>
            <a:ext cx="6995138" cy="1659398"/>
          </a:xfrm>
          <a:prstGeom prst="rect">
            <a:avLst/>
          </a:prstGeom>
        </p:spPr>
      </p:pic>
      <p:sp>
        <p:nvSpPr>
          <p:cNvPr id="5" name="TextBox 4">
            <a:extLst>
              <a:ext uri="{FF2B5EF4-FFF2-40B4-BE49-F238E27FC236}">
                <a16:creationId xmlns:a16="http://schemas.microsoft.com/office/drawing/2014/main" id="{D21AC490-B3F3-6E16-3BDB-273A09BFB391}"/>
              </a:ext>
            </a:extLst>
          </p:cNvPr>
          <p:cNvSpPr txBox="1"/>
          <p:nvPr/>
        </p:nvSpPr>
        <p:spPr>
          <a:xfrm>
            <a:off x="602756" y="5059091"/>
            <a:ext cx="8007844" cy="1200329"/>
          </a:xfrm>
          <a:prstGeom prst="rect">
            <a:avLst/>
          </a:prstGeom>
          <a:noFill/>
        </p:spPr>
        <p:txBody>
          <a:bodyPr wrap="square">
            <a:spAutoFit/>
          </a:bodyPr>
          <a:lstStyle/>
          <a:p>
            <a:r>
              <a:rPr kumimoji="0" lang="en-US" sz="2400" b="0" i="0" u="none" strike="noStrike" kern="0" cap="none" spc="0" normalizeH="0" baseline="0" noProof="0" dirty="0">
                <a:ln>
                  <a:noFill/>
                </a:ln>
                <a:solidFill>
                  <a:prstClr val="black"/>
                </a:solidFill>
                <a:effectLst/>
                <a:uLnTx/>
                <a:uFillTx/>
                <a:latin typeface="Tahoma"/>
                <a:ea typeface="ＭＳ Ｐゴシック"/>
              </a:rPr>
              <a:t>= 2 + (5 290.81 / 5 556.83) = 2.95 years</a:t>
            </a:r>
          </a:p>
          <a:p>
            <a:endParaRPr lang="en-US" sz="2400" kern="0" dirty="0">
              <a:solidFill>
                <a:prstClr val="black"/>
              </a:solidFill>
              <a:highlight>
                <a:srgbClr val="00FF00"/>
              </a:highlight>
              <a:latin typeface="Tahoma"/>
              <a:ea typeface="ＭＳ Ｐゴシック"/>
            </a:endParaRPr>
          </a:p>
          <a:p>
            <a:r>
              <a:rPr lang="en-US" sz="2400" kern="0" dirty="0">
                <a:solidFill>
                  <a:srgbClr val="C00000"/>
                </a:solidFill>
                <a:latin typeface="Tahoma"/>
                <a:ea typeface="ＭＳ Ｐゴシック"/>
              </a:rPr>
              <a:t>Accept or reject Project T based on DPB? Depends on?</a:t>
            </a:r>
            <a:endParaRPr lang="en-ZA" dirty="0">
              <a:solidFill>
                <a:srgbClr val="C00000"/>
              </a:solidFill>
            </a:endParaRPr>
          </a:p>
        </p:txBody>
      </p:sp>
    </p:spTree>
    <p:extLst>
      <p:ext uri="{BB962C8B-B14F-4D97-AF65-F5344CB8AC3E}">
        <p14:creationId xmlns:p14="http://schemas.microsoft.com/office/powerpoint/2010/main" val="2168194793"/>
      </p:ext>
    </p:extLst>
  </p:cSld>
  <p:clrMapOvr>
    <a:masterClrMapping/>
  </p:clrMapOvr>
  <mc:AlternateContent xmlns:mc="http://schemas.openxmlformats.org/markup-compatibility/2006" xmlns:p14="http://schemas.microsoft.com/office/powerpoint/2010/main">
    <mc:Choice Requires="p14">
      <p:transition spd="slow" p14:dur="2000" advTm="124855"/>
    </mc:Choice>
    <mc:Fallback xmlns="">
      <p:transition spd="slow" advTm="124855"/>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xEl>
                                              <p:pRg st="0" end="0"/>
                                            </p:txEl>
                                          </p:spTgt>
                                        </p:tgtEl>
                                        <p:attrNameLst>
                                          <p:attrName>style.visibility</p:attrName>
                                        </p:attrNameLst>
                                      </p:cBhvr>
                                      <p:to>
                                        <p:strVal val="visible"/>
                                      </p:to>
                                    </p:set>
                                    <p:anim calcmode="lin" valueType="num">
                                      <p:cBhvr additive="base">
                                        <p:cTn id="13"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5">
                                            <p:txEl>
                                              <p:pRg st="2" end="2"/>
                                            </p:txEl>
                                          </p:spTgt>
                                        </p:tgtEl>
                                        <p:attrNameLst>
                                          <p:attrName>style.visibility</p:attrName>
                                        </p:attrNameLst>
                                      </p:cBhvr>
                                      <p:to>
                                        <p:strVal val="visible"/>
                                      </p:to>
                                    </p:set>
                                    <p:anim calcmode="lin" valueType="num">
                                      <p:cBhvr additive="base">
                                        <p:cTn id="19"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44386" name="Slide Number Placeholder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Tahoma" panose="020B0604030504040204" pitchFamily="34" charset="0"/>
              </a:defRPr>
            </a:lvl1pPr>
            <a:lvl2pPr marL="742950" indent="-285750">
              <a:spcBef>
                <a:spcPct val="20000"/>
              </a:spcBef>
              <a:buChar char="–"/>
              <a:defRPr sz="2400">
                <a:solidFill>
                  <a:schemeClr val="tx1"/>
                </a:solidFill>
                <a:latin typeface="Tahoma" panose="020B0604030504040204" pitchFamily="34" charset="0"/>
              </a:defRPr>
            </a:lvl2pPr>
            <a:lvl3pPr marL="1143000" indent="-228600">
              <a:spcBef>
                <a:spcPct val="20000"/>
              </a:spcBef>
              <a:buChar char="•"/>
              <a:defRPr sz="2000">
                <a:solidFill>
                  <a:schemeClr val="tx1"/>
                </a:solidFill>
                <a:latin typeface="Tahoma" panose="020B0604030504040204" pitchFamily="34" charset="0"/>
              </a:defRPr>
            </a:lvl3pPr>
            <a:lvl4pPr marL="1600200" indent="-228600">
              <a:spcBef>
                <a:spcPct val="20000"/>
              </a:spcBef>
              <a:buChar char="–"/>
              <a:defRPr sz="1600">
                <a:solidFill>
                  <a:schemeClr val="tx1"/>
                </a:solidFill>
                <a:latin typeface="Tahoma" panose="020B0604030504040204" pitchFamily="34" charset="0"/>
              </a:defRPr>
            </a:lvl4pPr>
            <a:lvl5pPr marL="2057400" indent="-228600">
              <a:spcBef>
                <a:spcPct val="20000"/>
              </a:spcBef>
              <a:buChar char="»"/>
              <a:defRPr sz="16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16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16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16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1600">
                <a:solidFill>
                  <a:schemeClr val="tx1"/>
                </a:solidFill>
                <a:latin typeface="Tahoma" panose="020B0604030504040204" pitchFamily="34"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E2A5CB51-BFA2-4649-8108-A9563A211342}" type="slidenum">
              <a:rPr kumimoji="0" lang="en-ZA" altLang="en-US" sz="1400" b="0" i="0" u="none" strike="noStrike" kern="1200" cap="none" spc="0" normalizeH="0" baseline="0" noProof="0" smtClean="0">
                <a:ln>
                  <a:noFill/>
                </a:ln>
                <a:solidFill>
                  <a:srgbClr val="000000"/>
                </a:solidFill>
                <a:effectLst/>
                <a:uLnTx/>
                <a:uFillTx/>
                <a:latin typeface="Times New Roman" panose="02020603050405020304" pitchFamily="18" charset="0"/>
                <a:ea typeface="ＭＳ Ｐゴシック" charset="-128"/>
                <a:cs typeface="+mn-cs"/>
              </a:rPr>
              <a:pPr marL="0" marR="0" lvl="0" indent="0" algn="r" defTabSz="914400" rtl="0" eaLnBrk="0" fontAlgn="base" latinLnBrk="0" hangingPunct="0">
                <a:lnSpc>
                  <a:spcPct val="100000"/>
                </a:lnSpc>
                <a:spcBef>
                  <a:spcPct val="0"/>
                </a:spcBef>
                <a:spcAft>
                  <a:spcPct val="0"/>
                </a:spcAft>
                <a:buClrTx/>
                <a:buSzTx/>
                <a:buFontTx/>
                <a:buNone/>
                <a:tabLst/>
                <a:defRPr/>
              </a:pPr>
              <a:t>6</a:t>
            </a:fld>
            <a:endParaRPr kumimoji="0" lang="en-ZA" altLang="en-US" sz="14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charset="-128"/>
              <a:cs typeface="+mn-cs"/>
            </a:endParaRPr>
          </a:p>
        </p:txBody>
      </p:sp>
      <p:sp>
        <p:nvSpPr>
          <p:cNvPr id="144387" name="Rectangle 2"/>
          <p:cNvSpPr>
            <a:spLocks noGrp="1" noChangeArrowheads="1"/>
          </p:cNvSpPr>
          <p:nvPr>
            <p:ph type="title"/>
          </p:nvPr>
        </p:nvSpPr>
        <p:spPr>
          <a:xfrm>
            <a:off x="304800" y="231531"/>
            <a:ext cx="7620000" cy="1617043"/>
          </a:xfrm>
        </p:spPr>
        <p:txBody>
          <a:bodyPr/>
          <a:lstStyle/>
          <a:p>
            <a:pPr algn="l"/>
            <a:r>
              <a:rPr lang="en-ZA" altLang="en-US" sz="3600" dirty="0">
                <a:solidFill>
                  <a:srgbClr val="000099"/>
                </a:solidFill>
              </a:rPr>
              <a:t>Chapter 15</a:t>
            </a:r>
            <a:br>
              <a:rPr lang="en-ZA" altLang="en-US" sz="3600" dirty="0">
                <a:solidFill>
                  <a:srgbClr val="000099"/>
                </a:solidFill>
              </a:rPr>
            </a:br>
            <a:br>
              <a:rPr lang="en-ZA" altLang="en-US" sz="3600" dirty="0">
                <a:solidFill>
                  <a:srgbClr val="000099"/>
                </a:solidFill>
              </a:rPr>
            </a:br>
            <a:r>
              <a:rPr lang="en-ZA" altLang="en-US" sz="3600" dirty="0">
                <a:solidFill>
                  <a:srgbClr val="000099"/>
                </a:solidFill>
              </a:rPr>
              <a:t>Cost of capital example</a:t>
            </a:r>
            <a:endParaRPr lang="en-GB" altLang="en-US" sz="3600" dirty="0">
              <a:solidFill>
                <a:srgbClr val="000099"/>
              </a:solidFill>
            </a:endParaRPr>
          </a:p>
        </p:txBody>
      </p:sp>
      <p:sp>
        <p:nvSpPr>
          <p:cNvPr id="144388" name="Rectangle 3"/>
          <p:cNvSpPr>
            <a:spLocks noGrp="1" noChangeArrowheads="1"/>
          </p:cNvSpPr>
          <p:nvPr>
            <p:ph type="body" idx="1"/>
          </p:nvPr>
        </p:nvSpPr>
        <p:spPr>
          <a:xfrm>
            <a:off x="304800" y="990600"/>
            <a:ext cx="8534400" cy="5638800"/>
          </a:xfrm>
        </p:spPr>
        <p:txBody>
          <a:bodyPr/>
          <a:lstStyle/>
          <a:p>
            <a:pPr algn="just">
              <a:lnSpc>
                <a:spcPct val="80000"/>
              </a:lnSpc>
              <a:buFontTx/>
              <a:buNone/>
            </a:pPr>
            <a:r>
              <a:rPr lang="en-ZA" altLang="en-US" sz="1600" dirty="0"/>
              <a:t>	</a:t>
            </a:r>
            <a:endParaRPr lang="en-GB" altLang="en-US" sz="2400" dirty="0"/>
          </a:p>
        </p:txBody>
      </p:sp>
      <p:pic>
        <p:nvPicPr>
          <p:cNvPr id="3" name="Picture 2">
            <a:extLst>
              <a:ext uri="{FF2B5EF4-FFF2-40B4-BE49-F238E27FC236}">
                <a16:creationId xmlns:a16="http://schemas.microsoft.com/office/drawing/2014/main" id="{FC024AAC-00E0-4AAD-F661-FD19D635F61B}"/>
              </a:ext>
            </a:extLst>
          </p:cNvPr>
          <p:cNvPicPr>
            <a:picLocks noChangeAspect="1"/>
          </p:cNvPicPr>
          <p:nvPr/>
        </p:nvPicPr>
        <p:blipFill>
          <a:blip r:embed="rId2"/>
          <a:stretch>
            <a:fillRect/>
          </a:stretch>
        </p:blipFill>
        <p:spPr>
          <a:xfrm>
            <a:off x="209171" y="1981199"/>
            <a:ext cx="8807993" cy="4800601"/>
          </a:xfrm>
          <a:prstGeom prst="rect">
            <a:avLst/>
          </a:prstGeom>
        </p:spPr>
      </p:pic>
    </p:spTree>
    <p:extLst>
      <p:ext uri="{BB962C8B-B14F-4D97-AF65-F5344CB8AC3E}">
        <p14:creationId xmlns:p14="http://schemas.microsoft.com/office/powerpoint/2010/main" val="2445013701"/>
      </p:ext>
    </p:extLst>
  </p:cSld>
  <p:clrMapOvr>
    <a:masterClrMapping/>
  </p:clrMapOvr>
  <mc:AlternateContent xmlns:mc="http://schemas.openxmlformats.org/markup-compatibility/2006" xmlns:p14="http://schemas.microsoft.com/office/powerpoint/2010/main">
    <mc:Choice Requires="p14">
      <p:transition spd="slow" p14:dur="2000" advTm="124855"/>
    </mc:Choice>
    <mc:Fallback xmlns="">
      <p:transition spd="slow" advTm="124855"/>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44386" name="Slide Number Placeholder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Tahoma" panose="020B0604030504040204" pitchFamily="34" charset="0"/>
              </a:defRPr>
            </a:lvl1pPr>
            <a:lvl2pPr marL="742950" indent="-285750">
              <a:spcBef>
                <a:spcPct val="20000"/>
              </a:spcBef>
              <a:buChar char="–"/>
              <a:defRPr sz="2400">
                <a:solidFill>
                  <a:schemeClr val="tx1"/>
                </a:solidFill>
                <a:latin typeface="Tahoma" panose="020B0604030504040204" pitchFamily="34" charset="0"/>
              </a:defRPr>
            </a:lvl2pPr>
            <a:lvl3pPr marL="1143000" indent="-228600">
              <a:spcBef>
                <a:spcPct val="20000"/>
              </a:spcBef>
              <a:buChar char="•"/>
              <a:defRPr sz="2000">
                <a:solidFill>
                  <a:schemeClr val="tx1"/>
                </a:solidFill>
                <a:latin typeface="Tahoma" panose="020B0604030504040204" pitchFamily="34" charset="0"/>
              </a:defRPr>
            </a:lvl3pPr>
            <a:lvl4pPr marL="1600200" indent="-228600">
              <a:spcBef>
                <a:spcPct val="20000"/>
              </a:spcBef>
              <a:buChar char="–"/>
              <a:defRPr sz="1600">
                <a:solidFill>
                  <a:schemeClr val="tx1"/>
                </a:solidFill>
                <a:latin typeface="Tahoma" panose="020B0604030504040204" pitchFamily="34" charset="0"/>
              </a:defRPr>
            </a:lvl4pPr>
            <a:lvl5pPr marL="2057400" indent="-228600">
              <a:spcBef>
                <a:spcPct val="20000"/>
              </a:spcBef>
              <a:buChar char="»"/>
              <a:defRPr sz="16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16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16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16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1600">
                <a:solidFill>
                  <a:schemeClr val="tx1"/>
                </a:solidFill>
                <a:latin typeface="Tahoma" panose="020B0604030504040204" pitchFamily="34"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E2A5CB51-BFA2-4649-8108-A9563A211342}" type="slidenum">
              <a:rPr kumimoji="0" lang="en-ZA" altLang="en-US" sz="1400" b="0" i="0" u="none" strike="noStrike" kern="1200" cap="none" spc="0" normalizeH="0" baseline="0" noProof="0" smtClean="0">
                <a:ln>
                  <a:noFill/>
                </a:ln>
                <a:solidFill>
                  <a:srgbClr val="000000"/>
                </a:solidFill>
                <a:effectLst/>
                <a:uLnTx/>
                <a:uFillTx/>
                <a:latin typeface="Times New Roman" panose="02020603050405020304" pitchFamily="18" charset="0"/>
                <a:ea typeface="ＭＳ Ｐゴシック" charset="-128"/>
                <a:cs typeface="+mn-cs"/>
              </a:rPr>
              <a:pPr marL="0" marR="0" lvl="0" indent="0" algn="r" defTabSz="914400" rtl="0" eaLnBrk="0" fontAlgn="base" latinLnBrk="0" hangingPunct="0">
                <a:lnSpc>
                  <a:spcPct val="100000"/>
                </a:lnSpc>
                <a:spcBef>
                  <a:spcPct val="0"/>
                </a:spcBef>
                <a:spcAft>
                  <a:spcPct val="0"/>
                </a:spcAft>
                <a:buClrTx/>
                <a:buSzTx/>
                <a:buFontTx/>
                <a:buNone/>
                <a:tabLst/>
                <a:defRPr/>
              </a:pPr>
              <a:t>7</a:t>
            </a:fld>
            <a:endParaRPr kumimoji="0" lang="en-ZA" altLang="en-US" sz="14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charset="-128"/>
              <a:cs typeface="+mn-cs"/>
            </a:endParaRPr>
          </a:p>
        </p:txBody>
      </p:sp>
      <p:sp>
        <p:nvSpPr>
          <p:cNvPr id="144388" name="Rectangle 3"/>
          <p:cNvSpPr>
            <a:spLocks noGrp="1" noChangeArrowheads="1"/>
          </p:cNvSpPr>
          <p:nvPr>
            <p:ph type="body" idx="1"/>
          </p:nvPr>
        </p:nvSpPr>
        <p:spPr>
          <a:xfrm>
            <a:off x="304800" y="990600"/>
            <a:ext cx="8534400" cy="5638800"/>
          </a:xfrm>
        </p:spPr>
        <p:txBody>
          <a:bodyPr/>
          <a:lstStyle/>
          <a:p>
            <a:pPr algn="just">
              <a:lnSpc>
                <a:spcPct val="80000"/>
              </a:lnSpc>
              <a:buFontTx/>
              <a:buNone/>
            </a:pPr>
            <a:r>
              <a:rPr lang="en-ZA" altLang="en-US" sz="1600" dirty="0"/>
              <a:t>	</a:t>
            </a:r>
            <a:endParaRPr lang="en-GB" altLang="en-US" sz="2400" dirty="0"/>
          </a:p>
        </p:txBody>
      </p:sp>
      <p:sp>
        <p:nvSpPr>
          <p:cNvPr id="6" name="Rectangle 2">
            <a:extLst>
              <a:ext uri="{FF2B5EF4-FFF2-40B4-BE49-F238E27FC236}">
                <a16:creationId xmlns:a16="http://schemas.microsoft.com/office/drawing/2014/main" id="{FAFB56DB-D6AF-73CD-155C-DF1590F59A2B}"/>
              </a:ext>
            </a:extLst>
          </p:cNvPr>
          <p:cNvSpPr>
            <a:spLocks noGrp="1" noChangeArrowheads="1"/>
          </p:cNvSpPr>
          <p:nvPr>
            <p:ph type="title"/>
          </p:nvPr>
        </p:nvSpPr>
        <p:spPr>
          <a:xfrm>
            <a:off x="198636" y="3048000"/>
            <a:ext cx="8680939" cy="3733800"/>
          </a:xfrm>
        </p:spPr>
        <p:txBody>
          <a:bodyPr/>
          <a:lstStyle/>
          <a:p>
            <a:pPr algn="l"/>
            <a:r>
              <a:rPr lang="en-ZA" altLang="en-US" sz="2400" dirty="0">
                <a:solidFill>
                  <a:srgbClr val="00B050"/>
                </a:solidFill>
              </a:rPr>
              <a:t>To calculate WACC we need the </a:t>
            </a:r>
            <a:r>
              <a:rPr lang="en-ZA" altLang="en-US" sz="2400" u="sng" dirty="0">
                <a:solidFill>
                  <a:srgbClr val="00B050"/>
                </a:solidFill>
              </a:rPr>
              <a:t>weights (%s) </a:t>
            </a:r>
            <a:r>
              <a:rPr lang="en-ZA" altLang="en-US" sz="2400" dirty="0">
                <a:solidFill>
                  <a:srgbClr val="00B050"/>
                </a:solidFill>
              </a:rPr>
              <a:t>of capital sources and </a:t>
            </a:r>
            <a:r>
              <a:rPr lang="en-ZA" altLang="en-US" sz="2400" u="sng" dirty="0">
                <a:solidFill>
                  <a:srgbClr val="00B050"/>
                </a:solidFill>
              </a:rPr>
              <a:t>costs</a:t>
            </a:r>
            <a:r>
              <a:rPr lang="en-ZA" altLang="en-US" sz="2400" dirty="0">
                <a:solidFill>
                  <a:srgbClr val="00B050"/>
                </a:solidFill>
              </a:rPr>
              <a:t> of the capital sources</a:t>
            </a:r>
            <a:br>
              <a:rPr lang="en-ZA" altLang="en-US" sz="2400" dirty="0">
                <a:solidFill>
                  <a:srgbClr val="00B050"/>
                </a:solidFill>
              </a:rPr>
            </a:br>
            <a:br>
              <a:rPr lang="en-ZA" altLang="en-US" sz="2400" dirty="0">
                <a:solidFill>
                  <a:srgbClr val="00B050"/>
                </a:solidFill>
              </a:rPr>
            </a:br>
            <a:r>
              <a:rPr lang="en-ZA" altLang="en-US" sz="2400" dirty="0">
                <a:solidFill>
                  <a:srgbClr val="C00000"/>
                </a:solidFill>
              </a:rPr>
              <a:t>We have the weights in this example!</a:t>
            </a:r>
            <a:br>
              <a:rPr lang="en-ZA" altLang="en-US" sz="2400" dirty="0">
                <a:solidFill>
                  <a:srgbClr val="C00000"/>
                </a:solidFill>
              </a:rPr>
            </a:br>
            <a:br>
              <a:rPr lang="en-ZA" altLang="en-US" sz="2400" dirty="0">
                <a:solidFill>
                  <a:srgbClr val="C00000"/>
                </a:solidFill>
              </a:rPr>
            </a:br>
            <a:r>
              <a:rPr lang="en-ZA" altLang="en-US" sz="2400" dirty="0">
                <a:solidFill>
                  <a:srgbClr val="C00000"/>
                </a:solidFill>
              </a:rPr>
              <a:t>(What is you didn’t have the weights? How would you calculate it?)</a:t>
            </a:r>
            <a:br>
              <a:rPr lang="en-ZA" altLang="en-US" sz="2400" dirty="0">
                <a:solidFill>
                  <a:srgbClr val="C00000"/>
                </a:solidFill>
              </a:rPr>
            </a:br>
            <a:br>
              <a:rPr lang="en-ZA" altLang="en-US" sz="2400" dirty="0">
                <a:solidFill>
                  <a:srgbClr val="C00000"/>
                </a:solidFill>
              </a:rPr>
            </a:br>
            <a:r>
              <a:rPr lang="en-ZA" altLang="en-US" sz="2400" dirty="0">
                <a:solidFill>
                  <a:srgbClr val="C00000"/>
                </a:solidFill>
              </a:rPr>
              <a:t>What if you have the R values of the capital sources? Do you know how to you calculate the weights?</a:t>
            </a:r>
            <a:endParaRPr lang="en-GB" altLang="en-US" sz="2400" dirty="0">
              <a:solidFill>
                <a:srgbClr val="C00000"/>
              </a:solidFill>
            </a:endParaRPr>
          </a:p>
        </p:txBody>
      </p:sp>
      <p:pic>
        <p:nvPicPr>
          <p:cNvPr id="3" name="Picture 2">
            <a:extLst>
              <a:ext uri="{FF2B5EF4-FFF2-40B4-BE49-F238E27FC236}">
                <a16:creationId xmlns:a16="http://schemas.microsoft.com/office/drawing/2014/main" id="{8915841D-2EEB-D3D8-47CC-29AF67F465B8}"/>
              </a:ext>
            </a:extLst>
          </p:cNvPr>
          <p:cNvPicPr>
            <a:picLocks noChangeAspect="1"/>
          </p:cNvPicPr>
          <p:nvPr/>
        </p:nvPicPr>
        <p:blipFill>
          <a:blip r:embed="rId2"/>
          <a:stretch>
            <a:fillRect/>
          </a:stretch>
        </p:blipFill>
        <p:spPr>
          <a:xfrm>
            <a:off x="178814" y="240323"/>
            <a:ext cx="8700761" cy="2731477"/>
          </a:xfrm>
          <a:prstGeom prst="rect">
            <a:avLst/>
          </a:prstGeom>
        </p:spPr>
      </p:pic>
    </p:spTree>
    <p:extLst>
      <p:ext uri="{BB962C8B-B14F-4D97-AF65-F5344CB8AC3E}">
        <p14:creationId xmlns:p14="http://schemas.microsoft.com/office/powerpoint/2010/main" val="1627034772"/>
      </p:ext>
    </p:extLst>
  </p:cSld>
  <p:clrMapOvr>
    <a:masterClrMapping/>
  </p:clrMapOvr>
  <mc:AlternateContent xmlns:mc="http://schemas.openxmlformats.org/markup-compatibility/2006" xmlns:p14="http://schemas.microsoft.com/office/powerpoint/2010/main">
    <mc:Choice Requires="p14">
      <p:transition spd="slow" p14:dur="2000" advTm="124855"/>
    </mc:Choice>
    <mc:Fallback xmlns="">
      <p:transition spd="slow" advTm="124855"/>
    </mc:Fallback>
  </mc:AlternateContent>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44386" name="Slide Number Placeholder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Tahoma" panose="020B0604030504040204" pitchFamily="34" charset="0"/>
              </a:defRPr>
            </a:lvl1pPr>
            <a:lvl2pPr marL="742950" indent="-285750">
              <a:spcBef>
                <a:spcPct val="20000"/>
              </a:spcBef>
              <a:buChar char="–"/>
              <a:defRPr sz="2400">
                <a:solidFill>
                  <a:schemeClr val="tx1"/>
                </a:solidFill>
                <a:latin typeface="Tahoma" panose="020B0604030504040204" pitchFamily="34" charset="0"/>
              </a:defRPr>
            </a:lvl2pPr>
            <a:lvl3pPr marL="1143000" indent="-228600">
              <a:spcBef>
                <a:spcPct val="20000"/>
              </a:spcBef>
              <a:buChar char="•"/>
              <a:defRPr sz="2000">
                <a:solidFill>
                  <a:schemeClr val="tx1"/>
                </a:solidFill>
                <a:latin typeface="Tahoma" panose="020B0604030504040204" pitchFamily="34" charset="0"/>
              </a:defRPr>
            </a:lvl3pPr>
            <a:lvl4pPr marL="1600200" indent="-228600">
              <a:spcBef>
                <a:spcPct val="20000"/>
              </a:spcBef>
              <a:buChar char="–"/>
              <a:defRPr sz="1600">
                <a:solidFill>
                  <a:schemeClr val="tx1"/>
                </a:solidFill>
                <a:latin typeface="Tahoma" panose="020B0604030504040204" pitchFamily="34" charset="0"/>
              </a:defRPr>
            </a:lvl4pPr>
            <a:lvl5pPr marL="2057400" indent="-228600">
              <a:spcBef>
                <a:spcPct val="20000"/>
              </a:spcBef>
              <a:buChar char="»"/>
              <a:defRPr sz="16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16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16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16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1600">
                <a:solidFill>
                  <a:schemeClr val="tx1"/>
                </a:solidFill>
                <a:latin typeface="Tahoma" panose="020B0604030504040204" pitchFamily="34"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E2A5CB51-BFA2-4649-8108-A9563A211342}" type="slidenum">
              <a:rPr kumimoji="0" lang="en-ZA" altLang="en-US" sz="1400" b="0" i="0" u="none" strike="noStrike" kern="1200" cap="none" spc="0" normalizeH="0" baseline="0" noProof="0" smtClean="0">
                <a:ln>
                  <a:noFill/>
                </a:ln>
                <a:solidFill>
                  <a:srgbClr val="000000"/>
                </a:solidFill>
                <a:effectLst/>
                <a:uLnTx/>
                <a:uFillTx/>
                <a:latin typeface="Times New Roman" panose="02020603050405020304" pitchFamily="18" charset="0"/>
                <a:ea typeface="ＭＳ Ｐゴシック" charset="-128"/>
                <a:cs typeface="+mn-cs"/>
              </a:rPr>
              <a:pPr marL="0" marR="0" lvl="0" indent="0" algn="r" defTabSz="914400" rtl="0" eaLnBrk="0" fontAlgn="base" latinLnBrk="0" hangingPunct="0">
                <a:lnSpc>
                  <a:spcPct val="100000"/>
                </a:lnSpc>
                <a:spcBef>
                  <a:spcPct val="0"/>
                </a:spcBef>
                <a:spcAft>
                  <a:spcPct val="0"/>
                </a:spcAft>
                <a:buClrTx/>
                <a:buSzTx/>
                <a:buFontTx/>
                <a:buNone/>
                <a:tabLst/>
                <a:defRPr/>
              </a:pPr>
              <a:t>8</a:t>
            </a:fld>
            <a:endParaRPr kumimoji="0" lang="en-ZA" altLang="en-US" sz="14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charset="-128"/>
              <a:cs typeface="+mn-cs"/>
            </a:endParaRPr>
          </a:p>
        </p:txBody>
      </p:sp>
      <p:sp>
        <p:nvSpPr>
          <p:cNvPr id="144388" name="Rectangle 3"/>
          <p:cNvSpPr>
            <a:spLocks noGrp="1" noChangeArrowheads="1"/>
          </p:cNvSpPr>
          <p:nvPr>
            <p:ph type="body" idx="1"/>
          </p:nvPr>
        </p:nvSpPr>
        <p:spPr>
          <a:xfrm>
            <a:off x="304800" y="990600"/>
            <a:ext cx="8534400" cy="5638800"/>
          </a:xfrm>
        </p:spPr>
        <p:txBody>
          <a:bodyPr/>
          <a:lstStyle/>
          <a:p>
            <a:pPr algn="just">
              <a:lnSpc>
                <a:spcPct val="80000"/>
              </a:lnSpc>
              <a:buFontTx/>
              <a:buNone/>
            </a:pPr>
            <a:r>
              <a:rPr lang="en-ZA" altLang="en-US" sz="1600" dirty="0"/>
              <a:t>	</a:t>
            </a:r>
            <a:endParaRPr lang="en-GB" altLang="en-US" sz="2400" dirty="0"/>
          </a:p>
        </p:txBody>
      </p:sp>
      <p:pic>
        <p:nvPicPr>
          <p:cNvPr id="3" name="Picture 2">
            <a:extLst>
              <a:ext uri="{FF2B5EF4-FFF2-40B4-BE49-F238E27FC236}">
                <a16:creationId xmlns:a16="http://schemas.microsoft.com/office/drawing/2014/main" id="{4F31F3A2-63F4-E828-A408-C035C299D0B9}"/>
              </a:ext>
            </a:extLst>
          </p:cNvPr>
          <p:cNvPicPr>
            <a:picLocks noChangeAspect="1"/>
          </p:cNvPicPr>
          <p:nvPr/>
        </p:nvPicPr>
        <p:blipFill>
          <a:blip r:embed="rId2"/>
          <a:stretch>
            <a:fillRect/>
          </a:stretch>
        </p:blipFill>
        <p:spPr>
          <a:xfrm>
            <a:off x="453138" y="1290379"/>
            <a:ext cx="8140195" cy="2590800"/>
          </a:xfrm>
          <a:prstGeom prst="rect">
            <a:avLst/>
          </a:prstGeom>
        </p:spPr>
      </p:pic>
      <p:pic>
        <p:nvPicPr>
          <p:cNvPr id="6" name="Picture 5">
            <a:extLst>
              <a:ext uri="{FF2B5EF4-FFF2-40B4-BE49-F238E27FC236}">
                <a16:creationId xmlns:a16="http://schemas.microsoft.com/office/drawing/2014/main" id="{D5685903-42CF-1FDC-4CD4-C5E3A564924F}"/>
              </a:ext>
            </a:extLst>
          </p:cNvPr>
          <p:cNvPicPr>
            <a:picLocks noChangeAspect="1"/>
          </p:cNvPicPr>
          <p:nvPr/>
        </p:nvPicPr>
        <p:blipFill>
          <a:blip r:embed="rId3"/>
          <a:stretch>
            <a:fillRect/>
          </a:stretch>
        </p:blipFill>
        <p:spPr>
          <a:xfrm>
            <a:off x="421180" y="4180958"/>
            <a:ext cx="8066021" cy="543442"/>
          </a:xfrm>
          <a:prstGeom prst="rect">
            <a:avLst/>
          </a:prstGeom>
        </p:spPr>
      </p:pic>
      <p:pic>
        <p:nvPicPr>
          <p:cNvPr id="8" name="Picture 7">
            <a:extLst>
              <a:ext uri="{FF2B5EF4-FFF2-40B4-BE49-F238E27FC236}">
                <a16:creationId xmlns:a16="http://schemas.microsoft.com/office/drawing/2014/main" id="{CEFFFF1E-7B84-69B1-5ACE-34DFE95A3981}"/>
              </a:ext>
            </a:extLst>
          </p:cNvPr>
          <p:cNvPicPr>
            <a:picLocks noChangeAspect="1"/>
          </p:cNvPicPr>
          <p:nvPr/>
        </p:nvPicPr>
        <p:blipFill>
          <a:blip r:embed="rId4"/>
          <a:stretch>
            <a:fillRect/>
          </a:stretch>
        </p:blipFill>
        <p:spPr>
          <a:xfrm>
            <a:off x="453138" y="4761037"/>
            <a:ext cx="8069232" cy="1337406"/>
          </a:xfrm>
          <a:prstGeom prst="rect">
            <a:avLst/>
          </a:prstGeom>
        </p:spPr>
      </p:pic>
      <p:pic>
        <p:nvPicPr>
          <p:cNvPr id="10" name="Picture 9">
            <a:extLst>
              <a:ext uri="{FF2B5EF4-FFF2-40B4-BE49-F238E27FC236}">
                <a16:creationId xmlns:a16="http://schemas.microsoft.com/office/drawing/2014/main" id="{3CC62A74-78AA-A51F-46AB-AA1692339A7C}"/>
              </a:ext>
            </a:extLst>
          </p:cNvPr>
          <p:cNvPicPr>
            <a:picLocks noChangeAspect="1"/>
          </p:cNvPicPr>
          <p:nvPr/>
        </p:nvPicPr>
        <p:blipFill>
          <a:blip r:embed="rId5"/>
          <a:stretch>
            <a:fillRect/>
          </a:stretch>
        </p:blipFill>
        <p:spPr>
          <a:xfrm>
            <a:off x="2841740" y="496488"/>
            <a:ext cx="5997460" cy="381033"/>
          </a:xfrm>
          <a:prstGeom prst="rect">
            <a:avLst/>
          </a:prstGeom>
        </p:spPr>
      </p:pic>
    </p:spTree>
    <p:extLst>
      <p:ext uri="{BB962C8B-B14F-4D97-AF65-F5344CB8AC3E}">
        <p14:creationId xmlns:p14="http://schemas.microsoft.com/office/powerpoint/2010/main" val="1572397088"/>
      </p:ext>
    </p:extLst>
  </p:cSld>
  <p:clrMapOvr>
    <a:masterClrMapping/>
  </p:clrMapOvr>
  <mc:AlternateContent xmlns:mc="http://schemas.openxmlformats.org/markup-compatibility/2006" xmlns:p14="http://schemas.microsoft.com/office/powerpoint/2010/main">
    <mc:Choice Requires="p14">
      <p:transition spd="slow" p14:dur="2000" advTm="124855"/>
    </mc:Choice>
    <mc:Fallback xmlns="">
      <p:transition spd="slow" advTm="124855"/>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ppt_x"/>
                                          </p:val>
                                        </p:tav>
                                        <p:tav tm="100000">
                                          <p:val>
                                            <p:strVal val="#ppt_x"/>
                                          </p:val>
                                        </p:tav>
                                      </p:tavLst>
                                    </p:anim>
                                    <p:anim calcmode="lin" valueType="num">
                                      <p:cBhvr additive="base">
                                        <p:cTn id="1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anim calcmode="lin" valueType="num">
                                      <p:cBhvr additive="base">
                                        <p:cTn id="19" dur="500" fill="hold"/>
                                        <p:tgtEl>
                                          <p:spTgt spid="8"/>
                                        </p:tgtEl>
                                        <p:attrNameLst>
                                          <p:attrName>ppt_x</p:attrName>
                                        </p:attrNameLst>
                                      </p:cBhvr>
                                      <p:tavLst>
                                        <p:tav tm="0">
                                          <p:val>
                                            <p:strVal val="#ppt_x"/>
                                          </p:val>
                                        </p:tav>
                                        <p:tav tm="100000">
                                          <p:val>
                                            <p:strVal val="#ppt_x"/>
                                          </p:val>
                                        </p:tav>
                                      </p:tavLst>
                                    </p:anim>
                                    <p:anim calcmode="lin" valueType="num">
                                      <p:cBhvr additive="base">
                                        <p:cTn id="20"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44386" name="Slide Number Placeholder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Tahoma" panose="020B0604030504040204" pitchFamily="34" charset="0"/>
              </a:defRPr>
            </a:lvl1pPr>
            <a:lvl2pPr marL="742950" indent="-285750">
              <a:spcBef>
                <a:spcPct val="20000"/>
              </a:spcBef>
              <a:buChar char="–"/>
              <a:defRPr sz="2400">
                <a:solidFill>
                  <a:schemeClr val="tx1"/>
                </a:solidFill>
                <a:latin typeface="Tahoma" panose="020B0604030504040204" pitchFamily="34" charset="0"/>
              </a:defRPr>
            </a:lvl2pPr>
            <a:lvl3pPr marL="1143000" indent="-228600">
              <a:spcBef>
                <a:spcPct val="20000"/>
              </a:spcBef>
              <a:buChar char="•"/>
              <a:defRPr sz="2000">
                <a:solidFill>
                  <a:schemeClr val="tx1"/>
                </a:solidFill>
                <a:latin typeface="Tahoma" panose="020B0604030504040204" pitchFamily="34" charset="0"/>
              </a:defRPr>
            </a:lvl3pPr>
            <a:lvl4pPr marL="1600200" indent="-228600">
              <a:spcBef>
                <a:spcPct val="20000"/>
              </a:spcBef>
              <a:buChar char="–"/>
              <a:defRPr sz="1600">
                <a:solidFill>
                  <a:schemeClr val="tx1"/>
                </a:solidFill>
                <a:latin typeface="Tahoma" panose="020B0604030504040204" pitchFamily="34" charset="0"/>
              </a:defRPr>
            </a:lvl4pPr>
            <a:lvl5pPr marL="2057400" indent="-228600">
              <a:spcBef>
                <a:spcPct val="20000"/>
              </a:spcBef>
              <a:buChar char="»"/>
              <a:defRPr sz="16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16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16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16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1600">
                <a:solidFill>
                  <a:schemeClr val="tx1"/>
                </a:solidFill>
                <a:latin typeface="Tahoma" panose="020B0604030504040204" pitchFamily="34"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E2A5CB51-BFA2-4649-8108-A9563A211342}" type="slidenum">
              <a:rPr kumimoji="0" lang="en-ZA" altLang="en-US" sz="1400" b="0" i="0" u="none" strike="noStrike" kern="1200" cap="none" spc="0" normalizeH="0" baseline="0" noProof="0" smtClean="0">
                <a:ln>
                  <a:noFill/>
                </a:ln>
                <a:solidFill>
                  <a:srgbClr val="000000"/>
                </a:solidFill>
                <a:effectLst/>
                <a:uLnTx/>
                <a:uFillTx/>
                <a:latin typeface="Times New Roman" panose="02020603050405020304" pitchFamily="18" charset="0"/>
                <a:ea typeface="ＭＳ Ｐゴシック" charset="-128"/>
                <a:cs typeface="+mn-cs"/>
              </a:rPr>
              <a:pPr marL="0" marR="0" lvl="0" indent="0" algn="r" defTabSz="914400" rtl="0" eaLnBrk="0" fontAlgn="base" latinLnBrk="0" hangingPunct="0">
                <a:lnSpc>
                  <a:spcPct val="100000"/>
                </a:lnSpc>
                <a:spcBef>
                  <a:spcPct val="0"/>
                </a:spcBef>
                <a:spcAft>
                  <a:spcPct val="0"/>
                </a:spcAft>
                <a:buClrTx/>
                <a:buSzTx/>
                <a:buFontTx/>
                <a:buNone/>
                <a:tabLst/>
                <a:defRPr/>
              </a:pPr>
              <a:t>9</a:t>
            </a:fld>
            <a:endParaRPr kumimoji="0" lang="en-ZA" altLang="en-US" sz="14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charset="-128"/>
              <a:cs typeface="+mn-cs"/>
            </a:endParaRPr>
          </a:p>
        </p:txBody>
      </p:sp>
      <p:sp>
        <p:nvSpPr>
          <p:cNvPr id="144388" name="Rectangle 3"/>
          <p:cNvSpPr>
            <a:spLocks noGrp="1" noChangeArrowheads="1"/>
          </p:cNvSpPr>
          <p:nvPr>
            <p:ph type="body" idx="1"/>
          </p:nvPr>
        </p:nvSpPr>
        <p:spPr>
          <a:xfrm>
            <a:off x="304800" y="990600"/>
            <a:ext cx="8534400" cy="5638800"/>
          </a:xfrm>
        </p:spPr>
        <p:txBody>
          <a:bodyPr/>
          <a:lstStyle/>
          <a:p>
            <a:pPr algn="just">
              <a:lnSpc>
                <a:spcPct val="80000"/>
              </a:lnSpc>
              <a:buFontTx/>
              <a:buNone/>
            </a:pPr>
            <a:r>
              <a:rPr lang="en-ZA" altLang="en-US" sz="1600" dirty="0"/>
              <a:t>	</a:t>
            </a:r>
            <a:endParaRPr lang="en-GB" altLang="en-US" sz="2400" dirty="0"/>
          </a:p>
        </p:txBody>
      </p:sp>
      <p:pic>
        <p:nvPicPr>
          <p:cNvPr id="4" name="Picture 3">
            <a:extLst>
              <a:ext uri="{FF2B5EF4-FFF2-40B4-BE49-F238E27FC236}">
                <a16:creationId xmlns:a16="http://schemas.microsoft.com/office/drawing/2014/main" id="{42AC40F4-16BE-3257-385E-7033D89C929F}"/>
              </a:ext>
            </a:extLst>
          </p:cNvPr>
          <p:cNvPicPr>
            <a:picLocks noChangeAspect="1"/>
          </p:cNvPicPr>
          <p:nvPr/>
        </p:nvPicPr>
        <p:blipFill>
          <a:blip r:embed="rId2"/>
          <a:stretch>
            <a:fillRect/>
          </a:stretch>
        </p:blipFill>
        <p:spPr>
          <a:xfrm>
            <a:off x="171481" y="937202"/>
            <a:ext cx="8011832" cy="1371599"/>
          </a:xfrm>
          <a:prstGeom prst="rect">
            <a:avLst/>
          </a:prstGeom>
        </p:spPr>
      </p:pic>
      <p:pic>
        <p:nvPicPr>
          <p:cNvPr id="7" name="Picture 6">
            <a:extLst>
              <a:ext uri="{FF2B5EF4-FFF2-40B4-BE49-F238E27FC236}">
                <a16:creationId xmlns:a16="http://schemas.microsoft.com/office/drawing/2014/main" id="{A8EC9343-9782-658E-32DA-3806673BDE9D}"/>
              </a:ext>
            </a:extLst>
          </p:cNvPr>
          <p:cNvPicPr>
            <a:picLocks noChangeAspect="1"/>
          </p:cNvPicPr>
          <p:nvPr/>
        </p:nvPicPr>
        <p:blipFill>
          <a:blip r:embed="rId3"/>
          <a:stretch>
            <a:fillRect/>
          </a:stretch>
        </p:blipFill>
        <p:spPr>
          <a:xfrm>
            <a:off x="171481" y="2247899"/>
            <a:ext cx="7946812" cy="2189219"/>
          </a:xfrm>
          <a:prstGeom prst="rect">
            <a:avLst/>
          </a:prstGeom>
        </p:spPr>
      </p:pic>
      <p:pic>
        <p:nvPicPr>
          <p:cNvPr id="10" name="Picture 9">
            <a:extLst>
              <a:ext uri="{FF2B5EF4-FFF2-40B4-BE49-F238E27FC236}">
                <a16:creationId xmlns:a16="http://schemas.microsoft.com/office/drawing/2014/main" id="{B7CF9D3B-825C-E762-CCD3-8989D0FDDBDE}"/>
              </a:ext>
            </a:extLst>
          </p:cNvPr>
          <p:cNvPicPr>
            <a:picLocks noChangeAspect="1"/>
          </p:cNvPicPr>
          <p:nvPr/>
        </p:nvPicPr>
        <p:blipFill>
          <a:blip r:embed="rId4"/>
          <a:stretch>
            <a:fillRect/>
          </a:stretch>
        </p:blipFill>
        <p:spPr>
          <a:xfrm>
            <a:off x="150966" y="4467429"/>
            <a:ext cx="7913620" cy="483972"/>
          </a:xfrm>
          <a:prstGeom prst="rect">
            <a:avLst/>
          </a:prstGeom>
        </p:spPr>
      </p:pic>
      <p:pic>
        <p:nvPicPr>
          <p:cNvPr id="12" name="Picture 11">
            <a:extLst>
              <a:ext uri="{FF2B5EF4-FFF2-40B4-BE49-F238E27FC236}">
                <a16:creationId xmlns:a16="http://schemas.microsoft.com/office/drawing/2014/main" id="{78B84459-93C5-E83F-A679-19A63A936007}"/>
              </a:ext>
            </a:extLst>
          </p:cNvPr>
          <p:cNvPicPr>
            <a:picLocks noChangeAspect="1"/>
          </p:cNvPicPr>
          <p:nvPr/>
        </p:nvPicPr>
        <p:blipFill>
          <a:blip r:embed="rId5"/>
          <a:stretch>
            <a:fillRect/>
          </a:stretch>
        </p:blipFill>
        <p:spPr>
          <a:xfrm>
            <a:off x="171481" y="5044438"/>
            <a:ext cx="8011832" cy="1181128"/>
          </a:xfrm>
          <a:prstGeom prst="rect">
            <a:avLst/>
          </a:prstGeom>
        </p:spPr>
      </p:pic>
      <p:pic>
        <p:nvPicPr>
          <p:cNvPr id="14" name="Picture 13">
            <a:extLst>
              <a:ext uri="{FF2B5EF4-FFF2-40B4-BE49-F238E27FC236}">
                <a16:creationId xmlns:a16="http://schemas.microsoft.com/office/drawing/2014/main" id="{9A9EA973-B94D-B0AB-9736-EF933F0E9FC3}"/>
              </a:ext>
            </a:extLst>
          </p:cNvPr>
          <p:cNvPicPr>
            <a:picLocks noChangeAspect="1"/>
          </p:cNvPicPr>
          <p:nvPr/>
        </p:nvPicPr>
        <p:blipFill>
          <a:blip r:embed="rId6"/>
          <a:stretch>
            <a:fillRect/>
          </a:stretch>
        </p:blipFill>
        <p:spPr>
          <a:xfrm>
            <a:off x="3221125" y="251403"/>
            <a:ext cx="2408129" cy="441998"/>
          </a:xfrm>
          <a:prstGeom prst="rect">
            <a:avLst/>
          </a:prstGeom>
        </p:spPr>
      </p:pic>
      <p:pic>
        <p:nvPicPr>
          <p:cNvPr id="16" name="Picture 15">
            <a:extLst>
              <a:ext uri="{FF2B5EF4-FFF2-40B4-BE49-F238E27FC236}">
                <a16:creationId xmlns:a16="http://schemas.microsoft.com/office/drawing/2014/main" id="{F390D2A4-9A58-4733-68C6-0EC41666FD4F}"/>
              </a:ext>
            </a:extLst>
          </p:cNvPr>
          <p:cNvPicPr>
            <a:picLocks noChangeAspect="1"/>
          </p:cNvPicPr>
          <p:nvPr/>
        </p:nvPicPr>
        <p:blipFill>
          <a:blip r:embed="rId7"/>
          <a:stretch>
            <a:fillRect/>
          </a:stretch>
        </p:blipFill>
        <p:spPr>
          <a:xfrm>
            <a:off x="5768630" y="2030710"/>
            <a:ext cx="2918713" cy="434378"/>
          </a:xfrm>
          <a:prstGeom prst="rect">
            <a:avLst/>
          </a:prstGeom>
        </p:spPr>
      </p:pic>
      <p:sp>
        <p:nvSpPr>
          <p:cNvPr id="17" name="Oval 16">
            <a:extLst>
              <a:ext uri="{FF2B5EF4-FFF2-40B4-BE49-F238E27FC236}">
                <a16:creationId xmlns:a16="http://schemas.microsoft.com/office/drawing/2014/main" id="{AEFE29A9-EAEF-0C9A-E804-7DC43389461E}"/>
              </a:ext>
            </a:extLst>
          </p:cNvPr>
          <p:cNvSpPr/>
          <p:nvPr/>
        </p:nvSpPr>
        <p:spPr bwMode="auto">
          <a:xfrm>
            <a:off x="5710560" y="2468081"/>
            <a:ext cx="3387457" cy="1371599"/>
          </a:xfrm>
          <a:prstGeom prst="ellipse">
            <a:avLst/>
          </a:prstGeom>
          <a:solidFill>
            <a:schemeClr val="accent1">
              <a:lumMod val="20000"/>
              <a:lumOff val="8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sz="2200" dirty="0">
                <a:solidFill>
                  <a:srgbClr val="FF0000"/>
                </a:solidFill>
                <a:ea typeface="ＭＳ Ｐゴシック" pitchFamily="1" charset="-128"/>
              </a:rPr>
              <a:t>But now we have flotation costs, so use net value</a:t>
            </a:r>
            <a:endParaRPr kumimoji="0" lang="en-ZA" sz="2200" b="0" i="0" u="none" strike="noStrike" cap="none" normalizeH="0" baseline="0" dirty="0">
              <a:ln>
                <a:noFill/>
              </a:ln>
              <a:solidFill>
                <a:srgbClr val="00677B"/>
              </a:solidFill>
              <a:effectLst/>
              <a:latin typeface="Arial" charset="0"/>
              <a:ea typeface="ＭＳ Ｐゴシック" pitchFamily="1" charset="-128"/>
            </a:endParaRPr>
          </a:p>
        </p:txBody>
      </p:sp>
      <p:sp>
        <p:nvSpPr>
          <p:cNvPr id="18" name="Oval 17">
            <a:extLst>
              <a:ext uri="{FF2B5EF4-FFF2-40B4-BE49-F238E27FC236}">
                <a16:creationId xmlns:a16="http://schemas.microsoft.com/office/drawing/2014/main" id="{63B0131C-D0BE-986E-1C2D-DE9167F0658E}"/>
              </a:ext>
            </a:extLst>
          </p:cNvPr>
          <p:cNvSpPr/>
          <p:nvPr/>
        </p:nvSpPr>
        <p:spPr bwMode="auto">
          <a:xfrm>
            <a:off x="5534257" y="20580"/>
            <a:ext cx="3387457" cy="1371599"/>
          </a:xfrm>
          <a:prstGeom prst="ellipse">
            <a:avLst/>
          </a:prstGeom>
          <a:solidFill>
            <a:schemeClr val="accent1">
              <a:lumMod val="20000"/>
              <a:lumOff val="8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sz="2200" dirty="0">
                <a:solidFill>
                  <a:srgbClr val="FF0000"/>
                </a:solidFill>
                <a:ea typeface="ＭＳ Ｐゴシック" pitchFamily="1" charset="-128"/>
              </a:rPr>
              <a:t>But now we have flotation costs, so use net value</a:t>
            </a:r>
            <a:endParaRPr kumimoji="0" lang="en-ZA" sz="2200" b="0" i="0" u="none" strike="noStrike" cap="none" normalizeH="0" baseline="0" dirty="0">
              <a:ln>
                <a:noFill/>
              </a:ln>
              <a:solidFill>
                <a:srgbClr val="00677B"/>
              </a:solidFill>
              <a:effectLst/>
              <a:latin typeface="Arial" charset="0"/>
              <a:ea typeface="ＭＳ Ｐゴシック" pitchFamily="1" charset="-128"/>
            </a:endParaRPr>
          </a:p>
        </p:txBody>
      </p:sp>
      <p:sp>
        <p:nvSpPr>
          <p:cNvPr id="5" name="Rectangle 2">
            <a:extLst>
              <a:ext uri="{FF2B5EF4-FFF2-40B4-BE49-F238E27FC236}">
                <a16:creationId xmlns:a16="http://schemas.microsoft.com/office/drawing/2014/main" id="{27F1C1DF-72DD-C8F2-6E05-CB7041A1F1D0}"/>
              </a:ext>
            </a:extLst>
          </p:cNvPr>
          <p:cNvSpPr txBox="1">
            <a:spLocks noChangeArrowheads="1"/>
          </p:cNvSpPr>
          <p:nvPr/>
        </p:nvSpPr>
        <p:spPr bwMode="auto">
          <a:xfrm>
            <a:off x="150966" y="6001563"/>
            <a:ext cx="8283215" cy="10270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3800">
                <a:solidFill>
                  <a:srgbClr val="0000FF"/>
                </a:solidFill>
                <a:latin typeface="+mj-lt"/>
                <a:ea typeface="+mj-ea"/>
                <a:cs typeface="+mj-cs"/>
              </a:defRPr>
            </a:lvl1pPr>
            <a:lvl2pPr algn="ctr" rtl="0" eaLnBrk="0" fontAlgn="base" hangingPunct="0">
              <a:spcBef>
                <a:spcPct val="0"/>
              </a:spcBef>
              <a:spcAft>
                <a:spcPct val="0"/>
              </a:spcAft>
              <a:defRPr sz="3800">
                <a:solidFill>
                  <a:srgbClr val="0000FF"/>
                </a:solidFill>
                <a:latin typeface="Tahoma" pitchFamily="34" charset="0"/>
              </a:defRPr>
            </a:lvl2pPr>
            <a:lvl3pPr algn="ctr" rtl="0" eaLnBrk="0" fontAlgn="base" hangingPunct="0">
              <a:spcBef>
                <a:spcPct val="0"/>
              </a:spcBef>
              <a:spcAft>
                <a:spcPct val="0"/>
              </a:spcAft>
              <a:defRPr sz="3800">
                <a:solidFill>
                  <a:srgbClr val="0000FF"/>
                </a:solidFill>
                <a:latin typeface="Tahoma" pitchFamily="34" charset="0"/>
              </a:defRPr>
            </a:lvl3pPr>
            <a:lvl4pPr algn="ctr" rtl="0" eaLnBrk="0" fontAlgn="base" hangingPunct="0">
              <a:spcBef>
                <a:spcPct val="0"/>
              </a:spcBef>
              <a:spcAft>
                <a:spcPct val="0"/>
              </a:spcAft>
              <a:defRPr sz="3800">
                <a:solidFill>
                  <a:srgbClr val="0000FF"/>
                </a:solidFill>
                <a:latin typeface="Tahoma" pitchFamily="34" charset="0"/>
              </a:defRPr>
            </a:lvl4pPr>
            <a:lvl5pPr algn="ctr" rtl="0" eaLnBrk="0" fontAlgn="base" hangingPunct="0">
              <a:spcBef>
                <a:spcPct val="0"/>
              </a:spcBef>
              <a:spcAft>
                <a:spcPct val="0"/>
              </a:spcAft>
              <a:defRPr sz="3800">
                <a:solidFill>
                  <a:srgbClr val="0000FF"/>
                </a:solidFill>
                <a:latin typeface="Tahoma" pitchFamily="34" charset="0"/>
              </a:defRPr>
            </a:lvl5pPr>
            <a:lvl6pPr marL="457200" algn="ctr" rtl="0" eaLnBrk="0" fontAlgn="base" hangingPunct="0">
              <a:spcBef>
                <a:spcPct val="0"/>
              </a:spcBef>
              <a:spcAft>
                <a:spcPct val="0"/>
              </a:spcAft>
              <a:defRPr sz="3800">
                <a:solidFill>
                  <a:srgbClr val="0000FF"/>
                </a:solidFill>
                <a:latin typeface="Tahoma" pitchFamily="34" charset="0"/>
              </a:defRPr>
            </a:lvl6pPr>
            <a:lvl7pPr marL="914400" algn="ctr" rtl="0" eaLnBrk="0" fontAlgn="base" hangingPunct="0">
              <a:spcBef>
                <a:spcPct val="0"/>
              </a:spcBef>
              <a:spcAft>
                <a:spcPct val="0"/>
              </a:spcAft>
              <a:defRPr sz="3800">
                <a:solidFill>
                  <a:srgbClr val="0000FF"/>
                </a:solidFill>
                <a:latin typeface="Tahoma" pitchFamily="34" charset="0"/>
              </a:defRPr>
            </a:lvl7pPr>
            <a:lvl8pPr marL="1371600" algn="ctr" rtl="0" eaLnBrk="0" fontAlgn="base" hangingPunct="0">
              <a:spcBef>
                <a:spcPct val="0"/>
              </a:spcBef>
              <a:spcAft>
                <a:spcPct val="0"/>
              </a:spcAft>
              <a:defRPr sz="3800">
                <a:solidFill>
                  <a:srgbClr val="0000FF"/>
                </a:solidFill>
                <a:latin typeface="Tahoma" pitchFamily="34" charset="0"/>
              </a:defRPr>
            </a:lvl8pPr>
            <a:lvl9pPr marL="1828800" algn="ctr" rtl="0" eaLnBrk="0" fontAlgn="base" hangingPunct="0">
              <a:spcBef>
                <a:spcPct val="0"/>
              </a:spcBef>
              <a:spcAft>
                <a:spcPct val="0"/>
              </a:spcAft>
              <a:defRPr sz="3800">
                <a:solidFill>
                  <a:srgbClr val="0000FF"/>
                </a:solidFill>
                <a:latin typeface="Tahoma" pitchFamily="34" charset="0"/>
              </a:defRPr>
            </a:lvl9pPr>
          </a:lstStyle>
          <a:p>
            <a:pPr algn="l"/>
            <a:r>
              <a:rPr lang="en-ZA" altLang="en-US" sz="3000" kern="0" dirty="0">
                <a:solidFill>
                  <a:srgbClr val="C00000"/>
                </a:solidFill>
              </a:rPr>
              <a:t>Check… k</a:t>
            </a:r>
            <a:r>
              <a:rPr lang="en-ZA" altLang="en-US" sz="3000" kern="0" baseline="-25000" dirty="0">
                <a:solidFill>
                  <a:srgbClr val="C00000"/>
                </a:solidFill>
              </a:rPr>
              <a:t>i</a:t>
            </a:r>
            <a:r>
              <a:rPr lang="en-ZA" altLang="en-US" sz="3000" kern="0" dirty="0">
                <a:solidFill>
                  <a:srgbClr val="C00000"/>
                </a:solidFill>
              </a:rPr>
              <a:t> &lt; </a:t>
            </a:r>
            <a:r>
              <a:rPr lang="en-ZA" altLang="en-US" sz="3000" kern="0" dirty="0" err="1">
                <a:solidFill>
                  <a:srgbClr val="C00000"/>
                </a:solidFill>
              </a:rPr>
              <a:t>k</a:t>
            </a:r>
            <a:r>
              <a:rPr lang="en-ZA" altLang="en-US" sz="3000" kern="0" baseline="-25000" dirty="0" err="1">
                <a:solidFill>
                  <a:srgbClr val="C00000"/>
                </a:solidFill>
              </a:rPr>
              <a:t>p</a:t>
            </a:r>
            <a:r>
              <a:rPr lang="en-ZA" altLang="en-US" sz="3000" kern="0" dirty="0">
                <a:solidFill>
                  <a:srgbClr val="C00000"/>
                </a:solidFill>
              </a:rPr>
              <a:t> &lt; k</a:t>
            </a:r>
            <a:r>
              <a:rPr lang="en-ZA" altLang="en-US" sz="3000" kern="0" baseline="-25000" dirty="0">
                <a:solidFill>
                  <a:srgbClr val="C00000"/>
                </a:solidFill>
              </a:rPr>
              <a:t>n</a:t>
            </a:r>
            <a:r>
              <a:rPr lang="en-ZA" altLang="en-US" sz="3000" kern="0" dirty="0">
                <a:solidFill>
                  <a:srgbClr val="C00000"/>
                </a:solidFill>
              </a:rPr>
              <a:t>   Is this the case? Yes!</a:t>
            </a:r>
            <a:endParaRPr lang="en-GB" altLang="en-US" sz="3000" kern="0" dirty="0">
              <a:solidFill>
                <a:srgbClr val="C00000"/>
              </a:solidFill>
            </a:endParaRPr>
          </a:p>
        </p:txBody>
      </p:sp>
    </p:spTree>
    <p:extLst>
      <p:ext uri="{BB962C8B-B14F-4D97-AF65-F5344CB8AC3E}">
        <p14:creationId xmlns:p14="http://schemas.microsoft.com/office/powerpoint/2010/main" val="1204211360"/>
      </p:ext>
    </p:extLst>
  </p:cSld>
  <p:clrMapOvr>
    <a:masterClrMapping/>
  </p:clrMapOvr>
  <mc:AlternateContent xmlns:mc="http://schemas.openxmlformats.org/markup-compatibility/2006" xmlns:p14="http://schemas.microsoft.com/office/powerpoint/2010/main">
    <mc:Choice Requires="p14">
      <p:transition spd="slow" p14:dur="2000" advTm="124855"/>
    </mc:Choice>
    <mc:Fallback xmlns="">
      <p:transition spd="slow" advTm="124855"/>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500" fill="hold"/>
                                        <p:tgtEl>
                                          <p:spTgt spid="7"/>
                                        </p:tgtEl>
                                        <p:attrNameLst>
                                          <p:attrName>ppt_x</p:attrName>
                                        </p:attrNameLst>
                                      </p:cBhvr>
                                      <p:tavLst>
                                        <p:tav tm="0">
                                          <p:val>
                                            <p:strVal val="#ppt_x"/>
                                          </p:val>
                                        </p:tav>
                                        <p:tav tm="100000">
                                          <p:val>
                                            <p:strVal val="#ppt_x"/>
                                          </p:val>
                                        </p:tav>
                                      </p:tavLst>
                                    </p:anim>
                                    <p:anim calcmode="lin" valueType="num">
                                      <p:cBhvr additive="base">
                                        <p:cTn id="1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0"/>
                                        </p:tgtEl>
                                        <p:attrNameLst>
                                          <p:attrName>style.visibility</p:attrName>
                                        </p:attrNameLst>
                                      </p:cBhvr>
                                      <p:to>
                                        <p:strVal val="visible"/>
                                      </p:to>
                                    </p:set>
                                    <p:anim calcmode="lin" valueType="num">
                                      <p:cBhvr additive="base">
                                        <p:cTn id="19" dur="500" fill="hold"/>
                                        <p:tgtEl>
                                          <p:spTgt spid="10"/>
                                        </p:tgtEl>
                                        <p:attrNameLst>
                                          <p:attrName>ppt_x</p:attrName>
                                        </p:attrNameLst>
                                      </p:cBhvr>
                                      <p:tavLst>
                                        <p:tav tm="0">
                                          <p:val>
                                            <p:strVal val="#ppt_x"/>
                                          </p:val>
                                        </p:tav>
                                        <p:tav tm="100000">
                                          <p:val>
                                            <p:strVal val="#ppt_x"/>
                                          </p:val>
                                        </p:tav>
                                      </p:tavLst>
                                    </p:anim>
                                    <p:anim calcmode="lin" valueType="num">
                                      <p:cBhvr additive="base">
                                        <p:cTn id="20"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2"/>
                                        </p:tgtEl>
                                        <p:attrNameLst>
                                          <p:attrName>style.visibility</p:attrName>
                                        </p:attrNameLst>
                                      </p:cBhvr>
                                      <p:to>
                                        <p:strVal val="visible"/>
                                      </p:to>
                                    </p:set>
                                    <p:anim calcmode="lin" valueType="num">
                                      <p:cBhvr additive="base">
                                        <p:cTn id="25" dur="500" fill="hold"/>
                                        <p:tgtEl>
                                          <p:spTgt spid="12"/>
                                        </p:tgtEl>
                                        <p:attrNameLst>
                                          <p:attrName>ppt_x</p:attrName>
                                        </p:attrNameLst>
                                      </p:cBhvr>
                                      <p:tavLst>
                                        <p:tav tm="0">
                                          <p:val>
                                            <p:strVal val="#ppt_x"/>
                                          </p:val>
                                        </p:tav>
                                        <p:tav tm="100000">
                                          <p:val>
                                            <p:strVal val="#ppt_x"/>
                                          </p:val>
                                        </p:tav>
                                      </p:tavLst>
                                    </p:anim>
                                    <p:anim calcmode="lin" valueType="num">
                                      <p:cBhvr additive="base">
                                        <p:cTn id="26"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5"/>
                                        </p:tgtEl>
                                        <p:attrNameLst>
                                          <p:attrName>style.visibility</p:attrName>
                                        </p:attrNameLst>
                                      </p:cBhvr>
                                      <p:to>
                                        <p:strVal val="visible"/>
                                      </p:to>
                                    </p:set>
                                    <p:anim calcmode="lin" valueType="num">
                                      <p:cBhvr additive="base">
                                        <p:cTn id="31" dur="500" fill="hold"/>
                                        <p:tgtEl>
                                          <p:spTgt spid="5"/>
                                        </p:tgtEl>
                                        <p:attrNameLst>
                                          <p:attrName>ppt_x</p:attrName>
                                        </p:attrNameLst>
                                      </p:cBhvr>
                                      <p:tavLst>
                                        <p:tav tm="0">
                                          <p:val>
                                            <p:strVal val="#ppt_x"/>
                                          </p:val>
                                        </p:tav>
                                        <p:tav tm="100000">
                                          <p:val>
                                            <p:strVal val="#ppt_x"/>
                                          </p:val>
                                        </p:tav>
                                      </p:tavLst>
                                    </p:anim>
                                    <p:anim calcmode="lin" valueType="num">
                                      <p:cBhvr additive="base">
                                        <p:cTn id="32"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47458" name="Slide Number Placeholder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Tahoma" panose="020B0604030504040204" pitchFamily="34" charset="0"/>
              </a:defRPr>
            </a:lvl1pPr>
            <a:lvl2pPr marL="742950" indent="-285750">
              <a:spcBef>
                <a:spcPct val="20000"/>
              </a:spcBef>
              <a:buChar char="–"/>
              <a:defRPr sz="2400">
                <a:solidFill>
                  <a:schemeClr val="tx1"/>
                </a:solidFill>
                <a:latin typeface="Tahoma" panose="020B0604030504040204" pitchFamily="34" charset="0"/>
              </a:defRPr>
            </a:lvl2pPr>
            <a:lvl3pPr marL="1143000" indent="-228600">
              <a:spcBef>
                <a:spcPct val="20000"/>
              </a:spcBef>
              <a:buChar char="•"/>
              <a:defRPr sz="2000">
                <a:solidFill>
                  <a:schemeClr val="tx1"/>
                </a:solidFill>
                <a:latin typeface="Tahoma" panose="020B0604030504040204" pitchFamily="34" charset="0"/>
              </a:defRPr>
            </a:lvl3pPr>
            <a:lvl4pPr marL="1600200" indent="-228600">
              <a:spcBef>
                <a:spcPct val="20000"/>
              </a:spcBef>
              <a:buChar char="–"/>
              <a:defRPr sz="1600">
                <a:solidFill>
                  <a:schemeClr val="tx1"/>
                </a:solidFill>
                <a:latin typeface="Tahoma" panose="020B0604030504040204" pitchFamily="34" charset="0"/>
              </a:defRPr>
            </a:lvl4pPr>
            <a:lvl5pPr marL="2057400" indent="-228600">
              <a:spcBef>
                <a:spcPct val="20000"/>
              </a:spcBef>
              <a:buChar char="»"/>
              <a:defRPr sz="16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16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16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16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1600">
                <a:solidFill>
                  <a:schemeClr val="tx1"/>
                </a:solidFill>
                <a:latin typeface="Tahoma" panose="020B0604030504040204" pitchFamily="34"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85802315-42F7-444B-8299-A127FB671269}" type="slidenum">
              <a:rPr kumimoji="0" lang="en-ZA" altLang="en-US" sz="1400" b="0" i="0" u="none" strike="noStrike" kern="1200" cap="none" spc="0" normalizeH="0" baseline="0" noProof="0" smtClean="0">
                <a:ln>
                  <a:noFill/>
                </a:ln>
                <a:solidFill>
                  <a:srgbClr val="000000"/>
                </a:solidFill>
                <a:effectLst/>
                <a:uLnTx/>
                <a:uFillTx/>
                <a:latin typeface="Times New Roman" panose="02020603050405020304" pitchFamily="18" charset="0"/>
                <a:ea typeface="ＭＳ Ｐゴシック" charset="-128"/>
                <a:cs typeface="+mn-cs"/>
              </a:rPr>
              <a:pPr marL="0" marR="0" lvl="0" indent="0" algn="r" defTabSz="914400" rtl="0" eaLnBrk="0" fontAlgn="base" latinLnBrk="0" hangingPunct="0">
                <a:lnSpc>
                  <a:spcPct val="100000"/>
                </a:lnSpc>
                <a:spcBef>
                  <a:spcPct val="0"/>
                </a:spcBef>
                <a:spcAft>
                  <a:spcPct val="0"/>
                </a:spcAft>
                <a:buClrTx/>
                <a:buSzTx/>
                <a:buFontTx/>
                <a:buNone/>
                <a:tabLst/>
                <a:defRPr/>
              </a:pPr>
              <a:t>10</a:t>
            </a:fld>
            <a:endParaRPr kumimoji="0" lang="en-ZA" altLang="en-US" sz="14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charset="-128"/>
              <a:cs typeface="+mn-cs"/>
            </a:endParaRPr>
          </a:p>
        </p:txBody>
      </p:sp>
      <p:sp>
        <p:nvSpPr>
          <p:cNvPr id="147464" name="Rectangle 42"/>
          <p:cNvSpPr>
            <a:spLocks noChangeArrowheads="1"/>
          </p:cNvSpPr>
          <p:nvPr/>
        </p:nvSpPr>
        <p:spPr bwMode="auto">
          <a:xfrm>
            <a:off x="533400" y="5211763"/>
            <a:ext cx="2716213" cy="960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lstStyle>
            <a:lvl1pPr>
              <a:spcBef>
                <a:spcPct val="20000"/>
              </a:spcBef>
              <a:buChar char="•"/>
              <a:defRPr sz="2800">
                <a:solidFill>
                  <a:schemeClr val="tx1"/>
                </a:solidFill>
                <a:latin typeface="Tahoma" panose="020B0604030504040204" pitchFamily="34" charset="0"/>
              </a:defRPr>
            </a:lvl1pPr>
            <a:lvl2pPr marL="742950" indent="-285750">
              <a:spcBef>
                <a:spcPct val="20000"/>
              </a:spcBef>
              <a:buChar char="–"/>
              <a:defRPr sz="2400">
                <a:solidFill>
                  <a:schemeClr val="tx1"/>
                </a:solidFill>
                <a:latin typeface="Tahoma" panose="020B0604030504040204" pitchFamily="34" charset="0"/>
              </a:defRPr>
            </a:lvl2pPr>
            <a:lvl3pPr marL="1143000" indent="-228600">
              <a:spcBef>
                <a:spcPct val="20000"/>
              </a:spcBef>
              <a:buChar char="•"/>
              <a:defRPr sz="2000">
                <a:solidFill>
                  <a:schemeClr val="tx1"/>
                </a:solidFill>
                <a:latin typeface="Tahoma" panose="020B0604030504040204" pitchFamily="34" charset="0"/>
              </a:defRPr>
            </a:lvl3pPr>
            <a:lvl4pPr marL="1600200" indent="-228600">
              <a:spcBef>
                <a:spcPct val="20000"/>
              </a:spcBef>
              <a:buChar char="–"/>
              <a:defRPr sz="1600">
                <a:solidFill>
                  <a:schemeClr val="tx1"/>
                </a:solidFill>
                <a:latin typeface="Tahoma" panose="020B0604030504040204" pitchFamily="34" charset="0"/>
              </a:defRPr>
            </a:lvl4pPr>
            <a:lvl5pPr marL="2057400" indent="-228600">
              <a:spcBef>
                <a:spcPct val="20000"/>
              </a:spcBef>
              <a:buChar char="»"/>
              <a:defRPr sz="16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16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16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16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1600">
                <a:solidFill>
                  <a:schemeClr val="tx1"/>
                </a:solidFill>
                <a:latin typeface="Tahoma" panose="020B0604030504040204" pitchFamily="34"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defRPr/>
            </a:pPr>
            <a:endParaRPr kumimoji="0" lang="en-GB" altLang="en-US" sz="2400" b="0" i="0" u="none" strike="noStrike" kern="1200" cap="none" spc="0" normalizeH="0" baseline="0" noProof="0">
              <a:ln>
                <a:noFill/>
              </a:ln>
              <a:solidFill>
                <a:srgbClr val="000000"/>
              </a:solidFill>
              <a:effectLst/>
              <a:uLnTx/>
              <a:uFillTx/>
              <a:latin typeface="Tahoma" panose="020B0604030504040204" pitchFamily="34" charset="0"/>
              <a:ea typeface="ＭＳ Ｐゴシック" charset="-128"/>
              <a:cs typeface="+mn-cs"/>
            </a:endParaRPr>
          </a:p>
        </p:txBody>
      </p:sp>
      <p:sp>
        <p:nvSpPr>
          <p:cNvPr id="147479" name="Rectangle 27"/>
          <p:cNvSpPr>
            <a:spLocks noChangeArrowheads="1"/>
          </p:cNvSpPr>
          <p:nvPr/>
        </p:nvSpPr>
        <p:spPr bwMode="auto">
          <a:xfrm>
            <a:off x="3249613" y="2514600"/>
            <a:ext cx="1598612" cy="960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lstStyle>
            <a:lvl1pPr>
              <a:spcBef>
                <a:spcPct val="20000"/>
              </a:spcBef>
              <a:buChar char="•"/>
              <a:defRPr sz="2800">
                <a:solidFill>
                  <a:schemeClr val="tx1"/>
                </a:solidFill>
                <a:latin typeface="Tahoma" panose="020B0604030504040204" pitchFamily="34" charset="0"/>
              </a:defRPr>
            </a:lvl1pPr>
            <a:lvl2pPr marL="742950" indent="-285750">
              <a:spcBef>
                <a:spcPct val="20000"/>
              </a:spcBef>
              <a:buChar char="–"/>
              <a:defRPr sz="2400">
                <a:solidFill>
                  <a:schemeClr val="tx1"/>
                </a:solidFill>
                <a:latin typeface="Tahoma" panose="020B0604030504040204" pitchFamily="34" charset="0"/>
              </a:defRPr>
            </a:lvl2pPr>
            <a:lvl3pPr marL="1143000" indent="-228600">
              <a:spcBef>
                <a:spcPct val="20000"/>
              </a:spcBef>
              <a:buChar char="•"/>
              <a:defRPr sz="2000">
                <a:solidFill>
                  <a:schemeClr val="tx1"/>
                </a:solidFill>
                <a:latin typeface="Tahoma" panose="020B0604030504040204" pitchFamily="34" charset="0"/>
              </a:defRPr>
            </a:lvl3pPr>
            <a:lvl4pPr marL="1600200" indent="-228600">
              <a:spcBef>
                <a:spcPct val="20000"/>
              </a:spcBef>
              <a:buChar char="–"/>
              <a:defRPr sz="1600">
                <a:solidFill>
                  <a:schemeClr val="tx1"/>
                </a:solidFill>
                <a:latin typeface="Tahoma" panose="020B0604030504040204" pitchFamily="34" charset="0"/>
              </a:defRPr>
            </a:lvl4pPr>
            <a:lvl5pPr marL="2057400" indent="-228600">
              <a:spcBef>
                <a:spcPct val="20000"/>
              </a:spcBef>
              <a:buChar char="»"/>
              <a:defRPr sz="16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16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16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16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1600">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ZA" altLang="en-US" sz="24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charset="-128"/>
              <a:cs typeface="+mn-cs"/>
            </a:endParaRPr>
          </a:p>
        </p:txBody>
      </p:sp>
      <p:sp>
        <p:nvSpPr>
          <p:cNvPr id="147480" name="Rectangle 26"/>
          <p:cNvSpPr>
            <a:spLocks noChangeArrowheads="1"/>
          </p:cNvSpPr>
          <p:nvPr/>
        </p:nvSpPr>
        <p:spPr bwMode="auto">
          <a:xfrm>
            <a:off x="533400" y="2514600"/>
            <a:ext cx="2716213" cy="960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lstStyle>
            <a:lvl1pPr>
              <a:spcBef>
                <a:spcPct val="20000"/>
              </a:spcBef>
              <a:buChar char="•"/>
              <a:defRPr sz="2800">
                <a:solidFill>
                  <a:schemeClr val="tx1"/>
                </a:solidFill>
                <a:latin typeface="Tahoma" panose="020B0604030504040204" pitchFamily="34" charset="0"/>
              </a:defRPr>
            </a:lvl1pPr>
            <a:lvl2pPr marL="742950" indent="-285750">
              <a:spcBef>
                <a:spcPct val="20000"/>
              </a:spcBef>
              <a:buChar char="–"/>
              <a:defRPr sz="2400">
                <a:solidFill>
                  <a:schemeClr val="tx1"/>
                </a:solidFill>
                <a:latin typeface="Tahoma" panose="020B0604030504040204" pitchFamily="34" charset="0"/>
              </a:defRPr>
            </a:lvl2pPr>
            <a:lvl3pPr marL="1143000" indent="-228600">
              <a:spcBef>
                <a:spcPct val="20000"/>
              </a:spcBef>
              <a:buChar char="•"/>
              <a:defRPr sz="2000">
                <a:solidFill>
                  <a:schemeClr val="tx1"/>
                </a:solidFill>
                <a:latin typeface="Tahoma" panose="020B0604030504040204" pitchFamily="34" charset="0"/>
              </a:defRPr>
            </a:lvl3pPr>
            <a:lvl4pPr marL="1600200" indent="-228600">
              <a:spcBef>
                <a:spcPct val="20000"/>
              </a:spcBef>
              <a:buChar char="–"/>
              <a:defRPr sz="1600">
                <a:solidFill>
                  <a:schemeClr val="tx1"/>
                </a:solidFill>
                <a:latin typeface="Tahoma" panose="020B0604030504040204" pitchFamily="34" charset="0"/>
              </a:defRPr>
            </a:lvl4pPr>
            <a:lvl5pPr marL="2057400" indent="-228600">
              <a:spcBef>
                <a:spcPct val="20000"/>
              </a:spcBef>
              <a:buChar char="»"/>
              <a:defRPr sz="16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16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16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16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1600">
                <a:solidFill>
                  <a:schemeClr val="tx1"/>
                </a:solidFill>
                <a:latin typeface="Tahoma" panose="020B0604030504040204" pitchFamily="34"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defRPr/>
            </a:pPr>
            <a:endParaRPr kumimoji="0" lang="en-GB" altLang="en-US" sz="2400" b="0" i="0" u="none" strike="noStrike" kern="1200" cap="none" spc="0" normalizeH="0" baseline="0" noProof="0">
              <a:ln>
                <a:noFill/>
              </a:ln>
              <a:solidFill>
                <a:srgbClr val="000000"/>
              </a:solidFill>
              <a:effectLst/>
              <a:uLnTx/>
              <a:uFillTx/>
              <a:latin typeface="Tahoma" panose="020B0604030504040204" pitchFamily="34" charset="0"/>
              <a:ea typeface="ＭＳ Ｐゴシック" charset="-128"/>
              <a:cs typeface="+mn-cs"/>
            </a:endParaRPr>
          </a:p>
        </p:txBody>
      </p:sp>
      <p:sp>
        <p:nvSpPr>
          <p:cNvPr id="147492" name="Rectangle 134"/>
          <p:cNvSpPr>
            <a:spLocks noChangeArrowheads="1"/>
          </p:cNvSpPr>
          <p:nvPr/>
        </p:nvSpPr>
        <p:spPr bwMode="auto">
          <a:xfrm>
            <a:off x="1357313" y="4525963"/>
            <a:ext cx="22225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a:spcBef>
                <a:spcPct val="20000"/>
              </a:spcBef>
              <a:buChar char="•"/>
              <a:tabLst>
                <a:tab pos="279400" algn="l"/>
                <a:tab pos="571500" algn="l"/>
              </a:tabLst>
              <a:defRPr sz="2800">
                <a:solidFill>
                  <a:schemeClr val="tx1"/>
                </a:solidFill>
                <a:latin typeface="Tahoma" panose="020B0604030504040204" pitchFamily="34" charset="0"/>
              </a:defRPr>
            </a:lvl1pPr>
            <a:lvl2pPr marL="742950" indent="-285750">
              <a:spcBef>
                <a:spcPct val="20000"/>
              </a:spcBef>
              <a:buChar char="–"/>
              <a:tabLst>
                <a:tab pos="279400" algn="l"/>
                <a:tab pos="571500" algn="l"/>
              </a:tabLst>
              <a:defRPr sz="2400">
                <a:solidFill>
                  <a:schemeClr val="tx1"/>
                </a:solidFill>
                <a:latin typeface="Tahoma" panose="020B0604030504040204" pitchFamily="34" charset="0"/>
              </a:defRPr>
            </a:lvl2pPr>
            <a:lvl3pPr marL="1143000" indent="-228600">
              <a:spcBef>
                <a:spcPct val="20000"/>
              </a:spcBef>
              <a:buChar char="•"/>
              <a:tabLst>
                <a:tab pos="279400" algn="l"/>
                <a:tab pos="571500" algn="l"/>
              </a:tabLst>
              <a:defRPr sz="2000">
                <a:solidFill>
                  <a:schemeClr val="tx1"/>
                </a:solidFill>
                <a:latin typeface="Tahoma" panose="020B0604030504040204" pitchFamily="34" charset="0"/>
              </a:defRPr>
            </a:lvl3pPr>
            <a:lvl4pPr marL="1600200" indent="-228600">
              <a:spcBef>
                <a:spcPct val="20000"/>
              </a:spcBef>
              <a:buChar char="–"/>
              <a:tabLst>
                <a:tab pos="279400" algn="l"/>
                <a:tab pos="571500" algn="l"/>
              </a:tabLst>
              <a:defRPr sz="1600">
                <a:solidFill>
                  <a:schemeClr val="tx1"/>
                </a:solidFill>
                <a:latin typeface="Tahoma" panose="020B0604030504040204" pitchFamily="34" charset="0"/>
              </a:defRPr>
            </a:lvl4pPr>
            <a:lvl5pPr marL="2057400" indent="-228600">
              <a:spcBef>
                <a:spcPct val="20000"/>
              </a:spcBef>
              <a:buChar char="»"/>
              <a:tabLst>
                <a:tab pos="279400" algn="l"/>
                <a:tab pos="571500" algn="l"/>
              </a:tabLst>
              <a:defRPr sz="1600">
                <a:solidFill>
                  <a:schemeClr val="tx1"/>
                </a:solidFill>
                <a:latin typeface="Tahoma" panose="020B0604030504040204" pitchFamily="34" charset="0"/>
              </a:defRPr>
            </a:lvl5pPr>
            <a:lvl6pPr marL="2514600" indent="-228600" eaLnBrk="0" fontAlgn="base" hangingPunct="0">
              <a:spcBef>
                <a:spcPct val="20000"/>
              </a:spcBef>
              <a:spcAft>
                <a:spcPct val="0"/>
              </a:spcAft>
              <a:buChar char="»"/>
              <a:tabLst>
                <a:tab pos="279400" algn="l"/>
                <a:tab pos="571500" algn="l"/>
              </a:tabLst>
              <a:defRPr sz="1600">
                <a:solidFill>
                  <a:schemeClr val="tx1"/>
                </a:solidFill>
                <a:latin typeface="Tahoma" panose="020B0604030504040204" pitchFamily="34" charset="0"/>
              </a:defRPr>
            </a:lvl6pPr>
            <a:lvl7pPr marL="2971800" indent="-228600" eaLnBrk="0" fontAlgn="base" hangingPunct="0">
              <a:spcBef>
                <a:spcPct val="20000"/>
              </a:spcBef>
              <a:spcAft>
                <a:spcPct val="0"/>
              </a:spcAft>
              <a:buChar char="»"/>
              <a:tabLst>
                <a:tab pos="279400" algn="l"/>
                <a:tab pos="571500" algn="l"/>
              </a:tabLst>
              <a:defRPr sz="1600">
                <a:solidFill>
                  <a:schemeClr val="tx1"/>
                </a:solidFill>
                <a:latin typeface="Tahoma" panose="020B0604030504040204" pitchFamily="34" charset="0"/>
              </a:defRPr>
            </a:lvl7pPr>
            <a:lvl8pPr marL="3429000" indent="-228600" eaLnBrk="0" fontAlgn="base" hangingPunct="0">
              <a:spcBef>
                <a:spcPct val="20000"/>
              </a:spcBef>
              <a:spcAft>
                <a:spcPct val="0"/>
              </a:spcAft>
              <a:buChar char="»"/>
              <a:tabLst>
                <a:tab pos="279400" algn="l"/>
                <a:tab pos="571500" algn="l"/>
              </a:tabLst>
              <a:defRPr sz="1600">
                <a:solidFill>
                  <a:schemeClr val="tx1"/>
                </a:solidFill>
                <a:latin typeface="Tahoma" panose="020B0604030504040204" pitchFamily="34" charset="0"/>
              </a:defRPr>
            </a:lvl8pPr>
            <a:lvl9pPr marL="3886200" indent="-228600" eaLnBrk="0" fontAlgn="base" hangingPunct="0">
              <a:spcBef>
                <a:spcPct val="20000"/>
              </a:spcBef>
              <a:spcAft>
                <a:spcPct val="0"/>
              </a:spcAft>
              <a:buChar char="»"/>
              <a:tabLst>
                <a:tab pos="279400" algn="l"/>
                <a:tab pos="571500" algn="l"/>
              </a:tabLst>
              <a:defRPr sz="1600">
                <a:solidFill>
                  <a:schemeClr val="tx1"/>
                </a:solidFill>
                <a:latin typeface="Tahoma" panose="020B0604030504040204" pitchFamily="34" charset="0"/>
              </a:defRPr>
            </a:lvl9pPr>
          </a:lstStyle>
          <a:p>
            <a:pPr marL="0" marR="0" lvl="0" indent="0" algn="just" defTabSz="914400" rtl="0" eaLnBrk="1" fontAlgn="base" latinLnBrk="0" hangingPunct="1">
              <a:lnSpc>
                <a:spcPct val="100000"/>
              </a:lnSpc>
              <a:spcBef>
                <a:spcPct val="0"/>
              </a:spcBef>
              <a:spcAft>
                <a:spcPct val="0"/>
              </a:spcAft>
              <a:buClrTx/>
              <a:buSzTx/>
              <a:buFontTx/>
              <a:buNone/>
              <a:tabLst>
                <a:tab pos="279400" algn="l"/>
                <a:tab pos="571500" algn="l"/>
              </a:tabLst>
              <a:defRPr/>
            </a:pPr>
            <a:r>
              <a:rPr kumimoji="0" lang="en-GB" altLang="en-US" sz="12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charset="-128"/>
                <a:cs typeface="Times New Roman" panose="02020603050405020304" pitchFamily="18" charset="0"/>
              </a:rPr>
              <a:t> </a:t>
            </a:r>
            <a:endParaRPr kumimoji="0" lang="en-GB"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charset="-128"/>
              <a:cs typeface="+mn-cs"/>
            </a:endParaRPr>
          </a:p>
        </p:txBody>
      </p:sp>
      <p:sp>
        <p:nvSpPr>
          <p:cNvPr id="4" name="TextBox 3">
            <a:extLst>
              <a:ext uri="{FF2B5EF4-FFF2-40B4-BE49-F238E27FC236}">
                <a16:creationId xmlns:a16="http://schemas.microsoft.com/office/drawing/2014/main" id="{D79C46F3-F99E-2278-F4FF-D5253514CA0C}"/>
              </a:ext>
            </a:extLst>
          </p:cNvPr>
          <p:cNvSpPr txBox="1"/>
          <p:nvPr/>
        </p:nvSpPr>
        <p:spPr>
          <a:xfrm>
            <a:off x="269997" y="396602"/>
            <a:ext cx="8305800" cy="461665"/>
          </a:xfrm>
          <a:prstGeom prst="rect">
            <a:avLst/>
          </a:prstGeom>
          <a:noFill/>
        </p:spPr>
        <p:txBody>
          <a:bodyPr wrap="square">
            <a:spAutoFit/>
          </a:bodyPr>
          <a:lstStyle/>
          <a:p>
            <a:pPr marL="0" marR="0" lvl="0" indent="0" algn="l" defTabSz="914400" rtl="0" eaLnBrk="0" fontAlgn="base" latinLnBrk="0" hangingPunct="0">
              <a:lnSpc>
                <a:spcPct val="100000"/>
              </a:lnSpc>
              <a:spcBef>
                <a:spcPct val="20000"/>
              </a:spcBef>
              <a:spcAft>
                <a:spcPct val="0"/>
              </a:spcAft>
              <a:buClrTx/>
              <a:buSzTx/>
              <a:buFontTx/>
              <a:buNone/>
              <a:tabLst/>
              <a:defRPr/>
            </a:pPr>
            <a:r>
              <a:rPr kumimoji="0" lang="en-ZA" altLang="en-US" sz="2400" b="1" i="0" u="none" strike="noStrike" kern="0" cap="none" spc="0" normalizeH="0" baseline="0" noProof="0" dirty="0">
                <a:ln>
                  <a:noFill/>
                </a:ln>
                <a:solidFill>
                  <a:srgbClr val="000000"/>
                </a:solidFill>
                <a:effectLst/>
                <a:uLnTx/>
                <a:uFillTx/>
                <a:latin typeface="Tahoma"/>
                <a:ea typeface="+mn-ea"/>
                <a:cs typeface="+mn-cs"/>
              </a:rPr>
              <a:t>WACC =</a:t>
            </a:r>
            <a:r>
              <a:rPr kumimoji="0" lang="en-US" sz="2400" b="0" i="0" u="none" strike="noStrike" kern="0" cap="none" spc="0" normalizeH="0" baseline="0" noProof="0" dirty="0">
                <a:ln>
                  <a:noFill/>
                </a:ln>
                <a:solidFill>
                  <a:srgbClr val="000000"/>
                </a:solidFill>
                <a:effectLst/>
                <a:uLnTx/>
                <a:uFillTx/>
                <a:latin typeface="Tahoma"/>
                <a:ea typeface="Times New Roman" panose="02020603050405020304" pitchFamily="18" charset="0"/>
                <a:cs typeface="+mn-cs"/>
              </a:rPr>
              <a:t> </a:t>
            </a:r>
            <a:r>
              <a:rPr kumimoji="0" lang="en-US" sz="2400" b="1" i="0" u="none" strike="noStrike" kern="0" cap="none" spc="0" normalizeH="0" baseline="0" noProof="0" dirty="0">
                <a:ln>
                  <a:noFill/>
                </a:ln>
                <a:solidFill>
                  <a:srgbClr val="000000"/>
                </a:solidFill>
                <a:effectLst/>
                <a:uLnTx/>
                <a:uFillTx/>
                <a:latin typeface="Tahoma"/>
                <a:ea typeface="Times New Roman" panose="02020603050405020304" pitchFamily="18" charset="0"/>
                <a:cs typeface="+mn-cs"/>
              </a:rPr>
              <a:t>[</a:t>
            </a:r>
            <a:r>
              <a:rPr kumimoji="0" lang="en-US" sz="2400" b="1" i="0" u="none" strike="noStrike" kern="0" cap="none" spc="0" normalizeH="0" baseline="0" noProof="0" dirty="0">
                <a:ln>
                  <a:noFill/>
                </a:ln>
                <a:solidFill>
                  <a:srgbClr val="000000"/>
                </a:solidFill>
                <a:effectLst/>
                <a:highlight>
                  <a:srgbClr val="00FF00"/>
                </a:highlight>
                <a:uLnTx/>
                <a:uFillTx/>
                <a:latin typeface="Tahoma"/>
                <a:ea typeface="Times New Roman" panose="02020603050405020304" pitchFamily="18" charset="0"/>
                <a:cs typeface="+mn-cs"/>
              </a:rPr>
              <a:t>(</a:t>
            </a:r>
            <a:r>
              <a:rPr kumimoji="0" lang="en-US" sz="2400" b="1" i="0" u="none" strike="noStrike" kern="0" cap="none" spc="0" normalizeH="0" baseline="0" noProof="0" dirty="0">
                <a:ln>
                  <a:noFill/>
                </a:ln>
                <a:solidFill>
                  <a:prstClr val="black"/>
                </a:solidFill>
                <a:effectLst/>
                <a:highlight>
                  <a:srgbClr val="00FF00"/>
                </a:highlight>
                <a:uLnTx/>
                <a:uFillTx/>
                <a:latin typeface="Tahoma"/>
                <a:ea typeface="Times New Roman" panose="02020603050405020304" pitchFamily="18" charset="0"/>
                <a:cs typeface="+mn-cs"/>
              </a:rPr>
              <a:t>D/V) </a:t>
            </a:r>
            <a:r>
              <a:rPr kumimoji="0" lang="en-US" sz="2400" b="1" i="0" u="none" strike="noStrike" kern="0" cap="none" spc="0" normalizeH="0" baseline="0" noProof="0" dirty="0">
                <a:ln>
                  <a:noFill/>
                </a:ln>
                <a:solidFill>
                  <a:prstClr val="black"/>
                </a:solidFill>
                <a:effectLst/>
                <a:uLnTx/>
                <a:uFillTx/>
                <a:latin typeface="Tahoma"/>
                <a:ea typeface="Times New Roman" panose="02020603050405020304" pitchFamily="18" charset="0"/>
                <a:cs typeface="+mn-cs"/>
              </a:rPr>
              <a:t>x </a:t>
            </a:r>
            <a:r>
              <a:rPr kumimoji="0" lang="en-ZA" sz="2400" b="1" i="0" u="none" strike="noStrike" kern="0" cap="none" spc="0" normalizeH="0" baseline="0" noProof="0" dirty="0">
                <a:ln>
                  <a:noFill/>
                </a:ln>
                <a:solidFill>
                  <a:prstClr val="black"/>
                </a:solidFill>
                <a:effectLst/>
                <a:highlight>
                  <a:srgbClr val="00FFFF"/>
                </a:highlight>
                <a:uLnTx/>
                <a:uFillTx/>
                <a:latin typeface="Tahoma"/>
                <a:ea typeface="Times New Roman" panose="02020603050405020304" pitchFamily="18" charset="0"/>
                <a:cs typeface="+mn-cs"/>
              </a:rPr>
              <a:t>k</a:t>
            </a:r>
            <a:r>
              <a:rPr kumimoji="0" lang="en-ZA" sz="2400" b="1" i="1" u="none" strike="noStrike" kern="0" cap="none" spc="0" normalizeH="0" baseline="-25000" noProof="0" dirty="0">
                <a:ln>
                  <a:noFill/>
                </a:ln>
                <a:solidFill>
                  <a:prstClr val="black"/>
                </a:solidFill>
                <a:effectLst/>
                <a:highlight>
                  <a:srgbClr val="00FFFF"/>
                </a:highlight>
                <a:uLnTx/>
                <a:uFillTx/>
                <a:latin typeface="Tahoma"/>
                <a:ea typeface="Times New Roman" panose="02020603050405020304" pitchFamily="18" charset="0"/>
                <a:cs typeface="+mn-cs"/>
              </a:rPr>
              <a:t>i</a:t>
            </a:r>
            <a:r>
              <a:rPr kumimoji="0" lang="en-US" sz="2400" b="1" i="0" u="none" strike="noStrike" kern="0" cap="none" spc="0" normalizeH="0" baseline="0" noProof="0" dirty="0">
                <a:ln>
                  <a:noFill/>
                </a:ln>
                <a:solidFill>
                  <a:prstClr val="black"/>
                </a:solidFill>
                <a:effectLst/>
                <a:uLnTx/>
                <a:uFillTx/>
                <a:latin typeface="Tahoma"/>
                <a:ea typeface="Times New Roman" panose="02020603050405020304" pitchFamily="18" charset="0"/>
                <a:cs typeface="+mn-cs"/>
              </a:rPr>
              <a:t>] + [</a:t>
            </a:r>
            <a:r>
              <a:rPr kumimoji="0" lang="en-US" sz="2400" b="1" i="0" u="none" strike="noStrike" kern="0" cap="none" spc="0" normalizeH="0" baseline="0" noProof="0" dirty="0">
                <a:ln>
                  <a:noFill/>
                </a:ln>
                <a:solidFill>
                  <a:prstClr val="black"/>
                </a:solidFill>
                <a:effectLst/>
                <a:highlight>
                  <a:srgbClr val="00FF00"/>
                </a:highlight>
                <a:uLnTx/>
                <a:uFillTx/>
                <a:latin typeface="Tahoma"/>
                <a:ea typeface="Times New Roman" panose="02020603050405020304" pitchFamily="18" charset="0"/>
                <a:cs typeface="+mn-cs"/>
              </a:rPr>
              <a:t>(P/V) </a:t>
            </a:r>
            <a:r>
              <a:rPr kumimoji="0" lang="en-US" sz="2400" b="1" i="0" u="none" strike="noStrike" kern="0" cap="none" spc="0" normalizeH="0" baseline="0" noProof="0" dirty="0">
                <a:ln>
                  <a:noFill/>
                </a:ln>
                <a:solidFill>
                  <a:prstClr val="black"/>
                </a:solidFill>
                <a:effectLst/>
                <a:uLnTx/>
                <a:uFillTx/>
                <a:latin typeface="Tahoma"/>
                <a:ea typeface="Times New Roman" panose="02020603050405020304" pitchFamily="18" charset="0"/>
                <a:cs typeface="+mn-cs"/>
              </a:rPr>
              <a:t>x </a:t>
            </a:r>
            <a:r>
              <a:rPr kumimoji="0" lang="en-US" sz="2400" b="1" i="0" u="none" strike="noStrike" kern="0" cap="none" spc="0" normalizeH="0" baseline="0" noProof="0" dirty="0" err="1">
                <a:ln>
                  <a:noFill/>
                </a:ln>
                <a:solidFill>
                  <a:prstClr val="black"/>
                </a:solidFill>
                <a:effectLst/>
                <a:highlight>
                  <a:srgbClr val="00FFFF"/>
                </a:highlight>
                <a:uLnTx/>
                <a:uFillTx/>
                <a:latin typeface="Tahoma"/>
                <a:ea typeface="Times New Roman" panose="02020603050405020304" pitchFamily="18" charset="0"/>
                <a:cs typeface="+mn-cs"/>
              </a:rPr>
              <a:t>k</a:t>
            </a:r>
            <a:r>
              <a:rPr kumimoji="0" lang="en-US" sz="2400" b="1" i="0" u="none" strike="noStrike" kern="0" cap="none" spc="0" normalizeH="0" baseline="-25000" noProof="0" dirty="0" err="1">
                <a:ln>
                  <a:noFill/>
                </a:ln>
                <a:solidFill>
                  <a:prstClr val="black"/>
                </a:solidFill>
                <a:effectLst/>
                <a:highlight>
                  <a:srgbClr val="00FFFF"/>
                </a:highlight>
                <a:uLnTx/>
                <a:uFillTx/>
                <a:latin typeface="Tahoma"/>
                <a:ea typeface="Times New Roman" panose="02020603050405020304" pitchFamily="18" charset="0"/>
                <a:cs typeface="+mn-cs"/>
              </a:rPr>
              <a:t>p</a:t>
            </a:r>
            <a:r>
              <a:rPr kumimoji="0" lang="en-US" sz="2400" b="1" i="0" u="none" strike="noStrike" kern="0" cap="none" spc="0" normalizeH="0" baseline="0" noProof="0" dirty="0">
                <a:ln>
                  <a:noFill/>
                </a:ln>
                <a:solidFill>
                  <a:prstClr val="black"/>
                </a:solidFill>
                <a:effectLst/>
                <a:uLnTx/>
                <a:uFillTx/>
                <a:latin typeface="Tahoma"/>
                <a:ea typeface="Times New Roman" panose="02020603050405020304" pitchFamily="18" charset="0"/>
                <a:cs typeface="+mn-cs"/>
              </a:rPr>
              <a:t>] + [</a:t>
            </a:r>
            <a:r>
              <a:rPr kumimoji="0" lang="en-US" sz="2400" b="1" i="0" u="none" strike="noStrike" kern="0" cap="none" spc="0" normalizeH="0" baseline="0" noProof="0" dirty="0">
                <a:ln>
                  <a:noFill/>
                </a:ln>
                <a:solidFill>
                  <a:prstClr val="black"/>
                </a:solidFill>
                <a:effectLst/>
                <a:highlight>
                  <a:srgbClr val="00FF00"/>
                </a:highlight>
                <a:uLnTx/>
                <a:uFillTx/>
                <a:latin typeface="Tahoma"/>
                <a:ea typeface="Times New Roman" panose="02020603050405020304" pitchFamily="18" charset="0"/>
                <a:cs typeface="+mn-cs"/>
              </a:rPr>
              <a:t>(E/V) </a:t>
            </a:r>
            <a:r>
              <a:rPr kumimoji="0" lang="en-US" sz="2400" b="1" i="0" u="none" strike="noStrike" kern="0" cap="none" spc="0" normalizeH="0" baseline="0" noProof="0" dirty="0">
                <a:ln>
                  <a:noFill/>
                </a:ln>
                <a:solidFill>
                  <a:prstClr val="black"/>
                </a:solidFill>
                <a:effectLst/>
                <a:uLnTx/>
                <a:uFillTx/>
                <a:latin typeface="Tahoma"/>
                <a:ea typeface="Times New Roman" panose="02020603050405020304" pitchFamily="18" charset="0"/>
                <a:cs typeface="+mn-cs"/>
              </a:rPr>
              <a:t>x </a:t>
            </a:r>
            <a:r>
              <a:rPr kumimoji="0" lang="en-US" sz="2400" b="1" i="0" u="none" strike="noStrike" kern="0" cap="none" spc="0" normalizeH="0" baseline="0" noProof="0" dirty="0" err="1">
                <a:ln>
                  <a:noFill/>
                </a:ln>
                <a:solidFill>
                  <a:prstClr val="black"/>
                </a:solidFill>
                <a:effectLst/>
                <a:highlight>
                  <a:srgbClr val="00FFFF"/>
                </a:highlight>
                <a:uLnTx/>
                <a:uFillTx/>
                <a:latin typeface="Tahoma"/>
                <a:ea typeface="Times New Roman" panose="02020603050405020304" pitchFamily="18" charset="0"/>
                <a:cs typeface="+mn-cs"/>
              </a:rPr>
              <a:t>k</a:t>
            </a:r>
            <a:r>
              <a:rPr kumimoji="0" lang="en-US" sz="2400" b="1" i="0" u="none" strike="noStrike" kern="0" cap="none" spc="0" normalizeH="0" baseline="-25000" noProof="0" dirty="0" err="1">
                <a:ln>
                  <a:noFill/>
                </a:ln>
                <a:solidFill>
                  <a:prstClr val="black"/>
                </a:solidFill>
                <a:effectLst/>
                <a:highlight>
                  <a:srgbClr val="00FFFF"/>
                </a:highlight>
                <a:uLnTx/>
                <a:uFillTx/>
                <a:latin typeface="Tahoma"/>
                <a:ea typeface="Times New Roman" panose="02020603050405020304" pitchFamily="18" charset="0"/>
                <a:cs typeface="+mn-cs"/>
              </a:rPr>
              <a:t>n</a:t>
            </a:r>
            <a:r>
              <a:rPr kumimoji="0" lang="en-US" sz="2400" b="1" i="0" u="none" strike="noStrike" kern="0" cap="none" spc="0" normalizeH="0" baseline="0" noProof="0" dirty="0">
                <a:ln>
                  <a:noFill/>
                </a:ln>
                <a:solidFill>
                  <a:prstClr val="black"/>
                </a:solidFill>
                <a:effectLst/>
                <a:uLnTx/>
                <a:uFillTx/>
                <a:latin typeface="Tahoma"/>
                <a:ea typeface="Times New Roman" panose="02020603050405020304" pitchFamily="18" charset="0"/>
                <a:cs typeface="+mn-cs"/>
              </a:rPr>
              <a:t>]</a:t>
            </a:r>
          </a:p>
        </p:txBody>
      </p:sp>
      <p:pic>
        <p:nvPicPr>
          <p:cNvPr id="6" name="Picture 5">
            <a:extLst>
              <a:ext uri="{FF2B5EF4-FFF2-40B4-BE49-F238E27FC236}">
                <a16:creationId xmlns:a16="http://schemas.microsoft.com/office/drawing/2014/main" id="{8CE7128F-2D9A-B21C-2329-CAE419FD6490}"/>
              </a:ext>
            </a:extLst>
          </p:cNvPr>
          <p:cNvPicPr>
            <a:picLocks noChangeAspect="1"/>
          </p:cNvPicPr>
          <p:nvPr/>
        </p:nvPicPr>
        <p:blipFill>
          <a:blip r:embed="rId2"/>
          <a:stretch>
            <a:fillRect/>
          </a:stretch>
        </p:blipFill>
        <p:spPr>
          <a:xfrm>
            <a:off x="342900" y="1025478"/>
            <a:ext cx="8725744" cy="3886201"/>
          </a:xfrm>
          <a:prstGeom prst="rect">
            <a:avLst/>
          </a:prstGeom>
        </p:spPr>
      </p:pic>
      <p:sp>
        <p:nvSpPr>
          <p:cNvPr id="2" name="Rectangle 2">
            <a:extLst>
              <a:ext uri="{FF2B5EF4-FFF2-40B4-BE49-F238E27FC236}">
                <a16:creationId xmlns:a16="http://schemas.microsoft.com/office/drawing/2014/main" id="{0DFEDE7A-026C-6996-EFD8-2D9E86073F04}"/>
              </a:ext>
            </a:extLst>
          </p:cNvPr>
          <p:cNvSpPr txBox="1">
            <a:spLocks noChangeArrowheads="1"/>
          </p:cNvSpPr>
          <p:nvPr/>
        </p:nvSpPr>
        <p:spPr bwMode="auto">
          <a:xfrm>
            <a:off x="342900" y="5013850"/>
            <a:ext cx="8420100" cy="1615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3800">
                <a:solidFill>
                  <a:srgbClr val="0000FF"/>
                </a:solidFill>
                <a:latin typeface="+mj-lt"/>
                <a:ea typeface="+mj-ea"/>
                <a:cs typeface="+mj-cs"/>
              </a:defRPr>
            </a:lvl1pPr>
            <a:lvl2pPr algn="ctr" rtl="0" eaLnBrk="0" fontAlgn="base" hangingPunct="0">
              <a:spcBef>
                <a:spcPct val="0"/>
              </a:spcBef>
              <a:spcAft>
                <a:spcPct val="0"/>
              </a:spcAft>
              <a:defRPr sz="3800">
                <a:solidFill>
                  <a:srgbClr val="0000FF"/>
                </a:solidFill>
                <a:latin typeface="Tahoma" pitchFamily="34" charset="0"/>
              </a:defRPr>
            </a:lvl2pPr>
            <a:lvl3pPr algn="ctr" rtl="0" eaLnBrk="0" fontAlgn="base" hangingPunct="0">
              <a:spcBef>
                <a:spcPct val="0"/>
              </a:spcBef>
              <a:spcAft>
                <a:spcPct val="0"/>
              </a:spcAft>
              <a:defRPr sz="3800">
                <a:solidFill>
                  <a:srgbClr val="0000FF"/>
                </a:solidFill>
                <a:latin typeface="Tahoma" pitchFamily="34" charset="0"/>
              </a:defRPr>
            </a:lvl3pPr>
            <a:lvl4pPr algn="ctr" rtl="0" eaLnBrk="0" fontAlgn="base" hangingPunct="0">
              <a:spcBef>
                <a:spcPct val="0"/>
              </a:spcBef>
              <a:spcAft>
                <a:spcPct val="0"/>
              </a:spcAft>
              <a:defRPr sz="3800">
                <a:solidFill>
                  <a:srgbClr val="0000FF"/>
                </a:solidFill>
                <a:latin typeface="Tahoma" pitchFamily="34" charset="0"/>
              </a:defRPr>
            </a:lvl4pPr>
            <a:lvl5pPr algn="ctr" rtl="0" eaLnBrk="0" fontAlgn="base" hangingPunct="0">
              <a:spcBef>
                <a:spcPct val="0"/>
              </a:spcBef>
              <a:spcAft>
                <a:spcPct val="0"/>
              </a:spcAft>
              <a:defRPr sz="3800">
                <a:solidFill>
                  <a:srgbClr val="0000FF"/>
                </a:solidFill>
                <a:latin typeface="Tahoma" pitchFamily="34" charset="0"/>
              </a:defRPr>
            </a:lvl5pPr>
            <a:lvl6pPr marL="457200" algn="ctr" rtl="0" eaLnBrk="0" fontAlgn="base" hangingPunct="0">
              <a:spcBef>
                <a:spcPct val="0"/>
              </a:spcBef>
              <a:spcAft>
                <a:spcPct val="0"/>
              </a:spcAft>
              <a:defRPr sz="3800">
                <a:solidFill>
                  <a:srgbClr val="0000FF"/>
                </a:solidFill>
                <a:latin typeface="Tahoma" pitchFamily="34" charset="0"/>
              </a:defRPr>
            </a:lvl6pPr>
            <a:lvl7pPr marL="914400" algn="ctr" rtl="0" eaLnBrk="0" fontAlgn="base" hangingPunct="0">
              <a:spcBef>
                <a:spcPct val="0"/>
              </a:spcBef>
              <a:spcAft>
                <a:spcPct val="0"/>
              </a:spcAft>
              <a:defRPr sz="3800">
                <a:solidFill>
                  <a:srgbClr val="0000FF"/>
                </a:solidFill>
                <a:latin typeface="Tahoma" pitchFamily="34" charset="0"/>
              </a:defRPr>
            </a:lvl7pPr>
            <a:lvl8pPr marL="1371600" algn="ctr" rtl="0" eaLnBrk="0" fontAlgn="base" hangingPunct="0">
              <a:spcBef>
                <a:spcPct val="0"/>
              </a:spcBef>
              <a:spcAft>
                <a:spcPct val="0"/>
              </a:spcAft>
              <a:defRPr sz="3800">
                <a:solidFill>
                  <a:srgbClr val="0000FF"/>
                </a:solidFill>
                <a:latin typeface="Tahoma" pitchFamily="34" charset="0"/>
              </a:defRPr>
            </a:lvl8pPr>
            <a:lvl9pPr marL="1828800" algn="ctr" rtl="0" eaLnBrk="0" fontAlgn="base" hangingPunct="0">
              <a:spcBef>
                <a:spcPct val="0"/>
              </a:spcBef>
              <a:spcAft>
                <a:spcPct val="0"/>
              </a:spcAft>
              <a:defRPr sz="3800">
                <a:solidFill>
                  <a:srgbClr val="0000FF"/>
                </a:solidFill>
                <a:latin typeface="Tahoma" pitchFamily="34" charset="0"/>
              </a:defRPr>
            </a:lvl9pPr>
          </a:lstStyle>
          <a:p>
            <a:pPr algn="l"/>
            <a:r>
              <a:rPr lang="en-ZA" altLang="en-US" sz="2800" kern="0" dirty="0">
                <a:solidFill>
                  <a:srgbClr val="00B050"/>
                </a:solidFill>
              </a:rPr>
              <a:t>Quickly look at k</a:t>
            </a:r>
            <a:r>
              <a:rPr lang="en-ZA" altLang="en-US" sz="2800" kern="0" baseline="-25000" dirty="0">
                <a:solidFill>
                  <a:srgbClr val="00B050"/>
                </a:solidFill>
              </a:rPr>
              <a:t>n</a:t>
            </a:r>
            <a:r>
              <a:rPr lang="en-ZA" altLang="en-US" sz="2800" kern="0" dirty="0">
                <a:solidFill>
                  <a:srgbClr val="00B050"/>
                </a:solidFill>
              </a:rPr>
              <a:t> or k</a:t>
            </a:r>
            <a:r>
              <a:rPr lang="en-ZA" altLang="en-US" sz="2800" kern="0" baseline="-25000" dirty="0">
                <a:solidFill>
                  <a:srgbClr val="00B050"/>
                </a:solidFill>
              </a:rPr>
              <a:t>s</a:t>
            </a:r>
            <a:r>
              <a:rPr lang="en-ZA" altLang="en-US" sz="2800" kern="0" dirty="0">
                <a:solidFill>
                  <a:srgbClr val="00B050"/>
                </a:solidFill>
              </a:rPr>
              <a:t> again (the cost of equity). What if you didn’t have the dividend info? If market-related info is given…you would use the SML to calculate the cost of equity</a:t>
            </a:r>
            <a:endParaRPr lang="en-GB" altLang="en-US" sz="2800" kern="0" dirty="0">
              <a:solidFill>
                <a:srgbClr val="00B050"/>
              </a:solidFill>
            </a:endParaRPr>
          </a:p>
        </p:txBody>
      </p:sp>
    </p:spTree>
    <p:extLst>
      <p:ext uri="{BB962C8B-B14F-4D97-AF65-F5344CB8AC3E}">
        <p14:creationId xmlns:p14="http://schemas.microsoft.com/office/powerpoint/2010/main" val="1537813267"/>
      </p:ext>
    </p:extLst>
  </p:cSld>
  <p:clrMapOvr>
    <a:masterClrMapping/>
  </p:clrMapOvr>
  <mc:AlternateContent xmlns:mc="http://schemas.openxmlformats.org/markup-compatibility/2006" xmlns:p14="http://schemas.microsoft.com/office/powerpoint/2010/main">
    <mc:Choice Requires="p14">
      <p:transition spd="slow" p14:dur="2000" advTm="54057"/>
    </mc:Choice>
    <mc:Fallback xmlns="">
      <p:transition spd="slow" advTm="54057"/>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098" name="Rectangle 3"/>
          <p:cNvSpPr>
            <a:spLocks noChangeArrowheads="1"/>
          </p:cNvSpPr>
          <p:nvPr/>
        </p:nvSpPr>
        <p:spPr bwMode="auto">
          <a:xfrm>
            <a:off x="619644" y="609600"/>
            <a:ext cx="7904712" cy="57220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90480" tIns="44446" rIns="90480" bIns="44446">
            <a:spAutoFit/>
          </a:bodyPr>
          <a:lstStyle/>
          <a:p>
            <a:pPr marL="0" marR="0" lvl="0" indent="0" algn="ctr" defTabSz="912813" rtl="0" eaLnBrk="1" fontAlgn="base" latinLnBrk="0" hangingPunct="1">
              <a:lnSpc>
                <a:spcPct val="100000"/>
              </a:lnSpc>
              <a:spcBef>
                <a:spcPct val="50000"/>
              </a:spcBef>
              <a:spcAft>
                <a:spcPct val="0"/>
              </a:spcAft>
              <a:buClrTx/>
              <a:buSzTx/>
              <a:buFontTx/>
              <a:buNone/>
              <a:tabLst/>
              <a:defRPr/>
            </a:pPr>
            <a:r>
              <a:rPr kumimoji="0" lang="en-ZA" sz="3200" b="1" i="0" u="none" strike="noStrike" kern="1200" cap="none" spc="0" normalizeH="0" baseline="0" noProof="0" dirty="0">
                <a:ln>
                  <a:noFill/>
                </a:ln>
                <a:solidFill>
                  <a:srgbClr val="FF0000"/>
                </a:solidFill>
                <a:effectLst/>
                <a:uLnTx/>
                <a:uFillTx/>
                <a:latin typeface="Tahoma" panose="020B0604030504040204" pitchFamily="34" charset="0"/>
                <a:ea typeface="Tahoma" panose="020B0604030504040204" pitchFamily="34" charset="0"/>
                <a:cs typeface="Tahoma" panose="020B0604030504040204" pitchFamily="34" charset="0"/>
              </a:rPr>
              <a:t>Happy studying! </a:t>
            </a:r>
          </a:p>
          <a:p>
            <a:pPr marL="0" marR="0" lvl="0" indent="0" algn="ctr" defTabSz="912813" rtl="0" eaLnBrk="1" fontAlgn="base" latinLnBrk="0" hangingPunct="1">
              <a:lnSpc>
                <a:spcPct val="100000"/>
              </a:lnSpc>
              <a:spcBef>
                <a:spcPct val="50000"/>
              </a:spcBef>
              <a:spcAft>
                <a:spcPct val="0"/>
              </a:spcAft>
              <a:buClrTx/>
              <a:buSzTx/>
              <a:buFontTx/>
              <a:buNone/>
              <a:tabLst/>
              <a:defRPr/>
            </a:pPr>
            <a:endParaRPr lang="en-ZA" sz="2000" b="1" dirty="0">
              <a:solidFill>
                <a:srgbClr val="28287A"/>
              </a:solidFill>
              <a:latin typeface="Tahoma" panose="020B0604030504040204" pitchFamily="34" charset="0"/>
              <a:ea typeface="Tahoma" panose="020B0604030504040204" pitchFamily="34" charset="0"/>
              <a:cs typeface="Tahoma" panose="020B0604030504040204" pitchFamily="34" charset="0"/>
            </a:endParaRPr>
          </a:p>
          <a:p>
            <a:pPr marL="0" marR="0" lvl="0" indent="0" algn="ctr" defTabSz="912813" rtl="0" eaLnBrk="1" fontAlgn="base" latinLnBrk="0" hangingPunct="1">
              <a:lnSpc>
                <a:spcPct val="100000"/>
              </a:lnSpc>
              <a:spcBef>
                <a:spcPct val="50000"/>
              </a:spcBef>
              <a:spcAft>
                <a:spcPct val="0"/>
              </a:spcAft>
              <a:buClrTx/>
              <a:buSzTx/>
              <a:buFontTx/>
              <a:buNone/>
              <a:tabLst/>
              <a:defRPr/>
            </a:pPr>
            <a:r>
              <a:rPr kumimoji="0" lang="en-ZA" sz="3200" b="1" i="0" u="none" strike="noStrike" kern="1200" cap="none" spc="0" normalizeH="0" baseline="0" noProof="0" dirty="0">
                <a:ln>
                  <a:noFill/>
                </a:ln>
                <a:solidFill>
                  <a:srgbClr val="28287A"/>
                </a:solidFill>
                <a:effectLst/>
                <a:uLnTx/>
                <a:uFillTx/>
                <a:latin typeface="Tahoma" panose="020B0604030504040204" pitchFamily="34" charset="0"/>
                <a:ea typeface="Tahoma" panose="020B0604030504040204" pitchFamily="34" charset="0"/>
                <a:cs typeface="Tahoma" panose="020B0604030504040204" pitchFamily="34" charset="0"/>
              </a:rPr>
              <a:t>More revision notes and examples: SG, Funda (remember </a:t>
            </a:r>
            <a:r>
              <a:rPr kumimoji="0" lang="en-ZA" sz="3200" b="1" i="0" u="none" strike="noStrike" kern="1200" cap="none" spc="0" normalizeH="0" baseline="0" noProof="0" dirty="0" err="1">
                <a:ln>
                  <a:noFill/>
                </a:ln>
                <a:solidFill>
                  <a:srgbClr val="28287A"/>
                </a:solidFill>
                <a:effectLst/>
                <a:uLnTx/>
                <a:uFillTx/>
                <a:latin typeface="Tahoma" panose="020B0604030504040204" pitchFamily="34" charset="0"/>
                <a:ea typeface="Tahoma" panose="020B0604030504040204" pitchFamily="34" charset="0"/>
                <a:cs typeface="Tahoma" panose="020B0604030504040204" pitchFamily="34" charset="0"/>
              </a:rPr>
              <a:t>Chs</a:t>
            </a:r>
            <a:r>
              <a:rPr kumimoji="0" lang="en-ZA" sz="3200" b="1" i="0" u="none" strike="noStrike" kern="1200" cap="none" spc="0" normalizeH="0" baseline="0" noProof="0" dirty="0">
                <a:ln>
                  <a:noFill/>
                </a:ln>
                <a:solidFill>
                  <a:srgbClr val="28287A"/>
                </a:solidFill>
                <a:effectLst/>
                <a:uLnTx/>
                <a:uFillTx/>
                <a:latin typeface="Tahoma" panose="020B0604030504040204" pitchFamily="34" charset="0"/>
                <a:ea typeface="Tahoma" panose="020B0604030504040204" pitchFamily="34" charset="0"/>
                <a:cs typeface="Tahoma" panose="020B0604030504040204" pitchFamily="34" charset="0"/>
              </a:rPr>
              <a:t> 14 and 16), textbook, etc. </a:t>
            </a:r>
          </a:p>
          <a:p>
            <a:pPr marL="0" marR="0" lvl="0" indent="0" algn="ctr" defTabSz="912813" rtl="0" eaLnBrk="1" fontAlgn="base" latinLnBrk="0" hangingPunct="1">
              <a:lnSpc>
                <a:spcPct val="100000"/>
              </a:lnSpc>
              <a:spcBef>
                <a:spcPct val="50000"/>
              </a:spcBef>
              <a:spcAft>
                <a:spcPct val="0"/>
              </a:spcAft>
              <a:buClrTx/>
              <a:buSzTx/>
              <a:buFontTx/>
              <a:buNone/>
              <a:tabLst/>
              <a:defRPr/>
            </a:pPr>
            <a:endParaRPr kumimoji="0" lang="en-ZA" sz="3200" b="1" i="0" u="none" strike="noStrike" kern="1200" cap="none" spc="0" normalizeH="0" baseline="0" noProof="0" dirty="0">
              <a:ln>
                <a:noFill/>
              </a:ln>
              <a:solidFill>
                <a:srgbClr val="28287A"/>
              </a:solidFill>
              <a:effectLst/>
              <a:uLnTx/>
              <a:uFillTx/>
              <a:latin typeface="Tahoma" panose="020B0604030504040204" pitchFamily="34" charset="0"/>
              <a:ea typeface="Tahoma" panose="020B0604030504040204" pitchFamily="34" charset="0"/>
              <a:cs typeface="Tahoma" panose="020B0604030504040204" pitchFamily="34" charset="0"/>
            </a:endParaRPr>
          </a:p>
          <a:p>
            <a:pPr marL="0" marR="0" lvl="0" indent="0" algn="ctr" defTabSz="912813" rtl="0" eaLnBrk="1" fontAlgn="base" latinLnBrk="0" hangingPunct="1">
              <a:lnSpc>
                <a:spcPct val="100000"/>
              </a:lnSpc>
              <a:spcBef>
                <a:spcPct val="50000"/>
              </a:spcBef>
              <a:spcAft>
                <a:spcPct val="0"/>
              </a:spcAft>
              <a:buClrTx/>
              <a:buSzTx/>
              <a:buFontTx/>
              <a:buNone/>
              <a:tabLst/>
              <a:defRPr/>
            </a:pPr>
            <a:r>
              <a:rPr lang="en-ZA" sz="3200" b="1" dirty="0">
                <a:solidFill>
                  <a:srgbClr val="00B050"/>
                </a:solidFill>
                <a:latin typeface="Tahoma" panose="020B0604030504040204" pitchFamily="34" charset="0"/>
                <a:ea typeface="Tahoma" panose="020B0604030504040204" pitchFamily="34" charset="0"/>
                <a:cs typeface="Tahoma" panose="020B0604030504040204" pitchFamily="34" charset="0"/>
              </a:rPr>
              <a:t>Remember to use the overview slides as well as the Exam guidelines &amp; layout that were discussed in class, etc.</a:t>
            </a:r>
            <a:endParaRPr kumimoji="0" lang="en-GB" sz="3200" b="1" i="0" u="none" strike="noStrike" kern="1200" cap="none" spc="0" normalizeH="0" baseline="0" noProof="0" dirty="0">
              <a:ln>
                <a:noFill/>
              </a:ln>
              <a:solidFill>
                <a:srgbClr val="00B050"/>
              </a:solidFill>
              <a:effectLst/>
              <a:uLnTx/>
              <a:uFillTx/>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981765715"/>
      </p:ext>
    </p:extLst>
  </p:cSld>
  <p:clrMapOvr>
    <a:masterClrMapping/>
  </p:clrMapOvr>
  <mc:AlternateContent xmlns:mc="http://schemas.openxmlformats.org/markup-compatibility/2006" xmlns:p14="http://schemas.microsoft.com/office/powerpoint/2010/main">
    <mc:Choice Requires="p14">
      <p:transition spd="slow" p14:dur="2000" advTm="76269"/>
    </mc:Choice>
    <mc:Fallback xmlns="">
      <p:transition spd="slow" advTm="76269"/>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ARTICULATE_PROJECT_OPEN" val="0"/>
</p:tagLst>
</file>

<file path=ppt/theme/theme1.xml><?xml version="1.0" encoding="utf-8"?>
<a:theme xmlns:a="http://schemas.openxmlformats.org/drawingml/2006/main" name="Blank Presentation">
  <a:themeElements>
    <a:clrScheme name="Custom 1">
      <a:dk1>
        <a:sysClr val="windowText" lastClr="000000"/>
      </a:dk1>
      <a:lt1>
        <a:sysClr val="window" lastClr="FFFFFF"/>
      </a:lt1>
      <a:dk2>
        <a:srgbClr val="1F497D"/>
      </a:dk2>
      <a:lt2>
        <a:srgbClr val="EEECE1"/>
      </a:lt2>
      <a:accent1>
        <a:srgbClr val="4F81BD"/>
      </a:accent1>
      <a:accent2>
        <a:srgbClr val="C0504D"/>
      </a:accent2>
      <a:accent3>
        <a:srgbClr val="277CA4"/>
      </a:accent3>
      <a:accent4>
        <a:srgbClr val="8064A2"/>
      </a:accent4>
      <a:accent5>
        <a:srgbClr val="4BACC6"/>
      </a:accent5>
      <a:accent6>
        <a:srgbClr val="F79646"/>
      </a:accent6>
      <a:hlink>
        <a:srgbClr val="0000FF"/>
      </a:hlink>
      <a:folHlink>
        <a:srgbClr val="800080"/>
      </a:folHlink>
    </a:clrScheme>
    <a:fontScheme name="Blank Presentation">
      <a:majorFont>
        <a:latin typeface="Tahoma"/>
        <a:ea typeface="ＭＳ Ｐゴシック"/>
        <a:cs typeface=""/>
      </a:majorFont>
      <a:minorFont>
        <a:latin typeface="Tahoma"/>
        <a:ea typeface="ＭＳ Ｐ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800" b="0" i="0" u="none" strike="noStrike" cap="none" normalizeH="0" baseline="0" smtClean="0">
            <a:ln>
              <a:noFill/>
            </a:ln>
            <a:solidFill>
              <a:schemeClr val="tx1"/>
            </a:solidFill>
            <a:effectLst/>
            <a:latin typeface="Arial" charset="0"/>
            <a:ea typeface="ＭＳ Ｐゴシック" pitchFamily="1" charset="-128"/>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800" b="0" i="0" u="none" strike="noStrike" cap="none" normalizeH="0" baseline="0" smtClean="0">
            <a:ln>
              <a:noFill/>
            </a:ln>
            <a:solidFill>
              <a:schemeClr val="tx1"/>
            </a:solidFill>
            <a:effectLst/>
            <a:latin typeface="Arial" charset="0"/>
            <a:ea typeface="ＭＳ Ｐゴシック" pitchFamily="1" charset="-128"/>
          </a:defRPr>
        </a:defPPr>
      </a:lstStyle>
    </a:lnDef>
  </a:objectDefaults>
  <a:extraClrSchemeLst>
    <a:extraClrScheme>
      <a:clrScheme name="Blank Pre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lank Presentatio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lank Presentatio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lank Presentatio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lank Presentatio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lank Presentatio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lank Presentation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lank Presentatio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lank Presentatio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lank Presentatio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lank Presentatio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lank Presentatio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3_template">
  <a:themeElements>
    <a:clrScheme name="">
      <a:dk1>
        <a:srgbClr val="000000"/>
      </a:dk1>
      <a:lt1>
        <a:srgbClr val="FFFFFF"/>
      </a:lt1>
      <a:dk2>
        <a:srgbClr val="000000"/>
      </a:dk2>
      <a:lt2>
        <a:srgbClr val="FFFFFF"/>
      </a:lt2>
      <a:accent1>
        <a:srgbClr val="FFFFFF"/>
      </a:accent1>
      <a:accent2>
        <a:srgbClr val="FFFFFF"/>
      </a:accent2>
      <a:accent3>
        <a:srgbClr val="FFFFFF"/>
      </a:accent3>
      <a:accent4>
        <a:srgbClr val="000000"/>
      </a:accent4>
      <a:accent5>
        <a:srgbClr val="FFFFFF"/>
      </a:accent5>
      <a:accent6>
        <a:srgbClr val="E7E7E7"/>
      </a:accent6>
      <a:hlink>
        <a:srgbClr val="FFFFFF"/>
      </a:hlink>
      <a:folHlink>
        <a:srgbClr val="F8F8F8"/>
      </a:folHlink>
    </a:clrScheme>
    <a:fontScheme name="template">
      <a:majorFont>
        <a:latin typeface="Tahoma"/>
        <a:ea typeface=""/>
        <a:cs typeface=""/>
      </a:majorFont>
      <a:minorFont>
        <a:latin typeface="Tahom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noFill/>
          <a:prstDash val="solid"/>
          <a:round/>
          <a:headEnd type="none" w="med" len="med"/>
          <a:tailEnd type="triangle" w="med" len="med"/>
        </a:ln>
        <a:effectLst/>
        <a:scene3d>
          <a:camera prst="legacyObliqueTopRight"/>
          <a:lightRig rig="legacyFlat3" dir="b"/>
        </a:scene3d>
        <a:sp3d extrusionH="430200" prstMaterial="legacyMatte">
          <a:bevelT w="13500" h="13500" prst="angle"/>
          <a:bevelB w="13500" h="13500" prst="angle"/>
          <a:extrusionClr>
            <a:schemeClr val="accent1"/>
          </a:extrusionClr>
        </a:sp3d>
      </a:spPr>
      <a:bodyPr vert="horz" wrap="none" lIns="91440" tIns="45720" rIns="9144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3800" b="0" i="0" u="none" strike="noStrike" cap="none" normalizeH="0" baseline="0" smtClean="0">
            <a:ln>
              <a:noFill/>
            </a:ln>
            <a:solidFill>
              <a:schemeClr val="tx1"/>
            </a:solidFill>
            <a:effectLst/>
            <a:latin typeface="Times New Roman" pitchFamily="18" charset="0"/>
          </a:defRPr>
        </a:defPPr>
      </a:lstStyle>
    </a:spDef>
    <a:lnDef>
      <a:spPr bwMode="auto">
        <a:xfrm>
          <a:off x="0" y="0"/>
          <a:ext cx="1" cy="1"/>
        </a:xfrm>
        <a:custGeom>
          <a:avLst/>
          <a:gdLst/>
          <a:ahLst/>
          <a:cxnLst/>
          <a:rect l="0" t="0" r="0" b="0"/>
          <a:pathLst/>
        </a:custGeom>
        <a:solidFill>
          <a:schemeClr val="accent1"/>
        </a:solidFill>
        <a:ln w="9525" cap="flat" cmpd="sng" algn="ctr">
          <a:noFill/>
          <a:prstDash val="solid"/>
          <a:round/>
          <a:headEnd type="none" w="med" len="med"/>
          <a:tailEnd type="triangle" w="med" len="med"/>
        </a:ln>
        <a:effectLst/>
        <a:scene3d>
          <a:camera prst="legacyObliqueTopRight"/>
          <a:lightRig rig="legacyFlat3" dir="b"/>
        </a:scene3d>
        <a:sp3d extrusionH="430200" prstMaterial="legacyMatte">
          <a:bevelT w="13500" h="13500" prst="angle"/>
          <a:bevelB w="13500" h="13500" prst="angle"/>
          <a:extrusionClr>
            <a:schemeClr val="accent1"/>
          </a:extrusionClr>
        </a:sp3d>
      </a:spPr>
      <a:bodyPr vert="horz" wrap="none" lIns="91440" tIns="45720" rIns="9144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3800" b="0" i="0" u="none" strike="noStrike" cap="none" normalizeH="0" baseline="0" smtClean="0">
            <a:ln>
              <a:noFill/>
            </a:ln>
            <a:solidFill>
              <a:schemeClr val="tx1"/>
            </a:solidFill>
            <a:effectLst/>
            <a:latin typeface="Times New Roman" pitchFamily="18" charset="0"/>
          </a:defRPr>
        </a:defPPr>
      </a:lstStyle>
    </a:lnDef>
  </a:objectDefaults>
  <a:extraClrSchemeLst>
    <a:extraClrScheme>
      <a:clrScheme name="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template 8">
        <a:dk1>
          <a:srgbClr val="000033"/>
        </a:dk1>
        <a:lt1>
          <a:srgbClr val="CCCCFF"/>
        </a:lt1>
        <a:dk2>
          <a:srgbClr val="000066"/>
        </a:dk2>
        <a:lt2>
          <a:srgbClr val="CCCCFF"/>
        </a:lt2>
        <a:accent1>
          <a:srgbClr val="CCCCFF"/>
        </a:accent1>
        <a:accent2>
          <a:srgbClr val="3333CC"/>
        </a:accent2>
        <a:accent3>
          <a:srgbClr val="AAAAB8"/>
        </a:accent3>
        <a:accent4>
          <a:srgbClr val="AEAEDA"/>
        </a:accent4>
        <a:accent5>
          <a:srgbClr val="E2E2FF"/>
        </a:accent5>
        <a:accent6>
          <a:srgbClr val="2D2DB9"/>
        </a:accent6>
        <a:hlink>
          <a:srgbClr val="CCCCFF"/>
        </a:hlink>
        <a:folHlink>
          <a:srgbClr val="B2B2B2"/>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5500</TotalTime>
  <Words>476</Words>
  <Application>Microsoft Office PowerPoint</Application>
  <PresentationFormat>On-screen Show (4:3)</PresentationFormat>
  <Paragraphs>62</Paragraphs>
  <Slides>11</Slides>
  <Notes>2</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11</vt:i4>
      </vt:variant>
    </vt:vector>
  </HeadingPairs>
  <TitlesOfParts>
    <vt:vector size="21" baseType="lpstr">
      <vt:lpstr>ＭＳ Ｐゴシック</vt:lpstr>
      <vt:lpstr>Arial</vt:lpstr>
      <vt:lpstr>Book Antiqua</vt:lpstr>
      <vt:lpstr>Tahoma</vt:lpstr>
      <vt:lpstr>Times</vt:lpstr>
      <vt:lpstr>Times New Roman</vt:lpstr>
      <vt:lpstr>Wingdings</vt:lpstr>
      <vt:lpstr>Wingdings 2</vt:lpstr>
      <vt:lpstr>Blank Presentation</vt:lpstr>
      <vt:lpstr>3_template</vt:lpstr>
      <vt:lpstr>PowerPoint Presentation</vt:lpstr>
      <vt:lpstr>Chapter 13  Capital budgeting example</vt:lpstr>
      <vt:lpstr>Equation Answer Accept or reject? Motivate</vt:lpstr>
      <vt:lpstr>   If mutually exclusive?  If based on NPV…        Project T, why? If based on IRR…      Project U, why?  Could also get questions on cross-over rate Also questions on the other investment criteria/techniques: payback periods, ARR, PI Easy marks…study them all!  DPB of Project T…   </vt:lpstr>
      <vt:lpstr>DPB of Project T   </vt:lpstr>
      <vt:lpstr>Chapter 15  Cost of capital example</vt:lpstr>
      <vt:lpstr>To calculate WACC we need the weights (%s) of capital sources and costs of the capital sources  We have the weights in this example!  (What is you didn’t have the weights? How would you calculate it?)  What if you have the R values of the capital sources? Do you know how to you calculate the weights?</vt:lpstr>
      <vt:lpstr>PowerPoint Presentation</vt:lpstr>
      <vt:lpstr>PowerPoint Presentation</vt:lpstr>
      <vt:lpstr>PowerPoint Presentation</vt:lpstr>
      <vt:lpstr>PowerPoint Presentation</vt:lpstr>
    </vt:vector>
  </TitlesOfParts>
  <Company>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Essentials of Finance</dc:title>
  <dc:creator>Susan Cook</dc:creator>
  <cp:lastModifiedBy>Rootman, Chantal (Prof) (Summerstrand Campus South)</cp:lastModifiedBy>
  <cp:revision>357</cp:revision>
  <cp:lastPrinted>2022-02-09T10:40:55Z</cp:lastPrinted>
  <dcterms:created xsi:type="dcterms:W3CDTF">2010-03-21T13:43:06Z</dcterms:created>
  <dcterms:modified xsi:type="dcterms:W3CDTF">2026-05-15T13:33:57Z</dcterms:modified>
</cp:coreProperties>
</file>