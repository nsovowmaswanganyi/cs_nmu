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5.xml" ContentType="application/vnd.openxmlformats-officedocument.presentationml.tags+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13.xml" ContentType="application/vnd.openxmlformats-officedocument.presentationml.tags+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16.xml" ContentType="application/vnd.openxmlformats-officedocument.presentationml.tags+xml"/>
  <Override PartName="/ppt/notesSlides/notesSlide1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ags/tag21.xml" ContentType="application/vnd.openxmlformats-officedocument.presentationml.tags+xml"/>
  <Override PartName="/ppt/notesSlides/notesSlide2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tags/tag22.xml" ContentType="application/vnd.openxmlformats-officedocument.presentationml.tags+xml"/>
  <Override PartName="/ppt/notesSlides/notesSlide2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ags/tag23.xml" ContentType="application/vnd.openxmlformats-officedocument.presentationml.tags+xml"/>
  <Override PartName="/ppt/notesSlides/notesSlide2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26.xml" ContentType="application/vnd.openxmlformats-officedocument.presentationml.tags+xml"/>
  <Override PartName="/ppt/notesSlides/notesSlide30.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tags/tag27.xml" ContentType="application/vnd.openxmlformats-officedocument.presentationml.tags+xml"/>
  <Override PartName="/ppt/notesSlides/notesSlide31.xml" ContentType="application/vnd.openxmlformats-officedocument.presentationml.notesSlide+xml"/>
  <Override PartName="/ppt/tags/tag28.xml" ContentType="application/vnd.openxmlformats-officedocument.presentationml.tags+xml"/>
  <Override PartName="/ppt/notesSlides/notesSlide32.xml" ContentType="application/vnd.openxmlformats-officedocument.presentationml.notesSlide+xml"/>
  <Override PartName="/ppt/tags/tag29.xml" ContentType="application/vnd.openxmlformats-officedocument.presentationml.tags+xml"/>
  <Override PartName="/ppt/notesSlides/notesSlide33.xml" ContentType="application/vnd.openxmlformats-officedocument.presentationml.notesSlide+xml"/>
  <Override PartName="/ppt/tags/tag30.xml" ContentType="application/vnd.openxmlformats-officedocument.presentationml.tags+xml"/>
  <Override PartName="/ppt/notesSlides/notesSlide34.xml" ContentType="application/vnd.openxmlformats-officedocument.presentationml.notesSlide+xml"/>
  <Override PartName="/ppt/tags/tag31.xml" ContentType="application/vnd.openxmlformats-officedocument.presentationml.tags+xml"/>
  <Override PartName="/ppt/notesSlides/notesSlide35.xml" ContentType="application/vnd.openxmlformats-officedocument.presentationml.notesSlide+xml"/>
  <Override PartName="/ppt/tags/tag32.xml" ContentType="application/vnd.openxmlformats-officedocument.presentationml.tags+xml"/>
  <Override PartName="/ppt/notesSlides/notesSlide36.xml" ContentType="application/vnd.openxmlformats-officedocument.presentationml.notesSlide+xml"/>
  <Override PartName="/ppt/tags/tag33.xml" ContentType="application/vnd.openxmlformats-officedocument.presentationml.tags+xml"/>
  <Override PartName="/ppt/notesSlides/notesSlide37.xml" ContentType="application/vnd.openxmlformats-officedocument.presentationml.notesSlide+xml"/>
  <Override PartName="/ppt/tags/tag34.xml" ContentType="application/vnd.openxmlformats-officedocument.presentationml.tags+xml"/>
  <Override PartName="/ppt/notesSlides/notesSlide38.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tags/tag35.xml" ContentType="application/vnd.openxmlformats-officedocument.presentationml.tags+xml"/>
  <Override PartName="/ppt/notesSlides/notesSlide39.xml" ContentType="application/vnd.openxmlformats-officedocument.presentationml.notesSlide+xml"/>
  <Override PartName="/ppt/tags/tag36.xml" ContentType="application/vnd.openxmlformats-officedocument.presentationml.tags+xml"/>
  <Override PartName="/ppt/notesSlides/notesSlide40.xml" ContentType="application/vnd.openxmlformats-officedocument.presentationml.notesSlide+xml"/>
  <Override PartName="/ppt/tags/tag37.xml" ContentType="application/vnd.openxmlformats-officedocument.presentationml.tags+xml"/>
  <Override PartName="/ppt/notesSlides/notesSlide41.xml" ContentType="application/vnd.openxmlformats-officedocument.presentationml.notesSlide+xml"/>
  <Override PartName="/ppt/tags/tag38.xml" ContentType="application/vnd.openxmlformats-officedocument.presentationml.tags+xml"/>
  <Override PartName="/ppt/notesSlides/notesSlide42.xml" ContentType="application/vnd.openxmlformats-officedocument.presentationml.notesSlide+xml"/>
  <Override PartName="/ppt/tags/tag39.xml" ContentType="application/vnd.openxmlformats-officedocument.presentationml.tags+xml"/>
  <Override PartName="/ppt/notesSlides/notesSlide43.xml" ContentType="application/vnd.openxmlformats-officedocument.presentationml.notesSlide+xml"/>
  <Override PartName="/ppt/tags/tag40.xml" ContentType="application/vnd.openxmlformats-officedocument.presentationml.tags+xml"/>
  <Override PartName="/ppt/notesSlides/notesSlide44.xml" ContentType="application/vnd.openxmlformats-officedocument.presentationml.notesSlide+xml"/>
  <Override PartName="/ppt/tags/tag41.xml" ContentType="application/vnd.openxmlformats-officedocument.presentationml.tags+xml"/>
  <Override PartName="/ppt/notesSlides/notesSlide45.xml" ContentType="application/vnd.openxmlformats-officedocument.presentationml.notesSlide+xml"/>
  <Override PartName="/ppt/tags/tag42.xml" ContentType="application/vnd.openxmlformats-officedocument.presentationml.tags+xml"/>
  <Override PartName="/ppt/notesSlides/notesSlide46.xml" ContentType="application/vnd.openxmlformats-officedocument.presentationml.notesSlide+xml"/>
  <Override PartName="/ppt/tags/tag43.xml" ContentType="application/vnd.openxmlformats-officedocument.presentationml.tags+xml"/>
  <Override PartName="/ppt/notesSlides/notesSlide47.xml" ContentType="application/vnd.openxmlformats-officedocument.presentationml.notesSlide+xml"/>
  <Override PartName="/ppt/tags/tag44.xml" ContentType="application/vnd.openxmlformats-officedocument.presentationml.tags+xml"/>
  <Override PartName="/ppt/notesSlides/notesSlide48.xml" ContentType="application/vnd.openxmlformats-officedocument.presentationml.notesSlide+xml"/>
  <Override PartName="/ppt/tags/tag45.xml" ContentType="application/vnd.openxmlformats-officedocument.presentationml.tags+xml"/>
  <Override PartName="/ppt/notesSlides/notesSlide49.xml" ContentType="application/vnd.openxmlformats-officedocument.presentationml.notesSlide+xml"/>
  <Override PartName="/ppt/tags/tag46.xml" ContentType="application/vnd.openxmlformats-officedocument.presentationml.tags+xml"/>
  <Override PartName="/ppt/notesSlides/notesSlide50.xml" ContentType="application/vnd.openxmlformats-officedocument.presentationml.notesSlide+xml"/>
  <Override PartName="/ppt/tags/tag47.xml" ContentType="application/vnd.openxmlformats-officedocument.presentationml.tags+xml"/>
  <Override PartName="/ppt/notesSlides/notesSlide51.xml" ContentType="application/vnd.openxmlformats-officedocument.presentationml.notesSlide+xml"/>
  <Override PartName="/ppt/tags/tag48.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3">
  <p:sldMasterIdLst>
    <p:sldMasterId id="2147483648" r:id="rId1"/>
    <p:sldMasterId id="2147483664" r:id="rId2"/>
  </p:sldMasterIdLst>
  <p:notesMasterIdLst>
    <p:notesMasterId r:id="rId56"/>
  </p:notesMasterIdLst>
  <p:handoutMasterIdLst>
    <p:handoutMasterId r:id="rId57"/>
  </p:handoutMasterIdLst>
  <p:sldIdLst>
    <p:sldId id="283" r:id="rId3"/>
    <p:sldId id="291" r:id="rId4"/>
    <p:sldId id="259" r:id="rId5"/>
    <p:sldId id="367" r:id="rId6"/>
    <p:sldId id="590" r:id="rId7"/>
    <p:sldId id="591" r:id="rId8"/>
    <p:sldId id="592" r:id="rId9"/>
    <p:sldId id="608" r:id="rId10"/>
    <p:sldId id="593" r:id="rId11"/>
    <p:sldId id="609" r:id="rId12"/>
    <p:sldId id="610" r:id="rId13"/>
    <p:sldId id="611" r:id="rId14"/>
    <p:sldId id="603" r:id="rId15"/>
    <p:sldId id="612" r:id="rId16"/>
    <p:sldId id="594" r:id="rId17"/>
    <p:sldId id="613" r:id="rId18"/>
    <p:sldId id="614" r:id="rId19"/>
    <p:sldId id="615" r:id="rId20"/>
    <p:sldId id="604" r:id="rId21"/>
    <p:sldId id="605" r:id="rId22"/>
    <p:sldId id="606" r:id="rId23"/>
    <p:sldId id="617" r:id="rId24"/>
    <p:sldId id="616" r:id="rId25"/>
    <p:sldId id="618" r:id="rId26"/>
    <p:sldId id="607" r:id="rId27"/>
    <p:sldId id="595" r:id="rId28"/>
    <p:sldId id="335" r:id="rId29"/>
    <p:sldId id="619" r:id="rId30"/>
    <p:sldId id="620" r:id="rId31"/>
    <p:sldId id="621" r:id="rId32"/>
    <p:sldId id="498" r:id="rId33"/>
    <p:sldId id="597" r:id="rId34"/>
    <p:sldId id="598" r:id="rId35"/>
    <p:sldId id="622" r:id="rId36"/>
    <p:sldId id="623" r:id="rId37"/>
    <p:sldId id="624" r:id="rId38"/>
    <p:sldId id="625" r:id="rId39"/>
    <p:sldId id="557" r:id="rId40"/>
    <p:sldId id="601" r:id="rId41"/>
    <p:sldId id="602" r:id="rId42"/>
    <p:sldId id="632" r:id="rId43"/>
    <p:sldId id="633" r:id="rId44"/>
    <p:sldId id="634" r:id="rId45"/>
    <p:sldId id="626" r:id="rId46"/>
    <p:sldId id="627" r:id="rId47"/>
    <p:sldId id="628" r:id="rId48"/>
    <p:sldId id="629" r:id="rId49"/>
    <p:sldId id="635" r:id="rId50"/>
    <p:sldId id="636" r:id="rId51"/>
    <p:sldId id="637" r:id="rId52"/>
    <p:sldId id="638" r:id="rId53"/>
    <p:sldId id="639" r:id="rId54"/>
    <p:sldId id="640" r:id="rId55"/>
  </p:sldIdLst>
  <p:sldSz cx="9144000" cy="6858000" type="screen4x3"/>
  <p:notesSz cx="6794500" cy="9931400"/>
  <p:custDataLst>
    <p:tags r:id="rId58"/>
  </p:custDataLst>
  <p:defaultTextStyle>
    <a:defPPr>
      <a:defRPr lang="en-US"/>
    </a:defPPr>
    <a:lvl1pPr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1pPr>
    <a:lvl2pPr marL="4572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2pPr>
    <a:lvl3pPr marL="9144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3pPr>
    <a:lvl4pPr marL="13716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4pPr>
    <a:lvl5pPr marL="18288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8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8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8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8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 Plessis, Darius" initials="dPD" lastIdx="2" clrIdx="0"/>
  <p:cmAuthor id="2" name="Wepener van der Walt" initials="WvdW"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3BFF9D"/>
    <a:srgbClr val="FFFF66"/>
    <a:srgbClr val="99CCFF"/>
    <a:srgbClr val="FF9933"/>
    <a:srgbClr val="6600FF"/>
    <a:srgbClr val="FF00FF"/>
    <a:srgbClr val="33CCCC"/>
    <a:srgbClr val="99000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A7E475-F716-4A66-8814-7CE999F4F217}" v="1" dt="2026-03-27T09:05:15.598"/>
    <p1510:client id="{93FDB076-A47E-4C38-AD0A-F30CDAB420A8}" v="1" dt="2026-03-27T09:01:40.0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5" d="100"/>
          <a:sy n="75" d="100"/>
        </p:scale>
        <p:origin x="159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gs" Target="tags/tag1.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64"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handoutMaster" Target="handoutMasters/handout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tson, Storm (Dr) (Summerstrand Campus South)" userId="cdfaa8e9-29c2-42c0-844a-5081fd85b327" providerId="ADAL" clId="{6CA7E475-F716-4A66-8814-7CE999F4F217}"/>
    <pc:docChg chg="custSel modSld">
      <pc:chgData name="Watson, Storm (Dr) (Summerstrand Campus South)" userId="cdfaa8e9-29c2-42c0-844a-5081fd85b327" providerId="ADAL" clId="{6CA7E475-F716-4A66-8814-7CE999F4F217}" dt="2026-03-27T09:05:40.945" v="3" actId="478"/>
      <pc:docMkLst>
        <pc:docMk/>
      </pc:docMkLst>
      <pc:sldChg chg="delSp">
        <pc:chgData name="Watson, Storm (Dr) (Summerstrand Campus South)" userId="cdfaa8e9-29c2-42c0-844a-5081fd85b327" providerId="ADAL" clId="{6CA7E475-F716-4A66-8814-7CE999F4F217}" dt="2026-03-27T09:05:15.598" v="1" actId="478"/>
        <pc:sldMkLst>
          <pc:docMk/>
          <pc:sldMk cId="0" sldId="259"/>
        </pc:sldMkLst>
        <pc:picChg chg="del">
          <ac:chgData name="Watson, Storm (Dr) (Summerstrand Campus South)" userId="cdfaa8e9-29c2-42c0-844a-5081fd85b327" providerId="ADAL" clId="{6CA7E475-F716-4A66-8814-7CE999F4F217}" dt="2026-03-27T09:05:15.598" v="1" actId="478"/>
          <ac:picMkLst>
            <pc:docMk/>
            <pc:sldMk cId="0" sldId="259"/>
            <ac:picMk id="2" creationId="{ADB389F6-13C5-0653-BF60-A808849A1234}"/>
          </ac:picMkLst>
        </pc:picChg>
      </pc:sldChg>
      <pc:sldChg chg="delSp mod">
        <pc:chgData name="Watson, Storm (Dr) (Summerstrand Campus South)" userId="cdfaa8e9-29c2-42c0-844a-5081fd85b327" providerId="ADAL" clId="{6CA7E475-F716-4A66-8814-7CE999F4F217}" dt="2026-03-27T09:05:10.735" v="0" actId="478"/>
        <pc:sldMkLst>
          <pc:docMk/>
          <pc:sldMk cId="1067134094" sldId="283"/>
        </pc:sldMkLst>
        <pc:picChg chg="del">
          <ac:chgData name="Watson, Storm (Dr) (Summerstrand Campus South)" userId="cdfaa8e9-29c2-42c0-844a-5081fd85b327" providerId="ADAL" clId="{6CA7E475-F716-4A66-8814-7CE999F4F217}" dt="2026-03-27T09:05:10.735" v="0" actId="478"/>
          <ac:picMkLst>
            <pc:docMk/>
            <pc:sldMk cId="1067134094" sldId="283"/>
            <ac:picMk id="4" creationId="{1022AE71-D7C8-51D0-8077-1B394481F51D}"/>
          </ac:picMkLst>
        </pc:picChg>
      </pc:sldChg>
      <pc:sldChg chg="delSp mod">
        <pc:chgData name="Watson, Storm (Dr) (Summerstrand Campus South)" userId="cdfaa8e9-29c2-42c0-844a-5081fd85b327" providerId="ADAL" clId="{6CA7E475-F716-4A66-8814-7CE999F4F217}" dt="2026-03-27T09:05:32.472" v="2" actId="478"/>
        <pc:sldMkLst>
          <pc:docMk/>
          <pc:sldMk cId="2735735292" sldId="619"/>
        </pc:sldMkLst>
        <pc:picChg chg="del">
          <ac:chgData name="Watson, Storm (Dr) (Summerstrand Campus South)" userId="cdfaa8e9-29c2-42c0-844a-5081fd85b327" providerId="ADAL" clId="{6CA7E475-F716-4A66-8814-7CE999F4F217}" dt="2026-03-27T09:05:32.472" v="2" actId="478"/>
          <ac:picMkLst>
            <pc:docMk/>
            <pc:sldMk cId="2735735292" sldId="619"/>
            <ac:picMk id="4" creationId="{1022AE71-D7C8-51D0-8077-1B394481F51D}"/>
          </ac:picMkLst>
        </pc:picChg>
      </pc:sldChg>
      <pc:sldChg chg="delSp mod">
        <pc:chgData name="Watson, Storm (Dr) (Summerstrand Campus South)" userId="cdfaa8e9-29c2-42c0-844a-5081fd85b327" providerId="ADAL" clId="{6CA7E475-F716-4A66-8814-7CE999F4F217}" dt="2026-03-27T09:05:40.945" v="3" actId="478"/>
        <pc:sldMkLst>
          <pc:docMk/>
          <pc:sldMk cId="633329411" sldId="633"/>
        </pc:sldMkLst>
        <pc:picChg chg="del">
          <ac:chgData name="Watson, Storm (Dr) (Summerstrand Campus South)" userId="cdfaa8e9-29c2-42c0-844a-5081fd85b327" providerId="ADAL" clId="{6CA7E475-F716-4A66-8814-7CE999F4F217}" dt="2026-03-27T09:05:40.945" v="3" actId="478"/>
          <ac:picMkLst>
            <pc:docMk/>
            <pc:sldMk cId="633329411" sldId="633"/>
            <ac:picMk id="4" creationId="{C90CED09-2363-F7EC-641F-EA5E37445854}"/>
          </ac:picMkLst>
        </pc:picChg>
      </pc:sldChg>
    </pc:docChg>
  </pc:docChgLst>
  <pc:docChgLst>
    <pc:chgData name="Watson, Storm (Dr) (Summerstrand Campus South)" userId="cdfaa8e9-29c2-42c0-844a-5081fd85b327" providerId="ADAL" clId="{93FDB076-A47E-4C38-AD0A-F30CDAB420A8}"/>
    <pc:docChg chg="custSel addSld modSld">
      <pc:chgData name="Watson, Storm (Dr) (Summerstrand Campus South)" userId="cdfaa8e9-29c2-42c0-844a-5081fd85b327" providerId="ADAL" clId="{93FDB076-A47E-4C38-AD0A-F30CDAB420A8}" dt="2026-03-27T09:03:54.778" v="13" actId="1076"/>
      <pc:docMkLst>
        <pc:docMk/>
      </pc:docMkLst>
      <pc:sldChg chg="addSp modSp mod">
        <pc:chgData name="Watson, Storm (Dr) (Summerstrand Campus South)" userId="cdfaa8e9-29c2-42c0-844a-5081fd85b327" providerId="ADAL" clId="{93FDB076-A47E-4C38-AD0A-F30CDAB420A8}" dt="2026-03-27T09:03:01.257" v="8" actId="1076"/>
        <pc:sldMkLst>
          <pc:docMk/>
          <pc:sldMk cId="1067134094" sldId="283"/>
        </pc:sldMkLst>
        <pc:spChg chg="mod">
          <ac:chgData name="Watson, Storm (Dr) (Summerstrand Campus South)" userId="cdfaa8e9-29c2-42c0-844a-5081fd85b327" providerId="ADAL" clId="{93FDB076-A47E-4C38-AD0A-F30CDAB420A8}" dt="2026-03-27T09:01:52.551" v="1"/>
          <ac:spMkLst>
            <pc:docMk/>
            <pc:sldMk cId="1067134094" sldId="283"/>
            <ac:spMk id="4101" creationId="{00000000-0000-0000-0000-000000000000}"/>
          </ac:spMkLst>
        </pc:spChg>
        <pc:picChg chg="add mod">
          <ac:chgData name="Watson, Storm (Dr) (Summerstrand Campus South)" userId="cdfaa8e9-29c2-42c0-844a-5081fd85b327" providerId="ADAL" clId="{93FDB076-A47E-4C38-AD0A-F30CDAB420A8}" dt="2026-03-27T09:03:00.144" v="7" actId="1076"/>
          <ac:picMkLst>
            <pc:docMk/>
            <pc:sldMk cId="1067134094" sldId="283"/>
            <ac:picMk id="3" creationId="{8439BEAF-3F04-C71B-78EA-CBE680D6816B}"/>
          </ac:picMkLst>
        </pc:picChg>
        <pc:picChg chg="mod">
          <ac:chgData name="Watson, Storm (Dr) (Summerstrand Campus South)" userId="cdfaa8e9-29c2-42c0-844a-5081fd85b327" providerId="ADAL" clId="{93FDB076-A47E-4C38-AD0A-F30CDAB420A8}" dt="2026-03-27T09:03:01.257" v="8" actId="1076"/>
          <ac:picMkLst>
            <pc:docMk/>
            <pc:sldMk cId="1067134094" sldId="283"/>
            <ac:picMk id="4" creationId="{1022AE71-D7C8-51D0-8077-1B394481F51D}"/>
          </ac:picMkLst>
        </pc:picChg>
      </pc:sldChg>
      <pc:sldChg chg="modSp mod">
        <pc:chgData name="Watson, Storm (Dr) (Summerstrand Campus South)" userId="cdfaa8e9-29c2-42c0-844a-5081fd85b327" providerId="ADAL" clId="{93FDB076-A47E-4C38-AD0A-F30CDAB420A8}" dt="2026-03-27T09:03:18.389" v="9" actId="20577"/>
        <pc:sldMkLst>
          <pc:docMk/>
          <pc:sldMk cId="3964624409" sldId="335"/>
        </pc:sldMkLst>
        <pc:spChg chg="mod">
          <ac:chgData name="Watson, Storm (Dr) (Summerstrand Campus South)" userId="cdfaa8e9-29c2-42c0-844a-5081fd85b327" providerId="ADAL" clId="{93FDB076-A47E-4C38-AD0A-F30CDAB420A8}" dt="2026-03-27T09:03:18.389" v="9" actId="20577"/>
          <ac:spMkLst>
            <pc:docMk/>
            <pc:sldMk cId="3964624409" sldId="335"/>
            <ac:spMk id="19" creationId="{00000000-0000-0000-0000-000000000000}"/>
          </ac:spMkLst>
        </pc:spChg>
      </pc:sldChg>
      <pc:sldChg chg="add">
        <pc:chgData name="Watson, Storm (Dr) (Summerstrand Campus South)" userId="cdfaa8e9-29c2-42c0-844a-5081fd85b327" providerId="ADAL" clId="{93FDB076-A47E-4C38-AD0A-F30CDAB420A8}" dt="2026-03-27T09:01:40.044" v="0"/>
        <pc:sldMkLst>
          <pc:docMk/>
          <pc:sldMk cId="3435164718" sldId="498"/>
        </pc:sldMkLst>
      </pc:sldChg>
      <pc:sldChg chg="add">
        <pc:chgData name="Watson, Storm (Dr) (Summerstrand Campus South)" userId="cdfaa8e9-29c2-42c0-844a-5081fd85b327" providerId="ADAL" clId="{93FDB076-A47E-4C38-AD0A-F30CDAB420A8}" dt="2026-03-27T09:01:40.044" v="0"/>
        <pc:sldMkLst>
          <pc:docMk/>
          <pc:sldMk cId="199080974" sldId="557"/>
        </pc:sldMkLst>
      </pc:sldChg>
      <pc:sldChg chg="add">
        <pc:chgData name="Watson, Storm (Dr) (Summerstrand Campus South)" userId="cdfaa8e9-29c2-42c0-844a-5081fd85b327" providerId="ADAL" clId="{93FDB076-A47E-4C38-AD0A-F30CDAB420A8}" dt="2026-03-27T09:01:40.044" v="0"/>
        <pc:sldMkLst>
          <pc:docMk/>
          <pc:sldMk cId="2758304423" sldId="597"/>
        </pc:sldMkLst>
      </pc:sldChg>
      <pc:sldChg chg="add">
        <pc:chgData name="Watson, Storm (Dr) (Summerstrand Campus South)" userId="cdfaa8e9-29c2-42c0-844a-5081fd85b327" providerId="ADAL" clId="{93FDB076-A47E-4C38-AD0A-F30CDAB420A8}" dt="2026-03-27T09:01:40.044" v="0"/>
        <pc:sldMkLst>
          <pc:docMk/>
          <pc:sldMk cId="1508855642" sldId="598"/>
        </pc:sldMkLst>
      </pc:sldChg>
      <pc:sldChg chg="add">
        <pc:chgData name="Watson, Storm (Dr) (Summerstrand Campus South)" userId="cdfaa8e9-29c2-42c0-844a-5081fd85b327" providerId="ADAL" clId="{93FDB076-A47E-4C38-AD0A-F30CDAB420A8}" dt="2026-03-27T09:01:40.044" v="0"/>
        <pc:sldMkLst>
          <pc:docMk/>
          <pc:sldMk cId="2659829567" sldId="601"/>
        </pc:sldMkLst>
      </pc:sldChg>
      <pc:sldChg chg="add">
        <pc:chgData name="Watson, Storm (Dr) (Summerstrand Campus South)" userId="cdfaa8e9-29c2-42c0-844a-5081fd85b327" providerId="ADAL" clId="{93FDB076-A47E-4C38-AD0A-F30CDAB420A8}" dt="2026-03-27T09:01:40.044" v="0"/>
        <pc:sldMkLst>
          <pc:docMk/>
          <pc:sldMk cId="3238413169" sldId="602"/>
        </pc:sldMkLst>
      </pc:sldChg>
      <pc:sldChg chg="addSp delSp modSp add mod">
        <pc:chgData name="Watson, Storm (Dr) (Summerstrand Campus South)" userId="cdfaa8e9-29c2-42c0-844a-5081fd85b327" providerId="ADAL" clId="{93FDB076-A47E-4C38-AD0A-F30CDAB420A8}" dt="2026-03-27T09:03:54.778" v="13" actId="1076"/>
        <pc:sldMkLst>
          <pc:docMk/>
          <pc:sldMk cId="2735735292" sldId="619"/>
        </pc:sldMkLst>
        <pc:spChg chg="mod">
          <ac:chgData name="Watson, Storm (Dr) (Summerstrand Campus South)" userId="cdfaa8e9-29c2-42c0-844a-5081fd85b327" providerId="ADAL" clId="{93FDB076-A47E-4C38-AD0A-F30CDAB420A8}" dt="2026-03-27T09:02:01.105" v="2"/>
          <ac:spMkLst>
            <pc:docMk/>
            <pc:sldMk cId="2735735292" sldId="619"/>
            <ac:spMk id="4101" creationId="{00000000-0000-0000-0000-000000000000}"/>
          </ac:spMkLst>
        </pc:spChg>
        <pc:picChg chg="del">
          <ac:chgData name="Watson, Storm (Dr) (Summerstrand Campus South)" userId="cdfaa8e9-29c2-42c0-844a-5081fd85b327" providerId="ADAL" clId="{93FDB076-A47E-4C38-AD0A-F30CDAB420A8}" dt="2026-03-27T09:03:21.860" v="10" actId="478"/>
          <ac:picMkLst>
            <pc:docMk/>
            <pc:sldMk cId="2735735292" sldId="619"/>
            <ac:picMk id="3" creationId="{A226F705-087E-70FF-E2DF-0DD2EE68A69E}"/>
          </ac:picMkLst>
        </pc:picChg>
        <pc:picChg chg="add mod">
          <ac:chgData name="Watson, Storm (Dr) (Summerstrand Campus South)" userId="cdfaa8e9-29c2-42c0-844a-5081fd85b327" providerId="ADAL" clId="{93FDB076-A47E-4C38-AD0A-F30CDAB420A8}" dt="2026-03-27T09:03:54.778" v="13" actId="1076"/>
          <ac:picMkLst>
            <pc:docMk/>
            <pc:sldMk cId="2735735292" sldId="619"/>
            <ac:picMk id="5" creationId="{5D9545C3-6F17-1260-0104-A1B245EEECAE}"/>
          </ac:picMkLst>
        </pc:picChg>
      </pc:sldChg>
      <pc:sldChg chg="add">
        <pc:chgData name="Watson, Storm (Dr) (Summerstrand Campus South)" userId="cdfaa8e9-29c2-42c0-844a-5081fd85b327" providerId="ADAL" clId="{93FDB076-A47E-4C38-AD0A-F30CDAB420A8}" dt="2026-03-27T09:01:40.044" v="0"/>
        <pc:sldMkLst>
          <pc:docMk/>
          <pc:sldMk cId="3330588802" sldId="620"/>
        </pc:sldMkLst>
      </pc:sldChg>
      <pc:sldChg chg="add">
        <pc:chgData name="Watson, Storm (Dr) (Summerstrand Campus South)" userId="cdfaa8e9-29c2-42c0-844a-5081fd85b327" providerId="ADAL" clId="{93FDB076-A47E-4C38-AD0A-F30CDAB420A8}" dt="2026-03-27T09:01:40.044" v="0"/>
        <pc:sldMkLst>
          <pc:docMk/>
          <pc:sldMk cId="4194965525" sldId="621"/>
        </pc:sldMkLst>
      </pc:sldChg>
      <pc:sldChg chg="add">
        <pc:chgData name="Watson, Storm (Dr) (Summerstrand Campus South)" userId="cdfaa8e9-29c2-42c0-844a-5081fd85b327" providerId="ADAL" clId="{93FDB076-A47E-4C38-AD0A-F30CDAB420A8}" dt="2026-03-27T09:01:40.044" v="0"/>
        <pc:sldMkLst>
          <pc:docMk/>
          <pc:sldMk cId="2197080843" sldId="622"/>
        </pc:sldMkLst>
      </pc:sldChg>
      <pc:sldChg chg="add">
        <pc:chgData name="Watson, Storm (Dr) (Summerstrand Campus South)" userId="cdfaa8e9-29c2-42c0-844a-5081fd85b327" providerId="ADAL" clId="{93FDB076-A47E-4C38-AD0A-F30CDAB420A8}" dt="2026-03-27T09:01:40.044" v="0"/>
        <pc:sldMkLst>
          <pc:docMk/>
          <pc:sldMk cId="460041705" sldId="623"/>
        </pc:sldMkLst>
      </pc:sldChg>
      <pc:sldChg chg="add">
        <pc:chgData name="Watson, Storm (Dr) (Summerstrand Campus South)" userId="cdfaa8e9-29c2-42c0-844a-5081fd85b327" providerId="ADAL" clId="{93FDB076-A47E-4C38-AD0A-F30CDAB420A8}" dt="2026-03-27T09:01:40.044" v="0"/>
        <pc:sldMkLst>
          <pc:docMk/>
          <pc:sldMk cId="1804675159" sldId="624"/>
        </pc:sldMkLst>
      </pc:sldChg>
      <pc:sldChg chg="add">
        <pc:chgData name="Watson, Storm (Dr) (Summerstrand Campus South)" userId="cdfaa8e9-29c2-42c0-844a-5081fd85b327" providerId="ADAL" clId="{93FDB076-A47E-4C38-AD0A-F30CDAB420A8}" dt="2026-03-27T09:01:40.044" v="0"/>
        <pc:sldMkLst>
          <pc:docMk/>
          <pc:sldMk cId="3088406786" sldId="625"/>
        </pc:sldMkLst>
      </pc:sldChg>
      <pc:sldChg chg="add">
        <pc:chgData name="Watson, Storm (Dr) (Summerstrand Campus South)" userId="cdfaa8e9-29c2-42c0-844a-5081fd85b327" providerId="ADAL" clId="{93FDB076-A47E-4C38-AD0A-F30CDAB420A8}" dt="2026-03-27T09:01:40.044" v="0"/>
        <pc:sldMkLst>
          <pc:docMk/>
          <pc:sldMk cId="3303291328" sldId="626"/>
        </pc:sldMkLst>
      </pc:sldChg>
      <pc:sldChg chg="add">
        <pc:chgData name="Watson, Storm (Dr) (Summerstrand Campus South)" userId="cdfaa8e9-29c2-42c0-844a-5081fd85b327" providerId="ADAL" clId="{93FDB076-A47E-4C38-AD0A-F30CDAB420A8}" dt="2026-03-27T09:01:40.044" v="0"/>
        <pc:sldMkLst>
          <pc:docMk/>
          <pc:sldMk cId="1071212354" sldId="627"/>
        </pc:sldMkLst>
      </pc:sldChg>
      <pc:sldChg chg="add">
        <pc:chgData name="Watson, Storm (Dr) (Summerstrand Campus South)" userId="cdfaa8e9-29c2-42c0-844a-5081fd85b327" providerId="ADAL" clId="{93FDB076-A47E-4C38-AD0A-F30CDAB420A8}" dt="2026-03-27T09:01:40.044" v="0"/>
        <pc:sldMkLst>
          <pc:docMk/>
          <pc:sldMk cId="2172735568" sldId="628"/>
        </pc:sldMkLst>
      </pc:sldChg>
      <pc:sldChg chg="add">
        <pc:chgData name="Watson, Storm (Dr) (Summerstrand Campus South)" userId="cdfaa8e9-29c2-42c0-844a-5081fd85b327" providerId="ADAL" clId="{93FDB076-A47E-4C38-AD0A-F30CDAB420A8}" dt="2026-03-27T09:01:40.044" v="0"/>
        <pc:sldMkLst>
          <pc:docMk/>
          <pc:sldMk cId="2749989215" sldId="629"/>
        </pc:sldMkLst>
      </pc:sldChg>
      <pc:sldChg chg="add">
        <pc:chgData name="Watson, Storm (Dr) (Summerstrand Campus South)" userId="cdfaa8e9-29c2-42c0-844a-5081fd85b327" providerId="ADAL" clId="{93FDB076-A47E-4C38-AD0A-F30CDAB420A8}" dt="2026-03-27T09:01:40.044" v="0"/>
        <pc:sldMkLst>
          <pc:docMk/>
          <pc:sldMk cId="810583517" sldId="632"/>
        </pc:sldMkLst>
      </pc:sldChg>
      <pc:sldChg chg="add">
        <pc:chgData name="Watson, Storm (Dr) (Summerstrand Campus South)" userId="cdfaa8e9-29c2-42c0-844a-5081fd85b327" providerId="ADAL" clId="{93FDB076-A47E-4C38-AD0A-F30CDAB420A8}" dt="2026-03-27T09:01:40.044" v="0"/>
        <pc:sldMkLst>
          <pc:docMk/>
          <pc:sldMk cId="633329411" sldId="633"/>
        </pc:sldMkLst>
      </pc:sldChg>
      <pc:sldChg chg="add">
        <pc:chgData name="Watson, Storm (Dr) (Summerstrand Campus South)" userId="cdfaa8e9-29c2-42c0-844a-5081fd85b327" providerId="ADAL" clId="{93FDB076-A47E-4C38-AD0A-F30CDAB420A8}" dt="2026-03-27T09:01:40.044" v="0"/>
        <pc:sldMkLst>
          <pc:docMk/>
          <pc:sldMk cId="2515639944" sldId="634"/>
        </pc:sldMkLst>
      </pc:sldChg>
      <pc:sldChg chg="add">
        <pc:chgData name="Watson, Storm (Dr) (Summerstrand Campus South)" userId="cdfaa8e9-29c2-42c0-844a-5081fd85b327" providerId="ADAL" clId="{93FDB076-A47E-4C38-AD0A-F30CDAB420A8}" dt="2026-03-27T09:01:40.044" v="0"/>
        <pc:sldMkLst>
          <pc:docMk/>
          <pc:sldMk cId="1859586720" sldId="635"/>
        </pc:sldMkLst>
      </pc:sldChg>
      <pc:sldChg chg="add">
        <pc:chgData name="Watson, Storm (Dr) (Summerstrand Campus South)" userId="cdfaa8e9-29c2-42c0-844a-5081fd85b327" providerId="ADAL" clId="{93FDB076-A47E-4C38-AD0A-F30CDAB420A8}" dt="2026-03-27T09:01:40.044" v="0"/>
        <pc:sldMkLst>
          <pc:docMk/>
          <pc:sldMk cId="3050439721" sldId="636"/>
        </pc:sldMkLst>
      </pc:sldChg>
      <pc:sldChg chg="add">
        <pc:chgData name="Watson, Storm (Dr) (Summerstrand Campus South)" userId="cdfaa8e9-29c2-42c0-844a-5081fd85b327" providerId="ADAL" clId="{93FDB076-A47E-4C38-AD0A-F30CDAB420A8}" dt="2026-03-27T09:01:40.044" v="0"/>
        <pc:sldMkLst>
          <pc:docMk/>
          <pc:sldMk cId="4275423919" sldId="637"/>
        </pc:sldMkLst>
      </pc:sldChg>
      <pc:sldChg chg="add">
        <pc:chgData name="Watson, Storm (Dr) (Summerstrand Campus South)" userId="cdfaa8e9-29c2-42c0-844a-5081fd85b327" providerId="ADAL" clId="{93FDB076-A47E-4C38-AD0A-F30CDAB420A8}" dt="2026-03-27T09:01:40.044" v="0"/>
        <pc:sldMkLst>
          <pc:docMk/>
          <pc:sldMk cId="2127572057" sldId="638"/>
        </pc:sldMkLst>
      </pc:sldChg>
      <pc:sldChg chg="add">
        <pc:chgData name="Watson, Storm (Dr) (Summerstrand Campus South)" userId="cdfaa8e9-29c2-42c0-844a-5081fd85b327" providerId="ADAL" clId="{93FDB076-A47E-4C38-AD0A-F30CDAB420A8}" dt="2026-03-27T09:01:40.044" v="0"/>
        <pc:sldMkLst>
          <pc:docMk/>
          <pc:sldMk cId="2600036881" sldId="639"/>
        </pc:sldMkLst>
      </pc:sldChg>
      <pc:sldChg chg="add">
        <pc:chgData name="Watson, Storm (Dr) (Summerstrand Campus South)" userId="cdfaa8e9-29c2-42c0-844a-5081fd85b327" providerId="ADAL" clId="{93FDB076-A47E-4C38-AD0A-F30CDAB420A8}" dt="2026-03-27T09:01:40.044" v="0"/>
        <pc:sldMkLst>
          <pc:docMk/>
          <pc:sldMk cId="1854442253" sldId="64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EDE318-68DB-4217-8DEC-C0C30D29D41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BE182442-C43A-4D74-B970-82236E31F7DE}">
      <dgm:prSet phldrT="[Text]" custT="1"/>
      <dgm:spPr/>
      <dgm:t>
        <a:bodyPr/>
        <a:lstStyle/>
        <a:p>
          <a:r>
            <a:rPr lang="en-US" sz="2400" dirty="0"/>
            <a:t>Approaches</a:t>
          </a:r>
          <a:endParaRPr lang="en-ZA" sz="2400" dirty="0"/>
        </a:p>
      </dgm:t>
    </dgm:pt>
    <dgm:pt modelId="{48DB6750-329E-42DD-8EF2-FA66A8A14545}" type="parTrans" cxnId="{E61361F8-EFFD-416F-B4C4-A0E76C34DABE}">
      <dgm:prSet/>
      <dgm:spPr/>
      <dgm:t>
        <a:bodyPr/>
        <a:lstStyle/>
        <a:p>
          <a:endParaRPr lang="en-ZA" sz="2400"/>
        </a:p>
      </dgm:t>
    </dgm:pt>
    <dgm:pt modelId="{631C25B1-AAB4-49DA-9B6B-C5729C7F4674}" type="sibTrans" cxnId="{E61361F8-EFFD-416F-B4C4-A0E76C34DABE}">
      <dgm:prSet/>
      <dgm:spPr/>
      <dgm:t>
        <a:bodyPr/>
        <a:lstStyle/>
        <a:p>
          <a:endParaRPr lang="en-ZA" sz="2400"/>
        </a:p>
      </dgm:t>
    </dgm:pt>
    <dgm:pt modelId="{D7B62469-FD0F-4DC7-AA6B-3A3D87E07638}">
      <dgm:prSet phldrT="[Text]" custT="1"/>
      <dgm:spPr/>
      <dgm:t>
        <a:bodyPr/>
        <a:lstStyle/>
        <a:p>
          <a:r>
            <a:rPr lang="en-US" sz="2400" dirty="0"/>
            <a:t>Decision tree analysis</a:t>
          </a:r>
          <a:endParaRPr lang="en-ZA" sz="2400" dirty="0"/>
        </a:p>
      </dgm:t>
    </dgm:pt>
    <dgm:pt modelId="{D7981784-3AE3-4464-A3A1-29F8488FF8F3}" type="parTrans" cxnId="{3AF6E373-4F3D-416C-A32F-AE31E813E447}">
      <dgm:prSet/>
      <dgm:spPr/>
      <dgm:t>
        <a:bodyPr/>
        <a:lstStyle/>
        <a:p>
          <a:endParaRPr lang="en-ZA" sz="2400"/>
        </a:p>
      </dgm:t>
    </dgm:pt>
    <dgm:pt modelId="{342F6E4D-A227-4B44-AB05-3B030A443EDE}" type="sibTrans" cxnId="{3AF6E373-4F3D-416C-A32F-AE31E813E447}">
      <dgm:prSet/>
      <dgm:spPr/>
      <dgm:t>
        <a:bodyPr/>
        <a:lstStyle/>
        <a:p>
          <a:endParaRPr lang="en-ZA" sz="2400"/>
        </a:p>
      </dgm:t>
    </dgm:pt>
    <dgm:pt modelId="{E4CB8A46-922B-4C8B-9275-7B45214FEB1F}">
      <dgm:prSet phldrT="[Text]" custT="1"/>
      <dgm:spPr/>
      <dgm:t>
        <a:bodyPr/>
        <a:lstStyle/>
        <a:p>
          <a:r>
            <a:rPr lang="en-US" sz="2400" dirty="0"/>
            <a:t>Sensitivity analysis</a:t>
          </a:r>
          <a:endParaRPr lang="en-ZA" sz="2400" dirty="0"/>
        </a:p>
      </dgm:t>
    </dgm:pt>
    <dgm:pt modelId="{AF0FBD2E-F66B-4041-8005-5480757F0850}" type="parTrans" cxnId="{5BBC3E9B-00BB-4287-800A-9BEB590D7555}">
      <dgm:prSet/>
      <dgm:spPr/>
      <dgm:t>
        <a:bodyPr/>
        <a:lstStyle/>
        <a:p>
          <a:endParaRPr lang="en-ZA" sz="2400"/>
        </a:p>
      </dgm:t>
    </dgm:pt>
    <dgm:pt modelId="{96DD29F6-EBA2-4278-96C5-60B0AD2CF9F7}" type="sibTrans" cxnId="{5BBC3E9B-00BB-4287-800A-9BEB590D7555}">
      <dgm:prSet/>
      <dgm:spPr/>
      <dgm:t>
        <a:bodyPr/>
        <a:lstStyle/>
        <a:p>
          <a:endParaRPr lang="en-ZA" sz="2400"/>
        </a:p>
      </dgm:t>
    </dgm:pt>
    <dgm:pt modelId="{44D8ABEF-00EB-4C4C-BC3D-7053B0F4D838}">
      <dgm:prSet phldrT="[Text]" custT="1"/>
      <dgm:spPr/>
      <dgm:t>
        <a:bodyPr/>
        <a:lstStyle/>
        <a:p>
          <a:r>
            <a:rPr lang="en-US" sz="2400" dirty="0"/>
            <a:t>Scenario analysis</a:t>
          </a:r>
          <a:endParaRPr lang="en-ZA" sz="2400" dirty="0"/>
        </a:p>
      </dgm:t>
    </dgm:pt>
    <dgm:pt modelId="{E83AF7F1-7F99-4EB5-9389-9843FC06D2EE}" type="parTrans" cxnId="{821B8639-A311-4E78-8FB3-2A71A3999888}">
      <dgm:prSet/>
      <dgm:spPr/>
      <dgm:t>
        <a:bodyPr/>
        <a:lstStyle/>
        <a:p>
          <a:endParaRPr lang="en-ZA" sz="2400"/>
        </a:p>
      </dgm:t>
    </dgm:pt>
    <dgm:pt modelId="{9898696D-72F2-41BF-A071-F0022083834A}" type="sibTrans" cxnId="{821B8639-A311-4E78-8FB3-2A71A3999888}">
      <dgm:prSet/>
      <dgm:spPr/>
      <dgm:t>
        <a:bodyPr/>
        <a:lstStyle/>
        <a:p>
          <a:endParaRPr lang="en-ZA" sz="2400"/>
        </a:p>
      </dgm:t>
    </dgm:pt>
    <dgm:pt modelId="{7CEA26F6-8963-48D5-8608-461FF11EBC77}" type="pres">
      <dgm:prSet presAssocID="{E1EDE318-68DB-4217-8DEC-C0C30D29D41D}" presName="hierChild1" presStyleCnt="0">
        <dgm:presLayoutVars>
          <dgm:orgChart val="1"/>
          <dgm:chPref val="1"/>
          <dgm:dir/>
          <dgm:animOne val="branch"/>
          <dgm:animLvl val="lvl"/>
          <dgm:resizeHandles/>
        </dgm:presLayoutVars>
      </dgm:prSet>
      <dgm:spPr/>
    </dgm:pt>
    <dgm:pt modelId="{052C265E-6976-4557-A34A-40FA99B5338A}" type="pres">
      <dgm:prSet presAssocID="{BE182442-C43A-4D74-B970-82236E31F7DE}" presName="hierRoot1" presStyleCnt="0">
        <dgm:presLayoutVars>
          <dgm:hierBranch val="init"/>
        </dgm:presLayoutVars>
      </dgm:prSet>
      <dgm:spPr/>
    </dgm:pt>
    <dgm:pt modelId="{933F3580-C0F5-4256-B144-189B3BBAC433}" type="pres">
      <dgm:prSet presAssocID="{BE182442-C43A-4D74-B970-82236E31F7DE}" presName="rootComposite1" presStyleCnt="0"/>
      <dgm:spPr/>
    </dgm:pt>
    <dgm:pt modelId="{69BC5031-3352-448D-9640-00AE2E86CDCF}" type="pres">
      <dgm:prSet presAssocID="{BE182442-C43A-4D74-B970-82236E31F7DE}" presName="rootText1" presStyleLbl="node0" presStyleIdx="0" presStyleCnt="1">
        <dgm:presLayoutVars>
          <dgm:chPref val="3"/>
        </dgm:presLayoutVars>
      </dgm:prSet>
      <dgm:spPr/>
    </dgm:pt>
    <dgm:pt modelId="{655A3295-0444-4AB5-9D60-DABCFC133281}" type="pres">
      <dgm:prSet presAssocID="{BE182442-C43A-4D74-B970-82236E31F7DE}" presName="rootConnector1" presStyleLbl="node1" presStyleIdx="0" presStyleCnt="0"/>
      <dgm:spPr/>
    </dgm:pt>
    <dgm:pt modelId="{053C550B-F9AB-4E0A-A479-A886789BA614}" type="pres">
      <dgm:prSet presAssocID="{BE182442-C43A-4D74-B970-82236E31F7DE}" presName="hierChild2" presStyleCnt="0"/>
      <dgm:spPr/>
    </dgm:pt>
    <dgm:pt modelId="{412D3198-CDFA-4649-BB4E-2AE0A8681C92}" type="pres">
      <dgm:prSet presAssocID="{D7981784-3AE3-4464-A3A1-29F8488FF8F3}" presName="Name37" presStyleLbl="parChTrans1D2" presStyleIdx="0" presStyleCnt="3"/>
      <dgm:spPr/>
    </dgm:pt>
    <dgm:pt modelId="{62358649-FAAC-4328-BB80-56A3D51FBC5E}" type="pres">
      <dgm:prSet presAssocID="{D7B62469-FD0F-4DC7-AA6B-3A3D87E07638}" presName="hierRoot2" presStyleCnt="0">
        <dgm:presLayoutVars>
          <dgm:hierBranch val="init"/>
        </dgm:presLayoutVars>
      </dgm:prSet>
      <dgm:spPr/>
    </dgm:pt>
    <dgm:pt modelId="{48F90451-6200-4A44-A348-2C0C0C11B8BA}" type="pres">
      <dgm:prSet presAssocID="{D7B62469-FD0F-4DC7-AA6B-3A3D87E07638}" presName="rootComposite" presStyleCnt="0"/>
      <dgm:spPr/>
    </dgm:pt>
    <dgm:pt modelId="{70761584-8CCE-4718-8B45-4A3FA212332F}" type="pres">
      <dgm:prSet presAssocID="{D7B62469-FD0F-4DC7-AA6B-3A3D87E07638}" presName="rootText" presStyleLbl="node2" presStyleIdx="0" presStyleCnt="3">
        <dgm:presLayoutVars>
          <dgm:chPref val="3"/>
        </dgm:presLayoutVars>
      </dgm:prSet>
      <dgm:spPr/>
    </dgm:pt>
    <dgm:pt modelId="{D6F2F5BB-25B7-4A8E-BDAF-03344CAC05BE}" type="pres">
      <dgm:prSet presAssocID="{D7B62469-FD0F-4DC7-AA6B-3A3D87E07638}" presName="rootConnector" presStyleLbl="node2" presStyleIdx="0" presStyleCnt="3"/>
      <dgm:spPr/>
    </dgm:pt>
    <dgm:pt modelId="{94A22768-6A93-44DE-8091-CD553B804E15}" type="pres">
      <dgm:prSet presAssocID="{D7B62469-FD0F-4DC7-AA6B-3A3D87E07638}" presName="hierChild4" presStyleCnt="0"/>
      <dgm:spPr/>
    </dgm:pt>
    <dgm:pt modelId="{FDE57F49-7740-4142-B668-C29EEDB8BD86}" type="pres">
      <dgm:prSet presAssocID="{D7B62469-FD0F-4DC7-AA6B-3A3D87E07638}" presName="hierChild5" presStyleCnt="0"/>
      <dgm:spPr/>
    </dgm:pt>
    <dgm:pt modelId="{C6150F60-7608-4FA1-B885-8D393A32ECB9}" type="pres">
      <dgm:prSet presAssocID="{AF0FBD2E-F66B-4041-8005-5480757F0850}" presName="Name37" presStyleLbl="parChTrans1D2" presStyleIdx="1" presStyleCnt="3"/>
      <dgm:spPr/>
    </dgm:pt>
    <dgm:pt modelId="{5DB92047-3785-40CA-B5A6-2B8F4B699746}" type="pres">
      <dgm:prSet presAssocID="{E4CB8A46-922B-4C8B-9275-7B45214FEB1F}" presName="hierRoot2" presStyleCnt="0">
        <dgm:presLayoutVars>
          <dgm:hierBranch val="init"/>
        </dgm:presLayoutVars>
      </dgm:prSet>
      <dgm:spPr/>
    </dgm:pt>
    <dgm:pt modelId="{77751AB9-7D73-48D2-B976-51F61119741F}" type="pres">
      <dgm:prSet presAssocID="{E4CB8A46-922B-4C8B-9275-7B45214FEB1F}" presName="rootComposite" presStyleCnt="0"/>
      <dgm:spPr/>
    </dgm:pt>
    <dgm:pt modelId="{8C6CB93C-F4A3-4CE7-9627-F6A57743FEDE}" type="pres">
      <dgm:prSet presAssocID="{E4CB8A46-922B-4C8B-9275-7B45214FEB1F}" presName="rootText" presStyleLbl="node2" presStyleIdx="1" presStyleCnt="3">
        <dgm:presLayoutVars>
          <dgm:chPref val="3"/>
        </dgm:presLayoutVars>
      </dgm:prSet>
      <dgm:spPr/>
    </dgm:pt>
    <dgm:pt modelId="{F48C748B-C42E-40EF-BD56-39EC16151ACF}" type="pres">
      <dgm:prSet presAssocID="{E4CB8A46-922B-4C8B-9275-7B45214FEB1F}" presName="rootConnector" presStyleLbl="node2" presStyleIdx="1" presStyleCnt="3"/>
      <dgm:spPr/>
    </dgm:pt>
    <dgm:pt modelId="{1C63BCBB-3F48-4E86-93E0-71562FF53856}" type="pres">
      <dgm:prSet presAssocID="{E4CB8A46-922B-4C8B-9275-7B45214FEB1F}" presName="hierChild4" presStyleCnt="0"/>
      <dgm:spPr/>
    </dgm:pt>
    <dgm:pt modelId="{D0C65CEB-EB88-46E8-8590-901FB169815D}" type="pres">
      <dgm:prSet presAssocID="{E4CB8A46-922B-4C8B-9275-7B45214FEB1F}" presName="hierChild5" presStyleCnt="0"/>
      <dgm:spPr/>
    </dgm:pt>
    <dgm:pt modelId="{29798DE5-6DA5-44C7-954F-AD06D3A6F60E}" type="pres">
      <dgm:prSet presAssocID="{E83AF7F1-7F99-4EB5-9389-9843FC06D2EE}" presName="Name37" presStyleLbl="parChTrans1D2" presStyleIdx="2" presStyleCnt="3"/>
      <dgm:spPr/>
    </dgm:pt>
    <dgm:pt modelId="{658A38C5-7EA6-4CB2-B14A-3201A5CBE45F}" type="pres">
      <dgm:prSet presAssocID="{44D8ABEF-00EB-4C4C-BC3D-7053B0F4D838}" presName="hierRoot2" presStyleCnt="0">
        <dgm:presLayoutVars>
          <dgm:hierBranch val="init"/>
        </dgm:presLayoutVars>
      </dgm:prSet>
      <dgm:spPr/>
    </dgm:pt>
    <dgm:pt modelId="{B8622849-AE75-4326-89AD-FC46CC5591F6}" type="pres">
      <dgm:prSet presAssocID="{44D8ABEF-00EB-4C4C-BC3D-7053B0F4D838}" presName="rootComposite" presStyleCnt="0"/>
      <dgm:spPr/>
    </dgm:pt>
    <dgm:pt modelId="{EBC72E8A-9F35-495A-9A60-D68AA34E4098}" type="pres">
      <dgm:prSet presAssocID="{44D8ABEF-00EB-4C4C-BC3D-7053B0F4D838}" presName="rootText" presStyleLbl="node2" presStyleIdx="2" presStyleCnt="3">
        <dgm:presLayoutVars>
          <dgm:chPref val="3"/>
        </dgm:presLayoutVars>
      </dgm:prSet>
      <dgm:spPr/>
    </dgm:pt>
    <dgm:pt modelId="{9477E0A2-EDEE-4928-88BB-E2DCF2913110}" type="pres">
      <dgm:prSet presAssocID="{44D8ABEF-00EB-4C4C-BC3D-7053B0F4D838}" presName="rootConnector" presStyleLbl="node2" presStyleIdx="2" presStyleCnt="3"/>
      <dgm:spPr/>
    </dgm:pt>
    <dgm:pt modelId="{CD4063A0-EF57-4F16-A822-66D244C8C498}" type="pres">
      <dgm:prSet presAssocID="{44D8ABEF-00EB-4C4C-BC3D-7053B0F4D838}" presName="hierChild4" presStyleCnt="0"/>
      <dgm:spPr/>
    </dgm:pt>
    <dgm:pt modelId="{166171F6-6077-46A1-A4F3-53CF72F07E72}" type="pres">
      <dgm:prSet presAssocID="{44D8ABEF-00EB-4C4C-BC3D-7053B0F4D838}" presName="hierChild5" presStyleCnt="0"/>
      <dgm:spPr/>
    </dgm:pt>
    <dgm:pt modelId="{AF033164-4386-4AE3-90A1-73A25AC998BD}" type="pres">
      <dgm:prSet presAssocID="{BE182442-C43A-4D74-B970-82236E31F7DE}" presName="hierChild3" presStyleCnt="0"/>
      <dgm:spPr/>
    </dgm:pt>
  </dgm:ptLst>
  <dgm:cxnLst>
    <dgm:cxn modelId="{11E8CA02-5AF7-40C3-9FE4-7ED3C4C463C8}" type="presOf" srcId="{D7B62469-FD0F-4DC7-AA6B-3A3D87E07638}" destId="{D6F2F5BB-25B7-4A8E-BDAF-03344CAC05BE}" srcOrd="1" destOrd="0" presId="urn:microsoft.com/office/officeart/2005/8/layout/orgChart1"/>
    <dgm:cxn modelId="{653B7A16-D0C9-4CCD-8098-54B49FECAC6A}" type="presOf" srcId="{BE182442-C43A-4D74-B970-82236E31F7DE}" destId="{655A3295-0444-4AB5-9D60-DABCFC133281}" srcOrd="1" destOrd="0" presId="urn:microsoft.com/office/officeart/2005/8/layout/orgChart1"/>
    <dgm:cxn modelId="{C9F81E1A-E4F4-4628-A66D-AB282B675A07}" type="presOf" srcId="{44D8ABEF-00EB-4C4C-BC3D-7053B0F4D838}" destId="{9477E0A2-EDEE-4928-88BB-E2DCF2913110}" srcOrd="1" destOrd="0" presId="urn:microsoft.com/office/officeart/2005/8/layout/orgChart1"/>
    <dgm:cxn modelId="{C4CDFC1C-4304-4E40-8638-CAD182DEA1CE}" type="presOf" srcId="{44D8ABEF-00EB-4C4C-BC3D-7053B0F4D838}" destId="{EBC72E8A-9F35-495A-9A60-D68AA34E4098}" srcOrd="0" destOrd="0" presId="urn:microsoft.com/office/officeart/2005/8/layout/orgChart1"/>
    <dgm:cxn modelId="{4A119A31-41C4-4596-96E9-9D0DD3069A57}" type="presOf" srcId="{AF0FBD2E-F66B-4041-8005-5480757F0850}" destId="{C6150F60-7608-4FA1-B885-8D393A32ECB9}" srcOrd="0" destOrd="0" presId="urn:microsoft.com/office/officeart/2005/8/layout/orgChart1"/>
    <dgm:cxn modelId="{821B8639-A311-4E78-8FB3-2A71A3999888}" srcId="{BE182442-C43A-4D74-B970-82236E31F7DE}" destId="{44D8ABEF-00EB-4C4C-BC3D-7053B0F4D838}" srcOrd="2" destOrd="0" parTransId="{E83AF7F1-7F99-4EB5-9389-9843FC06D2EE}" sibTransId="{9898696D-72F2-41BF-A071-F0022083834A}"/>
    <dgm:cxn modelId="{246E6440-C640-4DDF-AD64-0DD718AD2B53}" type="presOf" srcId="{E4CB8A46-922B-4C8B-9275-7B45214FEB1F}" destId="{F48C748B-C42E-40EF-BD56-39EC16151ACF}" srcOrd="1" destOrd="0" presId="urn:microsoft.com/office/officeart/2005/8/layout/orgChart1"/>
    <dgm:cxn modelId="{B15E1D43-7A32-4535-AF76-C5ACCAB6682C}" type="presOf" srcId="{E4CB8A46-922B-4C8B-9275-7B45214FEB1F}" destId="{8C6CB93C-F4A3-4CE7-9627-F6A57743FEDE}" srcOrd="0" destOrd="0" presId="urn:microsoft.com/office/officeart/2005/8/layout/orgChart1"/>
    <dgm:cxn modelId="{3E8EC348-7A9C-459C-86FD-1E90E42DFDAF}" type="presOf" srcId="{E83AF7F1-7F99-4EB5-9389-9843FC06D2EE}" destId="{29798DE5-6DA5-44C7-954F-AD06D3A6F60E}" srcOrd="0" destOrd="0" presId="urn:microsoft.com/office/officeart/2005/8/layout/orgChart1"/>
    <dgm:cxn modelId="{1E17D24A-9F63-478E-8E18-99BDBD88F214}" type="presOf" srcId="{BE182442-C43A-4D74-B970-82236E31F7DE}" destId="{69BC5031-3352-448D-9640-00AE2E86CDCF}" srcOrd="0" destOrd="0" presId="urn:microsoft.com/office/officeart/2005/8/layout/orgChart1"/>
    <dgm:cxn modelId="{9431334F-7C85-4875-84BF-F714E0E3C58E}" type="presOf" srcId="{E1EDE318-68DB-4217-8DEC-C0C30D29D41D}" destId="{7CEA26F6-8963-48D5-8608-461FF11EBC77}" srcOrd="0" destOrd="0" presId="urn:microsoft.com/office/officeart/2005/8/layout/orgChart1"/>
    <dgm:cxn modelId="{3AF6E373-4F3D-416C-A32F-AE31E813E447}" srcId="{BE182442-C43A-4D74-B970-82236E31F7DE}" destId="{D7B62469-FD0F-4DC7-AA6B-3A3D87E07638}" srcOrd="0" destOrd="0" parTransId="{D7981784-3AE3-4464-A3A1-29F8488FF8F3}" sibTransId="{342F6E4D-A227-4B44-AB05-3B030A443EDE}"/>
    <dgm:cxn modelId="{5BBC3E9B-00BB-4287-800A-9BEB590D7555}" srcId="{BE182442-C43A-4D74-B970-82236E31F7DE}" destId="{E4CB8A46-922B-4C8B-9275-7B45214FEB1F}" srcOrd="1" destOrd="0" parTransId="{AF0FBD2E-F66B-4041-8005-5480757F0850}" sibTransId="{96DD29F6-EBA2-4278-96C5-60B0AD2CF9F7}"/>
    <dgm:cxn modelId="{A882F1B0-1E6B-4773-BD51-6E2DA0D09E74}" type="presOf" srcId="{D7981784-3AE3-4464-A3A1-29F8488FF8F3}" destId="{412D3198-CDFA-4649-BB4E-2AE0A8681C92}" srcOrd="0" destOrd="0" presId="urn:microsoft.com/office/officeart/2005/8/layout/orgChart1"/>
    <dgm:cxn modelId="{CBE7C7E1-942F-40A7-A5F8-E6334A7A088C}" type="presOf" srcId="{D7B62469-FD0F-4DC7-AA6B-3A3D87E07638}" destId="{70761584-8CCE-4718-8B45-4A3FA212332F}" srcOrd="0" destOrd="0" presId="urn:microsoft.com/office/officeart/2005/8/layout/orgChart1"/>
    <dgm:cxn modelId="{E61361F8-EFFD-416F-B4C4-A0E76C34DABE}" srcId="{E1EDE318-68DB-4217-8DEC-C0C30D29D41D}" destId="{BE182442-C43A-4D74-B970-82236E31F7DE}" srcOrd="0" destOrd="0" parTransId="{48DB6750-329E-42DD-8EF2-FA66A8A14545}" sibTransId="{631C25B1-AAB4-49DA-9B6B-C5729C7F4674}"/>
    <dgm:cxn modelId="{BDEBE316-89F8-4814-B490-7D59E0674E7E}" type="presParOf" srcId="{7CEA26F6-8963-48D5-8608-461FF11EBC77}" destId="{052C265E-6976-4557-A34A-40FA99B5338A}" srcOrd="0" destOrd="0" presId="urn:microsoft.com/office/officeart/2005/8/layout/orgChart1"/>
    <dgm:cxn modelId="{9A9F7642-56A8-42D2-805E-A3E882030B20}" type="presParOf" srcId="{052C265E-6976-4557-A34A-40FA99B5338A}" destId="{933F3580-C0F5-4256-B144-189B3BBAC433}" srcOrd="0" destOrd="0" presId="urn:microsoft.com/office/officeart/2005/8/layout/orgChart1"/>
    <dgm:cxn modelId="{14CED0B7-E95C-483E-9E1F-F3584577B614}" type="presParOf" srcId="{933F3580-C0F5-4256-B144-189B3BBAC433}" destId="{69BC5031-3352-448D-9640-00AE2E86CDCF}" srcOrd="0" destOrd="0" presId="urn:microsoft.com/office/officeart/2005/8/layout/orgChart1"/>
    <dgm:cxn modelId="{753E3E23-D7C4-4DA2-816C-4D8177E0FB10}" type="presParOf" srcId="{933F3580-C0F5-4256-B144-189B3BBAC433}" destId="{655A3295-0444-4AB5-9D60-DABCFC133281}" srcOrd="1" destOrd="0" presId="urn:microsoft.com/office/officeart/2005/8/layout/orgChart1"/>
    <dgm:cxn modelId="{F03B129F-D12D-48A3-8B9B-24714045D15E}" type="presParOf" srcId="{052C265E-6976-4557-A34A-40FA99B5338A}" destId="{053C550B-F9AB-4E0A-A479-A886789BA614}" srcOrd="1" destOrd="0" presId="urn:microsoft.com/office/officeart/2005/8/layout/orgChart1"/>
    <dgm:cxn modelId="{5CA3E08E-0A5E-4995-945C-42E6927AF147}" type="presParOf" srcId="{053C550B-F9AB-4E0A-A479-A886789BA614}" destId="{412D3198-CDFA-4649-BB4E-2AE0A8681C92}" srcOrd="0" destOrd="0" presId="urn:microsoft.com/office/officeart/2005/8/layout/orgChart1"/>
    <dgm:cxn modelId="{C297DAEE-C86D-4F0A-9781-8F48C819DF16}" type="presParOf" srcId="{053C550B-F9AB-4E0A-A479-A886789BA614}" destId="{62358649-FAAC-4328-BB80-56A3D51FBC5E}" srcOrd="1" destOrd="0" presId="urn:microsoft.com/office/officeart/2005/8/layout/orgChart1"/>
    <dgm:cxn modelId="{1CA8ED97-D55F-42BD-86A6-26BDC99FC0CB}" type="presParOf" srcId="{62358649-FAAC-4328-BB80-56A3D51FBC5E}" destId="{48F90451-6200-4A44-A348-2C0C0C11B8BA}" srcOrd="0" destOrd="0" presId="urn:microsoft.com/office/officeart/2005/8/layout/orgChart1"/>
    <dgm:cxn modelId="{2EFD35CA-2B82-44A9-AAD6-37391F87BEDE}" type="presParOf" srcId="{48F90451-6200-4A44-A348-2C0C0C11B8BA}" destId="{70761584-8CCE-4718-8B45-4A3FA212332F}" srcOrd="0" destOrd="0" presId="urn:microsoft.com/office/officeart/2005/8/layout/orgChart1"/>
    <dgm:cxn modelId="{C86E91B6-FB99-43E9-B4E0-254B21C43025}" type="presParOf" srcId="{48F90451-6200-4A44-A348-2C0C0C11B8BA}" destId="{D6F2F5BB-25B7-4A8E-BDAF-03344CAC05BE}" srcOrd="1" destOrd="0" presId="urn:microsoft.com/office/officeart/2005/8/layout/orgChart1"/>
    <dgm:cxn modelId="{D4C3F573-83C6-45D1-9A6A-FE96AC8E85FE}" type="presParOf" srcId="{62358649-FAAC-4328-BB80-56A3D51FBC5E}" destId="{94A22768-6A93-44DE-8091-CD553B804E15}" srcOrd="1" destOrd="0" presId="urn:microsoft.com/office/officeart/2005/8/layout/orgChart1"/>
    <dgm:cxn modelId="{59CD2AB4-153D-4759-ABB0-95000CC4485E}" type="presParOf" srcId="{62358649-FAAC-4328-BB80-56A3D51FBC5E}" destId="{FDE57F49-7740-4142-B668-C29EEDB8BD86}" srcOrd="2" destOrd="0" presId="urn:microsoft.com/office/officeart/2005/8/layout/orgChart1"/>
    <dgm:cxn modelId="{74447C41-81CF-43BD-9A9B-C729BA658671}" type="presParOf" srcId="{053C550B-F9AB-4E0A-A479-A886789BA614}" destId="{C6150F60-7608-4FA1-B885-8D393A32ECB9}" srcOrd="2" destOrd="0" presId="urn:microsoft.com/office/officeart/2005/8/layout/orgChart1"/>
    <dgm:cxn modelId="{AE1BC232-542A-4B7F-B61A-BD550E7BDE3B}" type="presParOf" srcId="{053C550B-F9AB-4E0A-A479-A886789BA614}" destId="{5DB92047-3785-40CA-B5A6-2B8F4B699746}" srcOrd="3" destOrd="0" presId="urn:microsoft.com/office/officeart/2005/8/layout/orgChart1"/>
    <dgm:cxn modelId="{3792376F-55E3-4A8C-975F-D480C412EE4C}" type="presParOf" srcId="{5DB92047-3785-40CA-B5A6-2B8F4B699746}" destId="{77751AB9-7D73-48D2-B976-51F61119741F}" srcOrd="0" destOrd="0" presId="urn:microsoft.com/office/officeart/2005/8/layout/orgChart1"/>
    <dgm:cxn modelId="{5C9E7FBD-4B5B-4F9F-BFC9-4EF46A6F6108}" type="presParOf" srcId="{77751AB9-7D73-48D2-B976-51F61119741F}" destId="{8C6CB93C-F4A3-4CE7-9627-F6A57743FEDE}" srcOrd="0" destOrd="0" presId="urn:microsoft.com/office/officeart/2005/8/layout/orgChart1"/>
    <dgm:cxn modelId="{3C08B6A5-155D-4636-84D4-E8E1F7859B6B}" type="presParOf" srcId="{77751AB9-7D73-48D2-B976-51F61119741F}" destId="{F48C748B-C42E-40EF-BD56-39EC16151ACF}" srcOrd="1" destOrd="0" presId="urn:microsoft.com/office/officeart/2005/8/layout/orgChart1"/>
    <dgm:cxn modelId="{E9B8C981-4B92-45A9-BC67-6FA91355DA75}" type="presParOf" srcId="{5DB92047-3785-40CA-B5A6-2B8F4B699746}" destId="{1C63BCBB-3F48-4E86-93E0-71562FF53856}" srcOrd="1" destOrd="0" presId="urn:microsoft.com/office/officeart/2005/8/layout/orgChart1"/>
    <dgm:cxn modelId="{A7C4A3A3-5094-4752-B314-8C6B6AD4888C}" type="presParOf" srcId="{5DB92047-3785-40CA-B5A6-2B8F4B699746}" destId="{D0C65CEB-EB88-46E8-8590-901FB169815D}" srcOrd="2" destOrd="0" presId="urn:microsoft.com/office/officeart/2005/8/layout/orgChart1"/>
    <dgm:cxn modelId="{564F0C1D-3A37-44DB-ADEC-56149776CB89}" type="presParOf" srcId="{053C550B-F9AB-4E0A-A479-A886789BA614}" destId="{29798DE5-6DA5-44C7-954F-AD06D3A6F60E}" srcOrd="4" destOrd="0" presId="urn:microsoft.com/office/officeart/2005/8/layout/orgChart1"/>
    <dgm:cxn modelId="{FC24FD5F-D395-48D9-A3C7-65842DD82129}" type="presParOf" srcId="{053C550B-F9AB-4E0A-A479-A886789BA614}" destId="{658A38C5-7EA6-4CB2-B14A-3201A5CBE45F}" srcOrd="5" destOrd="0" presId="urn:microsoft.com/office/officeart/2005/8/layout/orgChart1"/>
    <dgm:cxn modelId="{45F9A0F4-A3A5-456A-9F17-CD9D48AD0EC9}" type="presParOf" srcId="{658A38C5-7EA6-4CB2-B14A-3201A5CBE45F}" destId="{B8622849-AE75-4326-89AD-FC46CC5591F6}" srcOrd="0" destOrd="0" presId="urn:microsoft.com/office/officeart/2005/8/layout/orgChart1"/>
    <dgm:cxn modelId="{52AB1A28-8625-419B-B151-32AF826548EA}" type="presParOf" srcId="{B8622849-AE75-4326-89AD-FC46CC5591F6}" destId="{EBC72E8A-9F35-495A-9A60-D68AA34E4098}" srcOrd="0" destOrd="0" presId="urn:microsoft.com/office/officeart/2005/8/layout/orgChart1"/>
    <dgm:cxn modelId="{A0168D27-E495-4AD1-95DF-F090579FF08C}" type="presParOf" srcId="{B8622849-AE75-4326-89AD-FC46CC5591F6}" destId="{9477E0A2-EDEE-4928-88BB-E2DCF2913110}" srcOrd="1" destOrd="0" presId="urn:microsoft.com/office/officeart/2005/8/layout/orgChart1"/>
    <dgm:cxn modelId="{AEA4836B-F5EC-4F68-A1E9-CAA3112707D9}" type="presParOf" srcId="{658A38C5-7EA6-4CB2-B14A-3201A5CBE45F}" destId="{CD4063A0-EF57-4F16-A822-66D244C8C498}" srcOrd="1" destOrd="0" presId="urn:microsoft.com/office/officeart/2005/8/layout/orgChart1"/>
    <dgm:cxn modelId="{DCDC002F-6855-470D-9F82-164A3CDBCAA5}" type="presParOf" srcId="{658A38C5-7EA6-4CB2-B14A-3201A5CBE45F}" destId="{166171F6-6077-46A1-A4F3-53CF72F07E72}" srcOrd="2" destOrd="0" presId="urn:microsoft.com/office/officeart/2005/8/layout/orgChart1"/>
    <dgm:cxn modelId="{6A51A63D-2140-4DAE-817F-5E14E62A71BA}" type="presParOf" srcId="{052C265E-6976-4557-A34A-40FA99B5338A}" destId="{AF033164-4386-4AE3-90A1-73A25AC998BD}"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EDE318-68DB-4217-8DEC-C0C30D29D41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BE182442-C43A-4D74-B970-82236E31F7DE}">
      <dgm:prSet phldrT="[Text]" custT="1"/>
      <dgm:spPr/>
      <dgm:t>
        <a:bodyPr/>
        <a:lstStyle/>
        <a:p>
          <a:r>
            <a:rPr lang="en-US" sz="1200" dirty="0"/>
            <a:t>Approaches</a:t>
          </a:r>
          <a:endParaRPr lang="en-ZA" sz="1200" dirty="0"/>
        </a:p>
      </dgm:t>
    </dgm:pt>
    <dgm:pt modelId="{48DB6750-329E-42DD-8EF2-FA66A8A14545}" type="parTrans" cxnId="{E61361F8-EFFD-416F-B4C4-A0E76C34DABE}">
      <dgm:prSet/>
      <dgm:spPr/>
      <dgm:t>
        <a:bodyPr/>
        <a:lstStyle/>
        <a:p>
          <a:endParaRPr lang="en-ZA" sz="1200"/>
        </a:p>
      </dgm:t>
    </dgm:pt>
    <dgm:pt modelId="{631C25B1-AAB4-49DA-9B6B-C5729C7F4674}" type="sibTrans" cxnId="{E61361F8-EFFD-416F-B4C4-A0E76C34DABE}">
      <dgm:prSet/>
      <dgm:spPr/>
      <dgm:t>
        <a:bodyPr/>
        <a:lstStyle/>
        <a:p>
          <a:endParaRPr lang="en-ZA" sz="1200"/>
        </a:p>
      </dgm:t>
    </dgm:pt>
    <dgm:pt modelId="{D7B62469-FD0F-4DC7-AA6B-3A3D87E07638}">
      <dgm:prSet phldrT="[Text]" custT="1"/>
      <dgm:spPr>
        <a:solidFill>
          <a:srgbClr val="C00000"/>
        </a:solidFill>
        <a:ln>
          <a:solidFill>
            <a:srgbClr val="C00000"/>
          </a:solidFill>
        </a:ln>
      </dgm:spPr>
      <dgm:t>
        <a:bodyPr/>
        <a:lstStyle/>
        <a:p>
          <a:r>
            <a:rPr lang="en-US" sz="1200" dirty="0"/>
            <a:t>Decision tree analysis</a:t>
          </a:r>
          <a:endParaRPr lang="en-ZA" sz="1200" dirty="0"/>
        </a:p>
      </dgm:t>
    </dgm:pt>
    <dgm:pt modelId="{D7981784-3AE3-4464-A3A1-29F8488FF8F3}" type="parTrans" cxnId="{3AF6E373-4F3D-416C-A32F-AE31E813E447}">
      <dgm:prSet/>
      <dgm:spPr/>
      <dgm:t>
        <a:bodyPr/>
        <a:lstStyle/>
        <a:p>
          <a:endParaRPr lang="en-ZA" sz="1200"/>
        </a:p>
      </dgm:t>
    </dgm:pt>
    <dgm:pt modelId="{342F6E4D-A227-4B44-AB05-3B030A443EDE}" type="sibTrans" cxnId="{3AF6E373-4F3D-416C-A32F-AE31E813E447}">
      <dgm:prSet/>
      <dgm:spPr/>
      <dgm:t>
        <a:bodyPr/>
        <a:lstStyle/>
        <a:p>
          <a:endParaRPr lang="en-ZA" sz="1200"/>
        </a:p>
      </dgm:t>
    </dgm:pt>
    <dgm:pt modelId="{E4CB8A46-922B-4C8B-9275-7B45214FEB1F}">
      <dgm:prSet phldrT="[Text]" custT="1"/>
      <dgm:spPr/>
      <dgm:t>
        <a:bodyPr/>
        <a:lstStyle/>
        <a:p>
          <a:r>
            <a:rPr lang="en-US" sz="1200" dirty="0"/>
            <a:t>Sensitivity analysis</a:t>
          </a:r>
          <a:endParaRPr lang="en-ZA" sz="1200" dirty="0"/>
        </a:p>
      </dgm:t>
    </dgm:pt>
    <dgm:pt modelId="{AF0FBD2E-F66B-4041-8005-5480757F0850}" type="parTrans" cxnId="{5BBC3E9B-00BB-4287-800A-9BEB590D7555}">
      <dgm:prSet/>
      <dgm:spPr/>
      <dgm:t>
        <a:bodyPr/>
        <a:lstStyle/>
        <a:p>
          <a:endParaRPr lang="en-ZA" sz="1200"/>
        </a:p>
      </dgm:t>
    </dgm:pt>
    <dgm:pt modelId="{96DD29F6-EBA2-4278-96C5-60B0AD2CF9F7}" type="sibTrans" cxnId="{5BBC3E9B-00BB-4287-800A-9BEB590D7555}">
      <dgm:prSet/>
      <dgm:spPr/>
      <dgm:t>
        <a:bodyPr/>
        <a:lstStyle/>
        <a:p>
          <a:endParaRPr lang="en-ZA" sz="1200"/>
        </a:p>
      </dgm:t>
    </dgm:pt>
    <dgm:pt modelId="{44D8ABEF-00EB-4C4C-BC3D-7053B0F4D838}">
      <dgm:prSet phldrT="[Text]" custT="1"/>
      <dgm:spPr/>
      <dgm:t>
        <a:bodyPr/>
        <a:lstStyle/>
        <a:p>
          <a:r>
            <a:rPr lang="en-US" sz="1200" dirty="0"/>
            <a:t>Scenario analysis</a:t>
          </a:r>
          <a:endParaRPr lang="en-ZA" sz="1200" dirty="0"/>
        </a:p>
      </dgm:t>
    </dgm:pt>
    <dgm:pt modelId="{E83AF7F1-7F99-4EB5-9389-9843FC06D2EE}" type="parTrans" cxnId="{821B8639-A311-4E78-8FB3-2A71A3999888}">
      <dgm:prSet/>
      <dgm:spPr/>
      <dgm:t>
        <a:bodyPr/>
        <a:lstStyle/>
        <a:p>
          <a:endParaRPr lang="en-ZA" sz="1200"/>
        </a:p>
      </dgm:t>
    </dgm:pt>
    <dgm:pt modelId="{9898696D-72F2-41BF-A071-F0022083834A}" type="sibTrans" cxnId="{821B8639-A311-4E78-8FB3-2A71A3999888}">
      <dgm:prSet/>
      <dgm:spPr/>
      <dgm:t>
        <a:bodyPr/>
        <a:lstStyle/>
        <a:p>
          <a:endParaRPr lang="en-ZA" sz="1200"/>
        </a:p>
      </dgm:t>
    </dgm:pt>
    <dgm:pt modelId="{7CEA26F6-8963-48D5-8608-461FF11EBC77}" type="pres">
      <dgm:prSet presAssocID="{E1EDE318-68DB-4217-8DEC-C0C30D29D41D}" presName="hierChild1" presStyleCnt="0">
        <dgm:presLayoutVars>
          <dgm:orgChart val="1"/>
          <dgm:chPref val="1"/>
          <dgm:dir/>
          <dgm:animOne val="branch"/>
          <dgm:animLvl val="lvl"/>
          <dgm:resizeHandles/>
        </dgm:presLayoutVars>
      </dgm:prSet>
      <dgm:spPr/>
    </dgm:pt>
    <dgm:pt modelId="{052C265E-6976-4557-A34A-40FA99B5338A}" type="pres">
      <dgm:prSet presAssocID="{BE182442-C43A-4D74-B970-82236E31F7DE}" presName="hierRoot1" presStyleCnt="0">
        <dgm:presLayoutVars>
          <dgm:hierBranch val="init"/>
        </dgm:presLayoutVars>
      </dgm:prSet>
      <dgm:spPr/>
    </dgm:pt>
    <dgm:pt modelId="{933F3580-C0F5-4256-B144-189B3BBAC433}" type="pres">
      <dgm:prSet presAssocID="{BE182442-C43A-4D74-B970-82236E31F7DE}" presName="rootComposite1" presStyleCnt="0"/>
      <dgm:spPr/>
    </dgm:pt>
    <dgm:pt modelId="{69BC5031-3352-448D-9640-00AE2E86CDCF}" type="pres">
      <dgm:prSet presAssocID="{BE182442-C43A-4D74-B970-82236E31F7DE}" presName="rootText1" presStyleLbl="node0" presStyleIdx="0" presStyleCnt="1">
        <dgm:presLayoutVars>
          <dgm:chPref val="3"/>
        </dgm:presLayoutVars>
      </dgm:prSet>
      <dgm:spPr/>
    </dgm:pt>
    <dgm:pt modelId="{655A3295-0444-4AB5-9D60-DABCFC133281}" type="pres">
      <dgm:prSet presAssocID="{BE182442-C43A-4D74-B970-82236E31F7DE}" presName="rootConnector1" presStyleLbl="node1" presStyleIdx="0" presStyleCnt="0"/>
      <dgm:spPr/>
    </dgm:pt>
    <dgm:pt modelId="{053C550B-F9AB-4E0A-A479-A886789BA614}" type="pres">
      <dgm:prSet presAssocID="{BE182442-C43A-4D74-B970-82236E31F7DE}" presName="hierChild2" presStyleCnt="0"/>
      <dgm:spPr/>
    </dgm:pt>
    <dgm:pt modelId="{412D3198-CDFA-4649-BB4E-2AE0A8681C92}" type="pres">
      <dgm:prSet presAssocID="{D7981784-3AE3-4464-A3A1-29F8488FF8F3}" presName="Name37" presStyleLbl="parChTrans1D2" presStyleIdx="0" presStyleCnt="3"/>
      <dgm:spPr/>
    </dgm:pt>
    <dgm:pt modelId="{62358649-FAAC-4328-BB80-56A3D51FBC5E}" type="pres">
      <dgm:prSet presAssocID="{D7B62469-FD0F-4DC7-AA6B-3A3D87E07638}" presName="hierRoot2" presStyleCnt="0">
        <dgm:presLayoutVars>
          <dgm:hierBranch val="init"/>
        </dgm:presLayoutVars>
      </dgm:prSet>
      <dgm:spPr/>
    </dgm:pt>
    <dgm:pt modelId="{48F90451-6200-4A44-A348-2C0C0C11B8BA}" type="pres">
      <dgm:prSet presAssocID="{D7B62469-FD0F-4DC7-AA6B-3A3D87E07638}" presName="rootComposite" presStyleCnt="0"/>
      <dgm:spPr/>
    </dgm:pt>
    <dgm:pt modelId="{70761584-8CCE-4718-8B45-4A3FA212332F}" type="pres">
      <dgm:prSet presAssocID="{D7B62469-FD0F-4DC7-AA6B-3A3D87E07638}" presName="rootText" presStyleLbl="node2" presStyleIdx="0" presStyleCnt="3">
        <dgm:presLayoutVars>
          <dgm:chPref val="3"/>
        </dgm:presLayoutVars>
      </dgm:prSet>
      <dgm:spPr/>
    </dgm:pt>
    <dgm:pt modelId="{D6F2F5BB-25B7-4A8E-BDAF-03344CAC05BE}" type="pres">
      <dgm:prSet presAssocID="{D7B62469-FD0F-4DC7-AA6B-3A3D87E07638}" presName="rootConnector" presStyleLbl="node2" presStyleIdx="0" presStyleCnt="3"/>
      <dgm:spPr/>
    </dgm:pt>
    <dgm:pt modelId="{94A22768-6A93-44DE-8091-CD553B804E15}" type="pres">
      <dgm:prSet presAssocID="{D7B62469-FD0F-4DC7-AA6B-3A3D87E07638}" presName="hierChild4" presStyleCnt="0"/>
      <dgm:spPr/>
    </dgm:pt>
    <dgm:pt modelId="{FDE57F49-7740-4142-B668-C29EEDB8BD86}" type="pres">
      <dgm:prSet presAssocID="{D7B62469-FD0F-4DC7-AA6B-3A3D87E07638}" presName="hierChild5" presStyleCnt="0"/>
      <dgm:spPr/>
    </dgm:pt>
    <dgm:pt modelId="{C6150F60-7608-4FA1-B885-8D393A32ECB9}" type="pres">
      <dgm:prSet presAssocID="{AF0FBD2E-F66B-4041-8005-5480757F0850}" presName="Name37" presStyleLbl="parChTrans1D2" presStyleIdx="1" presStyleCnt="3"/>
      <dgm:spPr/>
    </dgm:pt>
    <dgm:pt modelId="{5DB92047-3785-40CA-B5A6-2B8F4B699746}" type="pres">
      <dgm:prSet presAssocID="{E4CB8A46-922B-4C8B-9275-7B45214FEB1F}" presName="hierRoot2" presStyleCnt="0">
        <dgm:presLayoutVars>
          <dgm:hierBranch val="init"/>
        </dgm:presLayoutVars>
      </dgm:prSet>
      <dgm:spPr/>
    </dgm:pt>
    <dgm:pt modelId="{77751AB9-7D73-48D2-B976-51F61119741F}" type="pres">
      <dgm:prSet presAssocID="{E4CB8A46-922B-4C8B-9275-7B45214FEB1F}" presName="rootComposite" presStyleCnt="0"/>
      <dgm:spPr/>
    </dgm:pt>
    <dgm:pt modelId="{8C6CB93C-F4A3-4CE7-9627-F6A57743FEDE}" type="pres">
      <dgm:prSet presAssocID="{E4CB8A46-922B-4C8B-9275-7B45214FEB1F}" presName="rootText" presStyleLbl="node2" presStyleIdx="1" presStyleCnt="3">
        <dgm:presLayoutVars>
          <dgm:chPref val="3"/>
        </dgm:presLayoutVars>
      </dgm:prSet>
      <dgm:spPr/>
    </dgm:pt>
    <dgm:pt modelId="{F48C748B-C42E-40EF-BD56-39EC16151ACF}" type="pres">
      <dgm:prSet presAssocID="{E4CB8A46-922B-4C8B-9275-7B45214FEB1F}" presName="rootConnector" presStyleLbl="node2" presStyleIdx="1" presStyleCnt="3"/>
      <dgm:spPr/>
    </dgm:pt>
    <dgm:pt modelId="{1C63BCBB-3F48-4E86-93E0-71562FF53856}" type="pres">
      <dgm:prSet presAssocID="{E4CB8A46-922B-4C8B-9275-7B45214FEB1F}" presName="hierChild4" presStyleCnt="0"/>
      <dgm:spPr/>
    </dgm:pt>
    <dgm:pt modelId="{D0C65CEB-EB88-46E8-8590-901FB169815D}" type="pres">
      <dgm:prSet presAssocID="{E4CB8A46-922B-4C8B-9275-7B45214FEB1F}" presName="hierChild5" presStyleCnt="0"/>
      <dgm:spPr/>
    </dgm:pt>
    <dgm:pt modelId="{29798DE5-6DA5-44C7-954F-AD06D3A6F60E}" type="pres">
      <dgm:prSet presAssocID="{E83AF7F1-7F99-4EB5-9389-9843FC06D2EE}" presName="Name37" presStyleLbl="parChTrans1D2" presStyleIdx="2" presStyleCnt="3"/>
      <dgm:spPr/>
    </dgm:pt>
    <dgm:pt modelId="{658A38C5-7EA6-4CB2-B14A-3201A5CBE45F}" type="pres">
      <dgm:prSet presAssocID="{44D8ABEF-00EB-4C4C-BC3D-7053B0F4D838}" presName="hierRoot2" presStyleCnt="0">
        <dgm:presLayoutVars>
          <dgm:hierBranch val="init"/>
        </dgm:presLayoutVars>
      </dgm:prSet>
      <dgm:spPr/>
    </dgm:pt>
    <dgm:pt modelId="{B8622849-AE75-4326-89AD-FC46CC5591F6}" type="pres">
      <dgm:prSet presAssocID="{44D8ABEF-00EB-4C4C-BC3D-7053B0F4D838}" presName="rootComposite" presStyleCnt="0"/>
      <dgm:spPr/>
    </dgm:pt>
    <dgm:pt modelId="{EBC72E8A-9F35-495A-9A60-D68AA34E4098}" type="pres">
      <dgm:prSet presAssocID="{44D8ABEF-00EB-4C4C-BC3D-7053B0F4D838}" presName="rootText" presStyleLbl="node2" presStyleIdx="2" presStyleCnt="3">
        <dgm:presLayoutVars>
          <dgm:chPref val="3"/>
        </dgm:presLayoutVars>
      </dgm:prSet>
      <dgm:spPr/>
    </dgm:pt>
    <dgm:pt modelId="{9477E0A2-EDEE-4928-88BB-E2DCF2913110}" type="pres">
      <dgm:prSet presAssocID="{44D8ABEF-00EB-4C4C-BC3D-7053B0F4D838}" presName="rootConnector" presStyleLbl="node2" presStyleIdx="2" presStyleCnt="3"/>
      <dgm:spPr/>
    </dgm:pt>
    <dgm:pt modelId="{CD4063A0-EF57-4F16-A822-66D244C8C498}" type="pres">
      <dgm:prSet presAssocID="{44D8ABEF-00EB-4C4C-BC3D-7053B0F4D838}" presName="hierChild4" presStyleCnt="0"/>
      <dgm:spPr/>
    </dgm:pt>
    <dgm:pt modelId="{166171F6-6077-46A1-A4F3-53CF72F07E72}" type="pres">
      <dgm:prSet presAssocID="{44D8ABEF-00EB-4C4C-BC3D-7053B0F4D838}" presName="hierChild5" presStyleCnt="0"/>
      <dgm:spPr/>
    </dgm:pt>
    <dgm:pt modelId="{AF033164-4386-4AE3-90A1-73A25AC998BD}" type="pres">
      <dgm:prSet presAssocID="{BE182442-C43A-4D74-B970-82236E31F7DE}" presName="hierChild3" presStyleCnt="0"/>
      <dgm:spPr/>
    </dgm:pt>
  </dgm:ptLst>
  <dgm:cxnLst>
    <dgm:cxn modelId="{11E8CA02-5AF7-40C3-9FE4-7ED3C4C463C8}" type="presOf" srcId="{D7B62469-FD0F-4DC7-AA6B-3A3D87E07638}" destId="{D6F2F5BB-25B7-4A8E-BDAF-03344CAC05BE}" srcOrd="1" destOrd="0" presId="urn:microsoft.com/office/officeart/2005/8/layout/orgChart1"/>
    <dgm:cxn modelId="{653B7A16-D0C9-4CCD-8098-54B49FECAC6A}" type="presOf" srcId="{BE182442-C43A-4D74-B970-82236E31F7DE}" destId="{655A3295-0444-4AB5-9D60-DABCFC133281}" srcOrd="1" destOrd="0" presId="urn:microsoft.com/office/officeart/2005/8/layout/orgChart1"/>
    <dgm:cxn modelId="{C9F81E1A-E4F4-4628-A66D-AB282B675A07}" type="presOf" srcId="{44D8ABEF-00EB-4C4C-BC3D-7053B0F4D838}" destId="{9477E0A2-EDEE-4928-88BB-E2DCF2913110}" srcOrd="1" destOrd="0" presId="urn:microsoft.com/office/officeart/2005/8/layout/orgChart1"/>
    <dgm:cxn modelId="{C4CDFC1C-4304-4E40-8638-CAD182DEA1CE}" type="presOf" srcId="{44D8ABEF-00EB-4C4C-BC3D-7053B0F4D838}" destId="{EBC72E8A-9F35-495A-9A60-D68AA34E4098}" srcOrd="0" destOrd="0" presId="urn:microsoft.com/office/officeart/2005/8/layout/orgChart1"/>
    <dgm:cxn modelId="{4A119A31-41C4-4596-96E9-9D0DD3069A57}" type="presOf" srcId="{AF0FBD2E-F66B-4041-8005-5480757F0850}" destId="{C6150F60-7608-4FA1-B885-8D393A32ECB9}" srcOrd="0" destOrd="0" presId="urn:microsoft.com/office/officeart/2005/8/layout/orgChart1"/>
    <dgm:cxn modelId="{821B8639-A311-4E78-8FB3-2A71A3999888}" srcId="{BE182442-C43A-4D74-B970-82236E31F7DE}" destId="{44D8ABEF-00EB-4C4C-BC3D-7053B0F4D838}" srcOrd="2" destOrd="0" parTransId="{E83AF7F1-7F99-4EB5-9389-9843FC06D2EE}" sibTransId="{9898696D-72F2-41BF-A071-F0022083834A}"/>
    <dgm:cxn modelId="{246E6440-C640-4DDF-AD64-0DD718AD2B53}" type="presOf" srcId="{E4CB8A46-922B-4C8B-9275-7B45214FEB1F}" destId="{F48C748B-C42E-40EF-BD56-39EC16151ACF}" srcOrd="1" destOrd="0" presId="urn:microsoft.com/office/officeart/2005/8/layout/orgChart1"/>
    <dgm:cxn modelId="{B15E1D43-7A32-4535-AF76-C5ACCAB6682C}" type="presOf" srcId="{E4CB8A46-922B-4C8B-9275-7B45214FEB1F}" destId="{8C6CB93C-F4A3-4CE7-9627-F6A57743FEDE}" srcOrd="0" destOrd="0" presId="urn:microsoft.com/office/officeart/2005/8/layout/orgChart1"/>
    <dgm:cxn modelId="{3E8EC348-7A9C-459C-86FD-1E90E42DFDAF}" type="presOf" srcId="{E83AF7F1-7F99-4EB5-9389-9843FC06D2EE}" destId="{29798DE5-6DA5-44C7-954F-AD06D3A6F60E}" srcOrd="0" destOrd="0" presId="urn:microsoft.com/office/officeart/2005/8/layout/orgChart1"/>
    <dgm:cxn modelId="{1E17D24A-9F63-478E-8E18-99BDBD88F214}" type="presOf" srcId="{BE182442-C43A-4D74-B970-82236E31F7DE}" destId="{69BC5031-3352-448D-9640-00AE2E86CDCF}" srcOrd="0" destOrd="0" presId="urn:microsoft.com/office/officeart/2005/8/layout/orgChart1"/>
    <dgm:cxn modelId="{9431334F-7C85-4875-84BF-F714E0E3C58E}" type="presOf" srcId="{E1EDE318-68DB-4217-8DEC-C0C30D29D41D}" destId="{7CEA26F6-8963-48D5-8608-461FF11EBC77}" srcOrd="0" destOrd="0" presId="urn:microsoft.com/office/officeart/2005/8/layout/orgChart1"/>
    <dgm:cxn modelId="{3AF6E373-4F3D-416C-A32F-AE31E813E447}" srcId="{BE182442-C43A-4D74-B970-82236E31F7DE}" destId="{D7B62469-FD0F-4DC7-AA6B-3A3D87E07638}" srcOrd="0" destOrd="0" parTransId="{D7981784-3AE3-4464-A3A1-29F8488FF8F3}" sibTransId="{342F6E4D-A227-4B44-AB05-3B030A443EDE}"/>
    <dgm:cxn modelId="{5BBC3E9B-00BB-4287-800A-9BEB590D7555}" srcId="{BE182442-C43A-4D74-B970-82236E31F7DE}" destId="{E4CB8A46-922B-4C8B-9275-7B45214FEB1F}" srcOrd="1" destOrd="0" parTransId="{AF0FBD2E-F66B-4041-8005-5480757F0850}" sibTransId="{96DD29F6-EBA2-4278-96C5-60B0AD2CF9F7}"/>
    <dgm:cxn modelId="{A882F1B0-1E6B-4773-BD51-6E2DA0D09E74}" type="presOf" srcId="{D7981784-3AE3-4464-A3A1-29F8488FF8F3}" destId="{412D3198-CDFA-4649-BB4E-2AE0A8681C92}" srcOrd="0" destOrd="0" presId="urn:microsoft.com/office/officeart/2005/8/layout/orgChart1"/>
    <dgm:cxn modelId="{CBE7C7E1-942F-40A7-A5F8-E6334A7A088C}" type="presOf" srcId="{D7B62469-FD0F-4DC7-AA6B-3A3D87E07638}" destId="{70761584-8CCE-4718-8B45-4A3FA212332F}" srcOrd="0" destOrd="0" presId="urn:microsoft.com/office/officeart/2005/8/layout/orgChart1"/>
    <dgm:cxn modelId="{E61361F8-EFFD-416F-B4C4-A0E76C34DABE}" srcId="{E1EDE318-68DB-4217-8DEC-C0C30D29D41D}" destId="{BE182442-C43A-4D74-B970-82236E31F7DE}" srcOrd="0" destOrd="0" parTransId="{48DB6750-329E-42DD-8EF2-FA66A8A14545}" sibTransId="{631C25B1-AAB4-49DA-9B6B-C5729C7F4674}"/>
    <dgm:cxn modelId="{BDEBE316-89F8-4814-B490-7D59E0674E7E}" type="presParOf" srcId="{7CEA26F6-8963-48D5-8608-461FF11EBC77}" destId="{052C265E-6976-4557-A34A-40FA99B5338A}" srcOrd="0" destOrd="0" presId="urn:microsoft.com/office/officeart/2005/8/layout/orgChart1"/>
    <dgm:cxn modelId="{9A9F7642-56A8-42D2-805E-A3E882030B20}" type="presParOf" srcId="{052C265E-6976-4557-A34A-40FA99B5338A}" destId="{933F3580-C0F5-4256-B144-189B3BBAC433}" srcOrd="0" destOrd="0" presId="urn:microsoft.com/office/officeart/2005/8/layout/orgChart1"/>
    <dgm:cxn modelId="{14CED0B7-E95C-483E-9E1F-F3584577B614}" type="presParOf" srcId="{933F3580-C0F5-4256-B144-189B3BBAC433}" destId="{69BC5031-3352-448D-9640-00AE2E86CDCF}" srcOrd="0" destOrd="0" presId="urn:microsoft.com/office/officeart/2005/8/layout/orgChart1"/>
    <dgm:cxn modelId="{753E3E23-D7C4-4DA2-816C-4D8177E0FB10}" type="presParOf" srcId="{933F3580-C0F5-4256-B144-189B3BBAC433}" destId="{655A3295-0444-4AB5-9D60-DABCFC133281}" srcOrd="1" destOrd="0" presId="urn:microsoft.com/office/officeart/2005/8/layout/orgChart1"/>
    <dgm:cxn modelId="{F03B129F-D12D-48A3-8B9B-24714045D15E}" type="presParOf" srcId="{052C265E-6976-4557-A34A-40FA99B5338A}" destId="{053C550B-F9AB-4E0A-A479-A886789BA614}" srcOrd="1" destOrd="0" presId="urn:microsoft.com/office/officeart/2005/8/layout/orgChart1"/>
    <dgm:cxn modelId="{5CA3E08E-0A5E-4995-945C-42E6927AF147}" type="presParOf" srcId="{053C550B-F9AB-4E0A-A479-A886789BA614}" destId="{412D3198-CDFA-4649-BB4E-2AE0A8681C92}" srcOrd="0" destOrd="0" presId="urn:microsoft.com/office/officeart/2005/8/layout/orgChart1"/>
    <dgm:cxn modelId="{C297DAEE-C86D-4F0A-9781-8F48C819DF16}" type="presParOf" srcId="{053C550B-F9AB-4E0A-A479-A886789BA614}" destId="{62358649-FAAC-4328-BB80-56A3D51FBC5E}" srcOrd="1" destOrd="0" presId="urn:microsoft.com/office/officeart/2005/8/layout/orgChart1"/>
    <dgm:cxn modelId="{1CA8ED97-D55F-42BD-86A6-26BDC99FC0CB}" type="presParOf" srcId="{62358649-FAAC-4328-BB80-56A3D51FBC5E}" destId="{48F90451-6200-4A44-A348-2C0C0C11B8BA}" srcOrd="0" destOrd="0" presId="urn:microsoft.com/office/officeart/2005/8/layout/orgChart1"/>
    <dgm:cxn modelId="{2EFD35CA-2B82-44A9-AAD6-37391F87BEDE}" type="presParOf" srcId="{48F90451-6200-4A44-A348-2C0C0C11B8BA}" destId="{70761584-8CCE-4718-8B45-4A3FA212332F}" srcOrd="0" destOrd="0" presId="urn:microsoft.com/office/officeart/2005/8/layout/orgChart1"/>
    <dgm:cxn modelId="{C86E91B6-FB99-43E9-B4E0-254B21C43025}" type="presParOf" srcId="{48F90451-6200-4A44-A348-2C0C0C11B8BA}" destId="{D6F2F5BB-25B7-4A8E-BDAF-03344CAC05BE}" srcOrd="1" destOrd="0" presId="urn:microsoft.com/office/officeart/2005/8/layout/orgChart1"/>
    <dgm:cxn modelId="{D4C3F573-83C6-45D1-9A6A-FE96AC8E85FE}" type="presParOf" srcId="{62358649-FAAC-4328-BB80-56A3D51FBC5E}" destId="{94A22768-6A93-44DE-8091-CD553B804E15}" srcOrd="1" destOrd="0" presId="urn:microsoft.com/office/officeart/2005/8/layout/orgChart1"/>
    <dgm:cxn modelId="{59CD2AB4-153D-4759-ABB0-95000CC4485E}" type="presParOf" srcId="{62358649-FAAC-4328-BB80-56A3D51FBC5E}" destId="{FDE57F49-7740-4142-B668-C29EEDB8BD86}" srcOrd="2" destOrd="0" presId="urn:microsoft.com/office/officeart/2005/8/layout/orgChart1"/>
    <dgm:cxn modelId="{74447C41-81CF-43BD-9A9B-C729BA658671}" type="presParOf" srcId="{053C550B-F9AB-4E0A-A479-A886789BA614}" destId="{C6150F60-7608-4FA1-B885-8D393A32ECB9}" srcOrd="2" destOrd="0" presId="urn:microsoft.com/office/officeart/2005/8/layout/orgChart1"/>
    <dgm:cxn modelId="{AE1BC232-542A-4B7F-B61A-BD550E7BDE3B}" type="presParOf" srcId="{053C550B-F9AB-4E0A-A479-A886789BA614}" destId="{5DB92047-3785-40CA-B5A6-2B8F4B699746}" srcOrd="3" destOrd="0" presId="urn:microsoft.com/office/officeart/2005/8/layout/orgChart1"/>
    <dgm:cxn modelId="{3792376F-55E3-4A8C-975F-D480C412EE4C}" type="presParOf" srcId="{5DB92047-3785-40CA-B5A6-2B8F4B699746}" destId="{77751AB9-7D73-48D2-B976-51F61119741F}" srcOrd="0" destOrd="0" presId="urn:microsoft.com/office/officeart/2005/8/layout/orgChart1"/>
    <dgm:cxn modelId="{5C9E7FBD-4B5B-4F9F-BFC9-4EF46A6F6108}" type="presParOf" srcId="{77751AB9-7D73-48D2-B976-51F61119741F}" destId="{8C6CB93C-F4A3-4CE7-9627-F6A57743FEDE}" srcOrd="0" destOrd="0" presId="urn:microsoft.com/office/officeart/2005/8/layout/orgChart1"/>
    <dgm:cxn modelId="{3C08B6A5-155D-4636-84D4-E8E1F7859B6B}" type="presParOf" srcId="{77751AB9-7D73-48D2-B976-51F61119741F}" destId="{F48C748B-C42E-40EF-BD56-39EC16151ACF}" srcOrd="1" destOrd="0" presId="urn:microsoft.com/office/officeart/2005/8/layout/orgChart1"/>
    <dgm:cxn modelId="{E9B8C981-4B92-45A9-BC67-6FA91355DA75}" type="presParOf" srcId="{5DB92047-3785-40CA-B5A6-2B8F4B699746}" destId="{1C63BCBB-3F48-4E86-93E0-71562FF53856}" srcOrd="1" destOrd="0" presId="urn:microsoft.com/office/officeart/2005/8/layout/orgChart1"/>
    <dgm:cxn modelId="{A7C4A3A3-5094-4752-B314-8C6B6AD4888C}" type="presParOf" srcId="{5DB92047-3785-40CA-B5A6-2B8F4B699746}" destId="{D0C65CEB-EB88-46E8-8590-901FB169815D}" srcOrd="2" destOrd="0" presId="urn:microsoft.com/office/officeart/2005/8/layout/orgChart1"/>
    <dgm:cxn modelId="{564F0C1D-3A37-44DB-ADEC-56149776CB89}" type="presParOf" srcId="{053C550B-F9AB-4E0A-A479-A886789BA614}" destId="{29798DE5-6DA5-44C7-954F-AD06D3A6F60E}" srcOrd="4" destOrd="0" presId="urn:microsoft.com/office/officeart/2005/8/layout/orgChart1"/>
    <dgm:cxn modelId="{FC24FD5F-D395-48D9-A3C7-65842DD82129}" type="presParOf" srcId="{053C550B-F9AB-4E0A-A479-A886789BA614}" destId="{658A38C5-7EA6-4CB2-B14A-3201A5CBE45F}" srcOrd="5" destOrd="0" presId="urn:microsoft.com/office/officeart/2005/8/layout/orgChart1"/>
    <dgm:cxn modelId="{45F9A0F4-A3A5-456A-9F17-CD9D48AD0EC9}" type="presParOf" srcId="{658A38C5-7EA6-4CB2-B14A-3201A5CBE45F}" destId="{B8622849-AE75-4326-89AD-FC46CC5591F6}" srcOrd="0" destOrd="0" presId="urn:microsoft.com/office/officeart/2005/8/layout/orgChart1"/>
    <dgm:cxn modelId="{52AB1A28-8625-419B-B151-32AF826548EA}" type="presParOf" srcId="{B8622849-AE75-4326-89AD-FC46CC5591F6}" destId="{EBC72E8A-9F35-495A-9A60-D68AA34E4098}" srcOrd="0" destOrd="0" presId="urn:microsoft.com/office/officeart/2005/8/layout/orgChart1"/>
    <dgm:cxn modelId="{A0168D27-E495-4AD1-95DF-F090579FF08C}" type="presParOf" srcId="{B8622849-AE75-4326-89AD-FC46CC5591F6}" destId="{9477E0A2-EDEE-4928-88BB-E2DCF2913110}" srcOrd="1" destOrd="0" presId="urn:microsoft.com/office/officeart/2005/8/layout/orgChart1"/>
    <dgm:cxn modelId="{AEA4836B-F5EC-4F68-A1E9-CAA3112707D9}" type="presParOf" srcId="{658A38C5-7EA6-4CB2-B14A-3201A5CBE45F}" destId="{CD4063A0-EF57-4F16-A822-66D244C8C498}" srcOrd="1" destOrd="0" presId="urn:microsoft.com/office/officeart/2005/8/layout/orgChart1"/>
    <dgm:cxn modelId="{DCDC002F-6855-470D-9F82-164A3CDBCAA5}" type="presParOf" srcId="{658A38C5-7EA6-4CB2-B14A-3201A5CBE45F}" destId="{166171F6-6077-46A1-A4F3-53CF72F07E72}" srcOrd="2" destOrd="0" presId="urn:microsoft.com/office/officeart/2005/8/layout/orgChart1"/>
    <dgm:cxn modelId="{6A51A63D-2140-4DAE-817F-5E14E62A71BA}" type="presParOf" srcId="{052C265E-6976-4557-A34A-40FA99B5338A}" destId="{AF033164-4386-4AE3-90A1-73A25AC998BD}"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0AB9E84-8516-4C20-9D52-EF1A27D9C250}"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ZA"/>
        </a:p>
      </dgm:t>
    </dgm:pt>
    <dgm:pt modelId="{89A6908D-58BF-48FB-BB5A-07741E052A7E}">
      <dgm:prSet phldrT="[Text]" custT="1"/>
      <dgm:spPr/>
      <dgm:t>
        <a:bodyPr/>
        <a:lstStyle/>
        <a:p>
          <a:r>
            <a:rPr lang="en-US" sz="1600" dirty="0">
              <a:latin typeface="+mj-lt"/>
            </a:rPr>
            <a:t>Should R22m investment be made in new production capacity?</a:t>
          </a:r>
          <a:endParaRPr lang="en-ZA" sz="1600" dirty="0">
            <a:latin typeface="+mj-lt"/>
          </a:endParaRPr>
        </a:p>
      </dgm:t>
    </dgm:pt>
    <dgm:pt modelId="{0AE77F89-C3B8-4942-A545-AE8BE7CAAD89}" type="parTrans" cxnId="{2AC0A647-145E-4DA6-8DCD-CCFC085F6760}">
      <dgm:prSet/>
      <dgm:spPr/>
      <dgm:t>
        <a:bodyPr/>
        <a:lstStyle/>
        <a:p>
          <a:endParaRPr lang="en-ZA" sz="1600">
            <a:latin typeface="+mj-lt"/>
          </a:endParaRPr>
        </a:p>
      </dgm:t>
    </dgm:pt>
    <dgm:pt modelId="{6B637237-9E0A-4191-BCD3-B5805C453D20}" type="sibTrans" cxnId="{2AC0A647-145E-4DA6-8DCD-CCFC085F6760}">
      <dgm:prSet/>
      <dgm:spPr/>
      <dgm:t>
        <a:bodyPr/>
        <a:lstStyle/>
        <a:p>
          <a:endParaRPr lang="en-ZA" sz="1600">
            <a:latin typeface="+mj-lt"/>
          </a:endParaRPr>
        </a:p>
      </dgm:t>
    </dgm:pt>
    <dgm:pt modelId="{E4DEC54A-5AD5-403E-9796-6872E9143FA2}">
      <dgm:prSet phldrT="[Text]" custT="1"/>
      <dgm:spPr/>
      <dgm:t>
        <a:bodyPr/>
        <a:lstStyle/>
        <a:p>
          <a:r>
            <a:rPr lang="en-US" sz="1600" dirty="0">
              <a:latin typeface="+mj-lt"/>
            </a:rPr>
            <a:t>Certainty about government’s economic policy</a:t>
          </a:r>
          <a:endParaRPr lang="en-ZA" sz="1600" dirty="0">
            <a:latin typeface="+mj-lt"/>
          </a:endParaRPr>
        </a:p>
      </dgm:t>
    </dgm:pt>
    <dgm:pt modelId="{F7BC9A76-176C-43E8-8208-9B4643181357}" type="parTrans" cxnId="{EEDC2278-F326-444A-B2FA-B2B3470BCAE4}">
      <dgm:prSet custT="1"/>
      <dgm:spPr/>
      <dgm:t>
        <a:bodyPr/>
        <a:lstStyle/>
        <a:p>
          <a:endParaRPr lang="en-ZA" sz="1600">
            <a:latin typeface="+mj-lt"/>
          </a:endParaRPr>
        </a:p>
      </dgm:t>
    </dgm:pt>
    <dgm:pt modelId="{589953E4-4EBD-4B3D-B3C7-AA6866DEA4AF}" type="sibTrans" cxnId="{EEDC2278-F326-444A-B2FA-B2B3470BCAE4}">
      <dgm:prSet/>
      <dgm:spPr/>
      <dgm:t>
        <a:bodyPr/>
        <a:lstStyle/>
        <a:p>
          <a:endParaRPr lang="en-ZA" sz="1600">
            <a:latin typeface="+mj-lt"/>
          </a:endParaRPr>
        </a:p>
      </dgm:t>
    </dgm:pt>
    <dgm:pt modelId="{C14B2702-8A60-4C1D-9835-7DD406FD98F9}">
      <dgm:prSet phldrT="[Text]" custT="1"/>
      <dgm:spPr/>
      <dgm:t>
        <a:bodyPr/>
        <a:lstStyle/>
        <a:p>
          <a:r>
            <a:rPr lang="en-US" sz="1600" dirty="0">
              <a:latin typeface="+mj-lt"/>
            </a:rPr>
            <a:t>Economy expand</a:t>
          </a:r>
          <a:endParaRPr lang="en-ZA" sz="1600" dirty="0">
            <a:latin typeface="+mj-lt"/>
          </a:endParaRPr>
        </a:p>
      </dgm:t>
    </dgm:pt>
    <dgm:pt modelId="{0236F85F-85E8-4243-926D-217CAA3F1466}" type="parTrans" cxnId="{5186BCAF-926D-48E9-A85E-DEFF025A2A55}">
      <dgm:prSet custT="1"/>
      <dgm:spPr/>
      <dgm:t>
        <a:bodyPr/>
        <a:lstStyle/>
        <a:p>
          <a:endParaRPr lang="en-ZA" sz="1600">
            <a:latin typeface="+mj-lt"/>
          </a:endParaRPr>
        </a:p>
      </dgm:t>
    </dgm:pt>
    <dgm:pt modelId="{4EA87876-47B0-4645-9B8A-72C264CED042}" type="sibTrans" cxnId="{5186BCAF-926D-48E9-A85E-DEFF025A2A55}">
      <dgm:prSet/>
      <dgm:spPr/>
      <dgm:t>
        <a:bodyPr/>
        <a:lstStyle/>
        <a:p>
          <a:endParaRPr lang="en-ZA" sz="1600">
            <a:latin typeface="+mj-lt"/>
          </a:endParaRPr>
        </a:p>
      </dgm:t>
    </dgm:pt>
    <dgm:pt modelId="{020A869F-763D-416A-BEA4-894D3BF3261E}">
      <dgm:prSet phldrT="[Text]" custT="1"/>
      <dgm:spPr/>
      <dgm:t>
        <a:bodyPr/>
        <a:lstStyle/>
        <a:p>
          <a:r>
            <a:rPr lang="en-US" sz="1600" dirty="0">
              <a:latin typeface="+mj-lt"/>
            </a:rPr>
            <a:t>Economy contract</a:t>
          </a:r>
          <a:endParaRPr lang="en-ZA" sz="1600" dirty="0">
            <a:latin typeface="+mj-lt"/>
          </a:endParaRPr>
        </a:p>
      </dgm:t>
    </dgm:pt>
    <dgm:pt modelId="{3CB8B81B-32FB-4043-AC31-E775467D2902}" type="parTrans" cxnId="{4C13B6E2-F9F3-409E-BB94-0658675FD406}">
      <dgm:prSet custT="1"/>
      <dgm:spPr/>
      <dgm:t>
        <a:bodyPr/>
        <a:lstStyle/>
        <a:p>
          <a:endParaRPr lang="en-ZA" sz="1600">
            <a:latin typeface="+mj-lt"/>
          </a:endParaRPr>
        </a:p>
      </dgm:t>
    </dgm:pt>
    <dgm:pt modelId="{1EC46D89-6803-4488-B7B7-373F96CE257F}" type="sibTrans" cxnId="{4C13B6E2-F9F3-409E-BB94-0658675FD406}">
      <dgm:prSet/>
      <dgm:spPr/>
      <dgm:t>
        <a:bodyPr/>
        <a:lstStyle/>
        <a:p>
          <a:endParaRPr lang="en-ZA" sz="1600">
            <a:latin typeface="+mj-lt"/>
          </a:endParaRPr>
        </a:p>
      </dgm:t>
    </dgm:pt>
    <dgm:pt modelId="{D7B51FE9-31E0-429E-8BBC-FE486230C4ED}">
      <dgm:prSet phldrT="[Text]" custT="1"/>
      <dgm:spPr/>
      <dgm:t>
        <a:bodyPr/>
        <a:lstStyle/>
        <a:p>
          <a:r>
            <a:rPr lang="en-US" sz="1600" dirty="0">
              <a:latin typeface="+mj-lt"/>
            </a:rPr>
            <a:t>Uncertainty about government’s economic policy</a:t>
          </a:r>
          <a:endParaRPr lang="en-ZA" sz="1600" dirty="0">
            <a:latin typeface="+mj-lt"/>
          </a:endParaRPr>
        </a:p>
      </dgm:t>
    </dgm:pt>
    <dgm:pt modelId="{65913E2A-F795-4278-8962-EF56CBF5B25A}" type="parTrans" cxnId="{0B93860B-260D-41AA-8EB9-12EA8219ACC8}">
      <dgm:prSet custT="1"/>
      <dgm:spPr/>
      <dgm:t>
        <a:bodyPr/>
        <a:lstStyle/>
        <a:p>
          <a:endParaRPr lang="en-ZA" sz="1600">
            <a:latin typeface="+mj-lt"/>
          </a:endParaRPr>
        </a:p>
      </dgm:t>
    </dgm:pt>
    <dgm:pt modelId="{6F9EDEE2-D659-4D4F-8AEF-E81219F89E31}" type="sibTrans" cxnId="{0B93860B-260D-41AA-8EB9-12EA8219ACC8}">
      <dgm:prSet/>
      <dgm:spPr/>
      <dgm:t>
        <a:bodyPr/>
        <a:lstStyle/>
        <a:p>
          <a:endParaRPr lang="en-ZA" sz="1600">
            <a:latin typeface="+mj-lt"/>
          </a:endParaRPr>
        </a:p>
      </dgm:t>
    </dgm:pt>
    <dgm:pt modelId="{39D1A2A3-209B-4D9A-9D88-9B0D7342603F}">
      <dgm:prSet phldrT="[Text]" custT="1"/>
      <dgm:spPr/>
      <dgm:t>
        <a:bodyPr/>
        <a:lstStyle/>
        <a:p>
          <a:r>
            <a:rPr lang="en-US" sz="1600" dirty="0">
              <a:latin typeface="+mj-lt"/>
            </a:rPr>
            <a:t>Economy expand</a:t>
          </a:r>
          <a:endParaRPr lang="en-ZA" sz="1600" dirty="0">
            <a:latin typeface="+mj-lt"/>
          </a:endParaRPr>
        </a:p>
      </dgm:t>
    </dgm:pt>
    <dgm:pt modelId="{6568DEDB-2E98-4D7D-9A76-3C3F3B279F87}" type="parTrans" cxnId="{A5A7A3BC-D15D-49CD-B4CA-4810BD2FC1E3}">
      <dgm:prSet custT="1"/>
      <dgm:spPr/>
      <dgm:t>
        <a:bodyPr/>
        <a:lstStyle/>
        <a:p>
          <a:endParaRPr lang="en-ZA" sz="1600">
            <a:latin typeface="+mj-lt"/>
          </a:endParaRPr>
        </a:p>
      </dgm:t>
    </dgm:pt>
    <dgm:pt modelId="{8E16EF6B-3B46-4DB2-A0E9-002B346D9BD6}" type="sibTrans" cxnId="{A5A7A3BC-D15D-49CD-B4CA-4810BD2FC1E3}">
      <dgm:prSet/>
      <dgm:spPr/>
      <dgm:t>
        <a:bodyPr/>
        <a:lstStyle/>
        <a:p>
          <a:endParaRPr lang="en-ZA" sz="1600">
            <a:latin typeface="+mj-lt"/>
          </a:endParaRPr>
        </a:p>
      </dgm:t>
    </dgm:pt>
    <dgm:pt modelId="{E3BB7EA0-8926-4F87-BFDF-CEF16B24C70F}">
      <dgm:prSet custT="1"/>
      <dgm:spPr/>
      <dgm:t>
        <a:bodyPr/>
        <a:lstStyle/>
        <a:p>
          <a:r>
            <a:rPr lang="en-US" sz="1600" dirty="0">
              <a:latin typeface="+mj-lt"/>
            </a:rPr>
            <a:t>Economy contract</a:t>
          </a:r>
          <a:endParaRPr lang="en-ZA" sz="1600" dirty="0">
            <a:latin typeface="+mj-lt"/>
          </a:endParaRPr>
        </a:p>
      </dgm:t>
    </dgm:pt>
    <dgm:pt modelId="{92C528D4-416D-4260-8B3E-B443A0BE6F19}" type="parTrans" cxnId="{655C5BAC-D5A2-4BE7-895D-156BA3FE8407}">
      <dgm:prSet custT="1"/>
      <dgm:spPr/>
      <dgm:t>
        <a:bodyPr/>
        <a:lstStyle/>
        <a:p>
          <a:endParaRPr lang="en-ZA" sz="1600">
            <a:latin typeface="+mj-lt"/>
          </a:endParaRPr>
        </a:p>
      </dgm:t>
    </dgm:pt>
    <dgm:pt modelId="{3647D248-F2BE-4F80-B213-3C9881D46EB8}" type="sibTrans" cxnId="{655C5BAC-D5A2-4BE7-895D-156BA3FE8407}">
      <dgm:prSet/>
      <dgm:spPr/>
      <dgm:t>
        <a:bodyPr/>
        <a:lstStyle/>
        <a:p>
          <a:endParaRPr lang="en-ZA" sz="1600">
            <a:latin typeface="+mj-lt"/>
          </a:endParaRPr>
        </a:p>
      </dgm:t>
    </dgm:pt>
    <dgm:pt modelId="{29118CC1-53C0-4214-91AE-3FC17B884D52}">
      <dgm:prSet custT="1"/>
      <dgm:spPr>
        <a:solidFill>
          <a:srgbClr val="C00000"/>
        </a:solidFill>
        <a:ln>
          <a:solidFill>
            <a:srgbClr val="C00000"/>
          </a:solidFill>
        </a:ln>
      </dgm:spPr>
      <dgm:t>
        <a:bodyPr/>
        <a:lstStyle/>
        <a:p>
          <a:r>
            <a:rPr lang="en-US" sz="1600" dirty="0">
              <a:latin typeface="+mj-lt"/>
            </a:rPr>
            <a:t>NPV = -R4.4m</a:t>
          </a:r>
          <a:endParaRPr lang="en-ZA" sz="1600" dirty="0">
            <a:latin typeface="+mj-lt"/>
          </a:endParaRPr>
        </a:p>
      </dgm:t>
    </dgm:pt>
    <dgm:pt modelId="{F47169F6-E1CA-44FD-B2FD-DA21FA38BA33}" type="parTrans" cxnId="{6102EEFC-8FC9-4D14-8948-7A65BB0C61E3}">
      <dgm:prSet custT="1"/>
      <dgm:spPr/>
      <dgm:t>
        <a:bodyPr/>
        <a:lstStyle/>
        <a:p>
          <a:endParaRPr lang="en-ZA" sz="1600">
            <a:latin typeface="+mj-lt"/>
          </a:endParaRPr>
        </a:p>
      </dgm:t>
    </dgm:pt>
    <dgm:pt modelId="{460C3E80-D170-4158-BC6B-556CD684C1F3}" type="sibTrans" cxnId="{6102EEFC-8FC9-4D14-8948-7A65BB0C61E3}">
      <dgm:prSet/>
      <dgm:spPr/>
      <dgm:t>
        <a:bodyPr/>
        <a:lstStyle/>
        <a:p>
          <a:endParaRPr lang="en-ZA" sz="1600">
            <a:latin typeface="+mj-lt"/>
          </a:endParaRPr>
        </a:p>
      </dgm:t>
    </dgm:pt>
    <dgm:pt modelId="{A22769A2-34E0-4460-8358-FA5F7EA690CF}">
      <dgm:prSet custT="1"/>
      <dgm:spPr>
        <a:solidFill>
          <a:srgbClr val="C00000"/>
        </a:solidFill>
        <a:ln w="25400" cap="flat" cmpd="sng" algn="ctr">
          <a:solidFill>
            <a:srgbClr val="C00000"/>
          </a:solidFill>
          <a:prstDash val="solid"/>
        </a:ln>
        <a:effectLst/>
      </dgm:spPr>
      <dgm:t>
        <a:bodyPr spcFirstLastPara="0" vert="horz" wrap="square" lIns="8255" tIns="8255" rIns="8255" bIns="8255" numCol="1" spcCol="1270" anchor="ctr" anchorCtr="0"/>
        <a:lstStyle/>
        <a:p>
          <a:pPr marL="0" lvl="0" indent="0" algn="ctr" defTabSz="577850">
            <a:lnSpc>
              <a:spcPct val="90000"/>
            </a:lnSpc>
            <a:spcBef>
              <a:spcPct val="0"/>
            </a:spcBef>
            <a:spcAft>
              <a:spcPct val="35000"/>
            </a:spcAft>
            <a:buNone/>
          </a:pPr>
          <a:r>
            <a:rPr lang="en-US" sz="1600" kern="1200" dirty="0">
              <a:solidFill>
                <a:prstClr val="white"/>
              </a:solidFill>
              <a:latin typeface="+mj-lt"/>
              <a:ea typeface="ＭＳ Ｐゴシック"/>
              <a:cs typeface="+mn-cs"/>
            </a:rPr>
            <a:t>NPV = -R6m</a:t>
          </a:r>
          <a:endParaRPr lang="en-ZA" sz="1600" kern="1200" dirty="0">
            <a:solidFill>
              <a:prstClr val="white"/>
            </a:solidFill>
            <a:latin typeface="+mj-lt"/>
            <a:ea typeface="ＭＳ Ｐゴシック"/>
            <a:cs typeface="+mn-cs"/>
          </a:endParaRPr>
        </a:p>
      </dgm:t>
    </dgm:pt>
    <dgm:pt modelId="{FF989820-7195-47E1-BC27-329D124765D1}" type="parTrans" cxnId="{1EDB1C22-9843-4293-8685-F047061017C8}">
      <dgm:prSet custT="1"/>
      <dgm:spPr/>
      <dgm:t>
        <a:bodyPr/>
        <a:lstStyle/>
        <a:p>
          <a:endParaRPr lang="en-ZA" sz="1600">
            <a:latin typeface="+mj-lt"/>
          </a:endParaRPr>
        </a:p>
      </dgm:t>
    </dgm:pt>
    <dgm:pt modelId="{E0B126ED-84E6-4F95-AAC6-A55BF199BDDC}" type="sibTrans" cxnId="{1EDB1C22-9843-4293-8685-F047061017C8}">
      <dgm:prSet/>
      <dgm:spPr/>
      <dgm:t>
        <a:bodyPr/>
        <a:lstStyle/>
        <a:p>
          <a:endParaRPr lang="en-ZA" sz="1600">
            <a:latin typeface="+mj-lt"/>
          </a:endParaRPr>
        </a:p>
      </dgm:t>
    </dgm:pt>
    <dgm:pt modelId="{8F4243F0-F5CB-488A-B93A-E93FFDA3AB65}">
      <dgm:prSet custT="1"/>
      <dgm:spPr/>
      <dgm:t>
        <a:bodyPr/>
        <a:lstStyle/>
        <a:p>
          <a:r>
            <a:rPr lang="en-US" sz="1600" dirty="0">
              <a:latin typeface="+mj-lt"/>
            </a:rPr>
            <a:t>NPV = R7.6m</a:t>
          </a:r>
          <a:endParaRPr lang="en-ZA" sz="1600" dirty="0">
            <a:latin typeface="+mj-lt"/>
          </a:endParaRPr>
        </a:p>
      </dgm:t>
    </dgm:pt>
    <dgm:pt modelId="{3E81259A-2319-4E92-9862-0DF815481630}" type="parTrans" cxnId="{BDF95283-2263-40E8-95F8-54B433724EAC}">
      <dgm:prSet custT="1"/>
      <dgm:spPr/>
      <dgm:t>
        <a:bodyPr/>
        <a:lstStyle/>
        <a:p>
          <a:endParaRPr lang="en-ZA" sz="1600">
            <a:latin typeface="+mj-lt"/>
          </a:endParaRPr>
        </a:p>
      </dgm:t>
    </dgm:pt>
    <dgm:pt modelId="{67598395-D73B-4500-BD79-F41A36D2D796}" type="sibTrans" cxnId="{BDF95283-2263-40E8-95F8-54B433724EAC}">
      <dgm:prSet/>
      <dgm:spPr/>
      <dgm:t>
        <a:bodyPr/>
        <a:lstStyle/>
        <a:p>
          <a:endParaRPr lang="en-ZA" sz="1600">
            <a:latin typeface="+mj-lt"/>
          </a:endParaRPr>
        </a:p>
      </dgm:t>
    </dgm:pt>
    <dgm:pt modelId="{4153C482-49CC-49C1-947C-3820CB2CC006}">
      <dgm:prSet custT="1"/>
      <dgm:spPr/>
      <dgm:t>
        <a:bodyPr/>
        <a:lstStyle/>
        <a:p>
          <a:r>
            <a:rPr lang="en-US" sz="1600" dirty="0">
              <a:latin typeface="+mj-lt"/>
            </a:rPr>
            <a:t>NPV = R6m</a:t>
          </a:r>
          <a:endParaRPr lang="en-ZA" sz="1600" dirty="0">
            <a:latin typeface="+mj-lt"/>
          </a:endParaRPr>
        </a:p>
      </dgm:t>
    </dgm:pt>
    <dgm:pt modelId="{DFF476A1-7CCF-48A5-B835-34C46C0D7E43}" type="parTrans" cxnId="{B0447C8B-9DFD-4E7F-8268-CC78D76DAD71}">
      <dgm:prSet custT="1"/>
      <dgm:spPr/>
      <dgm:t>
        <a:bodyPr/>
        <a:lstStyle/>
        <a:p>
          <a:endParaRPr lang="en-ZA" sz="1600">
            <a:latin typeface="+mj-lt"/>
          </a:endParaRPr>
        </a:p>
      </dgm:t>
    </dgm:pt>
    <dgm:pt modelId="{55877362-C3C7-4BE1-8F53-643688D1FA02}" type="sibTrans" cxnId="{B0447C8B-9DFD-4E7F-8268-CC78D76DAD71}">
      <dgm:prSet/>
      <dgm:spPr/>
      <dgm:t>
        <a:bodyPr/>
        <a:lstStyle/>
        <a:p>
          <a:endParaRPr lang="en-ZA" sz="1600">
            <a:latin typeface="+mj-lt"/>
          </a:endParaRPr>
        </a:p>
      </dgm:t>
    </dgm:pt>
    <dgm:pt modelId="{60EE3E4D-944C-4191-B7A0-6E0CE0593D52}">
      <dgm:prSet custT="1"/>
      <dgm:spPr/>
      <dgm:t>
        <a:bodyPr/>
        <a:lstStyle/>
        <a:p>
          <a:r>
            <a:rPr lang="en-US" sz="1600" dirty="0">
              <a:latin typeface="+mj-lt"/>
            </a:rPr>
            <a:t>NPV = R4m</a:t>
          </a:r>
          <a:endParaRPr lang="en-ZA" sz="1600" dirty="0">
            <a:latin typeface="+mj-lt"/>
          </a:endParaRPr>
        </a:p>
      </dgm:t>
    </dgm:pt>
    <dgm:pt modelId="{FE2ABE79-8BFF-4EFA-9522-95F93D6D8BA9}" type="parTrans" cxnId="{64C86C4E-68F5-4CAB-9B37-527375CF4125}">
      <dgm:prSet custT="1"/>
      <dgm:spPr/>
      <dgm:t>
        <a:bodyPr/>
        <a:lstStyle/>
        <a:p>
          <a:endParaRPr lang="en-ZA" sz="1600">
            <a:latin typeface="+mj-lt"/>
          </a:endParaRPr>
        </a:p>
      </dgm:t>
    </dgm:pt>
    <dgm:pt modelId="{91723856-387F-467F-8455-59ADB9C3E9B8}" type="sibTrans" cxnId="{64C86C4E-68F5-4CAB-9B37-527375CF4125}">
      <dgm:prSet/>
      <dgm:spPr/>
      <dgm:t>
        <a:bodyPr/>
        <a:lstStyle/>
        <a:p>
          <a:endParaRPr lang="en-ZA" sz="1600">
            <a:latin typeface="+mj-lt"/>
          </a:endParaRPr>
        </a:p>
      </dgm:t>
    </dgm:pt>
    <dgm:pt modelId="{BECAA4E5-04BB-4C11-B6D7-654CA2B97E73}">
      <dgm:prSet custT="1"/>
      <dgm:spPr/>
      <dgm:t>
        <a:bodyPr/>
        <a:lstStyle/>
        <a:p>
          <a:r>
            <a:rPr lang="en-US" sz="1600" dirty="0">
              <a:latin typeface="+mj-lt"/>
            </a:rPr>
            <a:t>NPV = R2.2m</a:t>
          </a:r>
          <a:endParaRPr lang="en-ZA" sz="1600" dirty="0">
            <a:latin typeface="+mj-lt"/>
          </a:endParaRPr>
        </a:p>
      </dgm:t>
    </dgm:pt>
    <dgm:pt modelId="{19ADBF3E-795E-402D-A818-2DAF13E40788}" type="parTrans" cxnId="{D15D45A8-05F7-43EC-8BD6-1D226178DC77}">
      <dgm:prSet custT="1"/>
      <dgm:spPr/>
      <dgm:t>
        <a:bodyPr/>
        <a:lstStyle/>
        <a:p>
          <a:endParaRPr lang="en-ZA" sz="1600">
            <a:latin typeface="+mj-lt"/>
          </a:endParaRPr>
        </a:p>
      </dgm:t>
    </dgm:pt>
    <dgm:pt modelId="{CE51521D-CEAF-4EB4-903A-C6E5FE020391}" type="sibTrans" cxnId="{D15D45A8-05F7-43EC-8BD6-1D226178DC77}">
      <dgm:prSet/>
      <dgm:spPr/>
      <dgm:t>
        <a:bodyPr/>
        <a:lstStyle/>
        <a:p>
          <a:endParaRPr lang="en-ZA" sz="1600">
            <a:latin typeface="+mj-lt"/>
          </a:endParaRPr>
        </a:p>
      </dgm:t>
    </dgm:pt>
    <dgm:pt modelId="{B5FF3A12-9B38-488B-B177-A969256F1E6C}">
      <dgm:prSet custT="1"/>
      <dgm:spPr/>
      <dgm:t>
        <a:bodyPr/>
        <a:lstStyle/>
        <a:p>
          <a:r>
            <a:rPr lang="en-US" sz="1600" dirty="0">
              <a:latin typeface="+mj-lt"/>
            </a:rPr>
            <a:t>NPV = R1m</a:t>
          </a:r>
          <a:endParaRPr lang="en-ZA" sz="1600" dirty="0">
            <a:latin typeface="+mj-lt"/>
          </a:endParaRPr>
        </a:p>
      </dgm:t>
    </dgm:pt>
    <dgm:pt modelId="{97AC25BE-E953-4914-88A9-1A17480BFA93}" type="parTrans" cxnId="{9A8600CC-2956-49B4-81BF-1E4FBA38AC83}">
      <dgm:prSet custT="1"/>
      <dgm:spPr/>
      <dgm:t>
        <a:bodyPr/>
        <a:lstStyle/>
        <a:p>
          <a:endParaRPr lang="en-ZA" sz="1600">
            <a:latin typeface="+mj-lt"/>
          </a:endParaRPr>
        </a:p>
      </dgm:t>
    </dgm:pt>
    <dgm:pt modelId="{D605C637-7824-47CD-B8DC-BE5F9E20EA06}" type="sibTrans" cxnId="{9A8600CC-2956-49B4-81BF-1E4FBA38AC83}">
      <dgm:prSet/>
      <dgm:spPr/>
      <dgm:t>
        <a:bodyPr/>
        <a:lstStyle/>
        <a:p>
          <a:endParaRPr lang="en-ZA" sz="1600">
            <a:latin typeface="+mj-lt"/>
          </a:endParaRPr>
        </a:p>
      </dgm:t>
    </dgm:pt>
    <dgm:pt modelId="{CD978DFE-6326-4FB2-8786-928F19E92A33}">
      <dgm:prSet custT="1"/>
      <dgm:spPr/>
      <dgm:t>
        <a:bodyPr/>
        <a:lstStyle/>
        <a:p>
          <a:r>
            <a:rPr lang="en-US" sz="1600" dirty="0">
              <a:latin typeface="+mj-lt"/>
            </a:rPr>
            <a:t>NPV = R0.55m</a:t>
          </a:r>
          <a:endParaRPr lang="en-ZA" sz="1600" dirty="0">
            <a:latin typeface="+mj-lt"/>
          </a:endParaRPr>
        </a:p>
      </dgm:t>
    </dgm:pt>
    <dgm:pt modelId="{D163DAFC-7C1E-4672-82A8-88422C4753E3}" type="parTrans" cxnId="{50D47C1C-5E9B-438A-97FC-972C8ED5DADC}">
      <dgm:prSet custT="1"/>
      <dgm:spPr/>
      <dgm:t>
        <a:bodyPr/>
        <a:lstStyle/>
        <a:p>
          <a:endParaRPr lang="en-ZA" sz="1600">
            <a:latin typeface="+mj-lt"/>
          </a:endParaRPr>
        </a:p>
      </dgm:t>
    </dgm:pt>
    <dgm:pt modelId="{92B55C45-CBE8-44BA-95ED-1D64E2B212C7}" type="sibTrans" cxnId="{50D47C1C-5E9B-438A-97FC-972C8ED5DADC}">
      <dgm:prSet/>
      <dgm:spPr/>
      <dgm:t>
        <a:bodyPr/>
        <a:lstStyle/>
        <a:p>
          <a:endParaRPr lang="en-ZA" sz="1600">
            <a:latin typeface="+mj-lt"/>
          </a:endParaRPr>
        </a:p>
      </dgm:t>
    </dgm:pt>
    <dgm:pt modelId="{4BD13A73-A3FA-4EC0-B36E-389682384AA7}" type="pres">
      <dgm:prSet presAssocID="{40AB9E84-8516-4C20-9D52-EF1A27D9C250}" presName="diagram" presStyleCnt="0">
        <dgm:presLayoutVars>
          <dgm:chPref val="1"/>
          <dgm:dir/>
          <dgm:animOne val="branch"/>
          <dgm:animLvl val="lvl"/>
          <dgm:resizeHandles val="exact"/>
        </dgm:presLayoutVars>
      </dgm:prSet>
      <dgm:spPr/>
    </dgm:pt>
    <dgm:pt modelId="{7B866047-A9E4-4F23-9A22-DC45771EFA28}" type="pres">
      <dgm:prSet presAssocID="{89A6908D-58BF-48FB-BB5A-07741E052A7E}" presName="root1" presStyleCnt="0"/>
      <dgm:spPr/>
    </dgm:pt>
    <dgm:pt modelId="{6ED4D79E-BA6B-4FCC-B57E-FB8589C63A32}" type="pres">
      <dgm:prSet presAssocID="{89A6908D-58BF-48FB-BB5A-07741E052A7E}" presName="LevelOneTextNode" presStyleLbl="node0" presStyleIdx="0" presStyleCnt="1" custScaleX="132849" custScaleY="295509" custLinFactNeighborX="-79419" custLinFactNeighborY="134">
        <dgm:presLayoutVars>
          <dgm:chPref val="3"/>
        </dgm:presLayoutVars>
      </dgm:prSet>
      <dgm:spPr/>
    </dgm:pt>
    <dgm:pt modelId="{EBE7A0DD-4CF3-4EC9-9549-E10C267CD76B}" type="pres">
      <dgm:prSet presAssocID="{89A6908D-58BF-48FB-BB5A-07741E052A7E}" presName="level2hierChild" presStyleCnt="0"/>
      <dgm:spPr/>
    </dgm:pt>
    <dgm:pt modelId="{489FFFC7-83A9-4B4D-AFD6-250AAFA47DB9}" type="pres">
      <dgm:prSet presAssocID="{F7BC9A76-176C-43E8-8208-9B4643181357}" presName="conn2-1" presStyleLbl="parChTrans1D2" presStyleIdx="0" presStyleCnt="2"/>
      <dgm:spPr/>
    </dgm:pt>
    <dgm:pt modelId="{1AFC4B88-8A60-46A2-82F9-8489238AC7CE}" type="pres">
      <dgm:prSet presAssocID="{F7BC9A76-176C-43E8-8208-9B4643181357}" presName="connTx" presStyleLbl="parChTrans1D2" presStyleIdx="0" presStyleCnt="2"/>
      <dgm:spPr/>
    </dgm:pt>
    <dgm:pt modelId="{91D538D5-AE7F-4099-B40E-F4468C5C44EC}" type="pres">
      <dgm:prSet presAssocID="{E4DEC54A-5AD5-403E-9796-6872E9143FA2}" presName="root2" presStyleCnt="0"/>
      <dgm:spPr/>
    </dgm:pt>
    <dgm:pt modelId="{46ED91B0-3C01-4ED4-A519-0520F98DB19E}" type="pres">
      <dgm:prSet presAssocID="{E4DEC54A-5AD5-403E-9796-6872E9143FA2}" presName="LevelTwoTextNode" presStyleLbl="node2" presStyleIdx="0" presStyleCnt="2" custScaleX="165137" custScaleY="194124" custLinFactNeighborX="-22228" custLinFactNeighborY="5987">
        <dgm:presLayoutVars>
          <dgm:chPref val="3"/>
        </dgm:presLayoutVars>
      </dgm:prSet>
      <dgm:spPr/>
    </dgm:pt>
    <dgm:pt modelId="{02E87DF0-0523-42C6-A863-66DB34115576}" type="pres">
      <dgm:prSet presAssocID="{E4DEC54A-5AD5-403E-9796-6872E9143FA2}" presName="level3hierChild" presStyleCnt="0"/>
      <dgm:spPr/>
    </dgm:pt>
    <dgm:pt modelId="{67DCDB50-969B-4B60-84F7-8EEFF46E0FF2}" type="pres">
      <dgm:prSet presAssocID="{0236F85F-85E8-4243-926D-217CAA3F1466}" presName="conn2-1" presStyleLbl="parChTrans1D3" presStyleIdx="0" presStyleCnt="4"/>
      <dgm:spPr/>
    </dgm:pt>
    <dgm:pt modelId="{99E11506-6D17-4669-9F36-78A44DB39A6E}" type="pres">
      <dgm:prSet presAssocID="{0236F85F-85E8-4243-926D-217CAA3F1466}" presName="connTx" presStyleLbl="parChTrans1D3" presStyleIdx="0" presStyleCnt="4"/>
      <dgm:spPr/>
    </dgm:pt>
    <dgm:pt modelId="{4E22712F-1D87-4935-9FCC-95D830F12FE7}" type="pres">
      <dgm:prSet presAssocID="{C14B2702-8A60-4C1D-9835-7DD406FD98F9}" presName="root2" presStyleCnt="0"/>
      <dgm:spPr/>
    </dgm:pt>
    <dgm:pt modelId="{C24582B2-3AC3-4CFF-A911-5EED6EB3F167}" type="pres">
      <dgm:prSet presAssocID="{C14B2702-8A60-4C1D-9835-7DD406FD98F9}" presName="LevelTwoTextNode" presStyleLbl="node3" presStyleIdx="0" presStyleCnt="4">
        <dgm:presLayoutVars>
          <dgm:chPref val="3"/>
        </dgm:presLayoutVars>
      </dgm:prSet>
      <dgm:spPr/>
    </dgm:pt>
    <dgm:pt modelId="{8E7D75A7-FC24-4CA7-A424-79313A8F5040}" type="pres">
      <dgm:prSet presAssocID="{C14B2702-8A60-4C1D-9835-7DD406FD98F9}" presName="level3hierChild" presStyleCnt="0"/>
      <dgm:spPr/>
    </dgm:pt>
    <dgm:pt modelId="{81AA3F40-4129-47E5-877D-79B99FC9AE85}" type="pres">
      <dgm:prSet presAssocID="{3E81259A-2319-4E92-9862-0DF815481630}" presName="conn2-1" presStyleLbl="parChTrans1D4" presStyleIdx="0" presStyleCnt="8"/>
      <dgm:spPr/>
    </dgm:pt>
    <dgm:pt modelId="{8AFC24FF-5409-43BB-BF45-686418571356}" type="pres">
      <dgm:prSet presAssocID="{3E81259A-2319-4E92-9862-0DF815481630}" presName="connTx" presStyleLbl="parChTrans1D4" presStyleIdx="0" presStyleCnt="8"/>
      <dgm:spPr/>
    </dgm:pt>
    <dgm:pt modelId="{89F651BE-5E58-402D-8407-62E13BDDA34B}" type="pres">
      <dgm:prSet presAssocID="{8F4243F0-F5CB-488A-B93A-E93FFDA3AB65}" presName="root2" presStyleCnt="0"/>
      <dgm:spPr/>
    </dgm:pt>
    <dgm:pt modelId="{0383675B-6770-4F18-BEF4-7654EEAF757D}" type="pres">
      <dgm:prSet presAssocID="{8F4243F0-F5CB-488A-B93A-E93FFDA3AB65}" presName="LevelTwoTextNode" presStyleLbl="node4" presStyleIdx="0" presStyleCnt="8" custScaleX="120033" custLinFactNeighborX="99955" custLinFactNeighborY="-97">
        <dgm:presLayoutVars>
          <dgm:chPref val="3"/>
        </dgm:presLayoutVars>
      </dgm:prSet>
      <dgm:spPr/>
    </dgm:pt>
    <dgm:pt modelId="{3D42246A-3C93-41C1-952C-5CC3316301DC}" type="pres">
      <dgm:prSet presAssocID="{8F4243F0-F5CB-488A-B93A-E93FFDA3AB65}" presName="level3hierChild" presStyleCnt="0"/>
      <dgm:spPr/>
    </dgm:pt>
    <dgm:pt modelId="{A58BFC4D-CEDF-424E-B921-4703AE156005}" type="pres">
      <dgm:prSet presAssocID="{DFF476A1-7CCF-48A5-B835-34C46C0D7E43}" presName="conn2-1" presStyleLbl="parChTrans1D4" presStyleIdx="1" presStyleCnt="8"/>
      <dgm:spPr/>
    </dgm:pt>
    <dgm:pt modelId="{B37CBDB5-CC82-4AFB-98B2-BF2178477AB5}" type="pres">
      <dgm:prSet presAssocID="{DFF476A1-7CCF-48A5-B835-34C46C0D7E43}" presName="connTx" presStyleLbl="parChTrans1D4" presStyleIdx="1" presStyleCnt="8"/>
      <dgm:spPr/>
    </dgm:pt>
    <dgm:pt modelId="{91EFD68F-9772-458A-8F71-48528A58F789}" type="pres">
      <dgm:prSet presAssocID="{4153C482-49CC-49C1-947C-3820CB2CC006}" presName="root2" presStyleCnt="0"/>
      <dgm:spPr/>
    </dgm:pt>
    <dgm:pt modelId="{CE0E7F28-4212-4C7A-B57E-FC2070377512}" type="pres">
      <dgm:prSet presAssocID="{4153C482-49CC-49C1-947C-3820CB2CC006}" presName="LevelTwoTextNode" presStyleLbl="node4" presStyleIdx="1" presStyleCnt="8" custScaleX="115797" custLinFactNeighborX="98464" custLinFactNeighborY="-6490">
        <dgm:presLayoutVars>
          <dgm:chPref val="3"/>
        </dgm:presLayoutVars>
      </dgm:prSet>
      <dgm:spPr/>
    </dgm:pt>
    <dgm:pt modelId="{7BF860AB-5D99-43E7-B797-7625214428B0}" type="pres">
      <dgm:prSet presAssocID="{4153C482-49CC-49C1-947C-3820CB2CC006}" presName="level3hierChild" presStyleCnt="0"/>
      <dgm:spPr/>
    </dgm:pt>
    <dgm:pt modelId="{C3B9F9C6-4484-4ED0-800F-FDE05F866929}" type="pres">
      <dgm:prSet presAssocID="{3CB8B81B-32FB-4043-AC31-E775467D2902}" presName="conn2-1" presStyleLbl="parChTrans1D3" presStyleIdx="1" presStyleCnt="4"/>
      <dgm:spPr/>
    </dgm:pt>
    <dgm:pt modelId="{254F6F8A-953C-4602-937B-4F5A12AAB801}" type="pres">
      <dgm:prSet presAssocID="{3CB8B81B-32FB-4043-AC31-E775467D2902}" presName="connTx" presStyleLbl="parChTrans1D3" presStyleIdx="1" presStyleCnt="4"/>
      <dgm:spPr/>
    </dgm:pt>
    <dgm:pt modelId="{980472CF-A99F-4175-B736-A18F2C030E95}" type="pres">
      <dgm:prSet presAssocID="{020A869F-763D-416A-BEA4-894D3BF3261E}" presName="root2" presStyleCnt="0"/>
      <dgm:spPr/>
    </dgm:pt>
    <dgm:pt modelId="{3657894D-B2AD-4295-A54D-E4F7BB1728F7}" type="pres">
      <dgm:prSet presAssocID="{020A869F-763D-416A-BEA4-894D3BF3261E}" presName="LevelTwoTextNode" presStyleLbl="node3" presStyleIdx="1" presStyleCnt="4">
        <dgm:presLayoutVars>
          <dgm:chPref val="3"/>
        </dgm:presLayoutVars>
      </dgm:prSet>
      <dgm:spPr/>
    </dgm:pt>
    <dgm:pt modelId="{C0F1D71D-FE49-48CA-A98D-209678950E15}" type="pres">
      <dgm:prSet presAssocID="{020A869F-763D-416A-BEA4-894D3BF3261E}" presName="level3hierChild" presStyleCnt="0"/>
      <dgm:spPr/>
    </dgm:pt>
    <dgm:pt modelId="{2EB5AAF9-2387-4DB8-8B5D-716390474AFA}" type="pres">
      <dgm:prSet presAssocID="{FE2ABE79-8BFF-4EFA-9522-95F93D6D8BA9}" presName="conn2-1" presStyleLbl="parChTrans1D4" presStyleIdx="2" presStyleCnt="8"/>
      <dgm:spPr/>
    </dgm:pt>
    <dgm:pt modelId="{A37ECE8A-29B3-43F9-9D30-25A338010A21}" type="pres">
      <dgm:prSet presAssocID="{FE2ABE79-8BFF-4EFA-9522-95F93D6D8BA9}" presName="connTx" presStyleLbl="parChTrans1D4" presStyleIdx="2" presStyleCnt="8"/>
      <dgm:spPr/>
    </dgm:pt>
    <dgm:pt modelId="{9C1A6DE7-70E4-4443-AAC4-B21648C7BB8E}" type="pres">
      <dgm:prSet presAssocID="{60EE3E4D-944C-4191-B7A0-6E0CE0593D52}" presName="root2" presStyleCnt="0"/>
      <dgm:spPr/>
    </dgm:pt>
    <dgm:pt modelId="{69428BB5-4B0F-4BD5-943B-212C0714C398}" type="pres">
      <dgm:prSet presAssocID="{60EE3E4D-944C-4191-B7A0-6E0CE0593D52}" presName="LevelTwoTextNode" presStyleLbl="node4" presStyleIdx="2" presStyleCnt="8" custScaleX="115797" custLinFactNeighborX="94295" custLinFactNeighborY="1062">
        <dgm:presLayoutVars>
          <dgm:chPref val="3"/>
        </dgm:presLayoutVars>
      </dgm:prSet>
      <dgm:spPr/>
    </dgm:pt>
    <dgm:pt modelId="{F5F4D8ED-D746-4C6B-A65C-175A84D60326}" type="pres">
      <dgm:prSet presAssocID="{60EE3E4D-944C-4191-B7A0-6E0CE0593D52}" presName="level3hierChild" presStyleCnt="0"/>
      <dgm:spPr/>
    </dgm:pt>
    <dgm:pt modelId="{D57A8194-6D0B-4331-A54B-EAD31E899ADE}" type="pres">
      <dgm:prSet presAssocID="{19ADBF3E-795E-402D-A818-2DAF13E40788}" presName="conn2-1" presStyleLbl="parChTrans1D4" presStyleIdx="3" presStyleCnt="8"/>
      <dgm:spPr/>
    </dgm:pt>
    <dgm:pt modelId="{EA4C32DD-726F-44D6-A36E-4333E62D2CC3}" type="pres">
      <dgm:prSet presAssocID="{19ADBF3E-795E-402D-A818-2DAF13E40788}" presName="connTx" presStyleLbl="parChTrans1D4" presStyleIdx="3" presStyleCnt="8"/>
      <dgm:spPr/>
    </dgm:pt>
    <dgm:pt modelId="{662303E7-AE22-4BC4-87CF-E6D49740F1FF}" type="pres">
      <dgm:prSet presAssocID="{BECAA4E5-04BB-4C11-B6D7-654CA2B97E73}" presName="root2" presStyleCnt="0"/>
      <dgm:spPr/>
    </dgm:pt>
    <dgm:pt modelId="{622D8DD6-2479-4759-955E-32E492D0E78E}" type="pres">
      <dgm:prSet presAssocID="{BECAA4E5-04BB-4C11-B6D7-654CA2B97E73}" presName="LevelTwoTextNode" presStyleLbl="node4" presStyleIdx="3" presStyleCnt="8" custScaleX="115797" custLinFactNeighborX="94295" custLinFactNeighborY="-3642">
        <dgm:presLayoutVars>
          <dgm:chPref val="3"/>
        </dgm:presLayoutVars>
      </dgm:prSet>
      <dgm:spPr/>
    </dgm:pt>
    <dgm:pt modelId="{8F969EF0-5B15-4198-857A-DDD2828C71A4}" type="pres">
      <dgm:prSet presAssocID="{BECAA4E5-04BB-4C11-B6D7-654CA2B97E73}" presName="level3hierChild" presStyleCnt="0"/>
      <dgm:spPr/>
    </dgm:pt>
    <dgm:pt modelId="{E2384780-FBB1-408D-AB59-F2F7C2FD7A50}" type="pres">
      <dgm:prSet presAssocID="{65913E2A-F795-4278-8962-EF56CBF5B25A}" presName="conn2-1" presStyleLbl="parChTrans1D2" presStyleIdx="1" presStyleCnt="2"/>
      <dgm:spPr/>
    </dgm:pt>
    <dgm:pt modelId="{74DA3ABD-A968-44F5-8755-CA13D27B0699}" type="pres">
      <dgm:prSet presAssocID="{65913E2A-F795-4278-8962-EF56CBF5B25A}" presName="connTx" presStyleLbl="parChTrans1D2" presStyleIdx="1" presStyleCnt="2"/>
      <dgm:spPr/>
    </dgm:pt>
    <dgm:pt modelId="{1051ABBB-6474-47D7-ACE5-8FE69BB50EAF}" type="pres">
      <dgm:prSet presAssocID="{D7B51FE9-31E0-429E-8BBC-FE486230C4ED}" presName="root2" presStyleCnt="0"/>
      <dgm:spPr/>
    </dgm:pt>
    <dgm:pt modelId="{DF88863A-21F7-4CAA-BD7B-FB4936A18D36}" type="pres">
      <dgm:prSet presAssocID="{D7B51FE9-31E0-429E-8BBC-FE486230C4ED}" presName="LevelTwoTextNode" presStyleLbl="node2" presStyleIdx="1" presStyleCnt="2" custScaleX="169613" custScaleY="184942" custLinFactNeighborX="-20351" custLinFactNeighborY="-9272">
        <dgm:presLayoutVars>
          <dgm:chPref val="3"/>
        </dgm:presLayoutVars>
      </dgm:prSet>
      <dgm:spPr/>
    </dgm:pt>
    <dgm:pt modelId="{8B836903-B592-4258-BCF0-43932CD6790A}" type="pres">
      <dgm:prSet presAssocID="{D7B51FE9-31E0-429E-8BBC-FE486230C4ED}" presName="level3hierChild" presStyleCnt="0"/>
      <dgm:spPr/>
    </dgm:pt>
    <dgm:pt modelId="{D8740EA5-AC94-49C8-889D-E529D41A8B45}" type="pres">
      <dgm:prSet presAssocID="{6568DEDB-2E98-4D7D-9A76-3C3F3B279F87}" presName="conn2-1" presStyleLbl="parChTrans1D3" presStyleIdx="2" presStyleCnt="4"/>
      <dgm:spPr/>
    </dgm:pt>
    <dgm:pt modelId="{42163621-9E52-4BA3-B299-9E8C2995B280}" type="pres">
      <dgm:prSet presAssocID="{6568DEDB-2E98-4D7D-9A76-3C3F3B279F87}" presName="connTx" presStyleLbl="parChTrans1D3" presStyleIdx="2" presStyleCnt="4"/>
      <dgm:spPr/>
    </dgm:pt>
    <dgm:pt modelId="{16573913-C389-4C54-8DE8-127B799A2717}" type="pres">
      <dgm:prSet presAssocID="{39D1A2A3-209B-4D9A-9D88-9B0D7342603F}" presName="root2" presStyleCnt="0"/>
      <dgm:spPr/>
    </dgm:pt>
    <dgm:pt modelId="{C466B3DE-DC6C-4F62-8914-7C16D322450C}" type="pres">
      <dgm:prSet presAssocID="{39D1A2A3-209B-4D9A-9D88-9B0D7342603F}" presName="LevelTwoTextNode" presStyleLbl="node3" presStyleIdx="2" presStyleCnt="4">
        <dgm:presLayoutVars>
          <dgm:chPref val="3"/>
        </dgm:presLayoutVars>
      </dgm:prSet>
      <dgm:spPr/>
    </dgm:pt>
    <dgm:pt modelId="{F2A3EFB5-2575-421F-96E4-9BEF79AB6D29}" type="pres">
      <dgm:prSet presAssocID="{39D1A2A3-209B-4D9A-9D88-9B0D7342603F}" presName="level3hierChild" presStyleCnt="0"/>
      <dgm:spPr/>
    </dgm:pt>
    <dgm:pt modelId="{A5364474-0E63-476F-81A5-16D489D3D172}" type="pres">
      <dgm:prSet presAssocID="{97AC25BE-E953-4914-88A9-1A17480BFA93}" presName="conn2-1" presStyleLbl="parChTrans1D4" presStyleIdx="4" presStyleCnt="8"/>
      <dgm:spPr/>
    </dgm:pt>
    <dgm:pt modelId="{70169E58-DEAA-4CD9-8375-D035FE4284F3}" type="pres">
      <dgm:prSet presAssocID="{97AC25BE-E953-4914-88A9-1A17480BFA93}" presName="connTx" presStyleLbl="parChTrans1D4" presStyleIdx="4" presStyleCnt="8"/>
      <dgm:spPr/>
    </dgm:pt>
    <dgm:pt modelId="{42E64F6D-5F01-482A-A46D-3DC544AD9F6B}" type="pres">
      <dgm:prSet presAssocID="{B5FF3A12-9B38-488B-B177-A969256F1E6C}" presName="root2" presStyleCnt="0"/>
      <dgm:spPr/>
    </dgm:pt>
    <dgm:pt modelId="{16E1352D-2948-4FCB-A56E-F004D24C7D44}" type="pres">
      <dgm:prSet presAssocID="{B5FF3A12-9B38-488B-B177-A969256F1E6C}" presName="LevelTwoTextNode" presStyleLbl="node4" presStyleIdx="4" presStyleCnt="8" custScaleX="115797" custLinFactNeighborX="94295" custLinFactNeighborY="-8345">
        <dgm:presLayoutVars>
          <dgm:chPref val="3"/>
        </dgm:presLayoutVars>
      </dgm:prSet>
      <dgm:spPr/>
    </dgm:pt>
    <dgm:pt modelId="{BE131F33-1E44-423E-9D6E-8A24CCB58CD3}" type="pres">
      <dgm:prSet presAssocID="{B5FF3A12-9B38-488B-B177-A969256F1E6C}" presName="level3hierChild" presStyleCnt="0"/>
      <dgm:spPr/>
    </dgm:pt>
    <dgm:pt modelId="{4C16E453-B9A4-45C2-B79F-43264F5F0193}" type="pres">
      <dgm:prSet presAssocID="{D163DAFC-7C1E-4672-82A8-88422C4753E3}" presName="conn2-1" presStyleLbl="parChTrans1D4" presStyleIdx="5" presStyleCnt="8"/>
      <dgm:spPr/>
    </dgm:pt>
    <dgm:pt modelId="{F5A38786-8B55-4C79-B92E-CE7B102B023C}" type="pres">
      <dgm:prSet presAssocID="{D163DAFC-7C1E-4672-82A8-88422C4753E3}" presName="connTx" presStyleLbl="parChTrans1D4" presStyleIdx="5" presStyleCnt="8"/>
      <dgm:spPr/>
    </dgm:pt>
    <dgm:pt modelId="{77CEA160-F73C-47C6-B1DE-DA516E24BCCC}" type="pres">
      <dgm:prSet presAssocID="{CD978DFE-6326-4FB2-8786-928F19E92A33}" presName="root2" presStyleCnt="0"/>
      <dgm:spPr/>
    </dgm:pt>
    <dgm:pt modelId="{3E403C07-A6BB-4550-BC4E-6C19B236AB9D}" type="pres">
      <dgm:prSet presAssocID="{CD978DFE-6326-4FB2-8786-928F19E92A33}" presName="LevelTwoTextNode" presStyleLbl="node4" presStyleIdx="5" presStyleCnt="8" custScaleX="115797" custLinFactNeighborX="94295" custLinFactNeighborY="-793">
        <dgm:presLayoutVars>
          <dgm:chPref val="3"/>
        </dgm:presLayoutVars>
      </dgm:prSet>
      <dgm:spPr/>
    </dgm:pt>
    <dgm:pt modelId="{8A3C30C1-5AB1-47CB-A776-745FF3D63B43}" type="pres">
      <dgm:prSet presAssocID="{CD978DFE-6326-4FB2-8786-928F19E92A33}" presName="level3hierChild" presStyleCnt="0"/>
      <dgm:spPr/>
    </dgm:pt>
    <dgm:pt modelId="{E29A945E-CB19-48F5-ABA0-1E62E3F33CCA}" type="pres">
      <dgm:prSet presAssocID="{92C528D4-416D-4260-8B3E-B443A0BE6F19}" presName="conn2-1" presStyleLbl="parChTrans1D3" presStyleIdx="3" presStyleCnt="4"/>
      <dgm:spPr/>
    </dgm:pt>
    <dgm:pt modelId="{6AB112BE-AD8E-4EFA-A026-C8B9DC972A73}" type="pres">
      <dgm:prSet presAssocID="{92C528D4-416D-4260-8B3E-B443A0BE6F19}" presName="connTx" presStyleLbl="parChTrans1D3" presStyleIdx="3" presStyleCnt="4"/>
      <dgm:spPr/>
    </dgm:pt>
    <dgm:pt modelId="{79E057BE-BEE3-4730-8279-65A7E6A94652}" type="pres">
      <dgm:prSet presAssocID="{E3BB7EA0-8926-4F87-BFDF-CEF16B24C70F}" presName="root2" presStyleCnt="0"/>
      <dgm:spPr/>
    </dgm:pt>
    <dgm:pt modelId="{065C6E9B-80F8-48E8-BA9C-4A6EB5247F45}" type="pres">
      <dgm:prSet presAssocID="{E3BB7EA0-8926-4F87-BFDF-CEF16B24C70F}" presName="LevelTwoTextNode" presStyleLbl="node3" presStyleIdx="3" presStyleCnt="4">
        <dgm:presLayoutVars>
          <dgm:chPref val="3"/>
        </dgm:presLayoutVars>
      </dgm:prSet>
      <dgm:spPr/>
    </dgm:pt>
    <dgm:pt modelId="{F5A527BD-A490-4528-A45D-62C5325C4213}" type="pres">
      <dgm:prSet presAssocID="{E3BB7EA0-8926-4F87-BFDF-CEF16B24C70F}" presName="level3hierChild" presStyleCnt="0"/>
      <dgm:spPr/>
    </dgm:pt>
    <dgm:pt modelId="{6730FAF5-E0D0-46F8-B84A-FC4294EF77E6}" type="pres">
      <dgm:prSet presAssocID="{F47169F6-E1CA-44FD-B2FD-DA21FA38BA33}" presName="conn2-1" presStyleLbl="parChTrans1D4" presStyleIdx="6" presStyleCnt="8"/>
      <dgm:spPr/>
    </dgm:pt>
    <dgm:pt modelId="{001CE79B-A798-4822-9768-5944AF4310EA}" type="pres">
      <dgm:prSet presAssocID="{F47169F6-E1CA-44FD-B2FD-DA21FA38BA33}" presName="connTx" presStyleLbl="parChTrans1D4" presStyleIdx="6" presStyleCnt="8"/>
      <dgm:spPr/>
    </dgm:pt>
    <dgm:pt modelId="{25E6EC87-0550-42CF-80EB-472BE025AD44}" type="pres">
      <dgm:prSet presAssocID="{29118CC1-53C0-4214-91AE-3FC17B884D52}" presName="root2" presStyleCnt="0"/>
      <dgm:spPr/>
    </dgm:pt>
    <dgm:pt modelId="{4A4306A1-16F1-4F31-A1EF-78B849BE1A23}" type="pres">
      <dgm:prSet presAssocID="{29118CC1-53C0-4214-91AE-3FC17B884D52}" presName="LevelTwoTextNode" presStyleLbl="node4" presStyleIdx="6" presStyleCnt="8" custScaleX="115797" custLinFactX="2273" custLinFactNeighborX="100000" custLinFactNeighborY="-5496">
        <dgm:presLayoutVars>
          <dgm:chPref val="3"/>
        </dgm:presLayoutVars>
      </dgm:prSet>
      <dgm:spPr/>
    </dgm:pt>
    <dgm:pt modelId="{536EB1C8-AD4B-4DD9-85E7-FF07E96FA24B}" type="pres">
      <dgm:prSet presAssocID="{29118CC1-53C0-4214-91AE-3FC17B884D52}" presName="level3hierChild" presStyleCnt="0"/>
      <dgm:spPr/>
    </dgm:pt>
    <dgm:pt modelId="{B43E0337-8210-4647-A77D-B9702A28C01E}" type="pres">
      <dgm:prSet presAssocID="{FF989820-7195-47E1-BC27-329D124765D1}" presName="conn2-1" presStyleLbl="parChTrans1D4" presStyleIdx="7" presStyleCnt="8"/>
      <dgm:spPr/>
    </dgm:pt>
    <dgm:pt modelId="{1DBE3C3A-570F-4ACA-82EC-BD187FCAD8F1}" type="pres">
      <dgm:prSet presAssocID="{FF989820-7195-47E1-BC27-329D124765D1}" presName="connTx" presStyleLbl="parChTrans1D4" presStyleIdx="7" presStyleCnt="8"/>
      <dgm:spPr/>
    </dgm:pt>
    <dgm:pt modelId="{5125920D-C33C-43A7-8B33-FF9372CB3623}" type="pres">
      <dgm:prSet presAssocID="{A22769A2-34E0-4460-8358-FA5F7EA690CF}" presName="root2" presStyleCnt="0"/>
      <dgm:spPr/>
    </dgm:pt>
    <dgm:pt modelId="{5949614B-1191-4B24-A078-1311517D6F3D}" type="pres">
      <dgm:prSet presAssocID="{A22769A2-34E0-4460-8358-FA5F7EA690CF}" presName="LevelTwoTextNode" presStyleLbl="node4" presStyleIdx="7" presStyleCnt="8" custScaleX="115797" custLinFactX="2273" custLinFactNeighborX="100000" custLinFactNeighborY="-12158">
        <dgm:presLayoutVars>
          <dgm:chPref val="3"/>
        </dgm:presLayoutVars>
      </dgm:prSet>
      <dgm:spPr>
        <a:xfrm>
          <a:off x="7475400" y="4930315"/>
          <a:ext cx="1439999" cy="621777"/>
        </a:xfrm>
        <a:prstGeom prst="roundRect">
          <a:avLst>
            <a:gd name="adj" fmla="val 10000"/>
          </a:avLst>
        </a:prstGeom>
      </dgm:spPr>
    </dgm:pt>
    <dgm:pt modelId="{3563DE64-5726-4058-8098-9CEAFA7323DE}" type="pres">
      <dgm:prSet presAssocID="{A22769A2-34E0-4460-8358-FA5F7EA690CF}" presName="level3hierChild" presStyleCnt="0"/>
      <dgm:spPr/>
    </dgm:pt>
  </dgm:ptLst>
  <dgm:cxnLst>
    <dgm:cxn modelId="{54A44B05-C327-4A9C-93EA-EC6C315CAC97}" type="presOf" srcId="{92C528D4-416D-4260-8B3E-B443A0BE6F19}" destId="{6AB112BE-AD8E-4EFA-A026-C8B9DC972A73}" srcOrd="1" destOrd="0" presId="urn:microsoft.com/office/officeart/2005/8/layout/hierarchy2"/>
    <dgm:cxn modelId="{6430DA08-7C78-4D17-B65D-A63385362171}" type="presOf" srcId="{97AC25BE-E953-4914-88A9-1A17480BFA93}" destId="{A5364474-0E63-476F-81A5-16D489D3D172}" srcOrd="0" destOrd="0" presId="urn:microsoft.com/office/officeart/2005/8/layout/hierarchy2"/>
    <dgm:cxn modelId="{0B93860B-260D-41AA-8EB9-12EA8219ACC8}" srcId="{89A6908D-58BF-48FB-BB5A-07741E052A7E}" destId="{D7B51FE9-31E0-429E-8BBC-FE486230C4ED}" srcOrd="1" destOrd="0" parTransId="{65913E2A-F795-4278-8962-EF56CBF5B25A}" sibTransId="{6F9EDEE2-D659-4D4F-8AEF-E81219F89E31}"/>
    <dgm:cxn modelId="{49ADD611-41F3-4133-B914-E3C4454ECF35}" type="presOf" srcId="{6568DEDB-2E98-4D7D-9A76-3C3F3B279F87}" destId="{42163621-9E52-4BA3-B299-9E8C2995B280}" srcOrd="1" destOrd="0" presId="urn:microsoft.com/office/officeart/2005/8/layout/hierarchy2"/>
    <dgm:cxn modelId="{397BBB16-EED6-426C-AFFF-0F1C460CD971}" type="presOf" srcId="{A22769A2-34E0-4460-8358-FA5F7EA690CF}" destId="{5949614B-1191-4B24-A078-1311517D6F3D}" srcOrd="0" destOrd="0" presId="urn:microsoft.com/office/officeart/2005/8/layout/hierarchy2"/>
    <dgm:cxn modelId="{50D47C1C-5E9B-438A-97FC-972C8ED5DADC}" srcId="{39D1A2A3-209B-4D9A-9D88-9B0D7342603F}" destId="{CD978DFE-6326-4FB2-8786-928F19E92A33}" srcOrd="1" destOrd="0" parTransId="{D163DAFC-7C1E-4672-82A8-88422C4753E3}" sibTransId="{92B55C45-CBE8-44BA-95ED-1D64E2B212C7}"/>
    <dgm:cxn modelId="{1EDB1C22-9843-4293-8685-F047061017C8}" srcId="{E3BB7EA0-8926-4F87-BFDF-CEF16B24C70F}" destId="{A22769A2-34E0-4460-8358-FA5F7EA690CF}" srcOrd="1" destOrd="0" parTransId="{FF989820-7195-47E1-BC27-329D124765D1}" sibTransId="{E0B126ED-84E6-4F95-AAC6-A55BF199BDDC}"/>
    <dgm:cxn modelId="{30B6B22A-7CE9-4D04-B9D5-A432F1302409}" type="presOf" srcId="{3E81259A-2319-4E92-9862-0DF815481630}" destId="{8AFC24FF-5409-43BB-BF45-686418571356}" srcOrd="1" destOrd="0" presId="urn:microsoft.com/office/officeart/2005/8/layout/hierarchy2"/>
    <dgm:cxn modelId="{07E4CA2D-BE28-4CF9-AEBC-EE601D6B2AA9}" type="presOf" srcId="{FE2ABE79-8BFF-4EFA-9522-95F93D6D8BA9}" destId="{A37ECE8A-29B3-43F9-9D30-25A338010A21}" srcOrd="1" destOrd="0" presId="urn:microsoft.com/office/officeart/2005/8/layout/hierarchy2"/>
    <dgm:cxn modelId="{A6E8633F-6820-42FE-8CA5-F8E181F4D219}" type="presOf" srcId="{F7BC9A76-176C-43E8-8208-9B4643181357}" destId="{489FFFC7-83A9-4B4D-AFD6-250AAFA47DB9}" srcOrd="0" destOrd="0" presId="urn:microsoft.com/office/officeart/2005/8/layout/hierarchy2"/>
    <dgm:cxn modelId="{1C917665-E21E-4F76-B700-DD5ED21FB3C4}" type="presOf" srcId="{FF989820-7195-47E1-BC27-329D124765D1}" destId="{1DBE3C3A-570F-4ACA-82EC-BD187FCAD8F1}" srcOrd="1" destOrd="0" presId="urn:microsoft.com/office/officeart/2005/8/layout/hierarchy2"/>
    <dgm:cxn modelId="{2AC0A647-145E-4DA6-8DCD-CCFC085F6760}" srcId="{40AB9E84-8516-4C20-9D52-EF1A27D9C250}" destId="{89A6908D-58BF-48FB-BB5A-07741E052A7E}" srcOrd="0" destOrd="0" parTransId="{0AE77F89-C3B8-4942-A545-AE8BE7CAAD89}" sibTransId="{6B637237-9E0A-4191-BCD3-B5805C453D20}"/>
    <dgm:cxn modelId="{0CCA1568-B98B-458B-A61D-F8ABDC3F50FE}" type="presOf" srcId="{C14B2702-8A60-4C1D-9835-7DD406FD98F9}" destId="{C24582B2-3AC3-4CFF-A911-5EED6EB3F167}" srcOrd="0" destOrd="0" presId="urn:microsoft.com/office/officeart/2005/8/layout/hierarchy2"/>
    <dgm:cxn modelId="{BB9F4E6D-DB68-4B33-8996-26F83A081BB4}" type="presOf" srcId="{3CB8B81B-32FB-4043-AC31-E775467D2902}" destId="{254F6F8A-953C-4602-937B-4F5A12AAB801}" srcOrd="1" destOrd="0" presId="urn:microsoft.com/office/officeart/2005/8/layout/hierarchy2"/>
    <dgm:cxn modelId="{64C86C4E-68F5-4CAB-9B37-527375CF4125}" srcId="{020A869F-763D-416A-BEA4-894D3BF3261E}" destId="{60EE3E4D-944C-4191-B7A0-6E0CE0593D52}" srcOrd="0" destOrd="0" parTransId="{FE2ABE79-8BFF-4EFA-9522-95F93D6D8BA9}" sibTransId="{91723856-387F-467F-8455-59ADB9C3E9B8}"/>
    <dgm:cxn modelId="{94351670-777A-4CCB-8128-04F7088E1B29}" type="presOf" srcId="{FF989820-7195-47E1-BC27-329D124765D1}" destId="{B43E0337-8210-4647-A77D-B9702A28C01E}" srcOrd="0" destOrd="0" presId="urn:microsoft.com/office/officeart/2005/8/layout/hierarchy2"/>
    <dgm:cxn modelId="{6CAE7951-5161-4ABD-9222-9352CCCB7240}" type="presOf" srcId="{3CB8B81B-32FB-4043-AC31-E775467D2902}" destId="{C3B9F9C6-4484-4ED0-800F-FDE05F866929}" srcOrd="0" destOrd="0" presId="urn:microsoft.com/office/officeart/2005/8/layout/hierarchy2"/>
    <dgm:cxn modelId="{5D78D051-917C-4416-85B0-A4B1D21B1458}" type="presOf" srcId="{89A6908D-58BF-48FB-BB5A-07741E052A7E}" destId="{6ED4D79E-BA6B-4FCC-B57E-FB8589C63A32}" srcOrd="0" destOrd="0" presId="urn:microsoft.com/office/officeart/2005/8/layout/hierarchy2"/>
    <dgm:cxn modelId="{3C221B52-844C-47A5-829C-EA2C895BAED5}" type="presOf" srcId="{CD978DFE-6326-4FB2-8786-928F19E92A33}" destId="{3E403C07-A6BB-4550-BC4E-6C19B236AB9D}" srcOrd="0" destOrd="0" presId="urn:microsoft.com/office/officeart/2005/8/layout/hierarchy2"/>
    <dgm:cxn modelId="{1006AD52-BAC7-4160-92AE-893A17BBAD92}" type="presOf" srcId="{E4DEC54A-5AD5-403E-9796-6872E9143FA2}" destId="{46ED91B0-3C01-4ED4-A519-0520F98DB19E}" srcOrd="0" destOrd="0" presId="urn:microsoft.com/office/officeart/2005/8/layout/hierarchy2"/>
    <dgm:cxn modelId="{DDD31953-2CEC-4057-9E56-B9EBE70979E5}" type="presOf" srcId="{60EE3E4D-944C-4191-B7A0-6E0CE0593D52}" destId="{69428BB5-4B0F-4BD5-943B-212C0714C398}" srcOrd="0" destOrd="0" presId="urn:microsoft.com/office/officeart/2005/8/layout/hierarchy2"/>
    <dgm:cxn modelId="{8CA65273-883C-4672-A169-ACAB87909A0F}" type="presOf" srcId="{DFF476A1-7CCF-48A5-B835-34C46C0D7E43}" destId="{B37CBDB5-CC82-4AFB-98B2-BF2178477AB5}" srcOrd="1" destOrd="0" presId="urn:microsoft.com/office/officeart/2005/8/layout/hierarchy2"/>
    <dgm:cxn modelId="{E1D2D273-1AFF-4005-93C3-EABE7DE5508D}" type="presOf" srcId="{29118CC1-53C0-4214-91AE-3FC17B884D52}" destId="{4A4306A1-16F1-4F31-A1EF-78B849BE1A23}" srcOrd="0" destOrd="0" presId="urn:microsoft.com/office/officeart/2005/8/layout/hierarchy2"/>
    <dgm:cxn modelId="{5B91D554-0441-46F6-9B28-35DE3DC8671A}" type="presOf" srcId="{BECAA4E5-04BB-4C11-B6D7-654CA2B97E73}" destId="{622D8DD6-2479-4759-955E-32E492D0E78E}" srcOrd="0" destOrd="0" presId="urn:microsoft.com/office/officeart/2005/8/layout/hierarchy2"/>
    <dgm:cxn modelId="{C2ED0C75-FDE0-49B6-845E-C27B0B929349}" type="presOf" srcId="{40AB9E84-8516-4C20-9D52-EF1A27D9C250}" destId="{4BD13A73-A3FA-4EC0-B36E-389682384AA7}" srcOrd="0" destOrd="0" presId="urn:microsoft.com/office/officeart/2005/8/layout/hierarchy2"/>
    <dgm:cxn modelId="{31A1F776-B75E-4562-AD6A-8D54495B9FD3}" type="presOf" srcId="{19ADBF3E-795E-402D-A818-2DAF13E40788}" destId="{D57A8194-6D0B-4331-A54B-EAD31E899ADE}" srcOrd="0" destOrd="0" presId="urn:microsoft.com/office/officeart/2005/8/layout/hierarchy2"/>
    <dgm:cxn modelId="{B2C7A257-B53F-47D5-802B-A10B1DD5AFB0}" type="presOf" srcId="{39D1A2A3-209B-4D9A-9D88-9B0D7342603F}" destId="{C466B3DE-DC6C-4F62-8914-7C16D322450C}" srcOrd="0" destOrd="0" presId="urn:microsoft.com/office/officeart/2005/8/layout/hierarchy2"/>
    <dgm:cxn modelId="{EEDC2278-F326-444A-B2FA-B2B3470BCAE4}" srcId="{89A6908D-58BF-48FB-BB5A-07741E052A7E}" destId="{E4DEC54A-5AD5-403E-9796-6872E9143FA2}" srcOrd="0" destOrd="0" parTransId="{F7BC9A76-176C-43E8-8208-9B4643181357}" sibTransId="{589953E4-4EBD-4B3D-B3C7-AA6866DEA4AF}"/>
    <dgm:cxn modelId="{0E78607F-4583-4626-B56F-FF2237AA8DC5}" type="presOf" srcId="{3E81259A-2319-4E92-9862-0DF815481630}" destId="{81AA3F40-4129-47E5-877D-79B99FC9AE85}" srcOrd="0" destOrd="0" presId="urn:microsoft.com/office/officeart/2005/8/layout/hierarchy2"/>
    <dgm:cxn modelId="{BDF95283-2263-40E8-95F8-54B433724EAC}" srcId="{C14B2702-8A60-4C1D-9835-7DD406FD98F9}" destId="{8F4243F0-F5CB-488A-B93A-E93FFDA3AB65}" srcOrd="0" destOrd="0" parTransId="{3E81259A-2319-4E92-9862-0DF815481630}" sibTransId="{67598395-D73B-4500-BD79-F41A36D2D796}"/>
    <dgm:cxn modelId="{B0447C8B-9DFD-4E7F-8268-CC78D76DAD71}" srcId="{C14B2702-8A60-4C1D-9835-7DD406FD98F9}" destId="{4153C482-49CC-49C1-947C-3820CB2CC006}" srcOrd="1" destOrd="0" parTransId="{DFF476A1-7CCF-48A5-B835-34C46C0D7E43}" sibTransId="{55877362-C3C7-4BE1-8F53-643688D1FA02}"/>
    <dgm:cxn modelId="{09F83A98-4A2B-4D2B-BFBF-53DA66CF86BE}" type="presOf" srcId="{92C528D4-416D-4260-8B3E-B443A0BE6F19}" destId="{E29A945E-CB19-48F5-ABA0-1E62E3F33CCA}" srcOrd="0" destOrd="0" presId="urn:microsoft.com/office/officeart/2005/8/layout/hierarchy2"/>
    <dgm:cxn modelId="{4A94C6A1-5879-4DFA-8DE6-27B32EE222DB}" type="presOf" srcId="{E3BB7EA0-8926-4F87-BFDF-CEF16B24C70F}" destId="{065C6E9B-80F8-48E8-BA9C-4A6EB5247F45}" srcOrd="0" destOrd="0" presId="urn:microsoft.com/office/officeart/2005/8/layout/hierarchy2"/>
    <dgm:cxn modelId="{EA0B7CA2-0135-4DD3-A88B-FBB64E7CD6C7}" type="presOf" srcId="{65913E2A-F795-4278-8962-EF56CBF5B25A}" destId="{74DA3ABD-A968-44F5-8755-CA13D27B0699}" srcOrd="1" destOrd="0" presId="urn:microsoft.com/office/officeart/2005/8/layout/hierarchy2"/>
    <dgm:cxn modelId="{39678AA2-C49B-42D3-A3E0-240EA7D4359B}" type="presOf" srcId="{D163DAFC-7C1E-4672-82A8-88422C4753E3}" destId="{F5A38786-8B55-4C79-B92E-CE7B102B023C}" srcOrd="1" destOrd="0" presId="urn:microsoft.com/office/officeart/2005/8/layout/hierarchy2"/>
    <dgm:cxn modelId="{70391FA4-E141-40D1-8372-905F0DC34233}" type="presOf" srcId="{4153C482-49CC-49C1-947C-3820CB2CC006}" destId="{CE0E7F28-4212-4C7A-B57E-FC2070377512}" srcOrd="0" destOrd="0" presId="urn:microsoft.com/office/officeart/2005/8/layout/hierarchy2"/>
    <dgm:cxn modelId="{2BDCCFA5-820F-47A8-8328-78485B74FD5E}" type="presOf" srcId="{0236F85F-85E8-4243-926D-217CAA3F1466}" destId="{99E11506-6D17-4669-9F36-78A44DB39A6E}" srcOrd="1" destOrd="0" presId="urn:microsoft.com/office/officeart/2005/8/layout/hierarchy2"/>
    <dgm:cxn modelId="{D15D45A8-05F7-43EC-8BD6-1D226178DC77}" srcId="{020A869F-763D-416A-BEA4-894D3BF3261E}" destId="{BECAA4E5-04BB-4C11-B6D7-654CA2B97E73}" srcOrd="1" destOrd="0" parTransId="{19ADBF3E-795E-402D-A818-2DAF13E40788}" sibTransId="{CE51521D-CEAF-4EB4-903A-C6E5FE020391}"/>
    <dgm:cxn modelId="{655C5BAC-D5A2-4BE7-895D-156BA3FE8407}" srcId="{D7B51FE9-31E0-429E-8BBC-FE486230C4ED}" destId="{E3BB7EA0-8926-4F87-BFDF-CEF16B24C70F}" srcOrd="1" destOrd="0" parTransId="{92C528D4-416D-4260-8B3E-B443A0BE6F19}" sibTransId="{3647D248-F2BE-4F80-B213-3C9881D46EB8}"/>
    <dgm:cxn modelId="{6D2B99AF-8864-4ED6-9202-6BAEAD96C8A8}" type="presOf" srcId="{B5FF3A12-9B38-488B-B177-A969256F1E6C}" destId="{16E1352D-2948-4FCB-A56E-F004D24C7D44}" srcOrd="0" destOrd="0" presId="urn:microsoft.com/office/officeart/2005/8/layout/hierarchy2"/>
    <dgm:cxn modelId="{5186BCAF-926D-48E9-A85E-DEFF025A2A55}" srcId="{E4DEC54A-5AD5-403E-9796-6872E9143FA2}" destId="{C14B2702-8A60-4C1D-9835-7DD406FD98F9}" srcOrd="0" destOrd="0" parTransId="{0236F85F-85E8-4243-926D-217CAA3F1466}" sibTransId="{4EA87876-47B0-4645-9B8A-72C264CED042}"/>
    <dgm:cxn modelId="{F6D88FB1-10F1-4805-BA24-4ED80C3B21BA}" type="presOf" srcId="{DFF476A1-7CCF-48A5-B835-34C46C0D7E43}" destId="{A58BFC4D-CEDF-424E-B921-4703AE156005}" srcOrd="0" destOrd="0" presId="urn:microsoft.com/office/officeart/2005/8/layout/hierarchy2"/>
    <dgm:cxn modelId="{931F79B5-9A4F-4020-83EA-8BC4707C4D8C}" type="presOf" srcId="{D7B51FE9-31E0-429E-8BBC-FE486230C4ED}" destId="{DF88863A-21F7-4CAA-BD7B-FB4936A18D36}" srcOrd="0" destOrd="0" presId="urn:microsoft.com/office/officeart/2005/8/layout/hierarchy2"/>
    <dgm:cxn modelId="{5B8F88B5-B1DC-4641-8B96-1733740F7209}" type="presOf" srcId="{0236F85F-85E8-4243-926D-217CAA3F1466}" destId="{67DCDB50-969B-4B60-84F7-8EEFF46E0FF2}" srcOrd="0" destOrd="0" presId="urn:microsoft.com/office/officeart/2005/8/layout/hierarchy2"/>
    <dgm:cxn modelId="{8DABACB7-3CF2-4F47-A685-0753059FBA08}" type="presOf" srcId="{65913E2A-F795-4278-8962-EF56CBF5B25A}" destId="{E2384780-FBB1-408D-AB59-F2F7C2FD7A50}" srcOrd="0" destOrd="0" presId="urn:microsoft.com/office/officeart/2005/8/layout/hierarchy2"/>
    <dgm:cxn modelId="{A5A7A3BC-D15D-49CD-B4CA-4810BD2FC1E3}" srcId="{D7B51FE9-31E0-429E-8BBC-FE486230C4ED}" destId="{39D1A2A3-209B-4D9A-9D88-9B0D7342603F}" srcOrd="0" destOrd="0" parTransId="{6568DEDB-2E98-4D7D-9A76-3C3F3B279F87}" sibTransId="{8E16EF6B-3B46-4DB2-A0E9-002B346D9BD6}"/>
    <dgm:cxn modelId="{0C9F2DBE-F6FA-442E-B262-C74091B50269}" type="presOf" srcId="{F47169F6-E1CA-44FD-B2FD-DA21FA38BA33}" destId="{6730FAF5-E0D0-46F8-B84A-FC4294EF77E6}" srcOrd="0" destOrd="0" presId="urn:microsoft.com/office/officeart/2005/8/layout/hierarchy2"/>
    <dgm:cxn modelId="{927F28C2-AD98-4B14-A037-8E4A1F1DE98E}" type="presOf" srcId="{19ADBF3E-795E-402D-A818-2DAF13E40788}" destId="{EA4C32DD-726F-44D6-A36E-4333E62D2CC3}" srcOrd="1" destOrd="0" presId="urn:microsoft.com/office/officeart/2005/8/layout/hierarchy2"/>
    <dgm:cxn modelId="{5C6124C6-C7DC-4DA3-9149-4C09EAAFA250}" type="presOf" srcId="{F47169F6-E1CA-44FD-B2FD-DA21FA38BA33}" destId="{001CE79B-A798-4822-9768-5944AF4310EA}" srcOrd="1" destOrd="0" presId="urn:microsoft.com/office/officeart/2005/8/layout/hierarchy2"/>
    <dgm:cxn modelId="{9A8600CC-2956-49B4-81BF-1E4FBA38AC83}" srcId="{39D1A2A3-209B-4D9A-9D88-9B0D7342603F}" destId="{B5FF3A12-9B38-488B-B177-A969256F1E6C}" srcOrd="0" destOrd="0" parTransId="{97AC25BE-E953-4914-88A9-1A17480BFA93}" sibTransId="{D605C637-7824-47CD-B8DC-BE5F9E20EA06}"/>
    <dgm:cxn modelId="{F082ACD2-C284-495E-AAC5-D2A5AE4C5310}" type="presOf" srcId="{97AC25BE-E953-4914-88A9-1A17480BFA93}" destId="{70169E58-DEAA-4CD9-8375-D035FE4284F3}" srcOrd="1" destOrd="0" presId="urn:microsoft.com/office/officeart/2005/8/layout/hierarchy2"/>
    <dgm:cxn modelId="{4A8C2CD4-3055-4F0E-B3D6-08E5E94D092E}" type="presOf" srcId="{8F4243F0-F5CB-488A-B93A-E93FFDA3AB65}" destId="{0383675B-6770-4F18-BEF4-7654EEAF757D}" srcOrd="0" destOrd="0" presId="urn:microsoft.com/office/officeart/2005/8/layout/hierarchy2"/>
    <dgm:cxn modelId="{1FD38DD4-C14F-4331-A00A-0A234C1B4BD5}" type="presOf" srcId="{F7BC9A76-176C-43E8-8208-9B4643181357}" destId="{1AFC4B88-8A60-46A2-82F9-8489238AC7CE}" srcOrd="1" destOrd="0" presId="urn:microsoft.com/office/officeart/2005/8/layout/hierarchy2"/>
    <dgm:cxn modelId="{C6F250DA-9B46-4F60-B3BE-402FDD012DAE}" type="presOf" srcId="{020A869F-763D-416A-BEA4-894D3BF3261E}" destId="{3657894D-B2AD-4295-A54D-E4F7BB1728F7}" srcOrd="0" destOrd="0" presId="urn:microsoft.com/office/officeart/2005/8/layout/hierarchy2"/>
    <dgm:cxn modelId="{4C13B6E2-F9F3-409E-BB94-0658675FD406}" srcId="{E4DEC54A-5AD5-403E-9796-6872E9143FA2}" destId="{020A869F-763D-416A-BEA4-894D3BF3261E}" srcOrd="1" destOrd="0" parTransId="{3CB8B81B-32FB-4043-AC31-E775467D2902}" sibTransId="{1EC46D89-6803-4488-B7B7-373F96CE257F}"/>
    <dgm:cxn modelId="{26E15FE5-2669-41D6-9EEE-CA068EDEE8B1}" type="presOf" srcId="{D163DAFC-7C1E-4672-82A8-88422C4753E3}" destId="{4C16E453-B9A4-45C2-B79F-43264F5F0193}" srcOrd="0" destOrd="0" presId="urn:microsoft.com/office/officeart/2005/8/layout/hierarchy2"/>
    <dgm:cxn modelId="{668A42EB-B591-4D58-8AA6-44C4AE021022}" type="presOf" srcId="{FE2ABE79-8BFF-4EFA-9522-95F93D6D8BA9}" destId="{2EB5AAF9-2387-4DB8-8B5D-716390474AFA}" srcOrd="0" destOrd="0" presId="urn:microsoft.com/office/officeart/2005/8/layout/hierarchy2"/>
    <dgm:cxn modelId="{424749FC-3427-44F7-89EE-3526826E26C6}" type="presOf" srcId="{6568DEDB-2E98-4D7D-9A76-3C3F3B279F87}" destId="{D8740EA5-AC94-49C8-889D-E529D41A8B45}" srcOrd="0" destOrd="0" presId="urn:microsoft.com/office/officeart/2005/8/layout/hierarchy2"/>
    <dgm:cxn modelId="{6102EEFC-8FC9-4D14-8948-7A65BB0C61E3}" srcId="{E3BB7EA0-8926-4F87-BFDF-CEF16B24C70F}" destId="{29118CC1-53C0-4214-91AE-3FC17B884D52}" srcOrd="0" destOrd="0" parTransId="{F47169F6-E1CA-44FD-B2FD-DA21FA38BA33}" sibTransId="{460C3E80-D170-4158-BC6B-556CD684C1F3}"/>
    <dgm:cxn modelId="{CDA746CA-5BCB-409A-815B-FCDFEB59B073}" type="presParOf" srcId="{4BD13A73-A3FA-4EC0-B36E-389682384AA7}" destId="{7B866047-A9E4-4F23-9A22-DC45771EFA28}" srcOrd="0" destOrd="0" presId="urn:microsoft.com/office/officeart/2005/8/layout/hierarchy2"/>
    <dgm:cxn modelId="{61F2C510-95E5-4D1E-9840-C63DCBD35680}" type="presParOf" srcId="{7B866047-A9E4-4F23-9A22-DC45771EFA28}" destId="{6ED4D79E-BA6B-4FCC-B57E-FB8589C63A32}" srcOrd="0" destOrd="0" presId="urn:microsoft.com/office/officeart/2005/8/layout/hierarchy2"/>
    <dgm:cxn modelId="{24723891-2B32-4B5D-B332-CCB9844249EF}" type="presParOf" srcId="{7B866047-A9E4-4F23-9A22-DC45771EFA28}" destId="{EBE7A0DD-4CF3-4EC9-9549-E10C267CD76B}" srcOrd="1" destOrd="0" presId="urn:microsoft.com/office/officeart/2005/8/layout/hierarchy2"/>
    <dgm:cxn modelId="{9C54D7C6-D64F-40DE-9642-E84075D3A326}" type="presParOf" srcId="{EBE7A0DD-4CF3-4EC9-9549-E10C267CD76B}" destId="{489FFFC7-83A9-4B4D-AFD6-250AAFA47DB9}" srcOrd="0" destOrd="0" presId="urn:microsoft.com/office/officeart/2005/8/layout/hierarchy2"/>
    <dgm:cxn modelId="{9E79A170-9B97-44E7-A3EB-86C40B3E8E71}" type="presParOf" srcId="{489FFFC7-83A9-4B4D-AFD6-250AAFA47DB9}" destId="{1AFC4B88-8A60-46A2-82F9-8489238AC7CE}" srcOrd="0" destOrd="0" presId="urn:microsoft.com/office/officeart/2005/8/layout/hierarchy2"/>
    <dgm:cxn modelId="{819E40E9-8AEF-431B-8878-7F8962685D17}" type="presParOf" srcId="{EBE7A0DD-4CF3-4EC9-9549-E10C267CD76B}" destId="{91D538D5-AE7F-4099-B40E-F4468C5C44EC}" srcOrd="1" destOrd="0" presId="urn:microsoft.com/office/officeart/2005/8/layout/hierarchy2"/>
    <dgm:cxn modelId="{D66A6BE4-D2C6-4037-BAD0-96010D526008}" type="presParOf" srcId="{91D538D5-AE7F-4099-B40E-F4468C5C44EC}" destId="{46ED91B0-3C01-4ED4-A519-0520F98DB19E}" srcOrd="0" destOrd="0" presId="urn:microsoft.com/office/officeart/2005/8/layout/hierarchy2"/>
    <dgm:cxn modelId="{FB956B32-3934-486D-97F0-011C7655BE43}" type="presParOf" srcId="{91D538D5-AE7F-4099-B40E-F4468C5C44EC}" destId="{02E87DF0-0523-42C6-A863-66DB34115576}" srcOrd="1" destOrd="0" presId="urn:microsoft.com/office/officeart/2005/8/layout/hierarchy2"/>
    <dgm:cxn modelId="{F212D3E5-3ED6-43B9-A814-C05410D3B884}" type="presParOf" srcId="{02E87DF0-0523-42C6-A863-66DB34115576}" destId="{67DCDB50-969B-4B60-84F7-8EEFF46E0FF2}" srcOrd="0" destOrd="0" presId="urn:microsoft.com/office/officeart/2005/8/layout/hierarchy2"/>
    <dgm:cxn modelId="{4E61B37A-9B85-4CE0-99DB-59C756A466C6}" type="presParOf" srcId="{67DCDB50-969B-4B60-84F7-8EEFF46E0FF2}" destId="{99E11506-6D17-4669-9F36-78A44DB39A6E}" srcOrd="0" destOrd="0" presId="urn:microsoft.com/office/officeart/2005/8/layout/hierarchy2"/>
    <dgm:cxn modelId="{A967F997-75CD-479B-9294-9FA270EA8F2C}" type="presParOf" srcId="{02E87DF0-0523-42C6-A863-66DB34115576}" destId="{4E22712F-1D87-4935-9FCC-95D830F12FE7}" srcOrd="1" destOrd="0" presId="urn:microsoft.com/office/officeart/2005/8/layout/hierarchy2"/>
    <dgm:cxn modelId="{9DD03C52-E932-4445-A693-4599DD060B5A}" type="presParOf" srcId="{4E22712F-1D87-4935-9FCC-95D830F12FE7}" destId="{C24582B2-3AC3-4CFF-A911-5EED6EB3F167}" srcOrd="0" destOrd="0" presId="urn:microsoft.com/office/officeart/2005/8/layout/hierarchy2"/>
    <dgm:cxn modelId="{5EDEF8A5-D498-40C8-8A51-6B2DAB9AAEE1}" type="presParOf" srcId="{4E22712F-1D87-4935-9FCC-95D830F12FE7}" destId="{8E7D75A7-FC24-4CA7-A424-79313A8F5040}" srcOrd="1" destOrd="0" presId="urn:microsoft.com/office/officeart/2005/8/layout/hierarchy2"/>
    <dgm:cxn modelId="{AD2E06E3-9C33-464A-BF10-24532C2D0389}" type="presParOf" srcId="{8E7D75A7-FC24-4CA7-A424-79313A8F5040}" destId="{81AA3F40-4129-47E5-877D-79B99FC9AE85}" srcOrd="0" destOrd="0" presId="urn:microsoft.com/office/officeart/2005/8/layout/hierarchy2"/>
    <dgm:cxn modelId="{5F20DC28-F554-4A37-AA09-4F77EA8E7B7E}" type="presParOf" srcId="{81AA3F40-4129-47E5-877D-79B99FC9AE85}" destId="{8AFC24FF-5409-43BB-BF45-686418571356}" srcOrd="0" destOrd="0" presId="urn:microsoft.com/office/officeart/2005/8/layout/hierarchy2"/>
    <dgm:cxn modelId="{38472812-AA5B-4A0D-A0F7-756E640DE19B}" type="presParOf" srcId="{8E7D75A7-FC24-4CA7-A424-79313A8F5040}" destId="{89F651BE-5E58-402D-8407-62E13BDDA34B}" srcOrd="1" destOrd="0" presId="urn:microsoft.com/office/officeart/2005/8/layout/hierarchy2"/>
    <dgm:cxn modelId="{B0E910DB-0991-4E76-84AC-547167C9844B}" type="presParOf" srcId="{89F651BE-5E58-402D-8407-62E13BDDA34B}" destId="{0383675B-6770-4F18-BEF4-7654EEAF757D}" srcOrd="0" destOrd="0" presId="urn:microsoft.com/office/officeart/2005/8/layout/hierarchy2"/>
    <dgm:cxn modelId="{0B5BE36F-328D-4689-AAE4-50F0BD4A7C1A}" type="presParOf" srcId="{89F651BE-5E58-402D-8407-62E13BDDA34B}" destId="{3D42246A-3C93-41C1-952C-5CC3316301DC}" srcOrd="1" destOrd="0" presId="urn:microsoft.com/office/officeart/2005/8/layout/hierarchy2"/>
    <dgm:cxn modelId="{7B56FD8F-D871-4907-88DE-4F008095C871}" type="presParOf" srcId="{8E7D75A7-FC24-4CA7-A424-79313A8F5040}" destId="{A58BFC4D-CEDF-424E-B921-4703AE156005}" srcOrd="2" destOrd="0" presId="urn:microsoft.com/office/officeart/2005/8/layout/hierarchy2"/>
    <dgm:cxn modelId="{020AC076-C832-45A6-8EBE-95B7D198041D}" type="presParOf" srcId="{A58BFC4D-CEDF-424E-B921-4703AE156005}" destId="{B37CBDB5-CC82-4AFB-98B2-BF2178477AB5}" srcOrd="0" destOrd="0" presId="urn:microsoft.com/office/officeart/2005/8/layout/hierarchy2"/>
    <dgm:cxn modelId="{B20602DB-D1A9-4851-8EE2-15D2E50B6E69}" type="presParOf" srcId="{8E7D75A7-FC24-4CA7-A424-79313A8F5040}" destId="{91EFD68F-9772-458A-8F71-48528A58F789}" srcOrd="3" destOrd="0" presId="urn:microsoft.com/office/officeart/2005/8/layout/hierarchy2"/>
    <dgm:cxn modelId="{B76EE957-1E0A-467B-A78C-7437B914C9C0}" type="presParOf" srcId="{91EFD68F-9772-458A-8F71-48528A58F789}" destId="{CE0E7F28-4212-4C7A-B57E-FC2070377512}" srcOrd="0" destOrd="0" presId="urn:microsoft.com/office/officeart/2005/8/layout/hierarchy2"/>
    <dgm:cxn modelId="{76C471F8-223E-4608-971E-20D3270390D5}" type="presParOf" srcId="{91EFD68F-9772-458A-8F71-48528A58F789}" destId="{7BF860AB-5D99-43E7-B797-7625214428B0}" srcOrd="1" destOrd="0" presId="urn:microsoft.com/office/officeart/2005/8/layout/hierarchy2"/>
    <dgm:cxn modelId="{C06D9DB0-7451-41B2-A3EE-2F68AE91DBFD}" type="presParOf" srcId="{02E87DF0-0523-42C6-A863-66DB34115576}" destId="{C3B9F9C6-4484-4ED0-800F-FDE05F866929}" srcOrd="2" destOrd="0" presId="urn:microsoft.com/office/officeart/2005/8/layout/hierarchy2"/>
    <dgm:cxn modelId="{9FA71CA8-F4EB-4BAB-99F2-95CD58D2010B}" type="presParOf" srcId="{C3B9F9C6-4484-4ED0-800F-FDE05F866929}" destId="{254F6F8A-953C-4602-937B-4F5A12AAB801}" srcOrd="0" destOrd="0" presId="urn:microsoft.com/office/officeart/2005/8/layout/hierarchy2"/>
    <dgm:cxn modelId="{9F2E611B-09F8-45C7-8121-5300931A78EF}" type="presParOf" srcId="{02E87DF0-0523-42C6-A863-66DB34115576}" destId="{980472CF-A99F-4175-B736-A18F2C030E95}" srcOrd="3" destOrd="0" presId="urn:microsoft.com/office/officeart/2005/8/layout/hierarchy2"/>
    <dgm:cxn modelId="{2E1DB68F-4ED1-4A6E-A53C-E5BAB304A797}" type="presParOf" srcId="{980472CF-A99F-4175-B736-A18F2C030E95}" destId="{3657894D-B2AD-4295-A54D-E4F7BB1728F7}" srcOrd="0" destOrd="0" presId="urn:microsoft.com/office/officeart/2005/8/layout/hierarchy2"/>
    <dgm:cxn modelId="{02E1C304-FEDD-4691-8E51-B83F74AB7FC0}" type="presParOf" srcId="{980472CF-A99F-4175-B736-A18F2C030E95}" destId="{C0F1D71D-FE49-48CA-A98D-209678950E15}" srcOrd="1" destOrd="0" presId="urn:microsoft.com/office/officeart/2005/8/layout/hierarchy2"/>
    <dgm:cxn modelId="{499DD720-EB60-4C2A-9351-BF393FB1629E}" type="presParOf" srcId="{C0F1D71D-FE49-48CA-A98D-209678950E15}" destId="{2EB5AAF9-2387-4DB8-8B5D-716390474AFA}" srcOrd="0" destOrd="0" presId="urn:microsoft.com/office/officeart/2005/8/layout/hierarchy2"/>
    <dgm:cxn modelId="{159C0BCD-8212-45CD-9B1D-851E96A0D144}" type="presParOf" srcId="{2EB5AAF9-2387-4DB8-8B5D-716390474AFA}" destId="{A37ECE8A-29B3-43F9-9D30-25A338010A21}" srcOrd="0" destOrd="0" presId="urn:microsoft.com/office/officeart/2005/8/layout/hierarchy2"/>
    <dgm:cxn modelId="{417DA660-E421-4D73-9EB9-CB0FC918CA03}" type="presParOf" srcId="{C0F1D71D-FE49-48CA-A98D-209678950E15}" destId="{9C1A6DE7-70E4-4443-AAC4-B21648C7BB8E}" srcOrd="1" destOrd="0" presId="urn:microsoft.com/office/officeart/2005/8/layout/hierarchy2"/>
    <dgm:cxn modelId="{27F1714F-37A4-49F1-81ED-8EA0F43C870F}" type="presParOf" srcId="{9C1A6DE7-70E4-4443-AAC4-B21648C7BB8E}" destId="{69428BB5-4B0F-4BD5-943B-212C0714C398}" srcOrd="0" destOrd="0" presId="urn:microsoft.com/office/officeart/2005/8/layout/hierarchy2"/>
    <dgm:cxn modelId="{346F67F3-46CB-46A6-BBCF-421F17F4E30B}" type="presParOf" srcId="{9C1A6DE7-70E4-4443-AAC4-B21648C7BB8E}" destId="{F5F4D8ED-D746-4C6B-A65C-175A84D60326}" srcOrd="1" destOrd="0" presId="urn:microsoft.com/office/officeart/2005/8/layout/hierarchy2"/>
    <dgm:cxn modelId="{AF807EDC-D545-47C9-AC40-52D7DEF88D59}" type="presParOf" srcId="{C0F1D71D-FE49-48CA-A98D-209678950E15}" destId="{D57A8194-6D0B-4331-A54B-EAD31E899ADE}" srcOrd="2" destOrd="0" presId="urn:microsoft.com/office/officeart/2005/8/layout/hierarchy2"/>
    <dgm:cxn modelId="{FFE536A5-4F59-4FB0-A9A5-0F3092F268C3}" type="presParOf" srcId="{D57A8194-6D0B-4331-A54B-EAD31E899ADE}" destId="{EA4C32DD-726F-44D6-A36E-4333E62D2CC3}" srcOrd="0" destOrd="0" presId="urn:microsoft.com/office/officeart/2005/8/layout/hierarchy2"/>
    <dgm:cxn modelId="{6A14C5EE-49E1-433B-84EA-A2364BD74856}" type="presParOf" srcId="{C0F1D71D-FE49-48CA-A98D-209678950E15}" destId="{662303E7-AE22-4BC4-87CF-E6D49740F1FF}" srcOrd="3" destOrd="0" presId="urn:microsoft.com/office/officeart/2005/8/layout/hierarchy2"/>
    <dgm:cxn modelId="{229BF9E0-4EE1-49B2-847F-94C69DDDE760}" type="presParOf" srcId="{662303E7-AE22-4BC4-87CF-E6D49740F1FF}" destId="{622D8DD6-2479-4759-955E-32E492D0E78E}" srcOrd="0" destOrd="0" presId="urn:microsoft.com/office/officeart/2005/8/layout/hierarchy2"/>
    <dgm:cxn modelId="{B479F7A2-598B-4FBF-8241-AD76579C7946}" type="presParOf" srcId="{662303E7-AE22-4BC4-87CF-E6D49740F1FF}" destId="{8F969EF0-5B15-4198-857A-DDD2828C71A4}" srcOrd="1" destOrd="0" presId="urn:microsoft.com/office/officeart/2005/8/layout/hierarchy2"/>
    <dgm:cxn modelId="{1D40AFF8-5BD5-4232-9EC3-EACC981A2F74}" type="presParOf" srcId="{EBE7A0DD-4CF3-4EC9-9549-E10C267CD76B}" destId="{E2384780-FBB1-408D-AB59-F2F7C2FD7A50}" srcOrd="2" destOrd="0" presId="urn:microsoft.com/office/officeart/2005/8/layout/hierarchy2"/>
    <dgm:cxn modelId="{0ED05ADF-15DC-48DC-9FAA-0D2D8C6A4B8A}" type="presParOf" srcId="{E2384780-FBB1-408D-AB59-F2F7C2FD7A50}" destId="{74DA3ABD-A968-44F5-8755-CA13D27B0699}" srcOrd="0" destOrd="0" presId="urn:microsoft.com/office/officeart/2005/8/layout/hierarchy2"/>
    <dgm:cxn modelId="{B3A68765-5FD9-48F9-BBDD-609693B55541}" type="presParOf" srcId="{EBE7A0DD-4CF3-4EC9-9549-E10C267CD76B}" destId="{1051ABBB-6474-47D7-ACE5-8FE69BB50EAF}" srcOrd="3" destOrd="0" presId="urn:microsoft.com/office/officeart/2005/8/layout/hierarchy2"/>
    <dgm:cxn modelId="{7C6FEA3C-C44B-4A44-B63A-CDAA258F6399}" type="presParOf" srcId="{1051ABBB-6474-47D7-ACE5-8FE69BB50EAF}" destId="{DF88863A-21F7-4CAA-BD7B-FB4936A18D36}" srcOrd="0" destOrd="0" presId="urn:microsoft.com/office/officeart/2005/8/layout/hierarchy2"/>
    <dgm:cxn modelId="{24A2AAA9-4E83-4C4E-9097-FA7772175D0D}" type="presParOf" srcId="{1051ABBB-6474-47D7-ACE5-8FE69BB50EAF}" destId="{8B836903-B592-4258-BCF0-43932CD6790A}" srcOrd="1" destOrd="0" presId="urn:microsoft.com/office/officeart/2005/8/layout/hierarchy2"/>
    <dgm:cxn modelId="{81D5E08B-5D98-4D49-81C0-54185CAF40EE}" type="presParOf" srcId="{8B836903-B592-4258-BCF0-43932CD6790A}" destId="{D8740EA5-AC94-49C8-889D-E529D41A8B45}" srcOrd="0" destOrd="0" presId="urn:microsoft.com/office/officeart/2005/8/layout/hierarchy2"/>
    <dgm:cxn modelId="{5AC19334-060D-4DBA-B946-17619FA2A48C}" type="presParOf" srcId="{D8740EA5-AC94-49C8-889D-E529D41A8B45}" destId="{42163621-9E52-4BA3-B299-9E8C2995B280}" srcOrd="0" destOrd="0" presId="urn:microsoft.com/office/officeart/2005/8/layout/hierarchy2"/>
    <dgm:cxn modelId="{C41CE717-C2B6-4747-B7CA-CEEB31D5CEC3}" type="presParOf" srcId="{8B836903-B592-4258-BCF0-43932CD6790A}" destId="{16573913-C389-4C54-8DE8-127B799A2717}" srcOrd="1" destOrd="0" presId="urn:microsoft.com/office/officeart/2005/8/layout/hierarchy2"/>
    <dgm:cxn modelId="{32E43759-F3A0-4395-954F-C842F3E721D9}" type="presParOf" srcId="{16573913-C389-4C54-8DE8-127B799A2717}" destId="{C466B3DE-DC6C-4F62-8914-7C16D322450C}" srcOrd="0" destOrd="0" presId="urn:microsoft.com/office/officeart/2005/8/layout/hierarchy2"/>
    <dgm:cxn modelId="{4824E598-5C67-4AEE-8DE1-BE95C2EFB956}" type="presParOf" srcId="{16573913-C389-4C54-8DE8-127B799A2717}" destId="{F2A3EFB5-2575-421F-96E4-9BEF79AB6D29}" srcOrd="1" destOrd="0" presId="urn:microsoft.com/office/officeart/2005/8/layout/hierarchy2"/>
    <dgm:cxn modelId="{1CAE8E4D-D96F-47ED-819E-8853A45DFF3F}" type="presParOf" srcId="{F2A3EFB5-2575-421F-96E4-9BEF79AB6D29}" destId="{A5364474-0E63-476F-81A5-16D489D3D172}" srcOrd="0" destOrd="0" presId="urn:microsoft.com/office/officeart/2005/8/layout/hierarchy2"/>
    <dgm:cxn modelId="{04DE70CD-3168-4734-BFCA-3B9580BF03E6}" type="presParOf" srcId="{A5364474-0E63-476F-81A5-16D489D3D172}" destId="{70169E58-DEAA-4CD9-8375-D035FE4284F3}" srcOrd="0" destOrd="0" presId="urn:microsoft.com/office/officeart/2005/8/layout/hierarchy2"/>
    <dgm:cxn modelId="{84F2BEF0-4065-4875-A617-FD4791DACF55}" type="presParOf" srcId="{F2A3EFB5-2575-421F-96E4-9BEF79AB6D29}" destId="{42E64F6D-5F01-482A-A46D-3DC544AD9F6B}" srcOrd="1" destOrd="0" presId="urn:microsoft.com/office/officeart/2005/8/layout/hierarchy2"/>
    <dgm:cxn modelId="{7E28CEC5-2065-4519-8EE2-AFCB8E79D93A}" type="presParOf" srcId="{42E64F6D-5F01-482A-A46D-3DC544AD9F6B}" destId="{16E1352D-2948-4FCB-A56E-F004D24C7D44}" srcOrd="0" destOrd="0" presId="urn:microsoft.com/office/officeart/2005/8/layout/hierarchy2"/>
    <dgm:cxn modelId="{82943DD2-8AA3-4BC2-B029-69C2F211E65C}" type="presParOf" srcId="{42E64F6D-5F01-482A-A46D-3DC544AD9F6B}" destId="{BE131F33-1E44-423E-9D6E-8A24CCB58CD3}" srcOrd="1" destOrd="0" presId="urn:microsoft.com/office/officeart/2005/8/layout/hierarchy2"/>
    <dgm:cxn modelId="{4170FE68-5F25-4857-B73B-BBF06DB7C796}" type="presParOf" srcId="{F2A3EFB5-2575-421F-96E4-9BEF79AB6D29}" destId="{4C16E453-B9A4-45C2-B79F-43264F5F0193}" srcOrd="2" destOrd="0" presId="urn:microsoft.com/office/officeart/2005/8/layout/hierarchy2"/>
    <dgm:cxn modelId="{FE3CC1BD-2A9D-4085-AB32-A4E9AC09631F}" type="presParOf" srcId="{4C16E453-B9A4-45C2-B79F-43264F5F0193}" destId="{F5A38786-8B55-4C79-B92E-CE7B102B023C}" srcOrd="0" destOrd="0" presId="urn:microsoft.com/office/officeart/2005/8/layout/hierarchy2"/>
    <dgm:cxn modelId="{298A844F-7414-4410-A7B7-BA556B8F06EB}" type="presParOf" srcId="{F2A3EFB5-2575-421F-96E4-9BEF79AB6D29}" destId="{77CEA160-F73C-47C6-B1DE-DA516E24BCCC}" srcOrd="3" destOrd="0" presId="urn:microsoft.com/office/officeart/2005/8/layout/hierarchy2"/>
    <dgm:cxn modelId="{94857637-4D72-4DB9-9F09-CA99673FD906}" type="presParOf" srcId="{77CEA160-F73C-47C6-B1DE-DA516E24BCCC}" destId="{3E403C07-A6BB-4550-BC4E-6C19B236AB9D}" srcOrd="0" destOrd="0" presId="urn:microsoft.com/office/officeart/2005/8/layout/hierarchy2"/>
    <dgm:cxn modelId="{AF05D741-70F3-4E27-A6D0-17F409AE31BB}" type="presParOf" srcId="{77CEA160-F73C-47C6-B1DE-DA516E24BCCC}" destId="{8A3C30C1-5AB1-47CB-A776-745FF3D63B43}" srcOrd="1" destOrd="0" presId="urn:microsoft.com/office/officeart/2005/8/layout/hierarchy2"/>
    <dgm:cxn modelId="{739F9BDA-0A2A-4E29-B00D-0C3B8B0C9B14}" type="presParOf" srcId="{8B836903-B592-4258-BCF0-43932CD6790A}" destId="{E29A945E-CB19-48F5-ABA0-1E62E3F33CCA}" srcOrd="2" destOrd="0" presId="urn:microsoft.com/office/officeart/2005/8/layout/hierarchy2"/>
    <dgm:cxn modelId="{39E2FC46-A635-4CC3-B19D-EC2F24E838AC}" type="presParOf" srcId="{E29A945E-CB19-48F5-ABA0-1E62E3F33CCA}" destId="{6AB112BE-AD8E-4EFA-A026-C8B9DC972A73}" srcOrd="0" destOrd="0" presId="urn:microsoft.com/office/officeart/2005/8/layout/hierarchy2"/>
    <dgm:cxn modelId="{D8838E0E-CAD3-47DA-80BF-462E6E46942F}" type="presParOf" srcId="{8B836903-B592-4258-BCF0-43932CD6790A}" destId="{79E057BE-BEE3-4730-8279-65A7E6A94652}" srcOrd="3" destOrd="0" presId="urn:microsoft.com/office/officeart/2005/8/layout/hierarchy2"/>
    <dgm:cxn modelId="{171C2EE6-7CD0-4FE1-8C1C-5A6595F87C7F}" type="presParOf" srcId="{79E057BE-BEE3-4730-8279-65A7E6A94652}" destId="{065C6E9B-80F8-48E8-BA9C-4A6EB5247F45}" srcOrd="0" destOrd="0" presId="urn:microsoft.com/office/officeart/2005/8/layout/hierarchy2"/>
    <dgm:cxn modelId="{B06738DF-952D-4845-A839-03D399828FA3}" type="presParOf" srcId="{79E057BE-BEE3-4730-8279-65A7E6A94652}" destId="{F5A527BD-A490-4528-A45D-62C5325C4213}" srcOrd="1" destOrd="0" presId="urn:microsoft.com/office/officeart/2005/8/layout/hierarchy2"/>
    <dgm:cxn modelId="{936B41C2-1F40-44C4-B184-B3F3F05C992C}" type="presParOf" srcId="{F5A527BD-A490-4528-A45D-62C5325C4213}" destId="{6730FAF5-E0D0-46F8-B84A-FC4294EF77E6}" srcOrd="0" destOrd="0" presId="urn:microsoft.com/office/officeart/2005/8/layout/hierarchy2"/>
    <dgm:cxn modelId="{B1AD2675-A185-45F6-B26C-F407905624B7}" type="presParOf" srcId="{6730FAF5-E0D0-46F8-B84A-FC4294EF77E6}" destId="{001CE79B-A798-4822-9768-5944AF4310EA}" srcOrd="0" destOrd="0" presId="urn:microsoft.com/office/officeart/2005/8/layout/hierarchy2"/>
    <dgm:cxn modelId="{D53B1B48-3164-4DB9-8FDE-CEB5278E4843}" type="presParOf" srcId="{F5A527BD-A490-4528-A45D-62C5325C4213}" destId="{25E6EC87-0550-42CF-80EB-472BE025AD44}" srcOrd="1" destOrd="0" presId="urn:microsoft.com/office/officeart/2005/8/layout/hierarchy2"/>
    <dgm:cxn modelId="{9EC8AFDD-B8E4-45EE-AB1D-395B3E185A0B}" type="presParOf" srcId="{25E6EC87-0550-42CF-80EB-472BE025AD44}" destId="{4A4306A1-16F1-4F31-A1EF-78B849BE1A23}" srcOrd="0" destOrd="0" presId="urn:microsoft.com/office/officeart/2005/8/layout/hierarchy2"/>
    <dgm:cxn modelId="{1B7E5B69-2D65-4FB0-B573-70F78210E76D}" type="presParOf" srcId="{25E6EC87-0550-42CF-80EB-472BE025AD44}" destId="{536EB1C8-AD4B-4DD9-85E7-FF07E96FA24B}" srcOrd="1" destOrd="0" presId="urn:microsoft.com/office/officeart/2005/8/layout/hierarchy2"/>
    <dgm:cxn modelId="{5CDB831B-0C0A-4BA1-BCA5-D711BFA2407D}" type="presParOf" srcId="{F5A527BD-A490-4528-A45D-62C5325C4213}" destId="{B43E0337-8210-4647-A77D-B9702A28C01E}" srcOrd="2" destOrd="0" presId="urn:microsoft.com/office/officeart/2005/8/layout/hierarchy2"/>
    <dgm:cxn modelId="{00B68C7E-0ADB-44A0-8777-5E107E503C3E}" type="presParOf" srcId="{B43E0337-8210-4647-A77D-B9702A28C01E}" destId="{1DBE3C3A-570F-4ACA-82EC-BD187FCAD8F1}" srcOrd="0" destOrd="0" presId="urn:microsoft.com/office/officeart/2005/8/layout/hierarchy2"/>
    <dgm:cxn modelId="{BE95A06F-3C66-4C9B-9157-48E8B9178E26}" type="presParOf" srcId="{F5A527BD-A490-4528-A45D-62C5325C4213}" destId="{5125920D-C33C-43A7-8B33-FF9372CB3623}" srcOrd="3" destOrd="0" presId="urn:microsoft.com/office/officeart/2005/8/layout/hierarchy2"/>
    <dgm:cxn modelId="{833FE968-1128-4CE1-AE79-8D3A2DEF19A5}" type="presParOf" srcId="{5125920D-C33C-43A7-8B33-FF9372CB3623}" destId="{5949614B-1191-4B24-A078-1311517D6F3D}" srcOrd="0" destOrd="0" presId="urn:microsoft.com/office/officeart/2005/8/layout/hierarchy2"/>
    <dgm:cxn modelId="{FC6FFE5A-8755-4AB7-B935-AC0FFEEF7153}" type="presParOf" srcId="{5125920D-C33C-43A7-8B33-FF9372CB3623}" destId="{3563DE64-5726-4058-8098-9CEAFA7323DE}"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1EDE318-68DB-4217-8DEC-C0C30D29D41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BE182442-C43A-4D74-B970-82236E31F7DE}">
      <dgm:prSet phldrT="[Text]" custT="1"/>
      <dgm:spPr/>
      <dgm:t>
        <a:bodyPr/>
        <a:lstStyle/>
        <a:p>
          <a:r>
            <a:rPr lang="en-US" sz="1200" dirty="0"/>
            <a:t>Approaches</a:t>
          </a:r>
          <a:endParaRPr lang="en-ZA" sz="1200" dirty="0"/>
        </a:p>
      </dgm:t>
    </dgm:pt>
    <dgm:pt modelId="{48DB6750-329E-42DD-8EF2-FA66A8A14545}" type="parTrans" cxnId="{E61361F8-EFFD-416F-B4C4-A0E76C34DABE}">
      <dgm:prSet/>
      <dgm:spPr/>
      <dgm:t>
        <a:bodyPr/>
        <a:lstStyle/>
        <a:p>
          <a:endParaRPr lang="en-ZA" sz="1200"/>
        </a:p>
      </dgm:t>
    </dgm:pt>
    <dgm:pt modelId="{631C25B1-AAB4-49DA-9B6B-C5729C7F4674}" type="sibTrans" cxnId="{E61361F8-EFFD-416F-B4C4-A0E76C34DABE}">
      <dgm:prSet/>
      <dgm:spPr/>
      <dgm:t>
        <a:bodyPr/>
        <a:lstStyle/>
        <a:p>
          <a:endParaRPr lang="en-ZA" sz="1200"/>
        </a:p>
      </dgm:t>
    </dgm:pt>
    <dgm:pt modelId="{D7B62469-FD0F-4DC7-AA6B-3A3D87E07638}">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200" kern="1200" dirty="0">
              <a:solidFill>
                <a:prstClr val="white"/>
              </a:solidFill>
              <a:latin typeface="Tahoma"/>
              <a:ea typeface="ＭＳ Ｐゴシック"/>
              <a:cs typeface="+mn-cs"/>
            </a:rPr>
            <a:t>Decision tree analysis</a:t>
          </a:r>
          <a:endParaRPr lang="en-ZA" sz="1200" kern="1200" dirty="0">
            <a:solidFill>
              <a:prstClr val="white"/>
            </a:solidFill>
            <a:latin typeface="Tahoma"/>
            <a:ea typeface="ＭＳ Ｐゴシック"/>
            <a:cs typeface="+mn-cs"/>
          </a:endParaRPr>
        </a:p>
      </dgm:t>
    </dgm:pt>
    <dgm:pt modelId="{D7981784-3AE3-4464-A3A1-29F8488FF8F3}" type="parTrans" cxnId="{3AF6E373-4F3D-416C-A32F-AE31E813E447}">
      <dgm:prSet/>
      <dgm:spPr/>
      <dgm:t>
        <a:bodyPr/>
        <a:lstStyle/>
        <a:p>
          <a:endParaRPr lang="en-ZA" sz="1200"/>
        </a:p>
      </dgm:t>
    </dgm:pt>
    <dgm:pt modelId="{342F6E4D-A227-4B44-AB05-3B030A443EDE}" type="sibTrans" cxnId="{3AF6E373-4F3D-416C-A32F-AE31E813E447}">
      <dgm:prSet/>
      <dgm:spPr/>
      <dgm:t>
        <a:bodyPr/>
        <a:lstStyle/>
        <a:p>
          <a:endParaRPr lang="en-ZA" sz="1200"/>
        </a:p>
      </dgm:t>
    </dgm:pt>
    <dgm:pt modelId="{E4CB8A46-922B-4C8B-9275-7B45214FEB1F}">
      <dgm:prSet phldrT="[Text]" custT="1"/>
      <dgm:spPr>
        <a:solidFill>
          <a:srgbClr val="C00000"/>
        </a:solidFill>
        <a:ln w="25400" cap="flat" cmpd="sng" algn="ctr">
          <a:solidFill>
            <a:srgbClr val="C00000"/>
          </a:solidFill>
          <a:prstDash val="solid"/>
        </a:ln>
        <a:effectLst/>
      </dgm:spPr>
      <dgm:t>
        <a:bodyPr spcFirstLastPara="0" vert="horz" wrap="square" lIns="7620" tIns="7620" rIns="7620" bIns="7620" numCol="1" spcCol="1270" anchor="ctr" anchorCtr="0"/>
        <a:lstStyle/>
        <a:p>
          <a:r>
            <a:rPr lang="en-US" sz="1200" kern="1200" dirty="0">
              <a:solidFill>
                <a:prstClr val="white"/>
              </a:solidFill>
              <a:latin typeface="Tahoma"/>
              <a:ea typeface="ＭＳ Ｐゴシック"/>
              <a:cs typeface="+mn-cs"/>
            </a:rPr>
            <a:t>Sensitivity</a:t>
          </a:r>
          <a:r>
            <a:rPr lang="en-US" sz="1200" kern="1200" dirty="0"/>
            <a:t> analysis</a:t>
          </a:r>
          <a:endParaRPr lang="en-ZA" sz="1200" kern="1200" dirty="0"/>
        </a:p>
      </dgm:t>
    </dgm:pt>
    <dgm:pt modelId="{AF0FBD2E-F66B-4041-8005-5480757F0850}" type="parTrans" cxnId="{5BBC3E9B-00BB-4287-800A-9BEB590D7555}">
      <dgm:prSet/>
      <dgm:spPr/>
      <dgm:t>
        <a:bodyPr/>
        <a:lstStyle/>
        <a:p>
          <a:endParaRPr lang="en-ZA" sz="1200"/>
        </a:p>
      </dgm:t>
    </dgm:pt>
    <dgm:pt modelId="{96DD29F6-EBA2-4278-96C5-60B0AD2CF9F7}" type="sibTrans" cxnId="{5BBC3E9B-00BB-4287-800A-9BEB590D7555}">
      <dgm:prSet/>
      <dgm:spPr/>
      <dgm:t>
        <a:bodyPr/>
        <a:lstStyle/>
        <a:p>
          <a:endParaRPr lang="en-ZA" sz="1200"/>
        </a:p>
      </dgm:t>
    </dgm:pt>
    <dgm:pt modelId="{44D8ABEF-00EB-4C4C-BC3D-7053B0F4D838}">
      <dgm:prSet phldrT="[Text]" custT="1"/>
      <dgm:spPr/>
      <dgm:t>
        <a:bodyPr/>
        <a:lstStyle/>
        <a:p>
          <a:r>
            <a:rPr lang="en-US" sz="1200" dirty="0"/>
            <a:t>Scenario analysis</a:t>
          </a:r>
          <a:endParaRPr lang="en-ZA" sz="1200" dirty="0"/>
        </a:p>
      </dgm:t>
    </dgm:pt>
    <dgm:pt modelId="{E83AF7F1-7F99-4EB5-9389-9843FC06D2EE}" type="parTrans" cxnId="{821B8639-A311-4E78-8FB3-2A71A3999888}">
      <dgm:prSet/>
      <dgm:spPr/>
      <dgm:t>
        <a:bodyPr/>
        <a:lstStyle/>
        <a:p>
          <a:endParaRPr lang="en-ZA" sz="1200"/>
        </a:p>
      </dgm:t>
    </dgm:pt>
    <dgm:pt modelId="{9898696D-72F2-41BF-A071-F0022083834A}" type="sibTrans" cxnId="{821B8639-A311-4E78-8FB3-2A71A3999888}">
      <dgm:prSet/>
      <dgm:spPr/>
      <dgm:t>
        <a:bodyPr/>
        <a:lstStyle/>
        <a:p>
          <a:endParaRPr lang="en-ZA" sz="1200"/>
        </a:p>
      </dgm:t>
    </dgm:pt>
    <dgm:pt modelId="{7CEA26F6-8963-48D5-8608-461FF11EBC77}" type="pres">
      <dgm:prSet presAssocID="{E1EDE318-68DB-4217-8DEC-C0C30D29D41D}" presName="hierChild1" presStyleCnt="0">
        <dgm:presLayoutVars>
          <dgm:orgChart val="1"/>
          <dgm:chPref val="1"/>
          <dgm:dir/>
          <dgm:animOne val="branch"/>
          <dgm:animLvl val="lvl"/>
          <dgm:resizeHandles/>
        </dgm:presLayoutVars>
      </dgm:prSet>
      <dgm:spPr/>
    </dgm:pt>
    <dgm:pt modelId="{052C265E-6976-4557-A34A-40FA99B5338A}" type="pres">
      <dgm:prSet presAssocID="{BE182442-C43A-4D74-B970-82236E31F7DE}" presName="hierRoot1" presStyleCnt="0">
        <dgm:presLayoutVars>
          <dgm:hierBranch val="init"/>
        </dgm:presLayoutVars>
      </dgm:prSet>
      <dgm:spPr/>
    </dgm:pt>
    <dgm:pt modelId="{933F3580-C0F5-4256-B144-189B3BBAC433}" type="pres">
      <dgm:prSet presAssocID="{BE182442-C43A-4D74-B970-82236E31F7DE}" presName="rootComposite1" presStyleCnt="0"/>
      <dgm:spPr/>
    </dgm:pt>
    <dgm:pt modelId="{69BC5031-3352-448D-9640-00AE2E86CDCF}" type="pres">
      <dgm:prSet presAssocID="{BE182442-C43A-4D74-B970-82236E31F7DE}" presName="rootText1" presStyleLbl="node0" presStyleIdx="0" presStyleCnt="1">
        <dgm:presLayoutVars>
          <dgm:chPref val="3"/>
        </dgm:presLayoutVars>
      </dgm:prSet>
      <dgm:spPr/>
    </dgm:pt>
    <dgm:pt modelId="{655A3295-0444-4AB5-9D60-DABCFC133281}" type="pres">
      <dgm:prSet presAssocID="{BE182442-C43A-4D74-B970-82236E31F7DE}" presName="rootConnector1" presStyleLbl="node1" presStyleIdx="0" presStyleCnt="0"/>
      <dgm:spPr/>
    </dgm:pt>
    <dgm:pt modelId="{053C550B-F9AB-4E0A-A479-A886789BA614}" type="pres">
      <dgm:prSet presAssocID="{BE182442-C43A-4D74-B970-82236E31F7DE}" presName="hierChild2" presStyleCnt="0"/>
      <dgm:spPr/>
    </dgm:pt>
    <dgm:pt modelId="{412D3198-CDFA-4649-BB4E-2AE0A8681C92}" type="pres">
      <dgm:prSet presAssocID="{D7981784-3AE3-4464-A3A1-29F8488FF8F3}" presName="Name37" presStyleLbl="parChTrans1D2" presStyleIdx="0" presStyleCnt="3"/>
      <dgm:spPr/>
    </dgm:pt>
    <dgm:pt modelId="{62358649-FAAC-4328-BB80-56A3D51FBC5E}" type="pres">
      <dgm:prSet presAssocID="{D7B62469-FD0F-4DC7-AA6B-3A3D87E07638}" presName="hierRoot2" presStyleCnt="0">
        <dgm:presLayoutVars>
          <dgm:hierBranch val="init"/>
        </dgm:presLayoutVars>
      </dgm:prSet>
      <dgm:spPr/>
    </dgm:pt>
    <dgm:pt modelId="{48F90451-6200-4A44-A348-2C0C0C11B8BA}" type="pres">
      <dgm:prSet presAssocID="{D7B62469-FD0F-4DC7-AA6B-3A3D87E07638}" presName="rootComposite" presStyleCnt="0"/>
      <dgm:spPr/>
    </dgm:pt>
    <dgm:pt modelId="{70761584-8CCE-4718-8B45-4A3FA212332F}" type="pres">
      <dgm:prSet presAssocID="{D7B62469-FD0F-4DC7-AA6B-3A3D87E07638}" presName="rootText" presStyleLbl="node2" presStyleIdx="0" presStyleCnt="3">
        <dgm:presLayoutVars>
          <dgm:chPref val="3"/>
        </dgm:presLayoutVars>
      </dgm:prSet>
      <dgm:spPr>
        <a:xfrm>
          <a:off x="228" y="1214454"/>
          <a:ext cx="993323" cy="496661"/>
        </a:xfrm>
        <a:prstGeom prst="rect">
          <a:avLst/>
        </a:prstGeom>
      </dgm:spPr>
    </dgm:pt>
    <dgm:pt modelId="{D6F2F5BB-25B7-4A8E-BDAF-03344CAC05BE}" type="pres">
      <dgm:prSet presAssocID="{D7B62469-FD0F-4DC7-AA6B-3A3D87E07638}" presName="rootConnector" presStyleLbl="node2" presStyleIdx="0" presStyleCnt="3"/>
      <dgm:spPr/>
    </dgm:pt>
    <dgm:pt modelId="{94A22768-6A93-44DE-8091-CD553B804E15}" type="pres">
      <dgm:prSet presAssocID="{D7B62469-FD0F-4DC7-AA6B-3A3D87E07638}" presName="hierChild4" presStyleCnt="0"/>
      <dgm:spPr/>
    </dgm:pt>
    <dgm:pt modelId="{FDE57F49-7740-4142-B668-C29EEDB8BD86}" type="pres">
      <dgm:prSet presAssocID="{D7B62469-FD0F-4DC7-AA6B-3A3D87E07638}" presName="hierChild5" presStyleCnt="0"/>
      <dgm:spPr/>
    </dgm:pt>
    <dgm:pt modelId="{C6150F60-7608-4FA1-B885-8D393A32ECB9}" type="pres">
      <dgm:prSet presAssocID="{AF0FBD2E-F66B-4041-8005-5480757F0850}" presName="Name37" presStyleLbl="parChTrans1D2" presStyleIdx="1" presStyleCnt="3"/>
      <dgm:spPr/>
    </dgm:pt>
    <dgm:pt modelId="{5DB92047-3785-40CA-B5A6-2B8F4B699746}" type="pres">
      <dgm:prSet presAssocID="{E4CB8A46-922B-4C8B-9275-7B45214FEB1F}" presName="hierRoot2" presStyleCnt="0">
        <dgm:presLayoutVars>
          <dgm:hierBranch val="init"/>
        </dgm:presLayoutVars>
      </dgm:prSet>
      <dgm:spPr/>
    </dgm:pt>
    <dgm:pt modelId="{77751AB9-7D73-48D2-B976-51F61119741F}" type="pres">
      <dgm:prSet presAssocID="{E4CB8A46-922B-4C8B-9275-7B45214FEB1F}" presName="rootComposite" presStyleCnt="0"/>
      <dgm:spPr/>
    </dgm:pt>
    <dgm:pt modelId="{8C6CB93C-F4A3-4CE7-9627-F6A57743FEDE}" type="pres">
      <dgm:prSet presAssocID="{E4CB8A46-922B-4C8B-9275-7B45214FEB1F}" presName="rootText" presStyleLbl="node2" presStyleIdx="1" presStyleCnt="3">
        <dgm:presLayoutVars>
          <dgm:chPref val="3"/>
        </dgm:presLayoutVars>
      </dgm:prSet>
      <dgm:spPr>
        <a:xfrm>
          <a:off x="1202150" y="1214454"/>
          <a:ext cx="993323" cy="496661"/>
        </a:xfrm>
        <a:prstGeom prst="rect">
          <a:avLst/>
        </a:prstGeom>
      </dgm:spPr>
    </dgm:pt>
    <dgm:pt modelId="{F48C748B-C42E-40EF-BD56-39EC16151ACF}" type="pres">
      <dgm:prSet presAssocID="{E4CB8A46-922B-4C8B-9275-7B45214FEB1F}" presName="rootConnector" presStyleLbl="node2" presStyleIdx="1" presStyleCnt="3"/>
      <dgm:spPr/>
    </dgm:pt>
    <dgm:pt modelId="{1C63BCBB-3F48-4E86-93E0-71562FF53856}" type="pres">
      <dgm:prSet presAssocID="{E4CB8A46-922B-4C8B-9275-7B45214FEB1F}" presName="hierChild4" presStyleCnt="0"/>
      <dgm:spPr/>
    </dgm:pt>
    <dgm:pt modelId="{D0C65CEB-EB88-46E8-8590-901FB169815D}" type="pres">
      <dgm:prSet presAssocID="{E4CB8A46-922B-4C8B-9275-7B45214FEB1F}" presName="hierChild5" presStyleCnt="0"/>
      <dgm:spPr/>
    </dgm:pt>
    <dgm:pt modelId="{29798DE5-6DA5-44C7-954F-AD06D3A6F60E}" type="pres">
      <dgm:prSet presAssocID="{E83AF7F1-7F99-4EB5-9389-9843FC06D2EE}" presName="Name37" presStyleLbl="parChTrans1D2" presStyleIdx="2" presStyleCnt="3"/>
      <dgm:spPr/>
    </dgm:pt>
    <dgm:pt modelId="{658A38C5-7EA6-4CB2-B14A-3201A5CBE45F}" type="pres">
      <dgm:prSet presAssocID="{44D8ABEF-00EB-4C4C-BC3D-7053B0F4D838}" presName="hierRoot2" presStyleCnt="0">
        <dgm:presLayoutVars>
          <dgm:hierBranch val="init"/>
        </dgm:presLayoutVars>
      </dgm:prSet>
      <dgm:spPr/>
    </dgm:pt>
    <dgm:pt modelId="{B8622849-AE75-4326-89AD-FC46CC5591F6}" type="pres">
      <dgm:prSet presAssocID="{44D8ABEF-00EB-4C4C-BC3D-7053B0F4D838}" presName="rootComposite" presStyleCnt="0"/>
      <dgm:spPr/>
    </dgm:pt>
    <dgm:pt modelId="{EBC72E8A-9F35-495A-9A60-D68AA34E4098}" type="pres">
      <dgm:prSet presAssocID="{44D8ABEF-00EB-4C4C-BC3D-7053B0F4D838}" presName="rootText" presStyleLbl="node2" presStyleIdx="2" presStyleCnt="3">
        <dgm:presLayoutVars>
          <dgm:chPref val="3"/>
        </dgm:presLayoutVars>
      </dgm:prSet>
      <dgm:spPr/>
    </dgm:pt>
    <dgm:pt modelId="{9477E0A2-EDEE-4928-88BB-E2DCF2913110}" type="pres">
      <dgm:prSet presAssocID="{44D8ABEF-00EB-4C4C-BC3D-7053B0F4D838}" presName="rootConnector" presStyleLbl="node2" presStyleIdx="2" presStyleCnt="3"/>
      <dgm:spPr/>
    </dgm:pt>
    <dgm:pt modelId="{CD4063A0-EF57-4F16-A822-66D244C8C498}" type="pres">
      <dgm:prSet presAssocID="{44D8ABEF-00EB-4C4C-BC3D-7053B0F4D838}" presName="hierChild4" presStyleCnt="0"/>
      <dgm:spPr/>
    </dgm:pt>
    <dgm:pt modelId="{166171F6-6077-46A1-A4F3-53CF72F07E72}" type="pres">
      <dgm:prSet presAssocID="{44D8ABEF-00EB-4C4C-BC3D-7053B0F4D838}" presName="hierChild5" presStyleCnt="0"/>
      <dgm:spPr/>
    </dgm:pt>
    <dgm:pt modelId="{AF033164-4386-4AE3-90A1-73A25AC998BD}" type="pres">
      <dgm:prSet presAssocID="{BE182442-C43A-4D74-B970-82236E31F7DE}" presName="hierChild3" presStyleCnt="0"/>
      <dgm:spPr/>
    </dgm:pt>
  </dgm:ptLst>
  <dgm:cxnLst>
    <dgm:cxn modelId="{11E8CA02-5AF7-40C3-9FE4-7ED3C4C463C8}" type="presOf" srcId="{D7B62469-FD0F-4DC7-AA6B-3A3D87E07638}" destId="{D6F2F5BB-25B7-4A8E-BDAF-03344CAC05BE}" srcOrd="1" destOrd="0" presId="urn:microsoft.com/office/officeart/2005/8/layout/orgChart1"/>
    <dgm:cxn modelId="{653B7A16-D0C9-4CCD-8098-54B49FECAC6A}" type="presOf" srcId="{BE182442-C43A-4D74-B970-82236E31F7DE}" destId="{655A3295-0444-4AB5-9D60-DABCFC133281}" srcOrd="1" destOrd="0" presId="urn:microsoft.com/office/officeart/2005/8/layout/orgChart1"/>
    <dgm:cxn modelId="{C9F81E1A-E4F4-4628-A66D-AB282B675A07}" type="presOf" srcId="{44D8ABEF-00EB-4C4C-BC3D-7053B0F4D838}" destId="{9477E0A2-EDEE-4928-88BB-E2DCF2913110}" srcOrd="1" destOrd="0" presId="urn:microsoft.com/office/officeart/2005/8/layout/orgChart1"/>
    <dgm:cxn modelId="{C4CDFC1C-4304-4E40-8638-CAD182DEA1CE}" type="presOf" srcId="{44D8ABEF-00EB-4C4C-BC3D-7053B0F4D838}" destId="{EBC72E8A-9F35-495A-9A60-D68AA34E4098}" srcOrd="0" destOrd="0" presId="urn:microsoft.com/office/officeart/2005/8/layout/orgChart1"/>
    <dgm:cxn modelId="{4A119A31-41C4-4596-96E9-9D0DD3069A57}" type="presOf" srcId="{AF0FBD2E-F66B-4041-8005-5480757F0850}" destId="{C6150F60-7608-4FA1-B885-8D393A32ECB9}" srcOrd="0" destOrd="0" presId="urn:microsoft.com/office/officeart/2005/8/layout/orgChart1"/>
    <dgm:cxn modelId="{821B8639-A311-4E78-8FB3-2A71A3999888}" srcId="{BE182442-C43A-4D74-B970-82236E31F7DE}" destId="{44D8ABEF-00EB-4C4C-BC3D-7053B0F4D838}" srcOrd="2" destOrd="0" parTransId="{E83AF7F1-7F99-4EB5-9389-9843FC06D2EE}" sibTransId="{9898696D-72F2-41BF-A071-F0022083834A}"/>
    <dgm:cxn modelId="{246E6440-C640-4DDF-AD64-0DD718AD2B53}" type="presOf" srcId="{E4CB8A46-922B-4C8B-9275-7B45214FEB1F}" destId="{F48C748B-C42E-40EF-BD56-39EC16151ACF}" srcOrd="1" destOrd="0" presId="urn:microsoft.com/office/officeart/2005/8/layout/orgChart1"/>
    <dgm:cxn modelId="{B15E1D43-7A32-4535-AF76-C5ACCAB6682C}" type="presOf" srcId="{E4CB8A46-922B-4C8B-9275-7B45214FEB1F}" destId="{8C6CB93C-F4A3-4CE7-9627-F6A57743FEDE}" srcOrd="0" destOrd="0" presId="urn:microsoft.com/office/officeart/2005/8/layout/orgChart1"/>
    <dgm:cxn modelId="{3E8EC348-7A9C-459C-86FD-1E90E42DFDAF}" type="presOf" srcId="{E83AF7F1-7F99-4EB5-9389-9843FC06D2EE}" destId="{29798DE5-6DA5-44C7-954F-AD06D3A6F60E}" srcOrd="0" destOrd="0" presId="urn:microsoft.com/office/officeart/2005/8/layout/orgChart1"/>
    <dgm:cxn modelId="{1E17D24A-9F63-478E-8E18-99BDBD88F214}" type="presOf" srcId="{BE182442-C43A-4D74-B970-82236E31F7DE}" destId="{69BC5031-3352-448D-9640-00AE2E86CDCF}" srcOrd="0" destOrd="0" presId="urn:microsoft.com/office/officeart/2005/8/layout/orgChart1"/>
    <dgm:cxn modelId="{9431334F-7C85-4875-84BF-F714E0E3C58E}" type="presOf" srcId="{E1EDE318-68DB-4217-8DEC-C0C30D29D41D}" destId="{7CEA26F6-8963-48D5-8608-461FF11EBC77}" srcOrd="0" destOrd="0" presId="urn:microsoft.com/office/officeart/2005/8/layout/orgChart1"/>
    <dgm:cxn modelId="{3AF6E373-4F3D-416C-A32F-AE31E813E447}" srcId="{BE182442-C43A-4D74-B970-82236E31F7DE}" destId="{D7B62469-FD0F-4DC7-AA6B-3A3D87E07638}" srcOrd="0" destOrd="0" parTransId="{D7981784-3AE3-4464-A3A1-29F8488FF8F3}" sibTransId="{342F6E4D-A227-4B44-AB05-3B030A443EDE}"/>
    <dgm:cxn modelId="{5BBC3E9B-00BB-4287-800A-9BEB590D7555}" srcId="{BE182442-C43A-4D74-B970-82236E31F7DE}" destId="{E4CB8A46-922B-4C8B-9275-7B45214FEB1F}" srcOrd="1" destOrd="0" parTransId="{AF0FBD2E-F66B-4041-8005-5480757F0850}" sibTransId="{96DD29F6-EBA2-4278-96C5-60B0AD2CF9F7}"/>
    <dgm:cxn modelId="{A882F1B0-1E6B-4773-BD51-6E2DA0D09E74}" type="presOf" srcId="{D7981784-3AE3-4464-A3A1-29F8488FF8F3}" destId="{412D3198-CDFA-4649-BB4E-2AE0A8681C92}" srcOrd="0" destOrd="0" presId="urn:microsoft.com/office/officeart/2005/8/layout/orgChart1"/>
    <dgm:cxn modelId="{CBE7C7E1-942F-40A7-A5F8-E6334A7A088C}" type="presOf" srcId="{D7B62469-FD0F-4DC7-AA6B-3A3D87E07638}" destId="{70761584-8CCE-4718-8B45-4A3FA212332F}" srcOrd="0" destOrd="0" presId="urn:microsoft.com/office/officeart/2005/8/layout/orgChart1"/>
    <dgm:cxn modelId="{E61361F8-EFFD-416F-B4C4-A0E76C34DABE}" srcId="{E1EDE318-68DB-4217-8DEC-C0C30D29D41D}" destId="{BE182442-C43A-4D74-B970-82236E31F7DE}" srcOrd="0" destOrd="0" parTransId="{48DB6750-329E-42DD-8EF2-FA66A8A14545}" sibTransId="{631C25B1-AAB4-49DA-9B6B-C5729C7F4674}"/>
    <dgm:cxn modelId="{BDEBE316-89F8-4814-B490-7D59E0674E7E}" type="presParOf" srcId="{7CEA26F6-8963-48D5-8608-461FF11EBC77}" destId="{052C265E-6976-4557-A34A-40FA99B5338A}" srcOrd="0" destOrd="0" presId="urn:microsoft.com/office/officeart/2005/8/layout/orgChart1"/>
    <dgm:cxn modelId="{9A9F7642-56A8-42D2-805E-A3E882030B20}" type="presParOf" srcId="{052C265E-6976-4557-A34A-40FA99B5338A}" destId="{933F3580-C0F5-4256-B144-189B3BBAC433}" srcOrd="0" destOrd="0" presId="urn:microsoft.com/office/officeart/2005/8/layout/orgChart1"/>
    <dgm:cxn modelId="{14CED0B7-E95C-483E-9E1F-F3584577B614}" type="presParOf" srcId="{933F3580-C0F5-4256-B144-189B3BBAC433}" destId="{69BC5031-3352-448D-9640-00AE2E86CDCF}" srcOrd="0" destOrd="0" presId="urn:microsoft.com/office/officeart/2005/8/layout/orgChart1"/>
    <dgm:cxn modelId="{753E3E23-D7C4-4DA2-816C-4D8177E0FB10}" type="presParOf" srcId="{933F3580-C0F5-4256-B144-189B3BBAC433}" destId="{655A3295-0444-4AB5-9D60-DABCFC133281}" srcOrd="1" destOrd="0" presId="urn:microsoft.com/office/officeart/2005/8/layout/orgChart1"/>
    <dgm:cxn modelId="{F03B129F-D12D-48A3-8B9B-24714045D15E}" type="presParOf" srcId="{052C265E-6976-4557-A34A-40FA99B5338A}" destId="{053C550B-F9AB-4E0A-A479-A886789BA614}" srcOrd="1" destOrd="0" presId="urn:microsoft.com/office/officeart/2005/8/layout/orgChart1"/>
    <dgm:cxn modelId="{5CA3E08E-0A5E-4995-945C-42E6927AF147}" type="presParOf" srcId="{053C550B-F9AB-4E0A-A479-A886789BA614}" destId="{412D3198-CDFA-4649-BB4E-2AE0A8681C92}" srcOrd="0" destOrd="0" presId="urn:microsoft.com/office/officeart/2005/8/layout/orgChart1"/>
    <dgm:cxn modelId="{C297DAEE-C86D-4F0A-9781-8F48C819DF16}" type="presParOf" srcId="{053C550B-F9AB-4E0A-A479-A886789BA614}" destId="{62358649-FAAC-4328-BB80-56A3D51FBC5E}" srcOrd="1" destOrd="0" presId="urn:microsoft.com/office/officeart/2005/8/layout/orgChart1"/>
    <dgm:cxn modelId="{1CA8ED97-D55F-42BD-86A6-26BDC99FC0CB}" type="presParOf" srcId="{62358649-FAAC-4328-BB80-56A3D51FBC5E}" destId="{48F90451-6200-4A44-A348-2C0C0C11B8BA}" srcOrd="0" destOrd="0" presId="urn:microsoft.com/office/officeart/2005/8/layout/orgChart1"/>
    <dgm:cxn modelId="{2EFD35CA-2B82-44A9-AAD6-37391F87BEDE}" type="presParOf" srcId="{48F90451-6200-4A44-A348-2C0C0C11B8BA}" destId="{70761584-8CCE-4718-8B45-4A3FA212332F}" srcOrd="0" destOrd="0" presId="urn:microsoft.com/office/officeart/2005/8/layout/orgChart1"/>
    <dgm:cxn modelId="{C86E91B6-FB99-43E9-B4E0-254B21C43025}" type="presParOf" srcId="{48F90451-6200-4A44-A348-2C0C0C11B8BA}" destId="{D6F2F5BB-25B7-4A8E-BDAF-03344CAC05BE}" srcOrd="1" destOrd="0" presId="urn:microsoft.com/office/officeart/2005/8/layout/orgChart1"/>
    <dgm:cxn modelId="{D4C3F573-83C6-45D1-9A6A-FE96AC8E85FE}" type="presParOf" srcId="{62358649-FAAC-4328-BB80-56A3D51FBC5E}" destId="{94A22768-6A93-44DE-8091-CD553B804E15}" srcOrd="1" destOrd="0" presId="urn:microsoft.com/office/officeart/2005/8/layout/orgChart1"/>
    <dgm:cxn modelId="{59CD2AB4-153D-4759-ABB0-95000CC4485E}" type="presParOf" srcId="{62358649-FAAC-4328-BB80-56A3D51FBC5E}" destId="{FDE57F49-7740-4142-B668-C29EEDB8BD86}" srcOrd="2" destOrd="0" presId="urn:microsoft.com/office/officeart/2005/8/layout/orgChart1"/>
    <dgm:cxn modelId="{74447C41-81CF-43BD-9A9B-C729BA658671}" type="presParOf" srcId="{053C550B-F9AB-4E0A-A479-A886789BA614}" destId="{C6150F60-7608-4FA1-B885-8D393A32ECB9}" srcOrd="2" destOrd="0" presId="urn:microsoft.com/office/officeart/2005/8/layout/orgChart1"/>
    <dgm:cxn modelId="{AE1BC232-542A-4B7F-B61A-BD550E7BDE3B}" type="presParOf" srcId="{053C550B-F9AB-4E0A-A479-A886789BA614}" destId="{5DB92047-3785-40CA-B5A6-2B8F4B699746}" srcOrd="3" destOrd="0" presId="urn:microsoft.com/office/officeart/2005/8/layout/orgChart1"/>
    <dgm:cxn modelId="{3792376F-55E3-4A8C-975F-D480C412EE4C}" type="presParOf" srcId="{5DB92047-3785-40CA-B5A6-2B8F4B699746}" destId="{77751AB9-7D73-48D2-B976-51F61119741F}" srcOrd="0" destOrd="0" presId="urn:microsoft.com/office/officeart/2005/8/layout/orgChart1"/>
    <dgm:cxn modelId="{5C9E7FBD-4B5B-4F9F-BFC9-4EF46A6F6108}" type="presParOf" srcId="{77751AB9-7D73-48D2-B976-51F61119741F}" destId="{8C6CB93C-F4A3-4CE7-9627-F6A57743FEDE}" srcOrd="0" destOrd="0" presId="urn:microsoft.com/office/officeart/2005/8/layout/orgChart1"/>
    <dgm:cxn modelId="{3C08B6A5-155D-4636-84D4-E8E1F7859B6B}" type="presParOf" srcId="{77751AB9-7D73-48D2-B976-51F61119741F}" destId="{F48C748B-C42E-40EF-BD56-39EC16151ACF}" srcOrd="1" destOrd="0" presId="urn:microsoft.com/office/officeart/2005/8/layout/orgChart1"/>
    <dgm:cxn modelId="{E9B8C981-4B92-45A9-BC67-6FA91355DA75}" type="presParOf" srcId="{5DB92047-3785-40CA-B5A6-2B8F4B699746}" destId="{1C63BCBB-3F48-4E86-93E0-71562FF53856}" srcOrd="1" destOrd="0" presId="urn:microsoft.com/office/officeart/2005/8/layout/orgChart1"/>
    <dgm:cxn modelId="{A7C4A3A3-5094-4752-B314-8C6B6AD4888C}" type="presParOf" srcId="{5DB92047-3785-40CA-B5A6-2B8F4B699746}" destId="{D0C65CEB-EB88-46E8-8590-901FB169815D}" srcOrd="2" destOrd="0" presId="urn:microsoft.com/office/officeart/2005/8/layout/orgChart1"/>
    <dgm:cxn modelId="{564F0C1D-3A37-44DB-ADEC-56149776CB89}" type="presParOf" srcId="{053C550B-F9AB-4E0A-A479-A886789BA614}" destId="{29798DE5-6DA5-44C7-954F-AD06D3A6F60E}" srcOrd="4" destOrd="0" presId="urn:microsoft.com/office/officeart/2005/8/layout/orgChart1"/>
    <dgm:cxn modelId="{FC24FD5F-D395-48D9-A3C7-65842DD82129}" type="presParOf" srcId="{053C550B-F9AB-4E0A-A479-A886789BA614}" destId="{658A38C5-7EA6-4CB2-B14A-3201A5CBE45F}" srcOrd="5" destOrd="0" presId="urn:microsoft.com/office/officeart/2005/8/layout/orgChart1"/>
    <dgm:cxn modelId="{45F9A0F4-A3A5-456A-9F17-CD9D48AD0EC9}" type="presParOf" srcId="{658A38C5-7EA6-4CB2-B14A-3201A5CBE45F}" destId="{B8622849-AE75-4326-89AD-FC46CC5591F6}" srcOrd="0" destOrd="0" presId="urn:microsoft.com/office/officeart/2005/8/layout/orgChart1"/>
    <dgm:cxn modelId="{52AB1A28-8625-419B-B151-32AF826548EA}" type="presParOf" srcId="{B8622849-AE75-4326-89AD-FC46CC5591F6}" destId="{EBC72E8A-9F35-495A-9A60-D68AA34E4098}" srcOrd="0" destOrd="0" presId="urn:microsoft.com/office/officeart/2005/8/layout/orgChart1"/>
    <dgm:cxn modelId="{A0168D27-E495-4AD1-95DF-F090579FF08C}" type="presParOf" srcId="{B8622849-AE75-4326-89AD-FC46CC5591F6}" destId="{9477E0A2-EDEE-4928-88BB-E2DCF2913110}" srcOrd="1" destOrd="0" presId="urn:microsoft.com/office/officeart/2005/8/layout/orgChart1"/>
    <dgm:cxn modelId="{AEA4836B-F5EC-4F68-A1E9-CAA3112707D9}" type="presParOf" srcId="{658A38C5-7EA6-4CB2-B14A-3201A5CBE45F}" destId="{CD4063A0-EF57-4F16-A822-66D244C8C498}" srcOrd="1" destOrd="0" presId="urn:microsoft.com/office/officeart/2005/8/layout/orgChart1"/>
    <dgm:cxn modelId="{DCDC002F-6855-470D-9F82-164A3CDBCAA5}" type="presParOf" srcId="{658A38C5-7EA6-4CB2-B14A-3201A5CBE45F}" destId="{166171F6-6077-46A1-A4F3-53CF72F07E72}" srcOrd="2" destOrd="0" presId="urn:microsoft.com/office/officeart/2005/8/layout/orgChart1"/>
    <dgm:cxn modelId="{6A51A63D-2140-4DAE-817F-5E14E62A71BA}" type="presParOf" srcId="{052C265E-6976-4557-A34A-40FA99B5338A}" destId="{AF033164-4386-4AE3-90A1-73A25AC998BD}"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1EDE318-68DB-4217-8DEC-C0C30D29D41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BE182442-C43A-4D74-B970-82236E31F7DE}">
      <dgm:prSet phldrT="[Text]" custT="1"/>
      <dgm:spPr/>
      <dgm:t>
        <a:bodyPr/>
        <a:lstStyle/>
        <a:p>
          <a:r>
            <a:rPr lang="en-US" sz="1200" dirty="0"/>
            <a:t>Approaches</a:t>
          </a:r>
          <a:endParaRPr lang="en-ZA" sz="1200" dirty="0"/>
        </a:p>
      </dgm:t>
    </dgm:pt>
    <dgm:pt modelId="{48DB6750-329E-42DD-8EF2-FA66A8A14545}" type="parTrans" cxnId="{E61361F8-EFFD-416F-B4C4-A0E76C34DABE}">
      <dgm:prSet/>
      <dgm:spPr/>
      <dgm:t>
        <a:bodyPr/>
        <a:lstStyle/>
        <a:p>
          <a:endParaRPr lang="en-ZA" sz="1200"/>
        </a:p>
      </dgm:t>
    </dgm:pt>
    <dgm:pt modelId="{631C25B1-AAB4-49DA-9B6B-C5729C7F4674}" type="sibTrans" cxnId="{E61361F8-EFFD-416F-B4C4-A0E76C34DABE}">
      <dgm:prSet/>
      <dgm:spPr/>
      <dgm:t>
        <a:bodyPr/>
        <a:lstStyle/>
        <a:p>
          <a:endParaRPr lang="en-ZA" sz="1200"/>
        </a:p>
      </dgm:t>
    </dgm:pt>
    <dgm:pt modelId="{D7B62469-FD0F-4DC7-AA6B-3A3D87E07638}">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200" kern="1200" dirty="0">
              <a:solidFill>
                <a:prstClr val="white"/>
              </a:solidFill>
              <a:latin typeface="Tahoma"/>
              <a:ea typeface="ＭＳ Ｐゴシック"/>
              <a:cs typeface="+mn-cs"/>
            </a:rPr>
            <a:t>Decision tree analysis</a:t>
          </a:r>
          <a:endParaRPr lang="en-ZA" sz="1200" kern="1200" dirty="0">
            <a:solidFill>
              <a:prstClr val="white"/>
            </a:solidFill>
            <a:latin typeface="Tahoma"/>
            <a:ea typeface="ＭＳ Ｐゴシック"/>
            <a:cs typeface="+mn-cs"/>
          </a:endParaRPr>
        </a:p>
      </dgm:t>
    </dgm:pt>
    <dgm:pt modelId="{D7981784-3AE3-4464-A3A1-29F8488FF8F3}" type="parTrans" cxnId="{3AF6E373-4F3D-416C-A32F-AE31E813E447}">
      <dgm:prSet/>
      <dgm:spPr/>
      <dgm:t>
        <a:bodyPr/>
        <a:lstStyle/>
        <a:p>
          <a:endParaRPr lang="en-ZA" sz="1200"/>
        </a:p>
      </dgm:t>
    </dgm:pt>
    <dgm:pt modelId="{342F6E4D-A227-4B44-AB05-3B030A443EDE}" type="sibTrans" cxnId="{3AF6E373-4F3D-416C-A32F-AE31E813E447}">
      <dgm:prSet/>
      <dgm:spPr/>
      <dgm:t>
        <a:bodyPr/>
        <a:lstStyle/>
        <a:p>
          <a:endParaRPr lang="en-ZA" sz="1200"/>
        </a:p>
      </dgm:t>
    </dgm:pt>
    <dgm:pt modelId="{E4CB8A46-922B-4C8B-9275-7B45214FEB1F}">
      <dgm:prSet phldrT="[Text]" custT="1"/>
      <dgm:spPr>
        <a:solidFill>
          <a:srgbClr val="C00000"/>
        </a:solidFill>
        <a:ln w="25400" cap="flat" cmpd="sng" algn="ctr">
          <a:solidFill>
            <a:srgbClr val="C00000"/>
          </a:solidFill>
          <a:prstDash val="solid"/>
        </a:ln>
        <a:effectLst/>
      </dgm:spPr>
      <dgm:t>
        <a:bodyPr spcFirstLastPara="0" vert="horz" wrap="square" lIns="7620" tIns="7620" rIns="7620" bIns="7620" numCol="1" spcCol="1270" anchor="ctr" anchorCtr="0"/>
        <a:lstStyle/>
        <a:p>
          <a:r>
            <a:rPr lang="en-US" sz="1200" kern="1200" dirty="0">
              <a:solidFill>
                <a:prstClr val="white"/>
              </a:solidFill>
              <a:latin typeface="Tahoma"/>
              <a:ea typeface="ＭＳ Ｐゴシック"/>
              <a:cs typeface="+mn-cs"/>
            </a:rPr>
            <a:t>Sensitivity</a:t>
          </a:r>
          <a:r>
            <a:rPr lang="en-US" sz="1200" kern="1200" dirty="0"/>
            <a:t> analysis</a:t>
          </a:r>
          <a:endParaRPr lang="en-ZA" sz="1200" kern="1200" dirty="0"/>
        </a:p>
      </dgm:t>
    </dgm:pt>
    <dgm:pt modelId="{AF0FBD2E-F66B-4041-8005-5480757F0850}" type="parTrans" cxnId="{5BBC3E9B-00BB-4287-800A-9BEB590D7555}">
      <dgm:prSet/>
      <dgm:spPr/>
      <dgm:t>
        <a:bodyPr/>
        <a:lstStyle/>
        <a:p>
          <a:endParaRPr lang="en-ZA" sz="1200"/>
        </a:p>
      </dgm:t>
    </dgm:pt>
    <dgm:pt modelId="{96DD29F6-EBA2-4278-96C5-60B0AD2CF9F7}" type="sibTrans" cxnId="{5BBC3E9B-00BB-4287-800A-9BEB590D7555}">
      <dgm:prSet/>
      <dgm:spPr/>
      <dgm:t>
        <a:bodyPr/>
        <a:lstStyle/>
        <a:p>
          <a:endParaRPr lang="en-ZA" sz="1200"/>
        </a:p>
      </dgm:t>
    </dgm:pt>
    <dgm:pt modelId="{44D8ABEF-00EB-4C4C-BC3D-7053B0F4D838}">
      <dgm:prSet phldrT="[Text]" custT="1"/>
      <dgm:spPr/>
      <dgm:t>
        <a:bodyPr/>
        <a:lstStyle/>
        <a:p>
          <a:r>
            <a:rPr lang="en-US" sz="1200" dirty="0"/>
            <a:t>Scenario analysis</a:t>
          </a:r>
          <a:endParaRPr lang="en-ZA" sz="1200" dirty="0"/>
        </a:p>
      </dgm:t>
    </dgm:pt>
    <dgm:pt modelId="{E83AF7F1-7F99-4EB5-9389-9843FC06D2EE}" type="parTrans" cxnId="{821B8639-A311-4E78-8FB3-2A71A3999888}">
      <dgm:prSet/>
      <dgm:spPr/>
      <dgm:t>
        <a:bodyPr/>
        <a:lstStyle/>
        <a:p>
          <a:endParaRPr lang="en-ZA" sz="1200"/>
        </a:p>
      </dgm:t>
    </dgm:pt>
    <dgm:pt modelId="{9898696D-72F2-41BF-A071-F0022083834A}" type="sibTrans" cxnId="{821B8639-A311-4E78-8FB3-2A71A3999888}">
      <dgm:prSet/>
      <dgm:spPr/>
      <dgm:t>
        <a:bodyPr/>
        <a:lstStyle/>
        <a:p>
          <a:endParaRPr lang="en-ZA" sz="1200"/>
        </a:p>
      </dgm:t>
    </dgm:pt>
    <dgm:pt modelId="{7CEA26F6-8963-48D5-8608-461FF11EBC77}" type="pres">
      <dgm:prSet presAssocID="{E1EDE318-68DB-4217-8DEC-C0C30D29D41D}" presName="hierChild1" presStyleCnt="0">
        <dgm:presLayoutVars>
          <dgm:orgChart val="1"/>
          <dgm:chPref val="1"/>
          <dgm:dir/>
          <dgm:animOne val="branch"/>
          <dgm:animLvl val="lvl"/>
          <dgm:resizeHandles/>
        </dgm:presLayoutVars>
      </dgm:prSet>
      <dgm:spPr/>
    </dgm:pt>
    <dgm:pt modelId="{052C265E-6976-4557-A34A-40FA99B5338A}" type="pres">
      <dgm:prSet presAssocID="{BE182442-C43A-4D74-B970-82236E31F7DE}" presName="hierRoot1" presStyleCnt="0">
        <dgm:presLayoutVars>
          <dgm:hierBranch val="init"/>
        </dgm:presLayoutVars>
      </dgm:prSet>
      <dgm:spPr/>
    </dgm:pt>
    <dgm:pt modelId="{933F3580-C0F5-4256-B144-189B3BBAC433}" type="pres">
      <dgm:prSet presAssocID="{BE182442-C43A-4D74-B970-82236E31F7DE}" presName="rootComposite1" presStyleCnt="0"/>
      <dgm:spPr/>
    </dgm:pt>
    <dgm:pt modelId="{69BC5031-3352-448D-9640-00AE2E86CDCF}" type="pres">
      <dgm:prSet presAssocID="{BE182442-C43A-4D74-B970-82236E31F7DE}" presName="rootText1" presStyleLbl="node0" presStyleIdx="0" presStyleCnt="1">
        <dgm:presLayoutVars>
          <dgm:chPref val="3"/>
        </dgm:presLayoutVars>
      </dgm:prSet>
      <dgm:spPr/>
    </dgm:pt>
    <dgm:pt modelId="{655A3295-0444-4AB5-9D60-DABCFC133281}" type="pres">
      <dgm:prSet presAssocID="{BE182442-C43A-4D74-B970-82236E31F7DE}" presName="rootConnector1" presStyleLbl="node1" presStyleIdx="0" presStyleCnt="0"/>
      <dgm:spPr/>
    </dgm:pt>
    <dgm:pt modelId="{053C550B-F9AB-4E0A-A479-A886789BA614}" type="pres">
      <dgm:prSet presAssocID="{BE182442-C43A-4D74-B970-82236E31F7DE}" presName="hierChild2" presStyleCnt="0"/>
      <dgm:spPr/>
    </dgm:pt>
    <dgm:pt modelId="{412D3198-CDFA-4649-BB4E-2AE0A8681C92}" type="pres">
      <dgm:prSet presAssocID="{D7981784-3AE3-4464-A3A1-29F8488FF8F3}" presName="Name37" presStyleLbl="parChTrans1D2" presStyleIdx="0" presStyleCnt="3"/>
      <dgm:spPr/>
    </dgm:pt>
    <dgm:pt modelId="{62358649-FAAC-4328-BB80-56A3D51FBC5E}" type="pres">
      <dgm:prSet presAssocID="{D7B62469-FD0F-4DC7-AA6B-3A3D87E07638}" presName="hierRoot2" presStyleCnt="0">
        <dgm:presLayoutVars>
          <dgm:hierBranch val="init"/>
        </dgm:presLayoutVars>
      </dgm:prSet>
      <dgm:spPr/>
    </dgm:pt>
    <dgm:pt modelId="{48F90451-6200-4A44-A348-2C0C0C11B8BA}" type="pres">
      <dgm:prSet presAssocID="{D7B62469-FD0F-4DC7-AA6B-3A3D87E07638}" presName="rootComposite" presStyleCnt="0"/>
      <dgm:spPr/>
    </dgm:pt>
    <dgm:pt modelId="{70761584-8CCE-4718-8B45-4A3FA212332F}" type="pres">
      <dgm:prSet presAssocID="{D7B62469-FD0F-4DC7-AA6B-3A3D87E07638}" presName="rootText" presStyleLbl="node2" presStyleIdx="0" presStyleCnt="3">
        <dgm:presLayoutVars>
          <dgm:chPref val="3"/>
        </dgm:presLayoutVars>
      </dgm:prSet>
      <dgm:spPr>
        <a:xfrm>
          <a:off x="228" y="1214454"/>
          <a:ext cx="993323" cy="496661"/>
        </a:xfrm>
        <a:prstGeom prst="rect">
          <a:avLst/>
        </a:prstGeom>
      </dgm:spPr>
    </dgm:pt>
    <dgm:pt modelId="{D6F2F5BB-25B7-4A8E-BDAF-03344CAC05BE}" type="pres">
      <dgm:prSet presAssocID="{D7B62469-FD0F-4DC7-AA6B-3A3D87E07638}" presName="rootConnector" presStyleLbl="node2" presStyleIdx="0" presStyleCnt="3"/>
      <dgm:spPr/>
    </dgm:pt>
    <dgm:pt modelId="{94A22768-6A93-44DE-8091-CD553B804E15}" type="pres">
      <dgm:prSet presAssocID="{D7B62469-FD0F-4DC7-AA6B-3A3D87E07638}" presName="hierChild4" presStyleCnt="0"/>
      <dgm:spPr/>
    </dgm:pt>
    <dgm:pt modelId="{FDE57F49-7740-4142-B668-C29EEDB8BD86}" type="pres">
      <dgm:prSet presAssocID="{D7B62469-FD0F-4DC7-AA6B-3A3D87E07638}" presName="hierChild5" presStyleCnt="0"/>
      <dgm:spPr/>
    </dgm:pt>
    <dgm:pt modelId="{C6150F60-7608-4FA1-B885-8D393A32ECB9}" type="pres">
      <dgm:prSet presAssocID="{AF0FBD2E-F66B-4041-8005-5480757F0850}" presName="Name37" presStyleLbl="parChTrans1D2" presStyleIdx="1" presStyleCnt="3"/>
      <dgm:spPr/>
    </dgm:pt>
    <dgm:pt modelId="{5DB92047-3785-40CA-B5A6-2B8F4B699746}" type="pres">
      <dgm:prSet presAssocID="{E4CB8A46-922B-4C8B-9275-7B45214FEB1F}" presName="hierRoot2" presStyleCnt="0">
        <dgm:presLayoutVars>
          <dgm:hierBranch val="init"/>
        </dgm:presLayoutVars>
      </dgm:prSet>
      <dgm:spPr/>
    </dgm:pt>
    <dgm:pt modelId="{77751AB9-7D73-48D2-B976-51F61119741F}" type="pres">
      <dgm:prSet presAssocID="{E4CB8A46-922B-4C8B-9275-7B45214FEB1F}" presName="rootComposite" presStyleCnt="0"/>
      <dgm:spPr/>
    </dgm:pt>
    <dgm:pt modelId="{8C6CB93C-F4A3-4CE7-9627-F6A57743FEDE}" type="pres">
      <dgm:prSet presAssocID="{E4CB8A46-922B-4C8B-9275-7B45214FEB1F}" presName="rootText" presStyleLbl="node2" presStyleIdx="1" presStyleCnt="3">
        <dgm:presLayoutVars>
          <dgm:chPref val="3"/>
        </dgm:presLayoutVars>
      </dgm:prSet>
      <dgm:spPr>
        <a:xfrm>
          <a:off x="1202150" y="1214454"/>
          <a:ext cx="993323" cy="496661"/>
        </a:xfrm>
        <a:prstGeom prst="rect">
          <a:avLst/>
        </a:prstGeom>
      </dgm:spPr>
    </dgm:pt>
    <dgm:pt modelId="{F48C748B-C42E-40EF-BD56-39EC16151ACF}" type="pres">
      <dgm:prSet presAssocID="{E4CB8A46-922B-4C8B-9275-7B45214FEB1F}" presName="rootConnector" presStyleLbl="node2" presStyleIdx="1" presStyleCnt="3"/>
      <dgm:spPr/>
    </dgm:pt>
    <dgm:pt modelId="{1C63BCBB-3F48-4E86-93E0-71562FF53856}" type="pres">
      <dgm:prSet presAssocID="{E4CB8A46-922B-4C8B-9275-7B45214FEB1F}" presName="hierChild4" presStyleCnt="0"/>
      <dgm:spPr/>
    </dgm:pt>
    <dgm:pt modelId="{D0C65CEB-EB88-46E8-8590-901FB169815D}" type="pres">
      <dgm:prSet presAssocID="{E4CB8A46-922B-4C8B-9275-7B45214FEB1F}" presName="hierChild5" presStyleCnt="0"/>
      <dgm:spPr/>
    </dgm:pt>
    <dgm:pt modelId="{29798DE5-6DA5-44C7-954F-AD06D3A6F60E}" type="pres">
      <dgm:prSet presAssocID="{E83AF7F1-7F99-4EB5-9389-9843FC06D2EE}" presName="Name37" presStyleLbl="parChTrans1D2" presStyleIdx="2" presStyleCnt="3"/>
      <dgm:spPr/>
    </dgm:pt>
    <dgm:pt modelId="{658A38C5-7EA6-4CB2-B14A-3201A5CBE45F}" type="pres">
      <dgm:prSet presAssocID="{44D8ABEF-00EB-4C4C-BC3D-7053B0F4D838}" presName="hierRoot2" presStyleCnt="0">
        <dgm:presLayoutVars>
          <dgm:hierBranch val="init"/>
        </dgm:presLayoutVars>
      </dgm:prSet>
      <dgm:spPr/>
    </dgm:pt>
    <dgm:pt modelId="{B8622849-AE75-4326-89AD-FC46CC5591F6}" type="pres">
      <dgm:prSet presAssocID="{44D8ABEF-00EB-4C4C-BC3D-7053B0F4D838}" presName="rootComposite" presStyleCnt="0"/>
      <dgm:spPr/>
    </dgm:pt>
    <dgm:pt modelId="{EBC72E8A-9F35-495A-9A60-D68AA34E4098}" type="pres">
      <dgm:prSet presAssocID="{44D8ABEF-00EB-4C4C-BC3D-7053B0F4D838}" presName="rootText" presStyleLbl="node2" presStyleIdx="2" presStyleCnt="3">
        <dgm:presLayoutVars>
          <dgm:chPref val="3"/>
        </dgm:presLayoutVars>
      </dgm:prSet>
      <dgm:spPr/>
    </dgm:pt>
    <dgm:pt modelId="{9477E0A2-EDEE-4928-88BB-E2DCF2913110}" type="pres">
      <dgm:prSet presAssocID="{44D8ABEF-00EB-4C4C-BC3D-7053B0F4D838}" presName="rootConnector" presStyleLbl="node2" presStyleIdx="2" presStyleCnt="3"/>
      <dgm:spPr/>
    </dgm:pt>
    <dgm:pt modelId="{CD4063A0-EF57-4F16-A822-66D244C8C498}" type="pres">
      <dgm:prSet presAssocID="{44D8ABEF-00EB-4C4C-BC3D-7053B0F4D838}" presName="hierChild4" presStyleCnt="0"/>
      <dgm:spPr/>
    </dgm:pt>
    <dgm:pt modelId="{166171F6-6077-46A1-A4F3-53CF72F07E72}" type="pres">
      <dgm:prSet presAssocID="{44D8ABEF-00EB-4C4C-BC3D-7053B0F4D838}" presName="hierChild5" presStyleCnt="0"/>
      <dgm:spPr/>
    </dgm:pt>
    <dgm:pt modelId="{AF033164-4386-4AE3-90A1-73A25AC998BD}" type="pres">
      <dgm:prSet presAssocID="{BE182442-C43A-4D74-B970-82236E31F7DE}" presName="hierChild3" presStyleCnt="0"/>
      <dgm:spPr/>
    </dgm:pt>
  </dgm:ptLst>
  <dgm:cxnLst>
    <dgm:cxn modelId="{11E8CA02-5AF7-40C3-9FE4-7ED3C4C463C8}" type="presOf" srcId="{D7B62469-FD0F-4DC7-AA6B-3A3D87E07638}" destId="{D6F2F5BB-25B7-4A8E-BDAF-03344CAC05BE}" srcOrd="1" destOrd="0" presId="urn:microsoft.com/office/officeart/2005/8/layout/orgChart1"/>
    <dgm:cxn modelId="{653B7A16-D0C9-4CCD-8098-54B49FECAC6A}" type="presOf" srcId="{BE182442-C43A-4D74-B970-82236E31F7DE}" destId="{655A3295-0444-4AB5-9D60-DABCFC133281}" srcOrd="1" destOrd="0" presId="urn:microsoft.com/office/officeart/2005/8/layout/orgChart1"/>
    <dgm:cxn modelId="{C9F81E1A-E4F4-4628-A66D-AB282B675A07}" type="presOf" srcId="{44D8ABEF-00EB-4C4C-BC3D-7053B0F4D838}" destId="{9477E0A2-EDEE-4928-88BB-E2DCF2913110}" srcOrd="1" destOrd="0" presId="urn:microsoft.com/office/officeart/2005/8/layout/orgChart1"/>
    <dgm:cxn modelId="{C4CDFC1C-4304-4E40-8638-CAD182DEA1CE}" type="presOf" srcId="{44D8ABEF-00EB-4C4C-BC3D-7053B0F4D838}" destId="{EBC72E8A-9F35-495A-9A60-D68AA34E4098}" srcOrd="0" destOrd="0" presId="urn:microsoft.com/office/officeart/2005/8/layout/orgChart1"/>
    <dgm:cxn modelId="{4A119A31-41C4-4596-96E9-9D0DD3069A57}" type="presOf" srcId="{AF0FBD2E-F66B-4041-8005-5480757F0850}" destId="{C6150F60-7608-4FA1-B885-8D393A32ECB9}" srcOrd="0" destOrd="0" presId="urn:microsoft.com/office/officeart/2005/8/layout/orgChart1"/>
    <dgm:cxn modelId="{821B8639-A311-4E78-8FB3-2A71A3999888}" srcId="{BE182442-C43A-4D74-B970-82236E31F7DE}" destId="{44D8ABEF-00EB-4C4C-BC3D-7053B0F4D838}" srcOrd="2" destOrd="0" parTransId="{E83AF7F1-7F99-4EB5-9389-9843FC06D2EE}" sibTransId="{9898696D-72F2-41BF-A071-F0022083834A}"/>
    <dgm:cxn modelId="{246E6440-C640-4DDF-AD64-0DD718AD2B53}" type="presOf" srcId="{E4CB8A46-922B-4C8B-9275-7B45214FEB1F}" destId="{F48C748B-C42E-40EF-BD56-39EC16151ACF}" srcOrd="1" destOrd="0" presId="urn:microsoft.com/office/officeart/2005/8/layout/orgChart1"/>
    <dgm:cxn modelId="{B15E1D43-7A32-4535-AF76-C5ACCAB6682C}" type="presOf" srcId="{E4CB8A46-922B-4C8B-9275-7B45214FEB1F}" destId="{8C6CB93C-F4A3-4CE7-9627-F6A57743FEDE}" srcOrd="0" destOrd="0" presId="urn:microsoft.com/office/officeart/2005/8/layout/orgChart1"/>
    <dgm:cxn modelId="{3E8EC348-7A9C-459C-86FD-1E90E42DFDAF}" type="presOf" srcId="{E83AF7F1-7F99-4EB5-9389-9843FC06D2EE}" destId="{29798DE5-6DA5-44C7-954F-AD06D3A6F60E}" srcOrd="0" destOrd="0" presId="urn:microsoft.com/office/officeart/2005/8/layout/orgChart1"/>
    <dgm:cxn modelId="{1E17D24A-9F63-478E-8E18-99BDBD88F214}" type="presOf" srcId="{BE182442-C43A-4D74-B970-82236E31F7DE}" destId="{69BC5031-3352-448D-9640-00AE2E86CDCF}" srcOrd="0" destOrd="0" presId="urn:microsoft.com/office/officeart/2005/8/layout/orgChart1"/>
    <dgm:cxn modelId="{9431334F-7C85-4875-84BF-F714E0E3C58E}" type="presOf" srcId="{E1EDE318-68DB-4217-8DEC-C0C30D29D41D}" destId="{7CEA26F6-8963-48D5-8608-461FF11EBC77}" srcOrd="0" destOrd="0" presId="urn:microsoft.com/office/officeart/2005/8/layout/orgChart1"/>
    <dgm:cxn modelId="{3AF6E373-4F3D-416C-A32F-AE31E813E447}" srcId="{BE182442-C43A-4D74-B970-82236E31F7DE}" destId="{D7B62469-FD0F-4DC7-AA6B-3A3D87E07638}" srcOrd="0" destOrd="0" parTransId="{D7981784-3AE3-4464-A3A1-29F8488FF8F3}" sibTransId="{342F6E4D-A227-4B44-AB05-3B030A443EDE}"/>
    <dgm:cxn modelId="{5BBC3E9B-00BB-4287-800A-9BEB590D7555}" srcId="{BE182442-C43A-4D74-B970-82236E31F7DE}" destId="{E4CB8A46-922B-4C8B-9275-7B45214FEB1F}" srcOrd="1" destOrd="0" parTransId="{AF0FBD2E-F66B-4041-8005-5480757F0850}" sibTransId="{96DD29F6-EBA2-4278-96C5-60B0AD2CF9F7}"/>
    <dgm:cxn modelId="{A882F1B0-1E6B-4773-BD51-6E2DA0D09E74}" type="presOf" srcId="{D7981784-3AE3-4464-A3A1-29F8488FF8F3}" destId="{412D3198-CDFA-4649-BB4E-2AE0A8681C92}" srcOrd="0" destOrd="0" presId="urn:microsoft.com/office/officeart/2005/8/layout/orgChart1"/>
    <dgm:cxn modelId="{CBE7C7E1-942F-40A7-A5F8-E6334A7A088C}" type="presOf" srcId="{D7B62469-FD0F-4DC7-AA6B-3A3D87E07638}" destId="{70761584-8CCE-4718-8B45-4A3FA212332F}" srcOrd="0" destOrd="0" presId="urn:microsoft.com/office/officeart/2005/8/layout/orgChart1"/>
    <dgm:cxn modelId="{E61361F8-EFFD-416F-B4C4-A0E76C34DABE}" srcId="{E1EDE318-68DB-4217-8DEC-C0C30D29D41D}" destId="{BE182442-C43A-4D74-B970-82236E31F7DE}" srcOrd="0" destOrd="0" parTransId="{48DB6750-329E-42DD-8EF2-FA66A8A14545}" sibTransId="{631C25B1-AAB4-49DA-9B6B-C5729C7F4674}"/>
    <dgm:cxn modelId="{BDEBE316-89F8-4814-B490-7D59E0674E7E}" type="presParOf" srcId="{7CEA26F6-8963-48D5-8608-461FF11EBC77}" destId="{052C265E-6976-4557-A34A-40FA99B5338A}" srcOrd="0" destOrd="0" presId="urn:microsoft.com/office/officeart/2005/8/layout/orgChart1"/>
    <dgm:cxn modelId="{9A9F7642-56A8-42D2-805E-A3E882030B20}" type="presParOf" srcId="{052C265E-6976-4557-A34A-40FA99B5338A}" destId="{933F3580-C0F5-4256-B144-189B3BBAC433}" srcOrd="0" destOrd="0" presId="urn:microsoft.com/office/officeart/2005/8/layout/orgChart1"/>
    <dgm:cxn modelId="{14CED0B7-E95C-483E-9E1F-F3584577B614}" type="presParOf" srcId="{933F3580-C0F5-4256-B144-189B3BBAC433}" destId="{69BC5031-3352-448D-9640-00AE2E86CDCF}" srcOrd="0" destOrd="0" presId="urn:microsoft.com/office/officeart/2005/8/layout/orgChart1"/>
    <dgm:cxn modelId="{753E3E23-D7C4-4DA2-816C-4D8177E0FB10}" type="presParOf" srcId="{933F3580-C0F5-4256-B144-189B3BBAC433}" destId="{655A3295-0444-4AB5-9D60-DABCFC133281}" srcOrd="1" destOrd="0" presId="urn:microsoft.com/office/officeart/2005/8/layout/orgChart1"/>
    <dgm:cxn modelId="{F03B129F-D12D-48A3-8B9B-24714045D15E}" type="presParOf" srcId="{052C265E-6976-4557-A34A-40FA99B5338A}" destId="{053C550B-F9AB-4E0A-A479-A886789BA614}" srcOrd="1" destOrd="0" presId="urn:microsoft.com/office/officeart/2005/8/layout/orgChart1"/>
    <dgm:cxn modelId="{5CA3E08E-0A5E-4995-945C-42E6927AF147}" type="presParOf" srcId="{053C550B-F9AB-4E0A-A479-A886789BA614}" destId="{412D3198-CDFA-4649-BB4E-2AE0A8681C92}" srcOrd="0" destOrd="0" presId="urn:microsoft.com/office/officeart/2005/8/layout/orgChart1"/>
    <dgm:cxn modelId="{C297DAEE-C86D-4F0A-9781-8F48C819DF16}" type="presParOf" srcId="{053C550B-F9AB-4E0A-A479-A886789BA614}" destId="{62358649-FAAC-4328-BB80-56A3D51FBC5E}" srcOrd="1" destOrd="0" presId="urn:microsoft.com/office/officeart/2005/8/layout/orgChart1"/>
    <dgm:cxn modelId="{1CA8ED97-D55F-42BD-86A6-26BDC99FC0CB}" type="presParOf" srcId="{62358649-FAAC-4328-BB80-56A3D51FBC5E}" destId="{48F90451-6200-4A44-A348-2C0C0C11B8BA}" srcOrd="0" destOrd="0" presId="urn:microsoft.com/office/officeart/2005/8/layout/orgChart1"/>
    <dgm:cxn modelId="{2EFD35CA-2B82-44A9-AAD6-37391F87BEDE}" type="presParOf" srcId="{48F90451-6200-4A44-A348-2C0C0C11B8BA}" destId="{70761584-8CCE-4718-8B45-4A3FA212332F}" srcOrd="0" destOrd="0" presId="urn:microsoft.com/office/officeart/2005/8/layout/orgChart1"/>
    <dgm:cxn modelId="{C86E91B6-FB99-43E9-B4E0-254B21C43025}" type="presParOf" srcId="{48F90451-6200-4A44-A348-2C0C0C11B8BA}" destId="{D6F2F5BB-25B7-4A8E-BDAF-03344CAC05BE}" srcOrd="1" destOrd="0" presId="urn:microsoft.com/office/officeart/2005/8/layout/orgChart1"/>
    <dgm:cxn modelId="{D4C3F573-83C6-45D1-9A6A-FE96AC8E85FE}" type="presParOf" srcId="{62358649-FAAC-4328-BB80-56A3D51FBC5E}" destId="{94A22768-6A93-44DE-8091-CD553B804E15}" srcOrd="1" destOrd="0" presId="urn:microsoft.com/office/officeart/2005/8/layout/orgChart1"/>
    <dgm:cxn modelId="{59CD2AB4-153D-4759-ABB0-95000CC4485E}" type="presParOf" srcId="{62358649-FAAC-4328-BB80-56A3D51FBC5E}" destId="{FDE57F49-7740-4142-B668-C29EEDB8BD86}" srcOrd="2" destOrd="0" presId="urn:microsoft.com/office/officeart/2005/8/layout/orgChart1"/>
    <dgm:cxn modelId="{74447C41-81CF-43BD-9A9B-C729BA658671}" type="presParOf" srcId="{053C550B-F9AB-4E0A-A479-A886789BA614}" destId="{C6150F60-7608-4FA1-B885-8D393A32ECB9}" srcOrd="2" destOrd="0" presId="urn:microsoft.com/office/officeart/2005/8/layout/orgChart1"/>
    <dgm:cxn modelId="{AE1BC232-542A-4B7F-B61A-BD550E7BDE3B}" type="presParOf" srcId="{053C550B-F9AB-4E0A-A479-A886789BA614}" destId="{5DB92047-3785-40CA-B5A6-2B8F4B699746}" srcOrd="3" destOrd="0" presId="urn:microsoft.com/office/officeart/2005/8/layout/orgChart1"/>
    <dgm:cxn modelId="{3792376F-55E3-4A8C-975F-D480C412EE4C}" type="presParOf" srcId="{5DB92047-3785-40CA-B5A6-2B8F4B699746}" destId="{77751AB9-7D73-48D2-B976-51F61119741F}" srcOrd="0" destOrd="0" presId="urn:microsoft.com/office/officeart/2005/8/layout/orgChart1"/>
    <dgm:cxn modelId="{5C9E7FBD-4B5B-4F9F-BFC9-4EF46A6F6108}" type="presParOf" srcId="{77751AB9-7D73-48D2-B976-51F61119741F}" destId="{8C6CB93C-F4A3-4CE7-9627-F6A57743FEDE}" srcOrd="0" destOrd="0" presId="urn:microsoft.com/office/officeart/2005/8/layout/orgChart1"/>
    <dgm:cxn modelId="{3C08B6A5-155D-4636-84D4-E8E1F7859B6B}" type="presParOf" srcId="{77751AB9-7D73-48D2-B976-51F61119741F}" destId="{F48C748B-C42E-40EF-BD56-39EC16151ACF}" srcOrd="1" destOrd="0" presId="urn:microsoft.com/office/officeart/2005/8/layout/orgChart1"/>
    <dgm:cxn modelId="{E9B8C981-4B92-45A9-BC67-6FA91355DA75}" type="presParOf" srcId="{5DB92047-3785-40CA-B5A6-2B8F4B699746}" destId="{1C63BCBB-3F48-4E86-93E0-71562FF53856}" srcOrd="1" destOrd="0" presId="urn:microsoft.com/office/officeart/2005/8/layout/orgChart1"/>
    <dgm:cxn modelId="{A7C4A3A3-5094-4752-B314-8C6B6AD4888C}" type="presParOf" srcId="{5DB92047-3785-40CA-B5A6-2B8F4B699746}" destId="{D0C65CEB-EB88-46E8-8590-901FB169815D}" srcOrd="2" destOrd="0" presId="urn:microsoft.com/office/officeart/2005/8/layout/orgChart1"/>
    <dgm:cxn modelId="{564F0C1D-3A37-44DB-ADEC-56149776CB89}" type="presParOf" srcId="{053C550B-F9AB-4E0A-A479-A886789BA614}" destId="{29798DE5-6DA5-44C7-954F-AD06D3A6F60E}" srcOrd="4" destOrd="0" presId="urn:microsoft.com/office/officeart/2005/8/layout/orgChart1"/>
    <dgm:cxn modelId="{FC24FD5F-D395-48D9-A3C7-65842DD82129}" type="presParOf" srcId="{053C550B-F9AB-4E0A-A479-A886789BA614}" destId="{658A38C5-7EA6-4CB2-B14A-3201A5CBE45F}" srcOrd="5" destOrd="0" presId="urn:microsoft.com/office/officeart/2005/8/layout/orgChart1"/>
    <dgm:cxn modelId="{45F9A0F4-A3A5-456A-9F17-CD9D48AD0EC9}" type="presParOf" srcId="{658A38C5-7EA6-4CB2-B14A-3201A5CBE45F}" destId="{B8622849-AE75-4326-89AD-FC46CC5591F6}" srcOrd="0" destOrd="0" presId="urn:microsoft.com/office/officeart/2005/8/layout/orgChart1"/>
    <dgm:cxn modelId="{52AB1A28-8625-419B-B151-32AF826548EA}" type="presParOf" srcId="{B8622849-AE75-4326-89AD-FC46CC5591F6}" destId="{EBC72E8A-9F35-495A-9A60-D68AA34E4098}" srcOrd="0" destOrd="0" presId="urn:microsoft.com/office/officeart/2005/8/layout/orgChart1"/>
    <dgm:cxn modelId="{A0168D27-E495-4AD1-95DF-F090579FF08C}" type="presParOf" srcId="{B8622849-AE75-4326-89AD-FC46CC5591F6}" destId="{9477E0A2-EDEE-4928-88BB-E2DCF2913110}" srcOrd="1" destOrd="0" presId="urn:microsoft.com/office/officeart/2005/8/layout/orgChart1"/>
    <dgm:cxn modelId="{AEA4836B-F5EC-4F68-A1E9-CAA3112707D9}" type="presParOf" srcId="{658A38C5-7EA6-4CB2-B14A-3201A5CBE45F}" destId="{CD4063A0-EF57-4F16-A822-66D244C8C498}" srcOrd="1" destOrd="0" presId="urn:microsoft.com/office/officeart/2005/8/layout/orgChart1"/>
    <dgm:cxn modelId="{DCDC002F-6855-470D-9F82-164A3CDBCAA5}" type="presParOf" srcId="{658A38C5-7EA6-4CB2-B14A-3201A5CBE45F}" destId="{166171F6-6077-46A1-A4F3-53CF72F07E72}" srcOrd="2" destOrd="0" presId="urn:microsoft.com/office/officeart/2005/8/layout/orgChart1"/>
    <dgm:cxn modelId="{6A51A63D-2140-4DAE-817F-5E14E62A71BA}" type="presParOf" srcId="{052C265E-6976-4557-A34A-40FA99B5338A}" destId="{AF033164-4386-4AE3-90A1-73A25AC998BD}"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1EDE318-68DB-4217-8DEC-C0C30D29D41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BE182442-C43A-4D74-B970-82236E31F7DE}">
      <dgm:prSet phldrT="[Text]" custT="1"/>
      <dgm:spPr/>
      <dgm:t>
        <a:bodyPr/>
        <a:lstStyle/>
        <a:p>
          <a:r>
            <a:rPr lang="en-US" sz="1200" dirty="0"/>
            <a:t>Approaches</a:t>
          </a:r>
          <a:endParaRPr lang="en-ZA" sz="1200" dirty="0"/>
        </a:p>
      </dgm:t>
    </dgm:pt>
    <dgm:pt modelId="{48DB6750-329E-42DD-8EF2-FA66A8A14545}" type="parTrans" cxnId="{E61361F8-EFFD-416F-B4C4-A0E76C34DABE}">
      <dgm:prSet/>
      <dgm:spPr/>
      <dgm:t>
        <a:bodyPr/>
        <a:lstStyle/>
        <a:p>
          <a:endParaRPr lang="en-ZA" sz="1200"/>
        </a:p>
      </dgm:t>
    </dgm:pt>
    <dgm:pt modelId="{631C25B1-AAB4-49DA-9B6B-C5729C7F4674}" type="sibTrans" cxnId="{E61361F8-EFFD-416F-B4C4-A0E76C34DABE}">
      <dgm:prSet/>
      <dgm:spPr/>
      <dgm:t>
        <a:bodyPr/>
        <a:lstStyle/>
        <a:p>
          <a:endParaRPr lang="en-ZA" sz="1200"/>
        </a:p>
      </dgm:t>
    </dgm:pt>
    <dgm:pt modelId="{D7B62469-FD0F-4DC7-AA6B-3A3D87E07638}">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200" kern="1200" dirty="0">
              <a:solidFill>
                <a:prstClr val="white"/>
              </a:solidFill>
              <a:latin typeface="Tahoma"/>
              <a:ea typeface="ＭＳ Ｐゴシック"/>
              <a:cs typeface="+mn-cs"/>
            </a:rPr>
            <a:t>Decision tree analysis</a:t>
          </a:r>
          <a:endParaRPr lang="en-ZA" sz="1200" kern="1200" dirty="0">
            <a:solidFill>
              <a:prstClr val="white"/>
            </a:solidFill>
            <a:latin typeface="Tahoma"/>
            <a:ea typeface="ＭＳ Ｐゴシック"/>
            <a:cs typeface="+mn-cs"/>
          </a:endParaRPr>
        </a:p>
      </dgm:t>
    </dgm:pt>
    <dgm:pt modelId="{D7981784-3AE3-4464-A3A1-29F8488FF8F3}" type="parTrans" cxnId="{3AF6E373-4F3D-416C-A32F-AE31E813E447}">
      <dgm:prSet/>
      <dgm:spPr/>
      <dgm:t>
        <a:bodyPr/>
        <a:lstStyle/>
        <a:p>
          <a:endParaRPr lang="en-ZA" sz="1200"/>
        </a:p>
      </dgm:t>
    </dgm:pt>
    <dgm:pt modelId="{342F6E4D-A227-4B44-AB05-3B030A443EDE}" type="sibTrans" cxnId="{3AF6E373-4F3D-416C-A32F-AE31E813E447}">
      <dgm:prSet/>
      <dgm:spPr/>
      <dgm:t>
        <a:bodyPr/>
        <a:lstStyle/>
        <a:p>
          <a:endParaRPr lang="en-ZA" sz="1200"/>
        </a:p>
      </dgm:t>
    </dgm:pt>
    <dgm:pt modelId="{E4CB8A46-922B-4C8B-9275-7B45214FEB1F}">
      <dgm:prSet phldrT="[Text]" custT="1"/>
      <dgm:spPr>
        <a:solidFill>
          <a:srgbClr val="C00000"/>
        </a:solidFill>
        <a:ln w="25400" cap="flat" cmpd="sng" algn="ctr">
          <a:solidFill>
            <a:srgbClr val="C00000"/>
          </a:solidFill>
          <a:prstDash val="solid"/>
        </a:ln>
        <a:effectLst/>
      </dgm:spPr>
      <dgm:t>
        <a:bodyPr spcFirstLastPara="0" vert="horz" wrap="square" lIns="7620" tIns="7620" rIns="7620" bIns="7620" numCol="1" spcCol="1270" anchor="ctr" anchorCtr="0"/>
        <a:lstStyle/>
        <a:p>
          <a:r>
            <a:rPr lang="en-US" sz="1200" kern="1200" dirty="0">
              <a:solidFill>
                <a:prstClr val="white"/>
              </a:solidFill>
              <a:latin typeface="Tahoma"/>
              <a:ea typeface="ＭＳ Ｐゴシック"/>
              <a:cs typeface="+mn-cs"/>
            </a:rPr>
            <a:t>Sensitivity</a:t>
          </a:r>
          <a:r>
            <a:rPr lang="en-US" sz="1200" kern="1200" dirty="0"/>
            <a:t> analysis</a:t>
          </a:r>
          <a:endParaRPr lang="en-ZA" sz="1200" kern="1200" dirty="0"/>
        </a:p>
      </dgm:t>
    </dgm:pt>
    <dgm:pt modelId="{AF0FBD2E-F66B-4041-8005-5480757F0850}" type="parTrans" cxnId="{5BBC3E9B-00BB-4287-800A-9BEB590D7555}">
      <dgm:prSet/>
      <dgm:spPr/>
      <dgm:t>
        <a:bodyPr/>
        <a:lstStyle/>
        <a:p>
          <a:endParaRPr lang="en-ZA" sz="1200"/>
        </a:p>
      </dgm:t>
    </dgm:pt>
    <dgm:pt modelId="{96DD29F6-EBA2-4278-96C5-60B0AD2CF9F7}" type="sibTrans" cxnId="{5BBC3E9B-00BB-4287-800A-9BEB590D7555}">
      <dgm:prSet/>
      <dgm:spPr/>
      <dgm:t>
        <a:bodyPr/>
        <a:lstStyle/>
        <a:p>
          <a:endParaRPr lang="en-ZA" sz="1200"/>
        </a:p>
      </dgm:t>
    </dgm:pt>
    <dgm:pt modelId="{44D8ABEF-00EB-4C4C-BC3D-7053B0F4D838}">
      <dgm:prSet phldrT="[Text]" custT="1"/>
      <dgm:spPr/>
      <dgm:t>
        <a:bodyPr/>
        <a:lstStyle/>
        <a:p>
          <a:r>
            <a:rPr lang="en-US" sz="1200" dirty="0"/>
            <a:t>Scenario analysis</a:t>
          </a:r>
          <a:endParaRPr lang="en-ZA" sz="1200" dirty="0"/>
        </a:p>
      </dgm:t>
    </dgm:pt>
    <dgm:pt modelId="{E83AF7F1-7F99-4EB5-9389-9843FC06D2EE}" type="parTrans" cxnId="{821B8639-A311-4E78-8FB3-2A71A3999888}">
      <dgm:prSet/>
      <dgm:spPr/>
      <dgm:t>
        <a:bodyPr/>
        <a:lstStyle/>
        <a:p>
          <a:endParaRPr lang="en-ZA" sz="1200"/>
        </a:p>
      </dgm:t>
    </dgm:pt>
    <dgm:pt modelId="{9898696D-72F2-41BF-A071-F0022083834A}" type="sibTrans" cxnId="{821B8639-A311-4E78-8FB3-2A71A3999888}">
      <dgm:prSet/>
      <dgm:spPr/>
      <dgm:t>
        <a:bodyPr/>
        <a:lstStyle/>
        <a:p>
          <a:endParaRPr lang="en-ZA" sz="1200"/>
        </a:p>
      </dgm:t>
    </dgm:pt>
    <dgm:pt modelId="{7CEA26F6-8963-48D5-8608-461FF11EBC77}" type="pres">
      <dgm:prSet presAssocID="{E1EDE318-68DB-4217-8DEC-C0C30D29D41D}" presName="hierChild1" presStyleCnt="0">
        <dgm:presLayoutVars>
          <dgm:orgChart val="1"/>
          <dgm:chPref val="1"/>
          <dgm:dir/>
          <dgm:animOne val="branch"/>
          <dgm:animLvl val="lvl"/>
          <dgm:resizeHandles/>
        </dgm:presLayoutVars>
      </dgm:prSet>
      <dgm:spPr/>
    </dgm:pt>
    <dgm:pt modelId="{052C265E-6976-4557-A34A-40FA99B5338A}" type="pres">
      <dgm:prSet presAssocID="{BE182442-C43A-4D74-B970-82236E31F7DE}" presName="hierRoot1" presStyleCnt="0">
        <dgm:presLayoutVars>
          <dgm:hierBranch val="init"/>
        </dgm:presLayoutVars>
      </dgm:prSet>
      <dgm:spPr/>
    </dgm:pt>
    <dgm:pt modelId="{933F3580-C0F5-4256-B144-189B3BBAC433}" type="pres">
      <dgm:prSet presAssocID="{BE182442-C43A-4D74-B970-82236E31F7DE}" presName="rootComposite1" presStyleCnt="0"/>
      <dgm:spPr/>
    </dgm:pt>
    <dgm:pt modelId="{69BC5031-3352-448D-9640-00AE2E86CDCF}" type="pres">
      <dgm:prSet presAssocID="{BE182442-C43A-4D74-B970-82236E31F7DE}" presName="rootText1" presStyleLbl="node0" presStyleIdx="0" presStyleCnt="1">
        <dgm:presLayoutVars>
          <dgm:chPref val="3"/>
        </dgm:presLayoutVars>
      </dgm:prSet>
      <dgm:spPr/>
    </dgm:pt>
    <dgm:pt modelId="{655A3295-0444-4AB5-9D60-DABCFC133281}" type="pres">
      <dgm:prSet presAssocID="{BE182442-C43A-4D74-B970-82236E31F7DE}" presName="rootConnector1" presStyleLbl="node1" presStyleIdx="0" presStyleCnt="0"/>
      <dgm:spPr/>
    </dgm:pt>
    <dgm:pt modelId="{053C550B-F9AB-4E0A-A479-A886789BA614}" type="pres">
      <dgm:prSet presAssocID="{BE182442-C43A-4D74-B970-82236E31F7DE}" presName="hierChild2" presStyleCnt="0"/>
      <dgm:spPr/>
    </dgm:pt>
    <dgm:pt modelId="{412D3198-CDFA-4649-BB4E-2AE0A8681C92}" type="pres">
      <dgm:prSet presAssocID="{D7981784-3AE3-4464-A3A1-29F8488FF8F3}" presName="Name37" presStyleLbl="parChTrans1D2" presStyleIdx="0" presStyleCnt="3"/>
      <dgm:spPr/>
    </dgm:pt>
    <dgm:pt modelId="{62358649-FAAC-4328-BB80-56A3D51FBC5E}" type="pres">
      <dgm:prSet presAssocID="{D7B62469-FD0F-4DC7-AA6B-3A3D87E07638}" presName="hierRoot2" presStyleCnt="0">
        <dgm:presLayoutVars>
          <dgm:hierBranch val="init"/>
        </dgm:presLayoutVars>
      </dgm:prSet>
      <dgm:spPr/>
    </dgm:pt>
    <dgm:pt modelId="{48F90451-6200-4A44-A348-2C0C0C11B8BA}" type="pres">
      <dgm:prSet presAssocID="{D7B62469-FD0F-4DC7-AA6B-3A3D87E07638}" presName="rootComposite" presStyleCnt="0"/>
      <dgm:spPr/>
    </dgm:pt>
    <dgm:pt modelId="{70761584-8CCE-4718-8B45-4A3FA212332F}" type="pres">
      <dgm:prSet presAssocID="{D7B62469-FD0F-4DC7-AA6B-3A3D87E07638}" presName="rootText" presStyleLbl="node2" presStyleIdx="0" presStyleCnt="3">
        <dgm:presLayoutVars>
          <dgm:chPref val="3"/>
        </dgm:presLayoutVars>
      </dgm:prSet>
      <dgm:spPr>
        <a:xfrm>
          <a:off x="228" y="1214454"/>
          <a:ext cx="993323" cy="496661"/>
        </a:xfrm>
        <a:prstGeom prst="rect">
          <a:avLst/>
        </a:prstGeom>
      </dgm:spPr>
    </dgm:pt>
    <dgm:pt modelId="{D6F2F5BB-25B7-4A8E-BDAF-03344CAC05BE}" type="pres">
      <dgm:prSet presAssocID="{D7B62469-FD0F-4DC7-AA6B-3A3D87E07638}" presName="rootConnector" presStyleLbl="node2" presStyleIdx="0" presStyleCnt="3"/>
      <dgm:spPr/>
    </dgm:pt>
    <dgm:pt modelId="{94A22768-6A93-44DE-8091-CD553B804E15}" type="pres">
      <dgm:prSet presAssocID="{D7B62469-FD0F-4DC7-AA6B-3A3D87E07638}" presName="hierChild4" presStyleCnt="0"/>
      <dgm:spPr/>
    </dgm:pt>
    <dgm:pt modelId="{FDE57F49-7740-4142-B668-C29EEDB8BD86}" type="pres">
      <dgm:prSet presAssocID="{D7B62469-FD0F-4DC7-AA6B-3A3D87E07638}" presName="hierChild5" presStyleCnt="0"/>
      <dgm:spPr/>
    </dgm:pt>
    <dgm:pt modelId="{C6150F60-7608-4FA1-B885-8D393A32ECB9}" type="pres">
      <dgm:prSet presAssocID="{AF0FBD2E-F66B-4041-8005-5480757F0850}" presName="Name37" presStyleLbl="parChTrans1D2" presStyleIdx="1" presStyleCnt="3"/>
      <dgm:spPr/>
    </dgm:pt>
    <dgm:pt modelId="{5DB92047-3785-40CA-B5A6-2B8F4B699746}" type="pres">
      <dgm:prSet presAssocID="{E4CB8A46-922B-4C8B-9275-7B45214FEB1F}" presName="hierRoot2" presStyleCnt="0">
        <dgm:presLayoutVars>
          <dgm:hierBranch val="init"/>
        </dgm:presLayoutVars>
      </dgm:prSet>
      <dgm:spPr/>
    </dgm:pt>
    <dgm:pt modelId="{77751AB9-7D73-48D2-B976-51F61119741F}" type="pres">
      <dgm:prSet presAssocID="{E4CB8A46-922B-4C8B-9275-7B45214FEB1F}" presName="rootComposite" presStyleCnt="0"/>
      <dgm:spPr/>
    </dgm:pt>
    <dgm:pt modelId="{8C6CB93C-F4A3-4CE7-9627-F6A57743FEDE}" type="pres">
      <dgm:prSet presAssocID="{E4CB8A46-922B-4C8B-9275-7B45214FEB1F}" presName="rootText" presStyleLbl="node2" presStyleIdx="1" presStyleCnt="3">
        <dgm:presLayoutVars>
          <dgm:chPref val="3"/>
        </dgm:presLayoutVars>
      </dgm:prSet>
      <dgm:spPr>
        <a:xfrm>
          <a:off x="1202150" y="1214454"/>
          <a:ext cx="993323" cy="496661"/>
        </a:xfrm>
        <a:prstGeom prst="rect">
          <a:avLst/>
        </a:prstGeom>
      </dgm:spPr>
    </dgm:pt>
    <dgm:pt modelId="{F48C748B-C42E-40EF-BD56-39EC16151ACF}" type="pres">
      <dgm:prSet presAssocID="{E4CB8A46-922B-4C8B-9275-7B45214FEB1F}" presName="rootConnector" presStyleLbl="node2" presStyleIdx="1" presStyleCnt="3"/>
      <dgm:spPr/>
    </dgm:pt>
    <dgm:pt modelId="{1C63BCBB-3F48-4E86-93E0-71562FF53856}" type="pres">
      <dgm:prSet presAssocID="{E4CB8A46-922B-4C8B-9275-7B45214FEB1F}" presName="hierChild4" presStyleCnt="0"/>
      <dgm:spPr/>
    </dgm:pt>
    <dgm:pt modelId="{D0C65CEB-EB88-46E8-8590-901FB169815D}" type="pres">
      <dgm:prSet presAssocID="{E4CB8A46-922B-4C8B-9275-7B45214FEB1F}" presName="hierChild5" presStyleCnt="0"/>
      <dgm:spPr/>
    </dgm:pt>
    <dgm:pt modelId="{29798DE5-6DA5-44C7-954F-AD06D3A6F60E}" type="pres">
      <dgm:prSet presAssocID="{E83AF7F1-7F99-4EB5-9389-9843FC06D2EE}" presName="Name37" presStyleLbl="parChTrans1D2" presStyleIdx="2" presStyleCnt="3"/>
      <dgm:spPr/>
    </dgm:pt>
    <dgm:pt modelId="{658A38C5-7EA6-4CB2-B14A-3201A5CBE45F}" type="pres">
      <dgm:prSet presAssocID="{44D8ABEF-00EB-4C4C-BC3D-7053B0F4D838}" presName="hierRoot2" presStyleCnt="0">
        <dgm:presLayoutVars>
          <dgm:hierBranch val="init"/>
        </dgm:presLayoutVars>
      </dgm:prSet>
      <dgm:spPr/>
    </dgm:pt>
    <dgm:pt modelId="{B8622849-AE75-4326-89AD-FC46CC5591F6}" type="pres">
      <dgm:prSet presAssocID="{44D8ABEF-00EB-4C4C-BC3D-7053B0F4D838}" presName="rootComposite" presStyleCnt="0"/>
      <dgm:spPr/>
    </dgm:pt>
    <dgm:pt modelId="{EBC72E8A-9F35-495A-9A60-D68AA34E4098}" type="pres">
      <dgm:prSet presAssocID="{44D8ABEF-00EB-4C4C-BC3D-7053B0F4D838}" presName="rootText" presStyleLbl="node2" presStyleIdx="2" presStyleCnt="3">
        <dgm:presLayoutVars>
          <dgm:chPref val="3"/>
        </dgm:presLayoutVars>
      </dgm:prSet>
      <dgm:spPr/>
    </dgm:pt>
    <dgm:pt modelId="{9477E0A2-EDEE-4928-88BB-E2DCF2913110}" type="pres">
      <dgm:prSet presAssocID="{44D8ABEF-00EB-4C4C-BC3D-7053B0F4D838}" presName="rootConnector" presStyleLbl="node2" presStyleIdx="2" presStyleCnt="3"/>
      <dgm:spPr/>
    </dgm:pt>
    <dgm:pt modelId="{CD4063A0-EF57-4F16-A822-66D244C8C498}" type="pres">
      <dgm:prSet presAssocID="{44D8ABEF-00EB-4C4C-BC3D-7053B0F4D838}" presName="hierChild4" presStyleCnt="0"/>
      <dgm:spPr/>
    </dgm:pt>
    <dgm:pt modelId="{166171F6-6077-46A1-A4F3-53CF72F07E72}" type="pres">
      <dgm:prSet presAssocID="{44D8ABEF-00EB-4C4C-BC3D-7053B0F4D838}" presName="hierChild5" presStyleCnt="0"/>
      <dgm:spPr/>
    </dgm:pt>
    <dgm:pt modelId="{AF033164-4386-4AE3-90A1-73A25AC998BD}" type="pres">
      <dgm:prSet presAssocID="{BE182442-C43A-4D74-B970-82236E31F7DE}" presName="hierChild3" presStyleCnt="0"/>
      <dgm:spPr/>
    </dgm:pt>
  </dgm:ptLst>
  <dgm:cxnLst>
    <dgm:cxn modelId="{11E8CA02-5AF7-40C3-9FE4-7ED3C4C463C8}" type="presOf" srcId="{D7B62469-FD0F-4DC7-AA6B-3A3D87E07638}" destId="{D6F2F5BB-25B7-4A8E-BDAF-03344CAC05BE}" srcOrd="1" destOrd="0" presId="urn:microsoft.com/office/officeart/2005/8/layout/orgChart1"/>
    <dgm:cxn modelId="{653B7A16-D0C9-4CCD-8098-54B49FECAC6A}" type="presOf" srcId="{BE182442-C43A-4D74-B970-82236E31F7DE}" destId="{655A3295-0444-4AB5-9D60-DABCFC133281}" srcOrd="1" destOrd="0" presId="urn:microsoft.com/office/officeart/2005/8/layout/orgChart1"/>
    <dgm:cxn modelId="{C9F81E1A-E4F4-4628-A66D-AB282B675A07}" type="presOf" srcId="{44D8ABEF-00EB-4C4C-BC3D-7053B0F4D838}" destId="{9477E0A2-EDEE-4928-88BB-E2DCF2913110}" srcOrd="1" destOrd="0" presId="urn:microsoft.com/office/officeart/2005/8/layout/orgChart1"/>
    <dgm:cxn modelId="{C4CDFC1C-4304-4E40-8638-CAD182DEA1CE}" type="presOf" srcId="{44D8ABEF-00EB-4C4C-BC3D-7053B0F4D838}" destId="{EBC72E8A-9F35-495A-9A60-D68AA34E4098}" srcOrd="0" destOrd="0" presId="urn:microsoft.com/office/officeart/2005/8/layout/orgChart1"/>
    <dgm:cxn modelId="{4A119A31-41C4-4596-96E9-9D0DD3069A57}" type="presOf" srcId="{AF0FBD2E-F66B-4041-8005-5480757F0850}" destId="{C6150F60-7608-4FA1-B885-8D393A32ECB9}" srcOrd="0" destOrd="0" presId="urn:microsoft.com/office/officeart/2005/8/layout/orgChart1"/>
    <dgm:cxn modelId="{821B8639-A311-4E78-8FB3-2A71A3999888}" srcId="{BE182442-C43A-4D74-B970-82236E31F7DE}" destId="{44D8ABEF-00EB-4C4C-BC3D-7053B0F4D838}" srcOrd="2" destOrd="0" parTransId="{E83AF7F1-7F99-4EB5-9389-9843FC06D2EE}" sibTransId="{9898696D-72F2-41BF-A071-F0022083834A}"/>
    <dgm:cxn modelId="{246E6440-C640-4DDF-AD64-0DD718AD2B53}" type="presOf" srcId="{E4CB8A46-922B-4C8B-9275-7B45214FEB1F}" destId="{F48C748B-C42E-40EF-BD56-39EC16151ACF}" srcOrd="1" destOrd="0" presId="urn:microsoft.com/office/officeart/2005/8/layout/orgChart1"/>
    <dgm:cxn modelId="{B15E1D43-7A32-4535-AF76-C5ACCAB6682C}" type="presOf" srcId="{E4CB8A46-922B-4C8B-9275-7B45214FEB1F}" destId="{8C6CB93C-F4A3-4CE7-9627-F6A57743FEDE}" srcOrd="0" destOrd="0" presId="urn:microsoft.com/office/officeart/2005/8/layout/orgChart1"/>
    <dgm:cxn modelId="{3E8EC348-7A9C-459C-86FD-1E90E42DFDAF}" type="presOf" srcId="{E83AF7F1-7F99-4EB5-9389-9843FC06D2EE}" destId="{29798DE5-6DA5-44C7-954F-AD06D3A6F60E}" srcOrd="0" destOrd="0" presId="urn:microsoft.com/office/officeart/2005/8/layout/orgChart1"/>
    <dgm:cxn modelId="{1E17D24A-9F63-478E-8E18-99BDBD88F214}" type="presOf" srcId="{BE182442-C43A-4D74-B970-82236E31F7DE}" destId="{69BC5031-3352-448D-9640-00AE2E86CDCF}" srcOrd="0" destOrd="0" presId="urn:microsoft.com/office/officeart/2005/8/layout/orgChart1"/>
    <dgm:cxn modelId="{9431334F-7C85-4875-84BF-F714E0E3C58E}" type="presOf" srcId="{E1EDE318-68DB-4217-8DEC-C0C30D29D41D}" destId="{7CEA26F6-8963-48D5-8608-461FF11EBC77}" srcOrd="0" destOrd="0" presId="urn:microsoft.com/office/officeart/2005/8/layout/orgChart1"/>
    <dgm:cxn modelId="{3AF6E373-4F3D-416C-A32F-AE31E813E447}" srcId="{BE182442-C43A-4D74-B970-82236E31F7DE}" destId="{D7B62469-FD0F-4DC7-AA6B-3A3D87E07638}" srcOrd="0" destOrd="0" parTransId="{D7981784-3AE3-4464-A3A1-29F8488FF8F3}" sibTransId="{342F6E4D-A227-4B44-AB05-3B030A443EDE}"/>
    <dgm:cxn modelId="{5BBC3E9B-00BB-4287-800A-9BEB590D7555}" srcId="{BE182442-C43A-4D74-B970-82236E31F7DE}" destId="{E4CB8A46-922B-4C8B-9275-7B45214FEB1F}" srcOrd="1" destOrd="0" parTransId="{AF0FBD2E-F66B-4041-8005-5480757F0850}" sibTransId="{96DD29F6-EBA2-4278-96C5-60B0AD2CF9F7}"/>
    <dgm:cxn modelId="{A882F1B0-1E6B-4773-BD51-6E2DA0D09E74}" type="presOf" srcId="{D7981784-3AE3-4464-A3A1-29F8488FF8F3}" destId="{412D3198-CDFA-4649-BB4E-2AE0A8681C92}" srcOrd="0" destOrd="0" presId="urn:microsoft.com/office/officeart/2005/8/layout/orgChart1"/>
    <dgm:cxn modelId="{CBE7C7E1-942F-40A7-A5F8-E6334A7A088C}" type="presOf" srcId="{D7B62469-FD0F-4DC7-AA6B-3A3D87E07638}" destId="{70761584-8CCE-4718-8B45-4A3FA212332F}" srcOrd="0" destOrd="0" presId="urn:microsoft.com/office/officeart/2005/8/layout/orgChart1"/>
    <dgm:cxn modelId="{E61361F8-EFFD-416F-B4C4-A0E76C34DABE}" srcId="{E1EDE318-68DB-4217-8DEC-C0C30D29D41D}" destId="{BE182442-C43A-4D74-B970-82236E31F7DE}" srcOrd="0" destOrd="0" parTransId="{48DB6750-329E-42DD-8EF2-FA66A8A14545}" sibTransId="{631C25B1-AAB4-49DA-9B6B-C5729C7F4674}"/>
    <dgm:cxn modelId="{BDEBE316-89F8-4814-B490-7D59E0674E7E}" type="presParOf" srcId="{7CEA26F6-8963-48D5-8608-461FF11EBC77}" destId="{052C265E-6976-4557-A34A-40FA99B5338A}" srcOrd="0" destOrd="0" presId="urn:microsoft.com/office/officeart/2005/8/layout/orgChart1"/>
    <dgm:cxn modelId="{9A9F7642-56A8-42D2-805E-A3E882030B20}" type="presParOf" srcId="{052C265E-6976-4557-A34A-40FA99B5338A}" destId="{933F3580-C0F5-4256-B144-189B3BBAC433}" srcOrd="0" destOrd="0" presId="urn:microsoft.com/office/officeart/2005/8/layout/orgChart1"/>
    <dgm:cxn modelId="{14CED0B7-E95C-483E-9E1F-F3584577B614}" type="presParOf" srcId="{933F3580-C0F5-4256-B144-189B3BBAC433}" destId="{69BC5031-3352-448D-9640-00AE2E86CDCF}" srcOrd="0" destOrd="0" presId="urn:microsoft.com/office/officeart/2005/8/layout/orgChart1"/>
    <dgm:cxn modelId="{753E3E23-D7C4-4DA2-816C-4D8177E0FB10}" type="presParOf" srcId="{933F3580-C0F5-4256-B144-189B3BBAC433}" destId="{655A3295-0444-4AB5-9D60-DABCFC133281}" srcOrd="1" destOrd="0" presId="urn:microsoft.com/office/officeart/2005/8/layout/orgChart1"/>
    <dgm:cxn modelId="{F03B129F-D12D-48A3-8B9B-24714045D15E}" type="presParOf" srcId="{052C265E-6976-4557-A34A-40FA99B5338A}" destId="{053C550B-F9AB-4E0A-A479-A886789BA614}" srcOrd="1" destOrd="0" presId="urn:microsoft.com/office/officeart/2005/8/layout/orgChart1"/>
    <dgm:cxn modelId="{5CA3E08E-0A5E-4995-945C-42E6927AF147}" type="presParOf" srcId="{053C550B-F9AB-4E0A-A479-A886789BA614}" destId="{412D3198-CDFA-4649-BB4E-2AE0A8681C92}" srcOrd="0" destOrd="0" presId="urn:microsoft.com/office/officeart/2005/8/layout/orgChart1"/>
    <dgm:cxn modelId="{C297DAEE-C86D-4F0A-9781-8F48C819DF16}" type="presParOf" srcId="{053C550B-F9AB-4E0A-A479-A886789BA614}" destId="{62358649-FAAC-4328-BB80-56A3D51FBC5E}" srcOrd="1" destOrd="0" presId="urn:microsoft.com/office/officeart/2005/8/layout/orgChart1"/>
    <dgm:cxn modelId="{1CA8ED97-D55F-42BD-86A6-26BDC99FC0CB}" type="presParOf" srcId="{62358649-FAAC-4328-BB80-56A3D51FBC5E}" destId="{48F90451-6200-4A44-A348-2C0C0C11B8BA}" srcOrd="0" destOrd="0" presId="urn:microsoft.com/office/officeart/2005/8/layout/orgChart1"/>
    <dgm:cxn modelId="{2EFD35CA-2B82-44A9-AAD6-37391F87BEDE}" type="presParOf" srcId="{48F90451-6200-4A44-A348-2C0C0C11B8BA}" destId="{70761584-8CCE-4718-8B45-4A3FA212332F}" srcOrd="0" destOrd="0" presId="urn:microsoft.com/office/officeart/2005/8/layout/orgChart1"/>
    <dgm:cxn modelId="{C86E91B6-FB99-43E9-B4E0-254B21C43025}" type="presParOf" srcId="{48F90451-6200-4A44-A348-2C0C0C11B8BA}" destId="{D6F2F5BB-25B7-4A8E-BDAF-03344CAC05BE}" srcOrd="1" destOrd="0" presId="urn:microsoft.com/office/officeart/2005/8/layout/orgChart1"/>
    <dgm:cxn modelId="{D4C3F573-83C6-45D1-9A6A-FE96AC8E85FE}" type="presParOf" srcId="{62358649-FAAC-4328-BB80-56A3D51FBC5E}" destId="{94A22768-6A93-44DE-8091-CD553B804E15}" srcOrd="1" destOrd="0" presId="urn:microsoft.com/office/officeart/2005/8/layout/orgChart1"/>
    <dgm:cxn modelId="{59CD2AB4-153D-4759-ABB0-95000CC4485E}" type="presParOf" srcId="{62358649-FAAC-4328-BB80-56A3D51FBC5E}" destId="{FDE57F49-7740-4142-B668-C29EEDB8BD86}" srcOrd="2" destOrd="0" presId="urn:microsoft.com/office/officeart/2005/8/layout/orgChart1"/>
    <dgm:cxn modelId="{74447C41-81CF-43BD-9A9B-C729BA658671}" type="presParOf" srcId="{053C550B-F9AB-4E0A-A479-A886789BA614}" destId="{C6150F60-7608-4FA1-B885-8D393A32ECB9}" srcOrd="2" destOrd="0" presId="urn:microsoft.com/office/officeart/2005/8/layout/orgChart1"/>
    <dgm:cxn modelId="{AE1BC232-542A-4B7F-B61A-BD550E7BDE3B}" type="presParOf" srcId="{053C550B-F9AB-4E0A-A479-A886789BA614}" destId="{5DB92047-3785-40CA-B5A6-2B8F4B699746}" srcOrd="3" destOrd="0" presId="urn:microsoft.com/office/officeart/2005/8/layout/orgChart1"/>
    <dgm:cxn modelId="{3792376F-55E3-4A8C-975F-D480C412EE4C}" type="presParOf" srcId="{5DB92047-3785-40CA-B5A6-2B8F4B699746}" destId="{77751AB9-7D73-48D2-B976-51F61119741F}" srcOrd="0" destOrd="0" presId="urn:microsoft.com/office/officeart/2005/8/layout/orgChart1"/>
    <dgm:cxn modelId="{5C9E7FBD-4B5B-4F9F-BFC9-4EF46A6F6108}" type="presParOf" srcId="{77751AB9-7D73-48D2-B976-51F61119741F}" destId="{8C6CB93C-F4A3-4CE7-9627-F6A57743FEDE}" srcOrd="0" destOrd="0" presId="urn:microsoft.com/office/officeart/2005/8/layout/orgChart1"/>
    <dgm:cxn modelId="{3C08B6A5-155D-4636-84D4-E8E1F7859B6B}" type="presParOf" srcId="{77751AB9-7D73-48D2-B976-51F61119741F}" destId="{F48C748B-C42E-40EF-BD56-39EC16151ACF}" srcOrd="1" destOrd="0" presId="urn:microsoft.com/office/officeart/2005/8/layout/orgChart1"/>
    <dgm:cxn modelId="{E9B8C981-4B92-45A9-BC67-6FA91355DA75}" type="presParOf" srcId="{5DB92047-3785-40CA-B5A6-2B8F4B699746}" destId="{1C63BCBB-3F48-4E86-93E0-71562FF53856}" srcOrd="1" destOrd="0" presId="urn:microsoft.com/office/officeart/2005/8/layout/orgChart1"/>
    <dgm:cxn modelId="{A7C4A3A3-5094-4752-B314-8C6B6AD4888C}" type="presParOf" srcId="{5DB92047-3785-40CA-B5A6-2B8F4B699746}" destId="{D0C65CEB-EB88-46E8-8590-901FB169815D}" srcOrd="2" destOrd="0" presId="urn:microsoft.com/office/officeart/2005/8/layout/orgChart1"/>
    <dgm:cxn modelId="{564F0C1D-3A37-44DB-ADEC-56149776CB89}" type="presParOf" srcId="{053C550B-F9AB-4E0A-A479-A886789BA614}" destId="{29798DE5-6DA5-44C7-954F-AD06D3A6F60E}" srcOrd="4" destOrd="0" presId="urn:microsoft.com/office/officeart/2005/8/layout/orgChart1"/>
    <dgm:cxn modelId="{FC24FD5F-D395-48D9-A3C7-65842DD82129}" type="presParOf" srcId="{053C550B-F9AB-4E0A-A479-A886789BA614}" destId="{658A38C5-7EA6-4CB2-B14A-3201A5CBE45F}" srcOrd="5" destOrd="0" presId="urn:microsoft.com/office/officeart/2005/8/layout/orgChart1"/>
    <dgm:cxn modelId="{45F9A0F4-A3A5-456A-9F17-CD9D48AD0EC9}" type="presParOf" srcId="{658A38C5-7EA6-4CB2-B14A-3201A5CBE45F}" destId="{B8622849-AE75-4326-89AD-FC46CC5591F6}" srcOrd="0" destOrd="0" presId="urn:microsoft.com/office/officeart/2005/8/layout/orgChart1"/>
    <dgm:cxn modelId="{52AB1A28-8625-419B-B151-32AF826548EA}" type="presParOf" srcId="{B8622849-AE75-4326-89AD-FC46CC5591F6}" destId="{EBC72E8A-9F35-495A-9A60-D68AA34E4098}" srcOrd="0" destOrd="0" presId="urn:microsoft.com/office/officeart/2005/8/layout/orgChart1"/>
    <dgm:cxn modelId="{A0168D27-E495-4AD1-95DF-F090579FF08C}" type="presParOf" srcId="{B8622849-AE75-4326-89AD-FC46CC5591F6}" destId="{9477E0A2-EDEE-4928-88BB-E2DCF2913110}" srcOrd="1" destOrd="0" presId="urn:microsoft.com/office/officeart/2005/8/layout/orgChart1"/>
    <dgm:cxn modelId="{AEA4836B-F5EC-4F68-A1E9-CAA3112707D9}" type="presParOf" srcId="{658A38C5-7EA6-4CB2-B14A-3201A5CBE45F}" destId="{CD4063A0-EF57-4F16-A822-66D244C8C498}" srcOrd="1" destOrd="0" presId="urn:microsoft.com/office/officeart/2005/8/layout/orgChart1"/>
    <dgm:cxn modelId="{DCDC002F-6855-470D-9F82-164A3CDBCAA5}" type="presParOf" srcId="{658A38C5-7EA6-4CB2-B14A-3201A5CBE45F}" destId="{166171F6-6077-46A1-A4F3-53CF72F07E72}" srcOrd="2" destOrd="0" presId="urn:microsoft.com/office/officeart/2005/8/layout/orgChart1"/>
    <dgm:cxn modelId="{6A51A63D-2140-4DAE-817F-5E14E62A71BA}" type="presParOf" srcId="{052C265E-6976-4557-A34A-40FA99B5338A}" destId="{AF033164-4386-4AE3-90A1-73A25AC998BD}"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1EDE318-68DB-4217-8DEC-C0C30D29D41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BE182442-C43A-4D74-B970-82236E31F7DE}">
      <dgm:prSet phldrT="[Text]" custT="1"/>
      <dgm:spPr/>
      <dgm:t>
        <a:bodyPr/>
        <a:lstStyle/>
        <a:p>
          <a:r>
            <a:rPr lang="en-US" sz="1200" dirty="0"/>
            <a:t>Approaches</a:t>
          </a:r>
          <a:endParaRPr lang="en-ZA" sz="1200" dirty="0"/>
        </a:p>
      </dgm:t>
    </dgm:pt>
    <dgm:pt modelId="{48DB6750-329E-42DD-8EF2-FA66A8A14545}" type="parTrans" cxnId="{E61361F8-EFFD-416F-B4C4-A0E76C34DABE}">
      <dgm:prSet/>
      <dgm:spPr/>
      <dgm:t>
        <a:bodyPr/>
        <a:lstStyle/>
        <a:p>
          <a:endParaRPr lang="en-ZA" sz="1200"/>
        </a:p>
      </dgm:t>
    </dgm:pt>
    <dgm:pt modelId="{631C25B1-AAB4-49DA-9B6B-C5729C7F4674}" type="sibTrans" cxnId="{E61361F8-EFFD-416F-B4C4-A0E76C34DABE}">
      <dgm:prSet/>
      <dgm:spPr/>
      <dgm:t>
        <a:bodyPr/>
        <a:lstStyle/>
        <a:p>
          <a:endParaRPr lang="en-ZA" sz="1200"/>
        </a:p>
      </dgm:t>
    </dgm:pt>
    <dgm:pt modelId="{D7B62469-FD0F-4DC7-AA6B-3A3D87E07638}">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200" kern="1200" dirty="0">
              <a:solidFill>
                <a:prstClr val="white"/>
              </a:solidFill>
              <a:latin typeface="Tahoma"/>
              <a:ea typeface="ＭＳ Ｐゴシック"/>
              <a:cs typeface="+mn-cs"/>
            </a:rPr>
            <a:t>Decision tree analysis</a:t>
          </a:r>
          <a:endParaRPr lang="en-ZA" sz="1200" kern="1200" dirty="0">
            <a:solidFill>
              <a:prstClr val="white"/>
            </a:solidFill>
            <a:latin typeface="Tahoma"/>
            <a:ea typeface="ＭＳ Ｐゴシック"/>
            <a:cs typeface="+mn-cs"/>
          </a:endParaRPr>
        </a:p>
      </dgm:t>
    </dgm:pt>
    <dgm:pt modelId="{D7981784-3AE3-4464-A3A1-29F8488FF8F3}" type="parTrans" cxnId="{3AF6E373-4F3D-416C-A32F-AE31E813E447}">
      <dgm:prSet/>
      <dgm:spPr/>
      <dgm:t>
        <a:bodyPr/>
        <a:lstStyle/>
        <a:p>
          <a:endParaRPr lang="en-ZA" sz="1200"/>
        </a:p>
      </dgm:t>
    </dgm:pt>
    <dgm:pt modelId="{342F6E4D-A227-4B44-AB05-3B030A443EDE}" type="sibTrans" cxnId="{3AF6E373-4F3D-416C-A32F-AE31E813E447}">
      <dgm:prSet/>
      <dgm:spPr/>
      <dgm:t>
        <a:bodyPr/>
        <a:lstStyle/>
        <a:p>
          <a:endParaRPr lang="en-ZA" sz="1200"/>
        </a:p>
      </dgm:t>
    </dgm:pt>
    <dgm:pt modelId="{E4CB8A46-922B-4C8B-9275-7B45214FEB1F}">
      <dgm:prSet phldrT="[Text]" custT="1"/>
      <dgm:spPr>
        <a:solidFill>
          <a:srgbClr val="C00000"/>
        </a:solidFill>
        <a:ln w="25400" cap="flat" cmpd="sng" algn="ctr">
          <a:solidFill>
            <a:srgbClr val="C00000"/>
          </a:solidFill>
          <a:prstDash val="solid"/>
        </a:ln>
        <a:effectLst/>
      </dgm:spPr>
      <dgm:t>
        <a:bodyPr spcFirstLastPara="0" vert="horz" wrap="square" lIns="7620" tIns="7620" rIns="7620" bIns="7620" numCol="1" spcCol="1270" anchor="ctr" anchorCtr="0"/>
        <a:lstStyle/>
        <a:p>
          <a:r>
            <a:rPr lang="en-US" sz="1200" kern="1200" dirty="0">
              <a:solidFill>
                <a:prstClr val="white"/>
              </a:solidFill>
              <a:latin typeface="Tahoma"/>
              <a:ea typeface="ＭＳ Ｐゴシック"/>
              <a:cs typeface="+mn-cs"/>
            </a:rPr>
            <a:t>Sensitivity</a:t>
          </a:r>
          <a:r>
            <a:rPr lang="en-US" sz="1200" kern="1200" dirty="0"/>
            <a:t> analysis</a:t>
          </a:r>
          <a:endParaRPr lang="en-ZA" sz="1200" kern="1200" dirty="0"/>
        </a:p>
      </dgm:t>
    </dgm:pt>
    <dgm:pt modelId="{AF0FBD2E-F66B-4041-8005-5480757F0850}" type="parTrans" cxnId="{5BBC3E9B-00BB-4287-800A-9BEB590D7555}">
      <dgm:prSet/>
      <dgm:spPr/>
      <dgm:t>
        <a:bodyPr/>
        <a:lstStyle/>
        <a:p>
          <a:endParaRPr lang="en-ZA" sz="1200"/>
        </a:p>
      </dgm:t>
    </dgm:pt>
    <dgm:pt modelId="{96DD29F6-EBA2-4278-96C5-60B0AD2CF9F7}" type="sibTrans" cxnId="{5BBC3E9B-00BB-4287-800A-9BEB590D7555}">
      <dgm:prSet/>
      <dgm:spPr/>
      <dgm:t>
        <a:bodyPr/>
        <a:lstStyle/>
        <a:p>
          <a:endParaRPr lang="en-ZA" sz="1200"/>
        </a:p>
      </dgm:t>
    </dgm:pt>
    <dgm:pt modelId="{44D8ABEF-00EB-4C4C-BC3D-7053B0F4D838}">
      <dgm:prSet phldrT="[Text]" custT="1"/>
      <dgm:spPr/>
      <dgm:t>
        <a:bodyPr/>
        <a:lstStyle/>
        <a:p>
          <a:r>
            <a:rPr lang="en-US" sz="1200" dirty="0"/>
            <a:t>Scenario analysis</a:t>
          </a:r>
          <a:endParaRPr lang="en-ZA" sz="1200" dirty="0"/>
        </a:p>
      </dgm:t>
    </dgm:pt>
    <dgm:pt modelId="{E83AF7F1-7F99-4EB5-9389-9843FC06D2EE}" type="parTrans" cxnId="{821B8639-A311-4E78-8FB3-2A71A3999888}">
      <dgm:prSet/>
      <dgm:spPr/>
      <dgm:t>
        <a:bodyPr/>
        <a:lstStyle/>
        <a:p>
          <a:endParaRPr lang="en-ZA" sz="1200"/>
        </a:p>
      </dgm:t>
    </dgm:pt>
    <dgm:pt modelId="{9898696D-72F2-41BF-A071-F0022083834A}" type="sibTrans" cxnId="{821B8639-A311-4E78-8FB3-2A71A3999888}">
      <dgm:prSet/>
      <dgm:spPr/>
      <dgm:t>
        <a:bodyPr/>
        <a:lstStyle/>
        <a:p>
          <a:endParaRPr lang="en-ZA" sz="1200"/>
        </a:p>
      </dgm:t>
    </dgm:pt>
    <dgm:pt modelId="{7CEA26F6-8963-48D5-8608-461FF11EBC77}" type="pres">
      <dgm:prSet presAssocID="{E1EDE318-68DB-4217-8DEC-C0C30D29D41D}" presName="hierChild1" presStyleCnt="0">
        <dgm:presLayoutVars>
          <dgm:orgChart val="1"/>
          <dgm:chPref val="1"/>
          <dgm:dir/>
          <dgm:animOne val="branch"/>
          <dgm:animLvl val="lvl"/>
          <dgm:resizeHandles/>
        </dgm:presLayoutVars>
      </dgm:prSet>
      <dgm:spPr/>
    </dgm:pt>
    <dgm:pt modelId="{052C265E-6976-4557-A34A-40FA99B5338A}" type="pres">
      <dgm:prSet presAssocID="{BE182442-C43A-4D74-B970-82236E31F7DE}" presName="hierRoot1" presStyleCnt="0">
        <dgm:presLayoutVars>
          <dgm:hierBranch val="init"/>
        </dgm:presLayoutVars>
      </dgm:prSet>
      <dgm:spPr/>
    </dgm:pt>
    <dgm:pt modelId="{933F3580-C0F5-4256-B144-189B3BBAC433}" type="pres">
      <dgm:prSet presAssocID="{BE182442-C43A-4D74-B970-82236E31F7DE}" presName="rootComposite1" presStyleCnt="0"/>
      <dgm:spPr/>
    </dgm:pt>
    <dgm:pt modelId="{69BC5031-3352-448D-9640-00AE2E86CDCF}" type="pres">
      <dgm:prSet presAssocID="{BE182442-C43A-4D74-B970-82236E31F7DE}" presName="rootText1" presStyleLbl="node0" presStyleIdx="0" presStyleCnt="1">
        <dgm:presLayoutVars>
          <dgm:chPref val="3"/>
        </dgm:presLayoutVars>
      </dgm:prSet>
      <dgm:spPr/>
    </dgm:pt>
    <dgm:pt modelId="{655A3295-0444-4AB5-9D60-DABCFC133281}" type="pres">
      <dgm:prSet presAssocID="{BE182442-C43A-4D74-B970-82236E31F7DE}" presName="rootConnector1" presStyleLbl="node1" presStyleIdx="0" presStyleCnt="0"/>
      <dgm:spPr/>
    </dgm:pt>
    <dgm:pt modelId="{053C550B-F9AB-4E0A-A479-A886789BA614}" type="pres">
      <dgm:prSet presAssocID="{BE182442-C43A-4D74-B970-82236E31F7DE}" presName="hierChild2" presStyleCnt="0"/>
      <dgm:spPr/>
    </dgm:pt>
    <dgm:pt modelId="{412D3198-CDFA-4649-BB4E-2AE0A8681C92}" type="pres">
      <dgm:prSet presAssocID="{D7981784-3AE3-4464-A3A1-29F8488FF8F3}" presName="Name37" presStyleLbl="parChTrans1D2" presStyleIdx="0" presStyleCnt="3"/>
      <dgm:spPr/>
    </dgm:pt>
    <dgm:pt modelId="{62358649-FAAC-4328-BB80-56A3D51FBC5E}" type="pres">
      <dgm:prSet presAssocID="{D7B62469-FD0F-4DC7-AA6B-3A3D87E07638}" presName="hierRoot2" presStyleCnt="0">
        <dgm:presLayoutVars>
          <dgm:hierBranch val="init"/>
        </dgm:presLayoutVars>
      </dgm:prSet>
      <dgm:spPr/>
    </dgm:pt>
    <dgm:pt modelId="{48F90451-6200-4A44-A348-2C0C0C11B8BA}" type="pres">
      <dgm:prSet presAssocID="{D7B62469-FD0F-4DC7-AA6B-3A3D87E07638}" presName="rootComposite" presStyleCnt="0"/>
      <dgm:spPr/>
    </dgm:pt>
    <dgm:pt modelId="{70761584-8CCE-4718-8B45-4A3FA212332F}" type="pres">
      <dgm:prSet presAssocID="{D7B62469-FD0F-4DC7-AA6B-3A3D87E07638}" presName="rootText" presStyleLbl="node2" presStyleIdx="0" presStyleCnt="3">
        <dgm:presLayoutVars>
          <dgm:chPref val="3"/>
        </dgm:presLayoutVars>
      </dgm:prSet>
      <dgm:spPr>
        <a:xfrm>
          <a:off x="228" y="1214454"/>
          <a:ext cx="993323" cy="496661"/>
        </a:xfrm>
        <a:prstGeom prst="rect">
          <a:avLst/>
        </a:prstGeom>
      </dgm:spPr>
    </dgm:pt>
    <dgm:pt modelId="{D6F2F5BB-25B7-4A8E-BDAF-03344CAC05BE}" type="pres">
      <dgm:prSet presAssocID="{D7B62469-FD0F-4DC7-AA6B-3A3D87E07638}" presName="rootConnector" presStyleLbl="node2" presStyleIdx="0" presStyleCnt="3"/>
      <dgm:spPr/>
    </dgm:pt>
    <dgm:pt modelId="{94A22768-6A93-44DE-8091-CD553B804E15}" type="pres">
      <dgm:prSet presAssocID="{D7B62469-FD0F-4DC7-AA6B-3A3D87E07638}" presName="hierChild4" presStyleCnt="0"/>
      <dgm:spPr/>
    </dgm:pt>
    <dgm:pt modelId="{FDE57F49-7740-4142-B668-C29EEDB8BD86}" type="pres">
      <dgm:prSet presAssocID="{D7B62469-FD0F-4DC7-AA6B-3A3D87E07638}" presName="hierChild5" presStyleCnt="0"/>
      <dgm:spPr/>
    </dgm:pt>
    <dgm:pt modelId="{C6150F60-7608-4FA1-B885-8D393A32ECB9}" type="pres">
      <dgm:prSet presAssocID="{AF0FBD2E-F66B-4041-8005-5480757F0850}" presName="Name37" presStyleLbl="parChTrans1D2" presStyleIdx="1" presStyleCnt="3"/>
      <dgm:spPr/>
    </dgm:pt>
    <dgm:pt modelId="{5DB92047-3785-40CA-B5A6-2B8F4B699746}" type="pres">
      <dgm:prSet presAssocID="{E4CB8A46-922B-4C8B-9275-7B45214FEB1F}" presName="hierRoot2" presStyleCnt="0">
        <dgm:presLayoutVars>
          <dgm:hierBranch val="init"/>
        </dgm:presLayoutVars>
      </dgm:prSet>
      <dgm:spPr/>
    </dgm:pt>
    <dgm:pt modelId="{77751AB9-7D73-48D2-B976-51F61119741F}" type="pres">
      <dgm:prSet presAssocID="{E4CB8A46-922B-4C8B-9275-7B45214FEB1F}" presName="rootComposite" presStyleCnt="0"/>
      <dgm:spPr/>
    </dgm:pt>
    <dgm:pt modelId="{8C6CB93C-F4A3-4CE7-9627-F6A57743FEDE}" type="pres">
      <dgm:prSet presAssocID="{E4CB8A46-922B-4C8B-9275-7B45214FEB1F}" presName="rootText" presStyleLbl="node2" presStyleIdx="1" presStyleCnt="3">
        <dgm:presLayoutVars>
          <dgm:chPref val="3"/>
        </dgm:presLayoutVars>
      </dgm:prSet>
      <dgm:spPr>
        <a:xfrm>
          <a:off x="1202150" y="1214454"/>
          <a:ext cx="993323" cy="496661"/>
        </a:xfrm>
        <a:prstGeom prst="rect">
          <a:avLst/>
        </a:prstGeom>
      </dgm:spPr>
    </dgm:pt>
    <dgm:pt modelId="{F48C748B-C42E-40EF-BD56-39EC16151ACF}" type="pres">
      <dgm:prSet presAssocID="{E4CB8A46-922B-4C8B-9275-7B45214FEB1F}" presName="rootConnector" presStyleLbl="node2" presStyleIdx="1" presStyleCnt="3"/>
      <dgm:spPr/>
    </dgm:pt>
    <dgm:pt modelId="{1C63BCBB-3F48-4E86-93E0-71562FF53856}" type="pres">
      <dgm:prSet presAssocID="{E4CB8A46-922B-4C8B-9275-7B45214FEB1F}" presName="hierChild4" presStyleCnt="0"/>
      <dgm:spPr/>
    </dgm:pt>
    <dgm:pt modelId="{D0C65CEB-EB88-46E8-8590-901FB169815D}" type="pres">
      <dgm:prSet presAssocID="{E4CB8A46-922B-4C8B-9275-7B45214FEB1F}" presName="hierChild5" presStyleCnt="0"/>
      <dgm:spPr/>
    </dgm:pt>
    <dgm:pt modelId="{29798DE5-6DA5-44C7-954F-AD06D3A6F60E}" type="pres">
      <dgm:prSet presAssocID="{E83AF7F1-7F99-4EB5-9389-9843FC06D2EE}" presName="Name37" presStyleLbl="parChTrans1D2" presStyleIdx="2" presStyleCnt="3"/>
      <dgm:spPr/>
    </dgm:pt>
    <dgm:pt modelId="{658A38C5-7EA6-4CB2-B14A-3201A5CBE45F}" type="pres">
      <dgm:prSet presAssocID="{44D8ABEF-00EB-4C4C-BC3D-7053B0F4D838}" presName="hierRoot2" presStyleCnt="0">
        <dgm:presLayoutVars>
          <dgm:hierBranch val="init"/>
        </dgm:presLayoutVars>
      </dgm:prSet>
      <dgm:spPr/>
    </dgm:pt>
    <dgm:pt modelId="{B8622849-AE75-4326-89AD-FC46CC5591F6}" type="pres">
      <dgm:prSet presAssocID="{44D8ABEF-00EB-4C4C-BC3D-7053B0F4D838}" presName="rootComposite" presStyleCnt="0"/>
      <dgm:spPr/>
    </dgm:pt>
    <dgm:pt modelId="{EBC72E8A-9F35-495A-9A60-D68AA34E4098}" type="pres">
      <dgm:prSet presAssocID="{44D8ABEF-00EB-4C4C-BC3D-7053B0F4D838}" presName="rootText" presStyleLbl="node2" presStyleIdx="2" presStyleCnt="3">
        <dgm:presLayoutVars>
          <dgm:chPref val="3"/>
        </dgm:presLayoutVars>
      </dgm:prSet>
      <dgm:spPr/>
    </dgm:pt>
    <dgm:pt modelId="{9477E0A2-EDEE-4928-88BB-E2DCF2913110}" type="pres">
      <dgm:prSet presAssocID="{44D8ABEF-00EB-4C4C-BC3D-7053B0F4D838}" presName="rootConnector" presStyleLbl="node2" presStyleIdx="2" presStyleCnt="3"/>
      <dgm:spPr/>
    </dgm:pt>
    <dgm:pt modelId="{CD4063A0-EF57-4F16-A822-66D244C8C498}" type="pres">
      <dgm:prSet presAssocID="{44D8ABEF-00EB-4C4C-BC3D-7053B0F4D838}" presName="hierChild4" presStyleCnt="0"/>
      <dgm:spPr/>
    </dgm:pt>
    <dgm:pt modelId="{166171F6-6077-46A1-A4F3-53CF72F07E72}" type="pres">
      <dgm:prSet presAssocID="{44D8ABEF-00EB-4C4C-BC3D-7053B0F4D838}" presName="hierChild5" presStyleCnt="0"/>
      <dgm:spPr/>
    </dgm:pt>
    <dgm:pt modelId="{AF033164-4386-4AE3-90A1-73A25AC998BD}" type="pres">
      <dgm:prSet presAssocID="{BE182442-C43A-4D74-B970-82236E31F7DE}" presName="hierChild3" presStyleCnt="0"/>
      <dgm:spPr/>
    </dgm:pt>
  </dgm:ptLst>
  <dgm:cxnLst>
    <dgm:cxn modelId="{11E8CA02-5AF7-40C3-9FE4-7ED3C4C463C8}" type="presOf" srcId="{D7B62469-FD0F-4DC7-AA6B-3A3D87E07638}" destId="{D6F2F5BB-25B7-4A8E-BDAF-03344CAC05BE}" srcOrd="1" destOrd="0" presId="urn:microsoft.com/office/officeart/2005/8/layout/orgChart1"/>
    <dgm:cxn modelId="{653B7A16-D0C9-4CCD-8098-54B49FECAC6A}" type="presOf" srcId="{BE182442-C43A-4D74-B970-82236E31F7DE}" destId="{655A3295-0444-4AB5-9D60-DABCFC133281}" srcOrd="1" destOrd="0" presId="urn:microsoft.com/office/officeart/2005/8/layout/orgChart1"/>
    <dgm:cxn modelId="{C9F81E1A-E4F4-4628-A66D-AB282B675A07}" type="presOf" srcId="{44D8ABEF-00EB-4C4C-BC3D-7053B0F4D838}" destId="{9477E0A2-EDEE-4928-88BB-E2DCF2913110}" srcOrd="1" destOrd="0" presId="urn:microsoft.com/office/officeart/2005/8/layout/orgChart1"/>
    <dgm:cxn modelId="{C4CDFC1C-4304-4E40-8638-CAD182DEA1CE}" type="presOf" srcId="{44D8ABEF-00EB-4C4C-BC3D-7053B0F4D838}" destId="{EBC72E8A-9F35-495A-9A60-D68AA34E4098}" srcOrd="0" destOrd="0" presId="urn:microsoft.com/office/officeart/2005/8/layout/orgChart1"/>
    <dgm:cxn modelId="{4A119A31-41C4-4596-96E9-9D0DD3069A57}" type="presOf" srcId="{AF0FBD2E-F66B-4041-8005-5480757F0850}" destId="{C6150F60-7608-4FA1-B885-8D393A32ECB9}" srcOrd="0" destOrd="0" presId="urn:microsoft.com/office/officeart/2005/8/layout/orgChart1"/>
    <dgm:cxn modelId="{821B8639-A311-4E78-8FB3-2A71A3999888}" srcId="{BE182442-C43A-4D74-B970-82236E31F7DE}" destId="{44D8ABEF-00EB-4C4C-BC3D-7053B0F4D838}" srcOrd="2" destOrd="0" parTransId="{E83AF7F1-7F99-4EB5-9389-9843FC06D2EE}" sibTransId="{9898696D-72F2-41BF-A071-F0022083834A}"/>
    <dgm:cxn modelId="{246E6440-C640-4DDF-AD64-0DD718AD2B53}" type="presOf" srcId="{E4CB8A46-922B-4C8B-9275-7B45214FEB1F}" destId="{F48C748B-C42E-40EF-BD56-39EC16151ACF}" srcOrd="1" destOrd="0" presId="urn:microsoft.com/office/officeart/2005/8/layout/orgChart1"/>
    <dgm:cxn modelId="{B15E1D43-7A32-4535-AF76-C5ACCAB6682C}" type="presOf" srcId="{E4CB8A46-922B-4C8B-9275-7B45214FEB1F}" destId="{8C6CB93C-F4A3-4CE7-9627-F6A57743FEDE}" srcOrd="0" destOrd="0" presId="urn:microsoft.com/office/officeart/2005/8/layout/orgChart1"/>
    <dgm:cxn modelId="{3E8EC348-7A9C-459C-86FD-1E90E42DFDAF}" type="presOf" srcId="{E83AF7F1-7F99-4EB5-9389-9843FC06D2EE}" destId="{29798DE5-6DA5-44C7-954F-AD06D3A6F60E}" srcOrd="0" destOrd="0" presId="urn:microsoft.com/office/officeart/2005/8/layout/orgChart1"/>
    <dgm:cxn modelId="{1E17D24A-9F63-478E-8E18-99BDBD88F214}" type="presOf" srcId="{BE182442-C43A-4D74-B970-82236E31F7DE}" destId="{69BC5031-3352-448D-9640-00AE2E86CDCF}" srcOrd="0" destOrd="0" presId="urn:microsoft.com/office/officeart/2005/8/layout/orgChart1"/>
    <dgm:cxn modelId="{9431334F-7C85-4875-84BF-F714E0E3C58E}" type="presOf" srcId="{E1EDE318-68DB-4217-8DEC-C0C30D29D41D}" destId="{7CEA26F6-8963-48D5-8608-461FF11EBC77}" srcOrd="0" destOrd="0" presId="urn:microsoft.com/office/officeart/2005/8/layout/orgChart1"/>
    <dgm:cxn modelId="{3AF6E373-4F3D-416C-A32F-AE31E813E447}" srcId="{BE182442-C43A-4D74-B970-82236E31F7DE}" destId="{D7B62469-FD0F-4DC7-AA6B-3A3D87E07638}" srcOrd="0" destOrd="0" parTransId="{D7981784-3AE3-4464-A3A1-29F8488FF8F3}" sibTransId="{342F6E4D-A227-4B44-AB05-3B030A443EDE}"/>
    <dgm:cxn modelId="{5BBC3E9B-00BB-4287-800A-9BEB590D7555}" srcId="{BE182442-C43A-4D74-B970-82236E31F7DE}" destId="{E4CB8A46-922B-4C8B-9275-7B45214FEB1F}" srcOrd="1" destOrd="0" parTransId="{AF0FBD2E-F66B-4041-8005-5480757F0850}" sibTransId="{96DD29F6-EBA2-4278-96C5-60B0AD2CF9F7}"/>
    <dgm:cxn modelId="{A882F1B0-1E6B-4773-BD51-6E2DA0D09E74}" type="presOf" srcId="{D7981784-3AE3-4464-A3A1-29F8488FF8F3}" destId="{412D3198-CDFA-4649-BB4E-2AE0A8681C92}" srcOrd="0" destOrd="0" presId="urn:microsoft.com/office/officeart/2005/8/layout/orgChart1"/>
    <dgm:cxn modelId="{CBE7C7E1-942F-40A7-A5F8-E6334A7A088C}" type="presOf" srcId="{D7B62469-FD0F-4DC7-AA6B-3A3D87E07638}" destId="{70761584-8CCE-4718-8B45-4A3FA212332F}" srcOrd="0" destOrd="0" presId="urn:microsoft.com/office/officeart/2005/8/layout/orgChart1"/>
    <dgm:cxn modelId="{E61361F8-EFFD-416F-B4C4-A0E76C34DABE}" srcId="{E1EDE318-68DB-4217-8DEC-C0C30D29D41D}" destId="{BE182442-C43A-4D74-B970-82236E31F7DE}" srcOrd="0" destOrd="0" parTransId="{48DB6750-329E-42DD-8EF2-FA66A8A14545}" sibTransId="{631C25B1-AAB4-49DA-9B6B-C5729C7F4674}"/>
    <dgm:cxn modelId="{BDEBE316-89F8-4814-B490-7D59E0674E7E}" type="presParOf" srcId="{7CEA26F6-8963-48D5-8608-461FF11EBC77}" destId="{052C265E-6976-4557-A34A-40FA99B5338A}" srcOrd="0" destOrd="0" presId="urn:microsoft.com/office/officeart/2005/8/layout/orgChart1"/>
    <dgm:cxn modelId="{9A9F7642-56A8-42D2-805E-A3E882030B20}" type="presParOf" srcId="{052C265E-6976-4557-A34A-40FA99B5338A}" destId="{933F3580-C0F5-4256-B144-189B3BBAC433}" srcOrd="0" destOrd="0" presId="urn:microsoft.com/office/officeart/2005/8/layout/orgChart1"/>
    <dgm:cxn modelId="{14CED0B7-E95C-483E-9E1F-F3584577B614}" type="presParOf" srcId="{933F3580-C0F5-4256-B144-189B3BBAC433}" destId="{69BC5031-3352-448D-9640-00AE2E86CDCF}" srcOrd="0" destOrd="0" presId="urn:microsoft.com/office/officeart/2005/8/layout/orgChart1"/>
    <dgm:cxn modelId="{753E3E23-D7C4-4DA2-816C-4D8177E0FB10}" type="presParOf" srcId="{933F3580-C0F5-4256-B144-189B3BBAC433}" destId="{655A3295-0444-4AB5-9D60-DABCFC133281}" srcOrd="1" destOrd="0" presId="urn:microsoft.com/office/officeart/2005/8/layout/orgChart1"/>
    <dgm:cxn modelId="{F03B129F-D12D-48A3-8B9B-24714045D15E}" type="presParOf" srcId="{052C265E-6976-4557-A34A-40FA99B5338A}" destId="{053C550B-F9AB-4E0A-A479-A886789BA614}" srcOrd="1" destOrd="0" presId="urn:microsoft.com/office/officeart/2005/8/layout/orgChart1"/>
    <dgm:cxn modelId="{5CA3E08E-0A5E-4995-945C-42E6927AF147}" type="presParOf" srcId="{053C550B-F9AB-4E0A-A479-A886789BA614}" destId="{412D3198-CDFA-4649-BB4E-2AE0A8681C92}" srcOrd="0" destOrd="0" presId="urn:microsoft.com/office/officeart/2005/8/layout/orgChart1"/>
    <dgm:cxn modelId="{C297DAEE-C86D-4F0A-9781-8F48C819DF16}" type="presParOf" srcId="{053C550B-F9AB-4E0A-A479-A886789BA614}" destId="{62358649-FAAC-4328-BB80-56A3D51FBC5E}" srcOrd="1" destOrd="0" presId="urn:microsoft.com/office/officeart/2005/8/layout/orgChart1"/>
    <dgm:cxn modelId="{1CA8ED97-D55F-42BD-86A6-26BDC99FC0CB}" type="presParOf" srcId="{62358649-FAAC-4328-BB80-56A3D51FBC5E}" destId="{48F90451-6200-4A44-A348-2C0C0C11B8BA}" srcOrd="0" destOrd="0" presId="urn:microsoft.com/office/officeart/2005/8/layout/orgChart1"/>
    <dgm:cxn modelId="{2EFD35CA-2B82-44A9-AAD6-37391F87BEDE}" type="presParOf" srcId="{48F90451-6200-4A44-A348-2C0C0C11B8BA}" destId="{70761584-8CCE-4718-8B45-4A3FA212332F}" srcOrd="0" destOrd="0" presId="urn:microsoft.com/office/officeart/2005/8/layout/orgChart1"/>
    <dgm:cxn modelId="{C86E91B6-FB99-43E9-B4E0-254B21C43025}" type="presParOf" srcId="{48F90451-6200-4A44-A348-2C0C0C11B8BA}" destId="{D6F2F5BB-25B7-4A8E-BDAF-03344CAC05BE}" srcOrd="1" destOrd="0" presId="urn:microsoft.com/office/officeart/2005/8/layout/orgChart1"/>
    <dgm:cxn modelId="{D4C3F573-83C6-45D1-9A6A-FE96AC8E85FE}" type="presParOf" srcId="{62358649-FAAC-4328-BB80-56A3D51FBC5E}" destId="{94A22768-6A93-44DE-8091-CD553B804E15}" srcOrd="1" destOrd="0" presId="urn:microsoft.com/office/officeart/2005/8/layout/orgChart1"/>
    <dgm:cxn modelId="{59CD2AB4-153D-4759-ABB0-95000CC4485E}" type="presParOf" srcId="{62358649-FAAC-4328-BB80-56A3D51FBC5E}" destId="{FDE57F49-7740-4142-B668-C29EEDB8BD86}" srcOrd="2" destOrd="0" presId="urn:microsoft.com/office/officeart/2005/8/layout/orgChart1"/>
    <dgm:cxn modelId="{74447C41-81CF-43BD-9A9B-C729BA658671}" type="presParOf" srcId="{053C550B-F9AB-4E0A-A479-A886789BA614}" destId="{C6150F60-7608-4FA1-B885-8D393A32ECB9}" srcOrd="2" destOrd="0" presId="urn:microsoft.com/office/officeart/2005/8/layout/orgChart1"/>
    <dgm:cxn modelId="{AE1BC232-542A-4B7F-B61A-BD550E7BDE3B}" type="presParOf" srcId="{053C550B-F9AB-4E0A-A479-A886789BA614}" destId="{5DB92047-3785-40CA-B5A6-2B8F4B699746}" srcOrd="3" destOrd="0" presId="urn:microsoft.com/office/officeart/2005/8/layout/orgChart1"/>
    <dgm:cxn modelId="{3792376F-55E3-4A8C-975F-D480C412EE4C}" type="presParOf" srcId="{5DB92047-3785-40CA-B5A6-2B8F4B699746}" destId="{77751AB9-7D73-48D2-B976-51F61119741F}" srcOrd="0" destOrd="0" presId="urn:microsoft.com/office/officeart/2005/8/layout/orgChart1"/>
    <dgm:cxn modelId="{5C9E7FBD-4B5B-4F9F-BFC9-4EF46A6F6108}" type="presParOf" srcId="{77751AB9-7D73-48D2-B976-51F61119741F}" destId="{8C6CB93C-F4A3-4CE7-9627-F6A57743FEDE}" srcOrd="0" destOrd="0" presId="urn:microsoft.com/office/officeart/2005/8/layout/orgChart1"/>
    <dgm:cxn modelId="{3C08B6A5-155D-4636-84D4-E8E1F7859B6B}" type="presParOf" srcId="{77751AB9-7D73-48D2-B976-51F61119741F}" destId="{F48C748B-C42E-40EF-BD56-39EC16151ACF}" srcOrd="1" destOrd="0" presId="urn:microsoft.com/office/officeart/2005/8/layout/orgChart1"/>
    <dgm:cxn modelId="{E9B8C981-4B92-45A9-BC67-6FA91355DA75}" type="presParOf" srcId="{5DB92047-3785-40CA-B5A6-2B8F4B699746}" destId="{1C63BCBB-3F48-4E86-93E0-71562FF53856}" srcOrd="1" destOrd="0" presId="urn:microsoft.com/office/officeart/2005/8/layout/orgChart1"/>
    <dgm:cxn modelId="{A7C4A3A3-5094-4752-B314-8C6B6AD4888C}" type="presParOf" srcId="{5DB92047-3785-40CA-B5A6-2B8F4B699746}" destId="{D0C65CEB-EB88-46E8-8590-901FB169815D}" srcOrd="2" destOrd="0" presId="urn:microsoft.com/office/officeart/2005/8/layout/orgChart1"/>
    <dgm:cxn modelId="{564F0C1D-3A37-44DB-ADEC-56149776CB89}" type="presParOf" srcId="{053C550B-F9AB-4E0A-A479-A886789BA614}" destId="{29798DE5-6DA5-44C7-954F-AD06D3A6F60E}" srcOrd="4" destOrd="0" presId="urn:microsoft.com/office/officeart/2005/8/layout/orgChart1"/>
    <dgm:cxn modelId="{FC24FD5F-D395-48D9-A3C7-65842DD82129}" type="presParOf" srcId="{053C550B-F9AB-4E0A-A479-A886789BA614}" destId="{658A38C5-7EA6-4CB2-B14A-3201A5CBE45F}" srcOrd="5" destOrd="0" presId="urn:microsoft.com/office/officeart/2005/8/layout/orgChart1"/>
    <dgm:cxn modelId="{45F9A0F4-A3A5-456A-9F17-CD9D48AD0EC9}" type="presParOf" srcId="{658A38C5-7EA6-4CB2-B14A-3201A5CBE45F}" destId="{B8622849-AE75-4326-89AD-FC46CC5591F6}" srcOrd="0" destOrd="0" presId="urn:microsoft.com/office/officeart/2005/8/layout/orgChart1"/>
    <dgm:cxn modelId="{52AB1A28-8625-419B-B151-32AF826548EA}" type="presParOf" srcId="{B8622849-AE75-4326-89AD-FC46CC5591F6}" destId="{EBC72E8A-9F35-495A-9A60-D68AA34E4098}" srcOrd="0" destOrd="0" presId="urn:microsoft.com/office/officeart/2005/8/layout/orgChart1"/>
    <dgm:cxn modelId="{A0168D27-E495-4AD1-95DF-F090579FF08C}" type="presParOf" srcId="{B8622849-AE75-4326-89AD-FC46CC5591F6}" destId="{9477E0A2-EDEE-4928-88BB-E2DCF2913110}" srcOrd="1" destOrd="0" presId="urn:microsoft.com/office/officeart/2005/8/layout/orgChart1"/>
    <dgm:cxn modelId="{AEA4836B-F5EC-4F68-A1E9-CAA3112707D9}" type="presParOf" srcId="{658A38C5-7EA6-4CB2-B14A-3201A5CBE45F}" destId="{CD4063A0-EF57-4F16-A822-66D244C8C498}" srcOrd="1" destOrd="0" presId="urn:microsoft.com/office/officeart/2005/8/layout/orgChart1"/>
    <dgm:cxn modelId="{DCDC002F-6855-470D-9F82-164A3CDBCAA5}" type="presParOf" srcId="{658A38C5-7EA6-4CB2-B14A-3201A5CBE45F}" destId="{166171F6-6077-46A1-A4F3-53CF72F07E72}" srcOrd="2" destOrd="0" presId="urn:microsoft.com/office/officeart/2005/8/layout/orgChart1"/>
    <dgm:cxn modelId="{6A51A63D-2140-4DAE-817F-5E14E62A71BA}" type="presParOf" srcId="{052C265E-6976-4557-A34A-40FA99B5338A}" destId="{AF033164-4386-4AE3-90A1-73A25AC998BD}"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1EDE318-68DB-4217-8DEC-C0C30D29D41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BE182442-C43A-4D74-B970-82236E31F7DE}">
      <dgm:prSet phldrT="[Text]" custT="1"/>
      <dgm:spPr/>
      <dgm:t>
        <a:bodyPr/>
        <a:lstStyle/>
        <a:p>
          <a:r>
            <a:rPr lang="en-US" sz="1200" dirty="0"/>
            <a:t>Approaches</a:t>
          </a:r>
          <a:endParaRPr lang="en-ZA" sz="1200" dirty="0"/>
        </a:p>
      </dgm:t>
    </dgm:pt>
    <dgm:pt modelId="{48DB6750-329E-42DD-8EF2-FA66A8A14545}" type="parTrans" cxnId="{E61361F8-EFFD-416F-B4C4-A0E76C34DABE}">
      <dgm:prSet/>
      <dgm:spPr/>
      <dgm:t>
        <a:bodyPr/>
        <a:lstStyle/>
        <a:p>
          <a:endParaRPr lang="en-ZA" sz="1200"/>
        </a:p>
      </dgm:t>
    </dgm:pt>
    <dgm:pt modelId="{631C25B1-AAB4-49DA-9B6B-C5729C7F4674}" type="sibTrans" cxnId="{E61361F8-EFFD-416F-B4C4-A0E76C34DABE}">
      <dgm:prSet/>
      <dgm:spPr/>
      <dgm:t>
        <a:bodyPr/>
        <a:lstStyle/>
        <a:p>
          <a:endParaRPr lang="en-ZA" sz="1200"/>
        </a:p>
      </dgm:t>
    </dgm:pt>
    <dgm:pt modelId="{D7B62469-FD0F-4DC7-AA6B-3A3D87E07638}">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200" kern="1200" dirty="0">
              <a:solidFill>
                <a:prstClr val="white"/>
              </a:solidFill>
              <a:latin typeface="Tahoma"/>
              <a:ea typeface="ＭＳ Ｐゴシック"/>
              <a:cs typeface="+mn-cs"/>
            </a:rPr>
            <a:t>Decision tree analysis</a:t>
          </a:r>
          <a:endParaRPr lang="en-ZA" sz="1200" kern="1200" dirty="0">
            <a:solidFill>
              <a:prstClr val="white"/>
            </a:solidFill>
            <a:latin typeface="Tahoma"/>
            <a:ea typeface="ＭＳ Ｐゴシック"/>
            <a:cs typeface="+mn-cs"/>
          </a:endParaRPr>
        </a:p>
      </dgm:t>
    </dgm:pt>
    <dgm:pt modelId="{D7981784-3AE3-4464-A3A1-29F8488FF8F3}" type="parTrans" cxnId="{3AF6E373-4F3D-416C-A32F-AE31E813E447}">
      <dgm:prSet/>
      <dgm:spPr/>
      <dgm:t>
        <a:bodyPr/>
        <a:lstStyle/>
        <a:p>
          <a:endParaRPr lang="en-ZA" sz="1200"/>
        </a:p>
      </dgm:t>
    </dgm:pt>
    <dgm:pt modelId="{342F6E4D-A227-4B44-AB05-3B030A443EDE}" type="sibTrans" cxnId="{3AF6E373-4F3D-416C-A32F-AE31E813E447}">
      <dgm:prSet/>
      <dgm:spPr/>
      <dgm:t>
        <a:bodyPr/>
        <a:lstStyle/>
        <a:p>
          <a:endParaRPr lang="en-ZA" sz="1200"/>
        </a:p>
      </dgm:t>
    </dgm:pt>
    <dgm:pt modelId="{E4CB8A46-922B-4C8B-9275-7B45214FEB1F}">
      <dgm:prSet phldrT="[Text]" custT="1"/>
      <dgm:spPr>
        <a:solidFill>
          <a:srgbClr val="C00000"/>
        </a:solidFill>
        <a:ln w="25400" cap="flat" cmpd="sng" algn="ctr">
          <a:solidFill>
            <a:srgbClr val="C00000"/>
          </a:solidFill>
          <a:prstDash val="solid"/>
        </a:ln>
        <a:effectLst/>
      </dgm:spPr>
      <dgm:t>
        <a:bodyPr spcFirstLastPara="0" vert="horz" wrap="square" lIns="7620" tIns="7620" rIns="7620" bIns="7620" numCol="1" spcCol="1270" anchor="ctr" anchorCtr="0"/>
        <a:lstStyle/>
        <a:p>
          <a:r>
            <a:rPr lang="en-US" sz="1200" kern="1200" dirty="0">
              <a:solidFill>
                <a:prstClr val="white"/>
              </a:solidFill>
              <a:latin typeface="Tahoma"/>
              <a:ea typeface="ＭＳ Ｐゴシック"/>
              <a:cs typeface="+mn-cs"/>
            </a:rPr>
            <a:t>Sensitivity</a:t>
          </a:r>
          <a:r>
            <a:rPr lang="en-US" sz="1200" kern="1200" dirty="0"/>
            <a:t> analysis</a:t>
          </a:r>
          <a:endParaRPr lang="en-ZA" sz="1200" kern="1200" dirty="0"/>
        </a:p>
      </dgm:t>
    </dgm:pt>
    <dgm:pt modelId="{AF0FBD2E-F66B-4041-8005-5480757F0850}" type="parTrans" cxnId="{5BBC3E9B-00BB-4287-800A-9BEB590D7555}">
      <dgm:prSet/>
      <dgm:spPr/>
      <dgm:t>
        <a:bodyPr/>
        <a:lstStyle/>
        <a:p>
          <a:endParaRPr lang="en-ZA" sz="1200"/>
        </a:p>
      </dgm:t>
    </dgm:pt>
    <dgm:pt modelId="{96DD29F6-EBA2-4278-96C5-60B0AD2CF9F7}" type="sibTrans" cxnId="{5BBC3E9B-00BB-4287-800A-9BEB590D7555}">
      <dgm:prSet/>
      <dgm:spPr/>
      <dgm:t>
        <a:bodyPr/>
        <a:lstStyle/>
        <a:p>
          <a:endParaRPr lang="en-ZA" sz="1200"/>
        </a:p>
      </dgm:t>
    </dgm:pt>
    <dgm:pt modelId="{44D8ABEF-00EB-4C4C-BC3D-7053B0F4D838}">
      <dgm:prSet phldrT="[Text]" custT="1"/>
      <dgm:spPr/>
      <dgm:t>
        <a:bodyPr/>
        <a:lstStyle/>
        <a:p>
          <a:r>
            <a:rPr lang="en-US" sz="1200" dirty="0"/>
            <a:t>Scenario analysis</a:t>
          </a:r>
          <a:endParaRPr lang="en-ZA" sz="1200" dirty="0"/>
        </a:p>
      </dgm:t>
    </dgm:pt>
    <dgm:pt modelId="{E83AF7F1-7F99-4EB5-9389-9843FC06D2EE}" type="parTrans" cxnId="{821B8639-A311-4E78-8FB3-2A71A3999888}">
      <dgm:prSet/>
      <dgm:spPr/>
      <dgm:t>
        <a:bodyPr/>
        <a:lstStyle/>
        <a:p>
          <a:endParaRPr lang="en-ZA" sz="1200"/>
        </a:p>
      </dgm:t>
    </dgm:pt>
    <dgm:pt modelId="{9898696D-72F2-41BF-A071-F0022083834A}" type="sibTrans" cxnId="{821B8639-A311-4E78-8FB3-2A71A3999888}">
      <dgm:prSet/>
      <dgm:spPr/>
      <dgm:t>
        <a:bodyPr/>
        <a:lstStyle/>
        <a:p>
          <a:endParaRPr lang="en-ZA" sz="1200"/>
        </a:p>
      </dgm:t>
    </dgm:pt>
    <dgm:pt modelId="{7CEA26F6-8963-48D5-8608-461FF11EBC77}" type="pres">
      <dgm:prSet presAssocID="{E1EDE318-68DB-4217-8DEC-C0C30D29D41D}" presName="hierChild1" presStyleCnt="0">
        <dgm:presLayoutVars>
          <dgm:orgChart val="1"/>
          <dgm:chPref val="1"/>
          <dgm:dir/>
          <dgm:animOne val="branch"/>
          <dgm:animLvl val="lvl"/>
          <dgm:resizeHandles/>
        </dgm:presLayoutVars>
      </dgm:prSet>
      <dgm:spPr/>
    </dgm:pt>
    <dgm:pt modelId="{052C265E-6976-4557-A34A-40FA99B5338A}" type="pres">
      <dgm:prSet presAssocID="{BE182442-C43A-4D74-B970-82236E31F7DE}" presName="hierRoot1" presStyleCnt="0">
        <dgm:presLayoutVars>
          <dgm:hierBranch val="init"/>
        </dgm:presLayoutVars>
      </dgm:prSet>
      <dgm:spPr/>
    </dgm:pt>
    <dgm:pt modelId="{933F3580-C0F5-4256-B144-189B3BBAC433}" type="pres">
      <dgm:prSet presAssocID="{BE182442-C43A-4D74-B970-82236E31F7DE}" presName="rootComposite1" presStyleCnt="0"/>
      <dgm:spPr/>
    </dgm:pt>
    <dgm:pt modelId="{69BC5031-3352-448D-9640-00AE2E86CDCF}" type="pres">
      <dgm:prSet presAssocID="{BE182442-C43A-4D74-B970-82236E31F7DE}" presName="rootText1" presStyleLbl="node0" presStyleIdx="0" presStyleCnt="1">
        <dgm:presLayoutVars>
          <dgm:chPref val="3"/>
        </dgm:presLayoutVars>
      </dgm:prSet>
      <dgm:spPr/>
    </dgm:pt>
    <dgm:pt modelId="{655A3295-0444-4AB5-9D60-DABCFC133281}" type="pres">
      <dgm:prSet presAssocID="{BE182442-C43A-4D74-B970-82236E31F7DE}" presName="rootConnector1" presStyleLbl="node1" presStyleIdx="0" presStyleCnt="0"/>
      <dgm:spPr/>
    </dgm:pt>
    <dgm:pt modelId="{053C550B-F9AB-4E0A-A479-A886789BA614}" type="pres">
      <dgm:prSet presAssocID="{BE182442-C43A-4D74-B970-82236E31F7DE}" presName="hierChild2" presStyleCnt="0"/>
      <dgm:spPr/>
    </dgm:pt>
    <dgm:pt modelId="{412D3198-CDFA-4649-BB4E-2AE0A8681C92}" type="pres">
      <dgm:prSet presAssocID="{D7981784-3AE3-4464-A3A1-29F8488FF8F3}" presName="Name37" presStyleLbl="parChTrans1D2" presStyleIdx="0" presStyleCnt="3"/>
      <dgm:spPr/>
    </dgm:pt>
    <dgm:pt modelId="{62358649-FAAC-4328-BB80-56A3D51FBC5E}" type="pres">
      <dgm:prSet presAssocID="{D7B62469-FD0F-4DC7-AA6B-3A3D87E07638}" presName="hierRoot2" presStyleCnt="0">
        <dgm:presLayoutVars>
          <dgm:hierBranch val="init"/>
        </dgm:presLayoutVars>
      </dgm:prSet>
      <dgm:spPr/>
    </dgm:pt>
    <dgm:pt modelId="{48F90451-6200-4A44-A348-2C0C0C11B8BA}" type="pres">
      <dgm:prSet presAssocID="{D7B62469-FD0F-4DC7-AA6B-3A3D87E07638}" presName="rootComposite" presStyleCnt="0"/>
      <dgm:spPr/>
    </dgm:pt>
    <dgm:pt modelId="{70761584-8CCE-4718-8B45-4A3FA212332F}" type="pres">
      <dgm:prSet presAssocID="{D7B62469-FD0F-4DC7-AA6B-3A3D87E07638}" presName="rootText" presStyleLbl="node2" presStyleIdx="0" presStyleCnt="3">
        <dgm:presLayoutVars>
          <dgm:chPref val="3"/>
        </dgm:presLayoutVars>
      </dgm:prSet>
      <dgm:spPr>
        <a:xfrm>
          <a:off x="228" y="1214454"/>
          <a:ext cx="993323" cy="496661"/>
        </a:xfrm>
        <a:prstGeom prst="rect">
          <a:avLst/>
        </a:prstGeom>
      </dgm:spPr>
    </dgm:pt>
    <dgm:pt modelId="{D6F2F5BB-25B7-4A8E-BDAF-03344CAC05BE}" type="pres">
      <dgm:prSet presAssocID="{D7B62469-FD0F-4DC7-AA6B-3A3D87E07638}" presName="rootConnector" presStyleLbl="node2" presStyleIdx="0" presStyleCnt="3"/>
      <dgm:spPr/>
    </dgm:pt>
    <dgm:pt modelId="{94A22768-6A93-44DE-8091-CD553B804E15}" type="pres">
      <dgm:prSet presAssocID="{D7B62469-FD0F-4DC7-AA6B-3A3D87E07638}" presName="hierChild4" presStyleCnt="0"/>
      <dgm:spPr/>
    </dgm:pt>
    <dgm:pt modelId="{FDE57F49-7740-4142-B668-C29EEDB8BD86}" type="pres">
      <dgm:prSet presAssocID="{D7B62469-FD0F-4DC7-AA6B-3A3D87E07638}" presName="hierChild5" presStyleCnt="0"/>
      <dgm:spPr/>
    </dgm:pt>
    <dgm:pt modelId="{C6150F60-7608-4FA1-B885-8D393A32ECB9}" type="pres">
      <dgm:prSet presAssocID="{AF0FBD2E-F66B-4041-8005-5480757F0850}" presName="Name37" presStyleLbl="parChTrans1D2" presStyleIdx="1" presStyleCnt="3"/>
      <dgm:spPr/>
    </dgm:pt>
    <dgm:pt modelId="{5DB92047-3785-40CA-B5A6-2B8F4B699746}" type="pres">
      <dgm:prSet presAssocID="{E4CB8A46-922B-4C8B-9275-7B45214FEB1F}" presName="hierRoot2" presStyleCnt="0">
        <dgm:presLayoutVars>
          <dgm:hierBranch val="init"/>
        </dgm:presLayoutVars>
      </dgm:prSet>
      <dgm:spPr/>
    </dgm:pt>
    <dgm:pt modelId="{77751AB9-7D73-48D2-B976-51F61119741F}" type="pres">
      <dgm:prSet presAssocID="{E4CB8A46-922B-4C8B-9275-7B45214FEB1F}" presName="rootComposite" presStyleCnt="0"/>
      <dgm:spPr/>
    </dgm:pt>
    <dgm:pt modelId="{8C6CB93C-F4A3-4CE7-9627-F6A57743FEDE}" type="pres">
      <dgm:prSet presAssocID="{E4CB8A46-922B-4C8B-9275-7B45214FEB1F}" presName="rootText" presStyleLbl="node2" presStyleIdx="1" presStyleCnt="3">
        <dgm:presLayoutVars>
          <dgm:chPref val="3"/>
        </dgm:presLayoutVars>
      </dgm:prSet>
      <dgm:spPr>
        <a:xfrm>
          <a:off x="1202150" y="1214454"/>
          <a:ext cx="993323" cy="496661"/>
        </a:xfrm>
        <a:prstGeom prst="rect">
          <a:avLst/>
        </a:prstGeom>
      </dgm:spPr>
    </dgm:pt>
    <dgm:pt modelId="{F48C748B-C42E-40EF-BD56-39EC16151ACF}" type="pres">
      <dgm:prSet presAssocID="{E4CB8A46-922B-4C8B-9275-7B45214FEB1F}" presName="rootConnector" presStyleLbl="node2" presStyleIdx="1" presStyleCnt="3"/>
      <dgm:spPr/>
    </dgm:pt>
    <dgm:pt modelId="{1C63BCBB-3F48-4E86-93E0-71562FF53856}" type="pres">
      <dgm:prSet presAssocID="{E4CB8A46-922B-4C8B-9275-7B45214FEB1F}" presName="hierChild4" presStyleCnt="0"/>
      <dgm:spPr/>
    </dgm:pt>
    <dgm:pt modelId="{D0C65CEB-EB88-46E8-8590-901FB169815D}" type="pres">
      <dgm:prSet presAssocID="{E4CB8A46-922B-4C8B-9275-7B45214FEB1F}" presName="hierChild5" presStyleCnt="0"/>
      <dgm:spPr/>
    </dgm:pt>
    <dgm:pt modelId="{29798DE5-6DA5-44C7-954F-AD06D3A6F60E}" type="pres">
      <dgm:prSet presAssocID="{E83AF7F1-7F99-4EB5-9389-9843FC06D2EE}" presName="Name37" presStyleLbl="parChTrans1D2" presStyleIdx="2" presStyleCnt="3"/>
      <dgm:spPr/>
    </dgm:pt>
    <dgm:pt modelId="{658A38C5-7EA6-4CB2-B14A-3201A5CBE45F}" type="pres">
      <dgm:prSet presAssocID="{44D8ABEF-00EB-4C4C-BC3D-7053B0F4D838}" presName="hierRoot2" presStyleCnt="0">
        <dgm:presLayoutVars>
          <dgm:hierBranch val="init"/>
        </dgm:presLayoutVars>
      </dgm:prSet>
      <dgm:spPr/>
    </dgm:pt>
    <dgm:pt modelId="{B8622849-AE75-4326-89AD-FC46CC5591F6}" type="pres">
      <dgm:prSet presAssocID="{44D8ABEF-00EB-4C4C-BC3D-7053B0F4D838}" presName="rootComposite" presStyleCnt="0"/>
      <dgm:spPr/>
    </dgm:pt>
    <dgm:pt modelId="{EBC72E8A-9F35-495A-9A60-D68AA34E4098}" type="pres">
      <dgm:prSet presAssocID="{44D8ABEF-00EB-4C4C-BC3D-7053B0F4D838}" presName="rootText" presStyleLbl="node2" presStyleIdx="2" presStyleCnt="3">
        <dgm:presLayoutVars>
          <dgm:chPref val="3"/>
        </dgm:presLayoutVars>
      </dgm:prSet>
      <dgm:spPr/>
    </dgm:pt>
    <dgm:pt modelId="{9477E0A2-EDEE-4928-88BB-E2DCF2913110}" type="pres">
      <dgm:prSet presAssocID="{44D8ABEF-00EB-4C4C-BC3D-7053B0F4D838}" presName="rootConnector" presStyleLbl="node2" presStyleIdx="2" presStyleCnt="3"/>
      <dgm:spPr/>
    </dgm:pt>
    <dgm:pt modelId="{CD4063A0-EF57-4F16-A822-66D244C8C498}" type="pres">
      <dgm:prSet presAssocID="{44D8ABEF-00EB-4C4C-BC3D-7053B0F4D838}" presName="hierChild4" presStyleCnt="0"/>
      <dgm:spPr/>
    </dgm:pt>
    <dgm:pt modelId="{166171F6-6077-46A1-A4F3-53CF72F07E72}" type="pres">
      <dgm:prSet presAssocID="{44D8ABEF-00EB-4C4C-BC3D-7053B0F4D838}" presName="hierChild5" presStyleCnt="0"/>
      <dgm:spPr/>
    </dgm:pt>
    <dgm:pt modelId="{AF033164-4386-4AE3-90A1-73A25AC998BD}" type="pres">
      <dgm:prSet presAssocID="{BE182442-C43A-4D74-B970-82236E31F7DE}" presName="hierChild3" presStyleCnt="0"/>
      <dgm:spPr/>
    </dgm:pt>
  </dgm:ptLst>
  <dgm:cxnLst>
    <dgm:cxn modelId="{11E8CA02-5AF7-40C3-9FE4-7ED3C4C463C8}" type="presOf" srcId="{D7B62469-FD0F-4DC7-AA6B-3A3D87E07638}" destId="{D6F2F5BB-25B7-4A8E-BDAF-03344CAC05BE}" srcOrd="1" destOrd="0" presId="urn:microsoft.com/office/officeart/2005/8/layout/orgChart1"/>
    <dgm:cxn modelId="{653B7A16-D0C9-4CCD-8098-54B49FECAC6A}" type="presOf" srcId="{BE182442-C43A-4D74-B970-82236E31F7DE}" destId="{655A3295-0444-4AB5-9D60-DABCFC133281}" srcOrd="1" destOrd="0" presId="urn:microsoft.com/office/officeart/2005/8/layout/orgChart1"/>
    <dgm:cxn modelId="{C9F81E1A-E4F4-4628-A66D-AB282B675A07}" type="presOf" srcId="{44D8ABEF-00EB-4C4C-BC3D-7053B0F4D838}" destId="{9477E0A2-EDEE-4928-88BB-E2DCF2913110}" srcOrd="1" destOrd="0" presId="urn:microsoft.com/office/officeart/2005/8/layout/orgChart1"/>
    <dgm:cxn modelId="{C4CDFC1C-4304-4E40-8638-CAD182DEA1CE}" type="presOf" srcId="{44D8ABEF-00EB-4C4C-BC3D-7053B0F4D838}" destId="{EBC72E8A-9F35-495A-9A60-D68AA34E4098}" srcOrd="0" destOrd="0" presId="urn:microsoft.com/office/officeart/2005/8/layout/orgChart1"/>
    <dgm:cxn modelId="{4A119A31-41C4-4596-96E9-9D0DD3069A57}" type="presOf" srcId="{AF0FBD2E-F66B-4041-8005-5480757F0850}" destId="{C6150F60-7608-4FA1-B885-8D393A32ECB9}" srcOrd="0" destOrd="0" presId="urn:microsoft.com/office/officeart/2005/8/layout/orgChart1"/>
    <dgm:cxn modelId="{821B8639-A311-4E78-8FB3-2A71A3999888}" srcId="{BE182442-C43A-4D74-B970-82236E31F7DE}" destId="{44D8ABEF-00EB-4C4C-BC3D-7053B0F4D838}" srcOrd="2" destOrd="0" parTransId="{E83AF7F1-7F99-4EB5-9389-9843FC06D2EE}" sibTransId="{9898696D-72F2-41BF-A071-F0022083834A}"/>
    <dgm:cxn modelId="{246E6440-C640-4DDF-AD64-0DD718AD2B53}" type="presOf" srcId="{E4CB8A46-922B-4C8B-9275-7B45214FEB1F}" destId="{F48C748B-C42E-40EF-BD56-39EC16151ACF}" srcOrd="1" destOrd="0" presId="urn:microsoft.com/office/officeart/2005/8/layout/orgChart1"/>
    <dgm:cxn modelId="{B15E1D43-7A32-4535-AF76-C5ACCAB6682C}" type="presOf" srcId="{E4CB8A46-922B-4C8B-9275-7B45214FEB1F}" destId="{8C6CB93C-F4A3-4CE7-9627-F6A57743FEDE}" srcOrd="0" destOrd="0" presId="urn:microsoft.com/office/officeart/2005/8/layout/orgChart1"/>
    <dgm:cxn modelId="{3E8EC348-7A9C-459C-86FD-1E90E42DFDAF}" type="presOf" srcId="{E83AF7F1-7F99-4EB5-9389-9843FC06D2EE}" destId="{29798DE5-6DA5-44C7-954F-AD06D3A6F60E}" srcOrd="0" destOrd="0" presId="urn:microsoft.com/office/officeart/2005/8/layout/orgChart1"/>
    <dgm:cxn modelId="{1E17D24A-9F63-478E-8E18-99BDBD88F214}" type="presOf" srcId="{BE182442-C43A-4D74-B970-82236E31F7DE}" destId="{69BC5031-3352-448D-9640-00AE2E86CDCF}" srcOrd="0" destOrd="0" presId="urn:microsoft.com/office/officeart/2005/8/layout/orgChart1"/>
    <dgm:cxn modelId="{9431334F-7C85-4875-84BF-F714E0E3C58E}" type="presOf" srcId="{E1EDE318-68DB-4217-8DEC-C0C30D29D41D}" destId="{7CEA26F6-8963-48D5-8608-461FF11EBC77}" srcOrd="0" destOrd="0" presId="urn:microsoft.com/office/officeart/2005/8/layout/orgChart1"/>
    <dgm:cxn modelId="{3AF6E373-4F3D-416C-A32F-AE31E813E447}" srcId="{BE182442-C43A-4D74-B970-82236E31F7DE}" destId="{D7B62469-FD0F-4DC7-AA6B-3A3D87E07638}" srcOrd="0" destOrd="0" parTransId="{D7981784-3AE3-4464-A3A1-29F8488FF8F3}" sibTransId="{342F6E4D-A227-4B44-AB05-3B030A443EDE}"/>
    <dgm:cxn modelId="{5BBC3E9B-00BB-4287-800A-9BEB590D7555}" srcId="{BE182442-C43A-4D74-B970-82236E31F7DE}" destId="{E4CB8A46-922B-4C8B-9275-7B45214FEB1F}" srcOrd="1" destOrd="0" parTransId="{AF0FBD2E-F66B-4041-8005-5480757F0850}" sibTransId="{96DD29F6-EBA2-4278-96C5-60B0AD2CF9F7}"/>
    <dgm:cxn modelId="{A882F1B0-1E6B-4773-BD51-6E2DA0D09E74}" type="presOf" srcId="{D7981784-3AE3-4464-A3A1-29F8488FF8F3}" destId="{412D3198-CDFA-4649-BB4E-2AE0A8681C92}" srcOrd="0" destOrd="0" presId="urn:microsoft.com/office/officeart/2005/8/layout/orgChart1"/>
    <dgm:cxn modelId="{CBE7C7E1-942F-40A7-A5F8-E6334A7A088C}" type="presOf" srcId="{D7B62469-FD0F-4DC7-AA6B-3A3D87E07638}" destId="{70761584-8CCE-4718-8B45-4A3FA212332F}" srcOrd="0" destOrd="0" presId="urn:microsoft.com/office/officeart/2005/8/layout/orgChart1"/>
    <dgm:cxn modelId="{E61361F8-EFFD-416F-B4C4-A0E76C34DABE}" srcId="{E1EDE318-68DB-4217-8DEC-C0C30D29D41D}" destId="{BE182442-C43A-4D74-B970-82236E31F7DE}" srcOrd="0" destOrd="0" parTransId="{48DB6750-329E-42DD-8EF2-FA66A8A14545}" sibTransId="{631C25B1-AAB4-49DA-9B6B-C5729C7F4674}"/>
    <dgm:cxn modelId="{BDEBE316-89F8-4814-B490-7D59E0674E7E}" type="presParOf" srcId="{7CEA26F6-8963-48D5-8608-461FF11EBC77}" destId="{052C265E-6976-4557-A34A-40FA99B5338A}" srcOrd="0" destOrd="0" presId="urn:microsoft.com/office/officeart/2005/8/layout/orgChart1"/>
    <dgm:cxn modelId="{9A9F7642-56A8-42D2-805E-A3E882030B20}" type="presParOf" srcId="{052C265E-6976-4557-A34A-40FA99B5338A}" destId="{933F3580-C0F5-4256-B144-189B3BBAC433}" srcOrd="0" destOrd="0" presId="urn:microsoft.com/office/officeart/2005/8/layout/orgChart1"/>
    <dgm:cxn modelId="{14CED0B7-E95C-483E-9E1F-F3584577B614}" type="presParOf" srcId="{933F3580-C0F5-4256-B144-189B3BBAC433}" destId="{69BC5031-3352-448D-9640-00AE2E86CDCF}" srcOrd="0" destOrd="0" presId="urn:microsoft.com/office/officeart/2005/8/layout/orgChart1"/>
    <dgm:cxn modelId="{753E3E23-D7C4-4DA2-816C-4D8177E0FB10}" type="presParOf" srcId="{933F3580-C0F5-4256-B144-189B3BBAC433}" destId="{655A3295-0444-4AB5-9D60-DABCFC133281}" srcOrd="1" destOrd="0" presId="urn:microsoft.com/office/officeart/2005/8/layout/orgChart1"/>
    <dgm:cxn modelId="{F03B129F-D12D-48A3-8B9B-24714045D15E}" type="presParOf" srcId="{052C265E-6976-4557-A34A-40FA99B5338A}" destId="{053C550B-F9AB-4E0A-A479-A886789BA614}" srcOrd="1" destOrd="0" presId="urn:microsoft.com/office/officeart/2005/8/layout/orgChart1"/>
    <dgm:cxn modelId="{5CA3E08E-0A5E-4995-945C-42E6927AF147}" type="presParOf" srcId="{053C550B-F9AB-4E0A-A479-A886789BA614}" destId="{412D3198-CDFA-4649-BB4E-2AE0A8681C92}" srcOrd="0" destOrd="0" presId="urn:microsoft.com/office/officeart/2005/8/layout/orgChart1"/>
    <dgm:cxn modelId="{C297DAEE-C86D-4F0A-9781-8F48C819DF16}" type="presParOf" srcId="{053C550B-F9AB-4E0A-A479-A886789BA614}" destId="{62358649-FAAC-4328-BB80-56A3D51FBC5E}" srcOrd="1" destOrd="0" presId="urn:microsoft.com/office/officeart/2005/8/layout/orgChart1"/>
    <dgm:cxn modelId="{1CA8ED97-D55F-42BD-86A6-26BDC99FC0CB}" type="presParOf" srcId="{62358649-FAAC-4328-BB80-56A3D51FBC5E}" destId="{48F90451-6200-4A44-A348-2C0C0C11B8BA}" srcOrd="0" destOrd="0" presId="urn:microsoft.com/office/officeart/2005/8/layout/orgChart1"/>
    <dgm:cxn modelId="{2EFD35CA-2B82-44A9-AAD6-37391F87BEDE}" type="presParOf" srcId="{48F90451-6200-4A44-A348-2C0C0C11B8BA}" destId="{70761584-8CCE-4718-8B45-4A3FA212332F}" srcOrd="0" destOrd="0" presId="urn:microsoft.com/office/officeart/2005/8/layout/orgChart1"/>
    <dgm:cxn modelId="{C86E91B6-FB99-43E9-B4E0-254B21C43025}" type="presParOf" srcId="{48F90451-6200-4A44-A348-2C0C0C11B8BA}" destId="{D6F2F5BB-25B7-4A8E-BDAF-03344CAC05BE}" srcOrd="1" destOrd="0" presId="urn:microsoft.com/office/officeart/2005/8/layout/orgChart1"/>
    <dgm:cxn modelId="{D4C3F573-83C6-45D1-9A6A-FE96AC8E85FE}" type="presParOf" srcId="{62358649-FAAC-4328-BB80-56A3D51FBC5E}" destId="{94A22768-6A93-44DE-8091-CD553B804E15}" srcOrd="1" destOrd="0" presId="urn:microsoft.com/office/officeart/2005/8/layout/orgChart1"/>
    <dgm:cxn modelId="{59CD2AB4-153D-4759-ABB0-95000CC4485E}" type="presParOf" srcId="{62358649-FAAC-4328-BB80-56A3D51FBC5E}" destId="{FDE57F49-7740-4142-B668-C29EEDB8BD86}" srcOrd="2" destOrd="0" presId="urn:microsoft.com/office/officeart/2005/8/layout/orgChart1"/>
    <dgm:cxn modelId="{74447C41-81CF-43BD-9A9B-C729BA658671}" type="presParOf" srcId="{053C550B-F9AB-4E0A-A479-A886789BA614}" destId="{C6150F60-7608-4FA1-B885-8D393A32ECB9}" srcOrd="2" destOrd="0" presId="urn:microsoft.com/office/officeart/2005/8/layout/orgChart1"/>
    <dgm:cxn modelId="{AE1BC232-542A-4B7F-B61A-BD550E7BDE3B}" type="presParOf" srcId="{053C550B-F9AB-4E0A-A479-A886789BA614}" destId="{5DB92047-3785-40CA-B5A6-2B8F4B699746}" srcOrd="3" destOrd="0" presId="urn:microsoft.com/office/officeart/2005/8/layout/orgChart1"/>
    <dgm:cxn modelId="{3792376F-55E3-4A8C-975F-D480C412EE4C}" type="presParOf" srcId="{5DB92047-3785-40CA-B5A6-2B8F4B699746}" destId="{77751AB9-7D73-48D2-B976-51F61119741F}" srcOrd="0" destOrd="0" presId="urn:microsoft.com/office/officeart/2005/8/layout/orgChart1"/>
    <dgm:cxn modelId="{5C9E7FBD-4B5B-4F9F-BFC9-4EF46A6F6108}" type="presParOf" srcId="{77751AB9-7D73-48D2-B976-51F61119741F}" destId="{8C6CB93C-F4A3-4CE7-9627-F6A57743FEDE}" srcOrd="0" destOrd="0" presId="urn:microsoft.com/office/officeart/2005/8/layout/orgChart1"/>
    <dgm:cxn modelId="{3C08B6A5-155D-4636-84D4-E8E1F7859B6B}" type="presParOf" srcId="{77751AB9-7D73-48D2-B976-51F61119741F}" destId="{F48C748B-C42E-40EF-BD56-39EC16151ACF}" srcOrd="1" destOrd="0" presId="urn:microsoft.com/office/officeart/2005/8/layout/orgChart1"/>
    <dgm:cxn modelId="{E9B8C981-4B92-45A9-BC67-6FA91355DA75}" type="presParOf" srcId="{5DB92047-3785-40CA-B5A6-2B8F4B699746}" destId="{1C63BCBB-3F48-4E86-93E0-71562FF53856}" srcOrd="1" destOrd="0" presId="urn:microsoft.com/office/officeart/2005/8/layout/orgChart1"/>
    <dgm:cxn modelId="{A7C4A3A3-5094-4752-B314-8C6B6AD4888C}" type="presParOf" srcId="{5DB92047-3785-40CA-B5A6-2B8F4B699746}" destId="{D0C65CEB-EB88-46E8-8590-901FB169815D}" srcOrd="2" destOrd="0" presId="urn:microsoft.com/office/officeart/2005/8/layout/orgChart1"/>
    <dgm:cxn modelId="{564F0C1D-3A37-44DB-ADEC-56149776CB89}" type="presParOf" srcId="{053C550B-F9AB-4E0A-A479-A886789BA614}" destId="{29798DE5-6DA5-44C7-954F-AD06D3A6F60E}" srcOrd="4" destOrd="0" presId="urn:microsoft.com/office/officeart/2005/8/layout/orgChart1"/>
    <dgm:cxn modelId="{FC24FD5F-D395-48D9-A3C7-65842DD82129}" type="presParOf" srcId="{053C550B-F9AB-4E0A-A479-A886789BA614}" destId="{658A38C5-7EA6-4CB2-B14A-3201A5CBE45F}" srcOrd="5" destOrd="0" presId="urn:microsoft.com/office/officeart/2005/8/layout/orgChart1"/>
    <dgm:cxn modelId="{45F9A0F4-A3A5-456A-9F17-CD9D48AD0EC9}" type="presParOf" srcId="{658A38C5-7EA6-4CB2-B14A-3201A5CBE45F}" destId="{B8622849-AE75-4326-89AD-FC46CC5591F6}" srcOrd="0" destOrd="0" presId="urn:microsoft.com/office/officeart/2005/8/layout/orgChart1"/>
    <dgm:cxn modelId="{52AB1A28-8625-419B-B151-32AF826548EA}" type="presParOf" srcId="{B8622849-AE75-4326-89AD-FC46CC5591F6}" destId="{EBC72E8A-9F35-495A-9A60-D68AA34E4098}" srcOrd="0" destOrd="0" presId="urn:microsoft.com/office/officeart/2005/8/layout/orgChart1"/>
    <dgm:cxn modelId="{A0168D27-E495-4AD1-95DF-F090579FF08C}" type="presParOf" srcId="{B8622849-AE75-4326-89AD-FC46CC5591F6}" destId="{9477E0A2-EDEE-4928-88BB-E2DCF2913110}" srcOrd="1" destOrd="0" presId="urn:microsoft.com/office/officeart/2005/8/layout/orgChart1"/>
    <dgm:cxn modelId="{AEA4836B-F5EC-4F68-A1E9-CAA3112707D9}" type="presParOf" srcId="{658A38C5-7EA6-4CB2-B14A-3201A5CBE45F}" destId="{CD4063A0-EF57-4F16-A822-66D244C8C498}" srcOrd="1" destOrd="0" presId="urn:microsoft.com/office/officeart/2005/8/layout/orgChart1"/>
    <dgm:cxn modelId="{DCDC002F-6855-470D-9F82-164A3CDBCAA5}" type="presParOf" srcId="{658A38C5-7EA6-4CB2-B14A-3201A5CBE45F}" destId="{166171F6-6077-46A1-A4F3-53CF72F07E72}" srcOrd="2" destOrd="0" presId="urn:microsoft.com/office/officeart/2005/8/layout/orgChart1"/>
    <dgm:cxn modelId="{6A51A63D-2140-4DAE-817F-5E14E62A71BA}" type="presParOf" srcId="{052C265E-6976-4557-A34A-40FA99B5338A}" destId="{AF033164-4386-4AE3-90A1-73A25AC998BD}"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1EDE318-68DB-4217-8DEC-C0C30D29D41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BE182442-C43A-4D74-B970-82236E31F7DE}">
      <dgm:prSet phldrT="[Text]" custT="1"/>
      <dgm:spPr/>
      <dgm:t>
        <a:bodyPr/>
        <a:lstStyle/>
        <a:p>
          <a:r>
            <a:rPr lang="en-US" sz="1000" dirty="0">
              <a:latin typeface="+mj-lt"/>
            </a:rPr>
            <a:t>Approaches</a:t>
          </a:r>
          <a:endParaRPr lang="en-ZA" sz="1000" dirty="0">
            <a:latin typeface="+mj-lt"/>
          </a:endParaRPr>
        </a:p>
      </dgm:t>
    </dgm:pt>
    <dgm:pt modelId="{48DB6750-329E-42DD-8EF2-FA66A8A14545}" type="parTrans" cxnId="{E61361F8-EFFD-416F-B4C4-A0E76C34DABE}">
      <dgm:prSet/>
      <dgm:spPr/>
      <dgm:t>
        <a:bodyPr/>
        <a:lstStyle/>
        <a:p>
          <a:endParaRPr lang="en-ZA" sz="1000">
            <a:latin typeface="+mj-lt"/>
          </a:endParaRPr>
        </a:p>
      </dgm:t>
    </dgm:pt>
    <dgm:pt modelId="{631C25B1-AAB4-49DA-9B6B-C5729C7F4674}" type="sibTrans" cxnId="{E61361F8-EFFD-416F-B4C4-A0E76C34DABE}">
      <dgm:prSet/>
      <dgm:spPr/>
      <dgm:t>
        <a:bodyPr/>
        <a:lstStyle/>
        <a:p>
          <a:endParaRPr lang="en-ZA" sz="1000">
            <a:latin typeface="+mj-lt"/>
          </a:endParaRPr>
        </a:p>
      </dgm:t>
    </dgm:pt>
    <dgm:pt modelId="{D7B62469-FD0F-4DC7-AA6B-3A3D87E07638}">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000" kern="1200" dirty="0">
              <a:solidFill>
                <a:prstClr val="white"/>
              </a:solidFill>
              <a:latin typeface="+mj-lt"/>
              <a:ea typeface="ＭＳ Ｐゴシック"/>
              <a:cs typeface="+mn-cs"/>
            </a:rPr>
            <a:t>Decision tree analysis</a:t>
          </a:r>
          <a:endParaRPr lang="en-ZA" sz="1000" kern="1200" dirty="0">
            <a:solidFill>
              <a:prstClr val="white"/>
            </a:solidFill>
            <a:latin typeface="+mj-lt"/>
            <a:ea typeface="ＭＳ Ｐゴシック"/>
            <a:cs typeface="+mn-cs"/>
          </a:endParaRPr>
        </a:p>
      </dgm:t>
    </dgm:pt>
    <dgm:pt modelId="{D7981784-3AE3-4464-A3A1-29F8488FF8F3}" type="parTrans" cxnId="{3AF6E373-4F3D-416C-A32F-AE31E813E447}">
      <dgm:prSet/>
      <dgm:spPr/>
      <dgm:t>
        <a:bodyPr/>
        <a:lstStyle/>
        <a:p>
          <a:endParaRPr lang="en-ZA" sz="1000">
            <a:latin typeface="+mj-lt"/>
          </a:endParaRPr>
        </a:p>
      </dgm:t>
    </dgm:pt>
    <dgm:pt modelId="{342F6E4D-A227-4B44-AB05-3B030A443EDE}" type="sibTrans" cxnId="{3AF6E373-4F3D-416C-A32F-AE31E813E447}">
      <dgm:prSet/>
      <dgm:spPr/>
      <dgm:t>
        <a:bodyPr/>
        <a:lstStyle/>
        <a:p>
          <a:endParaRPr lang="en-ZA" sz="1000">
            <a:latin typeface="+mj-lt"/>
          </a:endParaRPr>
        </a:p>
      </dgm:t>
    </dgm:pt>
    <dgm:pt modelId="{E4CB8A46-922B-4C8B-9275-7B45214FEB1F}">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000" kern="1200" dirty="0">
              <a:solidFill>
                <a:prstClr val="white"/>
              </a:solidFill>
              <a:latin typeface="Tahoma"/>
              <a:ea typeface="ＭＳ Ｐゴシック"/>
              <a:cs typeface="+mn-cs"/>
            </a:rPr>
            <a:t>Sensitivity analysis</a:t>
          </a:r>
          <a:endParaRPr lang="en-ZA" sz="1000" kern="1200" dirty="0">
            <a:solidFill>
              <a:prstClr val="white"/>
            </a:solidFill>
            <a:latin typeface="Tahoma"/>
            <a:ea typeface="ＭＳ Ｐゴシック"/>
            <a:cs typeface="+mn-cs"/>
          </a:endParaRPr>
        </a:p>
      </dgm:t>
    </dgm:pt>
    <dgm:pt modelId="{AF0FBD2E-F66B-4041-8005-5480757F0850}" type="parTrans" cxnId="{5BBC3E9B-00BB-4287-800A-9BEB590D7555}">
      <dgm:prSet/>
      <dgm:spPr/>
      <dgm:t>
        <a:bodyPr/>
        <a:lstStyle/>
        <a:p>
          <a:endParaRPr lang="en-ZA" sz="1000">
            <a:latin typeface="+mj-lt"/>
          </a:endParaRPr>
        </a:p>
      </dgm:t>
    </dgm:pt>
    <dgm:pt modelId="{96DD29F6-EBA2-4278-96C5-60B0AD2CF9F7}" type="sibTrans" cxnId="{5BBC3E9B-00BB-4287-800A-9BEB590D7555}">
      <dgm:prSet/>
      <dgm:spPr/>
      <dgm:t>
        <a:bodyPr/>
        <a:lstStyle/>
        <a:p>
          <a:endParaRPr lang="en-ZA" sz="1000">
            <a:latin typeface="+mj-lt"/>
          </a:endParaRPr>
        </a:p>
      </dgm:t>
    </dgm:pt>
    <dgm:pt modelId="{44D8ABEF-00EB-4C4C-BC3D-7053B0F4D838}">
      <dgm:prSet phldrT="[Text]" custT="1"/>
      <dgm:spPr>
        <a:solidFill>
          <a:srgbClr val="C00000"/>
        </a:solidFill>
        <a:ln w="25400" cap="flat" cmpd="sng" algn="ctr">
          <a:solidFill>
            <a:srgbClr val="C00000"/>
          </a:solidFill>
          <a:prstDash val="solid"/>
        </a:ln>
        <a:effectLst/>
      </dgm:spPr>
      <dgm:t>
        <a:bodyPr spcFirstLastPara="0" vert="horz" wrap="square" lIns="7620" tIns="7620" rIns="7620" bIns="7620" numCol="1" spcCol="1270" anchor="ctr" anchorCtr="0"/>
        <a:lstStyle/>
        <a:p>
          <a:r>
            <a:rPr lang="en-US" sz="1000" kern="1200" dirty="0">
              <a:solidFill>
                <a:prstClr val="white"/>
              </a:solidFill>
              <a:latin typeface="Tahoma"/>
              <a:ea typeface="ＭＳ Ｐゴシック"/>
              <a:cs typeface="+mn-cs"/>
            </a:rPr>
            <a:t>Scenario</a:t>
          </a:r>
          <a:r>
            <a:rPr lang="en-US" sz="1000" kern="1200" dirty="0">
              <a:latin typeface="+mj-lt"/>
            </a:rPr>
            <a:t> analysis</a:t>
          </a:r>
          <a:endParaRPr lang="en-ZA" sz="1000" kern="1200" dirty="0">
            <a:latin typeface="+mj-lt"/>
          </a:endParaRPr>
        </a:p>
      </dgm:t>
    </dgm:pt>
    <dgm:pt modelId="{E83AF7F1-7F99-4EB5-9389-9843FC06D2EE}" type="parTrans" cxnId="{821B8639-A311-4E78-8FB3-2A71A3999888}">
      <dgm:prSet/>
      <dgm:spPr/>
      <dgm:t>
        <a:bodyPr/>
        <a:lstStyle/>
        <a:p>
          <a:endParaRPr lang="en-ZA" sz="1000">
            <a:latin typeface="+mj-lt"/>
          </a:endParaRPr>
        </a:p>
      </dgm:t>
    </dgm:pt>
    <dgm:pt modelId="{9898696D-72F2-41BF-A071-F0022083834A}" type="sibTrans" cxnId="{821B8639-A311-4E78-8FB3-2A71A3999888}">
      <dgm:prSet/>
      <dgm:spPr/>
      <dgm:t>
        <a:bodyPr/>
        <a:lstStyle/>
        <a:p>
          <a:endParaRPr lang="en-ZA" sz="1000">
            <a:latin typeface="+mj-lt"/>
          </a:endParaRPr>
        </a:p>
      </dgm:t>
    </dgm:pt>
    <dgm:pt modelId="{7CEA26F6-8963-48D5-8608-461FF11EBC77}" type="pres">
      <dgm:prSet presAssocID="{E1EDE318-68DB-4217-8DEC-C0C30D29D41D}" presName="hierChild1" presStyleCnt="0">
        <dgm:presLayoutVars>
          <dgm:orgChart val="1"/>
          <dgm:chPref val="1"/>
          <dgm:dir/>
          <dgm:animOne val="branch"/>
          <dgm:animLvl val="lvl"/>
          <dgm:resizeHandles/>
        </dgm:presLayoutVars>
      </dgm:prSet>
      <dgm:spPr/>
    </dgm:pt>
    <dgm:pt modelId="{052C265E-6976-4557-A34A-40FA99B5338A}" type="pres">
      <dgm:prSet presAssocID="{BE182442-C43A-4D74-B970-82236E31F7DE}" presName="hierRoot1" presStyleCnt="0">
        <dgm:presLayoutVars>
          <dgm:hierBranch val="init"/>
        </dgm:presLayoutVars>
      </dgm:prSet>
      <dgm:spPr/>
    </dgm:pt>
    <dgm:pt modelId="{933F3580-C0F5-4256-B144-189B3BBAC433}" type="pres">
      <dgm:prSet presAssocID="{BE182442-C43A-4D74-B970-82236E31F7DE}" presName="rootComposite1" presStyleCnt="0"/>
      <dgm:spPr/>
    </dgm:pt>
    <dgm:pt modelId="{69BC5031-3352-448D-9640-00AE2E86CDCF}" type="pres">
      <dgm:prSet presAssocID="{BE182442-C43A-4D74-B970-82236E31F7DE}" presName="rootText1" presStyleLbl="node0" presStyleIdx="0" presStyleCnt="1">
        <dgm:presLayoutVars>
          <dgm:chPref val="3"/>
        </dgm:presLayoutVars>
      </dgm:prSet>
      <dgm:spPr/>
    </dgm:pt>
    <dgm:pt modelId="{655A3295-0444-4AB5-9D60-DABCFC133281}" type="pres">
      <dgm:prSet presAssocID="{BE182442-C43A-4D74-B970-82236E31F7DE}" presName="rootConnector1" presStyleLbl="node1" presStyleIdx="0" presStyleCnt="0"/>
      <dgm:spPr/>
    </dgm:pt>
    <dgm:pt modelId="{053C550B-F9AB-4E0A-A479-A886789BA614}" type="pres">
      <dgm:prSet presAssocID="{BE182442-C43A-4D74-B970-82236E31F7DE}" presName="hierChild2" presStyleCnt="0"/>
      <dgm:spPr/>
    </dgm:pt>
    <dgm:pt modelId="{412D3198-CDFA-4649-BB4E-2AE0A8681C92}" type="pres">
      <dgm:prSet presAssocID="{D7981784-3AE3-4464-A3A1-29F8488FF8F3}" presName="Name37" presStyleLbl="parChTrans1D2" presStyleIdx="0" presStyleCnt="3"/>
      <dgm:spPr/>
    </dgm:pt>
    <dgm:pt modelId="{62358649-FAAC-4328-BB80-56A3D51FBC5E}" type="pres">
      <dgm:prSet presAssocID="{D7B62469-FD0F-4DC7-AA6B-3A3D87E07638}" presName="hierRoot2" presStyleCnt="0">
        <dgm:presLayoutVars>
          <dgm:hierBranch val="init"/>
        </dgm:presLayoutVars>
      </dgm:prSet>
      <dgm:spPr/>
    </dgm:pt>
    <dgm:pt modelId="{48F90451-6200-4A44-A348-2C0C0C11B8BA}" type="pres">
      <dgm:prSet presAssocID="{D7B62469-FD0F-4DC7-AA6B-3A3D87E07638}" presName="rootComposite" presStyleCnt="0"/>
      <dgm:spPr/>
    </dgm:pt>
    <dgm:pt modelId="{70761584-8CCE-4718-8B45-4A3FA212332F}" type="pres">
      <dgm:prSet presAssocID="{D7B62469-FD0F-4DC7-AA6B-3A3D87E07638}" presName="rootText" presStyleLbl="node2" presStyleIdx="0" presStyleCnt="3">
        <dgm:presLayoutVars>
          <dgm:chPref val="3"/>
        </dgm:presLayoutVars>
      </dgm:prSet>
      <dgm:spPr>
        <a:xfrm>
          <a:off x="228" y="1214454"/>
          <a:ext cx="993323" cy="496661"/>
        </a:xfrm>
        <a:prstGeom prst="rect">
          <a:avLst/>
        </a:prstGeom>
      </dgm:spPr>
    </dgm:pt>
    <dgm:pt modelId="{D6F2F5BB-25B7-4A8E-BDAF-03344CAC05BE}" type="pres">
      <dgm:prSet presAssocID="{D7B62469-FD0F-4DC7-AA6B-3A3D87E07638}" presName="rootConnector" presStyleLbl="node2" presStyleIdx="0" presStyleCnt="3"/>
      <dgm:spPr/>
    </dgm:pt>
    <dgm:pt modelId="{94A22768-6A93-44DE-8091-CD553B804E15}" type="pres">
      <dgm:prSet presAssocID="{D7B62469-FD0F-4DC7-AA6B-3A3D87E07638}" presName="hierChild4" presStyleCnt="0"/>
      <dgm:spPr/>
    </dgm:pt>
    <dgm:pt modelId="{FDE57F49-7740-4142-B668-C29EEDB8BD86}" type="pres">
      <dgm:prSet presAssocID="{D7B62469-FD0F-4DC7-AA6B-3A3D87E07638}" presName="hierChild5" presStyleCnt="0"/>
      <dgm:spPr/>
    </dgm:pt>
    <dgm:pt modelId="{C6150F60-7608-4FA1-B885-8D393A32ECB9}" type="pres">
      <dgm:prSet presAssocID="{AF0FBD2E-F66B-4041-8005-5480757F0850}" presName="Name37" presStyleLbl="parChTrans1D2" presStyleIdx="1" presStyleCnt="3"/>
      <dgm:spPr/>
    </dgm:pt>
    <dgm:pt modelId="{5DB92047-3785-40CA-B5A6-2B8F4B699746}" type="pres">
      <dgm:prSet presAssocID="{E4CB8A46-922B-4C8B-9275-7B45214FEB1F}" presName="hierRoot2" presStyleCnt="0">
        <dgm:presLayoutVars>
          <dgm:hierBranch val="init"/>
        </dgm:presLayoutVars>
      </dgm:prSet>
      <dgm:spPr/>
    </dgm:pt>
    <dgm:pt modelId="{77751AB9-7D73-48D2-B976-51F61119741F}" type="pres">
      <dgm:prSet presAssocID="{E4CB8A46-922B-4C8B-9275-7B45214FEB1F}" presName="rootComposite" presStyleCnt="0"/>
      <dgm:spPr/>
    </dgm:pt>
    <dgm:pt modelId="{8C6CB93C-F4A3-4CE7-9627-F6A57743FEDE}" type="pres">
      <dgm:prSet presAssocID="{E4CB8A46-922B-4C8B-9275-7B45214FEB1F}" presName="rootText" presStyleLbl="node2" presStyleIdx="1" presStyleCnt="3">
        <dgm:presLayoutVars>
          <dgm:chPref val="3"/>
        </dgm:presLayoutVars>
      </dgm:prSet>
      <dgm:spPr>
        <a:xfrm>
          <a:off x="900819" y="959710"/>
          <a:ext cx="744337" cy="372168"/>
        </a:xfrm>
        <a:prstGeom prst="rect">
          <a:avLst/>
        </a:prstGeom>
      </dgm:spPr>
    </dgm:pt>
    <dgm:pt modelId="{F48C748B-C42E-40EF-BD56-39EC16151ACF}" type="pres">
      <dgm:prSet presAssocID="{E4CB8A46-922B-4C8B-9275-7B45214FEB1F}" presName="rootConnector" presStyleLbl="node2" presStyleIdx="1" presStyleCnt="3"/>
      <dgm:spPr/>
    </dgm:pt>
    <dgm:pt modelId="{1C63BCBB-3F48-4E86-93E0-71562FF53856}" type="pres">
      <dgm:prSet presAssocID="{E4CB8A46-922B-4C8B-9275-7B45214FEB1F}" presName="hierChild4" presStyleCnt="0"/>
      <dgm:spPr/>
    </dgm:pt>
    <dgm:pt modelId="{D0C65CEB-EB88-46E8-8590-901FB169815D}" type="pres">
      <dgm:prSet presAssocID="{E4CB8A46-922B-4C8B-9275-7B45214FEB1F}" presName="hierChild5" presStyleCnt="0"/>
      <dgm:spPr/>
    </dgm:pt>
    <dgm:pt modelId="{29798DE5-6DA5-44C7-954F-AD06D3A6F60E}" type="pres">
      <dgm:prSet presAssocID="{E83AF7F1-7F99-4EB5-9389-9843FC06D2EE}" presName="Name37" presStyleLbl="parChTrans1D2" presStyleIdx="2" presStyleCnt="3"/>
      <dgm:spPr/>
    </dgm:pt>
    <dgm:pt modelId="{658A38C5-7EA6-4CB2-B14A-3201A5CBE45F}" type="pres">
      <dgm:prSet presAssocID="{44D8ABEF-00EB-4C4C-BC3D-7053B0F4D838}" presName="hierRoot2" presStyleCnt="0">
        <dgm:presLayoutVars>
          <dgm:hierBranch val="init"/>
        </dgm:presLayoutVars>
      </dgm:prSet>
      <dgm:spPr/>
    </dgm:pt>
    <dgm:pt modelId="{B8622849-AE75-4326-89AD-FC46CC5591F6}" type="pres">
      <dgm:prSet presAssocID="{44D8ABEF-00EB-4C4C-BC3D-7053B0F4D838}" presName="rootComposite" presStyleCnt="0"/>
      <dgm:spPr/>
    </dgm:pt>
    <dgm:pt modelId="{EBC72E8A-9F35-495A-9A60-D68AA34E4098}" type="pres">
      <dgm:prSet presAssocID="{44D8ABEF-00EB-4C4C-BC3D-7053B0F4D838}" presName="rootText" presStyleLbl="node2" presStyleIdx="2" presStyleCnt="3">
        <dgm:presLayoutVars>
          <dgm:chPref val="3"/>
        </dgm:presLayoutVars>
      </dgm:prSet>
      <dgm:spPr>
        <a:xfrm>
          <a:off x="1801467" y="959710"/>
          <a:ext cx="744337" cy="372168"/>
        </a:xfrm>
        <a:prstGeom prst="rect">
          <a:avLst/>
        </a:prstGeom>
      </dgm:spPr>
    </dgm:pt>
    <dgm:pt modelId="{9477E0A2-EDEE-4928-88BB-E2DCF2913110}" type="pres">
      <dgm:prSet presAssocID="{44D8ABEF-00EB-4C4C-BC3D-7053B0F4D838}" presName="rootConnector" presStyleLbl="node2" presStyleIdx="2" presStyleCnt="3"/>
      <dgm:spPr/>
    </dgm:pt>
    <dgm:pt modelId="{CD4063A0-EF57-4F16-A822-66D244C8C498}" type="pres">
      <dgm:prSet presAssocID="{44D8ABEF-00EB-4C4C-BC3D-7053B0F4D838}" presName="hierChild4" presStyleCnt="0"/>
      <dgm:spPr/>
    </dgm:pt>
    <dgm:pt modelId="{166171F6-6077-46A1-A4F3-53CF72F07E72}" type="pres">
      <dgm:prSet presAssocID="{44D8ABEF-00EB-4C4C-BC3D-7053B0F4D838}" presName="hierChild5" presStyleCnt="0"/>
      <dgm:spPr/>
    </dgm:pt>
    <dgm:pt modelId="{AF033164-4386-4AE3-90A1-73A25AC998BD}" type="pres">
      <dgm:prSet presAssocID="{BE182442-C43A-4D74-B970-82236E31F7DE}" presName="hierChild3" presStyleCnt="0"/>
      <dgm:spPr/>
    </dgm:pt>
  </dgm:ptLst>
  <dgm:cxnLst>
    <dgm:cxn modelId="{11E8CA02-5AF7-40C3-9FE4-7ED3C4C463C8}" type="presOf" srcId="{D7B62469-FD0F-4DC7-AA6B-3A3D87E07638}" destId="{D6F2F5BB-25B7-4A8E-BDAF-03344CAC05BE}" srcOrd="1" destOrd="0" presId="urn:microsoft.com/office/officeart/2005/8/layout/orgChart1"/>
    <dgm:cxn modelId="{653B7A16-D0C9-4CCD-8098-54B49FECAC6A}" type="presOf" srcId="{BE182442-C43A-4D74-B970-82236E31F7DE}" destId="{655A3295-0444-4AB5-9D60-DABCFC133281}" srcOrd="1" destOrd="0" presId="urn:microsoft.com/office/officeart/2005/8/layout/orgChart1"/>
    <dgm:cxn modelId="{C9F81E1A-E4F4-4628-A66D-AB282B675A07}" type="presOf" srcId="{44D8ABEF-00EB-4C4C-BC3D-7053B0F4D838}" destId="{9477E0A2-EDEE-4928-88BB-E2DCF2913110}" srcOrd="1" destOrd="0" presId="urn:microsoft.com/office/officeart/2005/8/layout/orgChart1"/>
    <dgm:cxn modelId="{C4CDFC1C-4304-4E40-8638-CAD182DEA1CE}" type="presOf" srcId="{44D8ABEF-00EB-4C4C-BC3D-7053B0F4D838}" destId="{EBC72E8A-9F35-495A-9A60-D68AA34E4098}" srcOrd="0" destOrd="0" presId="urn:microsoft.com/office/officeart/2005/8/layout/orgChart1"/>
    <dgm:cxn modelId="{4A119A31-41C4-4596-96E9-9D0DD3069A57}" type="presOf" srcId="{AF0FBD2E-F66B-4041-8005-5480757F0850}" destId="{C6150F60-7608-4FA1-B885-8D393A32ECB9}" srcOrd="0" destOrd="0" presId="urn:microsoft.com/office/officeart/2005/8/layout/orgChart1"/>
    <dgm:cxn modelId="{821B8639-A311-4E78-8FB3-2A71A3999888}" srcId="{BE182442-C43A-4D74-B970-82236E31F7DE}" destId="{44D8ABEF-00EB-4C4C-BC3D-7053B0F4D838}" srcOrd="2" destOrd="0" parTransId="{E83AF7F1-7F99-4EB5-9389-9843FC06D2EE}" sibTransId="{9898696D-72F2-41BF-A071-F0022083834A}"/>
    <dgm:cxn modelId="{246E6440-C640-4DDF-AD64-0DD718AD2B53}" type="presOf" srcId="{E4CB8A46-922B-4C8B-9275-7B45214FEB1F}" destId="{F48C748B-C42E-40EF-BD56-39EC16151ACF}" srcOrd="1" destOrd="0" presId="urn:microsoft.com/office/officeart/2005/8/layout/orgChart1"/>
    <dgm:cxn modelId="{B15E1D43-7A32-4535-AF76-C5ACCAB6682C}" type="presOf" srcId="{E4CB8A46-922B-4C8B-9275-7B45214FEB1F}" destId="{8C6CB93C-F4A3-4CE7-9627-F6A57743FEDE}" srcOrd="0" destOrd="0" presId="urn:microsoft.com/office/officeart/2005/8/layout/orgChart1"/>
    <dgm:cxn modelId="{3E8EC348-7A9C-459C-86FD-1E90E42DFDAF}" type="presOf" srcId="{E83AF7F1-7F99-4EB5-9389-9843FC06D2EE}" destId="{29798DE5-6DA5-44C7-954F-AD06D3A6F60E}" srcOrd="0" destOrd="0" presId="urn:microsoft.com/office/officeart/2005/8/layout/orgChart1"/>
    <dgm:cxn modelId="{1E17D24A-9F63-478E-8E18-99BDBD88F214}" type="presOf" srcId="{BE182442-C43A-4D74-B970-82236E31F7DE}" destId="{69BC5031-3352-448D-9640-00AE2E86CDCF}" srcOrd="0" destOrd="0" presId="urn:microsoft.com/office/officeart/2005/8/layout/orgChart1"/>
    <dgm:cxn modelId="{9431334F-7C85-4875-84BF-F714E0E3C58E}" type="presOf" srcId="{E1EDE318-68DB-4217-8DEC-C0C30D29D41D}" destId="{7CEA26F6-8963-48D5-8608-461FF11EBC77}" srcOrd="0" destOrd="0" presId="urn:microsoft.com/office/officeart/2005/8/layout/orgChart1"/>
    <dgm:cxn modelId="{3AF6E373-4F3D-416C-A32F-AE31E813E447}" srcId="{BE182442-C43A-4D74-B970-82236E31F7DE}" destId="{D7B62469-FD0F-4DC7-AA6B-3A3D87E07638}" srcOrd="0" destOrd="0" parTransId="{D7981784-3AE3-4464-A3A1-29F8488FF8F3}" sibTransId="{342F6E4D-A227-4B44-AB05-3B030A443EDE}"/>
    <dgm:cxn modelId="{5BBC3E9B-00BB-4287-800A-9BEB590D7555}" srcId="{BE182442-C43A-4D74-B970-82236E31F7DE}" destId="{E4CB8A46-922B-4C8B-9275-7B45214FEB1F}" srcOrd="1" destOrd="0" parTransId="{AF0FBD2E-F66B-4041-8005-5480757F0850}" sibTransId="{96DD29F6-EBA2-4278-96C5-60B0AD2CF9F7}"/>
    <dgm:cxn modelId="{A882F1B0-1E6B-4773-BD51-6E2DA0D09E74}" type="presOf" srcId="{D7981784-3AE3-4464-A3A1-29F8488FF8F3}" destId="{412D3198-CDFA-4649-BB4E-2AE0A8681C92}" srcOrd="0" destOrd="0" presId="urn:microsoft.com/office/officeart/2005/8/layout/orgChart1"/>
    <dgm:cxn modelId="{CBE7C7E1-942F-40A7-A5F8-E6334A7A088C}" type="presOf" srcId="{D7B62469-FD0F-4DC7-AA6B-3A3D87E07638}" destId="{70761584-8CCE-4718-8B45-4A3FA212332F}" srcOrd="0" destOrd="0" presId="urn:microsoft.com/office/officeart/2005/8/layout/orgChart1"/>
    <dgm:cxn modelId="{E61361F8-EFFD-416F-B4C4-A0E76C34DABE}" srcId="{E1EDE318-68DB-4217-8DEC-C0C30D29D41D}" destId="{BE182442-C43A-4D74-B970-82236E31F7DE}" srcOrd="0" destOrd="0" parTransId="{48DB6750-329E-42DD-8EF2-FA66A8A14545}" sibTransId="{631C25B1-AAB4-49DA-9B6B-C5729C7F4674}"/>
    <dgm:cxn modelId="{BDEBE316-89F8-4814-B490-7D59E0674E7E}" type="presParOf" srcId="{7CEA26F6-8963-48D5-8608-461FF11EBC77}" destId="{052C265E-6976-4557-A34A-40FA99B5338A}" srcOrd="0" destOrd="0" presId="urn:microsoft.com/office/officeart/2005/8/layout/orgChart1"/>
    <dgm:cxn modelId="{9A9F7642-56A8-42D2-805E-A3E882030B20}" type="presParOf" srcId="{052C265E-6976-4557-A34A-40FA99B5338A}" destId="{933F3580-C0F5-4256-B144-189B3BBAC433}" srcOrd="0" destOrd="0" presId="urn:microsoft.com/office/officeart/2005/8/layout/orgChart1"/>
    <dgm:cxn modelId="{14CED0B7-E95C-483E-9E1F-F3584577B614}" type="presParOf" srcId="{933F3580-C0F5-4256-B144-189B3BBAC433}" destId="{69BC5031-3352-448D-9640-00AE2E86CDCF}" srcOrd="0" destOrd="0" presId="urn:microsoft.com/office/officeart/2005/8/layout/orgChart1"/>
    <dgm:cxn modelId="{753E3E23-D7C4-4DA2-816C-4D8177E0FB10}" type="presParOf" srcId="{933F3580-C0F5-4256-B144-189B3BBAC433}" destId="{655A3295-0444-4AB5-9D60-DABCFC133281}" srcOrd="1" destOrd="0" presId="urn:microsoft.com/office/officeart/2005/8/layout/orgChart1"/>
    <dgm:cxn modelId="{F03B129F-D12D-48A3-8B9B-24714045D15E}" type="presParOf" srcId="{052C265E-6976-4557-A34A-40FA99B5338A}" destId="{053C550B-F9AB-4E0A-A479-A886789BA614}" srcOrd="1" destOrd="0" presId="urn:microsoft.com/office/officeart/2005/8/layout/orgChart1"/>
    <dgm:cxn modelId="{5CA3E08E-0A5E-4995-945C-42E6927AF147}" type="presParOf" srcId="{053C550B-F9AB-4E0A-A479-A886789BA614}" destId="{412D3198-CDFA-4649-BB4E-2AE0A8681C92}" srcOrd="0" destOrd="0" presId="urn:microsoft.com/office/officeart/2005/8/layout/orgChart1"/>
    <dgm:cxn modelId="{C297DAEE-C86D-4F0A-9781-8F48C819DF16}" type="presParOf" srcId="{053C550B-F9AB-4E0A-A479-A886789BA614}" destId="{62358649-FAAC-4328-BB80-56A3D51FBC5E}" srcOrd="1" destOrd="0" presId="urn:microsoft.com/office/officeart/2005/8/layout/orgChart1"/>
    <dgm:cxn modelId="{1CA8ED97-D55F-42BD-86A6-26BDC99FC0CB}" type="presParOf" srcId="{62358649-FAAC-4328-BB80-56A3D51FBC5E}" destId="{48F90451-6200-4A44-A348-2C0C0C11B8BA}" srcOrd="0" destOrd="0" presId="urn:microsoft.com/office/officeart/2005/8/layout/orgChart1"/>
    <dgm:cxn modelId="{2EFD35CA-2B82-44A9-AAD6-37391F87BEDE}" type="presParOf" srcId="{48F90451-6200-4A44-A348-2C0C0C11B8BA}" destId="{70761584-8CCE-4718-8B45-4A3FA212332F}" srcOrd="0" destOrd="0" presId="urn:microsoft.com/office/officeart/2005/8/layout/orgChart1"/>
    <dgm:cxn modelId="{C86E91B6-FB99-43E9-B4E0-254B21C43025}" type="presParOf" srcId="{48F90451-6200-4A44-A348-2C0C0C11B8BA}" destId="{D6F2F5BB-25B7-4A8E-BDAF-03344CAC05BE}" srcOrd="1" destOrd="0" presId="urn:microsoft.com/office/officeart/2005/8/layout/orgChart1"/>
    <dgm:cxn modelId="{D4C3F573-83C6-45D1-9A6A-FE96AC8E85FE}" type="presParOf" srcId="{62358649-FAAC-4328-BB80-56A3D51FBC5E}" destId="{94A22768-6A93-44DE-8091-CD553B804E15}" srcOrd="1" destOrd="0" presId="urn:microsoft.com/office/officeart/2005/8/layout/orgChart1"/>
    <dgm:cxn modelId="{59CD2AB4-153D-4759-ABB0-95000CC4485E}" type="presParOf" srcId="{62358649-FAAC-4328-BB80-56A3D51FBC5E}" destId="{FDE57F49-7740-4142-B668-C29EEDB8BD86}" srcOrd="2" destOrd="0" presId="urn:microsoft.com/office/officeart/2005/8/layout/orgChart1"/>
    <dgm:cxn modelId="{74447C41-81CF-43BD-9A9B-C729BA658671}" type="presParOf" srcId="{053C550B-F9AB-4E0A-A479-A886789BA614}" destId="{C6150F60-7608-4FA1-B885-8D393A32ECB9}" srcOrd="2" destOrd="0" presId="urn:microsoft.com/office/officeart/2005/8/layout/orgChart1"/>
    <dgm:cxn modelId="{AE1BC232-542A-4B7F-B61A-BD550E7BDE3B}" type="presParOf" srcId="{053C550B-F9AB-4E0A-A479-A886789BA614}" destId="{5DB92047-3785-40CA-B5A6-2B8F4B699746}" srcOrd="3" destOrd="0" presId="urn:microsoft.com/office/officeart/2005/8/layout/orgChart1"/>
    <dgm:cxn modelId="{3792376F-55E3-4A8C-975F-D480C412EE4C}" type="presParOf" srcId="{5DB92047-3785-40CA-B5A6-2B8F4B699746}" destId="{77751AB9-7D73-48D2-B976-51F61119741F}" srcOrd="0" destOrd="0" presId="urn:microsoft.com/office/officeart/2005/8/layout/orgChart1"/>
    <dgm:cxn modelId="{5C9E7FBD-4B5B-4F9F-BFC9-4EF46A6F6108}" type="presParOf" srcId="{77751AB9-7D73-48D2-B976-51F61119741F}" destId="{8C6CB93C-F4A3-4CE7-9627-F6A57743FEDE}" srcOrd="0" destOrd="0" presId="urn:microsoft.com/office/officeart/2005/8/layout/orgChart1"/>
    <dgm:cxn modelId="{3C08B6A5-155D-4636-84D4-E8E1F7859B6B}" type="presParOf" srcId="{77751AB9-7D73-48D2-B976-51F61119741F}" destId="{F48C748B-C42E-40EF-BD56-39EC16151ACF}" srcOrd="1" destOrd="0" presId="urn:microsoft.com/office/officeart/2005/8/layout/orgChart1"/>
    <dgm:cxn modelId="{E9B8C981-4B92-45A9-BC67-6FA91355DA75}" type="presParOf" srcId="{5DB92047-3785-40CA-B5A6-2B8F4B699746}" destId="{1C63BCBB-3F48-4E86-93E0-71562FF53856}" srcOrd="1" destOrd="0" presId="urn:microsoft.com/office/officeart/2005/8/layout/orgChart1"/>
    <dgm:cxn modelId="{A7C4A3A3-5094-4752-B314-8C6B6AD4888C}" type="presParOf" srcId="{5DB92047-3785-40CA-B5A6-2B8F4B699746}" destId="{D0C65CEB-EB88-46E8-8590-901FB169815D}" srcOrd="2" destOrd="0" presId="urn:microsoft.com/office/officeart/2005/8/layout/orgChart1"/>
    <dgm:cxn modelId="{564F0C1D-3A37-44DB-ADEC-56149776CB89}" type="presParOf" srcId="{053C550B-F9AB-4E0A-A479-A886789BA614}" destId="{29798DE5-6DA5-44C7-954F-AD06D3A6F60E}" srcOrd="4" destOrd="0" presId="urn:microsoft.com/office/officeart/2005/8/layout/orgChart1"/>
    <dgm:cxn modelId="{FC24FD5F-D395-48D9-A3C7-65842DD82129}" type="presParOf" srcId="{053C550B-F9AB-4E0A-A479-A886789BA614}" destId="{658A38C5-7EA6-4CB2-B14A-3201A5CBE45F}" srcOrd="5" destOrd="0" presId="urn:microsoft.com/office/officeart/2005/8/layout/orgChart1"/>
    <dgm:cxn modelId="{45F9A0F4-A3A5-456A-9F17-CD9D48AD0EC9}" type="presParOf" srcId="{658A38C5-7EA6-4CB2-B14A-3201A5CBE45F}" destId="{B8622849-AE75-4326-89AD-FC46CC5591F6}" srcOrd="0" destOrd="0" presId="urn:microsoft.com/office/officeart/2005/8/layout/orgChart1"/>
    <dgm:cxn modelId="{52AB1A28-8625-419B-B151-32AF826548EA}" type="presParOf" srcId="{B8622849-AE75-4326-89AD-FC46CC5591F6}" destId="{EBC72E8A-9F35-495A-9A60-D68AA34E4098}" srcOrd="0" destOrd="0" presId="urn:microsoft.com/office/officeart/2005/8/layout/orgChart1"/>
    <dgm:cxn modelId="{A0168D27-E495-4AD1-95DF-F090579FF08C}" type="presParOf" srcId="{B8622849-AE75-4326-89AD-FC46CC5591F6}" destId="{9477E0A2-EDEE-4928-88BB-E2DCF2913110}" srcOrd="1" destOrd="0" presId="urn:microsoft.com/office/officeart/2005/8/layout/orgChart1"/>
    <dgm:cxn modelId="{AEA4836B-F5EC-4F68-A1E9-CAA3112707D9}" type="presParOf" srcId="{658A38C5-7EA6-4CB2-B14A-3201A5CBE45F}" destId="{CD4063A0-EF57-4F16-A822-66D244C8C498}" srcOrd="1" destOrd="0" presId="urn:microsoft.com/office/officeart/2005/8/layout/orgChart1"/>
    <dgm:cxn modelId="{DCDC002F-6855-470D-9F82-164A3CDBCAA5}" type="presParOf" srcId="{658A38C5-7EA6-4CB2-B14A-3201A5CBE45F}" destId="{166171F6-6077-46A1-A4F3-53CF72F07E72}" srcOrd="2" destOrd="0" presId="urn:microsoft.com/office/officeart/2005/8/layout/orgChart1"/>
    <dgm:cxn modelId="{6A51A63D-2140-4DAE-817F-5E14E62A71BA}" type="presParOf" srcId="{052C265E-6976-4557-A34A-40FA99B5338A}" destId="{AF033164-4386-4AE3-90A1-73A25AC998BD}"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1EDE318-68DB-4217-8DEC-C0C30D29D41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BE182442-C43A-4D74-B970-82236E31F7DE}">
      <dgm:prSet phldrT="[Text]" custT="1"/>
      <dgm:spPr/>
      <dgm:t>
        <a:bodyPr/>
        <a:lstStyle/>
        <a:p>
          <a:r>
            <a:rPr lang="en-US" sz="1000" dirty="0">
              <a:latin typeface="+mj-lt"/>
            </a:rPr>
            <a:t>Approaches</a:t>
          </a:r>
          <a:endParaRPr lang="en-ZA" sz="1000" dirty="0">
            <a:latin typeface="+mj-lt"/>
          </a:endParaRPr>
        </a:p>
      </dgm:t>
    </dgm:pt>
    <dgm:pt modelId="{48DB6750-329E-42DD-8EF2-FA66A8A14545}" type="parTrans" cxnId="{E61361F8-EFFD-416F-B4C4-A0E76C34DABE}">
      <dgm:prSet/>
      <dgm:spPr/>
      <dgm:t>
        <a:bodyPr/>
        <a:lstStyle/>
        <a:p>
          <a:endParaRPr lang="en-ZA" sz="1000">
            <a:latin typeface="+mj-lt"/>
          </a:endParaRPr>
        </a:p>
      </dgm:t>
    </dgm:pt>
    <dgm:pt modelId="{631C25B1-AAB4-49DA-9B6B-C5729C7F4674}" type="sibTrans" cxnId="{E61361F8-EFFD-416F-B4C4-A0E76C34DABE}">
      <dgm:prSet/>
      <dgm:spPr/>
      <dgm:t>
        <a:bodyPr/>
        <a:lstStyle/>
        <a:p>
          <a:endParaRPr lang="en-ZA" sz="1000">
            <a:latin typeface="+mj-lt"/>
          </a:endParaRPr>
        </a:p>
      </dgm:t>
    </dgm:pt>
    <dgm:pt modelId="{D7B62469-FD0F-4DC7-AA6B-3A3D87E07638}">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000" kern="1200" dirty="0">
              <a:solidFill>
                <a:prstClr val="white"/>
              </a:solidFill>
              <a:latin typeface="+mj-lt"/>
              <a:ea typeface="ＭＳ Ｐゴシック"/>
              <a:cs typeface="+mn-cs"/>
            </a:rPr>
            <a:t>Decision tree analysis</a:t>
          </a:r>
          <a:endParaRPr lang="en-ZA" sz="1000" kern="1200" dirty="0">
            <a:solidFill>
              <a:prstClr val="white"/>
            </a:solidFill>
            <a:latin typeface="+mj-lt"/>
            <a:ea typeface="ＭＳ Ｐゴシック"/>
            <a:cs typeface="+mn-cs"/>
          </a:endParaRPr>
        </a:p>
      </dgm:t>
    </dgm:pt>
    <dgm:pt modelId="{D7981784-3AE3-4464-A3A1-29F8488FF8F3}" type="parTrans" cxnId="{3AF6E373-4F3D-416C-A32F-AE31E813E447}">
      <dgm:prSet/>
      <dgm:spPr/>
      <dgm:t>
        <a:bodyPr/>
        <a:lstStyle/>
        <a:p>
          <a:endParaRPr lang="en-ZA" sz="1000">
            <a:latin typeface="+mj-lt"/>
          </a:endParaRPr>
        </a:p>
      </dgm:t>
    </dgm:pt>
    <dgm:pt modelId="{342F6E4D-A227-4B44-AB05-3B030A443EDE}" type="sibTrans" cxnId="{3AF6E373-4F3D-416C-A32F-AE31E813E447}">
      <dgm:prSet/>
      <dgm:spPr/>
      <dgm:t>
        <a:bodyPr/>
        <a:lstStyle/>
        <a:p>
          <a:endParaRPr lang="en-ZA" sz="1000">
            <a:latin typeface="+mj-lt"/>
          </a:endParaRPr>
        </a:p>
      </dgm:t>
    </dgm:pt>
    <dgm:pt modelId="{E4CB8A46-922B-4C8B-9275-7B45214FEB1F}">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000" kern="1200" dirty="0">
              <a:solidFill>
                <a:prstClr val="white"/>
              </a:solidFill>
              <a:latin typeface="Tahoma"/>
              <a:ea typeface="ＭＳ Ｐゴシック"/>
              <a:cs typeface="+mn-cs"/>
            </a:rPr>
            <a:t>Sensitivity analysis</a:t>
          </a:r>
          <a:endParaRPr lang="en-ZA" sz="1000" kern="1200" dirty="0">
            <a:solidFill>
              <a:prstClr val="white"/>
            </a:solidFill>
            <a:latin typeface="Tahoma"/>
            <a:ea typeface="ＭＳ Ｐゴシック"/>
            <a:cs typeface="+mn-cs"/>
          </a:endParaRPr>
        </a:p>
      </dgm:t>
    </dgm:pt>
    <dgm:pt modelId="{AF0FBD2E-F66B-4041-8005-5480757F0850}" type="parTrans" cxnId="{5BBC3E9B-00BB-4287-800A-9BEB590D7555}">
      <dgm:prSet/>
      <dgm:spPr/>
      <dgm:t>
        <a:bodyPr/>
        <a:lstStyle/>
        <a:p>
          <a:endParaRPr lang="en-ZA" sz="1000">
            <a:latin typeface="+mj-lt"/>
          </a:endParaRPr>
        </a:p>
      </dgm:t>
    </dgm:pt>
    <dgm:pt modelId="{96DD29F6-EBA2-4278-96C5-60B0AD2CF9F7}" type="sibTrans" cxnId="{5BBC3E9B-00BB-4287-800A-9BEB590D7555}">
      <dgm:prSet/>
      <dgm:spPr/>
      <dgm:t>
        <a:bodyPr/>
        <a:lstStyle/>
        <a:p>
          <a:endParaRPr lang="en-ZA" sz="1000">
            <a:latin typeface="+mj-lt"/>
          </a:endParaRPr>
        </a:p>
      </dgm:t>
    </dgm:pt>
    <dgm:pt modelId="{44D8ABEF-00EB-4C4C-BC3D-7053B0F4D838}">
      <dgm:prSet phldrT="[Text]" custT="1"/>
      <dgm:spPr>
        <a:solidFill>
          <a:srgbClr val="C00000"/>
        </a:solidFill>
        <a:ln w="25400" cap="flat" cmpd="sng" algn="ctr">
          <a:solidFill>
            <a:srgbClr val="C00000"/>
          </a:solidFill>
          <a:prstDash val="solid"/>
        </a:ln>
        <a:effectLst/>
      </dgm:spPr>
      <dgm:t>
        <a:bodyPr spcFirstLastPara="0" vert="horz" wrap="square" lIns="7620" tIns="7620" rIns="7620" bIns="7620" numCol="1" spcCol="1270" anchor="ctr" anchorCtr="0"/>
        <a:lstStyle/>
        <a:p>
          <a:r>
            <a:rPr lang="en-US" sz="1000" kern="1200" dirty="0">
              <a:solidFill>
                <a:prstClr val="white"/>
              </a:solidFill>
              <a:latin typeface="Tahoma"/>
              <a:ea typeface="ＭＳ Ｐゴシック"/>
              <a:cs typeface="+mn-cs"/>
            </a:rPr>
            <a:t>Scenario</a:t>
          </a:r>
          <a:r>
            <a:rPr lang="en-US" sz="1000" kern="1200" dirty="0">
              <a:latin typeface="+mj-lt"/>
            </a:rPr>
            <a:t> analysis</a:t>
          </a:r>
          <a:endParaRPr lang="en-ZA" sz="1000" kern="1200" dirty="0">
            <a:latin typeface="+mj-lt"/>
          </a:endParaRPr>
        </a:p>
      </dgm:t>
    </dgm:pt>
    <dgm:pt modelId="{E83AF7F1-7F99-4EB5-9389-9843FC06D2EE}" type="parTrans" cxnId="{821B8639-A311-4E78-8FB3-2A71A3999888}">
      <dgm:prSet/>
      <dgm:spPr/>
      <dgm:t>
        <a:bodyPr/>
        <a:lstStyle/>
        <a:p>
          <a:endParaRPr lang="en-ZA" sz="1000">
            <a:latin typeface="+mj-lt"/>
          </a:endParaRPr>
        </a:p>
      </dgm:t>
    </dgm:pt>
    <dgm:pt modelId="{9898696D-72F2-41BF-A071-F0022083834A}" type="sibTrans" cxnId="{821B8639-A311-4E78-8FB3-2A71A3999888}">
      <dgm:prSet/>
      <dgm:spPr/>
      <dgm:t>
        <a:bodyPr/>
        <a:lstStyle/>
        <a:p>
          <a:endParaRPr lang="en-ZA" sz="1000">
            <a:latin typeface="+mj-lt"/>
          </a:endParaRPr>
        </a:p>
      </dgm:t>
    </dgm:pt>
    <dgm:pt modelId="{7CEA26F6-8963-48D5-8608-461FF11EBC77}" type="pres">
      <dgm:prSet presAssocID="{E1EDE318-68DB-4217-8DEC-C0C30D29D41D}" presName="hierChild1" presStyleCnt="0">
        <dgm:presLayoutVars>
          <dgm:orgChart val="1"/>
          <dgm:chPref val="1"/>
          <dgm:dir/>
          <dgm:animOne val="branch"/>
          <dgm:animLvl val="lvl"/>
          <dgm:resizeHandles/>
        </dgm:presLayoutVars>
      </dgm:prSet>
      <dgm:spPr/>
    </dgm:pt>
    <dgm:pt modelId="{052C265E-6976-4557-A34A-40FA99B5338A}" type="pres">
      <dgm:prSet presAssocID="{BE182442-C43A-4D74-B970-82236E31F7DE}" presName="hierRoot1" presStyleCnt="0">
        <dgm:presLayoutVars>
          <dgm:hierBranch val="init"/>
        </dgm:presLayoutVars>
      </dgm:prSet>
      <dgm:spPr/>
    </dgm:pt>
    <dgm:pt modelId="{933F3580-C0F5-4256-B144-189B3BBAC433}" type="pres">
      <dgm:prSet presAssocID="{BE182442-C43A-4D74-B970-82236E31F7DE}" presName="rootComposite1" presStyleCnt="0"/>
      <dgm:spPr/>
    </dgm:pt>
    <dgm:pt modelId="{69BC5031-3352-448D-9640-00AE2E86CDCF}" type="pres">
      <dgm:prSet presAssocID="{BE182442-C43A-4D74-B970-82236E31F7DE}" presName="rootText1" presStyleLbl="node0" presStyleIdx="0" presStyleCnt="1">
        <dgm:presLayoutVars>
          <dgm:chPref val="3"/>
        </dgm:presLayoutVars>
      </dgm:prSet>
      <dgm:spPr/>
    </dgm:pt>
    <dgm:pt modelId="{655A3295-0444-4AB5-9D60-DABCFC133281}" type="pres">
      <dgm:prSet presAssocID="{BE182442-C43A-4D74-B970-82236E31F7DE}" presName="rootConnector1" presStyleLbl="node1" presStyleIdx="0" presStyleCnt="0"/>
      <dgm:spPr/>
    </dgm:pt>
    <dgm:pt modelId="{053C550B-F9AB-4E0A-A479-A886789BA614}" type="pres">
      <dgm:prSet presAssocID="{BE182442-C43A-4D74-B970-82236E31F7DE}" presName="hierChild2" presStyleCnt="0"/>
      <dgm:spPr/>
    </dgm:pt>
    <dgm:pt modelId="{412D3198-CDFA-4649-BB4E-2AE0A8681C92}" type="pres">
      <dgm:prSet presAssocID="{D7981784-3AE3-4464-A3A1-29F8488FF8F3}" presName="Name37" presStyleLbl="parChTrans1D2" presStyleIdx="0" presStyleCnt="3"/>
      <dgm:spPr/>
    </dgm:pt>
    <dgm:pt modelId="{62358649-FAAC-4328-BB80-56A3D51FBC5E}" type="pres">
      <dgm:prSet presAssocID="{D7B62469-FD0F-4DC7-AA6B-3A3D87E07638}" presName="hierRoot2" presStyleCnt="0">
        <dgm:presLayoutVars>
          <dgm:hierBranch val="init"/>
        </dgm:presLayoutVars>
      </dgm:prSet>
      <dgm:spPr/>
    </dgm:pt>
    <dgm:pt modelId="{48F90451-6200-4A44-A348-2C0C0C11B8BA}" type="pres">
      <dgm:prSet presAssocID="{D7B62469-FD0F-4DC7-AA6B-3A3D87E07638}" presName="rootComposite" presStyleCnt="0"/>
      <dgm:spPr/>
    </dgm:pt>
    <dgm:pt modelId="{70761584-8CCE-4718-8B45-4A3FA212332F}" type="pres">
      <dgm:prSet presAssocID="{D7B62469-FD0F-4DC7-AA6B-3A3D87E07638}" presName="rootText" presStyleLbl="node2" presStyleIdx="0" presStyleCnt="3">
        <dgm:presLayoutVars>
          <dgm:chPref val="3"/>
        </dgm:presLayoutVars>
      </dgm:prSet>
      <dgm:spPr>
        <a:xfrm>
          <a:off x="228" y="1214454"/>
          <a:ext cx="993323" cy="496661"/>
        </a:xfrm>
        <a:prstGeom prst="rect">
          <a:avLst/>
        </a:prstGeom>
      </dgm:spPr>
    </dgm:pt>
    <dgm:pt modelId="{D6F2F5BB-25B7-4A8E-BDAF-03344CAC05BE}" type="pres">
      <dgm:prSet presAssocID="{D7B62469-FD0F-4DC7-AA6B-3A3D87E07638}" presName="rootConnector" presStyleLbl="node2" presStyleIdx="0" presStyleCnt="3"/>
      <dgm:spPr/>
    </dgm:pt>
    <dgm:pt modelId="{94A22768-6A93-44DE-8091-CD553B804E15}" type="pres">
      <dgm:prSet presAssocID="{D7B62469-FD0F-4DC7-AA6B-3A3D87E07638}" presName="hierChild4" presStyleCnt="0"/>
      <dgm:spPr/>
    </dgm:pt>
    <dgm:pt modelId="{FDE57F49-7740-4142-B668-C29EEDB8BD86}" type="pres">
      <dgm:prSet presAssocID="{D7B62469-FD0F-4DC7-AA6B-3A3D87E07638}" presName="hierChild5" presStyleCnt="0"/>
      <dgm:spPr/>
    </dgm:pt>
    <dgm:pt modelId="{C6150F60-7608-4FA1-B885-8D393A32ECB9}" type="pres">
      <dgm:prSet presAssocID="{AF0FBD2E-F66B-4041-8005-5480757F0850}" presName="Name37" presStyleLbl="parChTrans1D2" presStyleIdx="1" presStyleCnt="3"/>
      <dgm:spPr/>
    </dgm:pt>
    <dgm:pt modelId="{5DB92047-3785-40CA-B5A6-2B8F4B699746}" type="pres">
      <dgm:prSet presAssocID="{E4CB8A46-922B-4C8B-9275-7B45214FEB1F}" presName="hierRoot2" presStyleCnt="0">
        <dgm:presLayoutVars>
          <dgm:hierBranch val="init"/>
        </dgm:presLayoutVars>
      </dgm:prSet>
      <dgm:spPr/>
    </dgm:pt>
    <dgm:pt modelId="{77751AB9-7D73-48D2-B976-51F61119741F}" type="pres">
      <dgm:prSet presAssocID="{E4CB8A46-922B-4C8B-9275-7B45214FEB1F}" presName="rootComposite" presStyleCnt="0"/>
      <dgm:spPr/>
    </dgm:pt>
    <dgm:pt modelId="{8C6CB93C-F4A3-4CE7-9627-F6A57743FEDE}" type="pres">
      <dgm:prSet presAssocID="{E4CB8A46-922B-4C8B-9275-7B45214FEB1F}" presName="rootText" presStyleLbl="node2" presStyleIdx="1" presStyleCnt="3">
        <dgm:presLayoutVars>
          <dgm:chPref val="3"/>
        </dgm:presLayoutVars>
      </dgm:prSet>
      <dgm:spPr>
        <a:xfrm>
          <a:off x="900819" y="959710"/>
          <a:ext cx="744337" cy="372168"/>
        </a:xfrm>
        <a:prstGeom prst="rect">
          <a:avLst/>
        </a:prstGeom>
      </dgm:spPr>
    </dgm:pt>
    <dgm:pt modelId="{F48C748B-C42E-40EF-BD56-39EC16151ACF}" type="pres">
      <dgm:prSet presAssocID="{E4CB8A46-922B-4C8B-9275-7B45214FEB1F}" presName="rootConnector" presStyleLbl="node2" presStyleIdx="1" presStyleCnt="3"/>
      <dgm:spPr/>
    </dgm:pt>
    <dgm:pt modelId="{1C63BCBB-3F48-4E86-93E0-71562FF53856}" type="pres">
      <dgm:prSet presAssocID="{E4CB8A46-922B-4C8B-9275-7B45214FEB1F}" presName="hierChild4" presStyleCnt="0"/>
      <dgm:spPr/>
    </dgm:pt>
    <dgm:pt modelId="{D0C65CEB-EB88-46E8-8590-901FB169815D}" type="pres">
      <dgm:prSet presAssocID="{E4CB8A46-922B-4C8B-9275-7B45214FEB1F}" presName="hierChild5" presStyleCnt="0"/>
      <dgm:spPr/>
    </dgm:pt>
    <dgm:pt modelId="{29798DE5-6DA5-44C7-954F-AD06D3A6F60E}" type="pres">
      <dgm:prSet presAssocID="{E83AF7F1-7F99-4EB5-9389-9843FC06D2EE}" presName="Name37" presStyleLbl="parChTrans1D2" presStyleIdx="2" presStyleCnt="3"/>
      <dgm:spPr/>
    </dgm:pt>
    <dgm:pt modelId="{658A38C5-7EA6-4CB2-B14A-3201A5CBE45F}" type="pres">
      <dgm:prSet presAssocID="{44D8ABEF-00EB-4C4C-BC3D-7053B0F4D838}" presName="hierRoot2" presStyleCnt="0">
        <dgm:presLayoutVars>
          <dgm:hierBranch val="init"/>
        </dgm:presLayoutVars>
      </dgm:prSet>
      <dgm:spPr/>
    </dgm:pt>
    <dgm:pt modelId="{B8622849-AE75-4326-89AD-FC46CC5591F6}" type="pres">
      <dgm:prSet presAssocID="{44D8ABEF-00EB-4C4C-BC3D-7053B0F4D838}" presName="rootComposite" presStyleCnt="0"/>
      <dgm:spPr/>
    </dgm:pt>
    <dgm:pt modelId="{EBC72E8A-9F35-495A-9A60-D68AA34E4098}" type="pres">
      <dgm:prSet presAssocID="{44D8ABEF-00EB-4C4C-BC3D-7053B0F4D838}" presName="rootText" presStyleLbl="node2" presStyleIdx="2" presStyleCnt="3">
        <dgm:presLayoutVars>
          <dgm:chPref val="3"/>
        </dgm:presLayoutVars>
      </dgm:prSet>
      <dgm:spPr>
        <a:xfrm>
          <a:off x="1801467" y="959710"/>
          <a:ext cx="744337" cy="372168"/>
        </a:xfrm>
        <a:prstGeom prst="rect">
          <a:avLst/>
        </a:prstGeom>
      </dgm:spPr>
    </dgm:pt>
    <dgm:pt modelId="{9477E0A2-EDEE-4928-88BB-E2DCF2913110}" type="pres">
      <dgm:prSet presAssocID="{44D8ABEF-00EB-4C4C-BC3D-7053B0F4D838}" presName="rootConnector" presStyleLbl="node2" presStyleIdx="2" presStyleCnt="3"/>
      <dgm:spPr/>
    </dgm:pt>
    <dgm:pt modelId="{CD4063A0-EF57-4F16-A822-66D244C8C498}" type="pres">
      <dgm:prSet presAssocID="{44D8ABEF-00EB-4C4C-BC3D-7053B0F4D838}" presName="hierChild4" presStyleCnt="0"/>
      <dgm:spPr/>
    </dgm:pt>
    <dgm:pt modelId="{166171F6-6077-46A1-A4F3-53CF72F07E72}" type="pres">
      <dgm:prSet presAssocID="{44D8ABEF-00EB-4C4C-BC3D-7053B0F4D838}" presName="hierChild5" presStyleCnt="0"/>
      <dgm:spPr/>
    </dgm:pt>
    <dgm:pt modelId="{AF033164-4386-4AE3-90A1-73A25AC998BD}" type="pres">
      <dgm:prSet presAssocID="{BE182442-C43A-4D74-B970-82236E31F7DE}" presName="hierChild3" presStyleCnt="0"/>
      <dgm:spPr/>
    </dgm:pt>
  </dgm:ptLst>
  <dgm:cxnLst>
    <dgm:cxn modelId="{11E8CA02-5AF7-40C3-9FE4-7ED3C4C463C8}" type="presOf" srcId="{D7B62469-FD0F-4DC7-AA6B-3A3D87E07638}" destId="{D6F2F5BB-25B7-4A8E-BDAF-03344CAC05BE}" srcOrd="1" destOrd="0" presId="urn:microsoft.com/office/officeart/2005/8/layout/orgChart1"/>
    <dgm:cxn modelId="{653B7A16-D0C9-4CCD-8098-54B49FECAC6A}" type="presOf" srcId="{BE182442-C43A-4D74-B970-82236E31F7DE}" destId="{655A3295-0444-4AB5-9D60-DABCFC133281}" srcOrd="1" destOrd="0" presId="urn:microsoft.com/office/officeart/2005/8/layout/orgChart1"/>
    <dgm:cxn modelId="{C9F81E1A-E4F4-4628-A66D-AB282B675A07}" type="presOf" srcId="{44D8ABEF-00EB-4C4C-BC3D-7053B0F4D838}" destId="{9477E0A2-EDEE-4928-88BB-E2DCF2913110}" srcOrd="1" destOrd="0" presId="urn:microsoft.com/office/officeart/2005/8/layout/orgChart1"/>
    <dgm:cxn modelId="{C4CDFC1C-4304-4E40-8638-CAD182DEA1CE}" type="presOf" srcId="{44D8ABEF-00EB-4C4C-BC3D-7053B0F4D838}" destId="{EBC72E8A-9F35-495A-9A60-D68AA34E4098}" srcOrd="0" destOrd="0" presId="urn:microsoft.com/office/officeart/2005/8/layout/orgChart1"/>
    <dgm:cxn modelId="{4A119A31-41C4-4596-96E9-9D0DD3069A57}" type="presOf" srcId="{AF0FBD2E-F66B-4041-8005-5480757F0850}" destId="{C6150F60-7608-4FA1-B885-8D393A32ECB9}" srcOrd="0" destOrd="0" presId="urn:microsoft.com/office/officeart/2005/8/layout/orgChart1"/>
    <dgm:cxn modelId="{821B8639-A311-4E78-8FB3-2A71A3999888}" srcId="{BE182442-C43A-4D74-B970-82236E31F7DE}" destId="{44D8ABEF-00EB-4C4C-BC3D-7053B0F4D838}" srcOrd="2" destOrd="0" parTransId="{E83AF7F1-7F99-4EB5-9389-9843FC06D2EE}" sibTransId="{9898696D-72F2-41BF-A071-F0022083834A}"/>
    <dgm:cxn modelId="{246E6440-C640-4DDF-AD64-0DD718AD2B53}" type="presOf" srcId="{E4CB8A46-922B-4C8B-9275-7B45214FEB1F}" destId="{F48C748B-C42E-40EF-BD56-39EC16151ACF}" srcOrd="1" destOrd="0" presId="urn:microsoft.com/office/officeart/2005/8/layout/orgChart1"/>
    <dgm:cxn modelId="{B15E1D43-7A32-4535-AF76-C5ACCAB6682C}" type="presOf" srcId="{E4CB8A46-922B-4C8B-9275-7B45214FEB1F}" destId="{8C6CB93C-F4A3-4CE7-9627-F6A57743FEDE}" srcOrd="0" destOrd="0" presId="urn:microsoft.com/office/officeart/2005/8/layout/orgChart1"/>
    <dgm:cxn modelId="{3E8EC348-7A9C-459C-86FD-1E90E42DFDAF}" type="presOf" srcId="{E83AF7F1-7F99-4EB5-9389-9843FC06D2EE}" destId="{29798DE5-6DA5-44C7-954F-AD06D3A6F60E}" srcOrd="0" destOrd="0" presId="urn:microsoft.com/office/officeart/2005/8/layout/orgChart1"/>
    <dgm:cxn modelId="{1E17D24A-9F63-478E-8E18-99BDBD88F214}" type="presOf" srcId="{BE182442-C43A-4D74-B970-82236E31F7DE}" destId="{69BC5031-3352-448D-9640-00AE2E86CDCF}" srcOrd="0" destOrd="0" presId="urn:microsoft.com/office/officeart/2005/8/layout/orgChart1"/>
    <dgm:cxn modelId="{9431334F-7C85-4875-84BF-F714E0E3C58E}" type="presOf" srcId="{E1EDE318-68DB-4217-8DEC-C0C30D29D41D}" destId="{7CEA26F6-8963-48D5-8608-461FF11EBC77}" srcOrd="0" destOrd="0" presId="urn:microsoft.com/office/officeart/2005/8/layout/orgChart1"/>
    <dgm:cxn modelId="{3AF6E373-4F3D-416C-A32F-AE31E813E447}" srcId="{BE182442-C43A-4D74-B970-82236E31F7DE}" destId="{D7B62469-FD0F-4DC7-AA6B-3A3D87E07638}" srcOrd="0" destOrd="0" parTransId="{D7981784-3AE3-4464-A3A1-29F8488FF8F3}" sibTransId="{342F6E4D-A227-4B44-AB05-3B030A443EDE}"/>
    <dgm:cxn modelId="{5BBC3E9B-00BB-4287-800A-9BEB590D7555}" srcId="{BE182442-C43A-4D74-B970-82236E31F7DE}" destId="{E4CB8A46-922B-4C8B-9275-7B45214FEB1F}" srcOrd="1" destOrd="0" parTransId="{AF0FBD2E-F66B-4041-8005-5480757F0850}" sibTransId="{96DD29F6-EBA2-4278-96C5-60B0AD2CF9F7}"/>
    <dgm:cxn modelId="{A882F1B0-1E6B-4773-BD51-6E2DA0D09E74}" type="presOf" srcId="{D7981784-3AE3-4464-A3A1-29F8488FF8F3}" destId="{412D3198-CDFA-4649-BB4E-2AE0A8681C92}" srcOrd="0" destOrd="0" presId="urn:microsoft.com/office/officeart/2005/8/layout/orgChart1"/>
    <dgm:cxn modelId="{CBE7C7E1-942F-40A7-A5F8-E6334A7A088C}" type="presOf" srcId="{D7B62469-FD0F-4DC7-AA6B-3A3D87E07638}" destId="{70761584-8CCE-4718-8B45-4A3FA212332F}" srcOrd="0" destOrd="0" presId="urn:microsoft.com/office/officeart/2005/8/layout/orgChart1"/>
    <dgm:cxn modelId="{E61361F8-EFFD-416F-B4C4-A0E76C34DABE}" srcId="{E1EDE318-68DB-4217-8DEC-C0C30D29D41D}" destId="{BE182442-C43A-4D74-B970-82236E31F7DE}" srcOrd="0" destOrd="0" parTransId="{48DB6750-329E-42DD-8EF2-FA66A8A14545}" sibTransId="{631C25B1-AAB4-49DA-9B6B-C5729C7F4674}"/>
    <dgm:cxn modelId="{BDEBE316-89F8-4814-B490-7D59E0674E7E}" type="presParOf" srcId="{7CEA26F6-8963-48D5-8608-461FF11EBC77}" destId="{052C265E-6976-4557-A34A-40FA99B5338A}" srcOrd="0" destOrd="0" presId="urn:microsoft.com/office/officeart/2005/8/layout/orgChart1"/>
    <dgm:cxn modelId="{9A9F7642-56A8-42D2-805E-A3E882030B20}" type="presParOf" srcId="{052C265E-6976-4557-A34A-40FA99B5338A}" destId="{933F3580-C0F5-4256-B144-189B3BBAC433}" srcOrd="0" destOrd="0" presId="urn:microsoft.com/office/officeart/2005/8/layout/orgChart1"/>
    <dgm:cxn modelId="{14CED0B7-E95C-483E-9E1F-F3584577B614}" type="presParOf" srcId="{933F3580-C0F5-4256-B144-189B3BBAC433}" destId="{69BC5031-3352-448D-9640-00AE2E86CDCF}" srcOrd="0" destOrd="0" presId="urn:microsoft.com/office/officeart/2005/8/layout/orgChart1"/>
    <dgm:cxn modelId="{753E3E23-D7C4-4DA2-816C-4D8177E0FB10}" type="presParOf" srcId="{933F3580-C0F5-4256-B144-189B3BBAC433}" destId="{655A3295-0444-4AB5-9D60-DABCFC133281}" srcOrd="1" destOrd="0" presId="urn:microsoft.com/office/officeart/2005/8/layout/orgChart1"/>
    <dgm:cxn modelId="{F03B129F-D12D-48A3-8B9B-24714045D15E}" type="presParOf" srcId="{052C265E-6976-4557-A34A-40FA99B5338A}" destId="{053C550B-F9AB-4E0A-A479-A886789BA614}" srcOrd="1" destOrd="0" presId="urn:microsoft.com/office/officeart/2005/8/layout/orgChart1"/>
    <dgm:cxn modelId="{5CA3E08E-0A5E-4995-945C-42E6927AF147}" type="presParOf" srcId="{053C550B-F9AB-4E0A-A479-A886789BA614}" destId="{412D3198-CDFA-4649-BB4E-2AE0A8681C92}" srcOrd="0" destOrd="0" presId="urn:microsoft.com/office/officeart/2005/8/layout/orgChart1"/>
    <dgm:cxn modelId="{C297DAEE-C86D-4F0A-9781-8F48C819DF16}" type="presParOf" srcId="{053C550B-F9AB-4E0A-A479-A886789BA614}" destId="{62358649-FAAC-4328-BB80-56A3D51FBC5E}" srcOrd="1" destOrd="0" presId="urn:microsoft.com/office/officeart/2005/8/layout/orgChart1"/>
    <dgm:cxn modelId="{1CA8ED97-D55F-42BD-86A6-26BDC99FC0CB}" type="presParOf" srcId="{62358649-FAAC-4328-BB80-56A3D51FBC5E}" destId="{48F90451-6200-4A44-A348-2C0C0C11B8BA}" srcOrd="0" destOrd="0" presId="urn:microsoft.com/office/officeart/2005/8/layout/orgChart1"/>
    <dgm:cxn modelId="{2EFD35CA-2B82-44A9-AAD6-37391F87BEDE}" type="presParOf" srcId="{48F90451-6200-4A44-A348-2C0C0C11B8BA}" destId="{70761584-8CCE-4718-8B45-4A3FA212332F}" srcOrd="0" destOrd="0" presId="urn:microsoft.com/office/officeart/2005/8/layout/orgChart1"/>
    <dgm:cxn modelId="{C86E91B6-FB99-43E9-B4E0-254B21C43025}" type="presParOf" srcId="{48F90451-6200-4A44-A348-2C0C0C11B8BA}" destId="{D6F2F5BB-25B7-4A8E-BDAF-03344CAC05BE}" srcOrd="1" destOrd="0" presId="urn:microsoft.com/office/officeart/2005/8/layout/orgChart1"/>
    <dgm:cxn modelId="{D4C3F573-83C6-45D1-9A6A-FE96AC8E85FE}" type="presParOf" srcId="{62358649-FAAC-4328-BB80-56A3D51FBC5E}" destId="{94A22768-6A93-44DE-8091-CD553B804E15}" srcOrd="1" destOrd="0" presId="urn:microsoft.com/office/officeart/2005/8/layout/orgChart1"/>
    <dgm:cxn modelId="{59CD2AB4-153D-4759-ABB0-95000CC4485E}" type="presParOf" srcId="{62358649-FAAC-4328-BB80-56A3D51FBC5E}" destId="{FDE57F49-7740-4142-B668-C29EEDB8BD86}" srcOrd="2" destOrd="0" presId="urn:microsoft.com/office/officeart/2005/8/layout/orgChart1"/>
    <dgm:cxn modelId="{74447C41-81CF-43BD-9A9B-C729BA658671}" type="presParOf" srcId="{053C550B-F9AB-4E0A-A479-A886789BA614}" destId="{C6150F60-7608-4FA1-B885-8D393A32ECB9}" srcOrd="2" destOrd="0" presId="urn:microsoft.com/office/officeart/2005/8/layout/orgChart1"/>
    <dgm:cxn modelId="{AE1BC232-542A-4B7F-B61A-BD550E7BDE3B}" type="presParOf" srcId="{053C550B-F9AB-4E0A-A479-A886789BA614}" destId="{5DB92047-3785-40CA-B5A6-2B8F4B699746}" srcOrd="3" destOrd="0" presId="urn:microsoft.com/office/officeart/2005/8/layout/orgChart1"/>
    <dgm:cxn modelId="{3792376F-55E3-4A8C-975F-D480C412EE4C}" type="presParOf" srcId="{5DB92047-3785-40CA-B5A6-2B8F4B699746}" destId="{77751AB9-7D73-48D2-B976-51F61119741F}" srcOrd="0" destOrd="0" presId="urn:microsoft.com/office/officeart/2005/8/layout/orgChart1"/>
    <dgm:cxn modelId="{5C9E7FBD-4B5B-4F9F-BFC9-4EF46A6F6108}" type="presParOf" srcId="{77751AB9-7D73-48D2-B976-51F61119741F}" destId="{8C6CB93C-F4A3-4CE7-9627-F6A57743FEDE}" srcOrd="0" destOrd="0" presId="urn:microsoft.com/office/officeart/2005/8/layout/orgChart1"/>
    <dgm:cxn modelId="{3C08B6A5-155D-4636-84D4-E8E1F7859B6B}" type="presParOf" srcId="{77751AB9-7D73-48D2-B976-51F61119741F}" destId="{F48C748B-C42E-40EF-BD56-39EC16151ACF}" srcOrd="1" destOrd="0" presId="urn:microsoft.com/office/officeart/2005/8/layout/orgChart1"/>
    <dgm:cxn modelId="{E9B8C981-4B92-45A9-BC67-6FA91355DA75}" type="presParOf" srcId="{5DB92047-3785-40CA-B5A6-2B8F4B699746}" destId="{1C63BCBB-3F48-4E86-93E0-71562FF53856}" srcOrd="1" destOrd="0" presId="urn:microsoft.com/office/officeart/2005/8/layout/orgChart1"/>
    <dgm:cxn modelId="{A7C4A3A3-5094-4752-B314-8C6B6AD4888C}" type="presParOf" srcId="{5DB92047-3785-40CA-B5A6-2B8F4B699746}" destId="{D0C65CEB-EB88-46E8-8590-901FB169815D}" srcOrd="2" destOrd="0" presId="urn:microsoft.com/office/officeart/2005/8/layout/orgChart1"/>
    <dgm:cxn modelId="{564F0C1D-3A37-44DB-ADEC-56149776CB89}" type="presParOf" srcId="{053C550B-F9AB-4E0A-A479-A886789BA614}" destId="{29798DE5-6DA5-44C7-954F-AD06D3A6F60E}" srcOrd="4" destOrd="0" presId="urn:microsoft.com/office/officeart/2005/8/layout/orgChart1"/>
    <dgm:cxn modelId="{FC24FD5F-D395-48D9-A3C7-65842DD82129}" type="presParOf" srcId="{053C550B-F9AB-4E0A-A479-A886789BA614}" destId="{658A38C5-7EA6-4CB2-B14A-3201A5CBE45F}" srcOrd="5" destOrd="0" presId="urn:microsoft.com/office/officeart/2005/8/layout/orgChart1"/>
    <dgm:cxn modelId="{45F9A0F4-A3A5-456A-9F17-CD9D48AD0EC9}" type="presParOf" srcId="{658A38C5-7EA6-4CB2-B14A-3201A5CBE45F}" destId="{B8622849-AE75-4326-89AD-FC46CC5591F6}" srcOrd="0" destOrd="0" presId="urn:microsoft.com/office/officeart/2005/8/layout/orgChart1"/>
    <dgm:cxn modelId="{52AB1A28-8625-419B-B151-32AF826548EA}" type="presParOf" srcId="{B8622849-AE75-4326-89AD-FC46CC5591F6}" destId="{EBC72E8A-9F35-495A-9A60-D68AA34E4098}" srcOrd="0" destOrd="0" presId="urn:microsoft.com/office/officeart/2005/8/layout/orgChart1"/>
    <dgm:cxn modelId="{A0168D27-E495-4AD1-95DF-F090579FF08C}" type="presParOf" srcId="{B8622849-AE75-4326-89AD-FC46CC5591F6}" destId="{9477E0A2-EDEE-4928-88BB-E2DCF2913110}" srcOrd="1" destOrd="0" presId="urn:microsoft.com/office/officeart/2005/8/layout/orgChart1"/>
    <dgm:cxn modelId="{AEA4836B-F5EC-4F68-A1E9-CAA3112707D9}" type="presParOf" srcId="{658A38C5-7EA6-4CB2-B14A-3201A5CBE45F}" destId="{CD4063A0-EF57-4F16-A822-66D244C8C498}" srcOrd="1" destOrd="0" presId="urn:microsoft.com/office/officeart/2005/8/layout/orgChart1"/>
    <dgm:cxn modelId="{DCDC002F-6855-470D-9F82-164A3CDBCAA5}" type="presParOf" srcId="{658A38C5-7EA6-4CB2-B14A-3201A5CBE45F}" destId="{166171F6-6077-46A1-A4F3-53CF72F07E72}" srcOrd="2" destOrd="0" presId="urn:microsoft.com/office/officeart/2005/8/layout/orgChart1"/>
    <dgm:cxn modelId="{6A51A63D-2140-4DAE-817F-5E14E62A71BA}" type="presParOf" srcId="{052C265E-6976-4557-A34A-40FA99B5338A}" destId="{AF033164-4386-4AE3-90A1-73A25AC998BD}"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1EDE318-68DB-4217-8DEC-C0C30D29D41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BE182442-C43A-4D74-B970-82236E31F7DE}">
      <dgm:prSet phldrT="[Text]" custT="1"/>
      <dgm:spPr/>
      <dgm:t>
        <a:bodyPr/>
        <a:lstStyle/>
        <a:p>
          <a:r>
            <a:rPr lang="en-US" sz="1000" dirty="0">
              <a:latin typeface="+mj-lt"/>
            </a:rPr>
            <a:t>Approaches</a:t>
          </a:r>
          <a:endParaRPr lang="en-ZA" sz="1000" dirty="0">
            <a:latin typeface="+mj-lt"/>
          </a:endParaRPr>
        </a:p>
      </dgm:t>
    </dgm:pt>
    <dgm:pt modelId="{48DB6750-329E-42DD-8EF2-FA66A8A14545}" type="parTrans" cxnId="{E61361F8-EFFD-416F-B4C4-A0E76C34DABE}">
      <dgm:prSet/>
      <dgm:spPr/>
      <dgm:t>
        <a:bodyPr/>
        <a:lstStyle/>
        <a:p>
          <a:endParaRPr lang="en-ZA" sz="1000">
            <a:latin typeface="+mj-lt"/>
          </a:endParaRPr>
        </a:p>
      </dgm:t>
    </dgm:pt>
    <dgm:pt modelId="{631C25B1-AAB4-49DA-9B6B-C5729C7F4674}" type="sibTrans" cxnId="{E61361F8-EFFD-416F-B4C4-A0E76C34DABE}">
      <dgm:prSet/>
      <dgm:spPr/>
      <dgm:t>
        <a:bodyPr/>
        <a:lstStyle/>
        <a:p>
          <a:endParaRPr lang="en-ZA" sz="1000">
            <a:latin typeface="+mj-lt"/>
          </a:endParaRPr>
        </a:p>
      </dgm:t>
    </dgm:pt>
    <dgm:pt modelId="{D7B62469-FD0F-4DC7-AA6B-3A3D87E07638}">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000" kern="1200" dirty="0">
              <a:solidFill>
                <a:prstClr val="white"/>
              </a:solidFill>
              <a:latin typeface="+mj-lt"/>
              <a:ea typeface="ＭＳ Ｐゴシック"/>
              <a:cs typeface="+mn-cs"/>
            </a:rPr>
            <a:t>Decision tree analysis</a:t>
          </a:r>
          <a:endParaRPr lang="en-ZA" sz="1000" kern="1200" dirty="0">
            <a:solidFill>
              <a:prstClr val="white"/>
            </a:solidFill>
            <a:latin typeface="+mj-lt"/>
            <a:ea typeface="ＭＳ Ｐゴシック"/>
            <a:cs typeface="+mn-cs"/>
          </a:endParaRPr>
        </a:p>
      </dgm:t>
    </dgm:pt>
    <dgm:pt modelId="{D7981784-3AE3-4464-A3A1-29F8488FF8F3}" type="parTrans" cxnId="{3AF6E373-4F3D-416C-A32F-AE31E813E447}">
      <dgm:prSet/>
      <dgm:spPr/>
      <dgm:t>
        <a:bodyPr/>
        <a:lstStyle/>
        <a:p>
          <a:endParaRPr lang="en-ZA" sz="1000">
            <a:latin typeface="+mj-lt"/>
          </a:endParaRPr>
        </a:p>
      </dgm:t>
    </dgm:pt>
    <dgm:pt modelId="{342F6E4D-A227-4B44-AB05-3B030A443EDE}" type="sibTrans" cxnId="{3AF6E373-4F3D-416C-A32F-AE31E813E447}">
      <dgm:prSet/>
      <dgm:spPr/>
      <dgm:t>
        <a:bodyPr/>
        <a:lstStyle/>
        <a:p>
          <a:endParaRPr lang="en-ZA" sz="1000">
            <a:latin typeface="+mj-lt"/>
          </a:endParaRPr>
        </a:p>
      </dgm:t>
    </dgm:pt>
    <dgm:pt modelId="{E4CB8A46-922B-4C8B-9275-7B45214FEB1F}">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000" kern="1200" dirty="0">
              <a:solidFill>
                <a:prstClr val="white"/>
              </a:solidFill>
              <a:latin typeface="Tahoma"/>
              <a:ea typeface="ＭＳ Ｐゴシック"/>
              <a:cs typeface="+mn-cs"/>
            </a:rPr>
            <a:t>Sensitivity analysis</a:t>
          </a:r>
          <a:endParaRPr lang="en-ZA" sz="1000" kern="1200" dirty="0">
            <a:solidFill>
              <a:prstClr val="white"/>
            </a:solidFill>
            <a:latin typeface="Tahoma"/>
            <a:ea typeface="ＭＳ Ｐゴシック"/>
            <a:cs typeface="+mn-cs"/>
          </a:endParaRPr>
        </a:p>
      </dgm:t>
    </dgm:pt>
    <dgm:pt modelId="{AF0FBD2E-F66B-4041-8005-5480757F0850}" type="parTrans" cxnId="{5BBC3E9B-00BB-4287-800A-9BEB590D7555}">
      <dgm:prSet/>
      <dgm:spPr/>
      <dgm:t>
        <a:bodyPr/>
        <a:lstStyle/>
        <a:p>
          <a:endParaRPr lang="en-ZA" sz="1000">
            <a:latin typeface="+mj-lt"/>
          </a:endParaRPr>
        </a:p>
      </dgm:t>
    </dgm:pt>
    <dgm:pt modelId="{96DD29F6-EBA2-4278-96C5-60B0AD2CF9F7}" type="sibTrans" cxnId="{5BBC3E9B-00BB-4287-800A-9BEB590D7555}">
      <dgm:prSet/>
      <dgm:spPr/>
      <dgm:t>
        <a:bodyPr/>
        <a:lstStyle/>
        <a:p>
          <a:endParaRPr lang="en-ZA" sz="1000">
            <a:latin typeface="+mj-lt"/>
          </a:endParaRPr>
        </a:p>
      </dgm:t>
    </dgm:pt>
    <dgm:pt modelId="{44D8ABEF-00EB-4C4C-BC3D-7053B0F4D838}">
      <dgm:prSet phldrT="[Text]" custT="1"/>
      <dgm:spPr>
        <a:solidFill>
          <a:srgbClr val="C00000"/>
        </a:solidFill>
        <a:ln w="25400" cap="flat" cmpd="sng" algn="ctr">
          <a:solidFill>
            <a:srgbClr val="C00000"/>
          </a:solidFill>
          <a:prstDash val="solid"/>
        </a:ln>
        <a:effectLst/>
      </dgm:spPr>
      <dgm:t>
        <a:bodyPr spcFirstLastPara="0" vert="horz" wrap="square" lIns="7620" tIns="7620" rIns="7620" bIns="7620" numCol="1" spcCol="1270" anchor="ctr" anchorCtr="0"/>
        <a:lstStyle/>
        <a:p>
          <a:r>
            <a:rPr lang="en-US" sz="1000" kern="1200" dirty="0">
              <a:solidFill>
                <a:prstClr val="white"/>
              </a:solidFill>
              <a:latin typeface="Tahoma"/>
              <a:ea typeface="ＭＳ Ｐゴシック"/>
              <a:cs typeface="+mn-cs"/>
            </a:rPr>
            <a:t>Scenario</a:t>
          </a:r>
          <a:r>
            <a:rPr lang="en-US" sz="1000" kern="1200" dirty="0">
              <a:latin typeface="+mj-lt"/>
            </a:rPr>
            <a:t> analysis</a:t>
          </a:r>
          <a:endParaRPr lang="en-ZA" sz="1000" kern="1200" dirty="0">
            <a:latin typeface="+mj-lt"/>
          </a:endParaRPr>
        </a:p>
      </dgm:t>
    </dgm:pt>
    <dgm:pt modelId="{E83AF7F1-7F99-4EB5-9389-9843FC06D2EE}" type="parTrans" cxnId="{821B8639-A311-4E78-8FB3-2A71A3999888}">
      <dgm:prSet/>
      <dgm:spPr/>
      <dgm:t>
        <a:bodyPr/>
        <a:lstStyle/>
        <a:p>
          <a:endParaRPr lang="en-ZA" sz="1000">
            <a:latin typeface="+mj-lt"/>
          </a:endParaRPr>
        </a:p>
      </dgm:t>
    </dgm:pt>
    <dgm:pt modelId="{9898696D-72F2-41BF-A071-F0022083834A}" type="sibTrans" cxnId="{821B8639-A311-4E78-8FB3-2A71A3999888}">
      <dgm:prSet/>
      <dgm:spPr/>
      <dgm:t>
        <a:bodyPr/>
        <a:lstStyle/>
        <a:p>
          <a:endParaRPr lang="en-ZA" sz="1000">
            <a:latin typeface="+mj-lt"/>
          </a:endParaRPr>
        </a:p>
      </dgm:t>
    </dgm:pt>
    <dgm:pt modelId="{7CEA26F6-8963-48D5-8608-461FF11EBC77}" type="pres">
      <dgm:prSet presAssocID="{E1EDE318-68DB-4217-8DEC-C0C30D29D41D}" presName="hierChild1" presStyleCnt="0">
        <dgm:presLayoutVars>
          <dgm:orgChart val="1"/>
          <dgm:chPref val="1"/>
          <dgm:dir/>
          <dgm:animOne val="branch"/>
          <dgm:animLvl val="lvl"/>
          <dgm:resizeHandles/>
        </dgm:presLayoutVars>
      </dgm:prSet>
      <dgm:spPr/>
    </dgm:pt>
    <dgm:pt modelId="{052C265E-6976-4557-A34A-40FA99B5338A}" type="pres">
      <dgm:prSet presAssocID="{BE182442-C43A-4D74-B970-82236E31F7DE}" presName="hierRoot1" presStyleCnt="0">
        <dgm:presLayoutVars>
          <dgm:hierBranch val="init"/>
        </dgm:presLayoutVars>
      </dgm:prSet>
      <dgm:spPr/>
    </dgm:pt>
    <dgm:pt modelId="{933F3580-C0F5-4256-B144-189B3BBAC433}" type="pres">
      <dgm:prSet presAssocID="{BE182442-C43A-4D74-B970-82236E31F7DE}" presName="rootComposite1" presStyleCnt="0"/>
      <dgm:spPr/>
    </dgm:pt>
    <dgm:pt modelId="{69BC5031-3352-448D-9640-00AE2E86CDCF}" type="pres">
      <dgm:prSet presAssocID="{BE182442-C43A-4D74-B970-82236E31F7DE}" presName="rootText1" presStyleLbl="node0" presStyleIdx="0" presStyleCnt="1">
        <dgm:presLayoutVars>
          <dgm:chPref val="3"/>
        </dgm:presLayoutVars>
      </dgm:prSet>
      <dgm:spPr/>
    </dgm:pt>
    <dgm:pt modelId="{655A3295-0444-4AB5-9D60-DABCFC133281}" type="pres">
      <dgm:prSet presAssocID="{BE182442-C43A-4D74-B970-82236E31F7DE}" presName="rootConnector1" presStyleLbl="node1" presStyleIdx="0" presStyleCnt="0"/>
      <dgm:spPr/>
    </dgm:pt>
    <dgm:pt modelId="{053C550B-F9AB-4E0A-A479-A886789BA614}" type="pres">
      <dgm:prSet presAssocID="{BE182442-C43A-4D74-B970-82236E31F7DE}" presName="hierChild2" presStyleCnt="0"/>
      <dgm:spPr/>
    </dgm:pt>
    <dgm:pt modelId="{412D3198-CDFA-4649-BB4E-2AE0A8681C92}" type="pres">
      <dgm:prSet presAssocID="{D7981784-3AE3-4464-A3A1-29F8488FF8F3}" presName="Name37" presStyleLbl="parChTrans1D2" presStyleIdx="0" presStyleCnt="3"/>
      <dgm:spPr/>
    </dgm:pt>
    <dgm:pt modelId="{62358649-FAAC-4328-BB80-56A3D51FBC5E}" type="pres">
      <dgm:prSet presAssocID="{D7B62469-FD0F-4DC7-AA6B-3A3D87E07638}" presName="hierRoot2" presStyleCnt="0">
        <dgm:presLayoutVars>
          <dgm:hierBranch val="init"/>
        </dgm:presLayoutVars>
      </dgm:prSet>
      <dgm:spPr/>
    </dgm:pt>
    <dgm:pt modelId="{48F90451-6200-4A44-A348-2C0C0C11B8BA}" type="pres">
      <dgm:prSet presAssocID="{D7B62469-FD0F-4DC7-AA6B-3A3D87E07638}" presName="rootComposite" presStyleCnt="0"/>
      <dgm:spPr/>
    </dgm:pt>
    <dgm:pt modelId="{70761584-8CCE-4718-8B45-4A3FA212332F}" type="pres">
      <dgm:prSet presAssocID="{D7B62469-FD0F-4DC7-AA6B-3A3D87E07638}" presName="rootText" presStyleLbl="node2" presStyleIdx="0" presStyleCnt="3">
        <dgm:presLayoutVars>
          <dgm:chPref val="3"/>
        </dgm:presLayoutVars>
      </dgm:prSet>
      <dgm:spPr>
        <a:xfrm>
          <a:off x="228" y="1214454"/>
          <a:ext cx="993323" cy="496661"/>
        </a:xfrm>
        <a:prstGeom prst="rect">
          <a:avLst/>
        </a:prstGeom>
      </dgm:spPr>
    </dgm:pt>
    <dgm:pt modelId="{D6F2F5BB-25B7-4A8E-BDAF-03344CAC05BE}" type="pres">
      <dgm:prSet presAssocID="{D7B62469-FD0F-4DC7-AA6B-3A3D87E07638}" presName="rootConnector" presStyleLbl="node2" presStyleIdx="0" presStyleCnt="3"/>
      <dgm:spPr/>
    </dgm:pt>
    <dgm:pt modelId="{94A22768-6A93-44DE-8091-CD553B804E15}" type="pres">
      <dgm:prSet presAssocID="{D7B62469-FD0F-4DC7-AA6B-3A3D87E07638}" presName="hierChild4" presStyleCnt="0"/>
      <dgm:spPr/>
    </dgm:pt>
    <dgm:pt modelId="{FDE57F49-7740-4142-B668-C29EEDB8BD86}" type="pres">
      <dgm:prSet presAssocID="{D7B62469-FD0F-4DC7-AA6B-3A3D87E07638}" presName="hierChild5" presStyleCnt="0"/>
      <dgm:spPr/>
    </dgm:pt>
    <dgm:pt modelId="{C6150F60-7608-4FA1-B885-8D393A32ECB9}" type="pres">
      <dgm:prSet presAssocID="{AF0FBD2E-F66B-4041-8005-5480757F0850}" presName="Name37" presStyleLbl="parChTrans1D2" presStyleIdx="1" presStyleCnt="3"/>
      <dgm:spPr/>
    </dgm:pt>
    <dgm:pt modelId="{5DB92047-3785-40CA-B5A6-2B8F4B699746}" type="pres">
      <dgm:prSet presAssocID="{E4CB8A46-922B-4C8B-9275-7B45214FEB1F}" presName="hierRoot2" presStyleCnt="0">
        <dgm:presLayoutVars>
          <dgm:hierBranch val="init"/>
        </dgm:presLayoutVars>
      </dgm:prSet>
      <dgm:spPr/>
    </dgm:pt>
    <dgm:pt modelId="{77751AB9-7D73-48D2-B976-51F61119741F}" type="pres">
      <dgm:prSet presAssocID="{E4CB8A46-922B-4C8B-9275-7B45214FEB1F}" presName="rootComposite" presStyleCnt="0"/>
      <dgm:spPr/>
    </dgm:pt>
    <dgm:pt modelId="{8C6CB93C-F4A3-4CE7-9627-F6A57743FEDE}" type="pres">
      <dgm:prSet presAssocID="{E4CB8A46-922B-4C8B-9275-7B45214FEB1F}" presName="rootText" presStyleLbl="node2" presStyleIdx="1" presStyleCnt="3">
        <dgm:presLayoutVars>
          <dgm:chPref val="3"/>
        </dgm:presLayoutVars>
      </dgm:prSet>
      <dgm:spPr>
        <a:xfrm>
          <a:off x="900819" y="959710"/>
          <a:ext cx="744337" cy="372168"/>
        </a:xfrm>
        <a:prstGeom prst="rect">
          <a:avLst/>
        </a:prstGeom>
      </dgm:spPr>
    </dgm:pt>
    <dgm:pt modelId="{F48C748B-C42E-40EF-BD56-39EC16151ACF}" type="pres">
      <dgm:prSet presAssocID="{E4CB8A46-922B-4C8B-9275-7B45214FEB1F}" presName="rootConnector" presStyleLbl="node2" presStyleIdx="1" presStyleCnt="3"/>
      <dgm:spPr/>
    </dgm:pt>
    <dgm:pt modelId="{1C63BCBB-3F48-4E86-93E0-71562FF53856}" type="pres">
      <dgm:prSet presAssocID="{E4CB8A46-922B-4C8B-9275-7B45214FEB1F}" presName="hierChild4" presStyleCnt="0"/>
      <dgm:spPr/>
    </dgm:pt>
    <dgm:pt modelId="{D0C65CEB-EB88-46E8-8590-901FB169815D}" type="pres">
      <dgm:prSet presAssocID="{E4CB8A46-922B-4C8B-9275-7B45214FEB1F}" presName="hierChild5" presStyleCnt="0"/>
      <dgm:spPr/>
    </dgm:pt>
    <dgm:pt modelId="{29798DE5-6DA5-44C7-954F-AD06D3A6F60E}" type="pres">
      <dgm:prSet presAssocID="{E83AF7F1-7F99-4EB5-9389-9843FC06D2EE}" presName="Name37" presStyleLbl="parChTrans1D2" presStyleIdx="2" presStyleCnt="3"/>
      <dgm:spPr/>
    </dgm:pt>
    <dgm:pt modelId="{658A38C5-7EA6-4CB2-B14A-3201A5CBE45F}" type="pres">
      <dgm:prSet presAssocID="{44D8ABEF-00EB-4C4C-BC3D-7053B0F4D838}" presName="hierRoot2" presStyleCnt="0">
        <dgm:presLayoutVars>
          <dgm:hierBranch val="init"/>
        </dgm:presLayoutVars>
      </dgm:prSet>
      <dgm:spPr/>
    </dgm:pt>
    <dgm:pt modelId="{B8622849-AE75-4326-89AD-FC46CC5591F6}" type="pres">
      <dgm:prSet presAssocID="{44D8ABEF-00EB-4C4C-BC3D-7053B0F4D838}" presName="rootComposite" presStyleCnt="0"/>
      <dgm:spPr/>
    </dgm:pt>
    <dgm:pt modelId="{EBC72E8A-9F35-495A-9A60-D68AA34E4098}" type="pres">
      <dgm:prSet presAssocID="{44D8ABEF-00EB-4C4C-BC3D-7053B0F4D838}" presName="rootText" presStyleLbl="node2" presStyleIdx="2" presStyleCnt="3">
        <dgm:presLayoutVars>
          <dgm:chPref val="3"/>
        </dgm:presLayoutVars>
      </dgm:prSet>
      <dgm:spPr>
        <a:xfrm>
          <a:off x="1801467" y="959710"/>
          <a:ext cx="744337" cy="372168"/>
        </a:xfrm>
        <a:prstGeom prst="rect">
          <a:avLst/>
        </a:prstGeom>
      </dgm:spPr>
    </dgm:pt>
    <dgm:pt modelId="{9477E0A2-EDEE-4928-88BB-E2DCF2913110}" type="pres">
      <dgm:prSet presAssocID="{44D8ABEF-00EB-4C4C-BC3D-7053B0F4D838}" presName="rootConnector" presStyleLbl="node2" presStyleIdx="2" presStyleCnt="3"/>
      <dgm:spPr/>
    </dgm:pt>
    <dgm:pt modelId="{CD4063A0-EF57-4F16-A822-66D244C8C498}" type="pres">
      <dgm:prSet presAssocID="{44D8ABEF-00EB-4C4C-BC3D-7053B0F4D838}" presName="hierChild4" presStyleCnt="0"/>
      <dgm:spPr/>
    </dgm:pt>
    <dgm:pt modelId="{166171F6-6077-46A1-A4F3-53CF72F07E72}" type="pres">
      <dgm:prSet presAssocID="{44D8ABEF-00EB-4C4C-BC3D-7053B0F4D838}" presName="hierChild5" presStyleCnt="0"/>
      <dgm:spPr/>
    </dgm:pt>
    <dgm:pt modelId="{AF033164-4386-4AE3-90A1-73A25AC998BD}" type="pres">
      <dgm:prSet presAssocID="{BE182442-C43A-4D74-B970-82236E31F7DE}" presName="hierChild3" presStyleCnt="0"/>
      <dgm:spPr/>
    </dgm:pt>
  </dgm:ptLst>
  <dgm:cxnLst>
    <dgm:cxn modelId="{11E8CA02-5AF7-40C3-9FE4-7ED3C4C463C8}" type="presOf" srcId="{D7B62469-FD0F-4DC7-AA6B-3A3D87E07638}" destId="{D6F2F5BB-25B7-4A8E-BDAF-03344CAC05BE}" srcOrd="1" destOrd="0" presId="urn:microsoft.com/office/officeart/2005/8/layout/orgChart1"/>
    <dgm:cxn modelId="{653B7A16-D0C9-4CCD-8098-54B49FECAC6A}" type="presOf" srcId="{BE182442-C43A-4D74-B970-82236E31F7DE}" destId="{655A3295-0444-4AB5-9D60-DABCFC133281}" srcOrd="1" destOrd="0" presId="urn:microsoft.com/office/officeart/2005/8/layout/orgChart1"/>
    <dgm:cxn modelId="{C9F81E1A-E4F4-4628-A66D-AB282B675A07}" type="presOf" srcId="{44D8ABEF-00EB-4C4C-BC3D-7053B0F4D838}" destId="{9477E0A2-EDEE-4928-88BB-E2DCF2913110}" srcOrd="1" destOrd="0" presId="urn:microsoft.com/office/officeart/2005/8/layout/orgChart1"/>
    <dgm:cxn modelId="{C4CDFC1C-4304-4E40-8638-CAD182DEA1CE}" type="presOf" srcId="{44D8ABEF-00EB-4C4C-BC3D-7053B0F4D838}" destId="{EBC72E8A-9F35-495A-9A60-D68AA34E4098}" srcOrd="0" destOrd="0" presId="urn:microsoft.com/office/officeart/2005/8/layout/orgChart1"/>
    <dgm:cxn modelId="{4A119A31-41C4-4596-96E9-9D0DD3069A57}" type="presOf" srcId="{AF0FBD2E-F66B-4041-8005-5480757F0850}" destId="{C6150F60-7608-4FA1-B885-8D393A32ECB9}" srcOrd="0" destOrd="0" presId="urn:microsoft.com/office/officeart/2005/8/layout/orgChart1"/>
    <dgm:cxn modelId="{821B8639-A311-4E78-8FB3-2A71A3999888}" srcId="{BE182442-C43A-4D74-B970-82236E31F7DE}" destId="{44D8ABEF-00EB-4C4C-BC3D-7053B0F4D838}" srcOrd="2" destOrd="0" parTransId="{E83AF7F1-7F99-4EB5-9389-9843FC06D2EE}" sibTransId="{9898696D-72F2-41BF-A071-F0022083834A}"/>
    <dgm:cxn modelId="{246E6440-C640-4DDF-AD64-0DD718AD2B53}" type="presOf" srcId="{E4CB8A46-922B-4C8B-9275-7B45214FEB1F}" destId="{F48C748B-C42E-40EF-BD56-39EC16151ACF}" srcOrd="1" destOrd="0" presId="urn:microsoft.com/office/officeart/2005/8/layout/orgChart1"/>
    <dgm:cxn modelId="{B15E1D43-7A32-4535-AF76-C5ACCAB6682C}" type="presOf" srcId="{E4CB8A46-922B-4C8B-9275-7B45214FEB1F}" destId="{8C6CB93C-F4A3-4CE7-9627-F6A57743FEDE}" srcOrd="0" destOrd="0" presId="urn:microsoft.com/office/officeart/2005/8/layout/orgChart1"/>
    <dgm:cxn modelId="{3E8EC348-7A9C-459C-86FD-1E90E42DFDAF}" type="presOf" srcId="{E83AF7F1-7F99-4EB5-9389-9843FC06D2EE}" destId="{29798DE5-6DA5-44C7-954F-AD06D3A6F60E}" srcOrd="0" destOrd="0" presId="urn:microsoft.com/office/officeart/2005/8/layout/orgChart1"/>
    <dgm:cxn modelId="{1E17D24A-9F63-478E-8E18-99BDBD88F214}" type="presOf" srcId="{BE182442-C43A-4D74-B970-82236E31F7DE}" destId="{69BC5031-3352-448D-9640-00AE2E86CDCF}" srcOrd="0" destOrd="0" presId="urn:microsoft.com/office/officeart/2005/8/layout/orgChart1"/>
    <dgm:cxn modelId="{9431334F-7C85-4875-84BF-F714E0E3C58E}" type="presOf" srcId="{E1EDE318-68DB-4217-8DEC-C0C30D29D41D}" destId="{7CEA26F6-8963-48D5-8608-461FF11EBC77}" srcOrd="0" destOrd="0" presId="urn:microsoft.com/office/officeart/2005/8/layout/orgChart1"/>
    <dgm:cxn modelId="{3AF6E373-4F3D-416C-A32F-AE31E813E447}" srcId="{BE182442-C43A-4D74-B970-82236E31F7DE}" destId="{D7B62469-FD0F-4DC7-AA6B-3A3D87E07638}" srcOrd="0" destOrd="0" parTransId="{D7981784-3AE3-4464-A3A1-29F8488FF8F3}" sibTransId="{342F6E4D-A227-4B44-AB05-3B030A443EDE}"/>
    <dgm:cxn modelId="{5BBC3E9B-00BB-4287-800A-9BEB590D7555}" srcId="{BE182442-C43A-4D74-B970-82236E31F7DE}" destId="{E4CB8A46-922B-4C8B-9275-7B45214FEB1F}" srcOrd="1" destOrd="0" parTransId="{AF0FBD2E-F66B-4041-8005-5480757F0850}" sibTransId="{96DD29F6-EBA2-4278-96C5-60B0AD2CF9F7}"/>
    <dgm:cxn modelId="{A882F1B0-1E6B-4773-BD51-6E2DA0D09E74}" type="presOf" srcId="{D7981784-3AE3-4464-A3A1-29F8488FF8F3}" destId="{412D3198-CDFA-4649-BB4E-2AE0A8681C92}" srcOrd="0" destOrd="0" presId="urn:microsoft.com/office/officeart/2005/8/layout/orgChart1"/>
    <dgm:cxn modelId="{CBE7C7E1-942F-40A7-A5F8-E6334A7A088C}" type="presOf" srcId="{D7B62469-FD0F-4DC7-AA6B-3A3D87E07638}" destId="{70761584-8CCE-4718-8B45-4A3FA212332F}" srcOrd="0" destOrd="0" presId="urn:microsoft.com/office/officeart/2005/8/layout/orgChart1"/>
    <dgm:cxn modelId="{E61361F8-EFFD-416F-B4C4-A0E76C34DABE}" srcId="{E1EDE318-68DB-4217-8DEC-C0C30D29D41D}" destId="{BE182442-C43A-4D74-B970-82236E31F7DE}" srcOrd="0" destOrd="0" parTransId="{48DB6750-329E-42DD-8EF2-FA66A8A14545}" sibTransId="{631C25B1-AAB4-49DA-9B6B-C5729C7F4674}"/>
    <dgm:cxn modelId="{BDEBE316-89F8-4814-B490-7D59E0674E7E}" type="presParOf" srcId="{7CEA26F6-8963-48D5-8608-461FF11EBC77}" destId="{052C265E-6976-4557-A34A-40FA99B5338A}" srcOrd="0" destOrd="0" presId="urn:microsoft.com/office/officeart/2005/8/layout/orgChart1"/>
    <dgm:cxn modelId="{9A9F7642-56A8-42D2-805E-A3E882030B20}" type="presParOf" srcId="{052C265E-6976-4557-A34A-40FA99B5338A}" destId="{933F3580-C0F5-4256-B144-189B3BBAC433}" srcOrd="0" destOrd="0" presId="urn:microsoft.com/office/officeart/2005/8/layout/orgChart1"/>
    <dgm:cxn modelId="{14CED0B7-E95C-483E-9E1F-F3584577B614}" type="presParOf" srcId="{933F3580-C0F5-4256-B144-189B3BBAC433}" destId="{69BC5031-3352-448D-9640-00AE2E86CDCF}" srcOrd="0" destOrd="0" presId="urn:microsoft.com/office/officeart/2005/8/layout/orgChart1"/>
    <dgm:cxn modelId="{753E3E23-D7C4-4DA2-816C-4D8177E0FB10}" type="presParOf" srcId="{933F3580-C0F5-4256-B144-189B3BBAC433}" destId="{655A3295-0444-4AB5-9D60-DABCFC133281}" srcOrd="1" destOrd="0" presId="urn:microsoft.com/office/officeart/2005/8/layout/orgChart1"/>
    <dgm:cxn modelId="{F03B129F-D12D-48A3-8B9B-24714045D15E}" type="presParOf" srcId="{052C265E-6976-4557-A34A-40FA99B5338A}" destId="{053C550B-F9AB-4E0A-A479-A886789BA614}" srcOrd="1" destOrd="0" presId="urn:microsoft.com/office/officeart/2005/8/layout/orgChart1"/>
    <dgm:cxn modelId="{5CA3E08E-0A5E-4995-945C-42E6927AF147}" type="presParOf" srcId="{053C550B-F9AB-4E0A-A479-A886789BA614}" destId="{412D3198-CDFA-4649-BB4E-2AE0A8681C92}" srcOrd="0" destOrd="0" presId="urn:microsoft.com/office/officeart/2005/8/layout/orgChart1"/>
    <dgm:cxn modelId="{C297DAEE-C86D-4F0A-9781-8F48C819DF16}" type="presParOf" srcId="{053C550B-F9AB-4E0A-A479-A886789BA614}" destId="{62358649-FAAC-4328-BB80-56A3D51FBC5E}" srcOrd="1" destOrd="0" presId="urn:microsoft.com/office/officeart/2005/8/layout/orgChart1"/>
    <dgm:cxn modelId="{1CA8ED97-D55F-42BD-86A6-26BDC99FC0CB}" type="presParOf" srcId="{62358649-FAAC-4328-BB80-56A3D51FBC5E}" destId="{48F90451-6200-4A44-A348-2C0C0C11B8BA}" srcOrd="0" destOrd="0" presId="urn:microsoft.com/office/officeart/2005/8/layout/orgChart1"/>
    <dgm:cxn modelId="{2EFD35CA-2B82-44A9-AAD6-37391F87BEDE}" type="presParOf" srcId="{48F90451-6200-4A44-A348-2C0C0C11B8BA}" destId="{70761584-8CCE-4718-8B45-4A3FA212332F}" srcOrd="0" destOrd="0" presId="urn:microsoft.com/office/officeart/2005/8/layout/orgChart1"/>
    <dgm:cxn modelId="{C86E91B6-FB99-43E9-B4E0-254B21C43025}" type="presParOf" srcId="{48F90451-6200-4A44-A348-2C0C0C11B8BA}" destId="{D6F2F5BB-25B7-4A8E-BDAF-03344CAC05BE}" srcOrd="1" destOrd="0" presId="urn:microsoft.com/office/officeart/2005/8/layout/orgChart1"/>
    <dgm:cxn modelId="{D4C3F573-83C6-45D1-9A6A-FE96AC8E85FE}" type="presParOf" srcId="{62358649-FAAC-4328-BB80-56A3D51FBC5E}" destId="{94A22768-6A93-44DE-8091-CD553B804E15}" srcOrd="1" destOrd="0" presId="urn:microsoft.com/office/officeart/2005/8/layout/orgChart1"/>
    <dgm:cxn modelId="{59CD2AB4-153D-4759-ABB0-95000CC4485E}" type="presParOf" srcId="{62358649-FAAC-4328-BB80-56A3D51FBC5E}" destId="{FDE57F49-7740-4142-B668-C29EEDB8BD86}" srcOrd="2" destOrd="0" presId="urn:microsoft.com/office/officeart/2005/8/layout/orgChart1"/>
    <dgm:cxn modelId="{74447C41-81CF-43BD-9A9B-C729BA658671}" type="presParOf" srcId="{053C550B-F9AB-4E0A-A479-A886789BA614}" destId="{C6150F60-7608-4FA1-B885-8D393A32ECB9}" srcOrd="2" destOrd="0" presId="urn:microsoft.com/office/officeart/2005/8/layout/orgChart1"/>
    <dgm:cxn modelId="{AE1BC232-542A-4B7F-B61A-BD550E7BDE3B}" type="presParOf" srcId="{053C550B-F9AB-4E0A-A479-A886789BA614}" destId="{5DB92047-3785-40CA-B5A6-2B8F4B699746}" srcOrd="3" destOrd="0" presId="urn:microsoft.com/office/officeart/2005/8/layout/orgChart1"/>
    <dgm:cxn modelId="{3792376F-55E3-4A8C-975F-D480C412EE4C}" type="presParOf" srcId="{5DB92047-3785-40CA-B5A6-2B8F4B699746}" destId="{77751AB9-7D73-48D2-B976-51F61119741F}" srcOrd="0" destOrd="0" presId="urn:microsoft.com/office/officeart/2005/8/layout/orgChart1"/>
    <dgm:cxn modelId="{5C9E7FBD-4B5B-4F9F-BFC9-4EF46A6F6108}" type="presParOf" srcId="{77751AB9-7D73-48D2-B976-51F61119741F}" destId="{8C6CB93C-F4A3-4CE7-9627-F6A57743FEDE}" srcOrd="0" destOrd="0" presId="urn:microsoft.com/office/officeart/2005/8/layout/orgChart1"/>
    <dgm:cxn modelId="{3C08B6A5-155D-4636-84D4-E8E1F7859B6B}" type="presParOf" srcId="{77751AB9-7D73-48D2-B976-51F61119741F}" destId="{F48C748B-C42E-40EF-BD56-39EC16151ACF}" srcOrd="1" destOrd="0" presId="urn:microsoft.com/office/officeart/2005/8/layout/orgChart1"/>
    <dgm:cxn modelId="{E9B8C981-4B92-45A9-BC67-6FA91355DA75}" type="presParOf" srcId="{5DB92047-3785-40CA-B5A6-2B8F4B699746}" destId="{1C63BCBB-3F48-4E86-93E0-71562FF53856}" srcOrd="1" destOrd="0" presId="urn:microsoft.com/office/officeart/2005/8/layout/orgChart1"/>
    <dgm:cxn modelId="{A7C4A3A3-5094-4752-B314-8C6B6AD4888C}" type="presParOf" srcId="{5DB92047-3785-40CA-B5A6-2B8F4B699746}" destId="{D0C65CEB-EB88-46E8-8590-901FB169815D}" srcOrd="2" destOrd="0" presId="urn:microsoft.com/office/officeart/2005/8/layout/orgChart1"/>
    <dgm:cxn modelId="{564F0C1D-3A37-44DB-ADEC-56149776CB89}" type="presParOf" srcId="{053C550B-F9AB-4E0A-A479-A886789BA614}" destId="{29798DE5-6DA5-44C7-954F-AD06D3A6F60E}" srcOrd="4" destOrd="0" presId="urn:microsoft.com/office/officeart/2005/8/layout/orgChart1"/>
    <dgm:cxn modelId="{FC24FD5F-D395-48D9-A3C7-65842DD82129}" type="presParOf" srcId="{053C550B-F9AB-4E0A-A479-A886789BA614}" destId="{658A38C5-7EA6-4CB2-B14A-3201A5CBE45F}" srcOrd="5" destOrd="0" presId="urn:microsoft.com/office/officeart/2005/8/layout/orgChart1"/>
    <dgm:cxn modelId="{45F9A0F4-A3A5-456A-9F17-CD9D48AD0EC9}" type="presParOf" srcId="{658A38C5-7EA6-4CB2-B14A-3201A5CBE45F}" destId="{B8622849-AE75-4326-89AD-FC46CC5591F6}" srcOrd="0" destOrd="0" presId="urn:microsoft.com/office/officeart/2005/8/layout/orgChart1"/>
    <dgm:cxn modelId="{52AB1A28-8625-419B-B151-32AF826548EA}" type="presParOf" srcId="{B8622849-AE75-4326-89AD-FC46CC5591F6}" destId="{EBC72E8A-9F35-495A-9A60-D68AA34E4098}" srcOrd="0" destOrd="0" presId="urn:microsoft.com/office/officeart/2005/8/layout/orgChart1"/>
    <dgm:cxn modelId="{A0168D27-E495-4AD1-95DF-F090579FF08C}" type="presParOf" srcId="{B8622849-AE75-4326-89AD-FC46CC5591F6}" destId="{9477E0A2-EDEE-4928-88BB-E2DCF2913110}" srcOrd="1" destOrd="0" presId="urn:microsoft.com/office/officeart/2005/8/layout/orgChart1"/>
    <dgm:cxn modelId="{AEA4836B-F5EC-4F68-A1E9-CAA3112707D9}" type="presParOf" srcId="{658A38C5-7EA6-4CB2-B14A-3201A5CBE45F}" destId="{CD4063A0-EF57-4F16-A822-66D244C8C498}" srcOrd="1" destOrd="0" presId="urn:microsoft.com/office/officeart/2005/8/layout/orgChart1"/>
    <dgm:cxn modelId="{DCDC002F-6855-470D-9F82-164A3CDBCAA5}" type="presParOf" srcId="{658A38C5-7EA6-4CB2-B14A-3201A5CBE45F}" destId="{166171F6-6077-46A1-A4F3-53CF72F07E72}" srcOrd="2" destOrd="0" presId="urn:microsoft.com/office/officeart/2005/8/layout/orgChart1"/>
    <dgm:cxn modelId="{6A51A63D-2140-4DAE-817F-5E14E62A71BA}" type="presParOf" srcId="{052C265E-6976-4557-A34A-40FA99B5338A}" destId="{AF033164-4386-4AE3-90A1-73A25AC998BD}"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1EDE318-68DB-4217-8DEC-C0C30D29D41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BE182442-C43A-4D74-B970-82236E31F7DE}">
      <dgm:prSet phldrT="[Text]" custT="1"/>
      <dgm:spPr/>
      <dgm:t>
        <a:bodyPr/>
        <a:lstStyle/>
        <a:p>
          <a:r>
            <a:rPr lang="en-US" sz="1000" dirty="0">
              <a:latin typeface="+mj-lt"/>
            </a:rPr>
            <a:t>Approaches</a:t>
          </a:r>
          <a:endParaRPr lang="en-ZA" sz="1000" dirty="0">
            <a:latin typeface="+mj-lt"/>
          </a:endParaRPr>
        </a:p>
      </dgm:t>
    </dgm:pt>
    <dgm:pt modelId="{48DB6750-329E-42DD-8EF2-FA66A8A14545}" type="parTrans" cxnId="{E61361F8-EFFD-416F-B4C4-A0E76C34DABE}">
      <dgm:prSet/>
      <dgm:spPr/>
      <dgm:t>
        <a:bodyPr/>
        <a:lstStyle/>
        <a:p>
          <a:endParaRPr lang="en-ZA" sz="1000">
            <a:latin typeface="+mj-lt"/>
          </a:endParaRPr>
        </a:p>
      </dgm:t>
    </dgm:pt>
    <dgm:pt modelId="{631C25B1-AAB4-49DA-9B6B-C5729C7F4674}" type="sibTrans" cxnId="{E61361F8-EFFD-416F-B4C4-A0E76C34DABE}">
      <dgm:prSet/>
      <dgm:spPr/>
      <dgm:t>
        <a:bodyPr/>
        <a:lstStyle/>
        <a:p>
          <a:endParaRPr lang="en-ZA" sz="1000">
            <a:latin typeface="+mj-lt"/>
          </a:endParaRPr>
        </a:p>
      </dgm:t>
    </dgm:pt>
    <dgm:pt modelId="{D7B62469-FD0F-4DC7-AA6B-3A3D87E07638}">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000" kern="1200" dirty="0">
              <a:solidFill>
                <a:prstClr val="white"/>
              </a:solidFill>
              <a:latin typeface="+mj-lt"/>
              <a:ea typeface="ＭＳ Ｐゴシック"/>
              <a:cs typeface="+mn-cs"/>
            </a:rPr>
            <a:t>Decision tree analysis</a:t>
          </a:r>
          <a:endParaRPr lang="en-ZA" sz="1000" kern="1200" dirty="0">
            <a:solidFill>
              <a:prstClr val="white"/>
            </a:solidFill>
            <a:latin typeface="+mj-lt"/>
            <a:ea typeface="ＭＳ Ｐゴシック"/>
            <a:cs typeface="+mn-cs"/>
          </a:endParaRPr>
        </a:p>
      </dgm:t>
    </dgm:pt>
    <dgm:pt modelId="{D7981784-3AE3-4464-A3A1-29F8488FF8F3}" type="parTrans" cxnId="{3AF6E373-4F3D-416C-A32F-AE31E813E447}">
      <dgm:prSet/>
      <dgm:spPr/>
      <dgm:t>
        <a:bodyPr/>
        <a:lstStyle/>
        <a:p>
          <a:endParaRPr lang="en-ZA" sz="1000">
            <a:latin typeface="+mj-lt"/>
          </a:endParaRPr>
        </a:p>
      </dgm:t>
    </dgm:pt>
    <dgm:pt modelId="{342F6E4D-A227-4B44-AB05-3B030A443EDE}" type="sibTrans" cxnId="{3AF6E373-4F3D-416C-A32F-AE31E813E447}">
      <dgm:prSet/>
      <dgm:spPr/>
      <dgm:t>
        <a:bodyPr/>
        <a:lstStyle/>
        <a:p>
          <a:endParaRPr lang="en-ZA" sz="1000">
            <a:latin typeface="+mj-lt"/>
          </a:endParaRPr>
        </a:p>
      </dgm:t>
    </dgm:pt>
    <dgm:pt modelId="{E4CB8A46-922B-4C8B-9275-7B45214FEB1F}">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000" kern="1200" dirty="0">
              <a:solidFill>
                <a:prstClr val="white"/>
              </a:solidFill>
              <a:latin typeface="Tahoma"/>
              <a:ea typeface="ＭＳ Ｐゴシック"/>
              <a:cs typeface="+mn-cs"/>
            </a:rPr>
            <a:t>Sensitivity analysis</a:t>
          </a:r>
          <a:endParaRPr lang="en-ZA" sz="1000" kern="1200" dirty="0">
            <a:solidFill>
              <a:prstClr val="white"/>
            </a:solidFill>
            <a:latin typeface="Tahoma"/>
            <a:ea typeface="ＭＳ Ｐゴシック"/>
            <a:cs typeface="+mn-cs"/>
          </a:endParaRPr>
        </a:p>
      </dgm:t>
    </dgm:pt>
    <dgm:pt modelId="{AF0FBD2E-F66B-4041-8005-5480757F0850}" type="parTrans" cxnId="{5BBC3E9B-00BB-4287-800A-9BEB590D7555}">
      <dgm:prSet/>
      <dgm:spPr/>
      <dgm:t>
        <a:bodyPr/>
        <a:lstStyle/>
        <a:p>
          <a:endParaRPr lang="en-ZA" sz="1000">
            <a:latin typeface="+mj-lt"/>
          </a:endParaRPr>
        </a:p>
      </dgm:t>
    </dgm:pt>
    <dgm:pt modelId="{96DD29F6-EBA2-4278-96C5-60B0AD2CF9F7}" type="sibTrans" cxnId="{5BBC3E9B-00BB-4287-800A-9BEB590D7555}">
      <dgm:prSet/>
      <dgm:spPr/>
      <dgm:t>
        <a:bodyPr/>
        <a:lstStyle/>
        <a:p>
          <a:endParaRPr lang="en-ZA" sz="1000">
            <a:latin typeface="+mj-lt"/>
          </a:endParaRPr>
        </a:p>
      </dgm:t>
    </dgm:pt>
    <dgm:pt modelId="{44D8ABEF-00EB-4C4C-BC3D-7053B0F4D838}">
      <dgm:prSet phldrT="[Text]" custT="1"/>
      <dgm:spPr>
        <a:solidFill>
          <a:srgbClr val="C00000"/>
        </a:solidFill>
        <a:ln w="25400" cap="flat" cmpd="sng" algn="ctr">
          <a:solidFill>
            <a:srgbClr val="C00000"/>
          </a:solidFill>
          <a:prstDash val="solid"/>
        </a:ln>
        <a:effectLst/>
      </dgm:spPr>
      <dgm:t>
        <a:bodyPr spcFirstLastPara="0" vert="horz" wrap="square" lIns="7620" tIns="7620" rIns="7620" bIns="7620" numCol="1" spcCol="1270" anchor="ctr" anchorCtr="0"/>
        <a:lstStyle/>
        <a:p>
          <a:r>
            <a:rPr lang="en-US" sz="1000" kern="1200" dirty="0">
              <a:solidFill>
                <a:prstClr val="white"/>
              </a:solidFill>
              <a:latin typeface="Tahoma"/>
              <a:ea typeface="ＭＳ Ｐゴシック"/>
              <a:cs typeface="+mn-cs"/>
            </a:rPr>
            <a:t>Scenario</a:t>
          </a:r>
          <a:r>
            <a:rPr lang="en-US" sz="1000" kern="1200" dirty="0">
              <a:latin typeface="+mj-lt"/>
            </a:rPr>
            <a:t> analysis</a:t>
          </a:r>
          <a:endParaRPr lang="en-ZA" sz="1000" kern="1200" dirty="0">
            <a:latin typeface="+mj-lt"/>
          </a:endParaRPr>
        </a:p>
      </dgm:t>
    </dgm:pt>
    <dgm:pt modelId="{E83AF7F1-7F99-4EB5-9389-9843FC06D2EE}" type="parTrans" cxnId="{821B8639-A311-4E78-8FB3-2A71A3999888}">
      <dgm:prSet/>
      <dgm:spPr/>
      <dgm:t>
        <a:bodyPr/>
        <a:lstStyle/>
        <a:p>
          <a:endParaRPr lang="en-ZA" sz="1000">
            <a:latin typeface="+mj-lt"/>
          </a:endParaRPr>
        </a:p>
      </dgm:t>
    </dgm:pt>
    <dgm:pt modelId="{9898696D-72F2-41BF-A071-F0022083834A}" type="sibTrans" cxnId="{821B8639-A311-4E78-8FB3-2A71A3999888}">
      <dgm:prSet/>
      <dgm:spPr/>
      <dgm:t>
        <a:bodyPr/>
        <a:lstStyle/>
        <a:p>
          <a:endParaRPr lang="en-ZA" sz="1000">
            <a:latin typeface="+mj-lt"/>
          </a:endParaRPr>
        </a:p>
      </dgm:t>
    </dgm:pt>
    <dgm:pt modelId="{7CEA26F6-8963-48D5-8608-461FF11EBC77}" type="pres">
      <dgm:prSet presAssocID="{E1EDE318-68DB-4217-8DEC-C0C30D29D41D}" presName="hierChild1" presStyleCnt="0">
        <dgm:presLayoutVars>
          <dgm:orgChart val="1"/>
          <dgm:chPref val="1"/>
          <dgm:dir/>
          <dgm:animOne val="branch"/>
          <dgm:animLvl val="lvl"/>
          <dgm:resizeHandles/>
        </dgm:presLayoutVars>
      </dgm:prSet>
      <dgm:spPr/>
    </dgm:pt>
    <dgm:pt modelId="{052C265E-6976-4557-A34A-40FA99B5338A}" type="pres">
      <dgm:prSet presAssocID="{BE182442-C43A-4D74-B970-82236E31F7DE}" presName="hierRoot1" presStyleCnt="0">
        <dgm:presLayoutVars>
          <dgm:hierBranch val="init"/>
        </dgm:presLayoutVars>
      </dgm:prSet>
      <dgm:spPr/>
    </dgm:pt>
    <dgm:pt modelId="{933F3580-C0F5-4256-B144-189B3BBAC433}" type="pres">
      <dgm:prSet presAssocID="{BE182442-C43A-4D74-B970-82236E31F7DE}" presName="rootComposite1" presStyleCnt="0"/>
      <dgm:spPr/>
    </dgm:pt>
    <dgm:pt modelId="{69BC5031-3352-448D-9640-00AE2E86CDCF}" type="pres">
      <dgm:prSet presAssocID="{BE182442-C43A-4D74-B970-82236E31F7DE}" presName="rootText1" presStyleLbl="node0" presStyleIdx="0" presStyleCnt="1">
        <dgm:presLayoutVars>
          <dgm:chPref val="3"/>
        </dgm:presLayoutVars>
      </dgm:prSet>
      <dgm:spPr/>
    </dgm:pt>
    <dgm:pt modelId="{655A3295-0444-4AB5-9D60-DABCFC133281}" type="pres">
      <dgm:prSet presAssocID="{BE182442-C43A-4D74-B970-82236E31F7DE}" presName="rootConnector1" presStyleLbl="node1" presStyleIdx="0" presStyleCnt="0"/>
      <dgm:spPr/>
    </dgm:pt>
    <dgm:pt modelId="{053C550B-F9AB-4E0A-A479-A886789BA614}" type="pres">
      <dgm:prSet presAssocID="{BE182442-C43A-4D74-B970-82236E31F7DE}" presName="hierChild2" presStyleCnt="0"/>
      <dgm:spPr/>
    </dgm:pt>
    <dgm:pt modelId="{412D3198-CDFA-4649-BB4E-2AE0A8681C92}" type="pres">
      <dgm:prSet presAssocID="{D7981784-3AE3-4464-A3A1-29F8488FF8F3}" presName="Name37" presStyleLbl="parChTrans1D2" presStyleIdx="0" presStyleCnt="3"/>
      <dgm:spPr/>
    </dgm:pt>
    <dgm:pt modelId="{62358649-FAAC-4328-BB80-56A3D51FBC5E}" type="pres">
      <dgm:prSet presAssocID="{D7B62469-FD0F-4DC7-AA6B-3A3D87E07638}" presName="hierRoot2" presStyleCnt="0">
        <dgm:presLayoutVars>
          <dgm:hierBranch val="init"/>
        </dgm:presLayoutVars>
      </dgm:prSet>
      <dgm:spPr/>
    </dgm:pt>
    <dgm:pt modelId="{48F90451-6200-4A44-A348-2C0C0C11B8BA}" type="pres">
      <dgm:prSet presAssocID="{D7B62469-FD0F-4DC7-AA6B-3A3D87E07638}" presName="rootComposite" presStyleCnt="0"/>
      <dgm:spPr/>
    </dgm:pt>
    <dgm:pt modelId="{70761584-8CCE-4718-8B45-4A3FA212332F}" type="pres">
      <dgm:prSet presAssocID="{D7B62469-FD0F-4DC7-AA6B-3A3D87E07638}" presName="rootText" presStyleLbl="node2" presStyleIdx="0" presStyleCnt="3">
        <dgm:presLayoutVars>
          <dgm:chPref val="3"/>
        </dgm:presLayoutVars>
      </dgm:prSet>
      <dgm:spPr>
        <a:xfrm>
          <a:off x="228" y="1214454"/>
          <a:ext cx="993323" cy="496661"/>
        </a:xfrm>
        <a:prstGeom prst="rect">
          <a:avLst/>
        </a:prstGeom>
      </dgm:spPr>
    </dgm:pt>
    <dgm:pt modelId="{D6F2F5BB-25B7-4A8E-BDAF-03344CAC05BE}" type="pres">
      <dgm:prSet presAssocID="{D7B62469-FD0F-4DC7-AA6B-3A3D87E07638}" presName="rootConnector" presStyleLbl="node2" presStyleIdx="0" presStyleCnt="3"/>
      <dgm:spPr/>
    </dgm:pt>
    <dgm:pt modelId="{94A22768-6A93-44DE-8091-CD553B804E15}" type="pres">
      <dgm:prSet presAssocID="{D7B62469-FD0F-4DC7-AA6B-3A3D87E07638}" presName="hierChild4" presStyleCnt="0"/>
      <dgm:spPr/>
    </dgm:pt>
    <dgm:pt modelId="{FDE57F49-7740-4142-B668-C29EEDB8BD86}" type="pres">
      <dgm:prSet presAssocID="{D7B62469-FD0F-4DC7-AA6B-3A3D87E07638}" presName="hierChild5" presStyleCnt="0"/>
      <dgm:spPr/>
    </dgm:pt>
    <dgm:pt modelId="{C6150F60-7608-4FA1-B885-8D393A32ECB9}" type="pres">
      <dgm:prSet presAssocID="{AF0FBD2E-F66B-4041-8005-5480757F0850}" presName="Name37" presStyleLbl="parChTrans1D2" presStyleIdx="1" presStyleCnt="3"/>
      <dgm:spPr/>
    </dgm:pt>
    <dgm:pt modelId="{5DB92047-3785-40CA-B5A6-2B8F4B699746}" type="pres">
      <dgm:prSet presAssocID="{E4CB8A46-922B-4C8B-9275-7B45214FEB1F}" presName="hierRoot2" presStyleCnt="0">
        <dgm:presLayoutVars>
          <dgm:hierBranch val="init"/>
        </dgm:presLayoutVars>
      </dgm:prSet>
      <dgm:spPr/>
    </dgm:pt>
    <dgm:pt modelId="{77751AB9-7D73-48D2-B976-51F61119741F}" type="pres">
      <dgm:prSet presAssocID="{E4CB8A46-922B-4C8B-9275-7B45214FEB1F}" presName="rootComposite" presStyleCnt="0"/>
      <dgm:spPr/>
    </dgm:pt>
    <dgm:pt modelId="{8C6CB93C-F4A3-4CE7-9627-F6A57743FEDE}" type="pres">
      <dgm:prSet presAssocID="{E4CB8A46-922B-4C8B-9275-7B45214FEB1F}" presName="rootText" presStyleLbl="node2" presStyleIdx="1" presStyleCnt="3">
        <dgm:presLayoutVars>
          <dgm:chPref val="3"/>
        </dgm:presLayoutVars>
      </dgm:prSet>
      <dgm:spPr>
        <a:xfrm>
          <a:off x="900819" y="959710"/>
          <a:ext cx="744337" cy="372168"/>
        </a:xfrm>
        <a:prstGeom prst="rect">
          <a:avLst/>
        </a:prstGeom>
      </dgm:spPr>
    </dgm:pt>
    <dgm:pt modelId="{F48C748B-C42E-40EF-BD56-39EC16151ACF}" type="pres">
      <dgm:prSet presAssocID="{E4CB8A46-922B-4C8B-9275-7B45214FEB1F}" presName="rootConnector" presStyleLbl="node2" presStyleIdx="1" presStyleCnt="3"/>
      <dgm:spPr/>
    </dgm:pt>
    <dgm:pt modelId="{1C63BCBB-3F48-4E86-93E0-71562FF53856}" type="pres">
      <dgm:prSet presAssocID="{E4CB8A46-922B-4C8B-9275-7B45214FEB1F}" presName="hierChild4" presStyleCnt="0"/>
      <dgm:spPr/>
    </dgm:pt>
    <dgm:pt modelId="{D0C65CEB-EB88-46E8-8590-901FB169815D}" type="pres">
      <dgm:prSet presAssocID="{E4CB8A46-922B-4C8B-9275-7B45214FEB1F}" presName="hierChild5" presStyleCnt="0"/>
      <dgm:spPr/>
    </dgm:pt>
    <dgm:pt modelId="{29798DE5-6DA5-44C7-954F-AD06D3A6F60E}" type="pres">
      <dgm:prSet presAssocID="{E83AF7F1-7F99-4EB5-9389-9843FC06D2EE}" presName="Name37" presStyleLbl="parChTrans1D2" presStyleIdx="2" presStyleCnt="3"/>
      <dgm:spPr/>
    </dgm:pt>
    <dgm:pt modelId="{658A38C5-7EA6-4CB2-B14A-3201A5CBE45F}" type="pres">
      <dgm:prSet presAssocID="{44D8ABEF-00EB-4C4C-BC3D-7053B0F4D838}" presName="hierRoot2" presStyleCnt="0">
        <dgm:presLayoutVars>
          <dgm:hierBranch val="init"/>
        </dgm:presLayoutVars>
      </dgm:prSet>
      <dgm:spPr/>
    </dgm:pt>
    <dgm:pt modelId="{B8622849-AE75-4326-89AD-FC46CC5591F6}" type="pres">
      <dgm:prSet presAssocID="{44D8ABEF-00EB-4C4C-BC3D-7053B0F4D838}" presName="rootComposite" presStyleCnt="0"/>
      <dgm:spPr/>
    </dgm:pt>
    <dgm:pt modelId="{EBC72E8A-9F35-495A-9A60-D68AA34E4098}" type="pres">
      <dgm:prSet presAssocID="{44D8ABEF-00EB-4C4C-BC3D-7053B0F4D838}" presName="rootText" presStyleLbl="node2" presStyleIdx="2" presStyleCnt="3">
        <dgm:presLayoutVars>
          <dgm:chPref val="3"/>
        </dgm:presLayoutVars>
      </dgm:prSet>
      <dgm:spPr>
        <a:xfrm>
          <a:off x="1801467" y="959710"/>
          <a:ext cx="744337" cy="372168"/>
        </a:xfrm>
        <a:prstGeom prst="rect">
          <a:avLst/>
        </a:prstGeom>
      </dgm:spPr>
    </dgm:pt>
    <dgm:pt modelId="{9477E0A2-EDEE-4928-88BB-E2DCF2913110}" type="pres">
      <dgm:prSet presAssocID="{44D8ABEF-00EB-4C4C-BC3D-7053B0F4D838}" presName="rootConnector" presStyleLbl="node2" presStyleIdx="2" presStyleCnt="3"/>
      <dgm:spPr/>
    </dgm:pt>
    <dgm:pt modelId="{CD4063A0-EF57-4F16-A822-66D244C8C498}" type="pres">
      <dgm:prSet presAssocID="{44D8ABEF-00EB-4C4C-BC3D-7053B0F4D838}" presName="hierChild4" presStyleCnt="0"/>
      <dgm:spPr/>
    </dgm:pt>
    <dgm:pt modelId="{166171F6-6077-46A1-A4F3-53CF72F07E72}" type="pres">
      <dgm:prSet presAssocID="{44D8ABEF-00EB-4C4C-BC3D-7053B0F4D838}" presName="hierChild5" presStyleCnt="0"/>
      <dgm:spPr/>
    </dgm:pt>
    <dgm:pt modelId="{AF033164-4386-4AE3-90A1-73A25AC998BD}" type="pres">
      <dgm:prSet presAssocID="{BE182442-C43A-4D74-B970-82236E31F7DE}" presName="hierChild3" presStyleCnt="0"/>
      <dgm:spPr/>
    </dgm:pt>
  </dgm:ptLst>
  <dgm:cxnLst>
    <dgm:cxn modelId="{11E8CA02-5AF7-40C3-9FE4-7ED3C4C463C8}" type="presOf" srcId="{D7B62469-FD0F-4DC7-AA6B-3A3D87E07638}" destId="{D6F2F5BB-25B7-4A8E-BDAF-03344CAC05BE}" srcOrd="1" destOrd="0" presId="urn:microsoft.com/office/officeart/2005/8/layout/orgChart1"/>
    <dgm:cxn modelId="{653B7A16-D0C9-4CCD-8098-54B49FECAC6A}" type="presOf" srcId="{BE182442-C43A-4D74-B970-82236E31F7DE}" destId="{655A3295-0444-4AB5-9D60-DABCFC133281}" srcOrd="1" destOrd="0" presId="urn:microsoft.com/office/officeart/2005/8/layout/orgChart1"/>
    <dgm:cxn modelId="{C9F81E1A-E4F4-4628-A66D-AB282B675A07}" type="presOf" srcId="{44D8ABEF-00EB-4C4C-BC3D-7053B0F4D838}" destId="{9477E0A2-EDEE-4928-88BB-E2DCF2913110}" srcOrd="1" destOrd="0" presId="urn:microsoft.com/office/officeart/2005/8/layout/orgChart1"/>
    <dgm:cxn modelId="{C4CDFC1C-4304-4E40-8638-CAD182DEA1CE}" type="presOf" srcId="{44D8ABEF-00EB-4C4C-BC3D-7053B0F4D838}" destId="{EBC72E8A-9F35-495A-9A60-D68AA34E4098}" srcOrd="0" destOrd="0" presId="urn:microsoft.com/office/officeart/2005/8/layout/orgChart1"/>
    <dgm:cxn modelId="{4A119A31-41C4-4596-96E9-9D0DD3069A57}" type="presOf" srcId="{AF0FBD2E-F66B-4041-8005-5480757F0850}" destId="{C6150F60-7608-4FA1-B885-8D393A32ECB9}" srcOrd="0" destOrd="0" presId="urn:microsoft.com/office/officeart/2005/8/layout/orgChart1"/>
    <dgm:cxn modelId="{821B8639-A311-4E78-8FB3-2A71A3999888}" srcId="{BE182442-C43A-4D74-B970-82236E31F7DE}" destId="{44D8ABEF-00EB-4C4C-BC3D-7053B0F4D838}" srcOrd="2" destOrd="0" parTransId="{E83AF7F1-7F99-4EB5-9389-9843FC06D2EE}" sibTransId="{9898696D-72F2-41BF-A071-F0022083834A}"/>
    <dgm:cxn modelId="{246E6440-C640-4DDF-AD64-0DD718AD2B53}" type="presOf" srcId="{E4CB8A46-922B-4C8B-9275-7B45214FEB1F}" destId="{F48C748B-C42E-40EF-BD56-39EC16151ACF}" srcOrd="1" destOrd="0" presId="urn:microsoft.com/office/officeart/2005/8/layout/orgChart1"/>
    <dgm:cxn modelId="{B15E1D43-7A32-4535-AF76-C5ACCAB6682C}" type="presOf" srcId="{E4CB8A46-922B-4C8B-9275-7B45214FEB1F}" destId="{8C6CB93C-F4A3-4CE7-9627-F6A57743FEDE}" srcOrd="0" destOrd="0" presId="urn:microsoft.com/office/officeart/2005/8/layout/orgChart1"/>
    <dgm:cxn modelId="{3E8EC348-7A9C-459C-86FD-1E90E42DFDAF}" type="presOf" srcId="{E83AF7F1-7F99-4EB5-9389-9843FC06D2EE}" destId="{29798DE5-6DA5-44C7-954F-AD06D3A6F60E}" srcOrd="0" destOrd="0" presId="urn:microsoft.com/office/officeart/2005/8/layout/orgChart1"/>
    <dgm:cxn modelId="{1E17D24A-9F63-478E-8E18-99BDBD88F214}" type="presOf" srcId="{BE182442-C43A-4D74-B970-82236E31F7DE}" destId="{69BC5031-3352-448D-9640-00AE2E86CDCF}" srcOrd="0" destOrd="0" presId="urn:microsoft.com/office/officeart/2005/8/layout/orgChart1"/>
    <dgm:cxn modelId="{9431334F-7C85-4875-84BF-F714E0E3C58E}" type="presOf" srcId="{E1EDE318-68DB-4217-8DEC-C0C30D29D41D}" destId="{7CEA26F6-8963-48D5-8608-461FF11EBC77}" srcOrd="0" destOrd="0" presId="urn:microsoft.com/office/officeart/2005/8/layout/orgChart1"/>
    <dgm:cxn modelId="{3AF6E373-4F3D-416C-A32F-AE31E813E447}" srcId="{BE182442-C43A-4D74-B970-82236E31F7DE}" destId="{D7B62469-FD0F-4DC7-AA6B-3A3D87E07638}" srcOrd="0" destOrd="0" parTransId="{D7981784-3AE3-4464-A3A1-29F8488FF8F3}" sibTransId="{342F6E4D-A227-4B44-AB05-3B030A443EDE}"/>
    <dgm:cxn modelId="{5BBC3E9B-00BB-4287-800A-9BEB590D7555}" srcId="{BE182442-C43A-4D74-B970-82236E31F7DE}" destId="{E4CB8A46-922B-4C8B-9275-7B45214FEB1F}" srcOrd="1" destOrd="0" parTransId="{AF0FBD2E-F66B-4041-8005-5480757F0850}" sibTransId="{96DD29F6-EBA2-4278-96C5-60B0AD2CF9F7}"/>
    <dgm:cxn modelId="{A882F1B0-1E6B-4773-BD51-6E2DA0D09E74}" type="presOf" srcId="{D7981784-3AE3-4464-A3A1-29F8488FF8F3}" destId="{412D3198-CDFA-4649-BB4E-2AE0A8681C92}" srcOrd="0" destOrd="0" presId="urn:microsoft.com/office/officeart/2005/8/layout/orgChart1"/>
    <dgm:cxn modelId="{CBE7C7E1-942F-40A7-A5F8-E6334A7A088C}" type="presOf" srcId="{D7B62469-FD0F-4DC7-AA6B-3A3D87E07638}" destId="{70761584-8CCE-4718-8B45-4A3FA212332F}" srcOrd="0" destOrd="0" presId="urn:microsoft.com/office/officeart/2005/8/layout/orgChart1"/>
    <dgm:cxn modelId="{E61361F8-EFFD-416F-B4C4-A0E76C34DABE}" srcId="{E1EDE318-68DB-4217-8DEC-C0C30D29D41D}" destId="{BE182442-C43A-4D74-B970-82236E31F7DE}" srcOrd="0" destOrd="0" parTransId="{48DB6750-329E-42DD-8EF2-FA66A8A14545}" sibTransId="{631C25B1-AAB4-49DA-9B6B-C5729C7F4674}"/>
    <dgm:cxn modelId="{BDEBE316-89F8-4814-B490-7D59E0674E7E}" type="presParOf" srcId="{7CEA26F6-8963-48D5-8608-461FF11EBC77}" destId="{052C265E-6976-4557-A34A-40FA99B5338A}" srcOrd="0" destOrd="0" presId="urn:microsoft.com/office/officeart/2005/8/layout/orgChart1"/>
    <dgm:cxn modelId="{9A9F7642-56A8-42D2-805E-A3E882030B20}" type="presParOf" srcId="{052C265E-6976-4557-A34A-40FA99B5338A}" destId="{933F3580-C0F5-4256-B144-189B3BBAC433}" srcOrd="0" destOrd="0" presId="urn:microsoft.com/office/officeart/2005/8/layout/orgChart1"/>
    <dgm:cxn modelId="{14CED0B7-E95C-483E-9E1F-F3584577B614}" type="presParOf" srcId="{933F3580-C0F5-4256-B144-189B3BBAC433}" destId="{69BC5031-3352-448D-9640-00AE2E86CDCF}" srcOrd="0" destOrd="0" presId="urn:microsoft.com/office/officeart/2005/8/layout/orgChart1"/>
    <dgm:cxn modelId="{753E3E23-D7C4-4DA2-816C-4D8177E0FB10}" type="presParOf" srcId="{933F3580-C0F5-4256-B144-189B3BBAC433}" destId="{655A3295-0444-4AB5-9D60-DABCFC133281}" srcOrd="1" destOrd="0" presId="urn:microsoft.com/office/officeart/2005/8/layout/orgChart1"/>
    <dgm:cxn modelId="{F03B129F-D12D-48A3-8B9B-24714045D15E}" type="presParOf" srcId="{052C265E-6976-4557-A34A-40FA99B5338A}" destId="{053C550B-F9AB-4E0A-A479-A886789BA614}" srcOrd="1" destOrd="0" presId="urn:microsoft.com/office/officeart/2005/8/layout/orgChart1"/>
    <dgm:cxn modelId="{5CA3E08E-0A5E-4995-945C-42E6927AF147}" type="presParOf" srcId="{053C550B-F9AB-4E0A-A479-A886789BA614}" destId="{412D3198-CDFA-4649-BB4E-2AE0A8681C92}" srcOrd="0" destOrd="0" presId="urn:microsoft.com/office/officeart/2005/8/layout/orgChart1"/>
    <dgm:cxn modelId="{C297DAEE-C86D-4F0A-9781-8F48C819DF16}" type="presParOf" srcId="{053C550B-F9AB-4E0A-A479-A886789BA614}" destId="{62358649-FAAC-4328-BB80-56A3D51FBC5E}" srcOrd="1" destOrd="0" presId="urn:microsoft.com/office/officeart/2005/8/layout/orgChart1"/>
    <dgm:cxn modelId="{1CA8ED97-D55F-42BD-86A6-26BDC99FC0CB}" type="presParOf" srcId="{62358649-FAAC-4328-BB80-56A3D51FBC5E}" destId="{48F90451-6200-4A44-A348-2C0C0C11B8BA}" srcOrd="0" destOrd="0" presId="urn:microsoft.com/office/officeart/2005/8/layout/orgChart1"/>
    <dgm:cxn modelId="{2EFD35CA-2B82-44A9-AAD6-37391F87BEDE}" type="presParOf" srcId="{48F90451-6200-4A44-A348-2C0C0C11B8BA}" destId="{70761584-8CCE-4718-8B45-4A3FA212332F}" srcOrd="0" destOrd="0" presId="urn:microsoft.com/office/officeart/2005/8/layout/orgChart1"/>
    <dgm:cxn modelId="{C86E91B6-FB99-43E9-B4E0-254B21C43025}" type="presParOf" srcId="{48F90451-6200-4A44-A348-2C0C0C11B8BA}" destId="{D6F2F5BB-25B7-4A8E-BDAF-03344CAC05BE}" srcOrd="1" destOrd="0" presId="urn:microsoft.com/office/officeart/2005/8/layout/orgChart1"/>
    <dgm:cxn modelId="{D4C3F573-83C6-45D1-9A6A-FE96AC8E85FE}" type="presParOf" srcId="{62358649-FAAC-4328-BB80-56A3D51FBC5E}" destId="{94A22768-6A93-44DE-8091-CD553B804E15}" srcOrd="1" destOrd="0" presId="urn:microsoft.com/office/officeart/2005/8/layout/orgChart1"/>
    <dgm:cxn modelId="{59CD2AB4-153D-4759-ABB0-95000CC4485E}" type="presParOf" srcId="{62358649-FAAC-4328-BB80-56A3D51FBC5E}" destId="{FDE57F49-7740-4142-B668-C29EEDB8BD86}" srcOrd="2" destOrd="0" presId="urn:microsoft.com/office/officeart/2005/8/layout/orgChart1"/>
    <dgm:cxn modelId="{74447C41-81CF-43BD-9A9B-C729BA658671}" type="presParOf" srcId="{053C550B-F9AB-4E0A-A479-A886789BA614}" destId="{C6150F60-7608-4FA1-B885-8D393A32ECB9}" srcOrd="2" destOrd="0" presId="urn:microsoft.com/office/officeart/2005/8/layout/orgChart1"/>
    <dgm:cxn modelId="{AE1BC232-542A-4B7F-B61A-BD550E7BDE3B}" type="presParOf" srcId="{053C550B-F9AB-4E0A-A479-A886789BA614}" destId="{5DB92047-3785-40CA-B5A6-2B8F4B699746}" srcOrd="3" destOrd="0" presId="urn:microsoft.com/office/officeart/2005/8/layout/orgChart1"/>
    <dgm:cxn modelId="{3792376F-55E3-4A8C-975F-D480C412EE4C}" type="presParOf" srcId="{5DB92047-3785-40CA-B5A6-2B8F4B699746}" destId="{77751AB9-7D73-48D2-B976-51F61119741F}" srcOrd="0" destOrd="0" presId="urn:microsoft.com/office/officeart/2005/8/layout/orgChart1"/>
    <dgm:cxn modelId="{5C9E7FBD-4B5B-4F9F-BFC9-4EF46A6F6108}" type="presParOf" srcId="{77751AB9-7D73-48D2-B976-51F61119741F}" destId="{8C6CB93C-F4A3-4CE7-9627-F6A57743FEDE}" srcOrd="0" destOrd="0" presId="urn:microsoft.com/office/officeart/2005/8/layout/orgChart1"/>
    <dgm:cxn modelId="{3C08B6A5-155D-4636-84D4-E8E1F7859B6B}" type="presParOf" srcId="{77751AB9-7D73-48D2-B976-51F61119741F}" destId="{F48C748B-C42E-40EF-BD56-39EC16151ACF}" srcOrd="1" destOrd="0" presId="urn:microsoft.com/office/officeart/2005/8/layout/orgChart1"/>
    <dgm:cxn modelId="{E9B8C981-4B92-45A9-BC67-6FA91355DA75}" type="presParOf" srcId="{5DB92047-3785-40CA-B5A6-2B8F4B699746}" destId="{1C63BCBB-3F48-4E86-93E0-71562FF53856}" srcOrd="1" destOrd="0" presId="urn:microsoft.com/office/officeart/2005/8/layout/orgChart1"/>
    <dgm:cxn modelId="{A7C4A3A3-5094-4752-B314-8C6B6AD4888C}" type="presParOf" srcId="{5DB92047-3785-40CA-B5A6-2B8F4B699746}" destId="{D0C65CEB-EB88-46E8-8590-901FB169815D}" srcOrd="2" destOrd="0" presId="urn:microsoft.com/office/officeart/2005/8/layout/orgChart1"/>
    <dgm:cxn modelId="{564F0C1D-3A37-44DB-ADEC-56149776CB89}" type="presParOf" srcId="{053C550B-F9AB-4E0A-A479-A886789BA614}" destId="{29798DE5-6DA5-44C7-954F-AD06D3A6F60E}" srcOrd="4" destOrd="0" presId="urn:microsoft.com/office/officeart/2005/8/layout/orgChart1"/>
    <dgm:cxn modelId="{FC24FD5F-D395-48D9-A3C7-65842DD82129}" type="presParOf" srcId="{053C550B-F9AB-4E0A-A479-A886789BA614}" destId="{658A38C5-7EA6-4CB2-B14A-3201A5CBE45F}" srcOrd="5" destOrd="0" presId="urn:microsoft.com/office/officeart/2005/8/layout/orgChart1"/>
    <dgm:cxn modelId="{45F9A0F4-A3A5-456A-9F17-CD9D48AD0EC9}" type="presParOf" srcId="{658A38C5-7EA6-4CB2-B14A-3201A5CBE45F}" destId="{B8622849-AE75-4326-89AD-FC46CC5591F6}" srcOrd="0" destOrd="0" presId="urn:microsoft.com/office/officeart/2005/8/layout/orgChart1"/>
    <dgm:cxn modelId="{52AB1A28-8625-419B-B151-32AF826548EA}" type="presParOf" srcId="{B8622849-AE75-4326-89AD-FC46CC5591F6}" destId="{EBC72E8A-9F35-495A-9A60-D68AA34E4098}" srcOrd="0" destOrd="0" presId="urn:microsoft.com/office/officeart/2005/8/layout/orgChart1"/>
    <dgm:cxn modelId="{A0168D27-E495-4AD1-95DF-F090579FF08C}" type="presParOf" srcId="{B8622849-AE75-4326-89AD-FC46CC5591F6}" destId="{9477E0A2-EDEE-4928-88BB-E2DCF2913110}" srcOrd="1" destOrd="0" presId="urn:microsoft.com/office/officeart/2005/8/layout/orgChart1"/>
    <dgm:cxn modelId="{AEA4836B-F5EC-4F68-A1E9-CAA3112707D9}" type="presParOf" srcId="{658A38C5-7EA6-4CB2-B14A-3201A5CBE45F}" destId="{CD4063A0-EF57-4F16-A822-66D244C8C498}" srcOrd="1" destOrd="0" presId="urn:microsoft.com/office/officeart/2005/8/layout/orgChart1"/>
    <dgm:cxn modelId="{DCDC002F-6855-470D-9F82-164A3CDBCAA5}" type="presParOf" srcId="{658A38C5-7EA6-4CB2-B14A-3201A5CBE45F}" destId="{166171F6-6077-46A1-A4F3-53CF72F07E72}" srcOrd="2" destOrd="0" presId="urn:microsoft.com/office/officeart/2005/8/layout/orgChart1"/>
    <dgm:cxn modelId="{6A51A63D-2140-4DAE-817F-5E14E62A71BA}" type="presParOf" srcId="{052C265E-6976-4557-A34A-40FA99B5338A}" destId="{AF033164-4386-4AE3-90A1-73A25AC998BD}"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1EDE318-68DB-4217-8DEC-C0C30D29D41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BE182442-C43A-4D74-B970-82236E31F7DE}">
      <dgm:prSet phldrT="[Text]" custT="1"/>
      <dgm:spPr/>
      <dgm:t>
        <a:bodyPr/>
        <a:lstStyle/>
        <a:p>
          <a:r>
            <a:rPr lang="en-US" sz="1000" dirty="0">
              <a:latin typeface="+mj-lt"/>
            </a:rPr>
            <a:t>Approaches</a:t>
          </a:r>
          <a:endParaRPr lang="en-ZA" sz="1000" dirty="0">
            <a:latin typeface="+mj-lt"/>
          </a:endParaRPr>
        </a:p>
      </dgm:t>
    </dgm:pt>
    <dgm:pt modelId="{48DB6750-329E-42DD-8EF2-FA66A8A14545}" type="parTrans" cxnId="{E61361F8-EFFD-416F-B4C4-A0E76C34DABE}">
      <dgm:prSet/>
      <dgm:spPr/>
      <dgm:t>
        <a:bodyPr/>
        <a:lstStyle/>
        <a:p>
          <a:endParaRPr lang="en-ZA" sz="1000">
            <a:latin typeface="+mj-lt"/>
          </a:endParaRPr>
        </a:p>
      </dgm:t>
    </dgm:pt>
    <dgm:pt modelId="{631C25B1-AAB4-49DA-9B6B-C5729C7F4674}" type="sibTrans" cxnId="{E61361F8-EFFD-416F-B4C4-A0E76C34DABE}">
      <dgm:prSet/>
      <dgm:spPr/>
      <dgm:t>
        <a:bodyPr/>
        <a:lstStyle/>
        <a:p>
          <a:endParaRPr lang="en-ZA" sz="1000">
            <a:latin typeface="+mj-lt"/>
          </a:endParaRPr>
        </a:p>
      </dgm:t>
    </dgm:pt>
    <dgm:pt modelId="{D7B62469-FD0F-4DC7-AA6B-3A3D87E07638}">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000" kern="1200" dirty="0">
              <a:solidFill>
                <a:prstClr val="white"/>
              </a:solidFill>
              <a:latin typeface="+mj-lt"/>
              <a:ea typeface="ＭＳ Ｐゴシック"/>
              <a:cs typeface="+mn-cs"/>
            </a:rPr>
            <a:t>Decision tree analysis</a:t>
          </a:r>
          <a:endParaRPr lang="en-ZA" sz="1000" kern="1200" dirty="0">
            <a:solidFill>
              <a:prstClr val="white"/>
            </a:solidFill>
            <a:latin typeface="+mj-lt"/>
            <a:ea typeface="ＭＳ Ｐゴシック"/>
            <a:cs typeface="+mn-cs"/>
          </a:endParaRPr>
        </a:p>
      </dgm:t>
    </dgm:pt>
    <dgm:pt modelId="{D7981784-3AE3-4464-A3A1-29F8488FF8F3}" type="parTrans" cxnId="{3AF6E373-4F3D-416C-A32F-AE31E813E447}">
      <dgm:prSet/>
      <dgm:spPr/>
      <dgm:t>
        <a:bodyPr/>
        <a:lstStyle/>
        <a:p>
          <a:endParaRPr lang="en-ZA" sz="1000">
            <a:latin typeface="+mj-lt"/>
          </a:endParaRPr>
        </a:p>
      </dgm:t>
    </dgm:pt>
    <dgm:pt modelId="{342F6E4D-A227-4B44-AB05-3B030A443EDE}" type="sibTrans" cxnId="{3AF6E373-4F3D-416C-A32F-AE31E813E447}">
      <dgm:prSet/>
      <dgm:spPr/>
      <dgm:t>
        <a:bodyPr/>
        <a:lstStyle/>
        <a:p>
          <a:endParaRPr lang="en-ZA" sz="1000">
            <a:latin typeface="+mj-lt"/>
          </a:endParaRPr>
        </a:p>
      </dgm:t>
    </dgm:pt>
    <dgm:pt modelId="{E4CB8A46-922B-4C8B-9275-7B45214FEB1F}">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000" kern="1200" dirty="0">
              <a:solidFill>
                <a:prstClr val="white"/>
              </a:solidFill>
              <a:latin typeface="Tahoma"/>
              <a:ea typeface="ＭＳ Ｐゴシック"/>
              <a:cs typeface="+mn-cs"/>
            </a:rPr>
            <a:t>Sensitivity analysis</a:t>
          </a:r>
          <a:endParaRPr lang="en-ZA" sz="1000" kern="1200" dirty="0">
            <a:solidFill>
              <a:prstClr val="white"/>
            </a:solidFill>
            <a:latin typeface="Tahoma"/>
            <a:ea typeface="ＭＳ Ｐゴシック"/>
            <a:cs typeface="+mn-cs"/>
          </a:endParaRPr>
        </a:p>
      </dgm:t>
    </dgm:pt>
    <dgm:pt modelId="{AF0FBD2E-F66B-4041-8005-5480757F0850}" type="parTrans" cxnId="{5BBC3E9B-00BB-4287-800A-9BEB590D7555}">
      <dgm:prSet/>
      <dgm:spPr/>
      <dgm:t>
        <a:bodyPr/>
        <a:lstStyle/>
        <a:p>
          <a:endParaRPr lang="en-ZA" sz="1000">
            <a:latin typeface="+mj-lt"/>
          </a:endParaRPr>
        </a:p>
      </dgm:t>
    </dgm:pt>
    <dgm:pt modelId="{96DD29F6-EBA2-4278-96C5-60B0AD2CF9F7}" type="sibTrans" cxnId="{5BBC3E9B-00BB-4287-800A-9BEB590D7555}">
      <dgm:prSet/>
      <dgm:spPr/>
      <dgm:t>
        <a:bodyPr/>
        <a:lstStyle/>
        <a:p>
          <a:endParaRPr lang="en-ZA" sz="1000">
            <a:latin typeface="+mj-lt"/>
          </a:endParaRPr>
        </a:p>
      </dgm:t>
    </dgm:pt>
    <dgm:pt modelId="{44D8ABEF-00EB-4C4C-BC3D-7053B0F4D838}">
      <dgm:prSet phldrT="[Text]" custT="1"/>
      <dgm:spPr>
        <a:solidFill>
          <a:srgbClr val="C00000"/>
        </a:solidFill>
        <a:ln w="25400" cap="flat" cmpd="sng" algn="ctr">
          <a:solidFill>
            <a:srgbClr val="C00000"/>
          </a:solidFill>
          <a:prstDash val="solid"/>
        </a:ln>
        <a:effectLst/>
      </dgm:spPr>
      <dgm:t>
        <a:bodyPr spcFirstLastPara="0" vert="horz" wrap="square" lIns="7620" tIns="7620" rIns="7620" bIns="7620" numCol="1" spcCol="1270" anchor="ctr" anchorCtr="0"/>
        <a:lstStyle/>
        <a:p>
          <a:r>
            <a:rPr lang="en-US" sz="1000" kern="1200" dirty="0">
              <a:solidFill>
                <a:prstClr val="white"/>
              </a:solidFill>
              <a:latin typeface="Tahoma"/>
              <a:ea typeface="ＭＳ Ｐゴシック"/>
              <a:cs typeface="+mn-cs"/>
            </a:rPr>
            <a:t>Scenario</a:t>
          </a:r>
          <a:r>
            <a:rPr lang="en-US" sz="1000" kern="1200" dirty="0">
              <a:latin typeface="+mj-lt"/>
            </a:rPr>
            <a:t> analysis</a:t>
          </a:r>
          <a:endParaRPr lang="en-ZA" sz="1000" kern="1200" dirty="0">
            <a:latin typeface="+mj-lt"/>
          </a:endParaRPr>
        </a:p>
      </dgm:t>
    </dgm:pt>
    <dgm:pt modelId="{E83AF7F1-7F99-4EB5-9389-9843FC06D2EE}" type="parTrans" cxnId="{821B8639-A311-4E78-8FB3-2A71A3999888}">
      <dgm:prSet/>
      <dgm:spPr/>
      <dgm:t>
        <a:bodyPr/>
        <a:lstStyle/>
        <a:p>
          <a:endParaRPr lang="en-ZA" sz="1000">
            <a:latin typeface="+mj-lt"/>
          </a:endParaRPr>
        </a:p>
      </dgm:t>
    </dgm:pt>
    <dgm:pt modelId="{9898696D-72F2-41BF-A071-F0022083834A}" type="sibTrans" cxnId="{821B8639-A311-4E78-8FB3-2A71A3999888}">
      <dgm:prSet/>
      <dgm:spPr/>
      <dgm:t>
        <a:bodyPr/>
        <a:lstStyle/>
        <a:p>
          <a:endParaRPr lang="en-ZA" sz="1000">
            <a:latin typeface="+mj-lt"/>
          </a:endParaRPr>
        </a:p>
      </dgm:t>
    </dgm:pt>
    <dgm:pt modelId="{7CEA26F6-8963-48D5-8608-461FF11EBC77}" type="pres">
      <dgm:prSet presAssocID="{E1EDE318-68DB-4217-8DEC-C0C30D29D41D}" presName="hierChild1" presStyleCnt="0">
        <dgm:presLayoutVars>
          <dgm:orgChart val="1"/>
          <dgm:chPref val="1"/>
          <dgm:dir/>
          <dgm:animOne val="branch"/>
          <dgm:animLvl val="lvl"/>
          <dgm:resizeHandles/>
        </dgm:presLayoutVars>
      </dgm:prSet>
      <dgm:spPr/>
    </dgm:pt>
    <dgm:pt modelId="{052C265E-6976-4557-A34A-40FA99B5338A}" type="pres">
      <dgm:prSet presAssocID="{BE182442-C43A-4D74-B970-82236E31F7DE}" presName="hierRoot1" presStyleCnt="0">
        <dgm:presLayoutVars>
          <dgm:hierBranch val="init"/>
        </dgm:presLayoutVars>
      </dgm:prSet>
      <dgm:spPr/>
    </dgm:pt>
    <dgm:pt modelId="{933F3580-C0F5-4256-B144-189B3BBAC433}" type="pres">
      <dgm:prSet presAssocID="{BE182442-C43A-4D74-B970-82236E31F7DE}" presName="rootComposite1" presStyleCnt="0"/>
      <dgm:spPr/>
    </dgm:pt>
    <dgm:pt modelId="{69BC5031-3352-448D-9640-00AE2E86CDCF}" type="pres">
      <dgm:prSet presAssocID="{BE182442-C43A-4D74-B970-82236E31F7DE}" presName="rootText1" presStyleLbl="node0" presStyleIdx="0" presStyleCnt="1">
        <dgm:presLayoutVars>
          <dgm:chPref val="3"/>
        </dgm:presLayoutVars>
      </dgm:prSet>
      <dgm:spPr/>
    </dgm:pt>
    <dgm:pt modelId="{655A3295-0444-4AB5-9D60-DABCFC133281}" type="pres">
      <dgm:prSet presAssocID="{BE182442-C43A-4D74-B970-82236E31F7DE}" presName="rootConnector1" presStyleLbl="node1" presStyleIdx="0" presStyleCnt="0"/>
      <dgm:spPr/>
    </dgm:pt>
    <dgm:pt modelId="{053C550B-F9AB-4E0A-A479-A886789BA614}" type="pres">
      <dgm:prSet presAssocID="{BE182442-C43A-4D74-B970-82236E31F7DE}" presName="hierChild2" presStyleCnt="0"/>
      <dgm:spPr/>
    </dgm:pt>
    <dgm:pt modelId="{412D3198-CDFA-4649-BB4E-2AE0A8681C92}" type="pres">
      <dgm:prSet presAssocID="{D7981784-3AE3-4464-A3A1-29F8488FF8F3}" presName="Name37" presStyleLbl="parChTrans1D2" presStyleIdx="0" presStyleCnt="3"/>
      <dgm:spPr/>
    </dgm:pt>
    <dgm:pt modelId="{62358649-FAAC-4328-BB80-56A3D51FBC5E}" type="pres">
      <dgm:prSet presAssocID="{D7B62469-FD0F-4DC7-AA6B-3A3D87E07638}" presName="hierRoot2" presStyleCnt="0">
        <dgm:presLayoutVars>
          <dgm:hierBranch val="init"/>
        </dgm:presLayoutVars>
      </dgm:prSet>
      <dgm:spPr/>
    </dgm:pt>
    <dgm:pt modelId="{48F90451-6200-4A44-A348-2C0C0C11B8BA}" type="pres">
      <dgm:prSet presAssocID="{D7B62469-FD0F-4DC7-AA6B-3A3D87E07638}" presName="rootComposite" presStyleCnt="0"/>
      <dgm:spPr/>
    </dgm:pt>
    <dgm:pt modelId="{70761584-8CCE-4718-8B45-4A3FA212332F}" type="pres">
      <dgm:prSet presAssocID="{D7B62469-FD0F-4DC7-AA6B-3A3D87E07638}" presName="rootText" presStyleLbl="node2" presStyleIdx="0" presStyleCnt="3">
        <dgm:presLayoutVars>
          <dgm:chPref val="3"/>
        </dgm:presLayoutVars>
      </dgm:prSet>
      <dgm:spPr>
        <a:xfrm>
          <a:off x="228" y="1214454"/>
          <a:ext cx="993323" cy="496661"/>
        </a:xfrm>
        <a:prstGeom prst="rect">
          <a:avLst/>
        </a:prstGeom>
      </dgm:spPr>
    </dgm:pt>
    <dgm:pt modelId="{D6F2F5BB-25B7-4A8E-BDAF-03344CAC05BE}" type="pres">
      <dgm:prSet presAssocID="{D7B62469-FD0F-4DC7-AA6B-3A3D87E07638}" presName="rootConnector" presStyleLbl="node2" presStyleIdx="0" presStyleCnt="3"/>
      <dgm:spPr/>
    </dgm:pt>
    <dgm:pt modelId="{94A22768-6A93-44DE-8091-CD553B804E15}" type="pres">
      <dgm:prSet presAssocID="{D7B62469-FD0F-4DC7-AA6B-3A3D87E07638}" presName="hierChild4" presStyleCnt="0"/>
      <dgm:spPr/>
    </dgm:pt>
    <dgm:pt modelId="{FDE57F49-7740-4142-B668-C29EEDB8BD86}" type="pres">
      <dgm:prSet presAssocID="{D7B62469-FD0F-4DC7-AA6B-3A3D87E07638}" presName="hierChild5" presStyleCnt="0"/>
      <dgm:spPr/>
    </dgm:pt>
    <dgm:pt modelId="{C6150F60-7608-4FA1-B885-8D393A32ECB9}" type="pres">
      <dgm:prSet presAssocID="{AF0FBD2E-F66B-4041-8005-5480757F0850}" presName="Name37" presStyleLbl="parChTrans1D2" presStyleIdx="1" presStyleCnt="3"/>
      <dgm:spPr/>
    </dgm:pt>
    <dgm:pt modelId="{5DB92047-3785-40CA-B5A6-2B8F4B699746}" type="pres">
      <dgm:prSet presAssocID="{E4CB8A46-922B-4C8B-9275-7B45214FEB1F}" presName="hierRoot2" presStyleCnt="0">
        <dgm:presLayoutVars>
          <dgm:hierBranch val="init"/>
        </dgm:presLayoutVars>
      </dgm:prSet>
      <dgm:spPr/>
    </dgm:pt>
    <dgm:pt modelId="{77751AB9-7D73-48D2-B976-51F61119741F}" type="pres">
      <dgm:prSet presAssocID="{E4CB8A46-922B-4C8B-9275-7B45214FEB1F}" presName="rootComposite" presStyleCnt="0"/>
      <dgm:spPr/>
    </dgm:pt>
    <dgm:pt modelId="{8C6CB93C-F4A3-4CE7-9627-F6A57743FEDE}" type="pres">
      <dgm:prSet presAssocID="{E4CB8A46-922B-4C8B-9275-7B45214FEB1F}" presName="rootText" presStyleLbl="node2" presStyleIdx="1" presStyleCnt="3">
        <dgm:presLayoutVars>
          <dgm:chPref val="3"/>
        </dgm:presLayoutVars>
      </dgm:prSet>
      <dgm:spPr>
        <a:xfrm>
          <a:off x="900819" y="959710"/>
          <a:ext cx="744337" cy="372168"/>
        </a:xfrm>
        <a:prstGeom prst="rect">
          <a:avLst/>
        </a:prstGeom>
      </dgm:spPr>
    </dgm:pt>
    <dgm:pt modelId="{F48C748B-C42E-40EF-BD56-39EC16151ACF}" type="pres">
      <dgm:prSet presAssocID="{E4CB8A46-922B-4C8B-9275-7B45214FEB1F}" presName="rootConnector" presStyleLbl="node2" presStyleIdx="1" presStyleCnt="3"/>
      <dgm:spPr/>
    </dgm:pt>
    <dgm:pt modelId="{1C63BCBB-3F48-4E86-93E0-71562FF53856}" type="pres">
      <dgm:prSet presAssocID="{E4CB8A46-922B-4C8B-9275-7B45214FEB1F}" presName="hierChild4" presStyleCnt="0"/>
      <dgm:spPr/>
    </dgm:pt>
    <dgm:pt modelId="{D0C65CEB-EB88-46E8-8590-901FB169815D}" type="pres">
      <dgm:prSet presAssocID="{E4CB8A46-922B-4C8B-9275-7B45214FEB1F}" presName="hierChild5" presStyleCnt="0"/>
      <dgm:spPr/>
    </dgm:pt>
    <dgm:pt modelId="{29798DE5-6DA5-44C7-954F-AD06D3A6F60E}" type="pres">
      <dgm:prSet presAssocID="{E83AF7F1-7F99-4EB5-9389-9843FC06D2EE}" presName="Name37" presStyleLbl="parChTrans1D2" presStyleIdx="2" presStyleCnt="3"/>
      <dgm:spPr/>
    </dgm:pt>
    <dgm:pt modelId="{658A38C5-7EA6-4CB2-B14A-3201A5CBE45F}" type="pres">
      <dgm:prSet presAssocID="{44D8ABEF-00EB-4C4C-BC3D-7053B0F4D838}" presName="hierRoot2" presStyleCnt="0">
        <dgm:presLayoutVars>
          <dgm:hierBranch val="init"/>
        </dgm:presLayoutVars>
      </dgm:prSet>
      <dgm:spPr/>
    </dgm:pt>
    <dgm:pt modelId="{B8622849-AE75-4326-89AD-FC46CC5591F6}" type="pres">
      <dgm:prSet presAssocID="{44D8ABEF-00EB-4C4C-BC3D-7053B0F4D838}" presName="rootComposite" presStyleCnt="0"/>
      <dgm:spPr/>
    </dgm:pt>
    <dgm:pt modelId="{EBC72E8A-9F35-495A-9A60-D68AA34E4098}" type="pres">
      <dgm:prSet presAssocID="{44D8ABEF-00EB-4C4C-BC3D-7053B0F4D838}" presName="rootText" presStyleLbl="node2" presStyleIdx="2" presStyleCnt="3">
        <dgm:presLayoutVars>
          <dgm:chPref val="3"/>
        </dgm:presLayoutVars>
      </dgm:prSet>
      <dgm:spPr>
        <a:xfrm>
          <a:off x="1801467" y="959710"/>
          <a:ext cx="744337" cy="372168"/>
        </a:xfrm>
        <a:prstGeom prst="rect">
          <a:avLst/>
        </a:prstGeom>
      </dgm:spPr>
    </dgm:pt>
    <dgm:pt modelId="{9477E0A2-EDEE-4928-88BB-E2DCF2913110}" type="pres">
      <dgm:prSet presAssocID="{44D8ABEF-00EB-4C4C-BC3D-7053B0F4D838}" presName="rootConnector" presStyleLbl="node2" presStyleIdx="2" presStyleCnt="3"/>
      <dgm:spPr/>
    </dgm:pt>
    <dgm:pt modelId="{CD4063A0-EF57-4F16-A822-66D244C8C498}" type="pres">
      <dgm:prSet presAssocID="{44D8ABEF-00EB-4C4C-BC3D-7053B0F4D838}" presName="hierChild4" presStyleCnt="0"/>
      <dgm:spPr/>
    </dgm:pt>
    <dgm:pt modelId="{166171F6-6077-46A1-A4F3-53CF72F07E72}" type="pres">
      <dgm:prSet presAssocID="{44D8ABEF-00EB-4C4C-BC3D-7053B0F4D838}" presName="hierChild5" presStyleCnt="0"/>
      <dgm:spPr/>
    </dgm:pt>
    <dgm:pt modelId="{AF033164-4386-4AE3-90A1-73A25AC998BD}" type="pres">
      <dgm:prSet presAssocID="{BE182442-C43A-4D74-B970-82236E31F7DE}" presName="hierChild3" presStyleCnt="0"/>
      <dgm:spPr/>
    </dgm:pt>
  </dgm:ptLst>
  <dgm:cxnLst>
    <dgm:cxn modelId="{11E8CA02-5AF7-40C3-9FE4-7ED3C4C463C8}" type="presOf" srcId="{D7B62469-FD0F-4DC7-AA6B-3A3D87E07638}" destId="{D6F2F5BB-25B7-4A8E-BDAF-03344CAC05BE}" srcOrd="1" destOrd="0" presId="urn:microsoft.com/office/officeart/2005/8/layout/orgChart1"/>
    <dgm:cxn modelId="{653B7A16-D0C9-4CCD-8098-54B49FECAC6A}" type="presOf" srcId="{BE182442-C43A-4D74-B970-82236E31F7DE}" destId="{655A3295-0444-4AB5-9D60-DABCFC133281}" srcOrd="1" destOrd="0" presId="urn:microsoft.com/office/officeart/2005/8/layout/orgChart1"/>
    <dgm:cxn modelId="{C9F81E1A-E4F4-4628-A66D-AB282B675A07}" type="presOf" srcId="{44D8ABEF-00EB-4C4C-BC3D-7053B0F4D838}" destId="{9477E0A2-EDEE-4928-88BB-E2DCF2913110}" srcOrd="1" destOrd="0" presId="urn:microsoft.com/office/officeart/2005/8/layout/orgChart1"/>
    <dgm:cxn modelId="{C4CDFC1C-4304-4E40-8638-CAD182DEA1CE}" type="presOf" srcId="{44D8ABEF-00EB-4C4C-BC3D-7053B0F4D838}" destId="{EBC72E8A-9F35-495A-9A60-D68AA34E4098}" srcOrd="0" destOrd="0" presId="urn:microsoft.com/office/officeart/2005/8/layout/orgChart1"/>
    <dgm:cxn modelId="{4A119A31-41C4-4596-96E9-9D0DD3069A57}" type="presOf" srcId="{AF0FBD2E-F66B-4041-8005-5480757F0850}" destId="{C6150F60-7608-4FA1-B885-8D393A32ECB9}" srcOrd="0" destOrd="0" presId="urn:microsoft.com/office/officeart/2005/8/layout/orgChart1"/>
    <dgm:cxn modelId="{821B8639-A311-4E78-8FB3-2A71A3999888}" srcId="{BE182442-C43A-4D74-B970-82236E31F7DE}" destId="{44D8ABEF-00EB-4C4C-BC3D-7053B0F4D838}" srcOrd="2" destOrd="0" parTransId="{E83AF7F1-7F99-4EB5-9389-9843FC06D2EE}" sibTransId="{9898696D-72F2-41BF-A071-F0022083834A}"/>
    <dgm:cxn modelId="{246E6440-C640-4DDF-AD64-0DD718AD2B53}" type="presOf" srcId="{E4CB8A46-922B-4C8B-9275-7B45214FEB1F}" destId="{F48C748B-C42E-40EF-BD56-39EC16151ACF}" srcOrd="1" destOrd="0" presId="urn:microsoft.com/office/officeart/2005/8/layout/orgChart1"/>
    <dgm:cxn modelId="{B15E1D43-7A32-4535-AF76-C5ACCAB6682C}" type="presOf" srcId="{E4CB8A46-922B-4C8B-9275-7B45214FEB1F}" destId="{8C6CB93C-F4A3-4CE7-9627-F6A57743FEDE}" srcOrd="0" destOrd="0" presId="urn:microsoft.com/office/officeart/2005/8/layout/orgChart1"/>
    <dgm:cxn modelId="{3E8EC348-7A9C-459C-86FD-1E90E42DFDAF}" type="presOf" srcId="{E83AF7F1-7F99-4EB5-9389-9843FC06D2EE}" destId="{29798DE5-6DA5-44C7-954F-AD06D3A6F60E}" srcOrd="0" destOrd="0" presId="urn:microsoft.com/office/officeart/2005/8/layout/orgChart1"/>
    <dgm:cxn modelId="{1E17D24A-9F63-478E-8E18-99BDBD88F214}" type="presOf" srcId="{BE182442-C43A-4D74-B970-82236E31F7DE}" destId="{69BC5031-3352-448D-9640-00AE2E86CDCF}" srcOrd="0" destOrd="0" presId="urn:microsoft.com/office/officeart/2005/8/layout/orgChart1"/>
    <dgm:cxn modelId="{9431334F-7C85-4875-84BF-F714E0E3C58E}" type="presOf" srcId="{E1EDE318-68DB-4217-8DEC-C0C30D29D41D}" destId="{7CEA26F6-8963-48D5-8608-461FF11EBC77}" srcOrd="0" destOrd="0" presId="urn:microsoft.com/office/officeart/2005/8/layout/orgChart1"/>
    <dgm:cxn modelId="{3AF6E373-4F3D-416C-A32F-AE31E813E447}" srcId="{BE182442-C43A-4D74-B970-82236E31F7DE}" destId="{D7B62469-FD0F-4DC7-AA6B-3A3D87E07638}" srcOrd="0" destOrd="0" parTransId="{D7981784-3AE3-4464-A3A1-29F8488FF8F3}" sibTransId="{342F6E4D-A227-4B44-AB05-3B030A443EDE}"/>
    <dgm:cxn modelId="{5BBC3E9B-00BB-4287-800A-9BEB590D7555}" srcId="{BE182442-C43A-4D74-B970-82236E31F7DE}" destId="{E4CB8A46-922B-4C8B-9275-7B45214FEB1F}" srcOrd="1" destOrd="0" parTransId="{AF0FBD2E-F66B-4041-8005-5480757F0850}" sibTransId="{96DD29F6-EBA2-4278-96C5-60B0AD2CF9F7}"/>
    <dgm:cxn modelId="{A882F1B0-1E6B-4773-BD51-6E2DA0D09E74}" type="presOf" srcId="{D7981784-3AE3-4464-A3A1-29F8488FF8F3}" destId="{412D3198-CDFA-4649-BB4E-2AE0A8681C92}" srcOrd="0" destOrd="0" presId="urn:microsoft.com/office/officeart/2005/8/layout/orgChart1"/>
    <dgm:cxn modelId="{CBE7C7E1-942F-40A7-A5F8-E6334A7A088C}" type="presOf" srcId="{D7B62469-FD0F-4DC7-AA6B-3A3D87E07638}" destId="{70761584-8CCE-4718-8B45-4A3FA212332F}" srcOrd="0" destOrd="0" presId="urn:microsoft.com/office/officeart/2005/8/layout/orgChart1"/>
    <dgm:cxn modelId="{E61361F8-EFFD-416F-B4C4-A0E76C34DABE}" srcId="{E1EDE318-68DB-4217-8DEC-C0C30D29D41D}" destId="{BE182442-C43A-4D74-B970-82236E31F7DE}" srcOrd="0" destOrd="0" parTransId="{48DB6750-329E-42DD-8EF2-FA66A8A14545}" sibTransId="{631C25B1-AAB4-49DA-9B6B-C5729C7F4674}"/>
    <dgm:cxn modelId="{BDEBE316-89F8-4814-B490-7D59E0674E7E}" type="presParOf" srcId="{7CEA26F6-8963-48D5-8608-461FF11EBC77}" destId="{052C265E-6976-4557-A34A-40FA99B5338A}" srcOrd="0" destOrd="0" presId="urn:microsoft.com/office/officeart/2005/8/layout/orgChart1"/>
    <dgm:cxn modelId="{9A9F7642-56A8-42D2-805E-A3E882030B20}" type="presParOf" srcId="{052C265E-6976-4557-A34A-40FA99B5338A}" destId="{933F3580-C0F5-4256-B144-189B3BBAC433}" srcOrd="0" destOrd="0" presId="urn:microsoft.com/office/officeart/2005/8/layout/orgChart1"/>
    <dgm:cxn modelId="{14CED0B7-E95C-483E-9E1F-F3584577B614}" type="presParOf" srcId="{933F3580-C0F5-4256-B144-189B3BBAC433}" destId="{69BC5031-3352-448D-9640-00AE2E86CDCF}" srcOrd="0" destOrd="0" presId="urn:microsoft.com/office/officeart/2005/8/layout/orgChart1"/>
    <dgm:cxn modelId="{753E3E23-D7C4-4DA2-816C-4D8177E0FB10}" type="presParOf" srcId="{933F3580-C0F5-4256-B144-189B3BBAC433}" destId="{655A3295-0444-4AB5-9D60-DABCFC133281}" srcOrd="1" destOrd="0" presId="urn:microsoft.com/office/officeart/2005/8/layout/orgChart1"/>
    <dgm:cxn modelId="{F03B129F-D12D-48A3-8B9B-24714045D15E}" type="presParOf" srcId="{052C265E-6976-4557-A34A-40FA99B5338A}" destId="{053C550B-F9AB-4E0A-A479-A886789BA614}" srcOrd="1" destOrd="0" presId="urn:microsoft.com/office/officeart/2005/8/layout/orgChart1"/>
    <dgm:cxn modelId="{5CA3E08E-0A5E-4995-945C-42E6927AF147}" type="presParOf" srcId="{053C550B-F9AB-4E0A-A479-A886789BA614}" destId="{412D3198-CDFA-4649-BB4E-2AE0A8681C92}" srcOrd="0" destOrd="0" presId="urn:microsoft.com/office/officeart/2005/8/layout/orgChart1"/>
    <dgm:cxn modelId="{C297DAEE-C86D-4F0A-9781-8F48C819DF16}" type="presParOf" srcId="{053C550B-F9AB-4E0A-A479-A886789BA614}" destId="{62358649-FAAC-4328-BB80-56A3D51FBC5E}" srcOrd="1" destOrd="0" presId="urn:microsoft.com/office/officeart/2005/8/layout/orgChart1"/>
    <dgm:cxn modelId="{1CA8ED97-D55F-42BD-86A6-26BDC99FC0CB}" type="presParOf" srcId="{62358649-FAAC-4328-BB80-56A3D51FBC5E}" destId="{48F90451-6200-4A44-A348-2C0C0C11B8BA}" srcOrd="0" destOrd="0" presId="urn:microsoft.com/office/officeart/2005/8/layout/orgChart1"/>
    <dgm:cxn modelId="{2EFD35CA-2B82-44A9-AAD6-37391F87BEDE}" type="presParOf" srcId="{48F90451-6200-4A44-A348-2C0C0C11B8BA}" destId="{70761584-8CCE-4718-8B45-4A3FA212332F}" srcOrd="0" destOrd="0" presId="urn:microsoft.com/office/officeart/2005/8/layout/orgChart1"/>
    <dgm:cxn modelId="{C86E91B6-FB99-43E9-B4E0-254B21C43025}" type="presParOf" srcId="{48F90451-6200-4A44-A348-2C0C0C11B8BA}" destId="{D6F2F5BB-25B7-4A8E-BDAF-03344CAC05BE}" srcOrd="1" destOrd="0" presId="urn:microsoft.com/office/officeart/2005/8/layout/orgChart1"/>
    <dgm:cxn modelId="{D4C3F573-83C6-45D1-9A6A-FE96AC8E85FE}" type="presParOf" srcId="{62358649-FAAC-4328-BB80-56A3D51FBC5E}" destId="{94A22768-6A93-44DE-8091-CD553B804E15}" srcOrd="1" destOrd="0" presId="urn:microsoft.com/office/officeart/2005/8/layout/orgChart1"/>
    <dgm:cxn modelId="{59CD2AB4-153D-4759-ABB0-95000CC4485E}" type="presParOf" srcId="{62358649-FAAC-4328-BB80-56A3D51FBC5E}" destId="{FDE57F49-7740-4142-B668-C29EEDB8BD86}" srcOrd="2" destOrd="0" presId="urn:microsoft.com/office/officeart/2005/8/layout/orgChart1"/>
    <dgm:cxn modelId="{74447C41-81CF-43BD-9A9B-C729BA658671}" type="presParOf" srcId="{053C550B-F9AB-4E0A-A479-A886789BA614}" destId="{C6150F60-7608-4FA1-B885-8D393A32ECB9}" srcOrd="2" destOrd="0" presId="urn:microsoft.com/office/officeart/2005/8/layout/orgChart1"/>
    <dgm:cxn modelId="{AE1BC232-542A-4B7F-B61A-BD550E7BDE3B}" type="presParOf" srcId="{053C550B-F9AB-4E0A-A479-A886789BA614}" destId="{5DB92047-3785-40CA-B5A6-2B8F4B699746}" srcOrd="3" destOrd="0" presId="urn:microsoft.com/office/officeart/2005/8/layout/orgChart1"/>
    <dgm:cxn modelId="{3792376F-55E3-4A8C-975F-D480C412EE4C}" type="presParOf" srcId="{5DB92047-3785-40CA-B5A6-2B8F4B699746}" destId="{77751AB9-7D73-48D2-B976-51F61119741F}" srcOrd="0" destOrd="0" presId="urn:microsoft.com/office/officeart/2005/8/layout/orgChart1"/>
    <dgm:cxn modelId="{5C9E7FBD-4B5B-4F9F-BFC9-4EF46A6F6108}" type="presParOf" srcId="{77751AB9-7D73-48D2-B976-51F61119741F}" destId="{8C6CB93C-F4A3-4CE7-9627-F6A57743FEDE}" srcOrd="0" destOrd="0" presId="urn:microsoft.com/office/officeart/2005/8/layout/orgChart1"/>
    <dgm:cxn modelId="{3C08B6A5-155D-4636-84D4-E8E1F7859B6B}" type="presParOf" srcId="{77751AB9-7D73-48D2-B976-51F61119741F}" destId="{F48C748B-C42E-40EF-BD56-39EC16151ACF}" srcOrd="1" destOrd="0" presId="urn:microsoft.com/office/officeart/2005/8/layout/orgChart1"/>
    <dgm:cxn modelId="{E9B8C981-4B92-45A9-BC67-6FA91355DA75}" type="presParOf" srcId="{5DB92047-3785-40CA-B5A6-2B8F4B699746}" destId="{1C63BCBB-3F48-4E86-93E0-71562FF53856}" srcOrd="1" destOrd="0" presId="urn:microsoft.com/office/officeart/2005/8/layout/orgChart1"/>
    <dgm:cxn modelId="{A7C4A3A3-5094-4752-B314-8C6B6AD4888C}" type="presParOf" srcId="{5DB92047-3785-40CA-B5A6-2B8F4B699746}" destId="{D0C65CEB-EB88-46E8-8590-901FB169815D}" srcOrd="2" destOrd="0" presId="urn:microsoft.com/office/officeart/2005/8/layout/orgChart1"/>
    <dgm:cxn modelId="{564F0C1D-3A37-44DB-ADEC-56149776CB89}" type="presParOf" srcId="{053C550B-F9AB-4E0A-A479-A886789BA614}" destId="{29798DE5-6DA5-44C7-954F-AD06D3A6F60E}" srcOrd="4" destOrd="0" presId="urn:microsoft.com/office/officeart/2005/8/layout/orgChart1"/>
    <dgm:cxn modelId="{FC24FD5F-D395-48D9-A3C7-65842DD82129}" type="presParOf" srcId="{053C550B-F9AB-4E0A-A479-A886789BA614}" destId="{658A38C5-7EA6-4CB2-B14A-3201A5CBE45F}" srcOrd="5" destOrd="0" presId="urn:microsoft.com/office/officeart/2005/8/layout/orgChart1"/>
    <dgm:cxn modelId="{45F9A0F4-A3A5-456A-9F17-CD9D48AD0EC9}" type="presParOf" srcId="{658A38C5-7EA6-4CB2-B14A-3201A5CBE45F}" destId="{B8622849-AE75-4326-89AD-FC46CC5591F6}" srcOrd="0" destOrd="0" presId="urn:microsoft.com/office/officeart/2005/8/layout/orgChart1"/>
    <dgm:cxn modelId="{52AB1A28-8625-419B-B151-32AF826548EA}" type="presParOf" srcId="{B8622849-AE75-4326-89AD-FC46CC5591F6}" destId="{EBC72E8A-9F35-495A-9A60-D68AA34E4098}" srcOrd="0" destOrd="0" presId="urn:microsoft.com/office/officeart/2005/8/layout/orgChart1"/>
    <dgm:cxn modelId="{A0168D27-E495-4AD1-95DF-F090579FF08C}" type="presParOf" srcId="{B8622849-AE75-4326-89AD-FC46CC5591F6}" destId="{9477E0A2-EDEE-4928-88BB-E2DCF2913110}" srcOrd="1" destOrd="0" presId="urn:microsoft.com/office/officeart/2005/8/layout/orgChart1"/>
    <dgm:cxn modelId="{AEA4836B-F5EC-4F68-A1E9-CAA3112707D9}" type="presParOf" srcId="{658A38C5-7EA6-4CB2-B14A-3201A5CBE45F}" destId="{CD4063A0-EF57-4F16-A822-66D244C8C498}" srcOrd="1" destOrd="0" presId="urn:microsoft.com/office/officeart/2005/8/layout/orgChart1"/>
    <dgm:cxn modelId="{DCDC002F-6855-470D-9F82-164A3CDBCAA5}" type="presParOf" srcId="{658A38C5-7EA6-4CB2-B14A-3201A5CBE45F}" destId="{166171F6-6077-46A1-A4F3-53CF72F07E72}" srcOrd="2" destOrd="0" presId="urn:microsoft.com/office/officeart/2005/8/layout/orgChart1"/>
    <dgm:cxn modelId="{6A51A63D-2140-4DAE-817F-5E14E62A71BA}" type="presParOf" srcId="{052C265E-6976-4557-A34A-40FA99B5338A}" destId="{AF033164-4386-4AE3-90A1-73A25AC998BD}"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1EDE318-68DB-4217-8DEC-C0C30D29D41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BE182442-C43A-4D74-B970-82236E31F7DE}">
      <dgm:prSet phldrT="[Text]" custT="1"/>
      <dgm:spPr/>
      <dgm:t>
        <a:bodyPr/>
        <a:lstStyle/>
        <a:p>
          <a:r>
            <a:rPr lang="en-US" sz="1600" dirty="0">
              <a:latin typeface="+mj-lt"/>
            </a:rPr>
            <a:t>Approaches</a:t>
          </a:r>
          <a:endParaRPr lang="en-ZA" sz="1600" dirty="0">
            <a:latin typeface="+mj-lt"/>
          </a:endParaRPr>
        </a:p>
      </dgm:t>
    </dgm:pt>
    <dgm:pt modelId="{48DB6750-329E-42DD-8EF2-FA66A8A14545}" type="parTrans" cxnId="{E61361F8-EFFD-416F-B4C4-A0E76C34DABE}">
      <dgm:prSet/>
      <dgm:spPr/>
      <dgm:t>
        <a:bodyPr/>
        <a:lstStyle/>
        <a:p>
          <a:endParaRPr lang="en-ZA" sz="1600">
            <a:latin typeface="+mj-lt"/>
          </a:endParaRPr>
        </a:p>
      </dgm:t>
    </dgm:pt>
    <dgm:pt modelId="{631C25B1-AAB4-49DA-9B6B-C5729C7F4674}" type="sibTrans" cxnId="{E61361F8-EFFD-416F-B4C4-A0E76C34DABE}">
      <dgm:prSet/>
      <dgm:spPr/>
      <dgm:t>
        <a:bodyPr/>
        <a:lstStyle/>
        <a:p>
          <a:endParaRPr lang="en-ZA" sz="1600">
            <a:latin typeface="+mj-lt"/>
          </a:endParaRPr>
        </a:p>
      </dgm:t>
    </dgm:pt>
    <dgm:pt modelId="{D7B62469-FD0F-4DC7-AA6B-3A3D87E07638}">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600" kern="1200" dirty="0">
              <a:solidFill>
                <a:prstClr val="white"/>
              </a:solidFill>
              <a:latin typeface="+mj-lt"/>
              <a:ea typeface="ＭＳ Ｐゴシック"/>
              <a:cs typeface="+mn-cs"/>
            </a:rPr>
            <a:t>Decision tree analysis</a:t>
          </a:r>
          <a:endParaRPr lang="en-ZA" sz="1600" kern="1200" dirty="0">
            <a:solidFill>
              <a:prstClr val="white"/>
            </a:solidFill>
            <a:latin typeface="+mj-lt"/>
            <a:ea typeface="ＭＳ Ｐゴシック"/>
            <a:cs typeface="+mn-cs"/>
          </a:endParaRPr>
        </a:p>
      </dgm:t>
    </dgm:pt>
    <dgm:pt modelId="{D7981784-3AE3-4464-A3A1-29F8488FF8F3}" type="parTrans" cxnId="{3AF6E373-4F3D-416C-A32F-AE31E813E447}">
      <dgm:prSet/>
      <dgm:spPr/>
      <dgm:t>
        <a:bodyPr/>
        <a:lstStyle/>
        <a:p>
          <a:endParaRPr lang="en-ZA" sz="1600">
            <a:latin typeface="+mj-lt"/>
          </a:endParaRPr>
        </a:p>
      </dgm:t>
    </dgm:pt>
    <dgm:pt modelId="{342F6E4D-A227-4B44-AB05-3B030A443EDE}" type="sibTrans" cxnId="{3AF6E373-4F3D-416C-A32F-AE31E813E447}">
      <dgm:prSet/>
      <dgm:spPr/>
      <dgm:t>
        <a:bodyPr/>
        <a:lstStyle/>
        <a:p>
          <a:endParaRPr lang="en-ZA" sz="1600">
            <a:latin typeface="+mj-lt"/>
          </a:endParaRPr>
        </a:p>
      </dgm:t>
    </dgm:pt>
    <dgm:pt modelId="{E4CB8A46-922B-4C8B-9275-7B45214FEB1F}">
      <dgm:prSet phldrT="[Text]" custT="1"/>
      <dgm:spPr>
        <a:solidFill>
          <a:srgbClr val="4F81BD">
            <a:hueOff val="0"/>
            <a:satOff val="0"/>
            <a:lumOff val="0"/>
            <a:alphaOff val="0"/>
          </a:srgbClr>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600" kern="1200" dirty="0">
              <a:solidFill>
                <a:prstClr val="white"/>
              </a:solidFill>
              <a:latin typeface="+mj-lt"/>
              <a:ea typeface="ＭＳ Ｐゴシック"/>
              <a:cs typeface="+mn-cs"/>
            </a:rPr>
            <a:t>Sensitivity analysis</a:t>
          </a:r>
          <a:endParaRPr lang="en-ZA" sz="1600" kern="1200" dirty="0">
            <a:solidFill>
              <a:prstClr val="white"/>
            </a:solidFill>
            <a:latin typeface="+mj-lt"/>
            <a:ea typeface="ＭＳ Ｐゴシック"/>
            <a:cs typeface="+mn-cs"/>
          </a:endParaRPr>
        </a:p>
      </dgm:t>
    </dgm:pt>
    <dgm:pt modelId="{AF0FBD2E-F66B-4041-8005-5480757F0850}" type="parTrans" cxnId="{5BBC3E9B-00BB-4287-800A-9BEB590D7555}">
      <dgm:prSet/>
      <dgm:spPr/>
      <dgm:t>
        <a:bodyPr/>
        <a:lstStyle/>
        <a:p>
          <a:endParaRPr lang="en-ZA" sz="1600">
            <a:latin typeface="+mj-lt"/>
          </a:endParaRPr>
        </a:p>
      </dgm:t>
    </dgm:pt>
    <dgm:pt modelId="{96DD29F6-EBA2-4278-96C5-60B0AD2CF9F7}" type="sibTrans" cxnId="{5BBC3E9B-00BB-4287-800A-9BEB590D7555}">
      <dgm:prSet/>
      <dgm:spPr/>
      <dgm:t>
        <a:bodyPr/>
        <a:lstStyle/>
        <a:p>
          <a:endParaRPr lang="en-ZA" sz="1600">
            <a:latin typeface="+mj-lt"/>
          </a:endParaRPr>
        </a:p>
      </dgm:t>
    </dgm:pt>
    <dgm:pt modelId="{44D8ABEF-00EB-4C4C-BC3D-7053B0F4D838}">
      <dgm:prSet phldrT="[Text]" custT="1"/>
      <dgm:spPr>
        <a:solidFill>
          <a:srgbClr val="C00000"/>
        </a:solidFill>
        <a:ln w="25400" cap="flat" cmpd="sng" algn="ctr">
          <a:solidFill>
            <a:srgbClr val="C00000"/>
          </a:solidFill>
          <a:prstDash val="solid"/>
        </a:ln>
        <a:effectLst/>
      </dgm:spPr>
      <dgm:t>
        <a:bodyPr spcFirstLastPara="0" vert="horz" wrap="square" lIns="7620" tIns="7620" rIns="7620" bIns="7620" numCol="1" spcCol="1270" anchor="ctr" anchorCtr="0"/>
        <a:lstStyle/>
        <a:p>
          <a:r>
            <a:rPr lang="en-US" sz="1600" kern="1200" dirty="0">
              <a:solidFill>
                <a:prstClr val="white"/>
              </a:solidFill>
              <a:latin typeface="+mj-lt"/>
              <a:ea typeface="ＭＳ Ｐゴシック"/>
              <a:cs typeface="+mn-cs"/>
            </a:rPr>
            <a:t>Scenario</a:t>
          </a:r>
          <a:r>
            <a:rPr lang="en-US" sz="1600" kern="1200" dirty="0">
              <a:latin typeface="+mj-lt"/>
            </a:rPr>
            <a:t> analysis</a:t>
          </a:r>
          <a:endParaRPr lang="en-ZA" sz="1600" kern="1200" dirty="0">
            <a:latin typeface="+mj-lt"/>
          </a:endParaRPr>
        </a:p>
      </dgm:t>
    </dgm:pt>
    <dgm:pt modelId="{E83AF7F1-7F99-4EB5-9389-9843FC06D2EE}" type="parTrans" cxnId="{821B8639-A311-4E78-8FB3-2A71A3999888}">
      <dgm:prSet/>
      <dgm:spPr/>
      <dgm:t>
        <a:bodyPr/>
        <a:lstStyle/>
        <a:p>
          <a:endParaRPr lang="en-ZA" sz="1600">
            <a:latin typeface="+mj-lt"/>
          </a:endParaRPr>
        </a:p>
      </dgm:t>
    </dgm:pt>
    <dgm:pt modelId="{9898696D-72F2-41BF-A071-F0022083834A}" type="sibTrans" cxnId="{821B8639-A311-4E78-8FB3-2A71A3999888}">
      <dgm:prSet/>
      <dgm:spPr/>
      <dgm:t>
        <a:bodyPr/>
        <a:lstStyle/>
        <a:p>
          <a:endParaRPr lang="en-ZA" sz="1600">
            <a:latin typeface="+mj-lt"/>
          </a:endParaRPr>
        </a:p>
      </dgm:t>
    </dgm:pt>
    <dgm:pt modelId="{7CEA26F6-8963-48D5-8608-461FF11EBC77}" type="pres">
      <dgm:prSet presAssocID="{E1EDE318-68DB-4217-8DEC-C0C30D29D41D}" presName="hierChild1" presStyleCnt="0">
        <dgm:presLayoutVars>
          <dgm:orgChart val="1"/>
          <dgm:chPref val="1"/>
          <dgm:dir/>
          <dgm:animOne val="branch"/>
          <dgm:animLvl val="lvl"/>
          <dgm:resizeHandles/>
        </dgm:presLayoutVars>
      </dgm:prSet>
      <dgm:spPr/>
    </dgm:pt>
    <dgm:pt modelId="{052C265E-6976-4557-A34A-40FA99B5338A}" type="pres">
      <dgm:prSet presAssocID="{BE182442-C43A-4D74-B970-82236E31F7DE}" presName="hierRoot1" presStyleCnt="0">
        <dgm:presLayoutVars>
          <dgm:hierBranch val="init"/>
        </dgm:presLayoutVars>
      </dgm:prSet>
      <dgm:spPr/>
    </dgm:pt>
    <dgm:pt modelId="{933F3580-C0F5-4256-B144-189B3BBAC433}" type="pres">
      <dgm:prSet presAssocID="{BE182442-C43A-4D74-B970-82236E31F7DE}" presName="rootComposite1" presStyleCnt="0"/>
      <dgm:spPr/>
    </dgm:pt>
    <dgm:pt modelId="{69BC5031-3352-448D-9640-00AE2E86CDCF}" type="pres">
      <dgm:prSet presAssocID="{BE182442-C43A-4D74-B970-82236E31F7DE}" presName="rootText1" presStyleLbl="node0" presStyleIdx="0" presStyleCnt="1">
        <dgm:presLayoutVars>
          <dgm:chPref val="3"/>
        </dgm:presLayoutVars>
      </dgm:prSet>
      <dgm:spPr/>
    </dgm:pt>
    <dgm:pt modelId="{655A3295-0444-4AB5-9D60-DABCFC133281}" type="pres">
      <dgm:prSet presAssocID="{BE182442-C43A-4D74-B970-82236E31F7DE}" presName="rootConnector1" presStyleLbl="node1" presStyleIdx="0" presStyleCnt="0"/>
      <dgm:spPr/>
    </dgm:pt>
    <dgm:pt modelId="{053C550B-F9AB-4E0A-A479-A886789BA614}" type="pres">
      <dgm:prSet presAssocID="{BE182442-C43A-4D74-B970-82236E31F7DE}" presName="hierChild2" presStyleCnt="0"/>
      <dgm:spPr/>
    </dgm:pt>
    <dgm:pt modelId="{412D3198-CDFA-4649-BB4E-2AE0A8681C92}" type="pres">
      <dgm:prSet presAssocID="{D7981784-3AE3-4464-A3A1-29F8488FF8F3}" presName="Name37" presStyleLbl="parChTrans1D2" presStyleIdx="0" presStyleCnt="3"/>
      <dgm:spPr/>
    </dgm:pt>
    <dgm:pt modelId="{62358649-FAAC-4328-BB80-56A3D51FBC5E}" type="pres">
      <dgm:prSet presAssocID="{D7B62469-FD0F-4DC7-AA6B-3A3D87E07638}" presName="hierRoot2" presStyleCnt="0">
        <dgm:presLayoutVars>
          <dgm:hierBranch val="init"/>
        </dgm:presLayoutVars>
      </dgm:prSet>
      <dgm:spPr/>
    </dgm:pt>
    <dgm:pt modelId="{48F90451-6200-4A44-A348-2C0C0C11B8BA}" type="pres">
      <dgm:prSet presAssocID="{D7B62469-FD0F-4DC7-AA6B-3A3D87E07638}" presName="rootComposite" presStyleCnt="0"/>
      <dgm:spPr/>
    </dgm:pt>
    <dgm:pt modelId="{70761584-8CCE-4718-8B45-4A3FA212332F}" type="pres">
      <dgm:prSet presAssocID="{D7B62469-FD0F-4DC7-AA6B-3A3D87E07638}" presName="rootText" presStyleLbl="node2" presStyleIdx="0" presStyleCnt="3">
        <dgm:presLayoutVars>
          <dgm:chPref val="3"/>
        </dgm:presLayoutVars>
      </dgm:prSet>
      <dgm:spPr>
        <a:xfrm>
          <a:off x="228" y="1214454"/>
          <a:ext cx="993323" cy="496661"/>
        </a:xfrm>
        <a:prstGeom prst="rect">
          <a:avLst/>
        </a:prstGeom>
      </dgm:spPr>
    </dgm:pt>
    <dgm:pt modelId="{D6F2F5BB-25B7-4A8E-BDAF-03344CAC05BE}" type="pres">
      <dgm:prSet presAssocID="{D7B62469-FD0F-4DC7-AA6B-3A3D87E07638}" presName="rootConnector" presStyleLbl="node2" presStyleIdx="0" presStyleCnt="3"/>
      <dgm:spPr/>
    </dgm:pt>
    <dgm:pt modelId="{94A22768-6A93-44DE-8091-CD553B804E15}" type="pres">
      <dgm:prSet presAssocID="{D7B62469-FD0F-4DC7-AA6B-3A3D87E07638}" presName="hierChild4" presStyleCnt="0"/>
      <dgm:spPr/>
    </dgm:pt>
    <dgm:pt modelId="{FDE57F49-7740-4142-B668-C29EEDB8BD86}" type="pres">
      <dgm:prSet presAssocID="{D7B62469-FD0F-4DC7-AA6B-3A3D87E07638}" presName="hierChild5" presStyleCnt="0"/>
      <dgm:spPr/>
    </dgm:pt>
    <dgm:pt modelId="{C6150F60-7608-4FA1-B885-8D393A32ECB9}" type="pres">
      <dgm:prSet presAssocID="{AF0FBD2E-F66B-4041-8005-5480757F0850}" presName="Name37" presStyleLbl="parChTrans1D2" presStyleIdx="1" presStyleCnt="3"/>
      <dgm:spPr/>
    </dgm:pt>
    <dgm:pt modelId="{5DB92047-3785-40CA-B5A6-2B8F4B699746}" type="pres">
      <dgm:prSet presAssocID="{E4CB8A46-922B-4C8B-9275-7B45214FEB1F}" presName="hierRoot2" presStyleCnt="0">
        <dgm:presLayoutVars>
          <dgm:hierBranch val="init"/>
        </dgm:presLayoutVars>
      </dgm:prSet>
      <dgm:spPr/>
    </dgm:pt>
    <dgm:pt modelId="{77751AB9-7D73-48D2-B976-51F61119741F}" type="pres">
      <dgm:prSet presAssocID="{E4CB8A46-922B-4C8B-9275-7B45214FEB1F}" presName="rootComposite" presStyleCnt="0"/>
      <dgm:spPr/>
    </dgm:pt>
    <dgm:pt modelId="{8C6CB93C-F4A3-4CE7-9627-F6A57743FEDE}" type="pres">
      <dgm:prSet presAssocID="{E4CB8A46-922B-4C8B-9275-7B45214FEB1F}" presName="rootText" presStyleLbl="node2" presStyleIdx="1" presStyleCnt="3">
        <dgm:presLayoutVars>
          <dgm:chPref val="3"/>
        </dgm:presLayoutVars>
      </dgm:prSet>
      <dgm:spPr>
        <a:xfrm>
          <a:off x="900819" y="959710"/>
          <a:ext cx="744337" cy="372168"/>
        </a:xfrm>
        <a:prstGeom prst="rect">
          <a:avLst/>
        </a:prstGeom>
      </dgm:spPr>
    </dgm:pt>
    <dgm:pt modelId="{F48C748B-C42E-40EF-BD56-39EC16151ACF}" type="pres">
      <dgm:prSet presAssocID="{E4CB8A46-922B-4C8B-9275-7B45214FEB1F}" presName="rootConnector" presStyleLbl="node2" presStyleIdx="1" presStyleCnt="3"/>
      <dgm:spPr/>
    </dgm:pt>
    <dgm:pt modelId="{1C63BCBB-3F48-4E86-93E0-71562FF53856}" type="pres">
      <dgm:prSet presAssocID="{E4CB8A46-922B-4C8B-9275-7B45214FEB1F}" presName="hierChild4" presStyleCnt="0"/>
      <dgm:spPr/>
    </dgm:pt>
    <dgm:pt modelId="{D0C65CEB-EB88-46E8-8590-901FB169815D}" type="pres">
      <dgm:prSet presAssocID="{E4CB8A46-922B-4C8B-9275-7B45214FEB1F}" presName="hierChild5" presStyleCnt="0"/>
      <dgm:spPr/>
    </dgm:pt>
    <dgm:pt modelId="{29798DE5-6DA5-44C7-954F-AD06D3A6F60E}" type="pres">
      <dgm:prSet presAssocID="{E83AF7F1-7F99-4EB5-9389-9843FC06D2EE}" presName="Name37" presStyleLbl="parChTrans1D2" presStyleIdx="2" presStyleCnt="3"/>
      <dgm:spPr/>
    </dgm:pt>
    <dgm:pt modelId="{658A38C5-7EA6-4CB2-B14A-3201A5CBE45F}" type="pres">
      <dgm:prSet presAssocID="{44D8ABEF-00EB-4C4C-BC3D-7053B0F4D838}" presName="hierRoot2" presStyleCnt="0">
        <dgm:presLayoutVars>
          <dgm:hierBranch val="init"/>
        </dgm:presLayoutVars>
      </dgm:prSet>
      <dgm:spPr/>
    </dgm:pt>
    <dgm:pt modelId="{B8622849-AE75-4326-89AD-FC46CC5591F6}" type="pres">
      <dgm:prSet presAssocID="{44D8ABEF-00EB-4C4C-BC3D-7053B0F4D838}" presName="rootComposite" presStyleCnt="0"/>
      <dgm:spPr/>
    </dgm:pt>
    <dgm:pt modelId="{EBC72E8A-9F35-495A-9A60-D68AA34E4098}" type="pres">
      <dgm:prSet presAssocID="{44D8ABEF-00EB-4C4C-BC3D-7053B0F4D838}" presName="rootText" presStyleLbl="node2" presStyleIdx="2" presStyleCnt="3">
        <dgm:presLayoutVars>
          <dgm:chPref val="3"/>
        </dgm:presLayoutVars>
      </dgm:prSet>
      <dgm:spPr>
        <a:xfrm>
          <a:off x="1801467" y="959710"/>
          <a:ext cx="744337" cy="372168"/>
        </a:xfrm>
        <a:prstGeom prst="rect">
          <a:avLst/>
        </a:prstGeom>
      </dgm:spPr>
    </dgm:pt>
    <dgm:pt modelId="{9477E0A2-EDEE-4928-88BB-E2DCF2913110}" type="pres">
      <dgm:prSet presAssocID="{44D8ABEF-00EB-4C4C-BC3D-7053B0F4D838}" presName="rootConnector" presStyleLbl="node2" presStyleIdx="2" presStyleCnt="3"/>
      <dgm:spPr/>
    </dgm:pt>
    <dgm:pt modelId="{CD4063A0-EF57-4F16-A822-66D244C8C498}" type="pres">
      <dgm:prSet presAssocID="{44D8ABEF-00EB-4C4C-BC3D-7053B0F4D838}" presName="hierChild4" presStyleCnt="0"/>
      <dgm:spPr/>
    </dgm:pt>
    <dgm:pt modelId="{166171F6-6077-46A1-A4F3-53CF72F07E72}" type="pres">
      <dgm:prSet presAssocID="{44D8ABEF-00EB-4C4C-BC3D-7053B0F4D838}" presName="hierChild5" presStyleCnt="0"/>
      <dgm:spPr/>
    </dgm:pt>
    <dgm:pt modelId="{AF033164-4386-4AE3-90A1-73A25AC998BD}" type="pres">
      <dgm:prSet presAssocID="{BE182442-C43A-4D74-B970-82236E31F7DE}" presName="hierChild3" presStyleCnt="0"/>
      <dgm:spPr/>
    </dgm:pt>
  </dgm:ptLst>
  <dgm:cxnLst>
    <dgm:cxn modelId="{11E8CA02-5AF7-40C3-9FE4-7ED3C4C463C8}" type="presOf" srcId="{D7B62469-FD0F-4DC7-AA6B-3A3D87E07638}" destId="{D6F2F5BB-25B7-4A8E-BDAF-03344CAC05BE}" srcOrd="1" destOrd="0" presId="urn:microsoft.com/office/officeart/2005/8/layout/orgChart1"/>
    <dgm:cxn modelId="{653B7A16-D0C9-4CCD-8098-54B49FECAC6A}" type="presOf" srcId="{BE182442-C43A-4D74-B970-82236E31F7DE}" destId="{655A3295-0444-4AB5-9D60-DABCFC133281}" srcOrd="1" destOrd="0" presId="urn:microsoft.com/office/officeart/2005/8/layout/orgChart1"/>
    <dgm:cxn modelId="{C9F81E1A-E4F4-4628-A66D-AB282B675A07}" type="presOf" srcId="{44D8ABEF-00EB-4C4C-BC3D-7053B0F4D838}" destId="{9477E0A2-EDEE-4928-88BB-E2DCF2913110}" srcOrd="1" destOrd="0" presId="urn:microsoft.com/office/officeart/2005/8/layout/orgChart1"/>
    <dgm:cxn modelId="{C4CDFC1C-4304-4E40-8638-CAD182DEA1CE}" type="presOf" srcId="{44D8ABEF-00EB-4C4C-BC3D-7053B0F4D838}" destId="{EBC72E8A-9F35-495A-9A60-D68AA34E4098}" srcOrd="0" destOrd="0" presId="urn:microsoft.com/office/officeart/2005/8/layout/orgChart1"/>
    <dgm:cxn modelId="{4A119A31-41C4-4596-96E9-9D0DD3069A57}" type="presOf" srcId="{AF0FBD2E-F66B-4041-8005-5480757F0850}" destId="{C6150F60-7608-4FA1-B885-8D393A32ECB9}" srcOrd="0" destOrd="0" presId="urn:microsoft.com/office/officeart/2005/8/layout/orgChart1"/>
    <dgm:cxn modelId="{821B8639-A311-4E78-8FB3-2A71A3999888}" srcId="{BE182442-C43A-4D74-B970-82236E31F7DE}" destId="{44D8ABEF-00EB-4C4C-BC3D-7053B0F4D838}" srcOrd="2" destOrd="0" parTransId="{E83AF7F1-7F99-4EB5-9389-9843FC06D2EE}" sibTransId="{9898696D-72F2-41BF-A071-F0022083834A}"/>
    <dgm:cxn modelId="{246E6440-C640-4DDF-AD64-0DD718AD2B53}" type="presOf" srcId="{E4CB8A46-922B-4C8B-9275-7B45214FEB1F}" destId="{F48C748B-C42E-40EF-BD56-39EC16151ACF}" srcOrd="1" destOrd="0" presId="urn:microsoft.com/office/officeart/2005/8/layout/orgChart1"/>
    <dgm:cxn modelId="{B15E1D43-7A32-4535-AF76-C5ACCAB6682C}" type="presOf" srcId="{E4CB8A46-922B-4C8B-9275-7B45214FEB1F}" destId="{8C6CB93C-F4A3-4CE7-9627-F6A57743FEDE}" srcOrd="0" destOrd="0" presId="urn:microsoft.com/office/officeart/2005/8/layout/orgChart1"/>
    <dgm:cxn modelId="{3E8EC348-7A9C-459C-86FD-1E90E42DFDAF}" type="presOf" srcId="{E83AF7F1-7F99-4EB5-9389-9843FC06D2EE}" destId="{29798DE5-6DA5-44C7-954F-AD06D3A6F60E}" srcOrd="0" destOrd="0" presId="urn:microsoft.com/office/officeart/2005/8/layout/orgChart1"/>
    <dgm:cxn modelId="{1E17D24A-9F63-478E-8E18-99BDBD88F214}" type="presOf" srcId="{BE182442-C43A-4D74-B970-82236E31F7DE}" destId="{69BC5031-3352-448D-9640-00AE2E86CDCF}" srcOrd="0" destOrd="0" presId="urn:microsoft.com/office/officeart/2005/8/layout/orgChart1"/>
    <dgm:cxn modelId="{9431334F-7C85-4875-84BF-F714E0E3C58E}" type="presOf" srcId="{E1EDE318-68DB-4217-8DEC-C0C30D29D41D}" destId="{7CEA26F6-8963-48D5-8608-461FF11EBC77}" srcOrd="0" destOrd="0" presId="urn:microsoft.com/office/officeart/2005/8/layout/orgChart1"/>
    <dgm:cxn modelId="{3AF6E373-4F3D-416C-A32F-AE31E813E447}" srcId="{BE182442-C43A-4D74-B970-82236E31F7DE}" destId="{D7B62469-FD0F-4DC7-AA6B-3A3D87E07638}" srcOrd="0" destOrd="0" parTransId="{D7981784-3AE3-4464-A3A1-29F8488FF8F3}" sibTransId="{342F6E4D-A227-4B44-AB05-3B030A443EDE}"/>
    <dgm:cxn modelId="{5BBC3E9B-00BB-4287-800A-9BEB590D7555}" srcId="{BE182442-C43A-4D74-B970-82236E31F7DE}" destId="{E4CB8A46-922B-4C8B-9275-7B45214FEB1F}" srcOrd="1" destOrd="0" parTransId="{AF0FBD2E-F66B-4041-8005-5480757F0850}" sibTransId="{96DD29F6-EBA2-4278-96C5-60B0AD2CF9F7}"/>
    <dgm:cxn modelId="{A882F1B0-1E6B-4773-BD51-6E2DA0D09E74}" type="presOf" srcId="{D7981784-3AE3-4464-A3A1-29F8488FF8F3}" destId="{412D3198-CDFA-4649-BB4E-2AE0A8681C92}" srcOrd="0" destOrd="0" presId="urn:microsoft.com/office/officeart/2005/8/layout/orgChart1"/>
    <dgm:cxn modelId="{CBE7C7E1-942F-40A7-A5F8-E6334A7A088C}" type="presOf" srcId="{D7B62469-FD0F-4DC7-AA6B-3A3D87E07638}" destId="{70761584-8CCE-4718-8B45-4A3FA212332F}" srcOrd="0" destOrd="0" presId="urn:microsoft.com/office/officeart/2005/8/layout/orgChart1"/>
    <dgm:cxn modelId="{E61361F8-EFFD-416F-B4C4-A0E76C34DABE}" srcId="{E1EDE318-68DB-4217-8DEC-C0C30D29D41D}" destId="{BE182442-C43A-4D74-B970-82236E31F7DE}" srcOrd="0" destOrd="0" parTransId="{48DB6750-329E-42DD-8EF2-FA66A8A14545}" sibTransId="{631C25B1-AAB4-49DA-9B6B-C5729C7F4674}"/>
    <dgm:cxn modelId="{BDEBE316-89F8-4814-B490-7D59E0674E7E}" type="presParOf" srcId="{7CEA26F6-8963-48D5-8608-461FF11EBC77}" destId="{052C265E-6976-4557-A34A-40FA99B5338A}" srcOrd="0" destOrd="0" presId="urn:microsoft.com/office/officeart/2005/8/layout/orgChart1"/>
    <dgm:cxn modelId="{9A9F7642-56A8-42D2-805E-A3E882030B20}" type="presParOf" srcId="{052C265E-6976-4557-A34A-40FA99B5338A}" destId="{933F3580-C0F5-4256-B144-189B3BBAC433}" srcOrd="0" destOrd="0" presId="urn:microsoft.com/office/officeart/2005/8/layout/orgChart1"/>
    <dgm:cxn modelId="{14CED0B7-E95C-483E-9E1F-F3584577B614}" type="presParOf" srcId="{933F3580-C0F5-4256-B144-189B3BBAC433}" destId="{69BC5031-3352-448D-9640-00AE2E86CDCF}" srcOrd="0" destOrd="0" presId="urn:microsoft.com/office/officeart/2005/8/layout/orgChart1"/>
    <dgm:cxn modelId="{753E3E23-D7C4-4DA2-816C-4D8177E0FB10}" type="presParOf" srcId="{933F3580-C0F5-4256-B144-189B3BBAC433}" destId="{655A3295-0444-4AB5-9D60-DABCFC133281}" srcOrd="1" destOrd="0" presId="urn:microsoft.com/office/officeart/2005/8/layout/orgChart1"/>
    <dgm:cxn modelId="{F03B129F-D12D-48A3-8B9B-24714045D15E}" type="presParOf" srcId="{052C265E-6976-4557-A34A-40FA99B5338A}" destId="{053C550B-F9AB-4E0A-A479-A886789BA614}" srcOrd="1" destOrd="0" presId="urn:microsoft.com/office/officeart/2005/8/layout/orgChart1"/>
    <dgm:cxn modelId="{5CA3E08E-0A5E-4995-945C-42E6927AF147}" type="presParOf" srcId="{053C550B-F9AB-4E0A-A479-A886789BA614}" destId="{412D3198-CDFA-4649-BB4E-2AE0A8681C92}" srcOrd="0" destOrd="0" presId="urn:microsoft.com/office/officeart/2005/8/layout/orgChart1"/>
    <dgm:cxn modelId="{C297DAEE-C86D-4F0A-9781-8F48C819DF16}" type="presParOf" srcId="{053C550B-F9AB-4E0A-A479-A886789BA614}" destId="{62358649-FAAC-4328-BB80-56A3D51FBC5E}" srcOrd="1" destOrd="0" presId="urn:microsoft.com/office/officeart/2005/8/layout/orgChart1"/>
    <dgm:cxn modelId="{1CA8ED97-D55F-42BD-86A6-26BDC99FC0CB}" type="presParOf" srcId="{62358649-FAAC-4328-BB80-56A3D51FBC5E}" destId="{48F90451-6200-4A44-A348-2C0C0C11B8BA}" srcOrd="0" destOrd="0" presId="urn:microsoft.com/office/officeart/2005/8/layout/orgChart1"/>
    <dgm:cxn modelId="{2EFD35CA-2B82-44A9-AAD6-37391F87BEDE}" type="presParOf" srcId="{48F90451-6200-4A44-A348-2C0C0C11B8BA}" destId="{70761584-8CCE-4718-8B45-4A3FA212332F}" srcOrd="0" destOrd="0" presId="urn:microsoft.com/office/officeart/2005/8/layout/orgChart1"/>
    <dgm:cxn modelId="{C86E91B6-FB99-43E9-B4E0-254B21C43025}" type="presParOf" srcId="{48F90451-6200-4A44-A348-2C0C0C11B8BA}" destId="{D6F2F5BB-25B7-4A8E-BDAF-03344CAC05BE}" srcOrd="1" destOrd="0" presId="urn:microsoft.com/office/officeart/2005/8/layout/orgChart1"/>
    <dgm:cxn modelId="{D4C3F573-83C6-45D1-9A6A-FE96AC8E85FE}" type="presParOf" srcId="{62358649-FAAC-4328-BB80-56A3D51FBC5E}" destId="{94A22768-6A93-44DE-8091-CD553B804E15}" srcOrd="1" destOrd="0" presId="urn:microsoft.com/office/officeart/2005/8/layout/orgChart1"/>
    <dgm:cxn modelId="{59CD2AB4-153D-4759-ABB0-95000CC4485E}" type="presParOf" srcId="{62358649-FAAC-4328-BB80-56A3D51FBC5E}" destId="{FDE57F49-7740-4142-B668-C29EEDB8BD86}" srcOrd="2" destOrd="0" presId="urn:microsoft.com/office/officeart/2005/8/layout/orgChart1"/>
    <dgm:cxn modelId="{74447C41-81CF-43BD-9A9B-C729BA658671}" type="presParOf" srcId="{053C550B-F9AB-4E0A-A479-A886789BA614}" destId="{C6150F60-7608-4FA1-B885-8D393A32ECB9}" srcOrd="2" destOrd="0" presId="urn:microsoft.com/office/officeart/2005/8/layout/orgChart1"/>
    <dgm:cxn modelId="{AE1BC232-542A-4B7F-B61A-BD550E7BDE3B}" type="presParOf" srcId="{053C550B-F9AB-4E0A-A479-A886789BA614}" destId="{5DB92047-3785-40CA-B5A6-2B8F4B699746}" srcOrd="3" destOrd="0" presId="urn:microsoft.com/office/officeart/2005/8/layout/orgChart1"/>
    <dgm:cxn modelId="{3792376F-55E3-4A8C-975F-D480C412EE4C}" type="presParOf" srcId="{5DB92047-3785-40CA-B5A6-2B8F4B699746}" destId="{77751AB9-7D73-48D2-B976-51F61119741F}" srcOrd="0" destOrd="0" presId="urn:microsoft.com/office/officeart/2005/8/layout/orgChart1"/>
    <dgm:cxn modelId="{5C9E7FBD-4B5B-4F9F-BFC9-4EF46A6F6108}" type="presParOf" srcId="{77751AB9-7D73-48D2-B976-51F61119741F}" destId="{8C6CB93C-F4A3-4CE7-9627-F6A57743FEDE}" srcOrd="0" destOrd="0" presId="urn:microsoft.com/office/officeart/2005/8/layout/orgChart1"/>
    <dgm:cxn modelId="{3C08B6A5-155D-4636-84D4-E8E1F7859B6B}" type="presParOf" srcId="{77751AB9-7D73-48D2-B976-51F61119741F}" destId="{F48C748B-C42E-40EF-BD56-39EC16151ACF}" srcOrd="1" destOrd="0" presId="urn:microsoft.com/office/officeart/2005/8/layout/orgChart1"/>
    <dgm:cxn modelId="{E9B8C981-4B92-45A9-BC67-6FA91355DA75}" type="presParOf" srcId="{5DB92047-3785-40CA-B5A6-2B8F4B699746}" destId="{1C63BCBB-3F48-4E86-93E0-71562FF53856}" srcOrd="1" destOrd="0" presId="urn:microsoft.com/office/officeart/2005/8/layout/orgChart1"/>
    <dgm:cxn modelId="{A7C4A3A3-5094-4752-B314-8C6B6AD4888C}" type="presParOf" srcId="{5DB92047-3785-40CA-B5A6-2B8F4B699746}" destId="{D0C65CEB-EB88-46E8-8590-901FB169815D}" srcOrd="2" destOrd="0" presId="urn:microsoft.com/office/officeart/2005/8/layout/orgChart1"/>
    <dgm:cxn modelId="{564F0C1D-3A37-44DB-ADEC-56149776CB89}" type="presParOf" srcId="{053C550B-F9AB-4E0A-A479-A886789BA614}" destId="{29798DE5-6DA5-44C7-954F-AD06D3A6F60E}" srcOrd="4" destOrd="0" presId="urn:microsoft.com/office/officeart/2005/8/layout/orgChart1"/>
    <dgm:cxn modelId="{FC24FD5F-D395-48D9-A3C7-65842DD82129}" type="presParOf" srcId="{053C550B-F9AB-4E0A-A479-A886789BA614}" destId="{658A38C5-7EA6-4CB2-B14A-3201A5CBE45F}" srcOrd="5" destOrd="0" presId="urn:microsoft.com/office/officeart/2005/8/layout/orgChart1"/>
    <dgm:cxn modelId="{45F9A0F4-A3A5-456A-9F17-CD9D48AD0EC9}" type="presParOf" srcId="{658A38C5-7EA6-4CB2-B14A-3201A5CBE45F}" destId="{B8622849-AE75-4326-89AD-FC46CC5591F6}" srcOrd="0" destOrd="0" presId="urn:microsoft.com/office/officeart/2005/8/layout/orgChart1"/>
    <dgm:cxn modelId="{52AB1A28-8625-419B-B151-32AF826548EA}" type="presParOf" srcId="{B8622849-AE75-4326-89AD-FC46CC5591F6}" destId="{EBC72E8A-9F35-495A-9A60-D68AA34E4098}" srcOrd="0" destOrd="0" presId="urn:microsoft.com/office/officeart/2005/8/layout/orgChart1"/>
    <dgm:cxn modelId="{A0168D27-E495-4AD1-95DF-F090579FF08C}" type="presParOf" srcId="{B8622849-AE75-4326-89AD-FC46CC5591F6}" destId="{9477E0A2-EDEE-4928-88BB-E2DCF2913110}" srcOrd="1" destOrd="0" presId="urn:microsoft.com/office/officeart/2005/8/layout/orgChart1"/>
    <dgm:cxn modelId="{AEA4836B-F5EC-4F68-A1E9-CAA3112707D9}" type="presParOf" srcId="{658A38C5-7EA6-4CB2-B14A-3201A5CBE45F}" destId="{CD4063A0-EF57-4F16-A822-66D244C8C498}" srcOrd="1" destOrd="0" presId="urn:microsoft.com/office/officeart/2005/8/layout/orgChart1"/>
    <dgm:cxn modelId="{DCDC002F-6855-470D-9F82-164A3CDBCAA5}" type="presParOf" srcId="{658A38C5-7EA6-4CB2-B14A-3201A5CBE45F}" destId="{166171F6-6077-46A1-A4F3-53CF72F07E72}" srcOrd="2" destOrd="0" presId="urn:microsoft.com/office/officeart/2005/8/layout/orgChart1"/>
    <dgm:cxn modelId="{6A51A63D-2140-4DAE-817F-5E14E62A71BA}" type="presParOf" srcId="{052C265E-6976-4557-A34A-40FA99B5338A}" destId="{AF033164-4386-4AE3-90A1-73A25AC998BD}"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1EDE318-68DB-4217-8DEC-C0C30D29D41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BE182442-C43A-4D74-B970-82236E31F7DE}">
      <dgm:prSet phldrT="[Text]" custT="1"/>
      <dgm:spPr/>
      <dgm:t>
        <a:bodyPr/>
        <a:lstStyle/>
        <a:p>
          <a:r>
            <a:rPr lang="en-US" sz="2400" dirty="0"/>
            <a:t>Approaches</a:t>
          </a:r>
          <a:endParaRPr lang="en-ZA" sz="2400" dirty="0"/>
        </a:p>
      </dgm:t>
    </dgm:pt>
    <dgm:pt modelId="{48DB6750-329E-42DD-8EF2-FA66A8A14545}" type="parTrans" cxnId="{E61361F8-EFFD-416F-B4C4-A0E76C34DABE}">
      <dgm:prSet/>
      <dgm:spPr/>
      <dgm:t>
        <a:bodyPr/>
        <a:lstStyle/>
        <a:p>
          <a:endParaRPr lang="en-ZA" sz="2400"/>
        </a:p>
      </dgm:t>
    </dgm:pt>
    <dgm:pt modelId="{631C25B1-AAB4-49DA-9B6B-C5729C7F4674}" type="sibTrans" cxnId="{E61361F8-EFFD-416F-B4C4-A0E76C34DABE}">
      <dgm:prSet/>
      <dgm:spPr/>
      <dgm:t>
        <a:bodyPr/>
        <a:lstStyle/>
        <a:p>
          <a:endParaRPr lang="en-ZA" sz="2400"/>
        </a:p>
      </dgm:t>
    </dgm:pt>
    <dgm:pt modelId="{D7B62469-FD0F-4DC7-AA6B-3A3D87E07638}">
      <dgm:prSet phldrT="[Text]" custT="1"/>
      <dgm:spPr/>
      <dgm:t>
        <a:bodyPr/>
        <a:lstStyle/>
        <a:p>
          <a:r>
            <a:rPr lang="en-US" sz="2400" dirty="0"/>
            <a:t>Decision tree analysis</a:t>
          </a:r>
          <a:endParaRPr lang="en-ZA" sz="2400" dirty="0"/>
        </a:p>
      </dgm:t>
    </dgm:pt>
    <dgm:pt modelId="{D7981784-3AE3-4464-A3A1-29F8488FF8F3}" type="parTrans" cxnId="{3AF6E373-4F3D-416C-A32F-AE31E813E447}">
      <dgm:prSet/>
      <dgm:spPr/>
      <dgm:t>
        <a:bodyPr/>
        <a:lstStyle/>
        <a:p>
          <a:endParaRPr lang="en-ZA" sz="2400"/>
        </a:p>
      </dgm:t>
    </dgm:pt>
    <dgm:pt modelId="{342F6E4D-A227-4B44-AB05-3B030A443EDE}" type="sibTrans" cxnId="{3AF6E373-4F3D-416C-A32F-AE31E813E447}">
      <dgm:prSet/>
      <dgm:spPr/>
      <dgm:t>
        <a:bodyPr/>
        <a:lstStyle/>
        <a:p>
          <a:endParaRPr lang="en-ZA" sz="2400"/>
        </a:p>
      </dgm:t>
    </dgm:pt>
    <dgm:pt modelId="{E4CB8A46-922B-4C8B-9275-7B45214FEB1F}">
      <dgm:prSet phldrT="[Text]" custT="1"/>
      <dgm:spPr/>
      <dgm:t>
        <a:bodyPr/>
        <a:lstStyle/>
        <a:p>
          <a:r>
            <a:rPr lang="en-US" sz="2400" dirty="0"/>
            <a:t>Sensitivity analysis</a:t>
          </a:r>
          <a:endParaRPr lang="en-ZA" sz="2400" dirty="0"/>
        </a:p>
      </dgm:t>
    </dgm:pt>
    <dgm:pt modelId="{AF0FBD2E-F66B-4041-8005-5480757F0850}" type="parTrans" cxnId="{5BBC3E9B-00BB-4287-800A-9BEB590D7555}">
      <dgm:prSet/>
      <dgm:spPr/>
      <dgm:t>
        <a:bodyPr/>
        <a:lstStyle/>
        <a:p>
          <a:endParaRPr lang="en-ZA" sz="2400"/>
        </a:p>
      </dgm:t>
    </dgm:pt>
    <dgm:pt modelId="{96DD29F6-EBA2-4278-96C5-60B0AD2CF9F7}" type="sibTrans" cxnId="{5BBC3E9B-00BB-4287-800A-9BEB590D7555}">
      <dgm:prSet/>
      <dgm:spPr/>
      <dgm:t>
        <a:bodyPr/>
        <a:lstStyle/>
        <a:p>
          <a:endParaRPr lang="en-ZA" sz="2400"/>
        </a:p>
      </dgm:t>
    </dgm:pt>
    <dgm:pt modelId="{44D8ABEF-00EB-4C4C-BC3D-7053B0F4D838}">
      <dgm:prSet phldrT="[Text]" custT="1"/>
      <dgm:spPr/>
      <dgm:t>
        <a:bodyPr/>
        <a:lstStyle/>
        <a:p>
          <a:r>
            <a:rPr lang="en-US" sz="2400" dirty="0"/>
            <a:t>Scenario analysis</a:t>
          </a:r>
          <a:endParaRPr lang="en-ZA" sz="2400" dirty="0"/>
        </a:p>
      </dgm:t>
    </dgm:pt>
    <dgm:pt modelId="{E83AF7F1-7F99-4EB5-9389-9843FC06D2EE}" type="parTrans" cxnId="{821B8639-A311-4E78-8FB3-2A71A3999888}">
      <dgm:prSet/>
      <dgm:spPr/>
      <dgm:t>
        <a:bodyPr/>
        <a:lstStyle/>
        <a:p>
          <a:endParaRPr lang="en-ZA" sz="2400"/>
        </a:p>
      </dgm:t>
    </dgm:pt>
    <dgm:pt modelId="{9898696D-72F2-41BF-A071-F0022083834A}" type="sibTrans" cxnId="{821B8639-A311-4E78-8FB3-2A71A3999888}">
      <dgm:prSet/>
      <dgm:spPr/>
      <dgm:t>
        <a:bodyPr/>
        <a:lstStyle/>
        <a:p>
          <a:endParaRPr lang="en-ZA" sz="2400"/>
        </a:p>
      </dgm:t>
    </dgm:pt>
    <dgm:pt modelId="{7CEA26F6-8963-48D5-8608-461FF11EBC77}" type="pres">
      <dgm:prSet presAssocID="{E1EDE318-68DB-4217-8DEC-C0C30D29D41D}" presName="hierChild1" presStyleCnt="0">
        <dgm:presLayoutVars>
          <dgm:orgChart val="1"/>
          <dgm:chPref val="1"/>
          <dgm:dir/>
          <dgm:animOne val="branch"/>
          <dgm:animLvl val="lvl"/>
          <dgm:resizeHandles/>
        </dgm:presLayoutVars>
      </dgm:prSet>
      <dgm:spPr/>
    </dgm:pt>
    <dgm:pt modelId="{052C265E-6976-4557-A34A-40FA99B5338A}" type="pres">
      <dgm:prSet presAssocID="{BE182442-C43A-4D74-B970-82236E31F7DE}" presName="hierRoot1" presStyleCnt="0">
        <dgm:presLayoutVars>
          <dgm:hierBranch val="init"/>
        </dgm:presLayoutVars>
      </dgm:prSet>
      <dgm:spPr/>
    </dgm:pt>
    <dgm:pt modelId="{933F3580-C0F5-4256-B144-189B3BBAC433}" type="pres">
      <dgm:prSet presAssocID="{BE182442-C43A-4D74-B970-82236E31F7DE}" presName="rootComposite1" presStyleCnt="0"/>
      <dgm:spPr/>
    </dgm:pt>
    <dgm:pt modelId="{69BC5031-3352-448D-9640-00AE2E86CDCF}" type="pres">
      <dgm:prSet presAssocID="{BE182442-C43A-4D74-B970-82236E31F7DE}" presName="rootText1" presStyleLbl="node0" presStyleIdx="0" presStyleCnt="1">
        <dgm:presLayoutVars>
          <dgm:chPref val="3"/>
        </dgm:presLayoutVars>
      </dgm:prSet>
      <dgm:spPr/>
    </dgm:pt>
    <dgm:pt modelId="{655A3295-0444-4AB5-9D60-DABCFC133281}" type="pres">
      <dgm:prSet presAssocID="{BE182442-C43A-4D74-B970-82236E31F7DE}" presName="rootConnector1" presStyleLbl="node1" presStyleIdx="0" presStyleCnt="0"/>
      <dgm:spPr/>
    </dgm:pt>
    <dgm:pt modelId="{053C550B-F9AB-4E0A-A479-A886789BA614}" type="pres">
      <dgm:prSet presAssocID="{BE182442-C43A-4D74-B970-82236E31F7DE}" presName="hierChild2" presStyleCnt="0"/>
      <dgm:spPr/>
    </dgm:pt>
    <dgm:pt modelId="{412D3198-CDFA-4649-BB4E-2AE0A8681C92}" type="pres">
      <dgm:prSet presAssocID="{D7981784-3AE3-4464-A3A1-29F8488FF8F3}" presName="Name37" presStyleLbl="parChTrans1D2" presStyleIdx="0" presStyleCnt="3"/>
      <dgm:spPr/>
    </dgm:pt>
    <dgm:pt modelId="{62358649-FAAC-4328-BB80-56A3D51FBC5E}" type="pres">
      <dgm:prSet presAssocID="{D7B62469-FD0F-4DC7-AA6B-3A3D87E07638}" presName="hierRoot2" presStyleCnt="0">
        <dgm:presLayoutVars>
          <dgm:hierBranch val="init"/>
        </dgm:presLayoutVars>
      </dgm:prSet>
      <dgm:spPr/>
    </dgm:pt>
    <dgm:pt modelId="{48F90451-6200-4A44-A348-2C0C0C11B8BA}" type="pres">
      <dgm:prSet presAssocID="{D7B62469-FD0F-4DC7-AA6B-3A3D87E07638}" presName="rootComposite" presStyleCnt="0"/>
      <dgm:spPr/>
    </dgm:pt>
    <dgm:pt modelId="{70761584-8CCE-4718-8B45-4A3FA212332F}" type="pres">
      <dgm:prSet presAssocID="{D7B62469-FD0F-4DC7-AA6B-3A3D87E07638}" presName="rootText" presStyleLbl="node2" presStyleIdx="0" presStyleCnt="3">
        <dgm:presLayoutVars>
          <dgm:chPref val="3"/>
        </dgm:presLayoutVars>
      </dgm:prSet>
      <dgm:spPr/>
    </dgm:pt>
    <dgm:pt modelId="{D6F2F5BB-25B7-4A8E-BDAF-03344CAC05BE}" type="pres">
      <dgm:prSet presAssocID="{D7B62469-FD0F-4DC7-AA6B-3A3D87E07638}" presName="rootConnector" presStyleLbl="node2" presStyleIdx="0" presStyleCnt="3"/>
      <dgm:spPr/>
    </dgm:pt>
    <dgm:pt modelId="{94A22768-6A93-44DE-8091-CD553B804E15}" type="pres">
      <dgm:prSet presAssocID="{D7B62469-FD0F-4DC7-AA6B-3A3D87E07638}" presName="hierChild4" presStyleCnt="0"/>
      <dgm:spPr/>
    </dgm:pt>
    <dgm:pt modelId="{FDE57F49-7740-4142-B668-C29EEDB8BD86}" type="pres">
      <dgm:prSet presAssocID="{D7B62469-FD0F-4DC7-AA6B-3A3D87E07638}" presName="hierChild5" presStyleCnt="0"/>
      <dgm:spPr/>
    </dgm:pt>
    <dgm:pt modelId="{C6150F60-7608-4FA1-B885-8D393A32ECB9}" type="pres">
      <dgm:prSet presAssocID="{AF0FBD2E-F66B-4041-8005-5480757F0850}" presName="Name37" presStyleLbl="parChTrans1D2" presStyleIdx="1" presStyleCnt="3"/>
      <dgm:spPr/>
    </dgm:pt>
    <dgm:pt modelId="{5DB92047-3785-40CA-B5A6-2B8F4B699746}" type="pres">
      <dgm:prSet presAssocID="{E4CB8A46-922B-4C8B-9275-7B45214FEB1F}" presName="hierRoot2" presStyleCnt="0">
        <dgm:presLayoutVars>
          <dgm:hierBranch val="init"/>
        </dgm:presLayoutVars>
      </dgm:prSet>
      <dgm:spPr/>
    </dgm:pt>
    <dgm:pt modelId="{77751AB9-7D73-48D2-B976-51F61119741F}" type="pres">
      <dgm:prSet presAssocID="{E4CB8A46-922B-4C8B-9275-7B45214FEB1F}" presName="rootComposite" presStyleCnt="0"/>
      <dgm:spPr/>
    </dgm:pt>
    <dgm:pt modelId="{8C6CB93C-F4A3-4CE7-9627-F6A57743FEDE}" type="pres">
      <dgm:prSet presAssocID="{E4CB8A46-922B-4C8B-9275-7B45214FEB1F}" presName="rootText" presStyleLbl="node2" presStyleIdx="1" presStyleCnt="3">
        <dgm:presLayoutVars>
          <dgm:chPref val="3"/>
        </dgm:presLayoutVars>
      </dgm:prSet>
      <dgm:spPr/>
    </dgm:pt>
    <dgm:pt modelId="{F48C748B-C42E-40EF-BD56-39EC16151ACF}" type="pres">
      <dgm:prSet presAssocID="{E4CB8A46-922B-4C8B-9275-7B45214FEB1F}" presName="rootConnector" presStyleLbl="node2" presStyleIdx="1" presStyleCnt="3"/>
      <dgm:spPr/>
    </dgm:pt>
    <dgm:pt modelId="{1C63BCBB-3F48-4E86-93E0-71562FF53856}" type="pres">
      <dgm:prSet presAssocID="{E4CB8A46-922B-4C8B-9275-7B45214FEB1F}" presName="hierChild4" presStyleCnt="0"/>
      <dgm:spPr/>
    </dgm:pt>
    <dgm:pt modelId="{D0C65CEB-EB88-46E8-8590-901FB169815D}" type="pres">
      <dgm:prSet presAssocID="{E4CB8A46-922B-4C8B-9275-7B45214FEB1F}" presName="hierChild5" presStyleCnt="0"/>
      <dgm:spPr/>
    </dgm:pt>
    <dgm:pt modelId="{29798DE5-6DA5-44C7-954F-AD06D3A6F60E}" type="pres">
      <dgm:prSet presAssocID="{E83AF7F1-7F99-4EB5-9389-9843FC06D2EE}" presName="Name37" presStyleLbl="parChTrans1D2" presStyleIdx="2" presStyleCnt="3"/>
      <dgm:spPr/>
    </dgm:pt>
    <dgm:pt modelId="{658A38C5-7EA6-4CB2-B14A-3201A5CBE45F}" type="pres">
      <dgm:prSet presAssocID="{44D8ABEF-00EB-4C4C-BC3D-7053B0F4D838}" presName="hierRoot2" presStyleCnt="0">
        <dgm:presLayoutVars>
          <dgm:hierBranch val="init"/>
        </dgm:presLayoutVars>
      </dgm:prSet>
      <dgm:spPr/>
    </dgm:pt>
    <dgm:pt modelId="{B8622849-AE75-4326-89AD-FC46CC5591F6}" type="pres">
      <dgm:prSet presAssocID="{44D8ABEF-00EB-4C4C-BC3D-7053B0F4D838}" presName="rootComposite" presStyleCnt="0"/>
      <dgm:spPr/>
    </dgm:pt>
    <dgm:pt modelId="{EBC72E8A-9F35-495A-9A60-D68AA34E4098}" type="pres">
      <dgm:prSet presAssocID="{44D8ABEF-00EB-4C4C-BC3D-7053B0F4D838}" presName="rootText" presStyleLbl="node2" presStyleIdx="2" presStyleCnt="3">
        <dgm:presLayoutVars>
          <dgm:chPref val="3"/>
        </dgm:presLayoutVars>
      </dgm:prSet>
      <dgm:spPr/>
    </dgm:pt>
    <dgm:pt modelId="{9477E0A2-EDEE-4928-88BB-E2DCF2913110}" type="pres">
      <dgm:prSet presAssocID="{44D8ABEF-00EB-4C4C-BC3D-7053B0F4D838}" presName="rootConnector" presStyleLbl="node2" presStyleIdx="2" presStyleCnt="3"/>
      <dgm:spPr/>
    </dgm:pt>
    <dgm:pt modelId="{CD4063A0-EF57-4F16-A822-66D244C8C498}" type="pres">
      <dgm:prSet presAssocID="{44D8ABEF-00EB-4C4C-BC3D-7053B0F4D838}" presName="hierChild4" presStyleCnt="0"/>
      <dgm:spPr/>
    </dgm:pt>
    <dgm:pt modelId="{166171F6-6077-46A1-A4F3-53CF72F07E72}" type="pres">
      <dgm:prSet presAssocID="{44D8ABEF-00EB-4C4C-BC3D-7053B0F4D838}" presName="hierChild5" presStyleCnt="0"/>
      <dgm:spPr/>
    </dgm:pt>
    <dgm:pt modelId="{AF033164-4386-4AE3-90A1-73A25AC998BD}" type="pres">
      <dgm:prSet presAssocID="{BE182442-C43A-4D74-B970-82236E31F7DE}" presName="hierChild3" presStyleCnt="0"/>
      <dgm:spPr/>
    </dgm:pt>
  </dgm:ptLst>
  <dgm:cxnLst>
    <dgm:cxn modelId="{11E8CA02-5AF7-40C3-9FE4-7ED3C4C463C8}" type="presOf" srcId="{D7B62469-FD0F-4DC7-AA6B-3A3D87E07638}" destId="{D6F2F5BB-25B7-4A8E-BDAF-03344CAC05BE}" srcOrd="1" destOrd="0" presId="urn:microsoft.com/office/officeart/2005/8/layout/orgChart1"/>
    <dgm:cxn modelId="{653B7A16-D0C9-4CCD-8098-54B49FECAC6A}" type="presOf" srcId="{BE182442-C43A-4D74-B970-82236E31F7DE}" destId="{655A3295-0444-4AB5-9D60-DABCFC133281}" srcOrd="1" destOrd="0" presId="urn:microsoft.com/office/officeart/2005/8/layout/orgChart1"/>
    <dgm:cxn modelId="{C9F81E1A-E4F4-4628-A66D-AB282B675A07}" type="presOf" srcId="{44D8ABEF-00EB-4C4C-BC3D-7053B0F4D838}" destId="{9477E0A2-EDEE-4928-88BB-E2DCF2913110}" srcOrd="1" destOrd="0" presId="urn:microsoft.com/office/officeart/2005/8/layout/orgChart1"/>
    <dgm:cxn modelId="{C4CDFC1C-4304-4E40-8638-CAD182DEA1CE}" type="presOf" srcId="{44D8ABEF-00EB-4C4C-BC3D-7053B0F4D838}" destId="{EBC72E8A-9F35-495A-9A60-D68AA34E4098}" srcOrd="0" destOrd="0" presId="urn:microsoft.com/office/officeart/2005/8/layout/orgChart1"/>
    <dgm:cxn modelId="{4A119A31-41C4-4596-96E9-9D0DD3069A57}" type="presOf" srcId="{AF0FBD2E-F66B-4041-8005-5480757F0850}" destId="{C6150F60-7608-4FA1-B885-8D393A32ECB9}" srcOrd="0" destOrd="0" presId="urn:microsoft.com/office/officeart/2005/8/layout/orgChart1"/>
    <dgm:cxn modelId="{821B8639-A311-4E78-8FB3-2A71A3999888}" srcId="{BE182442-C43A-4D74-B970-82236E31F7DE}" destId="{44D8ABEF-00EB-4C4C-BC3D-7053B0F4D838}" srcOrd="2" destOrd="0" parTransId="{E83AF7F1-7F99-4EB5-9389-9843FC06D2EE}" sibTransId="{9898696D-72F2-41BF-A071-F0022083834A}"/>
    <dgm:cxn modelId="{246E6440-C640-4DDF-AD64-0DD718AD2B53}" type="presOf" srcId="{E4CB8A46-922B-4C8B-9275-7B45214FEB1F}" destId="{F48C748B-C42E-40EF-BD56-39EC16151ACF}" srcOrd="1" destOrd="0" presId="urn:microsoft.com/office/officeart/2005/8/layout/orgChart1"/>
    <dgm:cxn modelId="{B15E1D43-7A32-4535-AF76-C5ACCAB6682C}" type="presOf" srcId="{E4CB8A46-922B-4C8B-9275-7B45214FEB1F}" destId="{8C6CB93C-F4A3-4CE7-9627-F6A57743FEDE}" srcOrd="0" destOrd="0" presId="urn:microsoft.com/office/officeart/2005/8/layout/orgChart1"/>
    <dgm:cxn modelId="{3E8EC348-7A9C-459C-86FD-1E90E42DFDAF}" type="presOf" srcId="{E83AF7F1-7F99-4EB5-9389-9843FC06D2EE}" destId="{29798DE5-6DA5-44C7-954F-AD06D3A6F60E}" srcOrd="0" destOrd="0" presId="urn:microsoft.com/office/officeart/2005/8/layout/orgChart1"/>
    <dgm:cxn modelId="{1E17D24A-9F63-478E-8E18-99BDBD88F214}" type="presOf" srcId="{BE182442-C43A-4D74-B970-82236E31F7DE}" destId="{69BC5031-3352-448D-9640-00AE2E86CDCF}" srcOrd="0" destOrd="0" presId="urn:microsoft.com/office/officeart/2005/8/layout/orgChart1"/>
    <dgm:cxn modelId="{9431334F-7C85-4875-84BF-F714E0E3C58E}" type="presOf" srcId="{E1EDE318-68DB-4217-8DEC-C0C30D29D41D}" destId="{7CEA26F6-8963-48D5-8608-461FF11EBC77}" srcOrd="0" destOrd="0" presId="urn:microsoft.com/office/officeart/2005/8/layout/orgChart1"/>
    <dgm:cxn modelId="{3AF6E373-4F3D-416C-A32F-AE31E813E447}" srcId="{BE182442-C43A-4D74-B970-82236E31F7DE}" destId="{D7B62469-FD0F-4DC7-AA6B-3A3D87E07638}" srcOrd="0" destOrd="0" parTransId="{D7981784-3AE3-4464-A3A1-29F8488FF8F3}" sibTransId="{342F6E4D-A227-4B44-AB05-3B030A443EDE}"/>
    <dgm:cxn modelId="{5BBC3E9B-00BB-4287-800A-9BEB590D7555}" srcId="{BE182442-C43A-4D74-B970-82236E31F7DE}" destId="{E4CB8A46-922B-4C8B-9275-7B45214FEB1F}" srcOrd="1" destOrd="0" parTransId="{AF0FBD2E-F66B-4041-8005-5480757F0850}" sibTransId="{96DD29F6-EBA2-4278-96C5-60B0AD2CF9F7}"/>
    <dgm:cxn modelId="{A882F1B0-1E6B-4773-BD51-6E2DA0D09E74}" type="presOf" srcId="{D7981784-3AE3-4464-A3A1-29F8488FF8F3}" destId="{412D3198-CDFA-4649-BB4E-2AE0A8681C92}" srcOrd="0" destOrd="0" presId="urn:microsoft.com/office/officeart/2005/8/layout/orgChart1"/>
    <dgm:cxn modelId="{CBE7C7E1-942F-40A7-A5F8-E6334A7A088C}" type="presOf" srcId="{D7B62469-FD0F-4DC7-AA6B-3A3D87E07638}" destId="{70761584-8CCE-4718-8B45-4A3FA212332F}" srcOrd="0" destOrd="0" presId="urn:microsoft.com/office/officeart/2005/8/layout/orgChart1"/>
    <dgm:cxn modelId="{E61361F8-EFFD-416F-B4C4-A0E76C34DABE}" srcId="{E1EDE318-68DB-4217-8DEC-C0C30D29D41D}" destId="{BE182442-C43A-4D74-B970-82236E31F7DE}" srcOrd="0" destOrd="0" parTransId="{48DB6750-329E-42DD-8EF2-FA66A8A14545}" sibTransId="{631C25B1-AAB4-49DA-9B6B-C5729C7F4674}"/>
    <dgm:cxn modelId="{BDEBE316-89F8-4814-B490-7D59E0674E7E}" type="presParOf" srcId="{7CEA26F6-8963-48D5-8608-461FF11EBC77}" destId="{052C265E-6976-4557-A34A-40FA99B5338A}" srcOrd="0" destOrd="0" presId="urn:microsoft.com/office/officeart/2005/8/layout/orgChart1"/>
    <dgm:cxn modelId="{9A9F7642-56A8-42D2-805E-A3E882030B20}" type="presParOf" srcId="{052C265E-6976-4557-A34A-40FA99B5338A}" destId="{933F3580-C0F5-4256-B144-189B3BBAC433}" srcOrd="0" destOrd="0" presId="urn:microsoft.com/office/officeart/2005/8/layout/orgChart1"/>
    <dgm:cxn modelId="{14CED0B7-E95C-483E-9E1F-F3584577B614}" type="presParOf" srcId="{933F3580-C0F5-4256-B144-189B3BBAC433}" destId="{69BC5031-3352-448D-9640-00AE2E86CDCF}" srcOrd="0" destOrd="0" presId="urn:microsoft.com/office/officeart/2005/8/layout/orgChart1"/>
    <dgm:cxn modelId="{753E3E23-D7C4-4DA2-816C-4D8177E0FB10}" type="presParOf" srcId="{933F3580-C0F5-4256-B144-189B3BBAC433}" destId="{655A3295-0444-4AB5-9D60-DABCFC133281}" srcOrd="1" destOrd="0" presId="urn:microsoft.com/office/officeart/2005/8/layout/orgChart1"/>
    <dgm:cxn modelId="{F03B129F-D12D-48A3-8B9B-24714045D15E}" type="presParOf" srcId="{052C265E-6976-4557-A34A-40FA99B5338A}" destId="{053C550B-F9AB-4E0A-A479-A886789BA614}" srcOrd="1" destOrd="0" presId="urn:microsoft.com/office/officeart/2005/8/layout/orgChart1"/>
    <dgm:cxn modelId="{5CA3E08E-0A5E-4995-945C-42E6927AF147}" type="presParOf" srcId="{053C550B-F9AB-4E0A-A479-A886789BA614}" destId="{412D3198-CDFA-4649-BB4E-2AE0A8681C92}" srcOrd="0" destOrd="0" presId="urn:microsoft.com/office/officeart/2005/8/layout/orgChart1"/>
    <dgm:cxn modelId="{C297DAEE-C86D-4F0A-9781-8F48C819DF16}" type="presParOf" srcId="{053C550B-F9AB-4E0A-A479-A886789BA614}" destId="{62358649-FAAC-4328-BB80-56A3D51FBC5E}" srcOrd="1" destOrd="0" presId="urn:microsoft.com/office/officeart/2005/8/layout/orgChart1"/>
    <dgm:cxn modelId="{1CA8ED97-D55F-42BD-86A6-26BDC99FC0CB}" type="presParOf" srcId="{62358649-FAAC-4328-BB80-56A3D51FBC5E}" destId="{48F90451-6200-4A44-A348-2C0C0C11B8BA}" srcOrd="0" destOrd="0" presId="urn:microsoft.com/office/officeart/2005/8/layout/orgChart1"/>
    <dgm:cxn modelId="{2EFD35CA-2B82-44A9-AAD6-37391F87BEDE}" type="presParOf" srcId="{48F90451-6200-4A44-A348-2C0C0C11B8BA}" destId="{70761584-8CCE-4718-8B45-4A3FA212332F}" srcOrd="0" destOrd="0" presId="urn:microsoft.com/office/officeart/2005/8/layout/orgChart1"/>
    <dgm:cxn modelId="{C86E91B6-FB99-43E9-B4E0-254B21C43025}" type="presParOf" srcId="{48F90451-6200-4A44-A348-2C0C0C11B8BA}" destId="{D6F2F5BB-25B7-4A8E-BDAF-03344CAC05BE}" srcOrd="1" destOrd="0" presId="urn:microsoft.com/office/officeart/2005/8/layout/orgChart1"/>
    <dgm:cxn modelId="{D4C3F573-83C6-45D1-9A6A-FE96AC8E85FE}" type="presParOf" srcId="{62358649-FAAC-4328-BB80-56A3D51FBC5E}" destId="{94A22768-6A93-44DE-8091-CD553B804E15}" srcOrd="1" destOrd="0" presId="urn:microsoft.com/office/officeart/2005/8/layout/orgChart1"/>
    <dgm:cxn modelId="{59CD2AB4-153D-4759-ABB0-95000CC4485E}" type="presParOf" srcId="{62358649-FAAC-4328-BB80-56A3D51FBC5E}" destId="{FDE57F49-7740-4142-B668-C29EEDB8BD86}" srcOrd="2" destOrd="0" presId="urn:microsoft.com/office/officeart/2005/8/layout/orgChart1"/>
    <dgm:cxn modelId="{74447C41-81CF-43BD-9A9B-C729BA658671}" type="presParOf" srcId="{053C550B-F9AB-4E0A-A479-A886789BA614}" destId="{C6150F60-7608-4FA1-B885-8D393A32ECB9}" srcOrd="2" destOrd="0" presId="urn:microsoft.com/office/officeart/2005/8/layout/orgChart1"/>
    <dgm:cxn modelId="{AE1BC232-542A-4B7F-B61A-BD550E7BDE3B}" type="presParOf" srcId="{053C550B-F9AB-4E0A-A479-A886789BA614}" destId="{5DB92047-3785-40CA-B5A6-2B8F4B699746}" srcOrd="3" destOrd="0" presId="urn:microsoft.com/office/officeart/2005/8/layout/orgChart1"/>
    <dgm:cxn modelId="{3792376F-55E3-4A8C-975F-D480C412EE4C}" type="presParOf" srcId="{5DB92047-3785-40CA-B5A6-2B8F4B699746}" destId="{77751AB9-7D73-48D2-B976-51F61119741F}" srcOrd="0" destOrd="0" presId="urn:microsoft.com/office/officeart/2005/8/layout/orgChart1"/>
    <dgm:cxn modelId="{5C9E7FBD-4B5B-4F9F-BFC9-4EF46A6F6108}" type="presParOf" srcId="{77751AB9-7D73-48D2-B976-51F61119741F}" destId="{8C6CB93C-F4A3-4CE7-9627-F6A57743FEDE}" srcOrd="0" destOrd="0" presId="urn:microsoft.com/office/officeart/2005/8/layout/orgChart1"/>
    <dgm:cxn modelId="{3C08B6A5-155D-4636-84D4-E8E1F7859B6B}" type="presParOf" srcId="{77751AB9-7D73-48D2-B976-51F61119741F}" destId="{F48C748B-C42E-40EF-BD56-39EC16151ACF}" srcOrd="1" destOrd="0" presId="urn:microsoft.com/office/officeart/2005/8/layout/orgChart1"/>
    <dgm:cxn modelId="{E9B8C981-4B92-45A9-BC67-6FA91355DA75}" type="presParOf" srcId="{5DB92047-3785-40CA-B5A6-2B8F4B699746}" destId="{1C63BCBB-3F48-4E86-93E0-71562FF53856}" srcOrd="1" destOrd="0" presId="urn:microsoft.com/office/officeart/2005/8/layout/orgChart1"/>
    <dgm:cxn modelId="{A7C4A3A3-5094-4752-B314-8C6B6AD4888C}" type="presParOf" srcId="{5DB92047-3785-40CA-B5A6-2B8F4B699746}" destId="{D0C65CEB-EB88-46E8-8590-901FB169815D}" srcOrd="2" destOrd="0" presId="urn:microsoft.com/office/officeart/2005/8/layout/orgChart1"/>
    <dgm:cxn modelId="{564F0C1D-3A37-44DB-ADEC-56149776CB89}" type="presParOf" srcId="{053C550B-F9AB-4E0A-A479-A886789BA614}" destId="{29798DE5-6DA5-44C7-954F-AD06D3A6F60E}" srcOrd="4" destOrd="0" presId="urn:microsoft.com/office/officeart/2005/8/layout/orgChart1"/>
    <dgm:cxn modelId="{FC24FD5F-D395-48D9-A3C7-65842DD82129}" type="presParOf" srcId="{053C550B-F9AB-4E0A-A479-A886789BA614}" destId="{658A38C5-7EA6-4CB2-B14A-3201A5CBE45F}" srcOrd="5" destOrd="0" presId="urn:microsoft.com/office/officeart/2005/8/layout/orgChart1"/>
    <dgm:cxn modelId="{45F9A0F4-A3A5-456A-9F17-CD9D48AD0EC9}" type="presParOf" srcId="{658A38C5-7EA6-4CB2-B14A-3201A5CBE45F}" destId="{B8622849-AE75-4326-89AD-FC46CC5591F6}" srcOrd="0" destOrd="0" presId="urn:microsoft.com/office/officeart/2005/8/layout/orgChart1"/>
    <dgm:cxn modelId="{52AB1A28-8625-419B-B151-32AF826548EA}" type="presParOf" srcId="{B8622849-AE75-4326-89AD-FC46CC5591F6}" destId="{EBC72E8A-9F35-495A-9A60-D68AA34E4098}" srcOrd="0" destOrd="0" presId="urn:microsoft.com/office/officeart/2005/8/layout/orgChart1"/>
    <dgm:cxn modelId="{A0168D27-E495-4AD1-95DF-F090579FF08C}" type="presParOf" srcId="{B8622849-AE75-4326-89AD-FC46CC5591F6}" destId="{9477E0A2-EDEE-4928-88BB-E2DCF2913110}" srcOrd="1" destOrd="0" presId="urn:microsoft.com/office/officeart/2005/8/layout/orgChart1"/>
    <dgm:cxn modelId="{AEA4836B-F5EC-4F68-A1E9-CAA3112707D9}" type="presParOf" srcId="{658A38C5-7EA6-4CB2-B14A-3201A5CBE45F}" destId="{CD4063A0-EF57-4F16-A822-66D244C8C498}" srcOrd="1" destOrd="0" presId="urn:microsoft.com/office/officeart/2005/8/layout/orgChart1"/>
    <dgm:cxn modelId="{DCDC002F-6855-470D-9F82-164A3CDBCAA5}" type="presParOf" srcId="{658A38C5-7EA6-4CB2-B14A-3201A5CBE45F}" destId="{166171F6-6077-46A1-A4F3-53CF72F07E72}" srcOrd="2" destOrd="0" presId="urn:microsoft.com/office/officeart/2005/8/layout/orgChart1"/>
    <dgm:cxn modelId="{6A51A63D-2140-4DAE-817F-5E14E62A71BA}" type="presParOf" srcId="{052C265E-6976-4557-A34A-40FA99B5338A}" destId="{AF033164-4386-4AE3-90A1-73A25AC998BD}"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27A2E27-7AE0-4FEE-B160-4447D6701D68}" type="doc">
      <dgm:prSet loTypeId="urn:microsoft.com/office/officeart/2005/8/layout/chevron2" loCatId="process" qsTypeId="urn:microsoft.com/office/officeart/2005/8/quickstyle/simple1" qsCatId="simple" csTypeId="urn:microsoft.com/office/officeart/2005/8/colors/accent0_2" csCatId="mainScheme" phldr="1"/>
      <dgm:spPr/>
      <dgm:t>
        <a:bodyPr/>
        <a:lstStyle/>
        <a:p>
          <a:endParaRPr lang="en-ZA"/>
        </a:p>
      </dgm:t>
    </dgm:pt>
    <dgm:pt modelId="{94718843-063B-4D2E-9D3B-5BC148A4202F}">
      <dgm:prSet phldrT="[Text]" custT="1"/>
      <dgm:spPr/>
      <dgm:t>
        <a:bodyPr/>
        <a:lstStyle/>
        <a:p>
          <a:r>
            <a:rPr lang="en-US" sz="1800" dirty="0"/>
            <a:t>Step 1</a:t>
          </a:r>
          <a:endParaRPr lang="en-ZA" sz="1800" dirty="0"/>
        </a:p>
      </dgm:t>
    </dgm:pt>
    <dgm:pt modelId="{3F783EFB-E170-48F1-A9BF-1718B16E4892}" type="parTrans" cxnId="{02481350-5680-4942-9B82-CE56194AE5A9}">
      <dgm:prSet/>
      <dgm:spPr/>
      <dgm:t>
        <a:bodyPr/>
        <a:lstStyle/>
        <a:p>
          <a:endParaRPr lang="en-ZA" sz="1800"/>
        </a:p>
      </dgm:t>
    </dgm:pt>
    <dgm:pt modelId="{49297523-9499-4E2E-85E0-4D1B7C36AD73}" type="sibTrans" cxnId="{02481350-5680-4942-9B82-CE56194AE5A9}">
      <dgm:prSet custT="1"/>
      <dgm:spPr/>
      <dgm:t>
        <a:bodyPr/>
        <a:lstStyle/>
        <a:p>
          <a:endParaRPr lang="en-ZA" sz="1800"/>
        </a:p>
      </dgm:t>
    </dgm:pt>
    <dgm:pt modelId="{A72D58E9-6790-4764-B4FF-EB5F5DB30B4B}">
      <dgm:prSet phldrT="[Text]" custT="1"/>
      <dgm:spPr/>
      <dgm:t>
        <a:bodyPr/>
        <a:lstStyle/>
        <a:p>
          <a:r>
            <a:rPr lang="en-US" sz="1800" dirty="0"/>
            <a:t>Step 2</a:t>
          </a:r>
          <a:endParaRPr lang="en-ZA" sz="1800" dirty="0"/>
        </a:p>
      </dgm:t>
    </dgm:pt>
    <dgm:pt modelId="{955D55FB-24B1-4B02-B68C-9B5A223E8541}" type="parTrans" cxnId="{E08E1051-8430-4E6D-A74D-8064082FA12C}">
      <dgm:prSet/>
      <dgm:spPr/>
      <dgm:t>
        <a:bodyPr/>
        <a:lstStyle/>
        <a:p>
          <a:endParaRPr lang="en-ZA" sz="1800"/>
        </a:p>
      </dgm:t>
    </dgm:pt>
    <dgm:pt modelId="{504C12C3-DD8A-430C-922E-C371F327FFC8}" type="sibTrans" cxnId="{E08E1051-8430-4E6D-A74D-8064082FA12C}">
      <dgm:prSet custT="1"/>
      <dgm:spPr/>
      <dgm:t>
        <a:bodyPr/>
        <a:lstStyle/>
        <a:p>
          <a:endParaRPr lang="en-ZA" sz="1800"/>
        </a:p>
      </dgm:t>
    </dgm:pt>
    <dgm:pt modelId="{7557B4D3-406A-4603-9BF6-B1733624030E}">
      <dgm:prSet phldrT="[Text]" custT="1"/>
      <dgm:spPr/>
      <dgm:t>
        <a:bodyPr/>
        <a:lstStyle/>
        <a:p>
          <a:r>
            <a:rPr lang="en-US" sz="1800" dirty="0"/>
            <a:t>Step 3</a:t>
          </a:r>
          <a:endParaRPr lang="en-ZA" sz="1800" dirty="0"/>
        </a:p>
      </dgm:t>
    </dgm:pt>
    <dgm:pt modelId="{59F767C8-753F-4C05-B4AF-63852335DE2D}" type="parTrans" cxnId="{61DA5A01-6102-4F3B-8C99-8B276A592D5A}">
      <dgm:prSet/>
      <dgm:spPr/>
      <dgm:t>
        <a:bodyPr/>
        <a:lstStyle/>
        <a:p>
          <a:endParaRPr lang="en-ZA" sz="1800"/>
        </a:p>
      </dgm:t>
    </dgm:pt>
    <dgm:pt modelId="{3F1C4A4E-7EF7-40A1-B9A8-64B9771F4429}" type="sibTrans" cxnId="{61DA5A01-6102-4F3B-8C99-8B276A592D5A}">
      <dgm:prSet/>
      <dgm:spPr/>
      <dgm:t>
        <a:bodyPr/>
        <a:lstStyle/>
        <a:p>
          <a:endParaRPr lang="en-ZA" sz="1800"/>
        </a:p>
      </dgm:t>
    </dgm:pt>
    <dgm:pt modelId="{A3643A8F-BAF7-411A-BC2C-E8CFB826EB43}">
      <dgm:prSet/>
      <dgm:spPr/>
      <dgm:t>
        <a:bodyPr/>
        <a:lstStyle/>
        <a:p>
          <a:r>
            <a:rPr lang="en-US" dirty="0"/>
            <a:t>Calculate NPV of each project over its life using required rate of return (cost of capital).</a:t>
          </a:r>
          <a:endParaRPr lang="en-ZA" dirty="0"/>
        </a:p>
      </dgm:t>
    </dgm:pt>
    <dgm:pt modelId="{D0C3691C-8F75-4F6D-AC85-CB1D8874699D}" type="parTrans" cxnId="{26F28A1F-9B9D-4CE4-83B3-3227D015F22A}">
      <dgm:prSet/>
      <dgm:spPr/>
      <dgm:t>
        <a:bodyPr/>
        <a:lstStyle/>
        <a:p>
          <a:endParaRPr lang="en-ZA"/>
        </a:p>
      </dgm:t>
    </dgm:pt>
    <dgm:pt modelId="{DBE21967-035F-4B4B-A3E0-87C4A4687E05}" type="sibTrans" cxnId="{26F28A1F-9B9D-4CE4-83B3-3227D015F22A}">
      <dgm:prSet/>
      <dgm:spPr/>
      <dgm:t>
        <a:bodyPr/>
        <a:lstStyle/>
        <a:p>
          <a:endParaRPr lang="en-ZA"/>
        </a:p>
      </dgm:t>
    </dgm:pt>
    <dgm:pt modelId="{68A04B8D-73C9-439D-878E-D050CF9067E6}">
      <dgm:prSet/>
      <dgm:spPr/>
      <dgm:t>
        <a:bodyPr/>
        <a:lstStyle/>
        <a:p>
          <a:r>
            <a:rPr lang="en-US" dirty="0"/>
            <a:t>Rank projects in descending order of ANPV. Mutually exclusive projects – accept project with highest ANPV. Independent projects – accept all projects with positive NPVs providing funds not restricted.</a:t>
          </a:r>
          <a:endParaRPr lang="en-ZA" dirty="0"/>
        </a:p>
      </dgm:t>
    </dgm:pt>
    <dgm:pt modelId="{C778AEB6-C591-442B-AEAA-D86033EC91F7}" type="parTrans" cxnId="{934431EB-4DD2-45EA-84AD-CEA93FEE2A99}">
      <dgm:prSet/>
      <dgm:spPr/>
      <dgm:t>
        <a:bodyPr/>
        <a:lstStyle/>
        <a:p>
          <a:endParaRPr lang="en-ZA"/>
        </a:p>
      </dgm:t>
    </dgm:pt>
    <dgm:pt modelId="{75790702-9C5F-4F8C-AB8B-95138C6AA5C1}" type="sibTrans" cxnId="{934431EB-4DD2-45EA-84AD-CEA93FEE2A99}">
      <dgm:prSet/>
      <dgm:spPr/>
      <dgm:t>
        <a:bodyPr/>
        <a:lstStyle/>
        <a:p>
          <a:endParaRPr lang="en-ZA"/>
        </a:p>
      </dgm:t>
    </dgm:pt>
    <dgm:pt modelId="{8DC36CCA-478B-4FFA-A5B4-E0258A3B7382}">
      <dgm:prSet/>
      <dgm:spPr/>
      <dgm:t>
        <a:bodyPr/>
        <a:lstStyle/>
        <a:p>
          <a:r>
            <a:rPr lang="en-US" dirty="0"/>
            <a:t>Divide NPV of each project that has a positive NPV by present value interest factor (PVIF) for annuity at given rate of return and project’s life. </a:t>
          </a:r>
          <a:endParaRPr lang="en-ZA" dirty="0"/>
        </a:p>
      </dgm:t>
    </dgm:pt>
    <dgm:pt modelId="{2BE9C4CA-CBA4-4945-A1E7-C3B5E53BDA54}" type="parTrans" cxnId="{A27D8921-6922-4087-90BA-75052CEC619E}">
      <dgm:prSet/>
      <dgm:spPr/>
      <dgm:t>
        <a:bodyPr/>
        <a:lstStyle/>
        <a:p>
          <a:endParaRPr lang="en-ZA"/>
        </a:p>
      </dgm:t>
    </dgm:pt>
    <dgm:pt modelId="{CFC84BC9-431E-4469-8677-C7C6F9FCED5D}" type="sibTrans" cxnId="{A27D8921-6922-4087-90BA-75052CEC619E}">
      <dgm:prSet/>
      <dgm:spPr/>
      <dgm:t>
        <a:bodyPr/>
        <a:lstStyle/>
        <a:p>
          <a:endParaRPr lang="en-ZA"/>
        </a:p>
      </dgm:t>
    </dgm:pt>
    <dgm:pt modelId="{2A6ECA02-FEF6-4465-97B6-07BA2A534DD0}" type="pres">
      <dgm:prSet presAssocID="{927A2E27-7AE0-4FEE-B160-4447D6701D68}" presName="linearFlow" presStyleCnt="0">
        <dgm:presLayoutVars>
          <dgm:dir/>
          <dgm:animLvl val="lvl"/>
          <dgm:resizeHandles val="exact"/>
        </dgm:presLayoutVars>
      </dgm:prSet>
      <dgm:spPr/>
    </dgm:pt>
    <dgm:pt modelId="{18628B70-ADF6-4F62-B101-AA94D4454A5E}" type="pres">
      <dgm:prSet presAssocID="{94718843-063B-4D2E-9D3B-5BC148A4202F}" presName="composite" presStyleCnt="0"/>
      <dgm:spPr/>
    </dgm:pt>
    <dgm:pt modelId="{D9DA45B1-5501-4100-BEB7-B52ABA3FD7AC}" type="pres">
      <dgm:prSet presAssocID="{94718843-063B-4D2E-9D3B-5BC148A4202F}" presName="parentText" presStyleLbl="alignNode1" presStyleIdx="0" presStyleCnt="3">
        <dgm:presLayoutVars>
          <dgm:chMax val="1"/>
          <dgm:bulletEnabled val="1"/>
        </dgm:presLayoutVars>
      </dgm:prSet>
      <dgm:spPr/>
    </dgm:pt>
    <dgm:pt modelId="{943CACE0-28CD-40E8-B122-D920A9210A47}" type="pres">
      <dgm:prSet presAssocID="{94718843-063B-4D2E-9D3B-5BC148A4202F}" presName="descendantText" presStyleLbl="alignAcc1" presStyleIdx="0" presStyleCnt="3" custLinFactNeighborX="107" custLinFactNeighborY="-1328">
        <dgm:presLayoutVars>
          <dgm:bulletEnabled val="1"/>
        </dgm:presLayoutVars>
      </dgm:prSet>
      <dgm:spPr/>
    </dgm:pt>
    <dgm:pt modelId="{439D26C5-B4AC-4BFB-807C-86535470777A}" type="pres">
      <dgm:prSet presAssocID="{49297523-9499-4E2E-85E0-4D1B7C36AD73}" presName="sp" presStyleCnt="0"/>
      <dgm:spPr/>
    </dgm:pt>
    <dgm:pt modelId="{4303B8B8-AD02-4D61-BA14-4383E196344B}" type="pres">
      <dgm:prSet presAssocID="{A72D58E9-6790-4764-B4FF-EB5F5DB30B4B}" presName="composite" presStyleCnt="0"/>
      <dgm:spPr/>
    </dgm:pt>
    <dgm:pt modelId="{9CD398A9-E6E7-4397-8601-972451B0DECB}" type="pres">
      <dgm:prSet presAssocID="{A72D58E9-6790-4764-B4FF-EB5F5DB30B4B}" presName="parentText" presStyleLbl="alignNode1" presStyleIdx="1" presStyleCnt="3">
        <dgm:presLayoutVars>
          <dgm:chMax val="1"/>
          <dgm:bulletEnabled val="1"/>
        </dgm:presLayoutVars>
      </dgm:prSet>
      <dgm:spPr/>
    </dgm:pt>
    <dgm:pt modelId="{11490DB3-B46F-4A57-88B9-B723C63A7D1A}" type="pres">
      <dgm:prSet presAssocID="{A72D58E9-6790-4764-B4FF-EB5F5DB30B4B}" presName="descendantText" presStyleLbl="alignAcc1" presStyleIdx="1" presStyleCnt="3">
        <dgm:presLayoutVars>
          <dgm:bulletEnabled val="1"/>
        </dgm:presLayoutVars>
      </dgm:prSet>
      <dgm:spPr/>
    </dgm:pt>
    <dgm:pt modelId="{8D183E00-AD52-472D-A762-AEF9E98B6398}" type="pres">
      <dgm:prSet presAssocID="{504C12C3-DD8A-430C-922E-C371F327FFC8}" presName="sp" presStyleCnt="0"/>
      <dgm:spPr/>
    </dgm:pt>
    <dgm:pt modelId="{8329068C-F29F-4645-AE6C-B0636B784F3C}" type="pres">
      <dgm:prSet presAssocID="{7557B4D3-406A-4603-9BF6-B1733624030E}" presName="composite" presStyleCnt="0"/>
      <dgm:spPr/>
    </dgm:pt>
    <dgm:pt modelId="{E2C78E59-2B5E-4B9A-AA82-F22083FC11F1}" type="pres">
      <dgm:prSet presAssocID="{7557B4D3-406A-4603-9BF6-B1733624030E}" presName="parentText" presStyleLbl="alignNode1" presStyleIdx="2" presStyleCnt="3" custLinFactNeighborX="-1745" custLinFactNeighborY="-127">
        <dgm:presLayoutVars>
          <dgm:chMax val="1"/>
          <dgm:bulletEnabled val="1"/>
        </dgm:presLayoutVars>
      </dgm:prSet>
      <dgm:spPr/>
    </dgm:pt>
    <dgm:pt modelId="{0819FF64-EB13-4B67-896D-5A52B457A5CE}" type="pres">
      <dgm:prSet presAssocID="{7557B4D3-406A-4603-9BF6-B1733624030E}" presName="descendantText" presStyleLbl="alignAcc1" presStyleIdx="2" presStyleCnt="3" custLinFactNeighborX="107" custLinFactNeighborY="-1328">
        <dgm:presLayoutVars>
          <dgm:bulletEnabled val="1"/>
        </dgm:presLayoutVars>
      </dgm:prSet>
      <dgm:spPr/>
    </dgm:pt>
  </dgm:ptLst>
  <dgm:cxnLst>
    <dgm:cxn modelId="{61DA5A01-6102-4F3B-8C99-8B276A592D5A}" srcId="{927A2E27-7AE0-4FEE-B160-4447D6701D68}" destId="{7557B4D3-406A-4603-9BF6-B1733624030E}" srcOrd="2" destOrd="0" parTransId="{59F767C8-753F-4C05-B4AF-63852335DE2D}" sibTransId="{3F1C4A4E-7EF7-40A1-B9A8-64B9771F4429}"/>
    <dgm:cxn modelId="{580A9E11-9EDD-4725-8ABA-6C058C85497D}" type="presOf" srcId="{8DC36CCA-478B-4FFA-A5B4-E0258A3B7382}" destId="{11490DB3-B46F-4A57-88B9-B723C63A7D1A}" srcOrd="0" destOrd="0" presId="urn:microsoft.com/office/officeart/2005/8/layout/chevron2"/>
    <dgm:cxn modelId="{26F28A1F-9B9D-4CE4-83B3-3227D015F22A}" srcId="{94718843-063B-4D2E-9D3B-5BC148A4202F}" destId="{A3643A8F-BAF7-411A-BC2C-E8CFB826EB43}" srcOrd="0" destOrd="0" parTransId="{D0C3691C-8F75-4F6D-AC85-CB1D8874699D}" sibTransId="{DBE21967-035F-4B4B-A3E0-87C4A4687E05}"/>
    <dgm:cxn modelId="{A27D8921-6922-4087-90BA-75052CEC619E}" srcId="{A72D58E9-6790-4764-B4FF-EB5F5DB30B4B}" destId="{8DC36CCA-478B-4FFA-A5B4-E0258A3B7382}" srcOrd="0" destOrd="0" parTransId="{2BE9C4CA-CBA4-4945-A1E7-C3B5E53BDA54}" sibTransId="{CFC84BC9-431E-4469-8677-C7C6F9FCED5D}"/>
    <dgm:cxn modelId="{D1187724-AE4C-4BA4-AF2C-618A71DC0409}" type="presOf" srcId="{7557B4D3-406A-4603-9BF6-B1733624030E}" destId="{E2C78E59-2B5E-4B9A-AA82-F22083FC11F1}" srcOrd="0" destOrd="0" presId="urn:microsoft.com/office/officeart/2005/8/layout/chevron2"/>
    <dgm:cxn modelId="{02481350-5680-4942-9B82-CE56194AE5A9}" srcId="{927A2E27-7AE0-4FEE-B160-4447D6701D68}" destId="{94718843-063B-4D2E-9D3B-5BC148A4202F}" srcOrd="0" destOrd="0" parTransId="{3F783EFB-E170-48F1-A9BF-1718B16E4892}" sibTransId="{49297523-9499-4E2E-85E0-4D1B7C36AD73}"/>
    <dgm:cxn modelId="{E08E1051-8430-4E6D-A74D-8064082FA12C}" srcId="{927A2E27-7AE0-4FEE-B160-4447D6701D68}" destId="{A72D58E9-6790-4764-B4FF-EB5F5DB30B4B}" srcOrd="1" destOrd="0" parTransId="{955D55FB-24B1-4B02-B68C-9B5A223E8541}" sibTransId="{504C12C3-DD8A-430C-922E-C371F327FFC8}"/>
    <dgm:cxn modelId="{0181FDA2-EFBE-4013-8741-EF546CD1F542}" type="presOf" srcId="{927A2E27-7AE0-4FEE-B160-4447D6701D68}" destId="{2A6ECA02-FEF6-4465-97B6-07BA2A534DD0}" srcOrd="0" destOrd="0" presId="urn:microsoft.com/office/officeart/2005/8/layout/chevron2"/>
    <dgm:cxn modelId="{C417FFA8-2B36-466B-8CE7-61BF6805E431}" type="presOf" srcId="{68A04B8D-73C9-439D-878E-D050CF9067E6}" destId="{0819FF64-EB13-4B67-896D-5A52B457A5CE}" srcOrd="0" destOrd="0" presId="urn:microsoft.com/office/officeart/2005/8/layout/chevron2"/>
    <dgm:cxn modelId="{38EB4FE8-73AF-4318-B67D-F8A1671004EF}" type="presOf" srcId="{A72D58E9-6790-4764-B4FF-EB5F5DB30B4B}" destId="{9CD398A9-E6E7-4397-8601-972451B0DECB}" srcOrd="0" destOrd="0" presId="urn:microsoft.com/office/officeart/2005/8/layout/chevron2"/>
    <dgm:cxn modelId="{35E6C3EA-D172-4B94-9E60-658D7276FFCF}" type="presOf" srcId="{A3643A8F-BAF7-411A-BC2C-E8CFB826EB43}" destId="{943CACE0-28CD-40E8-B122-D920A9210A47}" srcOrd="0" destOrd="0" presId="urn:microsoft.com/office/officeart/2005/8/layout/chevron2"/>
    <dgm:cxn modelId="{934431EB-4DD2-45EA-84AD-CEA93FEE2A99}" srcId="{7557B4D3-406A-4603-9BF6-B1733624030E}" destId="{68A04B8D-73C9-439D-878E-D050CF9067E6}" srcOrd="0" destOrd="0" parTransId="{C778AEB6-C591-442B-AEAA-D86033EC91F7}" sibTransId="{75790702-9C5F-4F8C-AB8B-95138C6AA5C1}"/>
    <dgm:cxn modelId="{E77B1EFA-5DF9-4AB8-B1DC-EE9A3557D3C5}" type="presOf" srcId="{94718843-063B-4D2E-9D3B-5BC148A4202F}" destId="{D9DA45B1-5501-4100-BEB7-B52ABA3FD7AC}" srcOrd="0" destOrd="0" presId="urn:microsoft.com/office/officeart/2005/8/layout/chevron2"/>
    <dgm:cxn modelId="{C9AD2C7F-C1DB-4A57-BC62-BDE04108C897}" type="presParOf" srcId="{2A6ECA02-FEF6-4465-97B6-07BA2A534DD0}" destId="{18628B70-ADF6-4F62-B101-AA94D4454A5E}" srcOrd="0" destOrd="0" presId="urn:microsoft.com/office/officeart/2005/8/layout/chevron2"/>
    <dgm:cxn modelId="{B52912F7-F3A5-4C27-B97B-7729F217E30E}" type="presParOf" srcId="{18628B70-ADF6-4F62-B101-AA94D4454A5E}" destId="{D9DA45B1-5501-4100-BEB7-B52ABA3FD7AC}" srcOrd="0" destOrd="0" presId="urn:microsoft.com/office/officeart/2005/8/layout/chevron2"/>
    <dgm:cxn modelId="{A8B5DD8E-AC94-42F7-98F5-F13E3853C467}" type="presParOf" srcId="{18628B70-ADF6-4F62-B101-AA94D4454A5E}" destId="{943CACE0-28CD-40E8-B122-D920A9210A47}" srcOrd="1" destOrd="0" presId="urn:microsoft.com/office/officeart/2005/8/layout/chevron2"/>
    <dgm:cxn modelId="{B7A5B5E9-088F-42E1-9526-96F0664C1E72}" type="presParOf" srcId="{2A6ECA02-FEF6-4465-97B6-07BA2A534DD0}" destId="{439D26C5-B4AC-4BFB-807C-86535470777A}" srcOrd="1" destOrd="0" presId="urn:microsoft.com/office/officeart/2005/8/layout/chevron2"/>
    <dgm:cxn modelId="{7AF69BD9-73E4-47E2-B775-CA7D9495AF67}" type="presParOf" srcId="{2A6ECA02-FEF6-4465-97B6-07BA2A534DD0}" destId="{4303B8B8-AD02-4D61-BA14-4383E196344B}" srcOrd="2" destOrd="0" presId="urn:microsoft.com/office/officeart/2005/8/layout/chevron2"/>
    <dgm:cxn modelId="{D9FC55A9-63D4-4D66-AE87-1B576E2093CE}" type="presParOf" srcId="{4303B8B8-AD02-4D61-BA14-4383E196344B}" destId="{9CD398A9-E6E7-4397-8601-972451B0DECB}" srcOrd="0" destOrd="0" presId="urn:microsoft.com/office/officeart/2005/8/layout/chevron2"/>
    <dgm:cxn modelId="{2DB0ABF6-C8DB-495C-B677-8DE7D4DE947F}" type="presParOf" srcId="{4303B8B8-AD02-4D61-BA14-4383E196344B}" destId="{11490DB3-B46F-4A57-88B9-B723C63A7D1A}" srcOrd="1" destOrd="0" presId="urn:microsoft.com/office/officeart/2005/8/layout/chevron2"/>
    <dgm:cxn modelId="{3D6CA259-D10F-4338-A5D4-8BD6E6838F72}" type="presParOf" srcId="{2A6ECA02-FEF6-4465-97B6-07BA2A534DD0}" destId="{8D183E00-AD52-472D-A762-AEF9E98B6398}" srcOrd="3" destOrd="0" presId="urn:microsoft.com/office/officeart/2005/8/layout/chevron2"/>
    <dgm:cxn modelId="{1B992950-B58D-4DC8-A2BB-88DCFB965C83}" type="presParOf" srcId="{2A6ECA02-FEF6-4465-97B6-07BA2A534DD0}" destId="{8329068C-F29F-4645-AE6C-B0636B784F3C}" srcOrd="4" destOrd="0" presId="urn:microsoft.com/office/officeart/2005/8/layout/chevron2"/>
    <dgm:cxn modelId="{7F0D8FD5-2C92-4B58-B31D-6E39AD93C295}" type="presParOf" srcId="{8329068C-F29F-4645-AE6C-B0636B784F3C}" destId="{E2C78E59-2B5E-4B9A-AA82-F22083FC11F1}" srcOrd="0" destOrd="0" presId="urn:microsoft.com/office/officeart/2005/8/layout/chevron2"/>
    <dgm:cxn modelId="{678337FB-5618-415A-A9BA-450DF6B92174}" type="presParOf" srcId="{8329068C-F29F-4645-AE6C-B0636B784F3C}" destId="{0819FF64-EB13-4B67-896D-5A52B457A5CE}"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98DE5-6DA5-44C7-954F-AD06D3A6F60E}">
      <dsp:nvSpPr>
        <dsp:cNvPr id="0" name=""/>
        <dsp:cNvSpPr/>
      </dsp:nvSpPr>
      <dsp:spPr>
        <a:xfrm>
          <a:off x="4312023" y="2173662"/>
          <a:ext cx="3050788" cy="529475"/>
        </a:xfrm>
        <a:custGeom>
          <a:avLst/>
          <a:gdLst/>
          <a:ahLst/>
          <a:cxnLst/>
          <a:rect l="0" t="0" r="0" b="0"/>
          <a:pathLst>
            <a:path>
              <a:moveTo>
                <a:pt x="0" y="0"/>
              </a:moveTo>
              <a:lnTo>
                <a:pt x="0" y="264737"/>
              </a:lnTo>
              <a:lnTo>
                <a:pt x="3050788" y="264737"/>
              </a:lnTo>
              <a:lnTo>
                <a:pt x="3050788" y="5294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150F60-7608-4FA1-B885-8D393A32ECB9}">
      <dsp:nvSpPr>
        <dsp:cNvPr id="0" name=""/>
        <dsp:cNvSpPr/>
      </dsp:nvSpPr>
      <dsp:spPr>
        <a:xfrm>
          <a:off x="4266304" y="2173662"/>
          <a:ext cx="91440" cy="529475"/>
        </a:xfrm>
        <a:custGeom>
          <a:avLst/>
          <a:gdLst/>
          <a:ahLst/>
          <a:cxnLst/>
          <a:rect l="0" t="0" r="0" b="0"/>
          <a:pathLst>
            <a:path>
              <a:moveTo>
                <a:pt x="45720" y="0"/>
              </a:moveTo>
              <a:lnTo>
                <a:pt x="45720" y="5294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2D3198-CDFA-4649-BB4E-2AE0A8681C92}">
      <dsp:nvSpPr>
        <dsp:cNvPr id="0" name=""/>
        <dsp:cNvSpPr/>
      </dsp:nvSpPr>
      <dsp:spPr>
        <a:xfrm>
          <a:off x="1261235" y="2173662"/>
          <a:ext cx="3050788" cy="529475"/>
        </a:xfrm>
        <a:custGeom>
          <a:avLst/>
          <a:gdLst/>
          <a:ahLst/>
          <a:cxnLst/>
          <a:rect l="0" t="0" r="0" b="0"/>
          <a:pathLst>
            <a:path>
              <a:moveTo>
                <a:pt x="3050788" y="0"/>
              </a:moveTo>
              <a:lnTo>
                <a:pt x="3050788" y="264737"/>
              </a:lnTo>
              <a:lnTo>
                <a:pt x="0" y="264737"/>
              </a:lnTo>
              <a:lnTo>
                <a:pt x="0" y="5294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BC5031-3352-448D-9640-00AE2E86CDCF}">
      <dsp:nvSpPr>
        <dsp:cNvPr id="0" name=""/>
        <dsp:cNvSpPr/>
      </dsp:nvSpPr>
      <dsp:spPr>
        <a:xfrm>
          <a:off x="3051367" y="913005"/>
          <a:ext cx="2521312" cy="126065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Approaches</a:t>
          </a:r>
          <a:endParaRPr lang="en-ZA" sz="2400" kern="1200" dirty="0"/>
        </a:p>
      </dsp:txBody>
      <dsp:txXfrm>
        <a:off x="3051367" y="913005"/>
        <a:ext cx="2521312" cy="1260656"/>
      </dsp:txXfrm>
    </dsp:sp>
    <dsp:sp modelId="{70761584-8CCE-4718-8B45-4A3FA212332F}">
      <dsp:nvSpPr>
        <dsp:cNvPr id="0" name=""/>
        <dsp:cNvSpPr/>
      </dsp:nvSpPr>
      <dsp:spPr>
        <a:xfrm>
          <a:off x="579" y="2703137"/>
          <a:ext cx="2521312" cy="126065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Decision tree analysis</a:t>
          </a:r>
          <a:endParaRPr lang="en-ZA" sz="2400" kern="1200" dirty="0"/>
        </a:p>
      </dsp:txBody>
      <dsp:txXfrm>
        <a:off x="579" y="2703137"/>
        <a:ext cx="2521312" cy="1260656"/>
      </dsp:txXfrm>
    </dsp:sp>
    <dsp:sp modelId="{8C6CB93C-F4A3-4CE7-9627-F6A57743FEDE}">
      <dsp:nvSpPr>
        <dsp:cNvPr id="0" name=""/>
        <dsp:cNvSpPr/>
      </dsp:nvSpPr>
      <dsp:spPr>
        <a:xfrm>
          <a:off x="3051367" y="2703137"/>
          <a:ext cx="2521312" cy="126065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Sensitivity analysis</a:t>
          </a:r>
          <a:endParaRPr lang="en-ZA" sz="2400" kern="1200" dirty="0"/>
        </a:p>
      </dsp:txBody>
      <dsp:txXfrm>
        <a:off x="3051367" y="2703137"/>
        <a:ext cx="2521312" cy="1260656"/>
      </dsp:txXfrm>
    </dsp:sp>
    <dsp:sp modelId="{EBC72E8A-9F35-495A-9A60-D68AA34E4098}">
      <dsp:nvSpPr>
        <dsp:cNvPr id="0" name=""/>
        <dsp:cNvSpPr/>
      </dsp:nvSpPr>
      <dsp:spPr>
        <a:xfrm>
          <a:off x="6102156" y="2703137"/>
          <a:ext cx="2521312" cy="126065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Scenario analysis</a:t>
          </a:r>
          <a:endParaRPr lang="en-ZA" sz="2400" kern="1200" dirty="0"/>
        </a:p>
      </dsp:txBody>
      <dsp:txXfrm>
        <a:off x="6102156" y="2703137"/>
        <a:ext cx="2521312" cy="12606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98DE5-6DA5-44C7-954F-AD06D3A6F60E}">
      <dsp:nvSpPr>
        <dsp:cNvPr id="0" name=""/>
        <dsp:cNvSpPr/>
      </dsp:nvSpPr>
      <dsp:spPr>
        <a:xfrm>
          <a:off x="1698812" y="1005855"/>
          <a:ext cx="1201921" cy="208598"/>
        </a:xfrm>
        <a:custGeom>
          <a:avLst/>
          <a:gdLst/>
          <a:ahLst/>
          <a:cxnLst/>
          <a:rect l="0" t="0" r="0" b="0"/>
          <a:pathLst>
            <a:path>
              <a:moveTo>
                <a:pt x="0" y="0"/>
              </a:moveTo>
              <a:lnTo>
                <a:pt x="0" y="104299"/>
              </a:lnTo>
              <a:lnTo>
                <a:pt x="1201921" y="104299"/>
              </a:lnTo>
              <a:lnTo>
                <a:pt x="1201921"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150F60-7608-4FA1-B885-8D393A32ECB9}">
      <dsp:nvSpPr>
        <dsp:cNvPr id="0" name=""/>
        <dsp:cNvSpPr/>
      </dsp:nvSpPr>
      <dsp:spPr>
        <a:xfrm>
          <a:off x="1653091" y="1005855"/>
          <a:ext cx="91440" cy="208598"/>
        </a:xfrm>
        <a:custGeom>
          <a:avLst/>
          <a:gdLst/>
          <a:ahLst/>
          <a:cxnLst/>
          <a:rect l="0" t="0" r="0" b="0"/>
          <a:pathLst>
            <a:path>
              <a:moveTo>
                <a:pt x="45720" y="0"/>
              </a:moveTo>
              <a:lnTo>
                <a:pt x="45720"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2D3198-CDFA-4649-BB4E-2AE0A8681C92}">
      <dsp:nvSpPr>
        <dsp:cNvPr id="0" name=""/>
        <dsp:cNvSpPr/>
      </dsp:nvSpPr>
      <dsp:spPr>
        <a:xfrm>
          <a:off x="496890" y="1005855"/>
          <a:ext cx="1201921" cy="208598"/>
        </a:xfrm>
        <a:custGeom>
          <a:avLst/>
          <a:gdLst/>
          <a:ahLst/>
          <a:cxnLst/>
          <a:rect l="0" t="0" r="0" b="0"/>
          <a:pathLst>
            <a:path>
              <a:moveTo>
                <a:pt x="1201921" y="0"/>
              </a:moveTo>
              <a:lnTo>
                <a:pt x="1201921" y="104299"/>
              </a:lnTo>
              <a:lnTo>
                <a:pt x="0" y="104299"/>
              </a:lnTo>
              <a:lnTo>
                <a:pt x="0"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BC5031-3352-448D-9640-00AE2E86CDCF}">
      <dsp:nvSpPr>
        <dsp:cNvPr id="0" name=""/>
        <dsp:cNvSpPr/>
      </dsp:nvSpPr>
      <dsp:spPr>
        <a:xfrm>
          <a:off x="1202150" y="509194"/>
          <a:ext cx="993323" cy="4966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Approaches</a:t>
          </a:r>
          <a:endParaRPr lang="en-ZA" sz="1200" kern="1200" dirty="0"/>
        </a:p>
      </dsp:txBody>
      <dsp:txXfrm>
        <a:off x="1202150" y="509194"/>
        <a:ext cx="993323" cy="496661"/>
      </dsp:txXfrm>
    </dsp:sp>
    <dsp:sp modelId="{70761584-8CCE-4718-8B45-4A3FA212332F}">
      <dsp:nvSpPr>
        <dsp:cNvPr id="0" name=""/>
        <dsp:cNvSpPr/>
      </dsp:nvSpPr>
      <dsp:spPr>
        <a:xfrm>
          <a:off x="228" y="1214454"/>
          <a:ext cx="993323" cy="496661"/>
        </a:xfrm>
        <a:prstGeom prst="rect">
          <a:avLst/>
        </a:prstGeom>
        <a:solidFill>
          <a:srgbClr val="C00000"/>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Decision tree analysis</a:t>
          </a:r>
          <a:endParaRPr lang="en-ZA" sz="1200" kern="1200" dirty="0"/>
        </a:p>
      </dsp:txBody>
      <dsp:txXfrm>
        <a:off x="228" y="1214454"/>
        <a:ext cx="993323" cy="496661"/>
      </dsp:txXfrm>
    </dsp:sp>
    <dsp:sp modelId="{8C6CB93C-F4A3-4CE7-9627-F6A57743FEDE}">
      <dsp:nvSpPr>
        <dsp:cNvPr id="0" name=""/>
        <dsp:cNvSpPr/>
      </dsp:nvSpPr>
      <dsp:spPr>
        <a:xfrm>
          <a:off x="1202150" y="1214454"/>
          <a:ext cx="993323" cy="4966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Sensitivity analysis</a:t>
          </a:r>
          <a:endParaRPr lang="en-ZA" sz="1200" kern="1200" dirty="0"/>
        </a:p>
      </dsp:txBody>
      <dsp:txXfrm>
        <a:off x="1202150" y="1214454"/>
        <a:ext cx="993323" cy="496661"/>
      </dsp:txXfrm>
    </dsp:sp>
    <dsp:sp modelId="{EBC72E8A-9F35-495A-9A60-D68AA34E4098}">
      <dsp:nvSpPr>
        <dsp:cNvPr id="0" name=""/>
        <dsp:cNvSpPr/>
      </dsp:nvSpPr>
      <dsp:spPr>
        <a:xfrm>
          <a:off x="2404071" y="1214454"/>
          <a:ext cx="993323" cy="4966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Scenario analysis</a:t>
          </a:r>
          <a:endParaRPr lang="en-ZA" sz="1200" kern="1200" dirty="0"/>
        </a:p>
      </dsp:txBody>
      <dsp:txXfrm>
        <a:off x="2404071" y="1214454"/>
        <a:ext cx="993323" cy="4966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D4D79E-BA6B-4FCC-B57E-FB8589C63A32}">
      <dsp:nvSpPr>
        <dsp:cNvPr id="0" name=""/>
        <dsp:cNvSpPr/>
      </dsp:nvSpPr>
      <dsp:spPr>
        <a:xfrm>
          <a:off x="0" y="1882911"/>
          <a:ext cx="1650437" cy="183561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Should R22m investment be made in new production capacity?</a:t>
          </a:r>
          <a:endParaRPr lang="en-ZA" sz="1600" kern="1200" dirty="0">
            <a:latin typeface="+mj-lt"/>
          </a:endParaRPr>
        </a:p>
      </dsp:txBody>
      <dsp:txXfrm>
        <a:off x="48340" y="1931251"/>
        <a:ext cx="1553757" cy="1738934"/>
      </dsp:txXfrm>
    </dsp:sp>
    <dsp:sp modelId="{489FFFC7-83A9-4B4D-AFD6-250AAFA47DB9}">
      <dsp:nvSpPr>
        <dsp:cNvPr id="0" name=""/>
        <dsp:cNvSpPr/>
      </dsp:nvSpPr>
      <dsp:spPr>
        <a:xfrm rot="17842989">
          <a:off x="1231356" y="2101747"/>
          <a:ext cx="1551973" cy="19865"/>
        </a:xfrm>
        <a:custGeom>
          <a:avLst/>
          <a:gdLst/>
          <a:ahLst/>
          <a:cxnLst/>
          <a:rect l="0" t="0" r="0" b="0"/>
          <a:pathLst>
            <a:path>
              <a:moveTo>
                <a:pt x="0" y="9932"/>
              </a:moveTo>
              <a:lnTo>
                <a:pt x="1551973" y="993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ZA" sz="1600" kern="1200">
            <a:latin typeface="+mj-lt"/>
          </a:endParaRPr>
        </a:p>
      </dsp:txBody>
      <dsp:txXfrm>
        <a:off x="1968544" y="2072881"/>
        <a:ext cx="77598" cy="77598"/>
      </dsp:txXfrm>
    </dsp:sp>
    <dsp:sp modelId="{46ED91B0-3C01-4ED4-A519-0520F98DB19E}">
      <dsp:nvSpPr>
        <dsp:cNvPr id="0" name=""/>
        <dsp:cNvSpPr/>
      </dsp:nvSpPr>
      <dsp:spPr>
        <a:xfrm>
          <a:off x="2364250" y="819722"/>
          <a:ext cx="2051564" cy="120584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Certainty about government’s economic policy</a:t>
          </a:r>
          <a:endParaRPr lang="en-ZA" sz="1600" kern="1200" dirty="0">
            <a:latin typeface="+mj-lt"/>
          </a:endParaRPr>
        </a:p>
      </dsp:txBody>
      <dsp:txXfrm>
        <a:off x="2399568" y="855040"/>
        <a:ext cx="1980928" cy="1135204"/>
      </dsp:txXfrm>
    </dsp:sp>
    <dsp:sp modelId="{67DCDB50-969B-4B60-84F7-8EEFF46E0FF2}">
      <dsp:nvSpPr>
        <dsp:cNvPr id="0" name=""/>
        <dsp:cNvSpPr/>
      </dsp:nvSpPr>
      <dsp:spPr>
        <a:xfrm rot="18948585">
          <a:off x="4263268" y="1036941"/>
          <a:ext cx="1078176" cy="19865"/>
        </a:xfrm>
        <a:custGeom>
          <a:avLst/>
          <a:gdLst/>
          <a:ahLst/>
          <a:cxnLst/>
          <a:rect l="0" t="0" r="0" b="0"/>
          <a:pathLst>
            <a:path>
              <a:moveTo>
                <a:pt x="0" y="9932"/>
              </a:moveTo>
              <a:lnTo>
                <a:pt x="1078176" y="99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ZA" sz="1600" kern="1200">
            <a:latin typeface="+mj-lt"/>
          </a:endParaRPr>
        </a:p>
      </dsp:txBody>
      <dsp:txXfrm>
        <a:off x="4775402" y="1019920"/>
        <a:ext cx="53908" cy="53908"/>
      </dsp:txXfrm>
    </dsp:sp>
    <dsp:sp modelId="{C24582B2-3AC3-4CFF-A911-5EED6EB3F167}">
      <dsp:nvSpPr>
        <dsp:cNvPr id="0" name=""/>
        <dsp:cNvSpPr/>
      </dsp:nvSpPr>
      <dsp:spPr>
        <a:xfrm>
          <a:off x="5188898" y="360521"/>
          <a:ext cx="1242340" cy="6211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Economy expand</a:t>
          </a:r>
          <a:endParaRPr lang="en-ZA" sz="1600" kern="1200" dirty="0">
            <a:latin typeface="+mj-lt"/>
          </a:endParaRPr>
        </a:p>
      </dsp:txBody>
      <dsp:txXfrm>
        <a:off x="5207091" y="378714"/>
        <a:ext cx="1205954" cy="584784"/>
      </dsp:txXfrm>
    </dsp:sp>
    <dsp:sp modelId="{81AA3F40-4129-47E5-877D-79B99FC9AE85}">
      <dsp:nvSpPr>
        <dsp:cNvPr id="0" name=""/>
        <dsp:cNvSpPr/>
      </dsp:nvSpPr>
      <dsp:spPr>
        <a:xfrm rot="20411097">
          <a:off x="6399994" y="482286"/>
          <a:ext cx="1055431" cy="19865"/>
        </a:xfrm>
        <a:custGeom>
          <a:avLst/>
          <a:gdLst/>
          <a:ahLst/>
          <a:cxnLst/>
          <a:rect l="0" t="0" r="0" b="0"/>
          <a:pathLst>
            <a:path>
              <a:moveTo>
                <a:pt x="0" y="9932"/>
              </a:moveTo>
              <a:lnTo>
                <a:pt x="1055431" y="99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ZA" sz="1600" kern="1200">
            <a:latin typeface="+mj-lt"/>
          </a:endParaRPr>
        </a:p>
      </dsp:txBody>
      <dsp:txXfrm>
        <a:off x="6901324" y="465833"/>
        <a:ext cx="52771" cy="52771"/>
      </dsp:txXfrm>
    </dsp:sp>
    <dsp:sp modelId="{0383675B-6770-4F18-BEF4-7654EEAF757D}">
      <dsp:nvSpPr>
        <dsp:cNvPr id="0" name=""/>
        <dsp:cNvSpPr/>
      </dsp:nvSpPr>
      <dsp:spPr>
        <a:xfrm>
          <a:off x="7424180" y="2746"/>
          <a:ext cx="1491219" cy="6211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NPV = R7.6m</a:t>
          </a:r>
          <a:endParaRPr lang="en-ZA" sz="1600" kern="1200" dirty="0">
            <a:latin typeface="+mj-lt"/>
          </a:endParaRPr>
        </a:p>
      </dsp:txBody>
      <dsp:txXfrm>
        <a:off x="7442373" y="20939"/>
        <a:ext cx="1454833" cy="584784"/>
      </dsp:txXfrm>
    </dsp:sp>
    <dsp:sp modelId="{A58BFC4D-CEDF-424E-B921-4703AE156005}">
      <dsp:nvSpPr>
        <dsp:cNvPr id="0" name=""/>
        <dsp:cNvSpPr/>
      </dsp:nvSpPr>
      <dsp:spPr>
        <a:xfrm rot="1011566">
          <a:off x="6407760" y="819603"/>
          <a:ext cx="1092524" cy="19865"/>
        </a:xfrm>
        <a:custGeom>
          <a:avLst/>
          <a:gdLst/>
          <a:ahLst/>
          <a:cxnLst/>
          <a:rect l="0" t="0" r="0" b="0"/>
          <a:pathLst>
            <a:path>
              <a:moveTo>
                <a:pt x="0" y="9932"/>
              </a:moveTo>
              <a:lnTo>
                <a:pt x="1092524" y="99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ZA" sz="1600" kern="1200">
            <a:latin typeface="+mj-lt"/>
          </a:endParaRPr>
        </a:p>
      </dsp:txBody>
      <dsp:txXfrm>
        <a:off x="6926709" y="802223"/>
        <a:ext cx="54626" cy="54626"/>
      </dsp:txXfrm>
    </dsp:sp>
    <dsp:sp modelId="{CE0E7F28-4212-4C7A-B57E-FC2070377512}">
      <dsp:nvSpPr>
        <dsp:cNvPr id="0" name=""/>
        <dsp:cNvSpPr/>
      </dsp:nvSpPr>
      <dsp:spPr>
        <a:xfrm>
          <a:off x="7476806" y="677380"/>
          <a:ext cx="1438593" cy="6211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NPV = R6m</a:t>
          </a:r>
          <a:endParaRPr lang="en-ZA" sz="1600" kern="1200" dirty="0">
            <a:latin typeface="+mj-lt"/>
          </a:endParaRPr>
        </a:p>
      </dsp:txBody>
      <dsp:txXfrm>
        <a:off x="7494999" y="695573"/>
        <a:ext cx="1402207" cy="584784"/>
      </dsp:txXfrm>
    </dsp:sp>
    <dsp:sp modelId="{C3B9F9C6-4484-4ED0-800F-FDE05F866929}">
      <dsp:nvSpPr>
        <dsp:cNvPr id="0" name=""/>
        <dsp:cNvSpPr/>
      </dsp:nvSpPr>
      <dsp:spPr>
        <a:xfrm rot="2472938">
          <a:off x="4288498" y="1751287"/>
          <a:ext cx="1027715" cy="19865"/>
        </a:xfrm>
        <a:custGeom>
          <a:avLst/>
          <a:gdLst/>
          <a:ahLst/>
          <a:cxnLst/>
          <a:rect l="0" t="0" r="0" b="0"/>
          <a:pathLst>
            <a:path>
              <a:moveTo>
                <a:pt x="0" y="9932"/>
              </a:moveTo>
              <a:lnTo>
                <a:pt x="1027715" y="99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ZA" sz="1600" kern="1200">
            <a:latin typeface="+mj-lt"/>
          </a:endParaRPr>
        </a:p>
      </dsp:txBody>
      <dsp:txXfrm>
        <a:off x="4776663" y="1735527"/>
        <a:ext cx="51385" cy="51385"/>
      </dsp:txXfrm>
    </dsp:sp>
    <dsp:sp modelId="{3657894D-B2AD-4295-A54D-E4F7BB1728F7}">
      <dsp:nvSpPr>
        <dsp:cNvPr id="0" name=""/>
        <dsp:cNvSpPr/>
      </dsp:nvSpPr>
      <dsp:spPr>
        <a:xfrm>
          <a:off x="5188898" y="1789213"/>
          <a:ext cx="1242340" cy="6211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Economy contract</a:t>
          </a:r>
          <a:endParaRPr lang="en-ZA" sz="1600" kern="1200" dirty="0">
            <a:latin typeface="+mj-lt"/>
          </a:endParaRPr>
        </a:p>
      </dsp:txBody>
      <dsp:txXfrm>
        <a:off x="5207091" y="1807406"/>
        <a:ext cx="1205954" cy="584784"/>
      </dsp:txXfrm>
    </dsp:sp>
    <dsp:sp modelId="{2EB5AAF9-2387-4DB8-8B5D-716390474AFA}">
      <dsp:nvSpPr>
        <dsp:cNvPr id="0" name=""/>
        <dsp:cNvSpPr/>
      </dsp:nvSpPr>
      <dsp:spPr>
        <a:xfrm rot="20487829">
          <a:off x="6402634" y="1914577"/>
          <a:ext cx="1102775" cy="19865"/>
        </a:xfrm>
        <a:custGeom>
          <a:avLst/>
          <a:gdLst/>
          <a:ahLst/>
          <a:cxnLst/>
          <a:rect l="0" t="0" r="0" b="0"/>
          <a:pathLst>
            <a:path>
              <a:moveTo>
                <a:pt x="0" y="9932"/>
              </a:moveTo>
              <a:lnTo>
                <a:pt x="1102775" y="99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ZA" sz="1600" kern="1200">
            <a:latin typeface="+mj-lt"/>
          </a:endParaRPr>
        </a:p>
      </dsp:txBody>
      <dsp:txXfrm>
        <a:off x="6926453" y="1896941"/>
        <a:ext cx="55138" cy="55138"/>
      </dsp:txXfrm>
    </dsp:sp>
    <dsp:sp modelId="{69428BB5-4B0F-4BD5-943B-212C0714C398}">
      <dsp:nvSpPr>
        <dsp:cNvPr id="0" name=""/>
        <dsp:cNvSpPr/>
      </dsp:nvSpPr>
      <dsp:spPr>
        <a:xfrm>
          <a:off x="7476806" y="1438637"/>
          <a:ext cx="1438593" cy="6211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NPV = R4m</a:t>
          </a:r>
          <a:endParaRPr lang="en-ZA" sz="1600" kern="1200" dirty="0">
            <a:latin typeface="+mj-lt"/>
          </a:endParaRPr>
        </a:p>
      </dsp:txBody>
      <dsp:txXfrm>
        <a:off x="7494999" y="1456830"/>
        <a:ext cx="1402207" cy="584784"/>
      </dsp:txXfrm>
    </dsp:sp>
    <dsp:sp modelId="{D57A8194-6D0B-4331-A54B-EAD31E899ADE}">
      <dsp:nvSpPr>
        <dsp:cNvPr id="0" name=""/>
        <dsp:cNvSpPr/>
      </dsp:nvSpPr>
      <dsp:spPr>
        <a:xfrm rot="1064586">
          <a:off x="6405129" y="2257141"/>
          <a:ext cx="1097786" cy="19865"/>
        </a:xfrm>
        <a:custGeom>
          <a:avLst/>
          <a:gdLst/>
          <a:ahLst/>
          <a:cxnLst/>
          <a:rect l="0" t="0" r="0" b="0"/>
          <a:pathLst>
            <a:path>
              <a:moveTo>
                <a:pt x="0" y="9932"/>
              </a:moveTo>
              <a:lnTo>
                <a:pt x="1097786" y="99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ZA" sz="1600" kern="1200">
            <a:latin typeface="+mj-lt"/>
          </a:endParaRPr>
        </a:p>
      </dsp:txBody>
      <dsp:txXfrm>
        <a:off x="6926578" y="2239629"/>
        <a:ext cx="54889" cy="54889"/>
      </dsp:txXfrm>
    </dsp:sp>
    <dsp:sp modelId="{622D8DD6-2479-4759-955E-32E492D0E78E}">
      <dsp:nvSpPr>
        <dsp:cNvPr id="0" name=""/>
        <dsp:cNvSpPr/>
      </dsp:nvSpPr>
      <dsp:spPr>
        <a:xfrm>
          <a:off x="7476806" y="2123763"/>
          <a:ext cx="1438593" cy="6211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NPV = R2.2m</a:t>
          </a:r>
          <a:endParaRPr lang="en-ZA" sz="1600" kern="1200" dirty="0">
            <a:latin typeface="+mj-lt"/>
          </a:endParaRPr>
        </a:p>
      </dsp:txBody>
      <dsp:txXfrm>
        <a:off x="7494999" y="2141956"/>
        <a:ext cx="1402207" cy="584784"/>
      </dsp:txXfrm>
    </dsp:sp>
    <dsp:sp modelId="{E2384780-FBB1-408D-AB59-F2F7C2FD7A50}">
      <dsp:nvSpPr>
        <dsp:cNvPr id="0" name=""/>
        <dsp:cNvSpPr/>
      </dsp:nvSpPr>
      <dsp:spPr>
        <a:xfrm rot="3718129">
          <a:off x="1234740" y="3483047"/>
          <a:ext cx="1568524" cy="19865"/>
        </a:xfrm>
        <a:custGeom>
          <a:avLst/>
          <a:gdLst/>
          <a:ahLst/>
          <a:cxnLst/>
          <a:rect l="0" t="0" r="0" b="0"/>
          <a:pathLst>
            <a:path>
              <a:moveTo>
                <a:pt x="0" y="9932"/>
              </a:moveTo>
              <a:lnTo>
                <a:pt x="1568524" y="993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ZA" sz="1600" kern="1200">
            <a:latin typeface="+mj-lt"/>
          </a:endParaRPr>
        </a:p>
      </dsp:txBody>
      <dsp:txXfrm>
        <a:off x="1979789" y="3453767"/>
        <a:ext cx="78426" cy="78426"/>
      </dsp:txXfrm>
    </dsp:sp>
    <dsp:sp modelId="{DF88863A-21F7-4CAA-BD7B-FB4936A18D36}">
      <dsp:nvSpPr>
        <dsp:cNvPr id="0" name=""/>
        <dsp:cNvSpPr/>
      </dsp:nvSpPr>
      <dsp:spPr>
        <a:xfrm>
          <a:off x="2387568" y="3610839"/>
          <a:ext cx="2107171" cy="11488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Uncertainty about government’s economic policy</a:t>
          </a:r>
          <a:endParaRPr lang="en-ZA" sz="1600" kern="1200" dirty="0">
            <a:latin typeface="+mj-lt"/>
          </a:endParaRPr>
        </a:p>
      </dsp:txBody>
      <dsp:txXfrm>
        <a:off x="2421215" y="3644486"/>
        <a:ext cx="2039877" cy="1081511"/>
      </dsp:txXfrm>
    </dsp:sp>
    <dsp:sp modelId="{D8740EA5-AC94-49C8-889D-E529D41A8B45}">
      <dsp:nvSpPr>
        <dsp:cNvPr id="0" name=""/>
        <dsp:cNvSpPr/>
      </dsp:nvSpPr>
      <dsp:spPr>
        <a:xfrm rot="19127010">
          <a:off x="4371258" y="3846933"/>
          <a:ext cx="996729" cy="19865"/>
        </a:xfrm>
        <a:custGeom>
          <a:avLst/>
          <a:gdLst/>
          <a:ahLst/>
          <a:cxnLst/>
          <a:rect l="0" t="0" r="0" b="0"/>
          <a:pathLst>
            <a:path>
              <a:moveTo>
                <a:pt x="0" y="9932"/>
              </a:moveTo>
              <a:lnTo>
                <a:pt x="996729" y="99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ZA" sz="1600" kern="1200">
            <a:latin typeface="+mj-lt"/>
          </a:endParaRPr>
        </a:p>
      </dsp:txBody>
      <dsp:txXfrm>
        <a:off x="4844704" y="3831948"/>
        <a:ext cx="49836" cy="49836"/>
      </dsp:txXfrm>
    </dsp:sp>
    <dsp:sp modelId="{C466B3DE-DC6C-4F62-8914-7C16D322450C}">
      <dsp:nvSpPr>
        <dsp:cNvPr id="0" name=""/>
        <dsp:cNvSpPr/>
      </dsp:nvSpPr>
      <dsp:spPr>
        <a:xfrm>
          <a:off x="5244505" y="3217905"/>
          <a:ext cx="1242340" cy="6211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Economy expand</a:t>
          </a:r>
          <a:endParaRPr lang="en-ZA" sz="1600" kern="1200" dirty="0">
            <a:latin typeface="+mj-lt"/>
          </a:endParaRPr>
        </a:p>
      </dsp:txBody>
      <dsp:txXfrm>
        <a:off x="5262698" y="3236098"/>
        <a:ext cx="1205954" cy="584784"/>
      </dsp:txXfrm>
    </dsp:sp>
    <dsp:sp modelId="{A5364474-0E63-476F-81A5-16D489D3D172}">
      <dsp:nvSpPr>
        <dsp:cNvPr id="0" name=""/>
        <dsp:cNvSpPr/>
      </dsp:nvSpPr>
      <dsp:spPr>
        <a:xfrm rot="20253099">
          <a:off x="6446263" y="3314053"/>
          <a:ext cx="1071125" cy="19865"/>
        </a:xfrm>
        <a:custGeom>
          <a:avLst/>
          <a:gdLst/>
          <a:ahLst/>
          <a:cxnLst/>
          <a:rect l="0" t="0" r="0" b="0"/>
          <a:pathLst>
            <a:path>
              <a:moveTo>
                <a:pt x="0" y="9932"/>
              </a:moveTo>
              <a:lnTo>
                <a:pt x="1071125" y="99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ZA" sz="1600" kern="1200">
            <a:latin typeface="+mj-lt"/>
          </a:endParaRPr>
        </a:p>
      </dsp:txBody>
      <dsp:txXfrm>
        <a:off x="6955048" y="3297208"/>
        <a:ext cx="53556" cy="53556"/>
      </dsp:txXfrm>
    </dsp:sp>
    <dsp:sp modelId="{16E1352D-2948-4FCB-A56E-F004D24C7D44}">
      <dsp:nvSpPr>
        <dsp:cNvPr id="0" name=""/>
        <dsp:cNvSpPr/>
      </dsp:nvSpPr>
      <dsp:spPr>
        <a:xfrm>
          <a:off x="7476806" y="2808896"/>
          <a:ext cx="1438593" cy="6211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NPV = R1m</a:t>
          </a:r>
          <a:endParaRPr lang="en-ZA" sz="1600" kern="1200" dirty="0">
            <a:latin typeface="+mj-lt"/>
          </a:endParaRPr>
        </a:p>
      </dsp:txBody>
      <dsp:txXfrm>
        <a:off x="7494999" y="2827089"/>
        <a:ext cx="1402207" cy="584784"/>
      </dsp:txXfrm>
    </dsp:sp>
    <dsp:sp modelId="{4C16E453-B9A4-45C2-B79F-43264F5F0193}">
      <dsp:nvSpPr>
        <dsp:cNvPr id="0" name=""/>
        <dsp:cNvSpPr/>
      </dsp:nvSpPr>
      <dsp:spPr>
        <a:xfrm rot="1175193">
          <a:off x="6456445" y="3694681"/>
          <a:ext cx="1050761" cy="19865"/>
        </a:xfrm>
        <a:custGeom>
          <a:avLst/>
          <a:gdLst/>
          <a:ahLst/>
          <a:cxnLst/>
          <a:rect l="0" t="0" r="0" b="0"/>
          <a:pathLst>
            <a:path>
              <a:moveTo>
                <a:pt x="0" y="9932"/>
              </a:moveTo>
              <a:lnTo>
                <a:pt x="1050761" y="99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ZA" sz="1600" kern="1200">
            <a:latin typeface="+mj-lt"/>
          </a:endParaRPr>
        </a:p>
      </dsp:txBody>
      <dsp:txXfrm>
        <a:off x="6955557" y="3678345"/>
        <a:ext cx="52538" cy="52538"/>
      </dsp:txXfrm>
    </dsp:sp>
    <dsp:sp modelId="{3E403C07-A6BB-4550-BC4E-6C19B236AB9D}">
      <dsp:nvSpPr>
        <dsp:cNvPr id="0" name=""/>
        <dsp:cNvSpPr/>
      </dsp:nvSpPr>
      <dsp:spPr>
        <a:xfrm>
          <a:off x="7476806" y="3570152"/>
          <a:ext cx="1438593" cy="6211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NPV = R0.55m</a:t>
          </a:r>
          <a:endParaRPr lang="en-ZA" sz="1600" kern="1200" dirty="0">
            <a:latin typeface="+mj-lt"/>
          </a:endParaRPr>
        </a:p>
      </dsp:txBody>
      <dsp:txXfrm>
        <a:off x="7494999" y="3588345"/>
        <a:ext cx="1402207" cy="584784"/>
      </dsp:txXfrm>
    </dsp:sp>
    <dsp:sp modelId="{E29A945E-CB19-48F5-ABA0-1E62E3F33CCA}">
      <dsp:nvSpPr>
        <dsp:cNvPr id="0" name=""/>
        <dsp:cNvSpPr/>
      </dsp:nvSpPr>
      <dsp:spPr>
        <a:xfrm rot="2750095">
          <a:off x="4331561" y="4561279"/>
          <a:ext cx="1076122" cy="19865"/>
        </a:xfrm>
        <a:custGeom>
          <a:avLst/>
          <a:gdLst/>
          <a:ahLst/>
          <a:cxnLst/>
          <a:rect l="0" t="0" r="0" b="0"/>
          <a:pathLst>
            <a:path>
              <a:moveTo>
                <a:pt x="0" y="9932"/>
              </a:moveTo>
              <a:lnTo>
                <a:pt x="1076122" y="99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ZA" sz="1600" kern="1200">
            <a:latin typeface="+mj-lt"/>
          </a:endParaRPr>
        </a:p>
      </dsp:txBody>
      <dsp:txXfrm>
        <a:off x="4842719" y="4544309"/>
        <a:ext cx="53806" cy="53806"/>
      </dsp:txXfrm>
    </dsp:sp>
    <dsp:sp modelId="{065C6E9B-80F8-48E8-BA9C-4A6EB5247F45}">
      <dsp:nvSpPr>
        <dsp:cNvPr id="0" name=""/>
        <dsp:cNvSpPr/>
      </dsp:nvSpPr>
      <dsp:spPr>
        <a:xfrm>
          <a:off x="5244505" y="4646597"/>
          <a:ext cx="1242340" cy="6211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Economy contract</a:t>
          </a:r>
          <a:endParaRPr lang="en-ZA" sz="1600" kern="1200" dirty="0">
            <a:latin typeface="+mj-lt"/>
          </a:endParaRPr>
        </a:p>
      </dsp:txBody>
      <dsp:txXfrm>
        <a:off x="5262698" y="4664790"/>
        <a:ext cx="1205954" cy="584784"/>
      </dsp:txXfrm>
    </dsp:sp>
    <dsp:sp modelId="{6730FAF5-E0D0-46F8-B84A-FC4294EF77E6}">
      <dsp:nvSpPr>
        <dsp:cNvPr id="0" name=""/>
        <dsp:cNvSpPr/>
      </dsp:nvSpPr>
      <dsp:spPr>
        <a:xfrm rot="20305923">
          <a:off x="6449579" y="4751593"/>
          <a:ext cx="1064493" cy="19865"/>
        </a:xfrm>
        <a:custGeom>
          <a:avLst/>
          <a:gdLst/>
          <a:ahLst/>
          <a:cxnLst/>
          <a:rect l="0" t="0" r="0" b="0"/>
          <a:pathLst>
            <a:path>
              <a:moveTo>
                <a:pt x="0" y="9932"/>
              </a:moveTo>
              <a:lnTo>
                <a:pt x="1064493" y="99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ZA" sz="1600" kern="1200">
            <a:latin typeface="+mj-lt"/>
          </a:endParaRPr>
        </a:p>
      </dsp:txBody>
      <dsp:txXfrm>
        <a:off x="6955214" y="4734914"/>
        <a:ext cx="53224" cy="53224"/>
      </dsp:txXfrm>
    </dsp:sp>
    <dsp:sp modelId="{4A4306A1-16F1-4F31-A1EF-78B849BE1A23}">
      <dsp:nvSpPr>
        <dsp:cNvPr id="0" name=""/>
        <dsp:cNvSpPr/>
      </dsp:nvSpPr>
      <dsp:spPr>
        <a:xfrm>
          <a:off x="7476806" y="4255285"/>
          <a:ext cx="1438593" cy="621170"/>
        </a:xfrm>
        <a:prstGeom prst="roundRect">
          <a:avLst>
            <a:gd name="adj" fmla="val 10000"/>
          </a:avLst>
        </a:prstGeom>
        <a:solidFill>
          <a:srgbClr val="C00000"/>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NPV = -R4.4m</a:t>
          </a:r>
          <a:endParaRPr lang="en-ZA" sz="1600" kern="1200" dirty="0">
            <a:latin typeface="+mj-lt"/>
          </a:endParaRPr>
        </a:p>
      </dsp:txBody>
      <dsp:txXfrm>
        <a:off x="7494999" y="4273478"/>
        <a:ext cx="1402207" cy="584784"/>
      </dsp:txXfrm>
    </dsp:sp>
    <dsp:sp modelId="{B43E0337-8210-4647-A77D-B9702A28C01E}">
      <dsp:nvSpPr>
        <dsp:cNvPr id="0" name=""/>
        <dsp:cNvSpPr/>
      </dsp:nvSpPr>
      <dsp:spPr>
        <a:xfrm rot="952887">
          <a:off x="6467203" y="5088075"/>
          <a:ext cx="1029246" cy="19865"/>
        </a:xfrm>
        <a:custGeom>
          <a:avLst/>
          <a:gdLst/>
          <a:ahLst/>
          <a:cxnLst/>
          <a:rect l="0" t="0" r="0" b="0"/>
          <a:pathLst>
            <a:path>
              <a:moveTo>
                <a:pt x="0" y="9932"/>
              </a:moveTo>
              <a:lnTo>
                <a:pt x="1029246" y="99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ZA" sz="1600" kern="1200">
            <a:latin typeface="+mj-lt"/>
          </a:endParaRPr>
        </a:p>
      </dsp:txBody>
      <dsp:txXfrm>
        <a:off x="6956095" y="5072277"/>
        <a:ext cx="51462" cy="51462"/>
      </dsp:txXfrm>
    </dsp:sp>
    <dsp:sp modelId="{5949614B-1191-4B24-A078-1311517D6F3D}">
      <dsp:nvSpPr>
        <dsp:cNvPr id="0" name=""/>
        <dsp:cNvSpPr/>
      </dsp:nvSpPr>
      <dsp:spPr>
        <a:xfrm>
          <a:off x="7476806" y="4928248"/>
          <a:ext cx="1438593" cy="621170"/>
        </a:xfrm>
        <a:prstGeom prst="roundRect">
          <a:avLst>
            <a:gd name="adj" fmla="val 10000"/>
          </a:avLst>
        </a:prstGeom>
        <a:solidFill>
          <a:srgbClr val="C00000"/>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600" kern="1200" dirty="0">
              <a:solidFill>
                <a:prstClr val="white"/>
              </a:solidFill>
              <a:latin typeface="+mj-lt"/>
              <a:ea typeface="ＭＳ Ｐゴシック"/>
              <a:cs typeface="+mn-cs"/>
            </a:rPr>
            <a:t>NPV = -R6m</a:t>
          </a:r>
          <a:endParaRPr lang="en-ZA" sz="1600" kern="1200" dirty="0">
            <a:solidFill>
              <a:prstClr val="white"/>
            </a:solidFill>
            <a:latin typeface="+mj-lt"/>
            <a:ea typeface="ＭＳ Ｐゴシック"/>
            <a:cs typeface="+mn-cs"/>
          </a:endParaRPr>
        </a:p>
      </dsp:txBody>
      <dsp:txXfrm>
        <a:off x="7494999" y="4946441"/>
        <a:ext cx="1402207" cy="58478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98DE5-6DA5-44C7-954F-AD06D3A6F60E}">
      <dsp:nvSpPr>
        <dsp:cNvPr id="0" name=""/>
        <dsp:cNvSpPr/>
      </dsp:nvSpPr>
      <dsp:spPr>
        <a:xfrm>
          <a:off x="1698812" y="1005855"/>
          <a:ext cx="1201921" cy="208598"/>
        </a:xfrm>
        <a:custGeom>
          <a:avLst/>
          <a:gdLst/>
          <a:ahLst/>
          <a:cxnLst/>
          <a:rect l="0" t="0" r="0" b="0"/>
          <a:pathLst>
            <a:path>
              <a:moveTo>
                <a:pt x="0" y="0"/>
              </a:moveTo>
              <a:lnTo>
                <a:pt x="0" y="104299"/>
              </a:lnTo>
              <a:lnTo>
                <a:pt x="1201921" y="104299"/>
              </a:lnTo>
              <a:lnTo>
                <a:pt x="1201921"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150F60-7608-4FA1-B885-8D393A32ECB9}">
      <dsp:nvSpPr>
        <dsp:cNvPr id="0" name=""/>
        <dsp:cNvSpPr/>
      </dsp:nvSpPr>
      <dsp:spPr>
        <a:xfrm>
          <a:off x="1653091" y="1005855"/>
          <a:ext cx="91440" cy="208598"/>
        </a:xfrm>
        <a:custGeom>
          <a:avLst/>
          <a:gdLst/>
          <a:ahLst/>
          <a:cxnLst/>
          <a:rect l="0" t="0" r="0" b="0"/>
          <a:pathLst>
            <a:path>
              <a:moveTo>
                <a:pt x="45720" y="0"/>
              </a:moveTo>
              <a:lnTo>
                <a:pt x="45720"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2D3198-CDFA-4649-BB4E-2AE0A8681C92}">
      <dsp:nvSpPr>
        <dsp:cNvPr id="0" name=""/>
        <dsp:cNvSpPr/>
      </dsp:nvSpPr>
      <dsp:spPr>
        <a:xfrm>
          <a:off x="496890" y="1005855"/>
          <a:ext cx="1201921" cy="208598"/>
        </a:xfrm>
        <a:custGeom>
          <a:avLst/>
          <a:gdLst/>
          <a:ahLst/>
          <a:cxnLst/>
          <a:rect l="0" t="0" r="0" b="0"/>
          <a:pathLst>
            <a:path>
              <a:moveTo>
                <a:pt x="1201921" y="0"/>
              </a:moveTo>
              <a:lnTo>
                <a:pt x="1201921" y="104299"/>
              </a:lnTo>
              <a:lnTo>
                <a:pt x="0" y="104299"/>
              </a:lnTo>
              <a:lnTo>
                <a:pt x="0"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BC5031-3352-448D-9640-00AE2E86CDCF}">
      <dsp:nvSpPr>
        <dsp:cNvPr id="0" name=""/>
        <dsp:cNvSpPr/>
      </dsp:nvSpPr>
      <dsp:spPr>
        <a:xfrm>
          <a:off x="1202150" y="509194"/>
          <a:ext cx="993323" cy="4966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Approaches</a:t>
          </a:r>
          <a:endParaRPr lang="en-ZA" sz="1200" kern="1200" dirty="0"/>
        </a:p>
      </dsp:txBody>
      <dsp:txXfrm>
        <a:off x="1202150" y="509194"/>
        <a:ext cx="993323" cy="496661"/>
      </dsp:txXfrm>
    </dsp:sp>
    <dsp:sp modelId="{70761584-8CCE-4718-8B45-4A3FA212332F}">
      <dsp:nvSpPr>
        <dsp:cNvPr id="0" name=""/>
        <dsp:cNvSpPr/>
      </dsp:nvSpPr>
      <dsp:spPr>
        <a:xfrm>
          <a:off x="228" y="1214454"/>
          <a:ext cx="993323" cy="496661"/>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prstClr val="white"/>
              </a:solidFill>
              <a:latin typeface="Tahoma"/>
              <a:ea typeface="ＭＳ Ｐゴシック"/>
              <a:cs typeface="+mn-cs"/>
            </a:rPr>
            <a:t>Decision tree analysis</a:t>
          </a:r>
          <a:endParaRPr lang="en-ZA" sz="1200" kern="1200" dirty="0">
            <a:solidFill>
              <a:prstClr val="white"/>
            </a:solidFill>
            <a:latin typeface="Tahoma"/>
            <a:ea typeface="ＭＳ Ｐゴシック"/>
            <a:cs typeface="+mn-cs"/>
          </a:endParaRPr>
        </a:p>
      </dsp:txBody>
      <dsp:txXfrm>
        <a:off x="228" y="1214454"/>
        <a:ext cx="993323" cy="496661"/>
      </dsp:txXfrm>
    </dsp:sp>
    <dsp:sp modelId="{8C6CB93C-F4A3-4CE7-9627-F6A57743FEDE}">
      <dsp:nvSpPr>
        <dsp:cNvPr id="0" name=""/>
        <dsp:cNvSpPr/>
      </dsp:nvSpPr>
      <dsp:spPr>
        <a:xfrm>
          <a:off x="1202150" y="1214454"/>
          <a:ext cx="993323" cy="496661"/>
        </a:xfrm>
        <a:prstGeom prst="rect">
          <a:avLst/>
        </a:prstGeom>
        <a:solidFill>
          <a:srgbClr val="C00000"/>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prstClr val="white"/>
              </a:solidFill>
              <a:latin typeface="Tahoma"/>
              <a:ea typeface="ＭＳ Ｐゴシック"/>
              <a:cs typeface="+mn-cs"/>
            </a:rPr>
            <a:t>Sensitivity</a:t>
          </a:r>
          <a:r>
            <a:rPr lang="en-US" sz="1200" kern="1200" dirty="0"/>
            <a:t> analysis</a:t>
          </a:r>
          <a:endParaRPr lang="en-ZA" sz="1200" kern="1200" dirty="0"/>
        </a:p>
      </dsp:txBody>
      <dsp:txXfrm>
        <a:off x="1202150" y="1214454"/>
        <a:ext cx="993323" cy="496661"/>
      </dsp:txXfrm>
    </dsp:sp>
    <dsp:sp modelId="{EBC72E8A-9F35-495A-9A60-D68AA34E4098}">
      <dsp:nvSpPr>
        <dsp:cNvPr id="0" name=""/>
        <dsp:cNvSpPr/>
      </dsp:nvSpPr>
      <dsp:spPr>
        <a:xfrm>
          <a:off x="2404071" y="1214454"/>
          <a:ext cx="993323" cy="4966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Scenario analysis</a:t>
          </a:r>
          <a:endParaRPr lang="en-ZA" sz="1200" kern="1200" dirty="0"/>
        </a:p>
      </dsp:txBody>
      <dsp:txXfrm>
        <a:off x="2404071" y="1214454"/>
        <a:ext cx="993323" cy="49666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98DE5-6DA5-44C7-954F-AD06D3A6F60E}">
      <dsp:nvSpPr>
        <dsp:cNvPr id="0" name=""/>
        <dsp:cNvSpPr/>
      </dsp:nvSpPr>
      <dsp:spPr>
        <a:xfrm>
          <a:off x="1698812" y="1005855"/>
          <a:ext cx="1201921" cy="208598"/>
        </a:xfrm>
        <a:custGeom>
          <a:avLst/>
          <a:gdLst/>
          <a:ahLst/>
          <a:cxnLst/>
          <a:rect l="0" t="0" r="0" b="0"/>
          <a:pathLst>
            <a:path>
              <a:moveTo>
                <a:pt x="0" y="0"/>
              </a:moveTo>
              <a:lnTo>
                <a:pt x="0" y="104299"/>
              </a:lnTo>
              <a:lnTo>
                <a:pt x="1201921" y="104299"/>
              </a:lnTo>
              <a:lnTo>
                <a:pt x="1201921"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150F60-7608-4FA1-B885-8D393A32ECB9}">
      <dsp:nvSpPr>
        <dsp:cNvPr id="0" name=""/>
        <dsp:cNvSpPr/>
      </dsp:nvSpPr>
      <dsp:spPr>
        <a:xfrm>
          <a:off x="1653091" y="1005855"/>
          <a:ext cx="91440" cy="208598"/>
        </a:xfrm>
        <a:custGeom>
          <a:avLst/>
          <a:gdLst/>
          <a:ahLst/>
          <a:cxnLst/>
          <a:rect l="0" t="0" r="0" b="0"/>
          <a:pathLst>
            <a:path>
              <a:moveTo>
                <a:pt x="45720" y="0"/>
              </a:moveTo>
              <a:lnTo>
                <a:pt x="45720"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2D3198-CDFA-4649-BB4E-2AE0A8681C92}">
      <dsp:nvSpPr>
        <dsp:cNvPr id="0" name=""/>
        <dsp:cNvSpPr/>
      </dsp:nvSpPr>
      <dsp:spPr>
        <a:xfrm>
          <a:off x="496890" y="1005855"/>
          <a:ext cx="1201921" cy="208598"/>
        </a:xfrm>
        <a:custGeom>
          <a:avLst/>
          <a:gdLst/>
          <a:ahLst/>
          <a:cxnLst/>
          <a:rect l="0" t="0" r="0" b="0"/>
          <a:pathLst>
            <a:path>
              <a:moveTo>
                <a:pt x="1201921" y="0"/>
              </a:moveTo>
              <a:lnTo>
                <a:pt x="1201921" y="104299"/>
              </a:lnTo>
              <a:lnTo>
                <a:pt x="0" y="104299"/>
              </a:lnTo>
              <a:lnTo>
                <a:pt x="0"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BC5031-3352-448D-9640-00AE2E86CDCF}">
      <dsp:nvSpPr>
        <dsp:cNvPr id="0" name=""/>
        <dsp:cNvSpPr/>
      </dsp:nvSpPr>
      <dsp:spPr>
        <a:xfrm>
          <a:off x="1202150" y="509194"/>
          <a:ext cx="993323" cy="4966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Approaches</a:t>
          </a:r>
          <a:endParaRPr lang="en-ZA" sz="1200" kern="1200" dirty="0"/>
        </a:p>
      </dsp:txBody>
      <dsp:txXfrm>
        <a:off x="1202150" y="509194"/>
        <a:ext cx="993323" cy="496661"/>
      </dsp:txXfrm>
    </dsp:sp>
    <dsp:sp modelId="{70761584-8CCE-4718-8B45-4A3FA212332F}">
      <dsp:nvSpPr>
        <dsp:cNvPr id="0" name=""/>
        <dsp:cNvSpPr/>
      </dsp:nvSpPr>
      <dsp:spPr>
        <a:xfrm>
          <a:off x="228" y="1214454"/>
          <a:ext cx="993323" cy="496661"/>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prstClr val="white"/>
              </a:solidFill>
              <a:latin typeface="Tahoma"/>
              <a:ea typeface="ＭＳ Ｐゴシック"/>
              <a:cs typeface="+mn-cs"/>
            </a:rPr>
            <a:t>Decision tree analysis</a:t>
          </a:r>
          <a:endParaRPr lang="en-ZA" sz="1200" kern="1200" dirty="0">
            <a:solidFill>
              <a:prstClr val="white"/>
            </a:solidFill>
            <a:latin typeface="Tahoma"/>
            <a:ea typeface="ＭＳ Ｐゴシック"/>
            <a:cs typeface="+mn-cs"/>
          </a:endParaRPr>
        </a:p>
      </dsp:txBody>
      <dsp:txXfrm>
        <a:off x="228" y="1214454"/>
        <a:ext cx="993323" cy="496661"/>
      </dsp:txXfrm>
    </dsp:sp>
    <dsp:sp modelId="{8C6CB93C-F4A3-4CE7-9627-F6A57743FEDE}">
      <dsp:nvSpPr>
        <dsp:cNvPr id="0" name=""/>
        <dsp:cNvSpPr/>
      </dsp:nvSpPr>
      <dsp:spPr>
        <a:xfrm>
          <a:off x="1202150" y="1214454"/>
          <a:ext cx="993323" cy="496661"/>
        </a:xfrm>
        <a:prstGeom prst="rect">
          <a:avLst/>
        </a:prstGeom>
        <a:solidFill>
          <a:srgbClr val="C00000"/>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prstClr val="white"/>
              </a:solidFill>
              <a:latin typeface="Tahoma"/>
              <a:ea typeface="ＭＳ Ｐゴシック"/>
              <a:cs typeface="+mn-cs"/>
            </a:rPr>
            <a:t>Sensitivity</a:t>
          </a:r>
          <a:r>
            <a:rPr lang="en-US" sz="1200" kern="1200" dirty="0"/>
            <a:t> analysis</a:t>
          </a:r>
          <a:endParaRPr lang="en-ZA" sz="1200" kern="1200" dirty="0"/>
        </a:p>
      </dsp:txBody>
      <dsp:txXfrm>
        <a:off x="1202150" y="1214454"/>
        <a:ext cx="993323" cy="496661"/>
      </dsp:txXfrm>
    </dsp:sp>
    <dsp:sp modelId="{EBC72E8A-9F35-495A-9A60-D68AA34E4098}">
      <dsp:nvSpPr>
        <dsp:cNvPr id="0" name=""/>
        <dsp:cNvSpPr/>
      </dsp:nvSpPr>
      <dsp:spPr>
        <a:xfrm>
          <a:off x="2404071" y="1214454"/>
          <a:ext cx="993323" cy="4966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Scenario analysis</a:t>
          </a:r>
          <a:endParaRPr lang="en-ZA" sz="1200" kern="1200" dirty="0"/>
        </a:p>
      </dsp:txBody>
      <dsp:txXfrm>
        <a:off x="2404071" y="1214454"/>
        <a:ext cx="993323" cy="49666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98DE5-6DA5-44C7-954F-AD06D3A6F60E}">
      <dsp:nvSpPr>
        <dsp:cNvPr id="0" name=""/>
        <dsp:cNvSpPr/>
      </dsp:nvSpPr>
      <dsp:spPr>
        <a:xfrm>
          <a:off x="1698812" y="1005855"/>
          <a:ext cx="1201921" cy="208598"/>
        </a:xfrm>
        <a:custGeom>
          <a:avLst/>
          <a:gdLst/>
          <a:ahLst/>
          <a:cxnLst/>
          <a:rect l="0" t="0" r="0" b="0"/>
          <a:pathLst>
            <a:path>
              <a:moveTo>
                <a:pt x="0" y="0"/>
              </a:moveTo>
              <a:lnTo>
                <a:pt x="0" y="104299"/>
              </a:lnTo>
              <a:lnTo>
                <a:pt x="1201921" y="104299"/>
              </a:lnTo>
              <a:lnTo>
                <a:pt x="1201921"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150F60-7608-4FA1-B885-8D393A32ECB9}">
      <dsp:nvSpPr>
        <dsp:cNvPr id="0" name=""/>
        <dsp:cNvSpPr/>
      </dsp:nvSpPr>
      <dsp:spPr>
        <a:xfrm>
          <a:off x="1653091" y="1005855"/>
          <a:ext cx="91440" cy="208598"/>
        </a:xfrm>
        <a:custGeom>
          <a:avLst/>
          <a:gdLst/>
          <a:ahLst/>
          <a:cxnLst/>
          <a:rect l="0" t="0" r="0" b="0"/>
          <a:pathLst>
            <a:path>
              <a:moveTo>
                <a:pt x="45720" y="0"/>
              </a:moveTo>
              <a:lnTo>
                <a:pt x="45720"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2D3198-CDFA-4649-BB4E-2AE0A8681C92}">
      <dsp:nvSpPr>
        <dsp:cNvPr id="0" name=""/>
        <dsp:cNvSpPr/>
      </dsp:nvSpPr>
      <dsp:spPr>
        <a:xfrm>
          <a:off x="496890" y="1005855"/>
          <a:ext cx="1201921" cy="208598"/>
        </a:xfrm>
        <a:custGeom>
          <a:avLst/>
          <a:gdLst/>
          <a:ahLst/>
          <a:cxnLst/>
          <a:rect l="0" t="0" r="0" b="0"/>
          <a:pathLst>
            <a:path>
              <a:moveTo>
                <a:pt x="1201921" y="0"/>
              </a:moveTo>
              <a:lnTo>
                <a:pt x="1201921" y="104299"/>
              </a:lnTo>
              <a:lnTo>
                <a:pt x="0" y="104299"/>
              </a:lnTo>
              <a:lnTo>
                <a:pt x="0"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BC5031-3352-448D-9640-00AE2E86CDCF}">
      <dsp:nvSpPr>
        <dsp:cNvPr id="0" name=""/>
        <dsp:cNvSpPr/>
      </dsp:nvSpPr>
      <dsp:spPr>
        <a:xfrm>
          <a:off x="1202150" y="509194"/>
          <a:ext cx="993323" cy="4966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Approaches</a:t>
          </a:r>
          <a:endParaRPr lang="en-ZA" sz="1200" kern="1200" dirty="0"/>
        </a:p>
      </dsp:txBody>
      <dsp:txXfrm>
        <a:off x="1202150" y="509194"/>
        <a:ext cx="993323" cy="496661"/>
      </dsp:txXfrm>
    </dsp:sp>
    <dsp:sp modelId="{70761584-8CCE-4718-8B45-4A3FA212332F}">
      <dsp:nvSpPr>
        <dsp:cNvPr id="0" name=""/>
        <dsp:cNvSpPr/>
      </dsp:nvSpPr>
      <dsp:spPr>
        <a:xfrm>
          <a:off x="228" y="1214454"/>
          <a:ext cx="993323" cy="496661"/>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prstClr val="white"/>
              </a:solidFill>
              <a:latin typeface="Tahoma"/>
              <a:ea typeface="ＭＳ Ｐゴシック"/>
              <a:cs typeface="+mn-cs"/>
            </a:rPr>
            <a:t>Decision tree analysis</a:t>
          </a:r>
          <a:endParaRPr lang="en-ZA" sz="1200" kern="1200" dirty="0">
            <a:solidFill>
              <a:prstClr val="white"/>
            </a:solidFill>
            <a:latin typeface="Tahoma"/>
            <a:ea typeface="ＭＳ Ｐゴシック"/>
            <a:cs typeface="+mn-cs"/>
          </a:endParaRPr>
        </a:p>
      </dsp:txBody>
      <dsp:txXfrm>
        <a:off x="228" y="1214454"/>
        <a:ext cx="993323" cy="496661"/>
      </dsp:txXfrm>
    </dsp:sp>
    <dsp:sp modelId="{8C6CB93C-F4A3-4CE7-9627-F6A57743FEDE}">
      <dsp:nvSpPr>
        <dsp:cNvPr id="0" name=""/>
        <dsp:cNvSpPr/>
      </dsp:nvSpPr>
      <dsp:spPr>
        <a:xfrm>
          <a:off x="1202150" y="1214454"/>
          <a:ext cx="993323" cy="496661"/>
        </a:xfrm>
        <a:prstGeom prst="rect">
          <a:avLst/>
        </a:prstGeom>
        <a:solidFill>
          <a:srgbClr val="C00000"/>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prstClr val="white"/>
              </a:solidFill>
              <a:latin typeface="Tahoma"/>
              <a:ea typeface="ＭＳ Ｐゴシック"/>
              <a:cs typeface="+mn-cs"/>
            </a:rPr>
            <a:t>Sensitivity</a:t>
          </a:r>
          <a:r>
            <a:rPr lang="en-US" sz="1200" kern="1200" dirty="0"/>
            <a:t> analysis</a:t>
          </a:r>
          <a:endParaRPr lang="en-ZA" sz="1200" kern="1200" dirty="0"/>
        </a:p>
      </dsp:txBody>
      <dsp:txXfrm>
        <a:off x="1202150" y="1214454"/>
        <a:ext cx="993323" cy="496661"/>
      </dsp:txXfrm>
    </dsp:sp>
    <dsp:sp modelId="{EBC72E8A-9F35-495A-9A60-D68AA34E4098}">
      <dsp:nvSpPr>
        <dsp:cNvPr id="0" name=""/>
        <dsp:cNvSpPr/>
      </dsp:nvSpPr>
      <dsp:spPr>
        <a:xfrm>
          <a:off x="2404071" y="1214454"/>
          <a:ext cx="993323" cy="4966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Scenario analysis</a:t>
          </a:r>
          <a:endParaRPr lang="en-ZA" sz="1200" kern="1200" dirty="0"/>
        </a:p>
      </dsp:txBody>
      <dsp:txXfrm>
        <a:off x="2404071" y="1214454"/>
        <a:ext cx="993323" cy="49666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98DE5-6DA5-44C7-954F-AD06D3A6F60E}">
      <dsp:nvSpPr>
        <dsp:cNvPr id="0" name=""/>
        <dsp:cNvSpPr/>
      </dsp:nvSpPr>
      <dsp:spPr>
        <a:xfrm>
          <a:off x="1698812" y="1005855"/>
          <a:ext cx="1201921" cy="208598"/>
        </a:xfrm>
        <a:custGeom>
          <a:avLst/>
          <a:gdLst/>
          <a:ahLst/>
          <a:cxnLst/>
          <a:rect l="0" t="0" r="0" b="0"/>
          <a:pathLst>
            <a:path>
              <a:moveTo>
                <a:pt x="0" y="0"/>
              </a:moveTo>
              <a:lnTo>
                <a:pt x="0" y="104299"/>
              </a:lnTo>
              <a:lnTo>
                <a:pt x="1201921" y="104299"/>
              </a:lnTo>
              <a:lnTo>
                <a:pt x="1201921"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150F60-7608-4FA1-B885-8D393A32ECB9}">
      <dsp:nvSpPr>
        <dsp:cNvPr id="0" name=""/>
        <dsp:cNvSpPr/>
      </dsp:nvSpPr>
      <dsp:spPr>
        <a:xfrm>
          <a:off x="1653091" y="1005855"/>
          <a:ext cx="91440" cy="208598"/>
        </a:xfrm>
        <a:custGeom>
          <a:avLst/>
          <a:gdLst/>
          <a:ahLst/>
          <a:cxnLst/>
          <a:rect l="0" t="0" r="0" b="0"/>
          <a:pathLst>
            <a:path>
              <a:moveTo>
                <a:pt x="45720" y="0"/>
              </a:moveTo>
              <a:lnTo>
                <a:pt x="45720"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2D3198-CDFA-4649-BB4E-2AE0A8681C92}">
      <dsp:nvSpPr>
        <dsp:cNvPr id="0" name=""/>
        <dsp:cNvSpPr/>
      </dsp:nvSpPr>
      <dsp:spPr>
        <a:xfrm>
          <a:off x="496890" y="1005855"/>
          <a:ext cx="1201921" cy="208598"/>
        </a:xfrm>
        <a:custGeom>
          <a:avLst/>
          <a:gdLst/>
          <a:ahLst/>
          <a:cxnLst/>
          <a:rect l="0" t="0" r="0" b="0"/>
          <a:pathLst>
            <a:path>
              <a:moveTo>
                <a:pt x="1201921" y="0"/>
              </a:moveTo>
              <a:lnTo>
                <a:pt x="1201921" y="104299"/>
              </a:lnTo>
              <a:lnTo>
                <a:pt x="0" y="104299"/>
              </a:lnTo>
              <a:lnTo>
                <a:pt x="0"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BC5031-3352-448D-9640-00AE2E86CDCF}">
      <dsp:nvSpPr>
        <dsp:cNvPr id="0" name=""/>
        <dsp:cNvSpPr/>
      </dsp:nvSpPr>
      <dsp:spPr>
        <a:xfrm>
          <a:off x="1202150" y="509194"/>
          <a:ext cx="993323" cy="4966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Approaches</a:t>
          </a:r>
          <a:endParaRPr lang="en-ZA" sz="1200" kern="1200" dirty="0"/>
        </a:p>
      </dsp:txBody>
      <dsp:txXfrm>
        <a:off x="1202150" y="509194"/>
        <a:ext cx="993323" cy="496661"/>
      </dsp:txXfrm>
    </dsp:sp>
    <dsp:sp modelId="{70761584-8CCE-4718-8B45-4A3FA212332F}">
      <dsp:nvSpPr>
        <dsp:cNvPr id="0" name=""/>
        <dsp:cNvSpPr/>
      </dsp:nvSpPr>
      <dsp:spPr>
        <a:xfrm>
          <a:off x="228" y="1214454"/>
          <a:ext cx="993323" cy="496661"/>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prstClr val="white"/>
              </a:solidFill>
              <a:latin typeface="Tahoma"/>
              <a:ea typeface="ＭＳ Ｐゴシック"/>
              <a:cs typeface="+mn-cs"/>
            </a:rPr>
            <a:t>Decision tree analysis</a:t>
          </a:r>
          <a:endParaRPr lang="en-ZA" sz="1200" kern="1200" dirty="0">
            <a:solidFill>
              <a:prstClr val="white"/>
            </a:solidFill>
            <a:latin typeface="Tahoma"/>
            <a:ea typeface="ＭＳ Ｐゴシック"/>
            <a:cs typeface="+mn-cs"/>
          </a:endParaRPr>
        </a:p>
      </dsp:txBody>
      <dsp:txXfrm>
        <a:off x="228" y="1214454"/>
        <a:ext cx="993323" cy="496661"/>
      </dsp:txXfrm>
    </dsp:sp>
    <dsp:sp modelId="{8C6CB93C-F4A3-4CE7-9627-F6A57743FEDE}">
      <dsp:nvSpPr>
        <dsp:cNvPr id="0" name=""/>
        <dsp:cNvSpPr/>
      </dsp:nvSpPr>
      <dsp:spPr>
        <a:xfrm>
          <a:off x="1202150" y="1214454"/>
          <a:ext cx="993323" cy="496661"/>
        </a:xfrm>
        <a:prstGeom prst="rect">
          <a:avLst/>
        </a:prstGeom>
        <a:solidFill>
          <a:srgbClr val="C00000"/>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prstClr val="white"/>
              </a:solidFill>
              <a:latin typeface="Tahoma"/>
              <a:ea typeface="ＭＳ Ｐゴシック"/>
              <a:cs typeface="+mn-cs"/>
            </a:rPr>
            <a:t>Sensitivity</a:t>
          </a:r>
          <a:r>
            <a:rPr lang="en-US" sz="1200" kern="1200" dirty="0"/>
            <a:t> analysis</a:t>
          </a:r>
          <a:endParaRPr lang="en-ZA" sz="1200" kern="1200" dirty="0"/>
        </a:p>
      </dsp:txBody>
      <dsp:txXfrm>
        <a:off x="1202150" y="1214454"/>
        <a:ext cx="993323" cy="496661"/>
      </dsp:txXfrm>
    </dsp:sp>
    <dsp:sp modelId="{EBC72E8A-9F35-495A-9A60-D68AA34E4098}">
      <dsp:nvSpPr>
        <dsp:cNvPr id="0" name=""/>
        <dsp:cNvSpPr/>
      </dsp:nvSpPr>
      <dsp:spPr>
        <a:xfrm>
          <a:off x="2404071" y="1214454"/>
          <a:ext cx="993323" cy="4966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Scenario analysis</a:t>
          </a:r>
          <a:endParaRPr lang="en-ZA" sz="1200" kern="1200" dirty="0"/>
        </a:p>
      </dsp:txBody>
      <dsp:txXfrm>
        <a:off x="2404071" y="1214454"/>
        <a:ext cx="993323" cy="49666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98DE5-6DA5-44C7-954F-AD06D3A6F60E}">
      <dsp:nvSpPr>
        <dsp:cNvPr id="0" name=""/>
        <dsp:cNvSpPr/>
      </dsp:nvSpPr>
      <dsp:spPr>
        <a:xfrm>
          <a:off x="1698812" y="1005855"/>
          <a:ext cx="1201921" cy="208598"/>
        </a:xfrm>
        <a:custGeom>
          <a:avLst/>
          <a:gdLst/>
          <a:ahLst/>
          <a:cxnLst/>
          <a:rect l="0" t="0" r="0" b="0"/>
          <a:pathLst>
            <a:path>
              <a:moveTo>
                <a:pt x="0" y="0"/>
              </a:moveTo>
              <a:lnTo>
                <a:pt x="0" y="104299"/>
              </a:lnTo>
              <a:lnTo>
                <a:pt x="1201921" y="104299"/>
              </a:lnTo>
              <a:lnTo>
                <a:pt x="1201921"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150F60-7608-4FA1-B885-8D393A32ECB9}">
      <dsp:nvSpPr>
        <dsp:cNvPr id="0" name=""/>
        <dsp:cNvSpPr/>
      </dsp:nvSpPr>
      <dsp:spPr>
        <a:xfrm>
          <a:off x="1653091" y="1005855"/>
          <a:ext cx="91440" cy="208598"/>
        </a:xfrm>
        <a:custGeom>
          <a:avLst/>
          <a:gdLst/>
          <a:ahLst/>
          <a:cxnLst/>
          <a:rect l="0" t="0" r="0" b="0"/>
          <a:pathLst>
            <a:path>
              <a:moveTo>
                <a:pt x="45720" y="0"/>
              </a:moveTo>
              <a:lnTo>
                <a:pt x="45720"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2D3198-CDFA-4649-BB4E-2AE0A8681C92}">
      <dsp:nvSpPr>
        <dsp:cNvPr id="0" name=""/>
        <dsp:cNvSpPr/>
      </dsp:nvSpPr>
      <dsp:spPr>
        <a:xfrm>
          <a:off x="496890" y="1005855"/>
          <a:ext cx="1201921" cy="208598"/>
        </a:xfrm>
        <a:custGeom>
          <a:avLst/>
          <a:gdLst/>
          <a:ahLst/>
          <a:cxnLst/>
          <a:rect l="0" t="0" r="0" b="0"/>
          <a:pathLst>
            <a:path>
              <a:moveTo>
                <a:pt x="1201921" y="0"/>
              </a:moveTo>
              <a:lnTo>
                <a:pt x="1201921" y="104299"/>
              </a:lnTo>
              <a:lnTo>
                <a:pt x="0" y="104299"/>
              </a:lnTo>
              <a:lnTo>
                <a:pt x="0" y="2085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BC5031-3352-448D-9640-00AE2E86CDCF}">
      <dsp:nvSpPr>
        <dsp:cNvPr id="0" name=""/>
        <dsp:cNvSpPr/>
      </dsp:nvSpPr>
      <dsp:spPr>
        <a:xfrm>
          <a:off x="1202150" y="509194"/>
          <a:ext cx="993323" cy="4966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Approaches</a:t>
          </a:r>
          <a:endParaRPr lang="en-ZA" sz="1200" kern="1200" dirty="0"/>
        </a:p>
      </dsp:txBody>
      <dsp:txXfrm>
        <a:off x="1202150" y="509194"/>
        <a:ext cx="993323" cy="496661"/>
      </dsp:txXfrm>
    </dsp:sp>
    <dsp:sp modelId="{70761584-8CCE-4718-8B45-4A3FA212332F}">
      <dsp:nvSpPr>
        <dsp:cNvPr id="0" name=""/>
        <dsp:cNvSpPr/>
      </dsp:nvSpPr>
      <dsp:spPr>
        <a:xfrm>
          <a:off x="228" y="1214454"/>
          <a:ext cx="993323" cy="496661"/>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prstClr val="white"/>
              </a:solidFill>
              <a:latin typeface="Tahoma"/>
              <a:ea typeface="ＭＳ Ｐゴシック"/>
              <a:cs typeface="+mn-cs"/>
            </a:rPr>
            <a:t>Decision tree analysis</a:t>
          </a:r>
          <a:endParaRPr lang="en-ZA" sz="1200" kern="1200" dirty="0">
            <a:solidFill>
              <a:prstClr val="white"/>
            </a:solidFill>
            <a:latin typeface="Tahoma"/>
            <a:ea typeface="ＭＳ Ｐゴシック"/>
            <a:cs typeface="+mn-cs"/>
          </a:endParaRPr>
        </a:p>
      </dsp:txBody>
      <dsp:txXfrm>
        <a:off x="228" y="1214454"/>
        <a:ext cx="993323" cy="496661"/>
      </dsp:txXfrm>
    </dsp:sp>
    <dsp:sp modelId="{8C6CB93C-F4A3-4CE7-9627-F6A57743FEDE}">
      <dsp:nvSpPr>
        <dsp:cNvPr id="0" name=""/>
        <dsp:cNvSpPr/>
      </dsp:nvSpPr>
      <dsp:spPr>
        <a:xfrm>
          <a:off x="1202150" y="1214454"/>
          <a:ext cx="993323" cy="496661"/>
        </a:xfrm>
        <a:prstGeom prst="rect">
          <a:avLst/>
        </a:prstGeom>
        <a:solidFill>
          <a:srgbClr val="C00000"/>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prstClr val="white"/>
              </a:solidFill>
              <a:latin typeface="Tahoma"/>
              <a:ea typeface="ＭＳ Ｐゴシック"/>
              <a:cs typeface="+mn-cs"/>
            </a:rPr>
            <a:t>Sensitivity</a:t>
          </a:r>
          <a:r>
            <a:rPr lang="en-US" sz="1200" kern="1200" dirty="0"/>
            <a:t> analysis</a:t>
          </a:r>
          <a:endParaRPr lang="en-ZA" sz="1200" kern="1200" dirty="0"/>
        </a:p>
      </dsp:txBody>
      <dsp:txXfrm>
        <a:off x="1202150" y="1214454"/>
        <a:ext cx="993323" cy="496661"/>
      </dsp:txXfrm>
    </dsp:sp>
    <dsp:sp modelId="{EBC72E8A-9F35-495A-9A60-D68AA34E4098}">
      <dsp:nvSpPr>
        <dsp:cNvPr id="0" name=""/>
        <dsp:cNvSpPr/>
      </dsp:nvSpPr>
      <dsp:spPr>
        <a:xfrm>
          <a:off x="2404071" y="1214454"/>
          <a:ext cx="993323" cy="4966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Scenario analysis</a:t>
          </a:r>
          <a:endParaRPr lang="en-ZA" sz="1200" kern="1200" dirty="0"/>
        </a:p>
      </dsp:txBody>
      <dsp:txXfrm>
        <a:off x="2404071" y="1214454"/>
        <a:ext cx="993323" cy="49666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98DE5-6DA5-44C7-954F-AD06D3A6F60E}">
      <dsp:nvSpPr>
        <dsp:cNvPr id="0" name=""/>
        <dsp:cNvSpPr/>
      </dsp:nvSpPr>
      <dsp:spPr>
        <a:xfrm>
          <a:off x="1272988" y="803399"/>
          <a:ext cx="900648" cy="156310"/>
        </a:xfrm>
        <a:custGeom>
          <a:avLst/>
          <a:gdLst/>
          <a:ahLst/>
          <a:cxnLst/>
          <a:rect l="0" t="0" r="0" b="0"/>
          <a:pathLst>
            <a:path>
              <a:moveTo>
                <a:pt x="0" y="0"/>
              </a:moveTo>
              <a:lnTo>
                <a:pt x="0" y="78155"/>
              </a:lnTo>
              <a:lnTo>
                <a:pt x="900648" y="78155"/>
              </a:lnTo>
              <a:lnTo>
                <a:pt x="900648" y="1563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150F60-7608-4FA1-B885-8D393A32ECB9}">
      <dsp:nvSpPr>
        <dsp:cNvPr id="0" name=""/>
        <dsp:cNvSpPr/>
      </dsp:nvSpPr>
      <dsp:spPr>
        <a:xfrm>
          <a:off x="1227267" y="803399"/>
          <a:ext cx="91440" cy="156310"/>
        </a:xfrm>
        <a:custGeom>
          <a:avLst/>
          <a:gdLst/>
          <a:ahLst/>
          <a:cxnLst/>
          <a:rect l="0" t="0" r="0" b="0"/>
          <a:pathLst>
            <a:path>
              <a:moveTo>
                <a:pt x="45720" y="0"/>
              </a:moveTo>
              <a:lnTo>
                <a:pt x="45720" y="1563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2D3198-CDFA-4649-BB4E-2AE0A8681C92}">
      <dsp:nvSpPr>
        <dsp:cNvPr id="0" name=""/>
        <dsp:cNvSpPr/>
      </dsp:nvSpPr>
      <dsp:spPr>
        <a:xfrm>
          <a:off x="372339" y="803399"/>
          <a:ext cx="900648" cy="156310"/>
        </a:xfrm>
        <a:custGeom>
          <a:avLst/>
          <a:gdLst/>
          <a:ahLst/>
          <a:cxnLst/>
          <a:rect l="0" t="0" r="0" b="0"/>
          <a:pathLst>
            <a:path>
              <a:moveTo>
                <a:pt x="900648" y="0"/>
              </a:moveTo>
              <a:lnTo>
                <a:pt x="900648" y="78155"/>
              </a:lnTo>
              <a:lnTo>
                <a:pt x="0" y="78155"/>
              </a:lnTo>
              <a:lnTo>
                <a:pt x="0" y="1563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BC5031-3352-448D-9640-00AE2E86CDCF}">
      <dsp:nvSpPr>
        <dsp:cNvPr id="0" name=""/>
        <dsp:cNvSpPr/>
      </dsp:nvSpPr>
      <dsp:spPr>
        <a:xfrm>
          <a:off x="900819" y="431230"/>
          <a:ext cx="744337" cy="3721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latin typeface="+mj-lt"/>
            </a:rPr>
            <a:t>Approaches</a:t>
          </a:r>
          <a:endParaRPr lang="en-ZA" sz="1000" kern="1200" dirty="0">
            <a:latin typeface="+mj-lt"/>
          </a:endParaRPr>
        </a:p>
      </dsp:txBody>
      <dsp:txXfrm>
        <a:off x="900819" y="431230"/>
        <a:ext cx="744337" cy="372168"/>
      </dsp:txXfrm>
    </dsp:sp>
    <dsp:sp modelId="{70761584-8CCE-4718-8B45-4A3FA212332F}">
      <dsp:nvSpPr>
        <dsp:cNvPr id="0" name=""/>
        <dsp:cNvSpPr/>
      </dsp:nvSpPr>
      <dsp:spPr>
        <a:xfrm>
          <a:off x="170" y="959710"/>
          <a:ext cx="744337" cy="372168"/>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000" kern="1200" dirty="0">
              <a:solidFill>
                <a:prstClr val="white"/>
              </a:solidFill>
              <a:latin typeface="+mj-lt"/>
              <a:ea typeface="ＭＳ Ｐゴシック"/>
              <a:cs typeface="+mn-cs"/>
            </a:rPr>
            <a:t>Decision tree analysis</a:t>
          </a:r>
          <a:endParaRPr lang="en-ZA" sz="1000" kern="1200" dirty="0">
            <a:solidFill>
              <a:prstClr val="white"/>
            </a:solidFill>
            <a:latin typeface="+mj-lt"/>
            <a:ea typeface="ＭＳ Ｐゴシック"/>
            <a:cs typeface="+mn-cs"/>
          </a:endParaRPr>
        </a:p>
      </dsp:txBody>
      <dsp:txXfrm>
        <a:off x="170" y="959710"/>
        <a:ext cx="744337" cy="372168"/>
      </dsp:txXfrm>
    </dsp:sp>
    <dsp:sp modelId="{8C6CB93C-F4A3-4CE7-9627-F6A57743FEDE}">
      <dsp:nvSpPr>
        <dsp:cNvPr id="0" name=""/>
        <dsp:cNvSpPr/>
      </dsp:nvSpPr>
      <dsp:spPr>
        <a:xfrm>
          <a:off x="900819" y="959710"/>
          <a:ext cx="744337" cy="372168"/>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000" kern="1200" dirty="0">
              <a:solidFill>
                <a:prstClr val="white"/>
              </a:solidFill>
              <a:latin typeface="Tahoma"/>
              <a:ea typeface="ＭＳ Ｐゴシック"/>
              <a:cs typeface="+mn-cs"/>
            </a:rPr>
            <a:t>Sensitivity analysis</a:t>
          </a:r>
          <a:endParaRPr lang="en-ZA" sz="1000" kern="1200" dirty="0">
            <a:solidFill>
              <a:prstClr val="white"/>
            </a:solidFill>
            <a:latin typeface="Tahoma"/>
            <a:ea typeface="ＭＳ Ｐゴシック"/>
            <a:cs typeface="+mn-cs"/>
          </a:endParaRPr>
        </a:p>
      </dsp:txBody>
      <dsp:txXfrm>
        <a:off x="900819" y="959710"/>
        <a:ext cx="744337" cy="372168"/>
      </dsp:txXfrm>
    </dsp:sp>
    <dsp:sp modelId="{EBC72E8A-9F35-495A-9A60-D68AA34E4098}">
      <dsp:nvSpPr>
        <dsp:cNvPr id="0" name=""/>
        <dsp:cNvSpPr/>
      </dsp:nvSpPr>
      <dsp:spPr>
        <a:xfrm>
          <a:off x="1801467" y="959710"/>
          <a:ext cx="744337" cy="372168"/>
        </a:xfrm>
        <a:prstGeom prst="rect">
          <a:avLst/>
        </a:prstGeom>
        <a:solidFill>
          <a:srgbClr val="C00000"/>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prstClr val="white"/>
              </a:solidFill>
              <a:latin typeface="Tahoma"/>
              <a:ea typeface="ＭＳ Ｐゴシック"/>
              <a:cs typeface="+mn-cs"/>
            </a:rPr>
            <a:t>Scenario</a:t>
          </a:r>
          <a:r>
            <a:rPr lang="en-US" sz="1000" kern="1200" dirty="0">
              <a:latin typeface="+mj-lt"/>
            </a:rPr>
            <a:t> analysis</a:t>
          </a:r>
          <a:endParaRPr lang="en-ZA" sz="1000" kern="1200" dirty="0">
            <a:latin typeface="+mj-lt"/>
          </a:endParaRPr>
        </a:p>
      </dsp:txBody>
      <dsp:txXfrm>
        <a:off x="1801467" y="959710"/>
        <a:ext cx="744337" cy="37216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98DE5-6DA5-44C7-954F-AD06D3A6F60E}">
      <dsp:nvSpPr>
        <dsp:cNvPr id="0" name=""/>
        <dsp:cNvSpPr/>
      </dsp:nvSpPr>
      <dsp:spPr>
        <a:xfrm>
          <a:off x="1272988" y="803399"/>
          <a:ext cx="900648" cy="156310"/>
        </a:xfrm>
        <a:custGeom>
          <a:avLst/>
          <a:gdLst/>
          <a:ahLst/>
          <a:cxnLst/>
          <a:rect l="0" t="0" r="0" b="0"/>
          <a:pathLst>
            <a:path>
              <a:moveTo>
                <a:pt x="0" y="0"/>
              </a:moveTo>
              <a:lnTo>
                <a:pt x="0" y="78155"/>
              </a:lnTo>
              <a:lnTo>
                <a:pt x="900648" y="78155"/>
              </a:lnTo>
              <a:lnTo>
                <a:pt x="900648" y="1563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150F60-7608-4FA1-B885-8D393A32ECB9}">
      <dsp:nvSpPr>
        <dsp:cNvPr id="0" name=""/>
        <dsp:cNvSpPr/>
      </dsp:nvSpPr>
      <dsp:spPr>
        <a:xfrm>
          <a:off x="1227267" y="803399"/>
          <a:ext cx="91440" cy="156310"/>
        </a:xfrm>
        <a:custGeom>
          <a:avLst/>
          <a:gdLst/>
          <a:ahLst/>
          <a:cxnLst/>
          <a:rect l="0" t="0" r="0" b="0"/>
          <a:pathLst>
            <a:path>
              <a:moveTo>
                <a:pt x="45720" y="0"/>
              </a:moveTo>
              <a:lnTo>
                <a:pt x="45720" y="1563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2D3198-CDFA-4649-BB4E-2AE0A8681C92}">
      <dsp:nvSpPr>
        <dsp:cNvPr id="0" name=""/>
        <dsp:cNvSpPr/>
      </dsp:nvSpPr>
      <dsp:spPr>
        <a:xfrm>
          <a:off x="372339" y="803399"/>
          <a:ext cx="900648" cy="156310"/>
        </a:xfrm>
        <a:custGeom>
          <a:avLst/>
          <a:gdLst/>
          <a:ahLst/>
          <a:cxnLst/>
          <a:rect l="0" t="0" r="0" b="0"/>
          <a:pathLst>
            <a:path>
              <a:moveTo>
                <a:pt x="900648" y="0"/>
              </a:moveTo>
              <a:lnTo>
                <a:pt x="900648" y="78155"/>
              </a:lnTo>
              <a:lnTo>
                <a:pt x="0" y="78155"/>
              </a:lnTo>
              <a:lnTo>
                <a:pt x="0" y="1563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BC5031-3352-448D-9640-00AE2E86CDCF}">
      <dsp:nvSpPr>
        <dsp:cNvPr id="0" name=""/>
        <dsp:cNvSpPr/>
      </dsp:nvSpPr>
      <dsp:spPr>
        <a:xfrm>
          <a:off x="900819" y="431230"/>
          <a:ext cx="744337" cy="3721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latin typeface="+mj-lt"/>
            </a:rPr>
            <a:t>Approaches</a:t>
          </a:r>
          <a:endParaRPr lang="en-ZA" sz="1000" kern="1200" dirty="0">
            <a:latin typeface="+mj-lt"/>
          </a:endParaRPr>
        </a:p>
      </dsp:txBody>
      <dsp:txXfrm>
        <a:off x="900819" y="431230"/>
        <a:ext cx="744337" cy="372168"/>
      </dsp:txXfrm>
    </dsp:sp>
    <dsp:sp modelId="{70761584-8CCE-4718-8B45-4A3FA212332F}">
      <dsp:nvSpPr>
        <dsp:cNvPr id="0" name=""/>
        <dsp:cNvSpPr/>
      </dsp:nvSpPr>
      <dsp:spPr>
        <a:xfrm>
          <a:off x="170" y="959710"/>
          <a:ext cx="744337" cy="372168"/>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000" kern="1200" dirty="0">
              <a:solidFill>
                <a:prstClr val="white"/>
              </a:solidFill>
              <a:latin typeface="+mj-lt"/>
              <a:ea typeface="ＭＳ Ｐゴシック"/>
              <a:cs typeface="+mn-cs"/>
            </a:rPr>
            <a:t>Decision tree analysis</a:t>
          </a:r>
          <a:endParaRPr lang="en-ZA" sz="1000" kern="1200" dirty="0">
            <a:solidFill>
              <a:prstClr val="white"/>
            </a:solidFill>
            <a:latin typeface="+mj-lt"/>
            <a:ea typeface="ＭＳ Ｐゴシック"/>
            <a:cs typeface="+mn-cs"/>
          </a:endParaRPr>
        </a:p>
      </dsp:txBody>
      <dsp:txXfrm>
        <a:off x="170" y="959710"/>
        <a:ext cx="744337" cy="372168"/>
      </dsp:txXfrm>
    </dsp:sp>
    <dsp:sp modelId="{8C6CB93C-F4A3-4CE7-9627-F6A57743FEDE}">
      <dsp:nvSpPr>
        <dsp:cNvPr id="0" name=""/>
        <dsp:cNvSpPr/>
      </dsp:nvSpPr>
      <dsp:spPr>
        <a:xfrm>
          <a:off x="900819" y="959710"/>
          <a:ext cx="744337" cy="372168"/>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000" kern="1200" dirty="0">
              <a:solidFill>
                <a:prstClr val="white"/>
              </a:solidFill>
              <a:latin typeface="Tahoma"/>
              <a:ea typeface="ＭＳ Ｐゴシック"/>
              <a:cs typeface="+mn-cs"/>
            </a:rPr>
            <a:t>Sensitivity analysis</a:t>
          </a:r>
          <a:endParaRPr lang="en-ZA" sz="1000" kern="1200" dirty="0">
            <a:solidFill>
              <a:prstClr val="white"/>
            </a:solidFill>
            <a:latin typeface="Tahoma"/>
            <a:ea typeface="ＭＳ Ｐゴシック"/>
            <a:cs typeface="+mn-cs"/>
          </a:endParaRPr>
        </a:p>
      </dsp:txBody>
      <dsp:txXfrm>
        <a:off x="900819" y="959710"/>
        <a:ext cx="744337" cy="372168"/>
      </dsp:txXfrm>
    </dsp:sp>
    <dsp:sp modelId="{EBC72E8A-9F35-495A-9A60-D68AA34E4098}">
      <dsp:nvSpPr>
        <dsp:cNvPr id="0" name=""/>
        <dsp:cNvSpPr/>
      </dsp:nvSpPr>
      <dsp:spPr>
        <a:xfrm>
          <a:off x="1801467" y="959710"/>
          <a:ext cx="744337" cy="372168"/>
        </a:xfrm>
        <a:prstGeom prst="rect">
          <a:avLst/>
        </a:prstGeom>
        <a:solidFill>
          <a:srgbClr val="C00000"/>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prstClr val="white"/>
              </a:solidFill>
              <a:latin typeface="Tahoma"/>
              <a:ea typeface="ＭＳ Ｐゴシック"/>
              <a:cs typeface="+mn-cs"/>
            </a:rPr>
            <a:t>Scenario</a:t>
          </a:r>
          <a:r>
            <a:rPr lang="en-US" sz="1000" kern="1200" dirty="0">
              <a:latin typeface="+mj-lt"/>
            </a:rPr>
            <a:t> analysis</a:t>
          </a:r>
          <a:endParaRPr lang="en-ZA" sz="1000" kern="1200" dirty="0">
            <a:latin typeface="+mj-lt"/>
          </a:endParaRPr>
        </a:p>
      </dsp:txBody>
      <dsp:txXfrm>
        <a:off x="1801467" y="959710"/>
        <a:ext cx="744337" cy="37216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98DE5-6DA5-44C7-954F-AD06D3A6F60E}">
      <dsp:nvSpPr>
        <dsp:cNvPr id="0" name=""/>
        <dsp:cNvSpPr/>
      </dsp:nvSpPr>
      <dsp:spPr>
        <a:xfrm>
          <a:off x="1272988" y="803399"/>
          <a:ext cx="900648" cy="156310"/>
        </a:xfrm>
        <a:custGeom>
          <a:avLst/>
          <a:gdLst/>
          <a:ahLst/>
          <a:cxnLst/>
          <a:rect l="0" t="0" r="0" b="0"/>
          <a:pathLst>
            <a:path>
              <a:moveTo>
                <a:pt x="0" y="0"/>
              </a:moveTo>
              <a:lnTo>
                <a:pt x="0" y="78155"/>
              </a:lnTo>
              <a:lnTo>
                <a:pt x="900648" y="78155"/>
              </a:lnTo>
              <a:lnTo>
                <a:pt x="900648" y="1563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150F60-7608-4FA1-B885-8D393A32ECB9}">
      <dsp:nvSpPr>
        <dsp:cNvPr id="0" name=""/>
        <dsp:cNvSpPr/>
      </dsp:nvSpPr>
      <dsp:spPr>
        <a:xfrm>
          <a:off x="1227267" y="803399"/>
          <a:ext cx="91440" cy="156310"/>
        </a:xfrm>
        <a:custGeom>
          <a:avLst/>
          <a:gdLst/>
          <a:ahLst/>
          <a:cxnLst/>
          <a:rect l="0" t="0" r="0" b="0"/>
          <a:pathLst>
            <a:path>
              <a:moveTo>
                <a:pt x="45720" y="0"/>
              </a:moveTo>
              <a:lnTo>
                <a:pt x="45720" y="1563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2D3198-CDFA-4649-BB4E-2AE0A8681C92}">
      <dsp:nvSpPr>
        <dsp:cNvPr id="0" name=""/>
        <dsp:cNvSpPr/>
      </dsp:nvSpPr>
      <dsp:spPr>
        <a:xfrm>
          <a:off x="372339" y="803399"/>
          <a:ext cx="900648" cy="156310"/>
        </a:xfrm>
        <a:custGeom>
          <a:avLst/>
          <a:gdLst/>
          <a:ahLst/>
          <a:cxnLst/>
          <a:rect l="0" t="0" r="0" b="0"/>
          <a:pathLst>
            <a:path>
              <a:moveTo>
                <a:pt x="900648" y="0"/>
              </a:moveTo>
              <a:lnTo>
                <a:pt x="900648" y="78155"/>
              </a:lnTo>
              <a:lnTo>
                <a:pt x="0" y="78155"/>
              </a:lnTo>
              <a:lnTo>
                <a:pt x="0" y="1563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BC5031-3352-448D-9640-00AE2E86CDCF}">
      <dsp:nvSpPr>
        <dsp:cNvPr id="0" name=""/>
        <dsp:cNvSpPr/>
      </dsp:nvSpPr>
      <dsp:spPr>
        <a:xfrm>
          <a:off x="900819" y="431230"/>
          <a:ext cx="744337" cy="3721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latin typeface="+mj-lt"/>
            </a:rPr>
            <a:t>Approaches</a:t>
          </a:r>
          <a:endParaRPr lang="en-ZA" sz="1000" kern="1200" dirty="0">
            <a:latin typeface="+mj-lt"/>
          </a:endParaRPr>
        </a:p>
      </dsp:txBody>
      <dsp:txXfrm>
        <a:off x="900819" y="431230"/>
        <a:ext cx="744337" cy="372168"/>
      </dsp:txXfrm>
    </dsp:sp>
    <dsp:sp modelId="{70761584-8CCE-4718-8B45-4A3FA212332F}">
      <dsp:nvSpPr>
        <dsp:cNvPr id="0" name=""/>
        <dsp:cNvSpPr/>
      </dsp:nvSpPr>
      <dsp:spPr>
        <a:xfrm>
          <a:off x="170" y="959710"/>
          <a:ext cx="744337" cy="372168"/>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000" kern="1200" dirty="0">
              <a:solidFill>
                <a:prstClr val="white"/>
              </a:solidFill>
              <a:latin typeface="+mj-lt"/>
              <a:ea typeface="ＭＳ Ｐゴシック"/>
              <a:cs typeface="+mn-cs"/>
            </a:rPr>
            <a:t>Decision tree analysis</a:t>
          </a:r>
          <a:endParaRPr lang="en-ZA" sz="1000" kern="1200" dirty="0">
            <a:solidFill>
              <a:prstClr val="white"/>
            </a:solidFill>
            <a:latin typeface="+mj-lt"/>
            <a:ea typeface="ＭＳ Ｐゴシック"/>
            <a:cs typeface="+mn-cs"/>
          </a:endParaRPr>
        </a:p>
      </dsp:txBody>
      <dsp:txXfrm>
        <a:off x="170" y="959710"/>
        <a:ext cx="744337" cy="372168"/>
      </dsp:txXfrm>
    </dsp:sp>
    <dsp:sp modelId="{8C6CB93C-F4A3-4CE7-9627-F6A57743FEDE}">
      <dsp:nvSpPr>
        <dsp:cNvPr id="0" name=""/>
        <dsp:cNvSpPr/>
      </dsp:nvSpPr>
      <dsp:spPr>
        <a:xfrm>
          <a:off x="900819" y="959710"/>
          <a:ext cx="744337" cy="372168"/>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000" kern="1200" dirty="0">
              <a:solidFill>
                <a:prstClr val="white"/>
              </a:solidFill>
              <a:latin typeface="Tahoma"/>
              <a:ea typeface="ＭＳ Ｐゴシック"/>
              <a:cs typeface="+mn-cs"/>
            </a:rPr>
            <a:t>Sensitivity analysis</a:t>
          </a:r>
          <a:endParaRPr lang="en-ZA" sz="1000" kern="1200" dirty="0">
            <a:solidFill>
              <a:prstClr val="white"/>
            </a:solidFill>
            <a:latin typeface="Tahoma"/>
            <a:ea typeface="ＭＳ Ｐゴシック"/>
            <a:cs typeface="+mn-cs"/>
          </a:endParaRPr>
        </a:p>
      </dsp:txBody>
      <dsp:txXfrm>
        <a:off x="900819" y="959710"/>
        <a:ext cx="744337" cy="372168"/>
      </dsp:txXfrm>
    </dsp:sp>
    <dsp:sp modelId="{EBC72E8A-9F35-495A-9A60-D68AA34E4098}">
      <dsp:nvSpPr>
        <dsp:cNvPr id="0" name=""/>
        <dsp:cNvSpPr/>
      </dsp:nvSpPr>
      <dsp:spPr>
        <a:xfrm>
          <a:off x="1801467" y="959710"/>
          <a:ext cx="744337" cy="372168"/>
        </a:xfrm>
        <a:prstGeom prst="rect">
          <a:avLst/>
        </a:prstGeom>
        <a:solidFill>
          <a:srgbClr val="C00000"/>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prstClr val="white"/>
              </a:solidFill>
              <a:latin typeface="Tahoma"/>
              <a:ea typeface="ＭＳ Ｐゴシック"/>
              <a:cs typeface="+mn-cs"/>
            </a:rPr>
            <a:t>Scenario</a:t>
          </a:r>
          <a:r>
            <a:rPr lang="en-US" sz="1000" kern="1200" dirty="0">
              <a:latin typeface="+mj-lt"/>
            </a:rPr>
            <a:t> analysis</a:t>
          </a:r>
          <a:endParaRPr lang="en-ZA" sz="1000" kern="1200" dirty="0">
            <a:latin typeface="+mj-lt"/>
          </a:endParaRPr>
        </a:p>
      </dsp:txBody>
      <dsp:txXfrm>
        <a:off x="1801467" y="959710"/>
        <a:ext cx="744337" cy="37216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98DE5-6DA5-44C7-954F-AD06D3A6F60E}">
      <dsp:nvSpPr>
        <dsp:cNvPr id="0" name=""/>
        <dsp:cNvSpPr/>
      </dsp:nvSpPr>
      <dsp:spPr>
        <a:xfrm>
          <a:off x="1272988" y="803399"/>
          <a:ext cx="900648" cy="156310"/>
        </a:xfrm>
        <a:custGeom>
          <a:avLst/>
          <a:gdLst/>
          <a:ahLst/>
          <a:cxnLst/>
          <a:rect l="0" t="0" r="0" b="0"/>
          <a:pathLst>
            <a:path>
              <a:moveTo>
                <a:pt x="0" y="0"/>
              </a:moveTo>
              <a:lnTo>
                <a:pt x="0" y="78155"/>
              </a:lnTo>
              <a:lnTo>
                <a:pt x="900648" y="78155"/>
              </a:lnTo>
              <a:lnTo>
                <a:pt x="900648" y="1563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150F60-7608-4FA1-B885-8D393A32ECB9}">
      <dsp:nvSpPr>
        <dsp:cNvPr id="0" name=""/>
        <dsp:cNvSpPr/>
      </dsp:nvSpPr>
      <dsp:spPr>
        <a:xfrm>
          <a:off x="1227267" y="803399"/>
          <a:ext cx="91440" cy="156310"/>
        </a:xfrm>
        <a:custGeom>
          <a:avLst/>
          <a:gdLst/>
          <a:ahLst/>
          <a:cxnLst/>
          <a:rect l="0" t="0" r="0" b="0"/>
          <a:pathLst>
            <a:path>
              <a:moveTo>
                <a:pt x="45720" y="0"/>
              </a:moveTo>
              <a:lnTo>
                <a:pt x="45720" y="1563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2D3198-CDFA-4649-BB4E-2AE0A8681C92}">
      <dsp:nvSpPr>
        <dsp:cNvPr id="0" name=""/>
        <dsp:cNvSpPr/>
      </dsp:nvSpPr>
      <dsp:spPr>
        <a:xfrm>
          <a:off x="372339" y="803399"/>
          <a:ext cx="900648" cy="156310"/>
        </a:xfrm>
        <a:custGeom>
          <a:avLst/>
          <a:gdLst/>
          <a:ahLst/>
          <a:cxnLst/>
          <a:rect l="0" t="0" r="0" b="0"/>
          <a:pathLst>
            <a:path>
              <a:moveTo>
                <a:pt x="900648" y="0"/>
              </a:moveTo>
              <a:lnTo>
                <a:pt x="900648" y="78155"/>
              </a:lnTo>
              <a:lnTo>
                <a:pt x="0" y="78155"/>
              </a:lnTo>
              <a:lnTo>
                <a:pt x="0" y="1563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BC5031-3352-448D-9640-00AE2E86CDCF}">
      <dsp:nvSpPr>
        <dsp:cNvPr id="0" name=""/>
        <dsp:cNvSpPr/>
      </dsp:nvSpPr>
      <dsp:spPr>
        <a:xfrm>
          <a:off x="900819" y="431230"/>
          <a:ext cx="744337" cy="3721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latin typeface="+mj-lt"/>
            </a:rPr>
            <a:t>Approaches</a:t>
          </a:r>
          <a:endParaRPr lang="en-ZA" sz="1000" kern="1200" dirty="0">
            <a:latin typeface="+mj-lt"/>
          </a:endParaRPr>
        </a:p>
      </dsp:txBody>
      <dsp:txXfrm>
        <a:off x="900819" y="431230"/>
        <a:ext cx="744337" cy="372168"/>
      </dsp:txXfrm>
    </dsp:sp>
    <dsp:sp modelId="{70761584-8CCE-4718-8B45-4A3FA212332F}">
      <dsp:nvSpPr>
        <dsp:cNvPr id="0" name=""/>
        <dsp:cNvSpPr/>
      </dsp:nvSpPr>
      <dsp:spPr>
        <a:xfrm>
          <a:off x="170" y="959710"/>
          <a:ext cx="744337" cy="372168"/>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000" kern="1200" dirty="0">
              <a:solidFill>
                <a:prstClr val="white"/>
              </a:solidFill>
              <a:latin typeface="+mj-lt"/>
              <a:ea typeface="ＭＳ Ｐゴシック"/>
              <a:cs typeface="+mn-cs"/>
            </a:rPr>
            <a:t>Decision tree analysis</a:t>
          </a:r>
          <a:endParaRPr lang="en-ZA" sz="1000" kern="1200" dirty="0">
            <a:solidFill>
              <a:prstClr val="white"/>
            </a:solidFill>
            <a:latin typeface="+mj-lt"/>
            <a:ea typeface="ＭＳ Ｐゴシック"/>
            <a:cs typeface="+mn-cs"/>
          </a:endParaRPr>
        </a:p>
      </dsp:txBody>
      <dsp:txXfrm>
        <a:off x="170" y="959710"/>
        <a:ext cx="744337" cy="372168"/>
      </dsp:txXfrm>
    </dsp:sp>
    <dsp:sp modelId="{8C6CB93C-F4A3-4CE7-9627-F6A57743FEDE}">
      <dsp:nvSpPr>
        <dsp:cNvPr id="0" name=""/>
        <dsp:cNvSpPr/>
      </dsp:nvSpPr>
      <dsp:spPr>
        <a:xfrm>
          <a:off x="900819" y="959710"/>
          <a:ext cx="744337" cy="372168"/>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000" kern="1200" dirty="0">
              <a:solidFill>
                <a:prstClr val="white"/>
              </a:solidFill>
              <a:latin typeface="Tahoma"/>
              <a:ea typeface="ＭＳ Ｐゴシック"/>
              <a:cs typeface="+mn-cs"/>
            </a:rPr>
            <a:t>Sensitivity analysis</a:t>
          </a:r>
          <a:endParaRPr lang="en-ZA" sz="1000" kern="1200" dirty="0">
            <a:solidFill>
              <a:prstClr val="white"/>
            </a:solidFill>
            <a:latin typeface="Tahoma"/>
            <a:ea typeface="ＭＳ Ｐゴシック"/>
            <a:cs typeface="+mn-cs"/>
          </a:endParaRPr>
        </a:p>
      </dsp:txBody>
      <dsp:txXfrm>
        <a:off x="900819" y="959710"/>
        <a:ext cx="744337" cy="372168"/>
      </dsp:txXfrm>
    </dsp:sp>
    <dsp:sp modelId="{EBC72E8A-9F35-495A-9A60-D68AA34E4098}">
      <dsp:nvSpPr>
        <dsp:cNvPr id="0" name=""/>
        <dsp:cNvSpPr/>
      </dsp:nvSpPr>
      <dsp:spPr>
        <a:xfrm>
          <a:off x="1801467" y="959710"/>
          <a:ext cx="744337" cy="372168"/>
        </a:xfrm>
        <a:prstGeom prst="rect">
          <a:avLst/>
        </a:prstGeom>
        <a:solidFill>
          <a:srgbClr val="C00000"/>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prstClr val="white"/>
              </a:solidFill>
              <a:latin typeface="Tahoma"/>
              <a:ea typeface="ＭＳ Ｐゴシック"/>
              <a:cs typeface="+mn-cs"/>
            </a:rPr>
            <a:t>Scenario</a:t>
          </a:r>
          <a:r>
            <a:rPr lang="en-US" sz="1000" kern="1200" dirty="0">
              <a:latin typeface="+mj-lt"/>
            </a:rPr>
            <a:t> analysis</a:t>
          </a:r>
          <a:endParaRPr lang="en-ZA" sz="1000" kern="1200" dirty="0">
            <a:latin typeface="+mj-lt"/>
          </a:endParaRPr>
        </a:p>
      </dsp:txBody>
      <dsp:txXfrm>
        <a:off x="1801467" y="959710"/>
        <a:ext cx="744337" cy="37216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98DE5-6DA5-44C7-954F-AD06D3A6F60E}">
      <dsp:nvSpPr>
        <dsp:cNvPr id="0" name=""/>
        <dsp:cNvSpPr/>
      </dsp:nvSpPr>
      <dsp:spPr>
        <a:xfrm>
          <a:off x="1272988" y="803399"/>
          <a:ext cx="900648" cy="156310"/>
        </a:xfrm>
        <a:custGeom>
          <a:avLst/>
          <a:gdLst/>
          <a:ahLst/>
          <a:cxnLst/>
          <a:rect l="0" t="0" r="0" b="0"/>
          <a:pathLst>
            <a:path>
              <a:moveTo>
                <a:pt x="0" y="0"/>
              </a:moveTo>
              <a:lnTo>
                <a:pt x="0" y="78155"/>
              </a:lnTo>
              <a:lnTo>
                <a:pt x="900648" y="78155"/>
              </a:lnTo>
              <a:lnTo>
                <a:pt x="900648" y="1563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150F60-7608-4FA1-B885-8D393A32ECB9}">
      <dsp:nvSpPr>
        <dsp:cNvPr id="0" name=""/>
        <dsp:cNvSpPr/>
      </dsp:nvSpPr>
      <dsp:spPr>
        <a:xfrm>
          <a:off x="1227267" y="803399"/>
          <a:ext cx="91440" cy="156310"/>
        </a:xfrm>
        <a:custGeom>
          <a:avLst/>
          <a:gdLst/>
          <a:ahLst/>
          <a:cxnLst/>
          <a:rect l="0" t="0" r="0" b="0"/>
          <a:pathLst>
            <a:path>
              <a:moveTo>
                <a:pt x="45720" y="0"/>
              </a:moveTo>
              <a:lnTo>
                <a:pt x="45720" y="1563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2D3198-CDFA-4649-BB4E-2AE0A8681C92}">
      <dsp:nvSpPr>
        <dsp:cNvPr id="0" name=""/>
        <dsp:cNvSpPr/>
      </dsp:nvSpPr>
      <dsp:spPr>
        <a:xfrm>
          <a:off x="372339" y="803399"/>
          <a:ext cx="900648" cy="156310"/>
        </a:xfrm>
        <a:custGeom>
          <a:avLst/>
          <a:gdLst/>
          <a:ahLst/>
          <a:cxnLst/>
          <a:rect l="0" t="0" r="0" b="0"/>
          <a:pathLst>
            <a:path>
              <a:moveTo>
                <a:pt x="900648" y="0"/>
              </a:moveTo>
              <a:lnTo>
                <a:pt x="900648" y="78155"/>
              </a:lnTo>
              <a:lnTo>
                <a:pt x="0" y="78155"/>
              </a:lnTo>
              <a:lnTo>
                <a:pt x="0" y="1563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BC5031-3352-448D-9640-00AE2E86CDCF}">
      <dsp:nvSpPr>
        <dsp:cNvPr id="0" name=""/>
        <dsp:cNvSpPr/>
      </dsp:nvSpPr>
      <dsp:spPr>
        <a:xfrm>
          <a:off x="900819" y="431230"/>
          <a:ext cx="744337" cy="3721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latin typeface="+mj-lt"/>
            </a:rPr>
            <a:t>Approaches</a:t>
          </a:r>
          <a:endParaRPr lang="en-ZA" sz="1000" kern="1200" dirty="0">
            <a:latin typeface="+mj-lt"/>
          </a:endParaRPr>
        </a:p>
      </dsp:txBody>
      <dsp:txXfrm>
        <a:off x="900819" y="431230"/>
        <a:ext cx="744337" cy="372168"/>
      </dsp:txXfrm>
    </dsp:sp>
    <dsp:sp modelId="{70761584-8CCE-4718-8B45-4A3FA212332F}">
      <dsp:nvSpPr>
        <dsp:cNvPr id="0" name=""/>
        <dsp:cNvSpPr/>
      </dsp:nvSpPr>
      <dsp:spPr>
        <a:xfrm>
          <a:off x="170" y="959710"/>
          <a:ext cx="744337" cy="372168"/>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000" kern="1200" dirty="0">
              <a:solidFill>
                <a:prstClr val="white"/>
              </a:solidFill>
              <a:latin typeface="+mj-lt"/>
              <a:ea typeface="ＭＳ Ｐゴシック"/>
              <a:cs typeface="+mn-cs"/>
            </a:rPr>
            <a:t>Decision tree analysis</a:t>
          </a:r>
          <a:endParaRPr lang="en-ZA" sz="1000" kern="1200" dirty="0">
            <a:solidFill>
              <a:prstClr val="white"/>
            </a:solidFill>
            <a:latin typeface="+mj-lt"/>
            <a:ea typeface="ＭＳ Ｐゴシック"/>
            <a:cs typeface="+mn-cs"/>
          </a:endParaRPr>
        </a:p>
      </dsp:txBody>
      <dsp:txXfrm>
        <a:off x="170" y="959710"/>
        <a:ext cx="744337" cy="372168"/>
      </dsp:txXfrm>
    </dsp:sp>
    <dsp:sp modelId="{8C6CB93C-F4A3-4CE7-9627-F6A57743FEDE}">
      <dsp:nvSpPr>
        <dsp:cNvPr id="0" name=""/>
        <dsp:cNvSpPr/>
      </dsp:nvSpPr>
      <dsp:spPr>
        <a:xfrm>
          <a:off x="900819" y="959710"/>
          <a:ext cx="744337" cy="372168"/>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000" kern="1200" dirty="0">
              <a:solidFill>
                <a:prstClr val="white"/>
              </a:solidFill>
              <a:latin typeface="Tahoma"/>
              <a:ea typeface="ＭＳ Ｐゴシック"/>
              <a:cs typeface="+mn-cs"/>
            </a:rPr>
            <a:t>Sensitivity analysis</a:t>
          </a:r>
          <a:endParaRPr lang="en-ZA" sz="1000" kern="1200" dirty="0">
            <a:solidFill>
              <a:prstClr val="white"/>
            </a:solidFill>
            <a:latin typeface="Tahoma"/>
            <a:ea typeface="ＭＳ Ｐゴシック"/>
            <a:cs typeface="+mn-cs"/>
          </a:endParaRPr>
        </a:p>
      </dsp:txBody>
      <dsp:txXfrm>
        <a:off x="900819" y="959710"/>
        <a:ext cx="744337" cy="372168"/>
      </dsp:txXfrm>
    </dsp:sp>
    <dsp:sp modelId="{EBC72E8A-9F35-495A-9A60-D68AA34E4098}">
      <dsp:nvSpPr>
        <dsp:cNvPr id="0" name=""/>
        <dsp:cNvSpPr/>
      </dsp:nvSpPr>
      <dsp:spPr>
        <a:xfrm>
          <a:off x="1801467" y="959710"/>
          <a:ext cx="744337" cy="372168"/>
        </a:xfrm>
        <a:prstGeom prst="rect">
          <a:avLst/>
        </a:prstGeom>
        <a:solidFill>
          <a:srgbClr val="C00000"/>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444500">
            <a:lnSpc>
              <a:spcPct val="90000"/>
            </a:lnSpc>
            <a:spcBef>
              <a:spcPct val="0"/>
            </a:spcBef>
            <a:spcAft>
              <a:spcPct val="35000"/>
            </a:spcAft>
            <a:buNone/>
          </a:pPr>
          <a:r>
            <a:rPr lang="en-US" sz="1000" kern="1200" dirty="0">
              <a:solidFill>
                <a:prstClr val="white"/>
              </a:solidFill>
              <a:latin typeface="Tahoma"/>
              <a:ea typeface="ＭＳ Ｐゴシック"/>
              <a:cs typeface="+mn-cs"/>
            </a:rPr>
            <a:t>Scenario</a:t>
          </a:r>
          <a:r>
            <a:rPr lang="en-US" sz="1000" kern="1200" dirty="0">
              <a:latin typeface="+mj-lt"/>
            </a:rPr>
            <a:t> analysis</a:t>
          </a:r>
          <a:endParaRPr lang="en-ZA" sz="1000" kern="1200" dirty="0">
            <a:latin typeface="+mj-lt"/>
          </a:endParaRPr>
        </a:p>
      </dsp:txBody>
      <dsp:txXfrm>
        <a:off x="1801467" y="959710"/>
        <a:ext cx="744337" cy="37216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98DE5-6DA5-44C7-954F-AD06D3A6F60E}">
      <dsp:nvSpPr>
        <dsp:cNvPr id="0" name=""/>
        <dsp:cNvSpPr/>
      </dsp:nvSpPr>
      <dsp:spPr>
        <a:xfrm>
          <a:off x="2422712" y="1222856"/>
          <a:ext cx="1714086" cy="297486"/>
        </a:xfrm>
        <a:custGeom>
          <a:avLst/>
          <a:gdLst/>
          <a:ahLst/>
          <a:cxnLst/>
          <a:rect l="0" t="0" r="0" b="0"/>
          <a:pathLst>
            <a:path>
              <a:moveTo>
                <a:pt x="0" y="0"/>
              </a:moveTo>
              <a:lnTo>
                <a:pt x="0" y="148743"/>
              </a:lnTo>
              <a:lnTo>
                <a:pt x="1714086" y="148743"/>
              </a:lnTo>
              <a:lnTo>
                <a:pt x="1714086" y="29748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150F60-7608-4FA1-B885-8D393A32ECB9}">
      <dsp:nvSpPr>
        <dsp:cNvPr id="0" name=""/>
        <dsp:cNvSpPr/>
      </dsp:nvSpPr>
      <dsp:spPr>
        <a:xfrm>
          <a:off x="2376992" y="1222856"/>
          <a:ext cx="91440" cy="297486"/>
        </a:xfrm>
        <a:custGeom>
          <a:avLst/>
          <a:gdLst/>
          <a:ahLst/>
          <a:cxnLst/>
          <a:rect l="0" t="0" r="0" b="0"/>
          <a:pathLst>
            <a:path>
              <a:moveTo>
                <a:pt x="45720" y="0"/>
              </a:moveTo>
              <a:lnTo>
                <a:pt x="45720" y="29748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2D3198-CDFA-4649-BB4E-2AE0A8681C92}">
      <dsp:nvSpPr>
        <dsp:cNvPr id="0" name=""/>
        <dsp:cNvSpPr/>
      </dsp:nvSpPr>
      <dsp:spPr>
        <a:xfrm>
          <a:off x="708625" y="1222856"/>
          <a:ext cx="1714086" cy="297486"/>
        </a:xfrm>
        <a:custGeom>
          <a:avLst/>
          <a:gdLst/>
          <a:ahLst/>
          <a:cxnLst/>
          <a:rect l="0" t="0" r="0" b="0"/>
          <a:pathLst>
            <a:path>
              <a:moveTo>
                <a:pt x="1714086" y="0"/>
              </a:moveTo>
              <a:lnTo>
                <a:pt x="1714086" y="148743"/>
              </a:lnTo>
              <a:lnTo>
                <a:pt x="0" y="148743"/>
              </a:lnTo>
              <a:lnTo>
                <a:pt x="0" y="29748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BC5031-3352-448D-9640-00AE2E86CDCF}">
      <dsp:nvSpPr>
        <dsp:cNvPr id="0" name=""/>
        <dsp:cNvSpPr/>
      </dsp:nvSpPr>
      <dsp:spPr>
        <a:xfrm>
          <a:off x="1714411" y="514556"/>
          <a:ext cx="1416600" cy="70830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Approaches</a:t>
          </a:r>
          <a:endParaRPr lang="en-ZA" sz="1600" kern="1200" dirty="0">
            <a:latin typeface="+mj-lt"/>
          </a:endParaRPr>
        </a:p>
      </dsp:txBody>
      <dsp:txXfrm>
        <a:off x="1714411" y="514556"/>
        <a:ext cx="1416600" cy="708300"/>
      </dsp:txXfrm>
    </dsp:sp>
    <dsp:sp modelId="{70761584-8CCE-4718-8B45-4A3FA212332F}">
      <dsp:nvSpPr>
        <dsp:cNvPr id="0" name=""/>
        <dsp:cNvSpPr/>
      </dsp:nvSpPr>
      <dsp:spPr>
        <a:xfrm>
          <a:off x="325" y="1520343"/>
          <a:ext cx="1416600" cy="708300"/>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600" kern="1200" dirty="0">
              <a:solidFill>
                <a:prstClr val="white"/>
              </a:solidFill>
              <a:latin typeface="+mj-lt"/>
              <a:ea typeface="ＭＳ Ｐゴシック"/>
              <a:cs typeface="+mn-cs"/>
            </a:rPr>
            <a:t>Decision tree analysis</a:t>
          </a:r>
          <a:endParaRPr lang="en-ZA" sz="1600" kern="1200" dirty="0">
            <a:solidFill>
              <a:prstClr val="white"/>
            </a:solidFill>
            <a:latin typeface="+mj-lt"/>
            <a:ea typeface="ＭＳ Ｐゴシック"/>
            <a:cs typeface="+mn-cs"/>
          </a:endParaRPr>
        </a:p>
      </dsp:txBody>
      <dsp:txXfrm>
        <a:off x="325" y="1520343"/>
        <a:ext cx="1416600" cy="708300"/>
      </dsp:txXfrm>
    </dsp:sp>
    <dsp:sp modelId="{8C6CB93C-F4A3-4CE7-9627-F6A57743FEDE}">
      <dsp:nvSpPr>
        <dsp:cNvPr id="0" name=""/>
        <dsp:cNvSpPr/>
      </dsp:nvSpPr>
      <dsp:spPr>
        <a:xfrm>
          <a:off x="1714411" y="1520343"/>
          <a:ext cx="1416600" cy="708300"/>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600" kern="1200" dirty="0">
              <a:solidFill>
                <a:prstClr val="white"/>
              </a:solidFill>
              <a:latin typeface="+mj-lt"/>
              <a:ea typeface="ＭＳ Ｐゴシック"/>
              <a:cs typeface="+mn-cs"/>
            </a:rPr>
            <a:t>Sensitivity analysis</a:t>
          </a:r>
          <a:endParaRPr lang="en-ZA" sz="1600" kern="1200" dirty="0">
            <a:solidFill>
              <a:prstClr val="white"/>
            </a:solidFill>
            <a:latin typeface="+mj-lt"/>
            <a:ea typeface="ＭＳ Ｐゴシック"/>
            <a:cs typeface="+mn-cs"/>
          </a:endParaRPr>
        </a:p>
      </dsp:txBody>
      <dsp:txXfrm>
        <a:off x="1714411" y="1520343"/>
        <a:ext cx="1416600" cy="708300"/>
      </dsp:txXfrm>
    </dsp:sp>
    <dsp:sp modelId="{EBC72E8A-9F35-495A-9A60-D68AA34E4098}">
      <dsp:nvSpPr>
        <dsp:cNvPr id="0" name=""/>
        <dsp:cNvSpPr/>
      </dsp:nvSpPr>
      <dsp:spPr>
        <a:xfrm>
          <a:off x="3428498" y="1520343"/>
          <a:ext cx="1416600" cy="708300"/>
        </a:xfrm>
        <a:prstGeom prst="rect">
          <a:avLst/>
        </a:prstGeom>
        <a:solidFill>
          <a:srgbClr val="C00000"/>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prstClr val="white"/>
              </a:solidFill>
              <a:latin typeface="+mj-lt"/>
              <a:ea typeface="ＭＳ Ｐゴシック"/>
              <a:cs typeface="+mn-cs"/>
            </a:rPr>
            <a:t>Scenario</a:t>
          </a:r>
          <a:r>
            <a:rPr lang="en-US" sz="1600" kern="1200" dirty="0">
              <a:latin typeface="+mj-lt"/>
            </a:rPr>
            <a:t> analysis</a:t>
          </a:r>
          <a:endParaRPr lang="en-ZA" sz="1600" kern="1200" dirty="0">
            <a:latin typeface="+mj-lt"/>
          </a:endParaRPr>
        </a:p>
      </dsp:txBody>
      <dsp:txXfrm>
        <a:off x="3428498" y="1520343"/>
        <a:ext cx="1416600" cy="7083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98DE5-6DA5-44C7-954F-AD06D3A6F60E}">
      <dsp:nvSpPr>
        <dsp:cNvPr id="0" name=""/>
        <dsp:cNvSpPr/>
      </dsp:nvSpPr>
      <dsp:spPr>
        <a:xfrm>
          <a:off x="4312023" y="2173662"/>
          <a:ext cx="3050788" cy="529475"/>
        </a:xfrm>
        <a:custGeom>
          <a:avLst/>
          <a:gdLst/>
          <a:ahLst/>
          <a:cxnLst/>
          <a:rect l="0" t="0" r="0" b="0"/>
          <a:pathLst>
            <a:path>
              <a:moveTo>
                <a:pt x="0" y="0"/>
              </a:moveTo>
              <a:lnTo>
                <a:pt x="0" y="264737"/>
              </a:lnTo>
              <a:lnTo>
                <a:pt x="3050788" y="264737"/>
              </a:lnTo>
              <a:lnTo>
                <a:pt x="3050788" y="5294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150F60-7608-4FA1-B885-8D393A32ECB9}">
      <dsp:nvSpPr>
        <dsp:cNvPr id="0" name=""/>
        <dsp:cNvSpPr/>
      </dsp:nvSpPr>
      <dsp:spPr>
        <a:xfrm>
          <a:off x="4266304" y="2173662"/>
          <a:ext cx="91440" cy="529475"/>
        </a:xfrm>
        <a:custGeom>
          <a:avLst/>
          <a:gdLst/>
          <a:ahLst/>
          <a:cxnLst/>
          <a:rect l="0" t="0" r="0" b="0"/>
          <a:pathLst>
            <a:path>
              <a:moveTo>
                <a:pt x="45720" y="0"/>
              </a:moveTo>
              <a:lnTo>
                <a:pt x="45720" y="5294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2D3198-CDFA-4649-BB4E-2AE0A8681C92}">
      <dsp:nvSpPr>
        <dsp:cNvPr id="0" name=""/>
        <dsp:cNvSpPr/>
      </dsp:nvSpPr>
      <dsp:spPr>
        <a:xfrm>
          <a:off x="1261235" y="2173662"/>
          <a:ext cx="3050788" cy="529475"/>
        </a:xfrm>
        <a:custGeom>
          <a:avLst/>
          <a:gdLst/>
          <a:ahLst/>
          <a:cxnLst/>
          <a:rect l="0" t="0" r="0" b="0"/>
          <a:pathLst>
            <a:path>
              <a:moveTo>
                <a:pt x="3050788" y="0"/>
              </a:moveTo>
              <a:lnTo>
                <a:pt x="3050788" y="264737"/>
              </a:lnTo>
              <a:lnTo>
                <a:pt x="0" y="264737"/>
              </a:lnTo>
              <a:lnTo>
                <a:pt x="0" y="5294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BC5031-3352-448D-9640-00AE2E86CDCF}">
      <dsp:nvSpPr>
        <dsp:cNvPr id="0" name=""/>
        <dsp:cNvSpPr/>
      </dsp:nvSpPr>
      <dsp:spPr>
        <a:xfrm>
          <a:off x="3051367" y="913005"/>
          <a:ext cx="2521312" cy="126065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Approaches</a:t>
          </a:r>
          <a:endParaRPr lang="en-ZA" sz="2400" kern="1200" dirty="0"/>
        </a:p>
      </dsp:txBody>
      <dsp:txXfrm>
        <a:off x="3051367" y="913005"/>
        <a:ext cx="2521312" cy="1260656"/>
      </dsp:txXfrm>
    </dsp:sp>
    <dsp:sp modelId="{70761584-8CCE-4718-8B45-4A3FA212332F}">
      <dsp:nvSpPr>
        <dsp:cNvPr id="0" name=""/>
        <dsp:cNvSpPr/>
      </dsp:nvSpPr>
      <dsp:spPr>
        <a:xfrm>
          <a:off x="579" y="2703137"/>
          <a:ext cx="2521312" cy="126065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Decision tree analysis</a:t>
          </a:r>
          <a:endParaRPr lang="en-ZA" sz="2400" kern="1200" dirty="0"/>
        </a:p>
      </dsp:txBody>
      <dsp:txXfrm>
        <a:off x="579" y="2703137"/>
        <a:ext cx="2521312" cy="1260656"/>
      </dsp:txXfrm>
    </dsp:sp>
    <dsp:sp modelId="{8C6CB93C-F4A3-4CE7-9627-F6A57743FEDE}">
      <dsp:nvSpPr>
        <dsp:cNvPr id="0" name=""/>
        <dsp:cNvSpPr/>
      </dsp:nvSpPr>
      <dsp:spPr>
        <a:xfrm>
          <a:off x="3051367" y="2703137"/>
          <a:ext cx="2521312" cy="126065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Sensitivity analysis</a:t>
          </a:r>
          <a:endParaRPr lang="en-ZA" sz="2400" kern="1200" dirty="0"/>
        </a:p>
      </dsp:txBody>
      <dsp:txXfrm>
        <a:off x="3051367" y="2703137"/>
        <a:ext cx="2521312" cy="1260656"/>
      </dsp:txXfrm>
    </dsp:sp>
    <dsp:sp modelId="{EBC72E8A-9F35-495A-9A60-D68AA34E4098}">
      <dsp:nvSpPr>
        <dsp:cNvPr id="0" name=""/>
        <dsp:cNvSpPr/>
      </dsp:nvSpPr>
      <dsp:spPr>
        <a:xfrm>
          <a:off x="6102156" y="2703137"/>
          <a:ext cx="2521312" cy="126065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Scenario analysis</a:t>
          </a:r>
          <a:endParaRPr lang="en-ZA" sz="2400" kern="1200" dirty="0"/>
        </a:p>
      </dsp:txBody>
      <dsp:txXfrm>
        <a:off x="6102156" y="2703137"/>
        <a:ext cx="2521312" cy="126065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DA45B1-5501-4100-BEB7-B52ABA3FD7AC}">
      <dsp:nvSpPr>
        <dsp:cNvPr id="0" name=""/>
        <dsp:cNvSpPr/>
      </dsp:nvSpPr>
      <dsp:spPr>
        <a:xfrm rot="5400000">
          <a:off x="-236056" y="236060"/>
          <a:ext cx="1573713" cy="1101599"/>
        </a:xfrm>
        <a:prstGeom prst="chevron">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Step 1</a:t>
          </a:r>
          <a:endParaRPr lang="en-ZA" sz="1800" kern="1200" dirty="0"/>
        </a:p>
      </dsp:txBody>
      <dsp:txXfrm rot="-5400000">
        <a:off x="2" y="550803"/>
        <a:ext cx="1101599" cy="472114"/>
      </dsp:txXfrm>
    </dsp:sp>
    <dsp:sp modelId="{943CACE0-28CD-40E8-B122-D920A9210A47}">
      <dsp:nvSpPr>
        <dsp:cNvPr id="0" name=""/>
        <dsp:cNvSpPr/>
      </dsp:nvSpPr>
      <dsp:spPr>
        <a:xfrm rot="5400000">
          <a:off x="4521342" y="-3419743"/>
          <a:ext cx="1022913" cy="7862400"/>
        </a:xfrm>
        <a:prstGeom prst="round2SameRect">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Char char="•"/>
          </a:pPr>
          <a:r>
            <a:rPr lang="en-US" sz="1900" kern="1200" dirty="0"/>
            <a:t>Calculate NPV of each project over its life using required rate of return (cost of capital).</a:t>
          </a:r>
          <a:endParaRPr lang="en-ZA" sz="1900" kern="1200" dirty="0"/>
        </a:p>
      </dsp:txBody>
      <dsp:txXfrm rot="-5400000">
        <a:off x="1101599" y="49934"/>
        <a:ext cx="7812466" cy="923045"/>
      </dsp:txXfrm>
    </dsp:sp>
    <dsp:sp modelId="{9CD398A9-E6E7-4397-8601-972451B0DECB}">
      <dsp:nvSpPr>
        <dsp:cNvPr id="0" name=""/>
        <dsp:cNvSpPr/>
      </dsp:nvSpPr>
      <dsp:spPr>
        <a:xfrm rot="5400000">
          <a:off x="-236056" y="1615171"/>
          <a:ext cx="1573713" cy="1101599"/>
        </a:xfrm>
        <a:prstGeom prst="chevron">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Step 2</a:t>
          </a:r>
          <a:endParaRPr lang="en-ZA" sz="1800" kern="1200" dirty="0"/>
        </a:p>
      </dsp:txBody>
      <dsp:txXfrm rot="-5400000">
        <a:off x="2" y="1929914"/>
        <a:ext cx="1101599" cy="472114"/>
      </dsp:txXfrm>
    </dsp:sp>
    <dsp:sp modelId="{11490DB3-B46F-4A57-88B9-B723C63A7D1A}">
      <dsp:nvSpPr>
        <dsp:cNvPr id="0" name=""/>
        <dsp:cNvSpPr/>
      </dsp:nvSpPr>
      <dsp:spPr>
        <a:xfrm rot="5400000">
          <a:off x="4521342" y="-2040629"/>
          <a:ext cx="1022913" cy="7862400"/>
        </a:xfrm>
        <a:prstGeom prst="round2SameRect">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Char char="•"/>
          </a:pPr>
          <a:r>
            <a:rPr lang="en-US" sz="1900" kern="1200" dirty="0"/>
            <a:t>Divide NPV of each project that has a positive NPV by present value interest factor (PVIF) for annuity at given rate of return and project’s life. </a:t>
          </a:r>
          <a:endParaRPr lang="en-ZA" sz="1900" kern="1200" dirty="0"/>
        </a:p>
      </dsp:txBody>
      <dsp:txXfrm rot="-5400000">
        <a:off x="1101599" y="1429048"/>
        <a:ext cx="7812466" cy="923045"/>
      </dsp:txXfrm>
    </dsp:sp>
    <dsp:sp modelId="{E2C78E59-2B5E-4B9A-AA82-F22083FC11F1}">
      <dsp:nvSpPr>
        <dsp:cNvPr id="0" name=""/>
        <dsp:cNvSpPr/>
      </dsp:nvSpPr>
      <dsp:spPr>
        <a:xfrm rot="5400000">
          <a:off x="-236056" y="2992283"/>
          <a:ext cx="1573713" cy="1101599"/>
        </a:xfrm>
        <a:prstGeom prst="chevron">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Step 3</a:t>
          </a:r>
          <a:endParaRPr lang="en-ZA" sz="1800" kern="1200" dirty="0"/>
        </a:p>
      </dsp:txBody>
      <dsp:txXfrm rot="-5400000">
        <a:off x="2" y="3307026"/>
        <a:ext cx="1101599" cy="472114"/>
      </dsp:txXfrm>
    </dsp:sp>
    <dsp:sp modelId="{0819FF64-EB13-4B67-896D-5A52B457A5CE}">
      <dsp:nvSpPr>
        <dsp:cNvPr id="0" name=""/>
        <dsp:cNvSpPr/>
      </dsp:nvSpPr>
      <dsp:spPr>
        <a:xfrm rot="5400000">
          <a:off x="4521342" y="-675102"/>
          <a:ext cx="1022913" cy="7862400"/>
        </a:xfrm>
        <a:prstGeom prst="round2SameRect">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Char char="•"/>
          </a:pPr>
          <a:r>
            <a:rPr lang="en-US" sz="1900" kern="1200" dirty="0"/>
            <a:t>Rank projects in descending order of ANPV. Mutually exclusive projects – accept project with highest ANPV. Independent projects – accept all projects with positive NPVs providing funds not restricted.</a:t>
          </a:r>
          <a:endParaRPr lang="en-ZA" sz="1900" kern="1200" dirty="0"/>
        </a:p>
      </dsp:txBody>
      <dsp:txXfrm rot="-5400000">
        <a:off x="1101599" y="2794575"/>
        <a:ext cx="7812466" cy="92304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3" name="Rectangle 3"/>
          <p:cNvSpPr>
            <a:spLocks noGrp="1" noChangeArrowheads="1"/>
          </p:cNvSpPr>
          <p:nvPr>
            <p:ph type="dt" sz="quarter" idx="1"/>
          </p:nvPr>
        </p:nvSpPr>
        <p:spPr bwMode="auto">
          <a:xfrm>
            <a:off x="3850218"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61444" name="Rectangle 4"/>
          <p:cNvSpPr>
            <a:spLocks noGrp="1" noChangeArrowheads="1"/>
          </p:cNvSpPr>
          <p:nvPr>
            <p:ph type="ftr" sz="quarter" idx="2"/>
          </p:nvPr>
        </p:nvSpPr>
        <p:spPr bwMode="auto">
          <a:xfrm>
            <a:off x="0"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5" name="Rectangle 5"/>
          <p:cNvSpPr>
            <a:spLocks noGrp="1" noChangeArrowheads="1"/>
          </p:cNvSpPr>
          <p:nvPr>
            <p:ph type="sldNum" sz="quarter" idx="3"/>
          </p:nvPr>
        </p:nvSpPr>
        <p:spPr bwMode="auto">
          <a:xfrm>
            <a:off x="3850218"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lgn="r">
              <a:defRPr sz="1200"/>
            </a:lvl1pPr>
          </a:lstStyle>
          <a:p>
            <a:pPr>
              <a:defRPr/>
            </a:pPr>
            <a:fld id="{E1903A18-4839-8D4F-8ABB-4D063655F5E0}" type="slidenum">
              <a:rPr lang="en-US"/>
              <a:pPr>
                <a:defRPr/>
              </a:pPr>
              <a:t>‹#›</a:t>
            </a:fld>
            <a:endParaRPr lang="en-US"/>
          </a:p>
        </p:txBody>
      </p:sp>
    </p:spTree>
    <p:extLst>
      <p:ext uri="{BB962C8B-B14F-4D97-AF65-F5344CB8AC3E}">
        <p14:creationId xmlns:p14="http://schemas.microsoft.com/office/powerpoint/2010/main" val="88640864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5" name="Rectangle 3"/>
          <p:cNvSpPr>
            <a:spLocks noGrp="1" noChangeArrowheads="1"/>
          </p:cNvSpPr>
          <p:nvPr>
            <p:ph type="dt" idx="1"/>
          </p:nvPr>
        </p:nvSpPr>
        <p:spPr bwMode="auto">
          <a:xfrm>
            <a:off x="3850218"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915988" y="744538"/>
            <a:ext cx="4964112" cy="3724275"/>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05934" y="4717417"/>
            <a:ext cx="4982633" cy="4469129"/>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9" name="Rectangle 7"/>
          <p:cNvSpPr>
            <a:spLocks noGrp="1" noChangeArrowheads="1"/>
          </p:cNvSpPr>
          <p:nvPr>
            <p:ph type="sldNum" sz="quarter" idx="5"/>
          </p:nvPr>
        </p:nvSpPr>
        <p:spPr bwMode="auto">
          <a:xfrm>
            <a:off x="3850218"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lgn="r">
              <a:defRPr sz="1200"/>
            </a:lvl1pPr>
          </a:lstStyle>
          <a:p>
            <a:pPr>
              <a:defRPr/>
            </a:pPr>
            <a:fld id="{200996E8-5341-8848-B47C-0F512A8E3D8F}" type="slidenum">
              <a:rPr lang="en-US"/>
              <a:pPr>
                <a:defRPr/>
              </a:pPr>
              <a:t>‹#›</a:t>
            </a:fld>
            <a:endParaRPr lang="en-US"/>
          </a:p>
        </p:txBody>
      </p:sp>
    </p:spTree>
    <p:extLst>
      <p:ext uri="{BB962C8B-B14F-4D97-AF65-F5344CB8AC3E}">
        <p14:creationId xmlns:p14="http://schemas.microsoft.com/office/powerpoint/2010/main" val="339793353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105442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16782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782110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70919-F969-CE19-38EC-E6ED7C0EE3E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BBB06B9F-E188-7B41-1132-4FD80011819A}"/>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D010E94-FD98-C886-7975-2366C4627544}"/>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038274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B7845-6987-E1C6-0300-633AE6BD0A4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E11FEF6C-A1F7-F627-FF78-64BF60020A41}"/>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1459A09-D653-F2F8-789B-E155084A29B2}"/>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498875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F5A1A-A611-7252-4F8F-FFE578DB71A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6E359549-30B7-B57A-07F2-7AC774EF417E}"/>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67D1DB7-652B-476C-D893-BBC20E7DB3DB}"/>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0700313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47F4D-DAE0-E62F-F446-4AE76466930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4EA1581-5D70-D0AC-8000-D5E20D2E962C}"/>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0D96FF9B-C367-7A4D-CC00-1199B7F63233}"/>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118515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48318-5ADD-92C6-7EA2-E1E44BFF566B}"/>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19A19C8F-6185-46D5-1C61-56FDAE26FEC3}"/>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71D3A0C2-6908-C2B9-784A-3EF8CFB6076E}"/>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03209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D0411-0496-2D9A-B912-CA1A247CDFA7}"/>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BC23A49D-F406-1791-1D52-0A8192B5054A}"/>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0FB82F6D-47CE-6A70-5F6F-B3F6AF8409EF}"/>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534467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C9550-DB44-D030-63E1-6D9EC4A2489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2052D92-3EDA-19FA-104A-56B15FB725D6}"/>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59EBD350-9C61-FB47-A09B-FCB9A5326C73}"/>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59995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B3147-1580-1FDA-DDBD-EFC9441A8AE6}"/>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E73615D-7A99-CB2C-F937-288D9A94F911}"/>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56ACEF2A-A6F4-9FDB-EA31-B66E0072187E}"/>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662557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91010-06E7-A5BD-7CFB-E03F6017ABF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7B2B6FF-9DE2-F2F0-AA35-AA174971F39E}"/>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5E632AE-1C6F-173D-2842-DD47808B0CA5}"/>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681645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90FE4-37BA-8F5A-0859-9F02816EC576}"/>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98161C4-2194-E80A-BFA6-E4F917E4FAC7}"/>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8103E0A-5122-2289-8A01-B028FCDE63BE}"/>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8936298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D6AB4-3BF3-D1A5-58D8-AF771B18D235}"/>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FC4C08AC-91D9-1125-BB4C-1DD60161D039}"/>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A4461A0-1923-CB12-D36B-7181326F487E}"/>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1509386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3ECAC-B1E0-B1F7-0F23-7A68607080A6}"/>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8307BF4-F36D-6D3C-D6CB-D4843CA73E12}"/>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8AB00D9-1C89-6A07-14CF-4C36455E66FD}"/>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9585292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F222A-F764-550E-8441-BC3FDAB4909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E71A6503-1365-C84F-67F8-1A179DE67F18}"/>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91BCD484-8170-DB36-6ABC-7F110DB55299}"/>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158214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2754F-CE69-ACDF-B8C5-4C1A5E780B24}"/>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B415303-FB9A-D51B-8E60-631A1314C37A}"/>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7ED03C3-77CE-BBFA-D79C-E2878B768EE8}"/>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3534565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F2D06-4B61-0D6B-B053-5816FC9A5249}"/>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FDDFE1B-7A99-49D5-0922-D15425E21322}"/>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0FB9A5B-96F8-CB81-88F4-F420AB898210}"/>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2924198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86359-76F9-6CA2-85AF-5BA21C44201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101D56C-9631-A880-EF08-81248AA44345}"/>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FF6DFC26-E6A2-8631-4875-062C7F13DBBA}"/>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5833426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4F48E-4E36-D802-FAD0-2E9C2BD7EFEF}"/>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F3781DAA-360B-BAC3-523B-DADE0DD84020}"/>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2CDE9D25-6080-CBB4-1C60-1B7C6FC517F9}"/>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4753532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52EF4-7A8A-F170-67F1-51CF1DF493F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10136FC7-05C6-DE4A-9DCF-04D4200A3F98}"/>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72E56257-8C14-6F30-3798-CB414C4EBBED}"/>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6202218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91EE7-770B-9C4B-B64F-BD3DE1A34329}"/>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F24C0219-BE04-2DAA-F86D-C779CBA548A1}"/>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AA5E40EC-1E96-7DE2-8E25-C379DCE86B91}"/>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0788700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AA9BF-4D58-13A4-1BB1-DDEB9A3E674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6152270-F2D3-B089-E56F-9964E3EF4A5B}"/>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0939FC6-CC11-56FD-6B7B-11D381A1D8FD}"/>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5170170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6FE7E-7092-F2EE-079F-09CAB26DBDBF}"/>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2F8740E-2570-E96A-3ACC-E333BF58A467}"/>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6E1D89DA-168C-B6ED-9AC1-CDFFFF243F3E}"/>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616718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4B5C1-FE70-6139-C915-29AFB475ED29}"/>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EE52DE2-D76E-0C47-A13E-238F7CB98714}"/>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D4260B3-3699-8C1E-6F9A-7CBF3C1E8845}"/>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8799630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16FFD-AA08-55C1-A3BB-54108F97D93C}"/>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26819F81-41D3-26B5-3AA7-6A407B2A8A62}"/>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98C617E-DEDB-8C13-8D9A-77654BED6AC7}"/>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4344795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defTabSz="914380"/>
            <a:fld id="{73303AEE-F764-0E46-AFB6-085D8FECA2EE}" type="slidenum">
              <a:rPr lang="en-US">
                <a:solidFill>
                  <a:srgbClr val="000000"/>
                </a:solidFill>
              </a:rPr>
              <a:pPr defTabSz="914380"/>
              <a:t>27</a:t>
            </a:fld>
            <a:endParaRPr lang="en-US">
              <a:solidFill>
                <a:srgbClr val="000000"/>
              </a:solidFill>
            </a:endParaRPr>
          </a:p>
        </p:txBody>
      </p:sp>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803971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1054426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167824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70919-F969-CE19-38EC-E6ED7C0EE3E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BBB06B9F-E188-7B41-1132-4FD80011819A}"/>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D010E94-FD98-C886-7975-2366C4627544}"/>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0382745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1983D-4851-3ABE-989A-248A5D95B11C}"/>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089972C-4144-7C0D-CB87-A8545832E7D3}"/>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659AC7E9-B5CB-DFED-9CD1-A33ACBAE479D}"/>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2124362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B038E-A923-11B9-C27B-CDC350F074C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179B6427-2F68-E1BE-D1B7-535BC0541842}"/>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F4E9A4D9-2B8A-A97D-FAAD-48299BADD8AD}"/>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946031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FFF8B-AD57-6CD6-9A41-CDD1BB79EEC6}"/>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1868DC04-8782-98D7-9370-F5F6BCECB286}"/>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7AFA220-CBC9-76EF-F70C-A3AEBCCDF119}"/>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0454509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630AB-BCEC-8CB8-393E-80948E5DD3FB}"/>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F654EAD-38F9-0722-9DD9-C2A841DAEC9F}"/>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BBF56D2A-C926-3274-7954-F692A45AC034}"/>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252738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93A2A-81B1-AA19-CEC9-C488887A3954}"/>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5FFC1279-8884-A69D-431E-D6CB5EFB3C28}"/>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7D0C5908-CB4C-E868-3CFA-9A093F40AD79}"/>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4442203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691AF-B9B4-83B2-A9FE-5895DC3D841C}"/>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AC9B052-5946-5B09-07A6-22A18DCF5B13}"/>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9DDC20B7-8FBC-E214-EF5E-91EA6467F2E9}"/>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3241860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A6E93-20EB-FDD1-412B-082C16FD15F7}"/>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133B61BA-8CFA-5C2C-9A65-783373683936}"/>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C17FE31-57BA-F722-F5FB-14BE4F7A1C0F}"/>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567568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DEF1E-6319-0BD6-37F3-E996173F0B70}"/>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7757C1C-9C60-3EB6-B2C6-6A4CC7253A15}"/>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1BA16A2-AB97-64F3-4B98-C70240C5C1A4}"/>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9807863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183E8-3AFB-2F5D-3383-B2FF9B6FF5C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5C368B8B-9A64-1D16-93C9-8C97993F9398}"/>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9C7DF4E-38D5-E471-7D08-B3B784FDD96D}"/>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5665869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F9E6A-CB09-AA83-035B-6CB952BCA53C}"/>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DFF8A39A-63EF-7602-3BA7-169366326C0B}"/>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F276A37-A354-E254-B782-24ED50B9DA4E}"/>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8424257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48768-6808-1045-6929-AC9C635312E0}"/>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F0FE1EDA-90FE-3111-27C3-B90CD840E57A}"/>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B2AE3D11-A1DF-9804-E064-594D00BB4A60}"/>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3466547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FB60D-F2B9-592F-42A9-6A804EF369D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54968B3-90A3-D448-A894-97F823C5B563}"/>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E2F9282-D8DB-368A-2F21-0BA2AE377F5C}"/>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5313965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89439-76CD-7145-AF39-D1F7D6D7DDDB}"/>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AF5CCDE-6398-2595-18F4-123521218350}"/>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EF943E75-26E7-8FBB-6D43-12EB5C078958}"/>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5618950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EA24-4017-E93B-1CCC-7F69FE9EC1A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2816DE1-F5DE-4669-3D8F-472A61FBD894}"/>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FA5F9FA4-F1FA-E1D3-731F-0C4D5D3DCF91}"/>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7996208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BE05C-253D-037C-5DB1-8A15818AE7B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ABC66EE-4080-BCDC-2B24-BFE94920A49F}"/>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C6FFEFA-B04F-56ED-F7F1-3A3E9D9B0C1A}"/>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2929208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E8572-2AE0-350F-E951-9C885F4228C0}"/>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4DB1A816-3B27-2B17-BA1C-EBA27A271374}"/>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FCE5F0D-57FC-78ED-E0C1-7E134CC153F7}"/>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1639944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4D9D0-5FF0-D224-871E-F2390F1ABB6C}"/>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09CF6A3C-ACE4-28CB-730C-9CDF23FECF42}"/>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A1505B2-D877-4F60-061A-01A37E7E1EC4}"/>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2659346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C663F-96E5-C652-A203-2599E90764D6}"/>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4262CE81-EA32-AF6F-AFE1-5EABD53885CD}"/>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AF8460D4-D2F6-7871-4D8E-96AA7ED42BB9}"/>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2936387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51166-FC79-B865-4022-57F26274C6A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7A3BCF8-2F17-ECE6-D418-9638B961DD35}"/>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98470374-DC30-9C77-A0EA-1B67CB3775B0}"/>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59985153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606E-0927-F598-2B64-27B832C01C8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DF6CD7B-7727-DA19-36CE-29FE9529B5A5}"/>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2A6845DD-50AB-9F47-F83A-99E7BAC0C6C6}"/>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4737470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86246-A26A-E920-8BF7-DFEDD6BB5B8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1F0BC0EA-155D-297E-880C-2A8E06C5F067}"/>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5890F1DC-FCA6-20D9-3952-A08D170F30F3}"/>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23417185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92E59-4774-CFFB-059F-6CD86358330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69BF7547-999E-2075-7E93-4F5DAD388EEB}"/>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6AEC0D98-33DE-5FB9-0BD3-6D8239A02DBD}"/>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7154685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defTabSz="914380"/>
            <a:fld id="{73303AEE-F764-0E46-AFB6-085D8FECA2EE}" type="slidenum">
              <a:rPr lang="en-US">
                <a:solidFill>
                  <a:srgbClr val="000000"/>
                </a:solidFill>
              </a:rPr>
              <a:pPr defTabSz="914380"/>
              <a:t>53</a:t>
            </a:fld>
            <a:endParaRPr lang="en-US">
              <a:solidFill>
                <a:srgbClr val="000000"/>
              </a:solidFill>
            </a:endParaRPr>
          </a:p>
        </p:txBody>
      </p:sp>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803971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304800"/>
            <a:ext cx="7772400" cy="1470025"/>
          </a:xfrm>
        </p:spPr>
        <p:txBody>
          <a:bodyPr/>
          <a:lstStyle>
            <a:lvl1pPr>
              <a:defRPr b="0" cap="none" spc="0">
                <a:ln>
                  <a:noFill/>
                </a:ln>
                <a:solidFill>
                  <a:schemeClr val="tx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E7E0EE7-581C-F445-BDC6-E24C5F5F02F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46C6F65-9470-3143-AA4D-A7FCF6DFB4B2}" type="slidenum">
              <a:rPr lang="en-US" smtClean="0"/>
              <a:pPr>
                <a:defRPr/>
              </a:pPr>
              <a:t>‹#›</a:t>
            </a:fld>
            <a:endParaRPr lang="en-US"/>
          </a:p>
        </p:txBody>
      </p:sp>
    </p:spTree>
    <p:extLst>
      <p:ext uri="{BB962C8B-B14F-4D97-AF65-F5344CB8AC3E}">
        <p14:creationId xmlns:p14="http://schemas.microsoft.com/office/powerpoint/2010/main" val="671926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228600"/>
            <a:ext cx="7772400" cy="1470025"/>
          </a:xfrm>
        </p:spPr>
        <p:txBody>
          <a:bodyPr/>
          <a:lstStyle>
            <a:lvl1pPr>
              <a:defRPr>
                <a:effectLst>
                  <a:outerShdw blurRad="50800" dist="38100" dir="2700000" algn="tl" rotWithShape="0">
                    <a:prstClr val="black">
                      <a:alpha val="40000"/>
                    </a:prstClr>
                  </a:outerShdw>
                </a:effectLst>
              </a:defRPr>
            </a:lvl1pPr>
          </a:lstStyle>
          <a:p>
            <a:r>
              <a:rPr lang="en-US" dirty="0"/>
              <a:t>Click to edit Master title style</a:t>
            </a:r>
          </a:p>
        </p:txBody>
      </p:sp>
      <p:sp>
        <p:nvSpPr>
          <p:cNvPr id="4" name="Rectangle 4"/>
          <p:cNvSpPr>
            <a:spLocks noGrp="1" noChangeArrowheads="1"/>
          </p:cNvSpPr>
          <p:nvPr>
            <p:ph type="dt" sz="half" idx="10"/>
          </p:nvPr>
        </p:nvSpPr>
        <p:spPr>
          <a:ln/>
        </p:spPr>
        <p:txBody>
          <a:bodyPr/>
          <a:lstStyle>
            <a:lvl1pPr>
              <a:defRPr/>
            </a:lvl1pPr>
          </a:lstStyle>
          <a:p>
            <a:pPr>
              <a:defRPr/>
            </a:pPr>
            <a:fld id="{93DC5801-AA14-4D1A-A09C-9A7B708D243D}" type="datetime1">
              <a:rPr lang="en-US" smtClean="0"/>
              <a:t>3/27/2026</a:t>
            </a:fld>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extLst>
      <p:ext uri="{BB962C8B-B14F-4D97-AF65-F5344CB8AC3E}">
        <p14:creationId xmlns:p14="http://schemas.microsoft.com/office/powerpoint/2010/main" val="3688130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lvl1pPr>
              <a:defRPr sz="2800"/>
            </a:lvl1pPr>
            <a:lvl2pPr>
              <a:defRPr sz="24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6"/>
          <p:cNvSpPr>
            <a:spLocks noGrp="1" noChangeArrowheads="1"/>
          </p:cNvSpPr>
          <p:nvPr>
            <p:ph type="sldNum" sz="quarter" idx="12"/>
          </p:nvPr>
        </p:nvSpPr>
        <p:spPr>
          <a:ln/>
        </p:spPr>
        <p:txBody>
          <a:bodyPr/>
          <a:lstStyle>
            <a:lvl1pPr>
              <a:defRPr>
                <a:solidFill>
                  <a:schemeClr val="tx1"/>
                </a:solidFill>
              </a:defRPr>
            </a:lvl1pPr>
          </a:lstStyle>
          <a:p>
            <a:pPr>
              <a:defRPr/>
            </a:pPr>
            <a:fld id="{EE7E0EE7-581C-F445-BDC6-E24C5F5F02F8}" type="slidenum">
              <a:rPr lang="en-US" smtClean="0"/>
              <a:pPr>
                <a:defRPr/>
              </a:pPr>
              <a:t>‹#›</a:t>
            </a:fld>
            <a:endParaRPr lang="en-US"/>
          </a:p>
        </p:txBody>
      </p:sp>
    </p:spTree>
    <p:extLst>
      <p:ext uri="{BB962C8B-B14F-4D97-AF65-F5344CB8AC3E}">
        <p14:creationId xmlns:p14="http://schemas.microsoft.com/office/powerpoint/2010/main" val="1780694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1065C6B5-DD21-4288-8561-AE356B15015C}" type="datetime1">
              <a:rPr lang="en-US" smtClean="0"/>
              <a:t>3/27/2026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extLst>
      <p:ext uri="{BB962C8B-B14F-4D97-AF65-F5344CB8AC3E}">
        <p14:creationId xmlns:p14="http://schemas.microsoft.com/office/powerpoint/2010/main" val="3512363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C1559354-B95F-440D-8860-EF55DC073CE5}" type="datetime1">
              <a:rPr lang="en-US" smtClean="0"/>
              <a:t>3/27/2026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extLst>
      <p:ext uri="{BB962C8B-B14F-4D97-AF65-F5344CB8AC3E}">
        <p14:creationId xmlns:p14="http://schemas.microsoft.com/office/powerpoint/2010/main" val="3186493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77E4B58B-DB37-4B77-A33E-10DE74417EED}" type="datetime1">
              <a:rPr lang="en-US" smtClean="0"/>
              <a:t>3/27/2026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extLst>
      <p:ext uri="{BB962C8B-B14F-4D97-AF65-F5344CB8AC3E}">
        <p14:creationId xmlns:p14="http://schemas.microsoft.com/office/powerpoint/2010/main" val="38543016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7102792B-6D6E-426B-AC0C-C6FEF743363F}" type="datetime1">
              <a:rPr lang="en-US" smtClean="0"/>
              <a:t>3/27/2026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extLst>
      <p:ext uri="{BB962C8B-B14F-4D97-AF65-F5344CB8AC3E}">
        <p14:creationId xmlns:p14="http://schemas.microsoft.com/office/powerpoint/2010/main" val="3916782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1DEDE5F5-1C57-47D5-852C-555C0AFFE31C}" type="datetime1">
              <a:rPr lang="en-US" smtClean="0"/>
              <a:t>3/27/2026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extLst>
      <p:ext uri="{BB962C8B-B14F-4D97-AF65-F5344CB8AC3E}">
        <p14:creationId xmlns:p14="http://schemas.microsoft.com/office/powerpoint/2010/main" val="2694368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3EA1D04-25F2-4213-979E-6BF08363A9FC}" type="datetime1">
              <a:rPr lang="en-US" smtClean="0"/>
              <a:t>3/27/2026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extLst>
      <p:ext uri="{BB962C8B-B14F-4D97-AF65-F5344CB8AC3E}">
        <p14:creationId xmlns:p14="http://schemas.microsoft.com/office/powerpoint/2010/main" val="3186155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E6F2C86-7BFE-466F-80DB-F7397FFB5C35}" type="datetime1">
              <a:rPr lang="en-US" smtClean="0"/>
              <a:t>3/27/2026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extLst>
      <p:ext uri="{BB962C8B-B14F-4D97-AF65-F5344CB8AC3E}">
        <p14:creationId xmlns:p14="http://schemas.microsoft.com/office/powerpoint/2010/main" val="32160238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8ED52624-D27F-4068-A9A7-8BF922128060}" type="datetime1">
              <a:rPr lang="en-US" smtClean="0"/>
              <a:t>3/27/2026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extLst>
      <p:ext uri="{BB962C8B-B14F-4D97-AF65-F5344CB8AC3E}">
        <p14:creationId xmlns:p14="http://schemas.microsoft.com/office/powerpoint/2010/main" val="22052441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A4293FD7-5D95-4EB5-9D95-C3616D7FED50}" type="datetime1">
              <a:rPr lang="en-US" smtClean="0"/>
              <a:t>3/27/2026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extLst>
      <p:ext uri="{BB962C8B-B14F-4D97-AF65-F5344CB8AC3E}">
        <p14:creationId xmlns:p14="http://schemas.microsoft.com/office/powerpoint/2010/main" val="18739602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Slide Number Placeholder 7"/>
          <p:cNvSpPr>
            <a:spLocks noGrp="1"/>
          </p:cNvSpPr>
          <p:nvPr>
            <p:ph type="sldNum" sz="quarter" idx="10"/>
          </p:nvPr>
        </p:nvSpPr>
        <p:spPr/>
        <p:txBody>
          <a:bodyPr/>
          <a:lstStyle>
            <a:lvl1pPr>
              <a:defRPr/>
            </a:lvl1pPr>
          </a:lstStyle>
          <a:p>
            <a:pPr>
              <a:defRPr/>
            </a:pPr>
            <a:fld id="{97D32DAC-1C69-402C-AC50-7D9759DFBFB6}" type="slidenum">
              <a:rPr lang="en-GB"/>
              <a:pPr>
                <a:defRPr/>
              </a:pPr>
              <a:t>‹#›</a:t>
            </a:fld>
            <a:endParaRPr lang="en-GB" dirty="0"/>
          </a:p>
        </p:txBody>
      </p:sp>
    </p:spTree>
    <p:extLst>
      <p:ext uri="{BB962C8B-B14F-4D97-AF65-F5344CB8AC3E}">
        <p14:creationId xmlns:p14="http://schemas.microsoft.com/office/powerpoint/2010/main" val="3149810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46C6F65-9470-3143-AA4D-A7FCF6DFB4B2}" type="slidenum">
              <a:rPr lang="en-US" smtClean="0"/>
              <a:pPr>
                <a:defRPr/>
              </a:pPr>
              <a:t>‹#›</a:t>
            </a:fld>
            <a:endParaRPr lang="en-US"/>
          </a:p>
        </p:txBody>
      </p:sp>
    </p:spTree>
    <p:extLst>
      <p:ext uri="{BB962C8B-B14F-4D97-AF65-F5344CB8AC3E}">
        <p14:creationId xmlns:p14="http://schemas.microsoft.com/office/powerpoint/2010/main" val="802191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FIN Blue.jpg"/>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fld id="{CA1720AD-FDE0-49DA-9374-2B2FC9527FE1}" type="datetime1">
              <a:rPr lang="en-US" smtClean="0"/>
              <a:t>3/27/2026</a:t>
            </a:fld>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extLst>
      <p:ext uri="{BB962C8B-B14F-4D97-AF65-F5344CB8AC3E}">
        <p14:creationId xmlns:p14="http://schemas.microsoft.com/office/powerpoint/2010/main" val="53281377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4.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5.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6.xml"/><Relationship Id="rId7" Type="http://schemas.openxmlformats.org/officeDocument/2006/relationships/diagramColors" Target="../diagrams/colors3.xm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9.xml"/><Relationship Id="rId7" Type="http://schemas.openxmlformats.org/officeDocument/2006/relationships/diagramColors" Target="../diagrams/colors4.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13.xml"/><Relationship Id="rId7" Type="http://schemas.openxmlformats.org/officeDocument/2006/relationships/diagramColors" Target="../diagrams/colors5.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4.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notesSlide" Target="../notesSlides/notesSlide14.xml"/><Relationship Id="rId7" Type="http://schemas.openxmlformats.org/officeDocument/2006/relationships/diagramColors" Target="../diagrams/colors6.xml"/><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notesSlide" Target="../notesSlides/notesSlide16.xml"/><Relationship Id="rId7" Type="http://schemas.openxmlformats.org/officeDocument/2006/relationships/diagramColors" Target="../diagrams/colors7.xm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7.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notesSlide" Target="../notesSlides/notesSlide17.xml"/><Relationship Id="rId7" Type="http://schemas.openxmlformats.org/officeDocument/2006/relationships/diagramColors" Target="../diagrams/colors8.xml"/><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notesSlide" Target="../notesSlides/notesSlide19.xml"/><Relationship Id="rId7" Type="http://schemas.openxmlformats.org/officeDocument/2006/relationships/diagramColors" Target="../diagrams/colors9.xm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notesSlide" Target="../notesSlides/notesSlide21.xml"/><Relationship Id="rId7" Type="http://schemas.openxmlformats.org/officeDocument/2006/relationships/diagramColors" Target="../diagrams/colors10.xml"/><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22.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notesSlide" Target="../notesSlides/notesSlide22.xml"/><Relationship Id="rId7" Type="http://schemas.openxmlformats.org/officeDocument/2006/relationships/diagramColors" Target="../diagrams/colors11.xml"/><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23.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notesSlide" Target="../notesSlides/notesSlide23.xml"/><Relationship Id="rId7" Type="http://schemas.openxmlformats.org/officeDocument/2006/relationships/diagramColors" Target="../diagrams/colors12.xml"/><Relationship Id="rId2" Type="http://schemas.openxmlformats.org/officeDocument/2006/relationships/slideLayout" Target="../slideLayouts/slideLayout2.xml"/><Relationship Id="rId1" Type="http://schemas.openxmlformats.org/officeDocument/2006/relationships/tags" Target="../tags/tag2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24.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notesSlide" Target="../notesSlides/notesSlide24.xml"/><Relationship Id="rId7" Type="http://schemas.openxmlformats.org/officeDocument/2006/relationships/diagramColors" Target="../diagrams/colors13.xml"/><Relationship Id="rId2" Type="http://schemas.openxmlformats.org/officeDocument/2006/relationships/slideLayout" Target="../slideLayouts/slideLayout2.xml"/><Relationship Id="rId1" Type="http://schemas.openxmlformats.org/officeDocument/2006/relationships/tags" Target="../tags/tag23.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notesSlide" Target="../notesSlides/notesSlide26.xml"/><Relationship Id="rId7" Type="http://schemas.openxmlformats.org/officeDocument/2006/relationships/diagramColors" Target="../diagrams/colors14.xml"/><Relationship Id="rId2" Type="http://schemas.openxmlformats.org/officeDocument/2006/relationships/slideLayout" Target="../slideLayouts/slideLayout2.xml"/><Relationship Id="rId1" Type="http://schemas.openxmlformats.org/officeDocument/2006/relationships/tags" Target="../tags/tag25.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8" Type="http://schemas.microsoft.com/office/2007/relationships/diagramDrawing" Target="../diagrams/drawing15.xml"/><Relationship Id="rId3" Type="http://schemas.openxmlformats.org/officeDocument/2006/relationships/notesSlide" Target="../notesSlides/notesSlide30.xml"/><Relationship Id="rId7" Type="http://schemas.openxmlformats.org/officeDocument/2006/relationships/diagramColors" Target="../diagrams/colors15.xml"/><Relationship Id="rId2" Type="http://schemas.openxmlformats.org/officeDocument/2006/relationships/slideLayout" Target="../slideLayouts/slideLayout14.xml"/><Relationship Id="rId1" Type="http://schemas.openxmlformats.org/officeDocument/2006/relationships/tags" Target="../tags/tag26.xml"/><Relationship Id="rId6" Type="http://schemas.openxmlformats.org/officeDocument/2006/relationships/diagramQuickStyle" Target="../diagrams/quickStyle15.xml"/><Relationship Id="rId5" Type="http://schemas.openxmlformats.org/officeDocument/2006/relationships/diagramLayout" Target="../diagrams/layout15.xml"/><Relationship Id="rId4" Type="http://schemas.openxmlformats.org/officeDocument/2006/relationships/diagramData" Target="../diagrams/data1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4.xml"/><Relationship Id="rId1" Type="http://schemas.openxmlformats.org/officeDocument/2006/relationships/tags" Target="../tags/tag2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4.xml"/><Relationship Id="rId1" Type="http://schemas.openxmlformats.org/officeDocument/2006/relationships/tags" Target="../tags/tag28.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4.xml"/><Relationship Id="rId1" Type="http://schemas.openxmlformats.org/officeDocument/2006/relationships/tags" Target="../tags/tag29.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4.xml"/><Relationship Id="rId1" Type="http://schemas.openxmlformats.org/officeDocument/2006/relationships/tags" Target="../tags/tag30.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4.xml"/><Relationship Id="rId1" Type="http://schemas.openxmlformats.org/officeDocument/2006/relationships/tags" Target="../tags/tag3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4.xml"/><Relationship Id="rId1" Type="http://schemas.openxmlformats.org/officeDocument/2006/relationships/tags" Target="../tags/tag3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4.xml"/><Relationship Id="rId1" Type="http://schemas.openxmlformats.org/officeDocument/2006/relationships/tags" Target="../tags/tag33.xml"/></Relationships>
</file>

<file path=ppt/slides/_rels/slide38.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notesSlide" Target="../notesSlides/notesSlide38.xml"/><Relationship Id="rId7" Type="http://schemas.openxmlformats.org/officeDocument/2006/relationships/diagramColors" Target="../diagrams/colors16.xml"/><Relationship Id="rId2" Type="http://schemas.openxmlformats.org/officeDocument/2006/relationships/slideLayout" Target="../slideLayouts/slideLayout14.xml"/><Relationship Id="rId1" Type="http://schemas.openxmlformats.org/officeDocument/2006/relationships/tags" Target="../tags/tag34.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4.xml"/><Relationship Id="rId1" Type="http://schemas.openxmlformats.org/officeDocument/2006/relationships/tags" Target="../tags/tag3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4.xml"/><Relationship Id="rId1" Type="http://schemas.openxmlformats.org/officeDocument/2006/relationships/tags" Target="../tags/tag36.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4.xml"/><Relationship Id="rId1" Type="http://schemas.openxmlformats.org/officeDocument/2006/relationships/tags" Target="../tags/tag3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4.xml"/><Relationship Id="rId1" Type="http://schemas.openxmlformats.org/officeDocument/2006/relationships/tags" Target="../tags/tag38.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4.xml"/><Relationship Id="rId1" Type="http://schemas.openxmlformats.org/officeDocument/2006/relationships/tags" Target="../tags/tag39.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4.xml"/><Relationship Id="rId1" Type="http://schemas.openxmlformats.org/officeDocument/2006/relationships/tags" Target="../tags/tag40.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4.xml"/><Relationship Id="rId1" Type="http://schemas.openxmlformats.org/officeDocument/2006/relationships/tags" Target="../tags/tag4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4.xml"/><Relationship Id="rId1" Type="http://schemas.openxmlformats.org/officeDocument/2006/relationships/tags" Target="../tags/tag4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4.xml"/><Relationship Id="rId1" Type="http://schemas.openxmlformats.org/officeDocument/2006/relationships/tags" Target="../tags/tag4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4.xml"/><Relationship Id="rId1" Type="http://schemas.openxmlformats.org/officeDocument/2006/relationships/tags" Target="../tags/tag44.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4.xml"/><Relationship Id="rId1" Type="http://schemas.openxmlformats.org/officeDocument/2006/relationships/tags" Target="../tags/tag45.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4.xml"/><Relationship Id="rId1" Type="http://schemas.openxmlformats.org/officeDocument/2006/relationships/tags" Target="../tags/tag46.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4.xml"/><Relationship Id="rId1" Type="http://schemas.openxmlformats.org/officeDocument/2006/relationships/tags" Target="../tags/tag47.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4.xml"/><Relationship Id="rId1" Type="http://schemas.openxmlformats.org/officeDocument/2006/relationships/tags" Target="../tags/tag4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4800600" y="2062829"/>
            <a:ext cx="3962400" cy="2551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lvl="0" algn="ctr" defTabSz="912813" eaLnBrk="1" hangingPunct="1">
              <a:spcBef>
                <a:spcPct val="50000"/>
              </a:spcBef>
              <a:defRPr/>
            </a:pPr>
            <a:r>
              <a:rPr lang="en-ZA" sz="3200" b="1" dirty="0">
                <a:solidFill>
                  <a:srgbClr val="28287A"/>
                </a:solidFill>
                <a:latin typeface="Tahoma" panose="020B0604030504040204" pitchFamily="34" charset="0"/>
                <a:ea typeface="Tahoma" panose="020B0604030504040204" pitchFamily="34" charset="0"/>
                <a:cs typeface="Tahoma" panose="020B0604030504040204" pitchFamily="34" charset="0"/>
              </a:rPr>
              <a:t>Risk adjustments and other refinements to capital budgeting – Part 1</a:t>
            </a:r>
            <a:endParaRPr lang="en-GB" sz="3200" b="1" dirty="0">
              <a:solidFill>
                <a:srgbClr val="28287A"/>
              </a:solidFill>
              <a:latin typeface="Tahoma" panose="020B0604030504040204" pitchFamily="34" charset="0"/>
              <a:ea typeface="Tahoma" panose="020B0604030504040204" pitchFamily="34" charset="0"/>
              <a:cs typeface="Tahoma" panose="020B0604030504040204" pitchFamily="34" charset="0"/>
            </a:endParaRPr>
          </a:p>
        </p:txBody>
      </p:sp>
      <p:sp>
        <p:nvSpPr>
          <p:cNvPr id="4099" name="Rectangle 4"/>
          <p:cNvSpPr>
            <a:spLocks noChangeArrowheads="1"/>
          </p:cNvSpPr>
          <p:nvPr/>
        </p:nvSpPr>
        <p:spPr bwMode="auto">
          <a:xfrm>
            <a:off x="4339457" y="101304"/>
            <a:ext cx="5113283" cy="1132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nchor="ct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GB" sz="4000" b="1" i="0" u="none" strike="noStrike" kern="1200" cap="none" spc="0" normalizeH="0" baseline="0" noProof="0" dirty="0">
                <a:ln>
                  <a:noFill/>
                </a:ln>
                <a:solidFill>
                  <a:srgbClr val="28287A"/>
                </a:solidFill>
                <a:effectLst/>
                <a:uLnTx/>
                <a:uFillTx/>
                <a:latin typeface="+mn-lt"/>
                <a:ea typeface="+mn-ea"/>
                <a:cs typeface="Arial" charset="0"/>
              </a:rPr>
              <a:t>Chapter 14</a:t>
            </a:r>
          </a:p>
        </p:txBody>
      </p:sp>
      <p:sp>
        <p:nvSpPr>
          <p:cNvPr id="4101" name="Rectangle 6"/>
          <p:cNvSpPr>
            <a:spLocks noChangeArrowheads="1"/>
          </p:cNvSpPr>
          <p:nvPr/>
        </p:nvSpPr>
        <p:spPr bwMode="auto">
          <a:xfrm>
            <a:off x="4742050" y="5387788"/>
            <a:ext cx="4424362" cy="10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lvl="0" algn="ctr" defTabSz="912813" eaLnBrk="1" hangingPunct="1"/>
            <a:r>
              <a:rPr lang="en-GB" sz="2000" b="1" dirty="0">
                <a:solidFill>
                  <a:srgbClr val="28287A"/>
                </a:solidFill>
                <a:latin typeface="+mn-lt"/>
                <a:ea typeface="+mn-ea"/>
                <a:cs typeface="Arial" charset="0"/>
              </a:rPr>
              <a:t>Slides by Prof C Rootman, Dr S Watson, Ms E Kobese </a:t>
            </a:r>
          </a:p>
          <a:p>
            <a:pPr lvl="0" algn="ctr" defTabSz="912813" eaLnBrk="1" hangingPunct="1"/>
            <a:r>
              <a:rPr lang="en-GB" sz="2000" b="1" dirty="0">
                <a:solidFill>
                  <a:srgbClr val="28287A"/>
                </a:solidFill>
                <a:latin typeface="+mn-lt"/>
                <a:ea typeface="+mn-ea"/>
                <a:cs typeface="Arial" charset="0"/>
              </a:rPr>
              <a:t>&amp; Ms N Maliwa</a:t>
            </a:r>
            <a:endParaRPr kumimoji="0" lang="en-GB" sz="2000" b="1" i="0" u="none" strike="noStrike" kern="1200" cap="none" spc="0" normalizeH="0" baseline="0" noProof="0" dirty="0">
              <a:ln>
                <a:noFill/>
              </a:ln>
              <a:solidFill>
                <a:srgbClr val="28287A"/>
              </a:solidFill>
              <a:effectLst/>
              <a:uLnTx/>
              <a:uFillTx/>
              <a:latin typeface="+mn-lt"/>
              <a:ea typeface="+mn-ea"/>
              <a:cs typeface="Arial" charset="0"/>
            </a:endParaRPr>
          </a:p>
        </p:txBody>
      </p:sp>
      <p:pic>
        <p:nvPicPr>
          <p:cNvPr id="3" name="Picture 2">
            <a:extLst>
              <a:ext uri="{FF2B5EF4-FFF2-40B4-BE49-F238E27FC236}">
                <a16:creationId xmlns:a16="http://schemas.microsoft.com/office/drawing/2014/main" id="{8439BEAF-3F04-C71B-78EA-CBE680D6816B}"/>
              </a:ext>
            </a:extLst>
          </p:cNvPr>
          <p:cNvPicPr>
            <a:picLocks noChangeAspect="1"/>
          </p:cNvPicPr>
          <p:nvPr/>
        </p:nvPicPr>
        <p:blipFill>
          <a:blip r:embed="rId3"/>
          <a:stretch>
            <a:fillRect/>
          </a:stretch>
        </p:blipFill>
        <p:spPr>
          <a:xfrm>
            <a:off x="1752600" y="4496904"/>
            <a:ext cx="2084224" cy="2106539"/>
          </a:xfrm>
          <a:prstGeom prst="rect">
            <a:avLst/>
          </a:prstGeom>
        </p:spPr>
      </p:pic>
    </p:spTree>
    <p:extLst>
      <p:ext uri="{BB962C8B-B14F-4D97-AF65-F5344CB8AC3E}">
        <p14:creationId xmlns:p14="http://schemas.microsoft.com/office/powerpoint/2010/main" val="1067134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9" name="Rectangle 1031"/>
          <p:cNvSpPr>
            <a:spLocks noGrp="1" noChangeArrowheads="1"/>
          </p:cNvSpPr>
          <p:nvPr>
            <p:ph type="title"/>
          </p:nvPr>
        </p:nvSpPr>
        <p:spPr>
          <a:xfrm>
            <a:off x="190500" y="76200"/>
            <a:ext cx="8763000" cy="685800"/>
          </a:xfrm>
        </p:spPr>
        <p:txBody>
          <a:bodyPr/>
          <a:lstStyle/>
          <a:p>
            <a:r>
              <a:rPr lang="en-US" i="1" dirty="0">
                <a:latin typeface="Tahoma" panose="020B0604030504040204" pitchFamily="34" charset="0"/>
                <a:ea typeface="Tahoma" panose="020B0604030504040204" pitchFamily="34" charset="0"/>
                <a:cs typeface="Tahoma" panose="020B0604030504040204" pitchFamily="34" charset="0"/>
              </a:rPr>
              <a:t>Learning outcomes: Chapter 14</a:t>
            </a:r>
            <a:endParaRPr lang="en-US" sz="2800" dirty="0">
              <a:solidFill>
                <a:schemeClr val="tx2"/>
              </a:solidFill>
              <a:latin typeface="+mn-lt"/>
            </a:endParaRPr>
          </a:p>
        </p:txBody>
      </p:sp>
      <p:sp>
        <p:nvSpPr>
          <p:cNvPr id="59400" name="Rectangle 1032"/>
          <p:cNvSpPr>
            <a:spLocks noGrp="1" noChangeArrowheads="1"/>
          </p:cNvSpPr>
          <p:nvPr>
            <p:ph idx="1"/>
          </p:nvPr>
        </p:nvSpPr>
        <p:spPr>
          <a:xfrm>
            <a:off x="217394" y="914400"/>
            <a:ext cx="8762999" cy="5791200"/>
          </a:xfrm>
        </p:spPr>
        <p:txBody>
          <a:bodyPr/>
          <a:lstStyle/>
          <a:p>
            <a:pPr marL="342900" lvl="0" indent="-342900" algn="just">
              <a:buFont typeface="Symbol" panose="05050102010706020507" pitchFamily="18" charset="2"/>
              <a:buChar char=""/>
              <a:tabLst>
                <a:tab pos="431800" algn="l"/>
              </a:tabLst>
            </a:pPr>
            <a:r>
              <a:rPr lang="en-ZA" sz="2400" dirty="0">
                <a:solidFill>
                  <a:srgbClr val="C00000"/>
                </a:solidFill>
              </a:rPr>
              <a:t>evaluate which approach would be best to incorporate risk in the capital budgeting process</a:t>
            </a:r>
          </a:p>
          <a:p>
            <a:pPr marL="342900" lvl="0" indent="-342900" algn="just">
              <a:buFont typeface="Symbol" panose="05050102010706020507" pitchFamily="18" charset="2"/>
              <a:buChar char=""/>
              <a:tabLst>
                <a:tab pos="431800" algn="l"/>
              </a:tabLst>
            </a:pPr>
            <a:r>
              <a:rPr lang="en-ZA" sz="2400" dirty="0">
                <a:solidFill>
                  <a:srgbClr val="C00000"/>
                </a:solidFill>
              </a:rPr>
              <a:t>incorporate risk in capital budgeting by means of certainty equivalents, decision tree analysis </a:t>
            </a:r>
            <a:r>
              <a:rPr lang="en-ZA" sz="2400" dirty="0"/>
              <a:t>and risk-adjusted discount rates</a:t>
            </a:r>
          </a:p>
          <a:p>
            <a:pPr marL="342900" lvl="0" indent="-342900" algn="just">
              <a:buFont typeface="Symbol" panose="05050102010706020507" pitchFamily="18" charset="2"/>
              <a:buChar char=""/>
              <a:tabLst>
                <a:tab pos="431800" algn="l"/>
              </a:tabLst>
            </a:pPr>
            <a:r>
              <a:rPr lang="en-ZA" sz="2400" dirty="0"/>
              <a:t>evaluate projects with unequal lives</a:t>
            </a:r>
          </a:p>
          <a:p>
            <a:pPr marL="342900" lvl="0" indent="-342900" algn="just">
              <a:buFont typeface="Symbol" panose="05050102010706020507" pitchFamily="18" charset="2"/>
              <a:buChar char=""/>
              <a:tabLst>
                <a:tab pos="431800" algn="l"/>
              </a:tabLst>
            </a:pPr>
            <a:r>
              <a:rPr lang="en-ZA" sz="2400" dirty="0"/>
              <a:t>apply capital rationing to the capital budgeting process</a:t>
            </a:r>
          </a:p>
          <a:p>
            <a:pPr marL="342900" lvl="0" indent="-342900" algn="just">
              <a:buFont typeface="Symbol" panose="05050102010706020507" pitchFamily="18" charset="2"/>
              <a:buChar char=""/>
              <a:tabLst>
                <a:tab pos="431800" algn="l"/>
              </a:tabLst>
            </a:pPr>
            <a:r>
              <a:rPr lang="en-ZA" sz="2400" dirty="0"/>
              <a:t>evaluate projects in view of budget constraints.</a:t>
            </a:r>
          </a:p>
          <a:p>
            <a:pPr marL="342900" lvl="0" indent="-342900" algn="just">
              <a:buFont typeface="Symbol" panose="05050102010706020507" pitchFamily="18" charset="2"/>
              <a:buChar char=""/>
              <a:tabLst>
                <a:tab pos="450215" algn="l"/>
              </a:tabLst>
            </a:pPr>
            <a:endParaRPr lang="en-ZA" sz="2400" dirty="0"/>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a:t>
            </a:fld>
            <a:endParaRPr lang="en-US">
              <a:solidFill>
                <a:schemeClr val="tx1"/>
              </a:solidFill>
            </a:endParaRPr>
          </a:p>
        </p:txBody>
      </p:sp>
    </p:spTree>
    <p:extLst>
      <p:ext uri="{BB962C8B-B14F-4D97-AF65-F5344CB8AC3E}">
        <p14:creationId xmlns:p14="http://schemas.microsoft.com/office/powerpoint/2010/main" val="327236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Introduction</a:t>
            </a:r>
          </a:p>
        </p:txBody>
      </p:sp>
      <p:sp>
        <p:nvSpPr>
          <p:cNvPr id="9221" name="Rectangle 5"/>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solidFill>
                  <a:prstClr val="black"/>
                </a:solidFill>
                <a:ea typeface="ＭＳ Ｐゴシック"/>
              </a:rPr>
              <a:t>CFs NOT know with certainty … So what now?</a:t>
            </a:r>
          </a:p>
          <a:p>
            <a:pPr>
              <a:lnSpc>
                <a:spcPct val="105000"/>
              </a:lnSpc>
              <a:buSzPct val="100000"/>
              <a:buFont typeface="Arial" panose="020B0604020202020204" pitchFamily="34" charset="0"/>
              <a:buChar char="•"/>
            </a:pPr>
            <a:endParaRPr lang="en-US" sz="2400" dirty="0">
              <a:solidFill>
                <a:prstClr val="black"/>
              </a:solidFill>
              <a:ea typeface="ＭＳ Ｐゴシック"/>
            </a:endParaRPr>
          </a:p>
          <a:p>
            <a:pPr>
              <a:lnSpc>
                <a:spcPct val="105000"/>
              </a:lnSpc>
              <a:buSzPct val="100000"/>
              <a:buFont typeface="Arial" panose="020B0604020202020204" pitchFamily="34" charset="0"/>
              <a:buChar char="•"/>
            </a:pPr>
            <a:endParaRPr lang="en-US" sz="2400" dirty="0">
              <a:solidFill>
                <a:prstClr val="black"/>
              </a:solidFill>
              <a:ea typeface="ＭＳ Ｐゴシック"/>
            </a:endParaRPr>
          </a:p>
          <a:p>
            <a:pPr>
              <a:lnSpc>
                <a:spcPct val="105000"/>
              </a:lnSpc>
              <a:buSzPct val="100000"/>
              <a:buFont typeface="Arial" panose="020B0604020202020204" pitchFamily="34" charset="0"/>
              <a:buChar char="•"/>
            </a:pPr>
            <a:endParaRPr lang="en-US" sz="2400" dirty="0">
              <a:solidFill>
                <a:prstClr val="black"/>
              </a:solidFill>
              <a:ea typeface="ＭＳ Ｐゴシック"/>
            </a:endParaRPr>
          </a:p>
          <a:p>
            <a:pPr>
              <a:lnSpc>
                <a:spcPct val="105000"/>
              </a:lnSpc>
              <a:buSzPct val="100000"/>
              <a:buFont typeface="Arial" panose="020B0604020202020204" pitchFamily="34" charset="0"/>
              <a:buChar char="•"/>
            </a:pPr>
            <a:endParaRPr lang="en-US" sz="2400" dirty="0">
              <a:solidFill>
                <a:prstClr val="black"/>
              </a:solidFill>
              <a:ea typeface="ＭＳ Ｐゴシック"/>
            </a:endParaRPr>
          </a:p>
          <a:p>
            <a:pPr>
              <a:lnSpc>
                <a:spcPct val="105000"/>
              </a:lnSpc>
              <a:buSzPct val="100000"/>
              <a:buFont typeface="Arial" panose="020B0604020202020204" pitchFamily="34" charset="0"/>
              <a:buChar char="•"/>
            </a:pPr>
            <a:endParaRPr lang="en-US" sz="2400" dirty="0">
              <a:solidFill>
                <a:prstClr val="black"/>
              </a:solidFill>
              <a:ea typeface="ＭＳ Ｐゴシック"/>
            </a:endParaRPr>
          </a:p>
          <a:p>
            <a:pPr>
              <a:lnSpc>
                <a:spcPct val="105000"/>
              </a:lnSpc>
              <a:buSzPct val="100000"/>
              <a:buFont typeface="Arial" panose="020B0604020202020204" pitchFamily="34" charset="0"/>
              <a:buChar char="•"/>
            </a:pPr>
            <a:endParaRPr lang="en-US" sz="2400" dirty="0">
              <a:solidFill>
                <a:prstClr val="black"/>
              </a:solidFill>
              <a:ea typeface="ＭＳ Ｐゴシック"/>
            </a:endParaRPr>
          </a:p>
          <a:p>
            <a:pPr>
              <a:lnSpc>
                <a:spcPct val="105000"/>
              </a:lnSpc>
              <a:buSzPct val="100000"/>
              <a:buFont typeface="Arial" panose="020B0604020202020204" pitchFamily="34" charset="0"/>
              <a:buChar char="•"/>
            </a:pPr>
            <a:r>
              <a:rPr lang="en-US" sz="2400" dirty="0">
                <a:solidFill>
                  <a:prstClr val="black"/>
                </a:solidFill>
                <a:ea typeface="ＭＳ Ｐゴシック"/>
              </a:rPr>
              <a:t>Capital budgeting techniques (Chapter 13) requires some modifications</a:t>
            </a:r>
          </a:p>
          <a:p>
            <a:pPr>
              <a:lnSpc>
                <a:spcPct val="105000"/>
              </a:lnSpc>
              <a:buSzPct val="100000"/>
              <a:buFont typeface="Arial" panose="020B0604020202020204" pitchFamily="34" charset="0"/>
              <a:buChar char="•"/>
            </a:pPr>
            <a:r>
              <a:rPr lang="en-US" sz="2400" dirty="0">
                <a:solidFill>
                  <a:prstClr val="black"/>
                </a:solidFill>
                <a:ea typeface="ＭＳ Ｐゴシック"/>
              </a:rPr>
              <a:t>Funds for projects limited – capital rationing</a:t>
            </a: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a:t>
            </a:fld>
            <a:endParaRPr lang="en-US">
              <a:solidFill>
                <a:schemeClr val="tx1"/>
              </a:solidFill>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7E40687-BFE8-54E7-DDDC-ACCA77E91FD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A9DA4652-4A70-C93B-A2FA-4EEBF6FE59CC}"/>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a:t>
            </a:r>
          </a:p>
        </p:txBody>
      </p:sp>
      <p:sp>
        <p:nvSpPr>
          <p:cNvPr id="3" name="Slide Number Placeholder 2">
            <a:extLst>
              <a:ext uri="{FF2B5EF4-FFF2-40B4-BE49-F238E27FC236}">
                <a16:creationId xmlns:a16="http://schemas.microsoft.com/office/drawing/2014/main" id="{07259366-BAA3-1640-6A19-C6498098FE9B}"/>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a:t>
            </a:fld>
            <a:endParaRPr lang="en-US">
              <a:solidFill>
                <a:schemeClr val="tx1"/>
              </a:solidFill>
            </a:endParaRPr>
          </a:p>
        </p:txBody>
      </p:sp>
      <p:graphicFrame>
        <p:nvGraphicFramePr>
          <p:cNvPr id="2" name="Diagram 1">
            <a:extLst>
              <a:ext uri="{FF2B5EF4-FFF2-40B4-BE49-F238E27FC236}">
                <a16:creationId xmlns:a16="http://schemas.microsoft.com/office/drawing/2014/main" id="{8FA3F430-5374-E1E8-C585-CF00FD98EA38}"/>
              </a:ext>
            </a:extLst>
          </p:cNvPr>
          <p:cNvGraphicFramePr/>
          <p:nvPr>
            <p:extLst>
              <p:ext uri="{D42A27DB-BD31-4B8C-83A1-F6EECF244321}">
                <p14:modId xmlns:p14="http://schemas.microsoft.com/office/powerpoint/2010/main" val="1503682635"/>
              </p:ext>
            </p:extLst>
          </p:nvPr>
        </p:nvGraphicFramePr>
        <p:xfrm>
          <a:off x="259976" y="1153510"/>
          <a:ext cx="8624048" cy="4876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Rectangle 5">
            <a:extLst>
              <a:ext uri="{FF2B5EF4-FFF2-40B4-BE49-F238E27FC236}">
                <a16:creationId xmlns:a16="http://schemas.microsoft.com/office/drawing/2014/main" id="{C21185DE-1F6D-8C41-C119-54480EC6D39B}"/>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solidFill>
                  <a:prstClr val="black"/>
                </a:solidFill>
                <a:ea typeface="ＭＳ Ｐゴシック"/>
              </a:rPr>
              <a:t>What if sales or selling price (or costs!) were higher (lower) than expected?</a:t>
            </a:r>
          </a:p>
        </p:txBody>
      </p:sp>
    </p:spTree>
    <p:custDataLst>
      <p:tags r:id="rId1"/>
    </p:custDataLst>
    <p:extLst>
      <p:ext uri="{BB962C8B-B14F-4D97-AF65-F5344CB8AC3E}">
        <p14:creationId xmlns:p14="http://schemas.microsoft.com/office/powerpoint/2010/main" val="983348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6649CB2-A372-F3AD-913E-5B6FEB77F382}"/>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39C2F355-85C7-BC2C-DD9F-C9E20553F9E9}"/>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59646264-373E-DC89-B45D-0E90CF50D3E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5</a:t>
            </a:fld>
            <a:endParaRPr lang="en-US">
              <a:solidFill>
                <a:schemeClr val="tx1"/>
              </a:solidFill>
            </a:endParaRPr>
          </a:p>
        </p:txBody>
      </p:sp>
      <p:sp>
        <p:nvSpPr>
          <p:cNvPr id="4" name="Rectangle 5">
            <a:extLst>
              <a:ext uri="{FF2B5EF4-FFF2-40B4-BE49-F238E27FC236}">
                <a16:creationId xmlns:a16="http://schemas.microsoft.com/office/drawing/2014/main" id="{A9938972-191E-6ADC-C00B-3771F60247F1}"/>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Decision tree analysis</a:t>
            </a:r>
          </a:p>
          <a:p>
            <a:pPr marL="715963" algn="just">
              <a:lnSpc>
                <a:spcPct val="105000"/>
              </a:lnSpc>
              <a:buSzPct val="100000"/>
              <a:buFont typeface="Wingdings" panose="05000000000000000000" pitchFamily="2" charset="2"/>
              <a:buChar char="§"/>
            </a:pPr>
            <a:r>
              <a:rPr lang="en-US" sz="2400" dirty="0">
                <a:latin typeface="+mj-lt"/>
              </a:rPr>
              <a:t>Graphical depiction of pathway during decision making, indicating decision node, various branches depending on key variables and their probabilities, outcomes needed to reach final decision</a:t>
            </a:r>
          </a:p>
          <a:p>
            <a:pPr marL="715963" algn="just">
              <a:lnSpc>
                <a:spcPct val="105000"/>
              </a:lnSpc>
              <a:buSzPct val="100000"/>
              <a:buFont typeface="Wingdings" panose="05000000000000000000" pitchFamily="2" charset="2"/>
              <a:buChar char="§"/>
            </a:pPr>
            <a:r>
              <a:rPr lang="en-US" sz="2400" dirty="0">
                <a:latin typeface="+mj-lt"/>
              </a:rPr>
              <a:t>Example: Investment of R22 million required. Economy can expand due to certainty about government’s economic policy. However, the economy can contract due to uncertainty about government’s economic policy.</a:t>
            </a:r>
          </a:p>
        </p:txBody>
      </p:sp>
      <p:graphicFrame>
        <p:nvGraphicFramePr>
          <p:cNvPr id="2" name="Diagram 1">
            <a:extLst>
              <a:ext uri="{FF2B5EF4-FFF2-40B4-BE49-F238E27FC236}">
                <a16:creationId xmlns:a16="http://schemas.microsoft.com/office/drawing/2014/main" id="{A2FB309C-00DD-491E-45D7-47E85DEC80D0}"/>
              </a:ext>
            </a:extLst>
          </p:cNvPr>
          <p:cNvGraphicFramePr/>
          <p:nvPr>
            <p:extLst>
              <p:ext uri="{D42A27DB-BD31-4B8C-83A1-F6EECF244321}">
                <p14:modId xmlns:p14="http://schemas.microsoft.com/office/powerpoint/2010/main" val="775643574"/>
              </p:ext>
            </p:extLst>
          </p:nvPr>
        </p:nvGraphicFramePr>
        <p:xfrm>
          <a:off x="2873188" y="4485290"/>
          <a:ext cx="3397624" cy="22203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047989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E8A53C9-3536-2BC5-43B7-F94ECC2E5D92}"/>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0DAD1D39-3E65-CF89-3762-737FFA06E2B1}"/>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DBFF1597-2F48-1C55-5399-9E9B4A3D6AE9}"/>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6</a:t>
            </a:fld>
            <a:endParaRPr lang="en-US">
              <a:solidFill>
                <a:schemeClr val="tx1"/>
              </a:solidFill>
            </a:endParaRPr>
          </a:p>
        </p:txBody>
      </p:sp>
      <p:graphicFrame>
        <p:nvGraphicFramePr>
          <p:cNvPr id="6" name="Diagram 5">
            <a:extLst>
              <a:ext uri="{FF2B5EF4-FFF2-40B4-BE49-F238E27FC236}">
                <a16:creationId xmlns:a16="http://schemas.microsoft.com/office/drawing/2014/main" id="{5090A78C-3FD5-CF46-1172-BA5C24EB0D7A}"/>
              </a:ext>
            </a:extLst>
          </p:cNvPr>
          <p:cNvGraphicFramePr/>
          <p:nvPr>
            <p:extLst>
              <p:ext uri="{D42A27DB-BD31-4B8C-83A1-F6EECF244321}">
                <p14:modId xmlns:p14="http://schemas.microsoft.com/office/powerpoint/2010/main" val="3770354967"/>
              </p:ext>
            </p:extLst>
          </p:nvPr>
        </p:nvGraphicFramePr>
        <p:xfrm>
          <a:off x="152400" y="1153510"/>
          <a:ext cx="8915400" cy="56282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Box 6">
            <a:extLst>
              <a:ext uri="{FF2B5EF4-FFF2-40B4-BE49-F238E27FC236}">
                <a16:creationId xmlns:a16="http://schemas.microsoft.com/office/drawing/2014/main" id="{9662D95D-ACF9-832E-B76D-BBE6F99CE6DB}"/>
              </a:ext>
            </a:extLst>
          </p:cNvPr>
          <p:cNvSpPr txBox="1"/>
          <p:nvPr/>
        </p:nvSpPr>
        <p:spPr>
          <a:xfrm>
            <a:off x="6835347" y="1219200"/>
            <a:ext cx="762000" cy="400110"/>
          </a:xfrm>
          <a:prstGeom prst="rect">
            <a:avLst/>
          </a:prstGeom>
          <a:noFill/>
          <a:ln>
            <a:noFill/>
          </a:ln>
        </p:spPr>
        <p:txBody>
          <a:bodyPr wrap="square" rtlCol="0">
            <a:spAutoFit/>
          </a:bodyPr>
          <a:lstStyle/>
          <a:p>
            <a:r>
              <a:rPr lang="en-US" sz="2000" dirty="0"/>
              <a:t>0.8</a:t>
            </a:r>
            <a:endParaRPr lang="en-ZA" sz="2000" dirty="0"/>
          </a:p>
        </p:txBody>
      </p:sp>
      <p:sp>
        <p:nvSpPr>
          <p:cNvPr id="9" name="TextBox 8">
            <a:extLst>
              <a:ext uri="{FF2B5EF4-FFF2-40B4-BE49-F238E27FC236}">
                <a16:creationId xmlns:a16="http://schemas.microsoft.com/office/drawing/2014/main" id="{8A8CADCF-E5D6-5B49-E15C-586DA99F6C35}"/>
              </a:ext>
            </a:extLst>
          </p:cNvPr>
          <p:cNvSpPr txBox="1"/>
          <p:nvPr/>
        </p:nvSpPr>
        <p:spPr>
          <a:xfrm>
            <a:off x="6835347" y="6251010"/>
            <a:ext cx="762000" cy="400110"/>
          </a:xfrm>
          <a:prstGeom prst="rect">
            <a:avLst/>
          </a:prstGeom>
          <a:noFill/>
          <a:ln>
            <a:noFill/>
          </a:ln>
        </p:spPr>
        <p:txBody>
          <a:bodyPr wrap="square" rtlCol="0">
            <a:spAutoFit/>
          </a:bodyPr>
          <a:lstStyle/>
          <a:p>
            <a:r>
              <a:rPr lang="en-US" sz="2000" dirty="0"/>
              <a:t>0.2</a:t>
            </a:r>
            <a:endParaRPr lang="en-ZA" sz="2000" dirty="0"/>
          </a:p>
        </p:txBody>
      </p:sp>
      <p:sp>
        <p:nvSpPr>
          <p:cNvPr id="10" name="TextBox 9">
            <a:extLst>
              <a:ext uri="{FF2B5EF4-FFF2-40B4-BE49-F238E27FC236}">
                <a16:creationId xmlns:a16="http://schemas.microsoft.com/office/drawing/2014/main" id="{22A349A7-EF8C-50E6-5D3C-7F639F696624}"/>
              </a:ext>
            </a:extLst>
          </p:cNvPr>
          <p:cNvSpPr txBox="1"/>
          <p:nvPr/>
        </p:nvSpPr>
        <p:spPr>
          <a:xfrm>
            <a:off x="6858000" y="1986659"/>
            <a:ext cx="762000" cy="400110"/>
          </a:xfrm>
          <a:prstGeom prst="rect">
            <a:avLst/>
          </a:prstGeom>
          <a:noFill/>
          <a:ln>
            <a:noFill/>
          </a:ln>
        </p:spPr>
        <p:txBody>
          <a:bodyPr wrap="square" rtlCol="0">
            <a:spAutoFit/>
          </a:bodyPr>
          <a:lstStyle/>
          <a:p>
            <a:r>
              <a:rPr lang="en-US" sz="2000" dirty="0"/>
              <a:t>0.2</a:t>
            </a:r>
            <a:endParaRPr lang="en-ZA" sz="2000" dirty="0"/>
          </a:p>
        </p:txBody>
      </p:sp>
      <p:sp>
        <p:nvSpPr>
          <p:cNvPr id="11" name="TextBox 10">
            <a:extLst>
              <a:ext uri="{FF2B5EF4-FFF2-40B4-BE49-F238E27FC236}">
                <a16:creationId xmlns:a16="http://schemas.microsoft.com/office/drawing/2014/main" id="{7E1FAF91-A544-3CD5-740E-423C0D880C6F}"/>
              </a:ext>
            </a:extLst>
          </p:cNvPr>
          <p:cNvSpPr txBox="1"/>
          <p:nvPr/>
        </p:nvSpPr>
        <p:spPr>
          <a:xfrm>
            <a:off x="6835347" y="3409890"/>
            <a:ext cx="762000" cy="400110"/>
          </a:xfrm>
          <a:prstGeom prst="rect">
            <a:avLst/>
          </a:prstGeom>
          <a:noFill/>
          <a:ln>
            <a:noFill/>
          </a:ln>
        </p:spPr>
        <p:txBody>
          <a:bodyPr wrap="square" rtlCol="0">
            <a:spAutoFit/>
          </a:bodyPr>
          <a:lstStyle/>
          <a:p>
            <a:r>
              <a:rPr lang="en-US" sz="2000" dirty="0"/>
              <a:t>0.9</a:t>
            </a:r>
            <a:endParaRPr lang="en-ZA" sz="2000" dirty="0"/>
          </a:p>
        </p:txBody>
      </p:sp>
      <p:sp>
        <p:nvSpPr>
          <p:cNvPr id="12" name="TextBox 11">
            <a:extLst>
              <a:ext uri="{FF2B5EF4-FFF2-40B4-BE49-F238E27FC236}">
                <a16:creationId xmlns:a16="http://schemas.microsoft.com/office/drawing/2014/main" id="{CB61FFE7-48E7-8400-98D1-10DC75A22289}"/>
              </a:ext>
            </a:extLst>
          </p:cNvPr>
          <p:cNvSpPr txBox="1"/>
          <p:nvPr/>
        </p:nvSpPr>
        <p:spPr>
          <a:xfrm>
            <a:off x="6858000" y="4872917"/>
            <a:ext cx="762000" cy="400110"/>
          </a:xfrm>
          <a:prstGeom prst="rect">
            <a:avLst/>
          </a:prstGeom>
          <a:noFill/>
          <a:ln>
            <a:noFill/>
          </a:ln>
        </p:spPr>
        <p:txBody>
          <a:bodyPr wrap="square" rtlCol="0">
            <a:spAutoFit/>
          </a:bodyPr>
          <a:lstStyle/>
          <a:p>
            <a:r>
              <a:rPr lang="en-US" sz="2000" dirty="0"/>
              <a:t>0.9</a:t>
            </a:r>
            <a:endParaRPr lang="en-ZA" sz="2000" dirty="0"/>
          </a:p>
        </p:txBody>
      </p:sp>
      <p:sp>
        <p:nvSpPr>
          <p:cNvPr id="13" name="TextBox 12">
            <a:extLst>
              <a:ext uri="{FF2B5EF4-FFF2-40B4-BE49-F238E27FC236}">
                <a16:creationId xmlns:a16="http://schemas.microsoft.com/office/drawing/2014/main" id="{E7A1DFC3-51D8-50A5-27D6-4E47FCA64C31}"/>
              </a:ext>
            </a:extLst>
          </p:cNvPr>
          <p:cNvSpPr txBox="1"/>
          <p:nvPr/>
        </p:nvSpPr>
        <p:spPr>
          <a:xfrm>
            <a:off x="6847703" y="2667000"/>
            <a:ext cx="762000" cy="400110"/>
          </a:xfrm>
          <a:prstGeom prst="rect">
            <a:avLst/>
          </a:prstGeom>
          <a:noFill/>
          <a:ln>
            <a:noFill/>
          </a:ln>
        </p:spPr>
        <p:txBody>
          <a:bodyPr wrap="square" rtlCol="0">
            <a:spAutoFit/>
          </a:bodyPr>
          <a:lstStyle/>
          <a:p>
            <a:r>
              <a:rPr lang="en-US" sz="2000" dirty="0"/>
              <a:t>0.1</a:t>
            </a:r>
            <a:endParaRPr lang="en-ZA" sz="2000" dirty="0"/>
          </a:p>
        </p:txBody>
      </p:sp>
      <p:sp>
        <p:nvSpPr>
          <p:cNvPr id="14" name="TextBox 13">
            <a:extLst>
              <a:ext uri="{FF2B5EF4-FFF2-40B4-BE49-F238E27FC236}">
                <a16:creationId xmlns:a16="http://schemas.microsoft.com/office/drawing/2014/main" id="{2DD71C93-7FC4-1D67-AC42-546642E9BA7E}"/>
              </a:ext>
            </a:extLst>
          </p:cNvPr>
          <p:cNvSpPr txBox="1"/>
          <p:nvPr/>
        </p:nvSpPr>
        <p:spPr>
          <a:xfrm>
            <a:off x="6835347" y="4067145"/>
            <a:ext cx="762000" cy="400110"/>
          </a:xfrm>
          <a:prstGeom prst="rect">
            <a:avLst/>
          </a:prstGeom>
          <a:noFill/>
          <a:ln>
            <a:noFill/>
          </a:ln>
        </p:spPr>
        <p:txBody>
          <a:bodyPr wrap="square" rtlCol="0">
            <a:spAutoFit/>
          </a:bodyPr>
          <a:lstStyle/>
          <a:p>
            <a:r>
              <a:rPr lang="en-US" sz="2000" dirty="0"/>
              <a:t>0.1</a:t>
            </a:r>
            <a:endParaRPr lang="en-ZA" sz="2000" dirty="0"/>
          </a:p>
        </p:txBody>
      </p:sp>
      <p:sp>
        <p:nvSpPr>
          <p:cNvPr id="15" name="TextBox 14">
            <a:extLst>
              <a:ext uri="{FF2B5EF4-FFF2-40B4-BE49-F238E27FC236}">
                <a16:creationId xmlns:a16="http://schemas.microsoft.com/office/drawing/2014/main" id="{1D5351A9-E6B5-2C20-B4DD-0003B2F39DB0}"/>
              </a:ext>
            </a:extLst>
          </p:cNvPr>
          <p:cNvSpPr txBox="1"/>
          <p:nvPr/>
        </p:nvSpPr>
        <p:spPr>
          <a:xfrm>
            <a:off x="6845644" y="5514945"/>
            <a:ext cx="762000" cy="400110"/>
          </a:xfrm>
          <a:prstGeom prst="rect">
            <a:avLst/>
          </a:prstGeom>
          <a:noFill/>
          <a:ln>
            <a:noFill/>
          </a:ln>
        </p:spPr>
        <p:txBody>
          <a:bodyPr wrap="square" rtlCol="0">
            <a:spAutoFit/>
          </a:bodyPr>
          <a:lstStyle/>
          <a:p>
            <a:r>
              <a:rPr lang="en-US" sz="2000" dirty="0"/>
              <a:t>0.8</a:t>
            </a:r>
            <a:endParaRPr lang="en-ZA" sz="2000" dirty="0"/>
          </a:p>
        </p:txBody>
      </p:sp>
    </p:spTree>
    <p:custDataLst>
      <p:tags r:id="rId1"/>
    </p:custDataLst>
    <p:extLst>
      <p:ext uri="{BB962C8B-B14F-4D97-AF65-F5344CB8AC3E}">
        <p14:creationId xmlns:p14="http://schemas.microsoft.com/office/powerpoint/2010/main" val="3488547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4997099-BA3C-6529-07B6-B98204F5723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33B1C0E1-7E3A-FCAF-C273-AE4A39BCDBEA}"/>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F4D96F19-55D1-DC94-6479-E50A970EDAC4}"/>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7</a:t>
            </a:fld>
            <a:endParaRPr lang="en-US">
              <a:solidFill>
                <a:schemeClr val="tx1"/>
              </a:solidFill>
            </a:endParaRPr>
          </a:p>
        </p:txBody>
      </p:sp>
      <p:sp>
        <p:nvSpPr>
          <p:cNvPr id="4" name="Rectangle 5">
            <a:extLst>
              <a:ext uri="{FF2B5EF4-FFF2-40B4-BE49-F238E27FC236}">
                <a16:creationId xmlns:a16="http://schemas.microsoft.com/office/drawing/2014/main" id="{FDCEA2DB-52BD-A17D-E951-7DF0D6FFECC8}"/>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Example: Determine minimum cash flows required by two investment alternatives, C and D. Initial investment for both is R1 million and expected to generate cash flows over a 10-year period. The required rate of return is 12%.</a:t>
            </a:r>
          </a:p>
          <a:p>
            <a:pPr algn="just">
              <a:lnSpc>
                <a:spcPct val="105000"/>
              </a:lnSpc>
              <a:buSzPct val="100000"/>
              <a:buFont typeface="Arial" panose="020B0604020202020204" pitchFamily="34" charset="0"/>
              <a:buChar char="•"/>
            </a:pPr>
            <a:endParaRPr lang="en-US" sz="2400" dirty="0">
              <a:latin typeface="+mj-lt"/>
            </a:endParaRPr>
          </a:p>
          <a:p>
            <a:pPr marL="0" indent="0" algn="just">
              <a:lnSpc>
                <a:spcPct val="105000"/>
              </a:lnSpc>
              <a:buSzPct val="100000"/>
              <a:buNone/>
            </a:pPr>
            <a:r>
              <a:rPr lang="en-US" sz="2400" dirty="0">
                <a:latin typeface="+mj-lt"/>
              </a:rPr>
              <a:t>	PV	-1 000 000 (initial investment)</a:t>
            </a:r>
          </a:p>
          <a:p>
            <a:pPr marL="0" indent="0" algn="just">
              <a:lnSpc>
                <a:spcPct val="105000"/>
              </a:lnSpc>
              <a:buSzPct val="100000"/>
              <a:buNone/>
            </a:pPr>
            <a:r>
              <a:rPr lang="en-US" sz="2400" dirty="0">
                <a:latin typeface="+mj-lt"/>
              </a:rPr>
              <a:t>	FV	0 (paying off the initial investment)</a:t>
            </a:r>
          </a:p>
          <a:p>
            <a:pPr marL="0" indent="0" algn="just">
              <a:lnSpc>
                <a:spcPct val="105000"/>
              </a:lnSpc>
              <a:buSzPct val="100000"/>
              <a:buNone/>
            </a:pPr>
            <a:r>
              <a:rPr lang="en-US" sz="2400" dirty="0">
                <a:latin typeface="+mj-lt"/>
              </a:rPr>
              <a:t>	n	10</a:t>
            </a:r>
          </a:p>
          <a:p>
            <a:pPr marL="0" indent="0" algn="just">
              <a:lnSpc>
                <a:spcPct val="105000"/>
              </a:lnSpc>
              <a:buSzPct val="100000"/>
              <a:buNone/>
            </a:pPr>
            <a:r>
              <a:rPr lang="en-US" sz="2400" dirty="0">
                <a:latin typeface="+mj-lt"/>
              </a:rPr>
              <a:t>	</a:t>
            </a:r>
            <a:r>
              <a:rPr lang="en-US" sz="2400" dirty="0" err="1">
                <a:latin typeface="+mj-lt"/>
              </a:rPr>
              <a:t>i</a:t>
            </a:r>
            <a:r>
              <a:rPr lang="en-US" sz="2400" dirty="0">
                <a:latin typeface="+mj-lt"/>
              </a:rPr>
              <a:t>	12</a:t>
            </a:r>
          </a:p>
          <a:p>
            <a:pPr marL="0" indent="0" algn="just">
              <a:lnSpc>
                <a:spcPct val="105000"/>
              </a:lnSpc>
              <a:buSzPct val="100000"/>
              <a:buNone/>
            </a:pPr>
            <a:r>
              <a:rPr lang="en-US" sz="2400" dirty="0">
                <a:latin typeface="+mj-lt"/>
              </a:rPr>
              <a:t>	Compute PMT	R176 984.16 </a:t>
            </a:r>
          </a:p>
          <a:p>
            <a:pPr marL="0" indent="0" algn="just">
              <a:lnSpc>
                <a:spcPct val="105000"/>
              </a:lnSpc>
              <a:buSzPct val="100000"/>
              <a:buNone/>
            </a:pPr>
            <a:r>
              <a:rPr lang="en-US" sz="2400" dirty="0">
                <a:latin typeface="+mj-lt"/>
              </a:rPr>
              <a:t>	</a:t>
            </a:r>
          </a:p>
          <a:p>
            <a:pPr marL="0" indent="0" algn="just">
              <a:lnSpc>
                <a:spcPct val="105000"/>
              </a:lnSpc>
              <a:buSzPct val="100000"/>
              <a:buNone/>
            </a:pPr>
            <a:r>
              <a:rPr lang="en-US" sz="2400" dirty="0">
                <a:latin typeface="+mj-lt"/>
              </a:rPr>
              <a:t>	(different from book due to rounding – PVIF vs 	calculator)</a:t>
            </a:r>
          </a:p>
        </p:txBody>
      </p:sp>
    </p:spTree>
    <p:custDataLst>
      <p:tags r:id="rId1"/>
    </p:custDataLst>
    <p:extLst>
      <p:ext uri="{BB962C8B-B14F-4D97-AF65-F5344CB8AC3E}">
        <p14:creationId xmlns:p14="http://schemas.microsoft.com/office/powerpoint/2010/main" val="696329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77C90C9-3B38-6485-19BF-FAC4439E1B7E}"/>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1344416B-8B46-AEE5-734B-226511454C32}"/>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7CC1FE3A-5BB6-331D-2F65-AFE6907F493A}"/>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8</a:t>
            </a:fld>
            <a:endParaRPr lang="en-US">
              <a:solidFill>
                <a:schemeClr val="tx1"/>
              </a:solidFill>
            </a:endParaRPr>
          </a:p>
        </p:txBody>
      </p:sp>
      <p:sp>
        <p:nvSpPr>
          <p:cNvPr id="4" name="Rectangle 5">
            <a:extLst>
              <a:ext uri="{FF2B5EF4-FFF2-40B4-BE49-F238E27FC236}">
                <a16:creationId xmlns:a16="http://schemas.microsoft.com/office/drawing/2014/main" id="{71CE9A29-BD88-6F94-9A92-7ED1C3CA43AE}"/>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Example: (cont.) </a:t>
            </a:r>
          </a:p>
          <a:p>
            <a:pPr algn="just">
              <a:lnSpc>
                <a:spcPct val="105000"/>
              </a:lnSpc>
              <a:buSzPct val="100000"/>
              <a:buFont typeface="Arial" panose="020B0604020202020204" pitchFamily="34" charset="0"/>
              <a:buChar char="•"/>
            </a:pPr>
            <a:r>
              <a:rPr lang="en-US" sz="2400" dirty="0">
                <a:latin typeface="+mj-lt"/>
              </a:rPr>
              <a:t>Cash flow per year to be generated is R176 984.16</a:t>
            </a: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r>
              <a:rPr lang="en-US" sz="2400" dirty="0">
                <a:latin typeface="+mj-lt"/>
              </a:rPr>
              <a:t>Now look at probabilities of both investment opportunities to generate required CF</a:t>
            </a: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r>
              <a:rPr lang="en-US" sz="2400" dirty="0">
                <a:solidFill>
                  <a:srgbClr val="009900"/>
                </a:solidFill>
                <a:latin typeface="+mj-lt"/>
              </a:rPr>
              <a:t>Probability of Project C	85%</a:t>
            </a:r>
          </a:p>
          <a:p>
            <a:pPr algn="just">
              <a:lnSpc>
                <a:spcPct val="105000"/>
              </a:lnSpc>
              <a:buSzPct val="100000"/>
              <a:buFont typeface="Arial" panose="020B0604020202020204" pitchFamily="34" charset="0"/>
              <a:buChar char="•"/>
            </a:pPr>
            <a:r>
              <a:rPr lang="en-US" sz="2400" dirty="0">
                <a:solidFill>
                  <a:srgbClr val="C00000"/>
                </a:solidFill>
                <a:latin typeface="+mj-lt"/>
              </a:rPr>
              <a:t>Probability of Project D	60%</a:t>
            </a:r>
          </a:p>
          <a:p>
            <a:pPr algn="just">
              <a:lnSpc>
                <a:spcPct val="105000"/>
              </a:lnSpc>
              <a:buSzPct val="100000"/>
              <a:buFont typeface="Arial" panose="020B0604020202020204" pitchFamily="34" charset="0"/>
              <a:buChar char="•"/>
            </a:pPr>
            <a:endParaRPr lang="en-US" sz="2400" dirty="0">
              <a:solidFill>
                <a:srgbClr val="C00000"/>
              </a:solidFill>
              <a:latin typeface="+mj-lt"/>
            </a:endParaRPr>
          </a:p>
          <a:p>
            <a:pPr algn="just">
              <a:lnSpc>
                <a:spcPct val="105000"/>
              </a:lnSpc>
              <a:buSzPct val="100000"/>
              <a:buFont typeface="Arial" panose="020B0604020202020204" pitchFamily="34" charset="0"/>
              <a:buChar char="•"/>
            </a:pPr>
            <a:r>
              <a:rPr lang="en-US" sz="2400" dirty="0">
                <a:solidFill>
                  <a:srgbClr val="009900"/>
                </a:solidFill>
                <a:latin typeface="+mj-lt"/>
              </a:rPr>
              <a:t>Risk-averse investor – Project C – higher probability that required CFs will be generated</a:t>
            </a:r>
          </a:p>
          <a:p>
            <a:pPr marL="0" indent="0" algn="just">
              <a:lnSpc>
                <a:spcPct val="105000"/>
              </a:lnSpc>
              <a:buSzPct val="100000"/>
              <a:buNone/>
            </a:pPr>
            <a:r>
              <a:rPr lang="en-US" sz="2400" dirty="0">
                <a:latin typeface="+mj-lt"/>
              </a:rPr>
              <a:t>	</a:t>
            </a:r>
          </a:p>
          <a:p>
            <a:pPr marL="0" indent="0" algn="just">
              <a:lnSpc>
                <a:spcPct val="105000"/>
              </a:lnSpc>
              <a:buSzPct val="100000"/>
              <a:buNone/>
            </a:pPr>
            <a:r>
              <a:rPr lang="en-US" sz="2400" dirty="0">
                <a:latin typeface="+mj-lt"/>
              </a:rPr>
              <a:t>	</a:t>
            </a:r>
          </a:p>
        </p:txBody>
      </p:sp>
    </p:spTree>
    <p:custDataLst>
      <p:tags r:id="rId1"/>
    </p:custDataLst>
    <p:extLst>
      <p:ext uri="{BB962C8B-B14F-4D97-AF65-F5344CB8AC3E}">
        <p14:creationId xmlns:p14="http://schemas.microsoft.com/office/powerpoint/2010/main" val="1426450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22F71E0-0441-E731-C288-866E091E742E}"/>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00FD064D-4774-2C6B-9920-5619D67CD0B1}"/>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8826FF88-7934-A14B-6340-5C69530C468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9</a:t>
            </a:fld>
            <a:endParaRPr lang="en-US">
              <a:solidFill>
                <a:schemeClr val="tx1"/>
              </a:solidFill>
            </a:endParaRPr>
          </a:p>
        </p:txBody>
      </p:sp>
      <p:sp>
        <p:nvSpPr>
          <p:cNvPr id="4" name="Rectangle 5">
            <a:extLst>
              <a:ext uri="{FF2B5EF4-FFF2-40B4-BE49-F238E27FC236}">
                <a16:creationId xmlns:a16="http://schemas.microsoft.com/office/drawing/2014/main" id="{E28A1CA5-E4DC-9F97-802A-EA51239024CA}"/>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Sensitivity analysis</a:t>
            </a:r>
          </a:p>
          <a:p>
            <a:pPr marL="715963" algn="just">
              <a:lnSpc>
                <a:spcPct val="105000"/>
              </a:lnSpc>
              <a:buSzPct val="100000"/>
              <a:buFont typeface="Wingdings" panose="05000000000000000000" pitchFamily="2" charset="2"/>
              <a:buChar char="§"/>
            </a:pPr>
            <a:r>
              <a:rPr lang="en-US" sz="2400" dirty="0"/>
              <a:t>Key variables are changed and resulting changes in NPV and IRR observed</a:t>
            </a:r>
          </a:p>
          <a:p>
            <a:pPr marL="715963" algn="just">
              <a:lnSpc>
                <a:spcPct val="105000"/>
              </a:lnSpc>
              <a:buSzPct val="100000"/>
              <a:buFont typeface="Wingdings" panose="05000000000000000000" pitchFamily="2" charset="2"/>
              <a:buChar char="§"/>
            </a:pPr>
            <a:r>
              <a:rPr lang="en-US" sz="2400" dirty="0"/>
              <a:t>Determine pessimistic (worst), most likely (expected or base) and optimistic (best) CF estimates</a:t>
            </a:r>
          </a:p>
          <a:p>
            <a:pPr marL="715963" algn="just">
              <a:lnSpc>
                <a:spcPct val="105000"/>
              </a:lnSpc>
              <a:buSzPct val="100000"/>
              <a:buFont typeface="Wingdings" panose="05000000000000000000" pitchFamily="2" charset="2"/>
              <a:buChar char="§"/>
            </a:pPr>
            <a:r>
              <a:rPr lang="en-US" sz="2400" dirty="0"/>
              <a:t>The greater the range between pessimistic (worst) and optimistic (best), the greater the variability and the greater the risk</a:t>
            </a:r>
          </a:p>
          <a:p>
            <a:pPr marL="715963" algn="just">
              <a:lnSpc>
                <a:spcPct val="105000"/>
              </a:lnSpc>
              <a:buSzPct val="100000"/>
              <a:buFont typeface="Wingdings" panose="05000000000000000000" pitchFamily="2" charset="2"/>
              <a:buChar char="§"/>
            </a:pPr>
            <a:r>
              <a:rPr lang="en-US" sz="2400" dirty="0"/>
              <a:t>Example: </a:t>
            </a:r>
          </a:p>
          <a:p>
            <a:pPr algn="just">
              <a:lnSpc>
                <a:spcPct val="105000"/>
              </a:lnSpc>
              <a:buSzPct val="100000"/>
              <a:buFont typeface="Arial" panose="020B0604020202020204" pitchFamily="34" charset="0"/>
              <a:buChar char="•"/>
            </a:pPr>
            <a:endParaRPr lang="en-US" sz="2400" dirty="0">
              <a:latin typeface="+mj-lt"/>
            </a:endParaRPr>
          </a:p>
        </p:txBody>
      </p:sp>
      <p:graphicFrame>
        <p:nvGraphicFramePr>
          <p:cNvPr id="2" name="Diagram 1">
            <a:extLst>
              <a:ext uri="{FF2B5EF4-FFF2-40B4-BE49-F238E27FC236}">
                <a16:creationId xmlns:a16="http://schemas.microsoft.com/office/drawing/2014/main" id="{D74CAF74-4C8C-53F2-8932-A5362227CDCA}"/>
              </a:ext>
            </a:extLst>
          </p:cNvPr>
          <p:cNvGraphicFramePr/>
          <p:nvPr>
            <p:extLst>
              <p:ext uri="{D42A27DB-BD31-4B8C-83A1-F6EECF244321}">
                <p14:modId xmlns:p14="http://schemas.microsoft.com/office/powerpoint/2010/main" val="2868369335"/>
              </p:ext>
            </p:extLst>
          </p:nvPr>
        </p:nvGraphicFramePr>
        <p:xfrm>
          <a:off x="4038600" y="4256690"/>
          <a:ext cx="3397624" cy="22203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565240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B44A95D-3861-96CE-AAFA-D095F45389A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32CCC12A-7E4E-FBE1-E953-1BFF03683481}"/>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1A9509E8-CA37-3CEC-9547-61E4FF699808}"/>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10</a:t>
            </a:fld>
            <a:endParaRPr lang="en-US">
              <a:solidFill>
                <a:schemeClr val="tx1"/>
              </a:solidFill>
            </a:endParaRPr>
          </a:p>
        </p:txBody>
      </p:sp>
      <p:sp>
        <p:nvSpPr>
          <p:cNvPr id="4" name="Rectangle 5">
            <a:extLst>
              <a:ext uri="{FF2B5EF4-FFF2-40B4-BE49-F238E27FC236}">
                <a16:creationId xmlns:a16="http://schemas.microsoft.com/office/drawing/2014/main" id="{F35D06C2-CEC4-630B-133F-F7EB397B588E}"/>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Sensitivity analysis (cont.)</a:t>
            </a:r>
          </a:p>
          <a:p>
            <a:pPr marL="715963" algn="just">
              <a:lnSpc>
                <a:spcPct val="105000"/>
              </a:lnSpc>
              <a:buSzPct val="100000"/>
              <a:buFont typeface="Wingdings" panose="05000000000000000000" pitchFamily="2" charset="2"/>
              <a:buChar char="§"/>
            </a:pPr>
            <a:r>
              <a:rPr lang="en-US" sz="2400" dirty="0"/>
              <a:t>Example: Investor is evaluating two investment alternatives, C and D. Initial investment required for both projects is </a:t>
            </a:r>
            <a:r>
              <a:rPr lang="en-US" sz="2400" b="1" dirty="0">
                <a:solidFill>
                  <a:srgbClr val="C00000"/>
                </a:solidFill>
              </a:rPr>
              <a:t>R10 000 000</a:t>
            </a:r>
            <a:r>
              <a:rPr lang="en-US" sz="2400" dirty="0"/>
              <a:t>. The required rate of return is 20%. The investor determined the pessimistic (worst), the most likely (base) and the optimistic (best) estimates for each project.</a:t>
            </a:r>
          </a:p>
          <a:p>
            <a:pPr algn="just">
              <a:lnSpc>
                <a:spcPct val="105000"/>
              </a:lnSpc>
              <a:buSzPct val="100000"/>
              <a:buFont typeface="Arial" panose="020B0604020202020204" pitchFamily="34" charset="0"/>
              <a:buChar char="•"/>
            </a:pPr>
            <a:endParaRPr lang="en-US" sz="2400" dirty="0">
              <a:latin typeface="+mj-lt"/>
            </a:endParaRPr>
          </a:p>
        </p:txBody>
      </p:sp>
      <p:graphicFrame>
        <p:nvGraphicFramePr>
          <p:cNvPr id="5" name="Group 48">
            <a:extLst>
              <a:ext uri="{FF2B5EF4-FFF2-40B4-BE49-F238E27FC236}">
                <a16:creationId xmlns:a16="http://schemas.microsoft.com/office/drawing/2014/main" id="{10EF332C-E2B6-E575-B9A9-4C33D7AAABDB}"/>
              </a:ext>
            </a:extLst>
          </p:cNvPr>
          <p:cNvGraphicFramePr>
            <a:graphicFrameLocks/>
          </p:cNvGraphicFramePr>
          <p:nvPr>
            <p:extLst>
              <p:ext uri="{D42A27DB-BD31-4B8C-83A1-F6EECF244321}">
                <p14:modId xmlns:p14="http://schemas.microsoft.com/office/powerpoint/2010/main" val="2560081013"/>
              </p:ext>
            </p:extLst>
          </p:nvPr>
        </p:nvGraphicFramePr>
        <p:xfrm>
          <a:off x="370691" y="3962400"/>
          <a:ext cx="8576085" cy="2631990"/>
        </p:xfrm>
        <a:graphic>
          <a:graphicData uri="http://schemas.openxmlformats.org/drawingml/2006/table">
            <a:tbl>
              <a:tblPr/>
              <a:tblGrid>
                <a:gridCol w="2858695">
                  <a:extLst>
                    <a:ext uri="{9D8B030D-6E8A-4147-A177-3AD203B41FA5}">
                      <a16:colId xmlns:a16="http://schemas.microsoft.com/office/drawing/2014/main" val="20000"/>
                    </a:ext>
                  </a:extLst>
                </a:gridCol>
                <a:gridCol w="2858695">
                  <a:extLst>
                    <a:ext uri="{9D8B030D-6E8A-4147-A177-3AD203B41FA5}">
                      <a16:colId xmlns:a16="http://schemas.microsoft.com/office/drawing/2014/main" val="20001"/>
                    </a:ext>
                  </a:extLst>
                </a:gridCol>
                <a:gridCol w="2858695">
                  <a:extLst>
                    <a:ext uri="{9D8B030D-6E8A-4147-A177-3AD203B41FA5}">
                      <a16:colId xmlns:a16="http://schemas.microsoft.com/office/drawing/2014/main" val="20002"/>
                    </a:ext>
                  </a:extLst>
                </a:gridCol>
              </a:tblGrid>
              <a:tr h="52639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 </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Project C</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Project D</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639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Pessimistic</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R2 000 000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kern="1200" cap="none" normalizeH="0" baseline="0" dirty="0">
                          <a:ln>
                            <a:noFill/>
                          </a:ln>
                          <a:solidFill>
                            <a:schemeClr val="tx1"/>
                          </a:solidFill>
                          <a:effectLst/>
                          <a:latin typeface="Arial" pitchFamily="34" charset="0"/>
                          <a:ea typeface="+mn-ea"/>
                          <a:cs typeface="+mn-cs"/>
                        </a:rPr>
                        <a:t>R200 000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639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Most likely</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R2 500 000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kern="1200" cap="none" normalizeH="0" baseline="0" dirty="0">
                          <a:ln>
                            <a:noFill/>
                          </a:ln>
                          <a:solidFill>
                            <a:schemeClr val="tx1"/>
                          </a:solidFill>
                          <a:effectLst/>
                          <a:latin typeface="Arial" pitchFamily="34" charset="0"/>
                          <a:ea typeface="+mn-ea"/>
                          <a:cs typeface="+mn-cs"/>
                        </a:rPr>
                        <a:t>R200 000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639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Optimistic</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R3 000 000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R5 000 000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639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Range</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R1 000 000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R4 800 000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1454895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7CE933D-5240-C5A6-84C9-04619F13630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766CCB5-B7E2-365D-B923-10045C295EF9}"/>
              </a:ext>
            </a:extLst>
          </p:cNvPr>
          <p:cNvSpPr>
            <a:spLocks noGrp="1" noChangeArrowheads="1"/>
          </p:cNvSpPr>
          <p:nvPr>
            <p:ph type="title"/>
          </p:nvPr>
        </p:nvSpPr>
        <p:spPr>
          <a:xfrm>
            <a:off x="228600" y="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F7FC305E-CD25-C370-506F-DF2D36241E6A}"/>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11</a:t>
            </a:fld>
            <a:endParaRPr lang="en-US">
              <a:solidFill>
                <a:schemeClr val="tx1"/>
              </a:solidFill>
            </a:endParaRPr>
          </a:p>
        </p:txBody>
      </p:sp>
      <p:sp>
        <p:nvSpPr>
          <p:cNvPr id="4" name="Rectangle 5">
            <a:extLst>
              <a:ext uri="{FF2B5EF4-FFF2-40B4-BE49-F238E27FC236}">
                <a16:creationId xmlns:a16="http://schemas.microsoft.com/office/drawing/2014/main" id="{DE695EEA-CE86-CEFF-5C19-BF568F2E2F88}"/>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Sensitivity analysis (cont.)</a:t>
            </a:r>
          </a:p>
          <a:p>
            <a:pPr algn="just">
              <a:lnSpc>
                <a:spcPct val="105000"/>
              </a:lnSpc>
              <a:buSzPct val="100000"/>
              <a:buFont typeface="Arial" panose="020B0604020202020204" pitchFamily="34" charset="0"/>
              <a:buChar char="•"/>
            </a:pPr>
            <a:endParaRPr lang="en-US" sz="2400" dirty="0">
              <a:latin typeface="+mj-lt"/>
            </a:endParaRPr>
          </a:p>
        </p:txBody>
      </p:sp>
      <p:graphicFrame>
        <p:nvGraphicFramePr>
          <p:cNvPr id="5" name="Group 48">
            <a:extLst>
              <a:ext uri="{FF2B5EF4-FFF2-40B4-BE49-F238E27FC236}">
                <a16:creationId xmlns:a16="http://schemas.microsoft.com/office/drawing/2014/main" id="{0B89DE72-2F1A-E095-DF5A-D2702F5C512F}"/>
              </a:ext>
            </a:extLst>
          </p:cNvPr>
          <p:cNvGraphicFramePr>
            <a:graphicFrameLocks/>
          </p:cNvGraphicFramePr>
          <p:nvPr>
            <p:extLst>
              <p:ext uri="{D42A27DB-BD31-4B8C-83A1-F6EECF244321}">
                <p14:modId xmlns:p14="http://schemas.microsoft.com/office/powerpoint/2010/main" val="3564107739"/>
              </p:ext>
            </p:extLst>
          </p:nvPr>
        </p:nvGraphicFramePr>
        <p:xfrm>
          <a:off x="339315" y="1392620"/>
          <a:ext cx="8568000" cy="5356944"/>
        </p:xfrm>
        <a:graphic>
          <a:graphicData uri="http://schemas.openxmlformats.org/drawingml/2006/table">
            <a:tbl>
              <a:tblPr/>
              <a:tblGrid>
                <a:gridCol w="2708685">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3192315">
                  <a:extLst>
                    <a:ext uri="{9D8B030D-6E8A-4147-A177-3AD203B41FA5}">
                      <a16:colId xmlns:a16="http://schemas.microsoft.com/office/drawing/2014/main" val="20002"/>
                    </a:ext>
                  </a:extLst>
                </a:gridCol>
              </a:tblGrid>
              <a:tr h="817347">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CF for 10 successive years</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itchFamily="34" charset="0"/>
                        </a:rPr>
                        <a:t>Project C</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itchFamily="34" charset="0"/>
                        </a:rPr>
                        <a:t>Project D</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extLst>
                  <a:ext uri="{0D108BD9-81ED-4DB2-BD59-A6C34878D82A}">
                    <a16:rowId xmlns:a16="http://schemas.microsoft.com/office/drawing/2014/main" val="10000"/>
                  </a:ext>
                </a:extLst>
              </a:tr>
              <a:tr h="50707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Pessimistic</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R2 000 000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kern="1200" cap="none" normalizeH="0" baseline="0" dirty="0">
                          <a:ln>
                            <a:noFill/>
                          </a:ln>
                          <a:solidFill>
                            <a:schemeClr val="tx1"/>
                          </a:solidFill>
                          <a:effectLst/>
                          <a:latin typeface="Arial" pitchFamily="34" charset="0"/>
                          <a:ea typeface="+mn-ea"/>
                          <a:cs typeface="+mn-cs"/>
                        </a:rPr>
                        <a:t>R200 000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1"/>
                  </a:ext>
                </a:extLst>
              </a:tr>
              <a:tr h="50707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Most likely</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R2 500 000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kern="1200" cap="none" normalizeH="0" baseline="0" dirty="0">
                          <a:ln>
                            <a:noFill/>
                          </a:ln>
                          <a:solidFill>
                            <a:schemeClr val="tx1"/>
                          </a:solidFill>
                          <a:effectLst/>
                          <a:latin typeface="Arial" pitchFamily="34" charset="0"/>
                          <a:ea typeface="+mn-ea"/>
                          <a:cs typeface="+mn-cs"/>
                        </a:rPr>
                        <a:t>R200 000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50707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Optimistic</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R3 000 000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R5 000 000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3"/>
                  </a:ext>
                </a:extLst>
              </a:tr>
              <a:tr h="50707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CF range</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R1 000 000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R4 800 000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477414">
                <a:tc gridSpan="3">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Net present values (NPV)</a:t>
                      </a:r>
                    </a:p>
                  </a:txBody>
                  <a:tcPr marL="91447" marR="91447" marT="45721" marB="45721"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26216745"/>
                  </a:ext>
                </a:extLst>
              </a:tr>
              <a:tr h="50707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pitchFamily="34" charset="0"/>
                        </a:rPr>
                        <a:t>Pessimistic</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pitchFamily="34" charset="0"/>
                        </a:rPr>
                        <a:t>-R1 615 100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pitchFamily="34" charset="0"/>
                        </a:rPr>
                        <a:t>-R9 161 500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355585953"/>
                  </a:ext>
                </a:extLst>
              </a:tr>
              <a:tr h="50707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Most likely</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R481 200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R481 200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915221138"/>
                  </a:ext>
                </a:extLst>
              </a:tr>
              <a:tr h="50707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Optimistic</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R2 577 400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R10 962 400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754616383"/>
                  </a:ext>
                </a:extLst>
              </a:tr>
              <a:tr h="50707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NPV range</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R4 192 500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R20 123 900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800715707"/>
                  </a:ext>
                </a:extLst>
              </a:tr>
            </a:tbl>
          </a:graphicData>
        </a:graphic>
      </p:graphicFrame>
      <p:sp>
        <p:nvSpPr>
          <p:cNvPr id="2" name="Thought Bubble: Cloud 1">
            <a:extLst>
              <a:ext uri="{FF2B5EF4-FFF2-40B4-BE49-F238E27FC236}">
                <a16:creationId xmlns:a16="http://schemas.microsoft.com/office/drawing/2014/main" id="{354F5AE8-7E17-112B-4033-B56377DBD479}"/>
              </a:ext>
            </a:extLst>
          </p:cNvPr>
          <p:cNvSpPr/>
          <p:nvPr/>
        </p:nvSpPr>
        <p:spPr bwMode="auto">
          <a:xfrm>
            <a:off x="2319734" y="2469878"/>
            <a:ext cx="1447800" cy="1340121"/>
          </a:xfrm>
          <a:prstGeom prst="cloudCallout">
            <a:avLst>
              <a:gd name="adj1" fmla="val 60249"/>
              <a:gd name="adj2" fmla="val -85952"/>
            </a:avLst>
          </a:prstGeom>
          <a:solidFill>
            <a:srgbClr val="009900"/>
          </a:solidFill>
          <a:ln w="9525" cap="flat" cmpd="sng" algn="ctr">
            <a:solidFill>
              <a:srgbClr val="00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ＭＳ Ｐゴシック" pitchFamily="1" charset="-128"/>
              </a:rPr>
              <a:t>Less risky</a:t>
            </a:r>
            <a:endParaRPr kumimoji="0" lang="en-ZA" sz="2400" b="0" i="0" u="none" strike="noStrike" cap="none" normalizeH="0" baseline="0" dirty="0">
              <a:ln>
                <a:noFill/>
              </a:ln>
              <a:solidFill>
                <a:schemeClr val="tx1"/>
              </a:solidFill>
              <a:effectLst/>
              <a:latin typeface="Arial" charset="0"/>
              <a:ea typeface="ＭＳ Ｐゴシック" pitchFamily="1" charset="-128"/>
            </a:endParaRPr>
          </a:p>
        </p:txBody>
      </p:sp>
      <p:sp>
        <p:nvSpPr>
          <p:cNvPr id="6" name="Thought Bubble: Cloud 5">
            <a:extLst>
              <a:ext uri="{FF2B5EF4-FFF2-40B4-BE49-F238E27FC236}">
                <a16:creationId xmlns:a16="http://schemas.microsoft.com/office/drawing/2014/main" id="{E40F8984-336F-15CA-EC52-FBCA75C9EFE1}"/>
              </a:ext>
            </a:extLst>
          </p:cNvPr>
          <p:cNvSpPr/>
          <p:nvPr/>
        </p:nvSpPr>
        <p:spPr bwMode="auto">
          <a:xfrm>
            <a:off x="5715001" y="2504889"/>
            <a:ext cx="1523999" cy="1340121"/>
          </a:xfrm>
          <a:prstGeom prst="cloudCallout">
            <a:avLst>
              <a:gd name="adj1" fmla="val 26110"/>
              <a:gd name="adj2" fmla="val -85952"/>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ＭＳ Ｐゴシック" pitchFamily="1" charset="-128"/>
              </a:rPr>
              <a:t>Too risky?</a:t>
            </a:r>
            <a:endParaRPr kumimoji="0" lang="en-ZA" sz="2400" b="0" i="0" u="none" strike="noStrike" cap="none" normalizeH="0" baseline="0" dirty="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36387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9DD8F61-61A4-9BA3-8559-32442C681637}"/>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74AE78F3-C145-79B7-5F96-5328493E3CBA}"/>
              </a:ext>
            </a:extLst>
          </p:cNvPr>
          <p:cNvSpPr>
            <a:spLocks noGrp="1" noChangeArrowheads="1"/>
          </p:cNvSpPr>
          <p:nvPr>
            <p:ph type="title"/>
          </p:nvPr>
        </p:nvSpPr>
        <p:spPr>
          <a:xfrm>
            <a:off x="228600" y="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68CB67EF-3224-51D9-B011-15B3655CD736}"/>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12</a:t>
            </a:fld>
            <a:endParaRPr lang="en-US">
              <a:solidFill>
                <a:schemeClr val="tx1"/>
              </a:solidFill>
            </a:endParaRPr>
          </a:p>
        </p:txBody>
      </p:sp>
      <p:sp>
        <p:nvSpPr>
          <p:cNvPr id="4" name="Rectangle 5">
            <a:extLst>
              <a:ext uri="{FF2B5EF4-FFF2-40B4-BE49-F238E27FC236}">
                <a16:creationId xmlns:a16="http://schemas.microsoft.com/office/drawing/2014/main" id="{03195EE9-E16B-B2DC-B053-AA9C295BC9A6}"/>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Sensitivity analysis (cont.)</a:t>
            </a:r>
          </a:p>
          <a:p>
            <a:pPr>
              <a:lnSpc>
                <a:spcPct val="100000"/>
              </a:lnSpc>
              <a:spcBef>
                <a:spcPts val="0"/>
              </a:spcBef>
              <a:spcAft>
                <a:spcPts val="600"/>
              </a:spcAft>
              <a:buSzPct val="100000"/>
              <a:buFont typeface="Arial" panose="020B0604020202020204" pitchFamily="34" charset="0"/>
              <a:buChar char="•"/>
            </a:pPr>
            <a:r>
              <a:rPr lang="en-US" sz="2400" dirty="0">
                <a:latin typeface="+mj-lt"/>
              </a:rPr>
              <a:t>Example: </a:t>
            </a:r>
            <a:r>
              <a:rPr lang="en-US" sz="2400" dirty="0"/>
              <a:t>Initial cost of a project is R200 000 with a 5-year life and no salvage value. Depreciation is straight-line, the required return is 12% and the tax rate is 27%.</a:t>
            </a:r>
          </a:p>
          <a:p>
            <a:pPr algn="just">
              <a:lnSpc>
                <a:spcPct val="90000"/>
              </a:lnSpc>
              <a:buSzPct val="100000"/>
              <a:buFont typeface="Arial" panose="020B0604020202020204" pitchFamily="34" charset="0"/>
              <a:buChar char="•"/>
              <a:defRPr/>
            </a:pPr>
            <a:r>
              <a:rPr lang="en-US" sz="2400" dirty="0"/>
              <a:t>Base case (most likely) and lower and upper bounds:</a:t>
            </a:r>
          </a:p>
          <a:p>
            <a:pPr>
              <a:lnSpc>
                <a:spcPct val="100000"/>
              </a:lnSpc>
              <a:spcBef>
                <a:spcPts val="0"/>
              </a:spcBef>
              <a:spcAft>
                <a:spcPts val="600"/>
              </a:spcAft>
              <a:buSzPct val="100000"/>
              <a:buFont typeface="Arial" panose="020B0604020202020204" pitchFamily="34" charset="0"/>
              <a:buChar char="•"/>
            </a:pPr>
            <a:endParaRPr lang="en-US" sz="2400" kern="0" dirty="0"/>
          </a:p>
          <a:p>
            <a:pPr>
              <a:lnSpc>
                <a:spcPct val="100000"/>
              </a:lnSpc>
              <a:spcBef>
                <a:spcPts val="0"/>
              </a:spcBef>
              <a:spcAft>
                <a:spcPts val="600"/>
              </a:spcAft>
              <a:buSzPct val="100000"/>
              <a:buFont typeface="Arial" panose="020B0604020202020204" pitchFamily="34" charset="0"/>
              <a:buChar char="•"/>
            </a:pPr>
            <a:endParaRPr lang="en-US" sz="2400" kern="0" dirty="0"/>
          </a:p>
          <a:p>
            <a:pPr>
              <a:lnSpc>
                <a:spcPct val="100000"/>
              </a:lnSpc>
              <a:spcBef>
                <a:spcPts val="0"/>
              </a:spcBef>
              <a:spcAft>
                <a:spcPts val="600"/>
              </a:spcAft>
              <a:buSzPct val="100000"/>
              <a:buFont typeface="Arial" panose="020B0604020202020204" pitchFamily="34" charset="0"/>
              <a:buChar char="•"/>
            </a:pPr>
            <a:endParaRPr lang="en-US" sz="2400" kern="0" dirty="0"/>
          </a:p>
          <a:p>
            <a:pPr>
              <a:lnSpc>
                <a:spcPct val="100000"/>
              </a:lnSpc>
              <a:spcBef>
                <a:spcPts val="0"/>
              </a:spcBef>
              <a:spcAft>
                <a:spcPts val="600"/>
              </a:spcAft>
              <a:buSzPct val="100000"/>
              <a:buFont typeface="Arial" panose="020B0604020202020204" pitchFamily="34" charset="0"/>
              <a:buChar char="•"/>
            </a:pPr>
            <a:endParaRPr lang="en-US" sz="2400" kern="0" dirty="0"/>
          </a:p>
          <a:p>
            <a:pPr>
              <a:lnSpc>
                <a:spcPct val="100000"/>
              </a:lnSpc>
              <a:spcBef>
                <a:spcPts val="0"/>
              </a:spcBef>
              <a:spcAft>
                <a:spcPts val="600"/>
              </a:spcAft>
              <a:buSzPct val="100000"/>
              <a:buFont typeface="Arial" panose="020B0604020202020204" pitchFamily="34" charset="0"/>
              <a:buChar char="•"/>
            </a:pPr>
            <a:endParaRPr lang="en-US" sz="2400" kern="0" dirty="0"/>
          </a:p>
          <a:p>
            <a:pPr>
              <a:lnSpc>
                <a:spcPct val="100000"/>
              </a:lnSpc>
              <a:spcBef>
                <a:spcPts val="0"/>
              </a:spcBef>
              <a:spcAft>
                <a:spcPts val="600"/>
              </a:spcAft>
              <a:buSzPct val="100000"/>
              <a:buFont typeface="Arial" panose="020B0604020202020204" pitchFamily="34" charset="0"/>
              <a:buChar char="•"/>
            </a:pPr>
            <a:endParaRPr lang="en-US" sz="2400" kern="0" dirty="0"/>
          </a:p>
          <a:p>
            <a:pPr>
              <a:lnSpc>
                <a:spcPct val="100000"/>
              </a:lnSpc>
              <a:spcBef>
                <a:spcPts val="0"/>
              </a:spcBef>
              <a:spcAft>
                <a:spcPts val="600"/>
              </a:spcAft>
              <a:buSzPct val="100000"/>
              <a:buFont typeface="Arial" panose="020B0604020202020204" pitchFamily="34" charset="0"/>
              <a:buChar char="•"/>
            </a:pPr>
            <a:endParaRPr lang="en-US" sz="2400" kern="0" dirty="0"/>
          </a:p>
          <a:p>
            <a:pPr>
              <a:lnSpc>
                <a:spcPct val="100000"/>
              </a:lnSpc>
              <a:spcBef>
                <a:spcPts val="0"/>
              </a:spcBef>
              <a:spcAft>
                <a:spcPts val="600"/>
              </a:spcAft>
              <a:buSzPct val="100000"/>
              <a:buFont typeface="Arial" panose="020B0604020202020204" pitchFamily="34" charset="0"/>
              <a:buChar char="•"/>
            </a:pPr>
            <a:r>
              <a:rPr lang="en-US" sz="2400" kern="0" dirty="0"/>
              <a:t>Let’s focus on </a:t>
            </a:r>
            <a:r>
              <a:rPr lang="en-US" sz="2400" b="1" kern="0" dirty="0">
                <a:solidFill>
                  <a:srgbClr val="002060"/>
                </a:solidFill>
              </a:rPr>
              <a:t>sales quantity</a:t>
            </a:r>
            <a:r>
              <a:rPr lang="en-US" sz="2400" kern="0" dirty="0"/>
              <a:t> and </a:t>
            </a:r>
            <a:r>
              <a:rPr lang="en-US" sz="2400" b="1" kern="0" dirty="0">
                <a:solidFill>
                  <a:srgbClr val="002060"/>
                </a:solidFill>
              </a:rPr>
              <a:t>fixed costs (FC)</a:t>
            </a: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p:txBody>
      </p:sp>
      <p:graphicFrame>
        <p:nvGraphicFramePr>
          <p:cNvPr id="7" name="Group 48">
            <a:extLst>
              <a:ext uri="{FF2B5EF4-FFF2-40B4-BE49-F238E27FC236}">
                <a16:creationId xmlns:a16="http://schemas.microsoft.com/office/drawing/2014/main" id="{01E74F4F-57D5-4409-3A34-6EAAFCCB284F}"/>
              </a:ext>
            </a:extLst>
          </p:cNvPr>
          <p:cNvGraphicFramePr>
            <a:graphicFrameLocks/>
          </p:cNvGraphicFramePr>
          <p:nvPr>
            <p:extLst>
              <p:ext uri="{D42A27DB-BD31-4B8C-83A1-F6EECF244321}">
                <p14:modId xmlns:p14="http://schemas.microsoft.com/office/powerpoint/2010/main" val="1962398216"/>
              </p:ext>
            </p:extLst>
          </p:nvPr>
        </p:nvGraphicFramePr>
        <p:xfrm>
          <a:off x="203886" y="3200400"/>
          <a:ext cx="8535988" cy="2880370"/>
        </p:xfrm>
        <a:graphic>
          <a:graphicData uri="http://schemas.openxmlformats.org/drawingml/2006/table">
            <a:tbl>
              <a:tblPr/>
              <a:tblGrid>
                <a:gridCol w="2207582">
                  <a:extLst>
                    <a:ext uri="{9D8B030D-6E8A-4147-A177-3AD203B41FA5}">
                      <a16:colId xmlns:a16="http://schemas.microsoft.com/office/drawing/2014/main" val="20000"/>
                    </a:ext>
                  </a:extLst>
                </a:gridCol>
                <a:gridCol w="1618894">
                  <a:extLst>
                    <a:ext uri="{9D8B030D-6E8A-4147-A177-3AD203B41FA5}">
                      <a16:colId xmlns:a16="http://schemas.microsoft.com/office/drawing/2014/main" val="20001"/>
                    </a:ext>
                  </a:extLst>
                </a:gridCol>
                <a:gridCol w="2281170">
                  <a:extLst>
                    <a:ext uri="{9D8B030D-6E8A-4147-A177-3AD203B41FA5}">
                      <a16:colId xmlns:a16="http://schemas.microsoft.com/office/drawing/2014/main" val="20002"/>
                    </a:ext>
                  </a:extLst>
                </a:gridCol>
                <a:gridCol w="2428342">
                  <a:extLst>
                    <a:ext uri="{9D8B030D-6E8A-4147-A177-3AD203B41FA5}">
                      <a16:colId xmlns:a16="http://schemas.microsoft.com/office/drawing/2014/main" val="20003"/>
                    </a:ext>
                  </a:extLst>
                </a:gridCol>
              </a:tblGrid>
              <a:tr h="1051562">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 </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Base</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Lower bound (given)</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Upper bound (given)</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0537">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Unit Sales (Q)</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6 000</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pitchFamily="34" charset="0"/>
                          <a:cs typeface="Arial" charset="0"/>
                        </a:rPr>
                        <a:t>5 500</a:t>
                      </a:r>
                      <a:endParaRPr kumimoji="0" lang="en-US" sz="2400" b="0" i="0" u="none" strike="noStrike" cap="none" normalizeH="0" baseline="0" dirty="0">
                        <a:ln>
                          <a:noFill/>
                        </a:ln>
                        <a:solidFill>
                          <a:srgbClr val="C00000"/>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6 500</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0537">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Price per unit</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80</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pitchFamily="34" charset="0"/>
                          <a:cs typeface="Arial" charset="0"/>
                        </a:rPr>
                        <a:t>75</a:t>
                      </a:r>
                      <a:endParaRPr kumimoji="0" lang="en-US" sz="2400" b="0" i="0" u="none" strike="noStrike" cap="none" normalizeH="0" baseline="0" dirty="0">
                        <a:ln>
                          <a:noFill/>
                        </a:ln>
                        <a:solidFill>
                          <a:srgbClr val="C00000"/>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85</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0537">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VC per unit</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60</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58</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pitchFamily="34" charset="0"/>
                          <a:cs typeface="Arial" charset="0"/>
                        </a:rPr>
                        <a:t>62</a:t>
                      </a:r>
                      <a:endParaRPr kumimoji="0" lang="en-US" sz="2400" b="0" i="0" u="none" strike="noStrike" cap="none" normalizeH="0" baseline="0" dirty="0">
                        <a:ln>
                          <a:noFill/>
                        </a:ln>
                        <a:solidFill>
                          <a:srgbClr val="C00000"/>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0537">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FC per year</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50 000</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45 000</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pitchFamily="34" charset="0"/>
                          <a:cs typeface="Arial" charset="0"/>
                        </a:rPr>
                        <a:t>55 000</a:t>
                      </a:r>
                      <a:endParaRPr kumimoji="0" lang="en-US" sz="2400" b="0" i="0" u="none" strike="noStrike" cap="none" normalizeH="0" baseline="0" dirty="0">
                        <a:ln>
                          <a:noFill/>
                        </a:ln>
                        <a:solidFill>
                          <a:srgbClr val="C00000"/>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Oval 7">
            <a:extLst>
              <a:ext uri="{FF2B5EF4-FFF2-40B4-BE49-F238E27FC236}">
                <a16:creationId xmlns:a16="http://schemas.microsoft.com/office/drawing/2014/main" id="{1237B8E5-0343-9363-8C15-9A2A3482DE6F}"/>
              </a:ext>
            </a:extLst>
          </p:cNvPr>
          <p:cNvSpPr/>
          <p:nvPr/>
        </p:nvSpPr>
        <p:spPr bwMode="auto">
          <a:xfrm>
            <a:off x="5105400" y="4191000"/>
            <a:ext cx="1524000" cy="990600"/>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9" name="Oval 8">
            <a:extLst>
              <a:ext uri="{FF2B5EF4-FFF2-40B4-BE49-F238E27FC236}">
                <a16:creationId xmlns:a16="http://schemas.microsoft.com/office/drawing/2014/main" id="{0684B806-2E9D-DEE8-021C-97EAD3F2FAD8}"/>
              </a:ext>
            </a:extLst>
          </p:cNvPr>
          <p:cNvSpPr/>
          <p:nvPr/>
        </p:nvSpPr>
        <p:spPr bwMode="auto">
          <a:xfrm>
            <a:off x="7467600" y="5181600"/>
            <a:ext cx="1524000" cy="990600"/>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10" name="Oval 9">
            <a:extLst>
              <a:ext uri="{FF2B5EF4-FFF2-40B4-BE49-F238E27FC236}">
                <a16:creationId xmlns:a16="http://schemas.microsoft.com/office/drawing/2014/main" id="{7DD2EBF6-6C51-6F33-28A0-00EE4FA9BB99}"/>
              </a:ext>
            </a:extLst>
          </p:cNvPr>
          <p:cNvSpPr/>
          <p:nvPr/>
        </p:nvSpPr>
        <p:spPr bwMode="auto">
          <a:xfrm>
            <a:off x="7543800" y="4145285"/>
            <a:ext cx="1524000" cy="990600"/>
          </a:xfrm>
          <a:prstGeom prst="ellipse">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11" name="Oval 10">
            <a:extLst>
              <a:ext uri="{FF2B5EF4-FFF2-40B4-BE49-F238E27FC236}">
                <a16:creationId xmlns:a16="http://schemas.microsoft.com/office/drawing/2014/main" id="{8BD29D4F-CCDC-565E-7E68-E87CE64E6B37}"/>
              </a:ext>
            </a:extLst>
          </p:cNvPr>
          <p:cNvSpPr/>
          <p:nvPr/>
        </p:nvSpPr>
        <p:spPr bwMode="auto">
          <a:xfrm>
            <a:off x="5105400" y="5181600"/>
            <a:ext cx="1524000" cy="990600"/>
          </a:xfrm>
          <a:prstGeom prst="ellipse">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dirty="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1804466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6A8A811-3100-67FB-ADE1-C3837A49FBC8}"/>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C8548B0A-22C6-45CB-4CCC-EA459D24A8D2}"/>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7BDB7E3F-AC15-A8F5-86A4-D6105DE7FA6A}"/>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13</a:t>
            </a:fld>
            <a:endParaRPr lang="en-US">
              <a:solidFill>
                <a:schemeClr val="tx1"/>
              </a:solidFill>
            </a:endParaRPr>
          </a:p>
        </p:txBody>
      </p:sp>
      <p:sp>
        <p:nvSpPr>
          <p:cNvPr id="4" name="Rectangle 5">
            <a:extLst>
              <a:ext uri="{FF2B5EF4-FFF2-40B4-BE49-F238E27FC236}">
                <a16:creationId xmlns:a16="http://schemas.microsoft.com/office/drawing/2014/main" id="{375B2336-285E-1DC8-6D2D-42047F59FE36}"/>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i="1" dirty="0"/>
              <a:t>Pro forma</a:t>
            </a:r>
            <a:r>
              <a:rPr lang="en-US" sz="2400" dirty="0"/>
              <a:t> statement of financial performance using the </a:t>
            </a:r>
            <a:r>
              <a:rPr lang="en-US" sz="2400" b="1" dirty="0">
                <a:solidFill>
                  <a:srgbClr val="002060"/>
                </a:solidFill>
              </a:rPr>
              <a:t>worst-case unit sales (implying lowest quantity)</a:t>
            </a: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marL="0" indent="0">
              <a:lnSpc>
                <a:spcPct val="100000"/>
              </a:lnSpc>
              <a:spcBef>
                <a:spcPts val="0"/>
              </a:spcBef>
              <a:spcAft>
                <a:spcPts val="600"/>
              </a:spcAft>
              <a:buSzPct val="100000"/>
              <a:buNone/>
            </a:pPr>
            <a:endParaRPr lang="en-US" sz="2400" b="1" dirty="0">
              <a:solidFill>
                <a:srgbClr val="002060"/>
              </a:solidFill>
            </a:endParaRPr>
          </a:p>
          <a:p>
            <a:pPr marL="0" indent="0">
              <a:lnSpc>
                <a:spcPct val="100000"/>
              </a:lnSpc>
              <a:spcBef>
                <a:spcPts val="0"/>
              </a:spcBef>
              <a:spcAft>
                <a:spcPts val="600"/>
              </a:spcAft>
              <a:buSzPct val="100000"/>
              <a:buNone/>
            </a:pPr>
            <a:r>
              <a:rPr lang="en-US" sz="2400" b="1" dirty="0">
                <a:solidFill>
                  <a:srgbClr val="002060"/>
                </a:solidFill>
              </a:rPr>
              <a:t>Incremental CF</a:t>
            </a:r>
            <a:r>
              <a:rPr lang="en-US" sz="2400" dirty="0"/>
              <a:t>	= EBIT + Depreciation – Taxes</a:t>
            </a:r>
          </a:p>
          <a:p>
            <a:pPr algn="just">
              <a:lnSpc>
                <a:spcPct val="90000"/>
              </a:lnSpc>
              <a:buFontTx/>
              <a:buNone/>
            </a:pPr>
            <a:r>
              <a:rPr lang="en-US" sz="2400" dirty="0"/>
              <a:t>				= 20 000 + 40 000 – 5 400</a:t>
            </a:r>
          </a:p>
          <a:p>
            <a:pPr algn="just">
              <a:lnSpc>
                <a:spcPct val="90000"/>
              </a:lnSpc>
              <a:buFontTx/>
              <a:buNone/>
            </a:pPr>
            <a:r>
              <a:rPr lang="en-US" sz="2400" dirty="0"/>
              <a:t>				= </a:t>
            </a:r>
            <a:r>
              <a:rPr lang="en-US" sz="2400" b="1" dirty="0">
                <a:solidFill>
                  <a:srgbClr val="002060"/>
                </a:solidFill>
              </a:rPr>
              <a:t>R54 600</a:t>
            </a:r>
          </a:p>
          <a:p>
            <a:pPr marL="0" indent="0" algn="just">
              <a:lnSpc>
                <a:spcPct val="105000"/>
              </a:lnSpc>
              <a:buSzPct val="100000"/>
              <a:buNone/>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dirty="0">
              <a:latin typeface="+mj-lt"/>
            </a:endParaRPr>
          </a:p>
        </p:txBody>
      </p:sp>
      <p:sp>
        <p:nvSpPr>
          <p:cNvPr id="2" name="Rectangle 37">
            <a:extLst>
              <a:ext uri="{FF2B5EF4-FFF2-40B4-BE49-F238E27FC236}">
                <a16:creationId xmlns:a16="http://schemas.microsoft.com/office/drawing/2014/main" id="{1019B8FF-DD1A-257A-3FB4-77F108440065}"/>
              </a:ext>
            </a:extLst>
          </p:cNvPr>
          <p:cNvSpPr>
            <a:spLocks noChangeArrowheads="1"/>
          </p:cNvSpPr>
          <p:nvPr/>
        </p:nvSpPr>
        <p:spPr bwMode="auto">
          <a:xfrm>
            <a:off x="914400" y="2209800"/>
            <a:ext cx="5929312" cy="2677656"/>
          </a:xfrm>
          <a:prstGeom prst="rect">
            <a:avLst/>
          </a:prstGeom>
          <a:noFill/>
          <a:ln w="9525">
            <a:noFill/>
            <a:miter lim="800000"/>
            <a:headEnd/>
            <a:tailEnd/>
          </a:ln>
        </p:spPr>
        <p:txBody>
          <a:bodyPr>
            <a:spAutoFit/>
          </a:bodyPr>
          <a:lstStyle/>
          <a:p>
            <a:pPr>
              <a:defRPr/>
            </a:pPr>
            <a:r>
              <a:rPr lang="en-GB" sz="2400" dirty="0"/>
              <a:t>Sales		440 000 (</a:t>
            </a:r>
            <a:r>
              <a:rPr lang="en-GB" sz="2400" dirty="0">
                <a:solidFill>
                  <a:srgbClr val="C00000"/>
                </a:solidFill>
              </a:rPr>
              <a:t>5 500 </a:t>
            </a:r>
            <a:r>
              <a:rPr lang="en-GB" sz="2400" dirty="0"/>
              <a:t>x R80)</a:t>
            </a:r>
          </a:p>
          <a:p>
            <a:pPr>
              <a:defRPr/>
            </a:pPr>
            <a:r>
              <a:rPr lang="en-GB" sz="2400" dirty="0"/>
              <a:t>- TVC		330 000 (</a:t>
            </a:r>
            <a:r>
              <a:rPr lang="en-GB" sz="2400" dirty="0">
                <a:solidFill>
                  <a:srgbClr val="C00000"/>
                </a:solidFill>
              </a:rPr>
              <a:t>5 500 </a:t>
            </a:r>
            <a:r>
              <a:rPr lang="en-GB" sz="2400" dirty="0"/>
              <a:t>x R60)</a:t>
            </a:r>
          </a:p>
          <a:p>
            <a:pPr>
              <a:defRPr/>
            </a:pPr>
            <a:r>
              <a:rPr lang="en-GB" sz="2400" dirty="0"/>
              <a:t>- TFC		  50 000 	</a:t>
            </a:r>
          </a:p>
          <a:p>
            <a:pPr>
              <a:defRPr/>
            </a:pPr>
            <a:r>
              <a:rPr lang="en-GB" sz="2400" dirty="0"/>
              <a:t>- </a:t>
            </a:r>
            <a:r>
              <a:rPr lang="en-GB" sz="2400" b="1" dirty="0" err="1">
                <a:solidFill>
                  <a:srgbClr val="002060"/>
                </a:solidFill>
              </a:rPr>
              <a:t>Depr</a:t>
            </a:r>
            <a:r>
              <a:rPr lang="en-GB" sz="2400" b="1" dirty="0">
                <a:solidFill>
                  <a:srgbClr val="002060"/>
                </a:solidFill>
              </a:rPr>
              <a:t> 	</a:t>
            </a:r>
            <a:r>
              <a:rPr lang="en-GB" sz="2400" b="1" u="sng" dirty="0">
                <a:solidFill>
                  <a:srgbClr val="002060"/>
                </a:solidFill>
              </a:rPr>
              <a:t>  40 000</a:t>
            </a:r>
            <a:r>
              <a:rPr lang="en-GB" sz="2400" b="1" dirty="0">
                <a:solidFill>
                  <a:srgbClr val="002060"/>
                </a:solidFill>
              </a:rPr>
              <a:t> </a:t>
            </a:r>
            <a:r>
              <a:rPr lang="en-GB" sz="2400" dirty="0"/>
              <a:t>(200 000 / 5)</a:t>
            </a:r>
          </a:p>
          <a:p>
            <a:pPr>
              <a:defRPr/>
            </a:pPr>
            <a:r>
              <a:rPr lang="en-GB" sz="2400" b="1" dirty="0">
                <a:solidFill>
                  <a:srgbClr val="002060"/>
                </a:solidFill>
              </a:rPr>
              <a:t>EBIT		  20 000</a:t>
            </a:r>
            <a:r>
              <a:rPr lang="en-GB" sz="2400" dirty="0"/>
              <a:t>	</a:t>
            </a:r>
          </a:p>
          <a:p>
            <a:pPr>
              <a:defRPr/>
            </a:pPr>
            <a:r>
              <a:rPr lang="en-GB" sz="2400" dirty="0"/>
              <a:t>- </a:t>
            </a:r>
            <a:r>
              <a:rPr lang="en-GB" sz="2400" b="1" dirty="0">
                <a:solidFill>
                  <a:srgbClr val="002060"/>
                </a:solidFill>
              </a:rPr>
              <a:t>Taxes	</a:t>
            </a:r>
            <a:r>
              <a:rPr lang="en-GB" sz="2400" b="1" u="sng" dirty="0">
                <a:solidFill>
                  <a:srgbClr val="002060"/>
                </a:solidFill>
              </a:rPr>
              <a:t>    5 400</a:t>
            </a:r>
            <a:r>
              <a:rPr lang="en-GB" sz="2400" b="1" dirty="0">
                <a:solidFill>
                  <a:srgbClr val="002060"/>
                </a:solidFill>
              </a:rPr>
              <a:t> </a:t>
            </a:r>
            <a:r>
              <a:rPr lang="en-GB" sz="2400" dirty="0"/>
              <a:t>(27%)</a:t>
            </a:r>
          </a:p>
          <a:p>
            <a:pPr>
              <a:defRPr/>
            </a:pPr>
            <a:r>
              <a:rPr lang="en-GB" sz="2400" dirty="0"/>
              <a:t>EAT	  	</a:t>
            </a:r>
            <a:r>
              <a:rPr lang="en-GB" sz="2400" u="dbl" dirty="0"/>
              <a:t>  14 600</a:t>
            </a:r>
            <a:r>
              <a:rPr lang="en-GB" sz="2400" dirty="0"/>
              <a:t>	</a:t>
            </a:r>
          </a:p>
        </p:txBody>
      </p:sp>
      <p:graphicFrame>
        <p:nvGraphicFramePr>
          <p:cNvPr id="5" name="Diagram 4">
            <a:extLst>
              <a:ext uri="{FF2B5EF4-FFF2-40B4-BE49-F238E27FC236}">
                <a16:creationId xmlns:a16="http://schemas.microsoft.com/office/drawing/2014/main" id="{0193339C-96CC-BB88-6233-0D7D16CCCA9B}"/>
              </a:ext>
            </a:extLst>
          </p:cNvPr>
          <p:cNvGraphicFramePr/>
          <p:nvPr>
            <p:extLst>
              <p:ext uri="{D42A27DB-BD31-4B8C-83A1-F6EECF244321}">
                <p14:modId xmlns:p14="http://schemas.microsoft.com/office/powerpoint/2010/main" val="4294849176"/>
              </p:ext>
            </p:extLst>
          </p:nvPr>
        </p:nvGraphicFramePr>
        <p:xfrm>
          <a:off x="5549152" y="3276600"/>
          <a:ext cx="3397624" cy="22203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606056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BD24248-38CF-6F0B-73AA-760D84FAFF76}"/>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76232CA0-9EEC-14DF-8322-BDB781D7B46E}"/>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6FAA2DB0-E522-8592-AB60-E6DEDC43825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14</a:t>
            </a:fld>
            <a:endParaRPr lang="en-US">
              <a:solidFill>
                <a:schemeClr val="tx1"/>
              </a:solidFill>
            </a:endParaRPr>
          </a:p>
        </p:txBody>
      </p:sp>
      <p:sp>
        <p:nvSpPr>
          <p:cNvPr id="4" name="Rectangle 5">
            <a:extLst>
              <a:ext uri="{FF2B5EF4-FFF2-40B4-BE49-F238E27FC236}">
                <a16:creationId xmlns:a16="http://schemas.microsoft.com/office/drawing/2014/main" id="{1BC660FD-33F9-FB57-07EE-A0A3B0CB0278}"/>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i="1" dirty="0"/>
              <a:t>Pro forma</a:t>
            </a:r>
            <a:r>
              <a:rPr lang="en-US" sz="2400" dirty="0"/>
              <a:t> statement of financial performance using the </a:t>
            </a:r>
            <a:r>
              <a:rPr lang="en-US" sz="2400" b="1" dirty="0">
                <a:solidFill>
                  <a:srgbClr val="002060"/>
                </a:solidFill>
              </a:rPr>
              <a:t>best-case unit sales (implying highest quantity)</a:t>
            </a: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marL="0" indent="0">
              <a:lnSpc>
                <a:spcPct val="100000"/>
              </a:lnSpc>
              <a:spcBef>
                <a:spcPts val="0"/>
              </a:spcBef>
              <a:spcAft>
                <a:spcPts val="600"/>
              </a:spcAft>
              <a:buSzPct val="100000"/>
              <a:buNone/>
            </a:pPr>
            <a:endParaRPr lang="en-US" sz="2400" b="1" dirty="0">
              <a:solidFill>
                <a:srgbClr val="002060"/>
              </a:solidFill>
            </a:endParaRPr>
          </a:p>
          <a:p>
            <a:pPr marL="0" indent="0">
              <a:lnSpc>
                <a:spcPct val="100000"/>
              </a:lnSpc>
              <a:spcBef>
                <a:spcPts val="0"/>
              </a:spcBef>
              <a:spcAft>
                <a:spcPts val="600"/>
              </a:spcAft>
              <a:buSzPct val="100000"/>
              <a:buNone/>
            </a:pPr>
            <a:r>
              <a:rPr lang="en-US" sz="2400" b="1" dirty="0">
                <a:solidFill>
                  <a:srgbClr val="002060"/>
                </a:solidFill>
              </a:rPr>
              <a:t>Incremental CF</a:t>
            </a:r>
            <a:r>
              <a:rPr lang="en-US" sz="2400" dirty="0"/>
              <a:t>	= EBIT + Depreciation – Taxes</a:t>
            </a:r>
          </a:p>
          <a:p>
            <a:pPr algn="just">
              <a:lnSpc>
                <a:spcPct val="90000"/>
              </a:lnSpc>
              <a:buFontTx/>
              <a:buNone/>
            </a:pPr>
            <a:r>
              <a:rPr lang="en-US" sz="2400" dirty="0"/>
              <a:t>				= 40 000 + 40 000 – 10 800</a:t>
            </a:r>
          </a:p>
          <a:p>
            <a:pPr algn="just">
              <a:lnSpc>
                <a:spcPct val="90000"/>
              </a:lnSpc>
              <a:buFontTx/>
              <a:buNone/>
            </a:pPr>
            <a:r>
              <a:rPr lang="en-US" sz="2400" dirty="0"/>
              <a:t>				= </a:t>
            </a:r>
            <a:r>
              <a:rPr lang="en-US" sz="2400" b="1" dirty="0">
                <a:solidFill>
                  <a:srgbClr val="002060"/>
                </a:solidFill>
              </a:rPr>
              <a:t>R69 200</a:t>
            </a:r>
          </a:p>
          <a:p>
            <a:pPr marL="0" indent="0" algn="just">
              <a:lnSpc>
                <a:spcPct val="105000"/>
              </a:lnSpc>
              <a:buSzPct val="100000"/>
              <a:buNone/>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dirty="0">
              <a:latin typeface="+mj-lt"/>
            </a:endParaRPr>
          </a:p>
        </p:txBody>
      </p:sp>
      <p:sp>
        <p:nvSpPr>
          <p:cNvPr id="5" name="Rectangle 37">
            <a:extLst>
              <a:ext uri="{FF2B5EF4-FFF2-40B4-BE49-F238E27FC236}">
                <a16:creationId xmlns:a16="http://schemas.microsoft.com/office/drawing/2014/main" id="{57806872-324B-17BD-3AAA-C6E4F878C035}"/>
              </a:ext>
            </a:extLst>
          </p:cNvPr>
          <p:cNvSpPr>
            <a:spLocks noChangeArrowheads="1"/>
          </p:cNvSpPr>
          <p:nvPr/>
        </p:nvSpPr>
        <p:spPr bwMode="auto">
          <a:xfrm>
            <a:off x="852488" y="2209800"/>
            <a:ext cx="592931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GB" sz="2400" dirty="0"/>
              <a:t>Sales		520 000 (</a:t>
            </a:r>
            <a:r>
              <a:rPr lang="en-GB" sz="2400" dirty="0">
                <a:solidFill>
                  <a:srgbClr val="C00000"/>
                </a:solidFill>
              </a:rPr>
              <a:t>6 500 </a:t>
            </a:r>
            <a:r>
              <a:rPr lang="en-GB" sz="2400" dirty="0"/>
              <a:t>x R80)</a:t>
            </a:r>
          </a:p>
          <a:p>
            <a:r>
              <a:rPr lang="en-GB" sz="2400" dirty="0"/>
              <a:t>- TVC		390 000 (</a:t>
            </a:r>
            <a:r>
              <a:rPr lang="en-GB" sz="2400" dirty="0">
                <a:solidFill>
                  <a:srgbClr val="C00000"/>
                </a:solidFill>
              </a:rPr>
              <a:t>6 500 </a:t>
            </a:r>
            <a:r>
              <a:rPr lang="en-GB" sz="2400" dirty="0"/>
              <a:t>x R60)</a:t>
            </a:r>
          </a:p>
          <a:p>
            <a:r>
              <a:rPr lang="en-GB" sz="2400" dirty="0"/>
              <a:t>- TFC		  50 000 	</a:t>
            </a:r>
          </a:p>
          <a:p>
            <a:r>
              <a:rPr lang="en-GB" sz="2400" dirty="0"/>
              <a:t>- </a:t>
            </a:r>
            <a:r>
              <a:rPr lang="en-GB" sz="2400" b="1" dirty="0" err="1">
                <a:solidFill>
                  <a:srgbClr val="002060"/>
                </a:solidFill>
              </a:rPr>
              <a:t>Depr</a:t>
            </a:r>
            <a:r>
              <a:rPr lang="en-GB" sz="2400" b="1" dirty="0">
                <a:solidFill>
                  <a:srgbClr val="002060"/>
                </a:solidFill>
              </a:rPr>
              <a:t> 	  </a:t>
            </a:r>
            <a:r>
              <a:rPr lang="en-GB" sz="2400" b="1" u="sng" dirty="0">
                <a:solidFill>
                  <a:srgbClr val="002060"/>
                </a:solidFill>
              </a:rPr>
              <a:t>40 000 </a:t>
            </a:r>
            <a:r>
              <a:rPr lang="en-GB" sz="2400" dirty="0"/>
              <a:t>(200 000 / 5)</a:t>
            </a:r>
          </a:p>
          <a:p>
            <a:r>
              <a:rPr lang="en-GB" sz="2400" b="1" dirty="0">
                <a:solidFill>
                  <a:srgbClr val="002060"/>
                </a:solidFill>
              </a:rPr>
              <a:t>EBIT		  40 000</a:t>
            </a:r>
            <a:r>
              <a:rPr lang="en-GB" sz="2400" dirty="0"/>
              <a:t>	</a:t>
            </a:r>
          </a:p>
          <a:p>
            <a:r>
              <a:rPr lang="en-GB" sz="2400" dirty="0"/>
              <a:t>- </a:t>
            </a:r>
            <a:r>
              <a:rPr lang="en-GB" sz="2400" b="1" dirty="0">
                <a:solidFill>
                  <a:srgbClr val="002060"/>
                </a:solidFill>
              </a:rPr>
              <a:t>Taxes	  </a:t>
            </a:r>
            <a:r>
              <a:rPr lang="en-GB" sz="2400" b="1" u="sng" dirty="0">
                <a:solidFill>
                  <a:srgbClr val="002060"/>
                </a:solidFill>
              </a:rPr>
              <a:t>10 800 </a:t>
            </a:r>
            <a:r>
              <a:rPr lang="en-GB" sz="2400" dirty="0"/>
              <a:t>(27%)</a:t>
            </a:r>
          </a:p>
          <a:p>
            <a:r>
              <a:rPr lang="en-GB" sz="2400" dirty="0"/>
              <a:t>EAT	  	  </a:t>
            </a:r>
            <a:r>
              <a:rPr lang="en-GB" sz="2400" u="sng" dirty="0"/>
              <a:t>29 200</a:t>
            </a:r>
            <a:r>
              <a:rPr lang="en-GB" sz="2400" dirty="0"/>
              <a:t>	</a:t>
            </a:r>
          </a:p>
        </p:txBody>
      </p:sp>
      <p:graphicFrame>
        <p:nvGraphicFramePr>
          <p:cNvPr id="6" name="Diagram 5">
            <a:extLst>
              <a:ext uri="{FF2B5EF4-FFF2-40B4-BE49-F238E27FC236}">
                <a16:creationId xmlns:a16="http://schemas.microsoft.com/office/drawing/2014/main" id="{46C5727F-941F-15B0-198B-76F3CA663DA2}"/>
              </a:ext>
            </a:extLst>
          </p:cNvPr>
          <p:cNvGraphicFramePr/>
          <p:nvPr>
            <p:extLst>
              <p:ext uri="{D42A27DB-BD31-4B8C-83A1-F6EECF244321}">
                <p14:modId xmlns:p14="http://schemas.microsoft.com/office/powerpoint/2010/main" val="284585512"/>
              </p:ext>
            </p:extLst>
          </p:nvPr>
        </p:nvGraphicFramePr>
        <p:xfrm>
          <a:off x="5549152" y="3276600"/>
          <a:ext cx="3397624" cy="22203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903857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AFB606E-AE45-3964-CC3B-85C98169E97A}"/>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DB77A697-D8CE-32F5-CCE0-81CC91EB9D00}"/>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4F076ECC-9180-2C81-3B1F-C22D9BDB253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15</a:t>
            </a:fld>
            <a:endParaRPr lang="en-US">
              <a:solidFill>
                <a:schemeClr val="tx1"/>
              </a:solidFill>
            </a:endParaRPr>
          </a:p>
        </p:txBody>
      </p:sp>
      <p:sp>
        <p:nvSpPr>
          <p:cNvPr id="4" name="Rectangle 5">
            <a:extLst>
              <a:ext uri="{FF2B5EF4-FFF2-40B4-BE49-F238E27FC236}">
                <a16:creationId xmlns:a16="http://schemas.microsoft.com/office/drawing/2014/main" id="{19AF35EC-8A1B-9FB1-3A0F-BB4A5DC25216}"/>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Sensitivity analysis</a:t>
            </a:r>
          </a:p>
        </p:txBody>
      </p:sp>
      <p:graphicFrame>
        <p:nvGraphicFramePr>
          <p:cNvPr id="2" name="Group 169">
            <a:extLst>
              <a:ext uri="{FF2B5EF4-FFF2-40B4-BE49-F238E27FC236}">
                <a16:creationId xmlns:a16="http://schemas.microsoft.com/office/drawing/2014/main" id="{2D100DA7-7D5A-FDC8-D0BD-C58193063FDE}"/>
              </a:ext>
            </a:extLst>
          </p:cNvPr>
          <p:cNvGraphicFramePr>
            <a:graphicFrameLocks/>
          </p:cNvGraphicFramePr>
          <p:nvPr>
            <p:extLst>
              <p:ext uri="{D42A27DB-BD31-4B8C-83A1-F6EECF244321}">
                <p14:modId xmlns:p14="http://schemas.microsoft.com/office/powerpoint/2010/main" val="3632540331"/>
              </p:ext>
            </p:extLst>
          </p:nvPr>
        </p:nvGraphicFramePr>
        <p:xfrm>
          <a:off x="137131" y="1652587"/>
          <a:ext cx="8901113" cy="4214813"/>
        </p:xfrm>
        <a:graphic>
          <a:graphicData uri="http://schemas.openxmlformats.org/drawingml/2006/table">
            <a:tbl>
              <a:tblPr/>
              <a:tblGrid>
                <a:gridCol w="1932160">
                  <a:extLst>
                    <a:ext uri="{9D8B030D-6E8A-4147-A177-3AD203B41FA5}">
                      <a16:colId xmlns:a16="http://schemas.microsoft.com/office/drawing/2014/main" val="20000"/>
                    </a:ext>
                  </a:extLst>
                </a:gridCol>
                <a:gridCol w="1742457">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85528">
                  <a:extLst>
                    <a:ext uri="{9D8B030D-6E8A-4147-A177-3AD203B41FA5}">
                      <a16:colId xmlns:a16="http://schemas.microsoft.com/office/drawing/2014/main" val="20003"/>
                    </a:ext>
                  </a:extLst>
                </a:gridCol>
                <a:gridCol w="1512168">
                  <a:extLst>
                    <a:ext uri="{9D8B030D-6E8A-4147-A177-3AD203B41FA5}">
                      <a16:colId xmlns:a16="http://schemas.microsoft.com/office/drawing/2014/main" val="20004"/>
                    </a:ext>
                  </a:extLst>
                </a:gridCol>
              </a:tblGrid>
              <a:tr h="1187657">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Scenario</a:t>
                      </a:r>
                      <a:endParaRPr kumimoji="0" lang="en-US" sz="2400" b="1"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Unit Sales (Q)</a:t>
                      </a:r>
                      <a:endParaRPr kumimoji="0" lang="en-US" sz="2400" b="1"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OCF</a:t>
                      </a:r>
                    </a:p>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(5 years)</a:t>
                      </a:r>
                      <a:endParaRPr kumimoji="0" lang="en-US" sz="2400" b="1"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NPV</a:t>
                      </a:r>
                    </a:p>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(@12%)</a:t>
                      </a:r>
                      <a:endParaRPr kumimoji="0" lang="en-US" sz="2400" b="1"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charset="0"/>
                          <a:cs typeface="Arial" charset="0"/>
                        </a:rPr>
                        <a:t>IRR</a:t>
                      </a:r>
                      <a:endParaRPr kumimoji="0" lang="en-US" sz="24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0845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Base case</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(Most likely)</a:t>
                      </a:r>
                      <a:endParaRPr kumimoji="0" lang="en-US" sz="24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6 000</a:t>
                      </a:r>
                      <a:endParaRPr kumimoji="0" lang="en-US" sz="24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R61 900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R23 135.65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16.57%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025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Worst case</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(Pessimistic)</a:t>
                      </a:r>
                      <a:endParaRPr kumimoji="0" lang="en-US" sz="24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charset="0"/>
                          <a:cs typeface="Arial" charset="0"/>
                        </a:rPr>
                        <a:t>5 500</a:t>
                      </a:r>
                      <a:endParaRPr kumimoji="0" lang="en-US" sz="2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R54 600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charset="0"/>
                        </a:rPr>
                        <a:t>-R3 179.22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charset="0"/>
                        </a:rPr>
                        <a:t>11.36%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0845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Best case</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(Optimistic)</a:t>
                      </a:r>
                      <a:endParaRPr kumimoji="0" lang="en-US" sz="24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charset="0"/>
                          <a:cs typeface="Arial" charset="0"/>
                        </a:rPr>
                        <a:t>6 500</a:t>
                      </a:r>
                      <a:endParaRPr kumimoji="0" lang="en-US" sz="2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R69 200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R49 450.51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21.57%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1124443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46095-299D-DE82-A510-0A8AE78B51FE}"/>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B2BE9A4-E176-1828-5972-8CAE78B316E0}"/>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296CD246-AAE6-0223-8B99-899B14C3039C}"/>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16</a:t>
            </a:fld>
            <a:endParaRPr lang="en-US">
              <a:solidFill>
                <a:schemeClr val="tx1"/>
              </a:solidFill>
            </a:endParaRPr>
          </a:p>
        </p:txBody>
      </p:sp>
      <p:sp>
        <p:nvSpPr>
          <p:cNvPr id="4" name="Rectangle 5">
            <a:extLst>
              <a:ext uri="{FF2B5EF4-FFF2-40B4-BE49-F238E27FC236}">
                <a16:creationId xmlns:a16="http://schemas.microsoft.com/office/drawing/2014/main" id="{083D42D2-65D8-803F-4174-A7091EF6D399}"/>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i="1" dirty="0"/>
              <a:t>Pro forma</a:t>
            </a:r>
            <a:r>
              <a:rPr lang="en-US" sz="2400" dirty="0"/>
              <a:t> statement of financial performance using the </a:t>
            </a:r>
            <a:r>
              <a:rPr lang="en-US" sz="2400" b="1" dirty="0">
                <a:solidFill>
                  <a:srgbClr val="002060"/>
                </a:solidFill>
              </a:rPr>
              <a:t>worst-case fixed costs (implying highest cost)</a:t>
            </a: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marL="0" indent="0">
              <a:lnSpc>
                <a:spcPct val="100000"/>
              </a:lnSpc>
              <a:spcBef>
                <a:spcPts val="0"/>
              </a:spcBef>
              <a:spcAft>
                <a:spcPts val="600"/>
              </a:spcAft>
              <a:buSzPct val="100000"/>
              <a:buNone/>
            </a:pPr>
            <a:endParaRPr lang="en-US" sz="2400" b="1" dirty="0">
              <a:solidFill>
                <a:srgbClr val="002060"/>
              </a:solidFill>
            </a:endParaRPr>
          </a:p>
          <a:p>
            <a:pPr marL="0" indent="0">
              <a:lnSpc>
                <a:spcPct val="100000"/>
              </a:lnSpc>
              <a:spcBef>
                <a:spcPts val="0"/>
              </a:spcBef>
              <a:spcAft>
                <a:spcPts val="600"/>
              </a:spcAft>
              <a:buSzPct val="100000"/>
              <a:buNone/>
            </a:pPr>
            <a:r>
              <a:rPr lang="en-US" sz="2400" b="1" dirty="0">
                <a:solidFill>
                  <a:srgbClr val="002060"/>
                </a:solidFill>
              </a:rPr>
              <a:t>Incremental CF</a:t>
            </a:r>
            <a:r>
              <a:rPr lang="en-US" sz="2400" dirty="0"/>
              <a:t>	= EBIT + Depreciation – Taxes</a:t>
            </a:r>
          </a:p>
          <a:p>
            <a:pPr algn="just">
              <a:lnSpc>
                <a:spcPct val="90000"/>
              </a:lnSpc>
              <a:buFontTx/>
              <a:buNone/>
            </a:pPr>
            <a:r>
              <a:rPr lang="en-US" sz="2400" dirty="0"/>
              <a:t>				= 25 000 + 40 000 – 6 750</a:t>
            </a:r>
          </a:p>
          <a:p>
            <a:pPr algn="just">
              <a:lnSpc>
                <a:spcPct val="90000"/>
              </a:lnSpc>
              <a:buFontTx/>
              <a:buNone/>
            </a:pPr>
            <a:r>
              <a:rPr lang="en-US" sz="2400" dirty="0"/>
              <a:t>				= </a:t>
            </a:r>
            <a:r>
              <a:rPr lang="en-US" sz="2400" b="1" dirty="0">
                <a:solidFill>
                  <a:srgbClr val="002060"/>
                </a:solidFill>
              </a:rPr>
              <a:t>R58 250</a:t>
            </a:r>
          </a:p>
          <a:p>
            <a:pPr marL="0" indent="0" algn="just">
              <a:lnSpc>
                <a:spcPct val="105000"/>
              </a:lnSpc>
              <a:buSzPct val="100000"/>
              <a:buNone/>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dirty="0">
              <a:latin typeface="+mj-lt"/>
            </a:endParaRPr>
          </a:p>
        </p:txBody>
      </p:sp>
      <p:graphicFrame>
        <p:nvGraphicFramePr>
          <p:cNvPr id="5" name="Diagram 4">
            <a:extLst>
              <a:ext uri="{FF2B5EF4-FFF2-40B4-BE49-F238E27FC236}">
                <a16:creationId xmlns:a16="http://schemas.microsoft.com/office/drawing/2014/main" id="{A58A7218-D844-8C25-7E03-88F30491C14C}"/>
              </a:ext>
            </a:extLst>
          </p:cNvPr>
          <p:cNvGraphicFramePr/>
          <p:nvPr/>
        </p:nvGraphicFramePr>
        <p:xfrm>
          <a:off x="5549152" y="3276600"/>
          <a:ext cx="3397624" cy="22203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Rectangle 37">
            <a:extLst>
              <a:ext uri="{FF2B5EF4-FFF2-40B4-BE49-F238E27FC236}">
                <a16:creationId xmlns:a16="http://schemas.microsoft.com/office/drawing/2014/main" id="{A60F08D3-03D0-4448-0FA1-0F3280C8783F}"/>
              </a:ext>
            </a:extLst>
          </p:cNvPr>
          <p:cNvSpPr>
            <a:spLocks noChangeArrowheads="1"/>
          </p:cNvSpPr>
          <p:nvPr/>
        </p:nvSpPr>
        <p:spPr bwMode="auto">
          <a:xfrm>
            <a:off x="838200" y="2122944"/>
            <a:ext cx="5929312" cy="2677656"/>
          </a:xfrm>
          <a:prstGeom prst="rect">
            <a:avLst/>
          </a:prstGeom>
          <a:noFill/>
          <a:ln w="9525">
            <a:noFill/>
            <a:miter lim="800000"/>
            <a:headEnd/>
            <a:tailEnd/>
          </a:ln>
        </p:spPr>
        <p:txBody>
          <a:bodyPr>
            <a:spAutoFit/>
          </a:bodyPr>
          <a:lstStyle/>
          <a:p>
            <a:pPr>
              <a:defRPr/>
            </a:pPr>
            <a:r>
              <a:rPr lang="en-GB" sz="2400" dirty="0"/>
              <a:t>Sales		480 000 (6 000 x R80)</a:t>
            </a:r>
          </a:p>
          <a:p>
            <a:pPr>
              <a:defRPr/>
            </a:pPr>
            <a:r>
              <a:rPr lang="en-GB" sz="2400" dirty="0"/>
              <a:t>- TVC		360 000 (6 000 x R60)</a:t>
            </a:r>
          </a:p>
          <a:p>
            <a:pPr>
              <a:defRPr/>
            </a:pPr>
            <a:r>
              <a:rPr lang="en-GB" sz="2400" dirty="0"/>
              <a:t>- TFC		</a:t>
            </a:r>
            <a:r>
              <a:rPr lang="en-GB" sz="2400" dirty="0">
                <a:solidFill>
                  <a:srgbClr val="C00000"/>
                </a:solidFill>
              </a:rPr>
              <a:t>  55 000 </a:t>
            </a:r>
            <a:r>
              <a:rPr lang="en-GB" sz="2400" dirty="0"/>
              <a:t>	</a:t>
            </a:r>
          </a:p>
          <a:p>
            <a:pPr>
              <a:defRPr/>
            </a:pPr>
            <a:r>
              <a:rPr lang="en-GB" sz="2400" dirty="0"/>
              <a:t>- </a:t>
            </a:r>
            <a:r>
              <a:rPr lang="en-GB" sz="2400" b="1" dirty="0" err="1">
                <a:solidFill>
                  <a:srgbClr val="002060"/>
                </a:solidFill>
              </a:rPr>
              <a:t>Depr</a:t>
            </a:r>
            <a:r>
              <a:rPr lang="en-GB" sz="2400" b="1" dirty="0">
                <a:solidFill>
                  <a:srgbClr val="002060"/>
                </a:solidFill>
              </a:rPr>
              <a:t> 	</a:t>
            </a:r>
            <a:r>
              <a:rPr lang="en-GB" sz="2400" b="1" u="sng" dirty="0">
                <a:solidFill>
                  <a:srgbClr val="002060"/>
                </a:solidFill>
              </a:rPr>
              <a:t>  40 000</a:t>
            </a:r>
            <a:r>
              <a:rPr lang="en-GB" sz="2400" b="1" dirty="0">
                <a:solidFill>
                  <a:srgbClr val="002060"/>
                </a:solidFill>
              </a:rPr>
              <a:t> </a:t>
            </a:r>
            <a:r>
              <a:rPr lang="en-GB" sz="2400" dirty="0"/>
              <a:t>(200 000 / 5)</a:t>
            </a:r>
          </a:p>
          <a:p>
            <a:pPr>
              <a:defRPr/>
            </a:pPr>
            <a:r>
              <a:rPr lang="en-GB" sz="2400" b="1" dirty="0">
                <a:solidFill>
                  <a:srgbClr val="002060"/>
                </a:solidFill>
              </a:rPr>
              <a:t>EBIT		  25 000</a:t>
            </a:r>
            <a:r>
              <a:rPr lang="en-GB" sz="2400" dirty="0"/>
              <a:t>	</a:t>
            </a:r>
          </a:p>
          <a:p>
            <a:pPr>
              <a:defRPr/>
            </a:pPr>
            <a:r>
              <a:rPr lang="en-GB" sz="2400" dirty="0"/>
              <a:t>- </a:t>
            </a:r>
            <a:r>
              <a:rPr lang="en-GB" sz="2400" b="1" dirty="0">
                <a:solidFill>
                  <a:srgbClr val="002060"/>
                </a:solidFill>
              </a:rPr>
              <a:t>Taxes	</a:t>
            </a:r>
            <a:r>
              <a:rPr lang="en-GB" sz="2400" b="1" u="sng" dirty="0">
                <a:solidFill>
                  <a:srgbClr val="002060"/>
                </a:solidFill>
              </a:rPr>
              <a:t>    6 750</a:t>
            </a:r>
            <a:r>
              <a:rPr lang="en-GB" sz="2400" b="1" dirty="0">
                <a:solidFill>
                  <a:srgbClr val="002060"/>
                </a:solidFill>
              </a:rPr>
              <a:t> </a:t>
            </a:r>
            <a:r>
              <a:rPr lang="en-GB" sz="2400" dirty="0"/>
              <a:t>(27%)</a:t>
            </a:r>
          </a:p>
          <a:p>
            <a:pPr>
              <a:defRPr/>
            </a:pPr>
            <a:r>
              <a:rPr lang="en-GB" sz="2400" dirty="0"/>
              <a:t>EAT	  	</a:t>
            </a:r>
            <a:r>
              <a:rPr lang="en-GB" sz="2400" u="dbl" dirty="0"/>
              <a:t>  18 250</a:t>
            </a:r>
            <a:r>
              <a:rPr lang="en-GB" sz="2400" dirty="0"/>
              <a:t>	</a:t>
            </a:r>
          </a:p>
        </p:txBody>
      </p:sp>
    </p:spTree>
    <p:custDataLst>
      <p:tags r:id="rId1"/>
    </p:custDataLst>
    <p:extLst>
      <p:ext uri="{BB962C8B-B14F-4D97-AF65-F5344CB8AC3E}">
        <p14:creationId xmlns:p14="http://schemas.microsoft.com/office/powerpoint/2010/main" val="160351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EACD9-E7BA-B0D4-D772-4392CB79A931}"/>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B90384A7-E5D0-1489-7F2A-BA020115968A}"/>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FEFC3447-1126-9C21-C68D-318C984D50A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17</a:t>
            </a:fld>
            <a:endParaRPr lang="en-US">
              <a:solidFill>
                <a:schemeClr val="tx1"/>
              </a:solidFill>
            </a:endParaRPr>
          </a:p>
        </p:txBody>
      </p:sp>
      <p:sp>
        <p:nvSpPr>
          <p:cNvPr id="4" name="Rectangle 5">
            <a:extLst>
              <a:ext uri="{FF2B5EF4-FFF2-40B4-BE49-F238E27FC236}">
                <a16:creationId xmlns:a16="http://schemas.microsoft.com/office/drawing/2014/main" id="{389466B2-BD9B-F4E5-7DED-35E0AD43F288}"/>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i="1" dirty="0"/>
              <a:t>Pro forma</a:t>
            </a:r>
            <a:r>
              <a:rPr lang="en-US" sz="2400" dirty="0"/>
              <a:t> statement of financial performance using the </a:t>
            </a:r>
            <a:r>
              <a:rPr lang="en-US" sz="2400" b="1" dirty="0">
                <a:solidFill>
                  <a:srgbClr val="002060"/>
                </a:solidFill>
              </a:rPr>
              <a:t>best-case fixed costs (implying lowest cost)</a:t>
            </a: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b="1" dirty="0">
              <a:solidFill>
                <a:srgbClr val="002060"/>
              </a:solidFill>
            </a:endParaRPr>
          </a:p>
          <a:p>
            <a:pPr marL="0" indent="0">
              <a:lnSpc>
                <a:spcPct val="100000"/>
              </a:lnSpc>
              <a:spcBef>
                <a:spcPts val="0"/>
              </a:spcBef>
              <a:spcAft>
                <a:spcPts val="600"/>
              </a:spcAft>
              <a:buSzPct val="100000"/>
              <a:buNone/>
            </a:pPr>
            <a:endParaRPr lang="en-US" sz="2400" b="1" dirty="0">
              <a:solidFill>
                <a:srgbClr val="002060"/>
              </a:solidFill>
            </a:endParaRPr>
          </a:p>
          <a:p>
            <a:pPr marL="0" indent="0">
              <a:lnSpc>
                <a:spcPct val="100000"/>
              </a:lnSpc>
              <a:spcBef>
                <a:spcPts val="0"/>
              </a:spcBef>
              <a:spcAft>
                <a:spcPts val="600"/>
              </a:spcAft>
              <a:buSzPct val="100000"/>
              <a:buNone/>
            </a:pPr>
            <a:r>
              <a:rPr lang="en-US" sz="2400" b="1" dirty="0">
                <a:solidFill>
                  <a:srgbClr val="002060"/>
                </a:solidFill>
              </a:rPr>
              <a:t>Incremental CF</a:t>
            </a:r>
            <a:r>
              <a:rPr lang="en-US" sz="2400" dirty="0"/>
              <a:t>	= EBIT + Depreciation – Taxes</a:t>
            </a:r>
          </a:p>
          <a:p>
            <a:pPr algn="just">
              <a:lnSpc>
                <a:spcPct val="90000"/>
              </a:lnSpc>
              <a:buFontTx/>
              <a:buNone/>
            </a:pPr>
            <a:r>
              <a:rPr lang="en-US" sz="2400" dirty="0"/>
              <a:t>				= 35 000 + 40 000 – 9 450</a:t>
            </a:r>
          </a:p>
          <a:p>
            <a:pPr algn="just">
              <a:lnSpc>
                <a:spcPct val="90000"/>
              </a:lnSpc>
              <a:buFontTx/>
              <a:buNone/>
            </a:pPr>
            <a:r>
              <a:rPr lang="en-US" sz="2400" dirty="0"/>
              <a:t>				= </a:t>
            </a:r>
            <a:r>
              <a:rPr lang="en-US" sz="2400" b="1" dirty="0">
                <a:solidFill>
                  <a:srgbClr val="002060"/>
                </a:solidFill>
              </a:rPr>
              <a:t>R65 550</a:t>
            </a:r>
          </a:p>
          <a:p>
            <a:pPr marL="0" indent="0" algn="just">
              <a:lnSpc>
                <a:spcPct val="105000"/>
              </a:lnSpc>
              <a:buSzPct val="100000"/>
              <a:buNone/>
            </a:pPr>
            <a:endParaRPr lang="en-US" sz="2400" b="1" dirty="0">
              <a:solidFill>
                <a:srgbClr val="002060"/>
              </a:solidFill>
            </a:endParaRPr>
          </a:p>
          <a:p>
            <a:pPr algn="just">
              <a:lnSpc>
                <a:spcPct val="105000"/>
              </a:lnSpc>
              <a:buSzPct val="100000"/>
              <a:buFont typeface="Arial" panose="020B0604020202020204" pitchFamily="34" charset="0"/>
              <a:buChar char="•"/>
            </a:pPr>
            <a:endParaRPr lang="en-US" sz="2400" dirty="0">
              <a:latin typeface="+mj-lt"/>
            </a:endParaRPr>
          </a:p>
        </p:txBody>
      </p:sp>
      <p:graphicFrame>
        <p:nvGraphicFramePr>
          <p:cNvPr id="6" name="Diagram 5">
            <a:extLst>
              <a:ext uri="{FF2B5EF4-FFF2-40B4-BE49-F238E27FC236}">
                <a16:creationId xmlns:a16="http://schemas.microsoft.com/office/drawing/2014/main" id="{5240D604-1669-249E-FABC-D57C941D765F}"/>
              </a:ext>
            </a:extLst>
          </p:cNvPr>
          <p:cNvGraphicFramePr/>
          <p:nvPr/>
        </p:nvGraphicFramePr>
        <p:xfrm>
          <a:off x="5549152" y="3276600"/>
          <a:ext cx="3397624" cy="22203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Rectangle 37">
            <a:extLst>
              <a:ext uri="{FF2B5EF4-FFF2-40B4-BE49-F238E27FC236}">
                <a16:creationId xmlns:a16="http://schemas.microsoft.com/office/drawing/2014/main" id="{B0CADAC9-C351-12D1-1901-9586838FAF67}"/>
              </a:ext>
            </a:extLst>
          </p:cNvPr>
          <p:cNvSpPr>
            <a:spLocks noChangeArrowheads="1"/>
          </p:cNvSpPr>
          <p:nvPr/>
        </p:nvSpPr>
        <p:spPr bwMode="auto">
          <a:xfrm>
            <a:off x="838200" y="2185086"/>
            <a:ext cx="5929312" cy="2677656"/>
          </a:xfrm>
          <a:prstGeom prst="rect">
            <a:avLst/>
          </a:prstGeom>
          <a:noFill/>
          <a:ln w="9525">
            <a:noFill/>
            <a:miter lim="800000"/>
            <a:headEnd/>
            <a:tailEnd/>
          </a:ln>
        </p:spPr>
        <p:txBody>
          <a:bodyPr>
            <a:spAutoFit/>
          </a:bodyPr>
          <a:lstStyle/>
          <a:p>
            <a:pPr>
              <a:defRPr/>
            </a:pPr>
            <a:r>
              <a:rPr lang="en-GB" sz="2400" dirty="0"/>
              <a:t>Sales		480 000 (6 000 x R80)</a:t>
            </a:r>
          </a:p>
          <a:p>
            <a:pPr>
              <a:defRPr/>
            </a:pPr>
            <a:r>
              <a:rPr lang="en-GB" sz="2400" dirty="0"/>
              <a:t>- TVC		360 000 (6 000 x R60)</a:t>
            </a:r>
          </a:p>
          <a:p>
            <a:pPr>
              <a:defRPr/>
            </a:pPr>
            <a:r>
              <a:rPr lang="en-GB" sz="2400" dirty="0"/>
              <a:t>- TFC		  </a:t>
            </a:r>
            <a:r>
              <a:rPr lang="en-GB" sz="2400" dirty="0">
                <a:solidFill>
                  <a:srgbClr val="C00000"/>
                </a:solidFill>
              </a:rPr>
              <a:t>45 000 </a:t>
            </a:r>
            <a:r>
              <a:rPr lang="en-GB" sz="2400" dirty="0"/>
              <a:t>	</a:t>
            </a:r>
          </a:p>
          <a:p>
            <a:pPr>
              <a:defRPr/>
            </a:pPr>
            <a:r>
              <a:rPr lang="en-GB" sz="2400" dirty="0"/>
              <a:t>- </a:t>
            </a:r>
            <a:r>
              <a:rPr lang="en-GB" sz="2400" b="1" dirty="0" err="1">
                <a:solidFill>
                  <a:srgbClr val="002060"/>
                </a:solidFill>
              </a:rPr>
              <a:t>Depr</a:t>
            </a:r>
            <a:r>
              <a:rPr lang="en-GB" sz="2400" b="1" dirty="0">
                <a:solidFill>
                  <a:srgbClr val="002060"/>
                </a:solidFill>
              </a:rPr>
              <a:t> 	</a:t>
            </a:r>
            <a:r>
              <a:rPr lang="en-GB" sz="2400" b="1" u="sng" dirty="0">
                <a:solidFill>
                  <a:srgbClr val="002060"/>
                </a:solidFill>
              </a:rPr>
              <a:t>  40 000</a:t>
            </a:r>
            <a:r>
              <a:rPr lang="en-GB" sz="2400" b="1" dirty="0">
                <a:solidFill>
                  <a:srgbClr val="002060"/>
                </a:solidFill>
              </a:rPr>
              <a:t> </a:t>
            </a:r>
            <a:r>
              <a:rPr lang="en-GB" sz="2400" dirty="0"/>
              <a:t>(200 000 / 5)</a:t>
            </a:r>
          </a:p>
          <a:p>
            <a:pPr>
              <a:defRPr/>
            </a:pPr>
            <a:r>
              <a:rPr lang="en-GB" sz="2400" b="1" dirty="0">
                <a:solidFill>
                  <a:srgbClr val="002060"/>
                </a:solidFill>
              </a:rPr>
              <a:t>EBIT		  35 000</a:t>
            </a:r>
            <a:r>
              <a:rPr lang="en-GB" sz="2400" dirty="0"/>
              <a:t>	</a:t>
            </a:r>
          </a:p>
          <a:p>
            <a:pPr>
              <a:defRPr/>
            </a:pPr>
            <a:r>
              <a:rPr lang="en-GB" sz="2400" dirty="0"/>
              <a:t>- </a:t>
            </a:r>
            <a:r>
              <a:rPr lang="en-GB" sz="2400" b="1" dirty="0">
                <a:solidFill>
                  <a:srgbClr val="002060"/>
                </a:solidFill>
              </a:rPr>
              <a:t>Taxes	</a:t>
            </a:r>
            <a:r>
              <a:rPr lang="en-GB" sz="2400" b="1" u="sng" dirty="0">
                <a:solidFill>
                  <a:srgbClr val="002060"/>
                </a:solidFill>
              </a:rPr>
              <a:t>    9 450</a:t>
            </a:r>
            <a:r>
              <a:rPr lang="en-GB" sz="2400" b="1" dirty="0">
                <a:solidFill>
                  <a:srgbClr val="002060"/>
                </a:solidFill>
              </a:rPr>
              <a:t> </a:t>
            </a:r>
            <a:r>
              <a:rPr lang="en-GB" sz="2400" dirty="0"/>
              <a:t>(27%)</a:t>
            </a:r>
          </a:p>
          <a:p>
            <a:pPr>
              <a:defRPr/>
            </a:pPr>
            <a:r>
              <a:rPr lang="en-GB" sz="2400" dirty="0"/>
              <a:t>EAT	  	</a:t>
            </a:r>
            <a:r>
              <a:rPr lang="en-GB" sz="2400" u="dbl" dirty="0"/>
              <a:t>  25 550</a:t>
            </a:r>
            <a:r>
              <a:rPr lang="en-GB" sz="2400" dirty="0"/>
              <a:t>	</a:t>
            </a:r>
          </a:p>
        </p:txBody>
      </p:sp>
    </p:spTree>
    <p:custDataLst>
      <p:tags r:id="rId1"/>
    </p:custDataLst>
    <p:extLst>
      <p:ext uri="{BB962C8B-B14F-4D97-AF65-F5344CB8AC3E}">
        <p14:creationId xmlns:p14="http://schemas.microsoft.com/office/powerpoint/2010/main" val="3101891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41A1D-3C94-E1C9-FE83-B7590695EEA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8727173-883D-D180-E143-3AB118DE321D}"/>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B3F853F9-EB4E-EF7D-BDE3-D387CA212D99}"/>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18</a:t>
            </a:fld>
            <a:endParaRPr lang="en-US">
              <a:solidFill>
                <a:schemeClr val="tx1"/>
              </a:solidFill>
            </a:endParaRPr>
          </a:p>
        </p:txBody>
      </p:sp>
      <p:sp>
        <p:nvSpPr>
          <p:cNvPr id="4" name="Rectangle 5">
            <a:extLst>
              <a:ext uri="{FF2B5EF4-FFF2-40B4-BE49-F238E27FC236}">
                <a16:creationId xmlns:a16="http://schemas.microsoft.com/office/drawing/2014/main" id="{F153D00C-4768-B538-B1C3-FBCE8ABFD7E5}"/>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Sensitivity analysis</a:t>
            </a:r>
          </a:p>
        </p:txBody>
      </p:sp>
      <p:graphicFrame>
        <p:nvGraphicFramePr>
          <p:cNvPr id="2" name="Group 169">
            <a:extLst>
              <a:ext uri="{FF2B5EF4-FFF2-40B4-BE49-F238E27FC236}">
                <a16:creationId xmlns:a16="http://schemas.microsoft.com/office/drawing/2014/main" id="{BD3AAFA9-CA74-184D-1071-C440EDF321BB}"/>
              </a:ext>
            </a:extLst>
          </p:cNvPr>
          <p:cNvGraphicFramePr>
            <a:graphicFrameLocks/>
          </p:cNvGraphicFramePr>
          <p:nvPr>
            <p:extLst>
              <p:ext uri="{D42A27DB-BD31-4B8C-83A1-F6EECF244321}">
                <p14:modId xmlns:p14="http://schemas.microsoft.com/office/powerpoint/2010/main" val="1522048572"/>
              </p:ext>
            </p:extLst>
          </p:nvPr>
        </p:nvGraphicFramePr>
        <p:xfrm>
          <a:off x="137131" y="1652587"/>
          <a:ext cx="8901113" cy="4214813"/>
        </p:xfrm>
        <a:graphic>
          <a:graphicData uri="http://schemas.openxmlformats.org/drawingml/2006/table">
            <a:tbl>
              <a:tblPr/>
              <a:tblGrid>
                <a:gridCol w="1932160">
                  <a:extLst>
                    <a:ext uri="{9D8B030D-6E8A-4147-A177-3AD203B41FA5}">
                      <a16:colId xmlns:a16="http://schemas.microsoft.com/office/drawing/2014/main" val="20000"/>
                    </a:ext>
                  </a:extLst>
                </a:gridCol>
                <a:gridCol w="1742457">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85528">
                  <a:extLst>
                    <a:ext uri="{9D8B030D-6E8A-4147-A177-3AD203B41FA5}">
                      <a16:colId xmlns:a16="http://schemas.microsoft.com/office/drawing/2014/main" val="20003"/>
                    </a:ext>
                  </a:extLst>
                </a:gridCol>
                <a:gridCol w="1512168">
                  <a:extLst>
                    <a:ext uri="{9D8B030D-6E8A-4147-A177-3AD203B41FA5}">
                      <a16:colId xmlns:a16="http://schemas.microsoft.com/office/drawing/2014/main" val="20004"/>
                    </a:ext>
                  </a:extLst>
                </a:gridCol>
              </a:tblGrid>
              <a:tr h="1187657">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rPr>
                        <a:t>Case information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Fixed costs</a:t>
                      </a:r>
                      <a:endParaRPr kumimoji="0" lang="en-US" sz="2400" b="1"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OCF</a:t>
                      </a:r>
                    </a:p>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(5 years)</a:t>
                      </a:r>
                      <a:endParaRPr kumimoji="0" lang="en-US" sz="2400" b="1"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NPV</a:t>
                      </a:r>
                    </a:p>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(@12%)</a:t>
                      </a:r>
                      <a:endParaRPr kumimoji="0" lang="en-US" sz="2400" b="1"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IRR</a:t>
                      </a:r>
                      <a:endParaRPr kumimoji="0" lang="en-US" sz="2400" b="1"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0845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Base case</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(Most likely)</a:t>
                      </a:r>
                      <a:endParaRPr kumimoji="0" lang="en-US" sz="24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50 000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R61 900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R23 135.65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16.57%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025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Worst case</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(Pessimistic)</a:t>
                      </a:r>
                      <a:endParaRPr kumimoji="0" lang="en-US" sz="24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55 000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R58 250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R9 978.21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14.00%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0845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Best case</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(Optimistic)</a:t>
                      </a:r>
                      <a:endParaRPr kumimoji="0" lang="en-US" sz="24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45 000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R65 550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R36 293.08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19.10%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691691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99913AB-C819-0F2A-C8E2-73E6D19C2F8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C56A5067-AC53-29BA-A2CF-4A930189623F}"/>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5F6201CF-118F-35C6-775C-D2D966CCAF6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19</a:t>
            </a:fld>
            <a:endParaRPr lang="en-US">
              <a:solidFill>
                <a:schemeClr val="tx1"/>
              </a:solidFill>
            </a:endParaRPr>
          </a:p>
        </p:txBody>
      </p:sp>
      <p:sp>
        <p:nvSpPr>
          <p:cNvPr id="4" name="Rectangle 5">
            <a:extLst>
              <a:ext uri="{FF2B5EF4-FFF2-40B4-BE49-F238E27FC236}">
                <a16:creationId xmlns:a16="http://schemas.microsoft.com/office/drawing/2014/main" id="{D8A66429-6E64-500B-8A9F-0FEEE52A3572}"/>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200" dirty="0">
                <a:latin typeface="+mj-lt"/>
              </a:rPr>
              <a:t>Scenario analysis</a:t>
            </a:r>
          </a:p>
          <a:p>
            <a:pPr marL="715963" algn="just">
              <a:lnSpc>
                <a:spcPct val="105000"/>
              </a:lnSpc>
              <a:buSzPct val="100000"/>
              <a:buFont typeface="Wingdings" panose="05000000000000000000" pitchFamily="2" charset="2"/>
              <a:buChar char="§"/>
            </a:pPr>
            <a:r>
              <a:rPr lang="en-US" sz="2200" dirty="0">
                <a:latin typeface="+mj-lt"/>
              </a:rPr>
              <a:t>Bad and good sets of financial circumstances compared with most likely (base case) situation</a:t>
            </a:r>
          </a:p>
          <a:p>
            <a:pPr marL="715963" indent="-357188">
              <a:lnSpc>
                <a:spcPct val="100000"/>
              </a:lnSpc>
              <a:spcBef>
                <a:spcPts val="0"/>
              </a:spcBef>
              <a:spcAft>
                <a:spcPts val="300"/>
              </a:spcAft>
              <a:buSzPct val="100000"/>
              <a:buFont typeface="Wingdings" panose="05000000000000000000" pitchFamily="2" charset="2"/>
              <a:buChar char="§"/>
            </a:pPr>
            <a:r>
              <a:rPr lang="en-US" sz="2200" dirty="0">
                <a:latin typeface="+mj-lt"/>
              </a:rPr>
              <a:t>Sensitivity of NPV to changes in key variables</a:t>
            </a:r>
          </a:p>
          <a:p>
            <a:pPr marL="715963" indent="-357188">
              <a:lnSpc>
                <a:spcPct val="100000"/>
              </a:lnSpc>
              <a:spcBef>
                <a:spcPts val="0"/>
              </a:spcBef>
              <a:spcAft>
                <a:spcPts val="300"/>
              </a:spcAft>
              <a:buSzPct val="100000"/>
              <a:buFont typeface="Wingdings" panose="05000000000000000000" pitchFamily="2" charset="2"/>
              <a:buChar char="§"/>
            </a:pPr>
            <a:r>
              <a:rPr lang="en-US" sz="2200" dirty="0">
                <a:latin typeface="+mj-lt"/>
              </a:rPr>
              <a:t>Range of likely values of these variables</a:t>
            </a:r>
          </a:p>
          <a:p>
            <a:pPr marL="715963" lvl="1" indent="-357188">
              <a:lnSpc>
                <a:spcPct val="100000"/>
              </a:lnSpc>
              <a:spcBef>
                <a:spcPts val="0"/>
              </a:spcBef>
              <a:spcAft>
                <a:spcPts val="300"/>
              </a:spcAft>
              <a:buSzPct val="100000"/>
              <a:buFont typeface="Wingdings" panose="05000000000000000000" pitchFamily="2" charset="2"/>
              <a:buChar char="§"/>
            </a:pPr>
            <a:r>
              <a:rPr lang="en-US" sz="2200" dirty="0">
                <a:latin typeface="+mj-lt"/>
              </a:rPr>
              <a:t>Identify 3 possible cases (scenarios)</a:t>
            </a:r>
          </a:p>
          <a:p>
            <a:pPr marL="1074738" indent="-357188">
              <a:lnSpc>
                <a:spcPct val="100000"/>
              </a:lnSpc>
              <a:spcBef>
                <a:spcPts val="0"/>
              </a:spcBef>
              <a:spcAft>
                <a:spcPts val="300"/>
              </a:spcAft>
              <a:buSzPct val="100000"/>
              <a:buFont typeface="Wingdings" panose="05000000000000000000" pitchFamily="2" charset="2"/>
              <a:buChar char="§"/>
            </a:pPr>
            <a:r>
              <a:rPr lang="en-US" sz="2200" dirty="0">
                <a:latin typeface="+mj-lt"/>
              </a:rPr>
              <a:t>Base case (most likely)</a:t>
            </a:r>
          </a:p>
          <a:p>
            <a:pPr marL="1433513" indent="-357188">
              <a:lnSpc>
                <a:spcPct val="100000"/>
              </a:lnSpc>
              <a:spcBef>
                <a:spcPts val="0"/>
              </a:spcBef>
              <a:spcAft>
                <a:spcPts val="300"/>
              </a:spcAft>
              <a:buSzPct val="100000"/>
              <a:buFont typeface="Wingdings" panose="05000000000000000000" pitchFamily="2" charset="2"/>
              <a:buChar char="§"/>
            </a:pPr>
            <a:r>
              <a:rPr lang="en-US" sz="2200" dirty="0">
                <a:latin typeface="+mj-lt"/>
              </a:rPr>
              <a:t>All input variables set a most likely values</a:t>
            </a:r>
          </a:p>
          <a:p>
            <a:pPr marL="1074738" indent="-357188">
              <a:lnSpc>
                <a:spcPct val="100000"/>
              </a:lnSpc>
              <a:spcBef>
                <a:spcPts val="0"/>
              </a:spcBef>
              <a:spcAft>
                <a:spcPts val="300"/>
              </a:spcAft>
              <a:buSzPct val="100000"/>
              <a:buFont typeface="Wingdings" panose="05000000000000000000" pitchFamily="2" charset="2"/>
              <a:buChar char="§"/>
            </a:pPr>
            <a:r>
              <a:rPr lang="en-US" sz="2200" dirty="0">
                <a:latin typeface="+mj-lt"/>
              </a:rPr>
              <a:t>Best case (optimistic, most </a:t>
            </a:r>
            <a:r>
              <a:rPr lang="en-US" sz="2200" dirty="0" err="1">
                <a:latin typeface="+mj-lt"/>
              </a:rPr>
              <a:t>favourable</a:t>
            </a:r>
            <a:r>
              <a:rPr lang="en-US" sz="2200" dirty="0">
                <a:latin typeface="+mj-lt"/>
              </a:rPr>
              <a:t> – highest sales, lowest costs)</a:t>
            </a:r>
          </a:p>
          <a:p>
            <a:pPr marL="1433513" indent="-357188">
              <a:lnSpc>
                <a:spcPct val="100000"/>
              </a:lnSpc>
              <a:spcBef>
                <a:spcPts val="0"/>
              </a:spcBef>
              <a:spcAft>
                <a:spcPts val="300"/>
              </a:spcAft>
              <a:buSzPct val="100000"/>
              <a:buFont typeface="Wingdings" panose="05000000000000000000" pitchFamily="2" charset="2"/>
              <a:buChar char="§"/>
            </a:pPr>
            <a:r>
              <a:rPr lang="en-US" sz="2200" dirty="0">
                <a:latin typeface="+mj-lt"/>
              </a:rPr>
              <a:t>All input variables set at best reasonable forecasted values</a:t>
            </a:r>
          </a:p>
          <a:p>
            <a:pPr marL="1074738" indent="-357188">
              <a:lnSpc>
                <a:spcPct val="100000"/>
              </a:lnSpc>
              <a:spcBef>
                <a:spcPts val="0"/>
              </a:spcBef>
              <a:spcAft>
                <a:spcPts val="300"/>
              </a:spcAft>
              <a:buSzPct val="100000"/>
              <a:buFont typeface="Wingdings" panose="05000000000000000000" pitchFamily="2" charset="2"/>
              <a:buChar char="§"/>
            </a:pPr>
            <a:r>
              <a:rPr lang="en-US" sz="2200" dirty="0">
                <a:latin typeface="+mj-lt"/>
              </a:rPr>
              <a:t>Worst case (pessimistic, most </a:t>
            </a:r>
            <a:r>
              <a:rPr lang="en-US" sz="2200" dirty="0" err="1">
                <a:latin typeface="+mj-lt"/>
              </a:rPr>
              <a:t>unfavourable</a:t>
            </a:r>
            <a:r>
              <a:rPr lang="en-US" sz="2200" dirty="0">
                <a:latin typeface="+mj-lt"/>
              </a:rPr>
              <a:t> – lowest sales, highest costs)</a:t>
            </a:r>
          </a:p>
          <a:p>
            <a:pPr marL="1433513" indent="-357188">
              <a:lnSpc>
                <a:spcPct val="100000"/>
              </a:lnSpc>
              <a:spcBef>
                <a:spcPts val="0"/>
              </a:spcBef>
              <a:spcAft>
                <a:spcPts val="300"/>
              </a:spcAft>
              <a:buSzPct val="100000"/>
              <a:buFont typeface="Wingdings" panose="05000000000000000000" pitchFamily="2" charset="2"/>
              <a:buChar char="§"/>
            </a:pPr>
            <a:r>
              <a:rPr lang="en-US" sz="2200" dirty="0">
                <a:latin typeface="+mj-lt"/>
              </a:rPr>
              <a:t>All input variables set a worst reasonable forecasted values</a:t>
            </a:r>
          </a:p>
          <a:p>
            <a:pPr marL="715963" algn="just">
              <a:lnSpc>
                <a:spcPct val="105000"/>
              </a:lnSpc>
              <a:buSzPct val="100000"/>
              <a:buFont typeface="Wingdings" panose="05000000000000000000" pitchFamily="2" charset="2"/>
              <a:buChar char="§"/>
            </a:pPr>
            <a:endParaRPr lang="en-US" sz="2200" dirty="0">
              <a:latin typeface="+mj-lt"/>
            </a:endParaRPr>
          </a:p>
          <a:p>
            <a:pPr marL="715963" algn="just">
              <a:lnSpc>
                <a:spcPct val="105000"/>
              </a:lnSpc>
              <a:buSzPct val="100000"/>
              <a:buFont typeface="Wingdings" panose="05000000000000000000" pitchFamily="2" charset="2"/>
              <a:buChar char="§"/>
            </a:pPr>
            <a:endParaRPr lang="en-US" sz="2200" dirty="0">
              <a:latin typeface="+mj-lt"/>
            </a:endParaRPr>
          </a:p>
        </p:txBody>
      </p:sp>
      <p:graphicFrame>
        <p:nvGraphicFramePr>
          <p:cNvPr id="2" name="Diagram 1">
            <a:extLst>
              <a:ext uri="{FF2B5EF4-FFF2-40B4-BE49-F238E27FC236}">
                <a16:creationId xmlns:a16="http://schemas.microsoft.com/office/drawing/2014/main" id="{A02B3B32-9A92-B5A5-8C1E-28EAF37F37E8}"/>
              </a:ext>
            </a:extLst>
          </p:cNvPr>
          <p:cNvGraphicFramePr/>
          <p:nvPr>
            <p:extLst>
              <p:ext uri="{D42A27DB-BD31-4B8C-83A1-F6EECF244321}">
                <p14:modId xmlns:p14="http://schemas.microsoft.com/office/powerpoint/2010/main" val="2659400095"/>
              </p:ext>
            </p:extLst>
          </p:nvPr>
        </p:nvGraphicFramePr>
        <p:xfrm>
          <a:off x="6445624" y="1932590"/>
          <a:ext cx="2545976" cy="17631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4427288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38E1F19-0162-83EA-FFD5-0D02072B7546}"/>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40195215-739E-F07C-F430-C5B66FDA12E1}"/>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68B6974F-2AFA-408C-33A4-5B9BE4C2AC7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20</a:t>
            </a:fld>
            <a:endParaRPr lang="en-US">
              <a:solidFill>
                <a:schemeClr val="tx1"/>
              </a:solidFill>
            </a:endParaRPr>
          </a:p>
        </p:txBody>
      </p:sp>
      <p:sp>
        <p:nvSpPr>
          <p:cNvPr id="4" name="Rectangle 5">
            <a:extLst>
              <a:ext uri="{FF2B5EF4-FFF2-40B4-BE49-F238E27FC236}">
                <a16:creationId xmlns:a16="http://schemas.microsoft.com/office/drawing/2014/main" id="{73E60AA7-952B-D687-7934-8D4987830470}"/>
              </a:ext>
            </a:extLst>
          </p:cNvPr>
          <p:cNvSpPr>
            <a:spLocks noGrp="1" noChangeArrowheads="1"/>
          </p:cNvSpPr>
          <p:nvPr>
            <p:ph idx="1"/>
          </p:nvPr>
        </p:nvSpPr>
        <p:spPr>
          <a:xfrm>
            <a:off x="259976" y="990600"/>
            <a:ext cx="8655424" cy="5247290"/>
          </a:xfrm>
        </p:spPr>
        <p:txBody>
          <a:bodyPr/>
          <a:lstStyle/>
          <a:p>
            <a:pPr algn="just">
              <a:lnSpc>
                <a:spcPct val="90000"/>
              </a:lnSpc>
              <a:buSzPct val="100000"/>
              <a:buFont typeface="Arial" panose="020B0604020202020204" pitchFamily="34" charset="0"/>
              <a:buChar char="•"/>
              <a:defRPr/>
            </a:pPr>
            <a:r>
              <a:rPr lang="en-US" sz="2400" dirty="0"/>
              <a:t>NB: Best and worst cases not necessarily going to happen, but still possible</a:t>
            </a:r>
            <a:endParaRPr lang="en-US" sz="2400" dirty="0">
              <a:latin typeface="+mj-lt"/>
            </a:endParaRPr>
          </a:p>
          <a:p>
            <a:pPr algn="just">
              <a:lnSpc>
                <a:spcPct val="90000"/>
              </a:lnSpc>
              <a:buSzPct val="100000"/>
              <a:buFont typeface="Arial" panose="020B0604020202020204" pitchFamily="34" charset="0"/>
              <a:buChar char="•"/>
              <a:defRPr/>
            </a:pPr>
            <a:r>
              <a:rPr lang="en-US" sz="2400" dirty="0">
                <a:latin typeface="+mj-lt"/>
              </a:rPr>
              <a:t>Example: </a:t>
            </a:r>
            <a:r>
              <a:rPr lang="en-US" sz="2400" dirty="0"/>
              <a:t>Initial cost of a project is R200 000 with a 5-year life and no salvage value. Depreciation is straight-line, the required return is 12% and the tax rate is 27%.</a:t>
            </a:r>
          </a:p>
          <a:p>
            <a:pPr algn="just">
              <a:lnSpc>
                <a:spcPct val="90000"/>
              </a:lnSpc>
              <a:buSzPct val="100000"/>
              <a:buFont typeface="Arial" panose="020B0604020202020204" pitchFamily="34" charset="0"/>
              <a:buChar char="•"/>
              <a:defRPr/>
            </a:pPr>
            <a:r>
              <a:rPr lang="en-US" sz="2400" dirty="0"/>
              <a:t>Base case and lower and upper bounds:</a:t>
            </a:r>
          </a:p>
          <a:p>
            <a:pPr algn="just">
              <a:lnSpc>
                <a:spcPct val="105000"/>
              </a:lnSpc>
              <a:buSzPct val="100000"/>
              <a:buFont typeface="Arial" panose="020B0604020202020204" pitchFamily="34" charset="0"/>
              <a:buChar char="•"/>
            </a:pPr>
            <a:endParaRPr lang="en-US" sz="2400" dirty="0">
              <a:latin typeface="+mj-lt"/>
            </a:endParaRPr>
          </a:p>
        </p:txBody>
      </p:sp>
      <p:graphicFrame>
        <p:nvGraphicFramePr>
          <p:cNvPr id="2" name="Group 48">
            <a:extLst>
              <a:ext uri="{FF2B5EF4-FFF2-40B4-BE49-F238E27FC236}">
                <a16:creationId xmlns:a16="http://schemas.microsoft.com/office/drawing/2014/main" id="{661F1AB0-A57E-3808-AF92-874545C0A4FB}"/>
              </a:ext>
            </a:extLst>
          </p:cNvPr>
          <p:cNvGraphicFramePr>
            <a:graphicFrameLocks/>
          </p:cNvGraphicFramePr>
          <p:nvPr>
            <p:extLst>
              <p:ext uri="{D42A27DB-BD31-4B8C-83A1-F6EECF244321}">
                <p14:modId xmlns:p14="http://schemas.microsoft.com/office/powerpoint/2010/main" val="327111631"/>
              </p:ext>
            </p:extLst>
          </p:nvPr>
        </p:nvGraphicFramePr>
        <p:xfrm>
          <a:off x="259976" y="3429000"/>
          <a:ext cx="8535988" cy="2651770"/>
        </p:xfrm>
        <a:graphic>
          <a:graphicData uri="http://schemas.openxmlformats.org/drawingml/2006/table">
            <a:tbl>
              <a:tblPr/>
              <a:tblGrid>
                <a:gridCol w="2207582">
                  <a:extLst>
                    <a:ext uri="{9D8B030D-6E8A-4147-A177-3AD203B41FA5}">
                      <a16:colId xmlns:a16="http://schemas.microsoft.com/office/drawing/2014/main" val="20000"/>
                    </a:ext>
                  </a:extLst>
                </a:gridCol>
                <a:gridCol w="1618894">
                  <a:extLst>
                    <a:ext uri="{9D8B030D-6E8A-4147-A177-3AD203B41FA5}">
                      <a16:colId xmlns:a16="http://schemas.microsoft.com/office/drawing/2014/main" val="20001"/>
                    </a:ext>
                  </a:extLst>
                </a:gridCol>
                <a:gridCol w="2281170">
                  <a:extLst>
                    <a:ext uri="{9D8B030D-6E8A-4147-A177-3AD203B41FA5}">
                      <a16:colId xmlns:a16="http://schemas.microsoft.com/office/drawing/2014/main" val="20002"/>
                    </a:ext>
                  </a:extLst>
                </a:gridCol>
                <a:gridCol w="2428342">
                  <a:extLst>
                    <a:ext uri="{9D8B030D-6E8A-4147-A177-3AD203B41FA5}">
                      <a16:colId xmlns:a16="http://schemas.microsoft.com/office/drawing/2014/main" val="20003"/>
                    </a:ext>
                  </a:extLst>
                </a:gridCol>
              </a:tblGrid>
              <a:tr h="80452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 </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Base</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Lower bound (given)</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Upper bound (given)</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0537">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Unit Sales (Q)</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6 000</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5 500</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6 500</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0537">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Price per unit</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80</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75</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85</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0537">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VC per unit</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60</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58</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62</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0537">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FC per year</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50 000</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pitchFamily="34" charset="0"/>
                          <a:cs typeface="Arial" charset="0"/>
                        </a:rPr>
                        <a:t>45 000</a:t>
                      </a:r>
                      <a:endParaRPr kumimoji="0" lang="en-US" sz="2400" b="0" i="0" u="none" strike="noStrike" cap="none" normalizeH="0" baseline="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charset="0"/>
                        </a:rPr>
                        <a:t>55 000</a:t>
                      </a: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Oval 4">
            <a:extLst>
              <a:ext uri="{FF2B5EF4-FFF2-40B4-BE49-F238E27FC236}">
                <a16:creationId xmlns:a16="http://schemas.microsoft.com/office/drawing/2014/main" id="{6D569E0D-5AD2-D3CA-DD30-F48EEBD817E4}"/>
              </a:ext>
            </a:extLst>
          </p:cNvPr>
          <p:cNvSpPr/>
          <p:nvPr/>
        </p:nvSpPr>
        <p:spPr bwMode="auto">
          <a:xfrm>
            <a:off x="5142470" y="4172465"/>
            <a:ext cx="1524000" cy="990600"/>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6" name="Oval 5">
            <a:extLst>
              <a:ext uri="{FF2B5EF4-FFF2-40B4-BE49-F238E27FC236}">
                <a16:creationId xmlns:a16="http://schemas.microsoft.com/office/drawing/2014/main" id="{42DC332E-2C13-EF19-F9AB-A888ABBA091B}"/>
              </a:ext>
            </a:extLst>
          </p:cNvPr>
          <p:cNvSpPr/>
          <p:nvPr/>
        </p:nvSpPr>
        <p:spPr bwMode="auto">
          <a:xfrm>
            <a:off x="7543800" y="5181600"/>
            <a:ext cx="1524000" cy="990600"/>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7" name="Oval 6">
            <a:extLst>
              <a:ext uri="{FF2B5EF4-FFF2-40B4-BE49-F238E27FC236}">
                <a16:creationId xmlns:a16="http://schemas.microsoft.com/office/drawing/2014/main" id="{5448214C-F8CA-6039-4304-2B811628B01F}"/>
              </a:ext>
            </a:extLst>
          </p:cNvPr>
          <p:cNvSpPr/>
          <p:nvPr/>
        </p:nvSpPr>
        <p:spPr bwMode="auto">
          <a:xfrm>
            <a:off x="7543800" y="4172465"/>
            <a:ext cx="1524000" cy="990600"/>
          </a:xfrm>
          <a:prstGeom prst="ellipse">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8" name="Oval 7">
            <a:extLst>
              <a:ext uri="{FF2B5EF4-FFF2-40B4-BE49-F238E27FC236}">
                <a16:creationId xmlns:a16="http://schemas.microsoft.com/office/drawing/2014/main" id="{ED34A6DD-0E53-621F-B578-0F54DD80C8CC}"/>
              </a:ext>
            </a:extLst>
          </p:cNvPr>
          <p:cNvSpPr/>
          <p:nvPr/>
        </p:nvSpPr>
        <p:spPr bwMode="auto">
          <a:xfrm>
            <a:off x="5105400" y="5163065"/>
            <a:ext cx="1524000" cy="990600"/>
          </a:xfrm>
          <a:prstGeom prst="ellipse">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2500568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6B6109D-BF60-D3F5-D5A0-DFB34F2A8B2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3E2C8EE-4C71-D8FF-2D28-4719698EDCD8}"/>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220845C3-87B3-21CF-F8C6-D62337D621E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21</a:t>
            </a:fld>
            <a:endParaRPr lang="en-US">
              <a:solidFill>
                <a:schemeClr val="tx1"/>
              </a:solidFill>
            </a:endParaRPr>
          </a:p>
        </p:txBody>
      </p:sp>
      <p:sp>
        <p:nvSpPr>
          <p:cNvPr id="4" name="Rectangle 5">
            <a:extLst>
              <a:ext uri="{FF2B5EF4-FFF2-40B4-BE49-F238E27FC236}">
                <a16:creationId xmlns:a16="http://schemas.microsoft.com/office/drawing/2014/main" id="{7AA85EC7-D39B-D0A4-8328-937E26B9554A}"/>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Example: (cont.)</a:t>
            </a:r>
          </a:p>
          <a:p>
            <a:pPr algn="just">
              <a:lnSpc>
                <a:spcPct val="105000"/>
              </a:lnSpc>
              <a:buSzPct val="100000"/>
              <a:buFont typeface="Arial" panose="020B0604020202020204" pitchFamily="34" charset="0"/>
              <a:buChar char="•"/>
            </a:pPr>
            <a:r>
              <a:rPr lang="en-US" sz="2400" dirty="0"/>
              <a:t>Calculate the base NPV (Hint: you need to set up a </a:t>
            </a:r>
            <a:r>
              <a:rPr lang="en-US" sz="2400" i="1" dirty="0"/>
              <a:t>pro forma</a:t>
            </a:r>
            <a:r>
              <a:rPr lang="en-US" sz="2400" dirty="0"/>
              <a:t> statement of financial performance to calculate OCF which will represent CF</a:t>
            </a:r>
            <a:r>
              <a:rPr lang="en-US" sz="2400" baseline="-25000" dirty="0"/>
              <a:t>1-5</a:t>
            </a:r>
            <a:r>
              <a:rPr lang="en-US" sz="2400" dirty="0"/>
              <a:t>) </a:t>
            </a:r>
          </a:p>
          <a:p>
            <a:pPr algn="just">
              <a:lnSpc>
                <a:spcPct val="105000"/>
              </a:lnSpc>
              <a:buSzPct val="100000"/>
              <a:buFont typeface="Arial" panose="020B0604020202020204" pitchFamily="34" charset="0"/>
              <a:buChar char="•"/>
            </a:pPr>
            <a:endParaRPr lang="en-US" sz="2400" dirty="0">
              <a:latin typeface="+mj-lt"/>
            </a:endParaRPr>
          </a:p>
        </p:txBody>
      </p:sp>
      <p:sp>
        <p:nvSpPr>
          <p:cNvPr id="2" name="Rectangle 37">
            <a:extLst>
              <a:ext uri="{FF2B5EF4-FFF2-40B4-BE49-F238E27FC236}">
                <a16:creationId xmlns:a16="http://schemas.microsoft.com/office/drawing/2014/main" id="{0DACE7C1-DF25-0760-29BF-519172ECC561}"/>
              </a:ext>
            </a:extLst>
          </p:cNvPr>
          <p:cNvSpPr>
            <a:spLocks noChangeArrowheads="1"/>
          </p:cNvSpPr>
          <p:nvPr/>
        </p:nvSpPr>
        <p:spPr bwMode="auto">
          <a:xfrm>
            <a:off x="1143000" y="3189744"/>
            <a:ext cx="5929312" cy="2677656"/>
          </a:xfrm>
          <a:prstGeom prst="rect">
            <a:avLst/>
          </a:prstGeom>
          <a:noFill/>
          <a:ln w="9525">
            <a:noFill/>
            <a:miter lim="800000"/>
            <a:headEnd/>
            <a:tailEnd/>
          </a:ln>
        </p:spPr>
        <p:txBody>
          <a:bodyPr>
            <a:spAutoFit/>
          </a:bodyPr>
          <a:lstStyle/>
          <a:p>
            <a:pPr>
              <a:defRPr/>
            </a:pPr>
            <a:r>
              <a:rPr lang="en-GB" sz="2400" dirty="0"/>
              <a:t>Sales		480 000 (6 000 x R80)</a:t>
            </a:r>
          </a:p>
          <a:p>
            <a:pPr>
              <a:defRPr/>
            </a:pPr>
            <a:r>
              <a:rPr lang="en-GB" sz="2400" dirty="0"/>
              <a:t>- TVC		360 000 (6 000 x R60)</a:t>
            </a:r>
          </a:p>
          <a:p>
            <a:pPr>
              <a:defRPr/>
            </a:pPr>
            <a:r>
              <a:rPr lang="en-GB" sz="2400" dirty="0"/>
              <a:t>- TFC		  50 000 	</a:t>
            </a:r>
          </a:p>
          <a:p>
            <a:pPr>
              <a:defRPr/>
            </a:pPr>
            <a:r>
              <a:rPr lang="en-GB" sz="2400" dirty="0"/>
              <a:t>- </a:t>
            </a:r>
            <a:r>
              <a:rPr lang="en-GB" sz="2400" b="1" dirty="0" err="1">
                <a:solidFill>
                  <a:srgbClr val="002060"/>
                </a:solidFill>
              </a:rPr>
              <a:t>Depr</a:t>
            </a:r>
            <a:r>
              <a:rPr lang="en-GB" sz="2400" b="1" dirty="0">
                <a:solidFill>
                  <a:srgbClr val="002060"/>
                </a:solidFill>
              </a:rPr>
              <a:t> 	</a:t>
            </a:r>
            <a:r>
              <a:rPr lang="en-GB" sz="2400" b="1" u="sng" dirty="0">
                <a:solidFill>
                  <a:srgbClr val="002060"/>
                </a:solidFill>
              </a:rPr>
              <a:t>  40 000 </a:t>
            </a:r>
            <a:r>
              <a:rPr lang="en-GB" sz="2400" dirty="0"/>
              <a:t>(200 000 / 5)</a:t>
            </a:r>
          </a:p>
          <a:p>
            <a:pPr>
              <a:defRPr/>
            </a:pPr>
            <a:r>
              <a:rPr lang="en-GB" sz="2400" b="1" dirty="0">
                <a:solidFill>
                  <a:srgbClr val="002060"/>
                </a:solidFill>
              </a:rPr>
              <a:t>EBIT		  30 000</a:t>
            </a:r>
            <a:r>
              <a:rPr lang="en-GB" sz="2400" dirty="0"/>
              <a:t>	</a:t>
            </a:r>
          </a:p>
          <a:p>
            <a:pPr>
              <a:defRPr/>
            </a:pPr>
            <a:r>
              <a:rPr lang="en-GB" sz="2400" dirty="0"/>
              <a:t>- </a:t>
            </a:r>
            <a:r>
              <a:rPr lang="en-GB" sz="2400" b="1" dirty="0">
                <a:solidFill>
                  <a:srgbClr val="002060"/>
                </a:solidFill>
              </a:rPr>
              <a:t>Taxes	</a:t>
            </a:r>
            <a:r>
              <a:rPr lang="en-GB" sz="2400" b="1" u="sng" dirty="0">
                <a:solidFill>
                  <a:srgbClr val="002060"/>
                </a:solidFill>
              </a:rPr>
              <a:t>    8 100 </a:t>
            </a:r>
            <a:r>
              <a:rPr lang="en-GB" sz="2400" dirty="0"/>
              <a:t>(27%)</a:t>
            </a:r>
          </a:p>
          <a:p>
            <a:pPr>
              <a:defRPr/>
            </a:pPr>
            <a:r>
              <a:rPr lang="en-GB" sz="2400" dirty="0"/>
              <a:t>EAT	   	</a:t>
            </a:r>
            <a:r>
              <a:rPr lang="en-GB" sz="2400" u="dbl" dirty="0"/>
              <a:t>  21 900</a:t>
            </a:r>
            <a:r>
              <a:rPr lang="en-GB" sz="2400" dirty="0"/>
              <a:t>	</a:t>
            </a:r>
          </a:p>
        </p:txBody>
      </p:sp>
      <p:graphicFrame>
        <p:nvGraphicFramePr>
          <p:cNvPr id="5" name="Diagram 4">
            <a:extLst>
              <a:ext uri="{FF2B5EF4-FFF2-40B4-BE49-F238E27FC236}">
                <a16:creationId xmlns:a16="http://schemas.microsoft.com/office/drawing/2014/main" id="{E89691C5-B40C-0FF7-5FB9-5134B3D2C129}"/>
              </a:ext>
            </a:extLst>
          </p:cNvPr>
          <p:cNvGraphicFramePr/>
          <p:nvPr>
            <p:extLst>
              <p:ext uri="{D42A27DB-BD31-4B8C-83A1-F6EECF244321}">
                <p14:modId xmlns:p14="http://schemas.microsoft.com/office/powerpoint/2010/main" val="1018720425"/>
              </p:ext>
            </p:extLst>
          </p:nvPr>
        </p:nvGraphicFramePr>
        <p:xfrm>
          <a:off x="6445624" y="1932590"/>
          <a:ext cx="2545976" cy="17631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557630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5B84C36-D587-EC7F-FA51-D0BA9B55E7D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027F5DE2-FD75-91B2-F5CE-47305A9A873E}"/>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206ABAD6-0E10-30CA-CB01-12094670DF82}"/>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22</a:t>
            </a:fld>
            <a:endParaRPr lang="en-US">
              <a:solidFill>
                <a:schemeClr val="tx1"/>
              </a:solidFill>
            </a:endParaRPr>
          </a:p>
        </p:txBody>
      </p:sp>
      <p:sp>
        <p:nvSpPr>
          <p:cNvPr id="4" name="Rectangle 5">
            <a:extLst>
              <a:ext uri="{FF2B5EF4-FFF2-40B4-BE49-F238E27FC236}">
                <a16:creationId xmlns:a16="http://schemas.microsoft.com/office/drawing/2014/main" id="{FA7D8974-B0ED-7434-FCAB-B22011625531}"/>
              </a:ext>
            </a:extLst>
          </p:cNvPr>
          <p:cNvSpPr>
            <a:spLocks noGrp="1" noChangeArrowheads="1"/>
          </p:cNvSpPr>
          <p:nvPr>
            <p:ph idx="1"/>
          </p:nvPr>
        </p:nvSpPr>
        <p:spPr>
          <a:xfrm>
            <a:off x="259976" y="990600"/>
            <a:ext cx="8655424" cy="5247290"/>
          </a:xfrm>
        </p:spPr>
        <p:txBody>
          <a:bodyPr/>
          <a:lstStyle/>
          <a:p>
            <a:pPr algn="just">
              <a:lnSpc>
                <a:spcPct val="100000"/>
              </a:lnSpc>
              <a:spcBef>
                <a:spcPts val="0"/>
              </a:spcBef>
              <a:buSzPct val="100000"/>
              <a:buFont typeface="Arial" panose="020B0604020202020204" pitchFamily="34" charset="0"/>
              <a:buChar char="•"/>
            </a:pPr>
            <a:r>
              <a:rPr lang="en-US" sz="2400" dirty="0">
                <a:latin typeface="+mj-lt"/>
              </a:rPr>
              <a:t>Example: (cont.)</a:t>
            </a:r>
          </a:p>
          <a:p>
            <a:pPr marL="0" indent="0" defTabSz="831850">
              <a:lnSpc>
                <a:spcPct val="100000"/>
              </a:lnSpc>
              <a:spcBef>
                <a:spcPts val="0"/>
              </a:spcBef>
              <a:buNone/>
            </a:pPr>
            <a:r>
              <a:rPr lang="en-US" sz="2400" dirty="0"/>
              <a:t>	Incremental CF	= EBIT + D – T </a:t>
            </a:r>
          </a:p>
          <a:p>
            <a:pPr marL="0" indent="0" defTabSz="831850">
              <a:lnSpc>
                <a:spcPct val="100000"/>
              </a:lnSpc>
              <a:spcBef>
                <a:spcPts val="0"/>
              </a:spcBef>
              <a:buNone/>
            </a:pPr>
            <a:r>
              <a:rPr lang="en-US" sz="2400" dirty="0"/>
              <a:t>				= 30 000 + 40 000 – 8 100 </a:t>
            </a:r>
          </a:p>
          <a:p>
            <a:pPr marL="0" indent="0">
              <a:lnSpc>
                <a:spcPct val="100000"/>
              </a:lnSpc>
              <a:spcBef>
                <a:spcPts val="0"/>
              </a:spcBef>
              <a:buNone/>
              <a:tabLst>
                <a:tab pos="3324225" algn="l"/>
              </a:tabLst>
            </a:pPr>
            <a:r>
              <a:rPr lang="en-US" sz="2400" dirty="0"/>
              <a:t>	= </a:t>
            </a:r>
            <a:r>
              <a:rPr lang="en-US" sz="2400" b="1" dirty="0">
                <a:solidFill>
                  <a:srgbClr val="002060"/>
                </a:solidFill>
              </a:rPr>
              <a:t>R61 900			</a:t>
            </a:r>
          </a:p>
          <a:p>
            <a:pPr>
              <a:lnSpc>
                <a:spcPct val="100000"/>
              </a:lnSpc>
              <a:spcBef>
                <a:spcPts val="0"/>
              </a:spcBef>
              <a:buFont typeface="Wingdings" panose="05000000000000000000" pitchFamily="2" charset="2"/>
              <a:buChar char="§"/>
            </a:pPr>
            <a:endParaRPr lang="en-US" sz="2400" dirty="0"/>
          </a:p>
          <a:p>
            <a:pPr marL="0" indent="0">
              <a:lnSpc>
                <a:spcPct val="100000"/>
              </a:lnSpc>
              <a:spcBef>
                <a:spcPts val="0"/>
              </a:spcBef>
              <a:buNone/>
            </a:pPr>
            <a:r>
              <a:rPr lang="en-US" sz="2400" dirty="0"/>
              <a:t>NPV = </a:t>
            </a:r>
            <a:r>
              <a:rPr lang="en-US" sz="2400" b="1" dirty="0">
                <a:solidFill>
                  <a:srgbClr val="002060"/>
                </a:solidFill>
              </a:rPr>
              <a:t>R23 135.65</a:t>
            </a:r>
          </a:p>
          <a:p>
            <a:pPr marL="0" indent="0">
              <a:lnSpc>
                <a:spcPct val="100000"/>
              </a:lnSpc>
              <a:spcBef>
                <a:spcPts val="0"/>
              </a:spcBef>
              <a:buNone/>
            </a:pPr>
            <a:r>
              <a:rPr lang="en-US" sz="2400" b="1" dirty="0">
                <a:solidFill>
                  <a:srgbClr val="002060"/>
                </a:solidFill>
              </a:rPr>
              <a:t>(Base case scenario)</a:t>
            </a:r>
            <a:endParaRPr lang="en-US" sz="2400" b="1" dirty="0">
              <a:solidFill>
                <a:srgbClr val="FF0000"/>
              </a:solidFill>
            </a:endParaRPr>
          </a:p>
          <a:p>
            <a:pPr>
              <a:lnSpc>
                <a:spcPct val="100000"/>
              </a:lnSpc>
              <a:spcBef>
                <a:spcPts val="0"/>
              </a:spcBef>
              <a:buFont typeface="Wingdings" panose="05000000000000000000" pitchFamily="2" charset="2"/>
              <a:buChar char="§"/>
            </a:pPr>
            <a:endParaRPr lang="en-US" sz="2400" dirty="0"/>
          </a:p>
          <a:p>
            <a:pPr marL="0" indent="0">
              <a:lnSpc>
                <a:spcPct val="100000"/>
              </a:lnSpc>
              <a:spcBef>
                <a:spcPts val="0"/>
              </a:spcBef>
              <a:buNone/>
            </a:pPr>
            <a:r>
              <a:rPr lang="en-US" sz="2400" dirty="0"/>
              <a:t>Is this project acceptable? </a:t>
            </a:r>
          </a:p>
          <a:p>
            <a:pPr>
              <a:lnSpc>
                <a:spcPct val="100000"/>
              </a:lnSpc>
              <a:spcBef>
                <a:spcPts val="0"/>
              </a:spcBef>
              <a:buFont typeface="Wingdings" panose="05000000000000000000" pitchFamily="2" charset="2"/>
              <a:buChar char="§"/>
            </a:pPr>
            <a:endParaRPr lang="en-US" sz="2400" b="1" dirty="0">
              <a:solidFill>
                <a:srgbClr val="002060"/>
              </a:solidFill>
            </a:endParaRPr>
          </a:p>
          <a:p>
            <a:pPr algn="just">
              <a:lnSpc>
                <a:spcPct val="100000"/>
              </a:lnSpc>
              <a:spcBef>
                <a:spcPts val="0"/>
              </a:spcBef>
              <a:buSzPct val="100000"/>
              <a:buFont typeface="Arial" panose="020B0604020202020204" pitchFamily="34" charset="0"/>
              <a:buChar char="•"/>
            </a:pPr>
            <a:endParaRPr lang="en-US" sz="2400" dirty="0">
              <a:latin typeface="+mj-lt"/>
            </a:endParaRPr>
          </a:p>
        </p:txBody>
      </p:sp>
      <p:graphicFrame>
        <p:nvGraphicFramePr>
          <p:cNvPr id="5" name="Diagram 4">
            <a:extLst>
              <a:ext uri="{FF2B5EF4-FFF2-40B4-BE49-F238E27FC236}">
                <a16:creationId xmlns:a16="http://schemas.microsoft.com/office/drawing/2014/main" id="{8EC44CD4-7DFE-0287-AE82-33974E7B6DCE}"/>
              </a:ext>
            </a:extLst>
          </p:cNvPr>
          <p:cNvGraphicFramePr/>
          <p:nvPr>
            <p:extLst>
              <p:ext uri="{D42A27DB-BD31-4B8C-83A1-F6EECF244321}">
                <p14:modId xmlns:p14="http://schemas.microsoft.com/office/powerpoint/2010/main" val="2425634932"/>
              </p:ext>
            </p:extLst>
          </p:nvPr>
        </p:nvGraphicFramePr>
        <p:xfrm>
          <a:off x="6338048" y="439908"/>
          <a:ext cx="2545976" cy="17631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6" name="Group 26">
            <a:extLst>
              <a:ext uri="{FF2B5EF4-FFF2-40B4-BE49-F238E27FC236}">
                <a16:creationId xmlns:a16="http://schemas.microsoft.com/office/drawing/2014/main" id="{072EDEC9-9CCA-19C9-F34C-77ED6288BF3A}"/>
              </a:ext>
            </a:extLst>
          </p:cNvPr>
          <p:cNvGraphicFramePr>
            <a:graphicFrameLocks/>
          </p:cNvGraphicFramePr>
          <p:nvPr>
            <p:extLst>
              <p:ext uri="{D42A27DB-BD31-4B8C-83A1-F6EECF244321}">
                <p14:modId xmlns:p14="http://schemas.microsoft.com/office/powerpoint/2010/main" val="1479652698"/>
              </p:ext>
            </p:extLst>
          </p:nvPr>
        </p:nvGraphicFramePr>
        <p:xfrm>
          <a:off x="3931005" y="2616201"/>
          <a:ext cx="5040000" cy="3840204"/>
        </p:xfrm>
        <a:graphic>
          <a:graphicData uri="http://schemas.openxmlformats.org/drawingml/2006/table">
            <a:tbl>
              <a:tblPr/>
              <a:tblGrid>
                <a:gridCol w="1768420">
                  <a:extLst>
                    <a:ext uri="{9D8B030D-6E8A-4147-A177-3AD203B41FA5}">
                      <a16:colId xmlns:a16="http://schemas.microsoft.com/office/drawing/2014/main" val="20000"/>
                    </a:ext>
                  </a:extLst>
                </a:gridCol>
                <a:gridCol w="3271580">
                  <a:extLst>
                    <a:ext uri="{9D8B030D-6E8A-4147-A177-3AD203B41FA5}">
                      <a16:colId xmlns:a16="http://schemas.microsoft.com/office/drawing/2014/main" val="20001"/>
                    </a:ext>
                  </a:extLst>
                </a:gridCol>
              </a:tblGrid>
              <a:tr h="449987">
                <a:tc>
                  <a:txBody>
                    <a:bodyPr/>
                    <a:lstStyle/>
                    <a:p>
                      <a:pPr marL="0" marR="0" lvl="0" indent="0" algn="just" defTabSz="914400" rtl="0" eaLnBrk="0" fontAlgn="base" latinLnBrk="0" hangingPunct="0">
                        <a:lnSpc>
                          <a:spcPct val="100000"/>
                        </a:lnSpc>
                        <a:spcBef>
                          <a:spcPct val="20000"/>
                        </a:spcBef>
                        <a:spcAft>
                          <a:spcPct val="0"/>
                        </a:spcAft>
                        <a:buClrTx/>
                        <a:buSzTx/>
                        <a:buFontTx/>
                        <a:buNone/>
                        <a:tabLst/>
                      </a:pPr>
                      <a:r>
                        <a:rPr kumimoji="0" lang="en-ZA" sz="2400" b="0" i="0" u="none" strike="noStrike" cap="none" normalizeH="0" baseline="0" dirty="0">
                          <a:ln>
                            <a:noFill/>
                          </a:ln>
                          <a:solidFill>
                            <a:schemeClr val="tx1"/>
                          </a:solidFill>
                          <a:effectLst/>
                          <a:latin typeface="+mn-lt"/>
                        </a:rPr>
                        <a:t>-200 000</a:t>
                      </a:r>
                      <a:endParaRPr kumimoji="0" lang="en-GB" sz="2400" b="0" i="0" u="none" strike="noStrike" cap="none" normalizeH="0" baseline="0" dirty="0">
                        <a:ln>
                          <a:noFill/>
                        </a:ln>
                        <a:solidFill>
                          <a:schemeClr val="tx1"/>
                        </a:solidFill>
                        <a:effectLst/>
                        <a:latin typeface="+mn-lt"/>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pPr>
                      <a:r>
                        <a:rPr kumimoji="0" lang="en-ZA" sz="2400" b="0" i="0" u="none" strike="noStrike" cap="none" normalizeH="0" baseline="0">
                          <a:ln>
                            <a:noFill/>
                          </a:ln>
                          <a:solidFill>
                            <a:schemeClr val="tx1"/>
                          </a:solidFill>
                          <a:effectLst/>
                          <a:latin typeface="+mn-lt"/>
                        </a:rPr>
                        <a:t>ENT</a:t>
                      </a:r>
                      <a:endParaRPr kumimoji="0" lang="en-GB" sz="2400" b="0" i="0" u="none" strike="noStrike" cap="none" normalizeH="0" baseline="-25000">
                        <a:ln>
                          <a:noFill/>
                        </a:ln>
                        <a:solidFill>
                          <a:schemeClr val="tx1"/>
                        </a:solidFill>
                        <a:effectLst/>
                        <a:latin typeface="+mn-lt"/>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10013">
                <a:tc>
                  <a:txBody>
                    <a:bodyPr/>
                    <a:lstStyle/>
                    <a:p>
                      <a:pPr marL="0" marR="0" lvl="0" indent="0" algn="just" defTabSz="914400" rtl="0" eaLnBrk="0" fontAlgn="base" latinLnBrk="0" hangingPunct="0">
                        <a:lnSpc>
                          <a:spcPct val="100000"/>
                        </a:lnSpc>
                        <a:spcBef>
                          <a:spcPct val="20000"/>
                        </a:spcBef>
                        <a:spcAft>
                          <a:spcPct val="0"/>
                        </a:spcAft>
                        <a:buClrTx/>
                        <a:buSzTx/>
                        <a:buFontTx/>
                        <a:buNone/>
                        <a:tabLst/>
                      </a:pPr>
                      <a:r>
                        <a:rPr kumimoji="0" lang="en-ZA" sz="2400" b="0" i="0" u="none" strike="noStrike" cap="none" normalizeH="0" baseline="0" dirty="0">
                          <a:ln>
                            <a:noFill/>
                          </a:ln>
                          <a:solidFill>
                            <a:schemeClr val="tx1"/>
                          </a:solidFill>
                          <a:effectLst/>
                          <a:latin typeface="+mn-lt"/>
                        </a:rPr>
                        <a:t> 61 900</a:t>
                      </a:r>
                      <a:endParaRPr kumimoji="0" lang="en-GB" sz="2400" b="0" i="0" u="none" strike="noStrike" cap="none" normalizeH="0" baseline="0" dirty="0">
                        <a:ln>
                          <a:noFill/>
                        </a:ln>
                        <a:solidFill>
                          <a:srgbClr val="FF0000"/>
                        </a:solidFill>
                        <a:effectLst/>
                        <a:latin typeface="+mn-lt"/>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pPr>
                      <a:r>
                        <a:rPr kumimoji="0" lang="en-ZA" sz="2400" b="0" i="0" u="none" strike="noStrike" cap="none" normalizeH="0" baseline="0" dirty="0">
                          <a:ln>
                            <a:noFill/>
                          </a:ln>
                          <a:solidFill>
                            <a:schemeClr val="tx1"/>
                          </a:solidFill>
                          <a:effectLst/>
                          <a:latin typeface="+mn-lt"/>
                        </a:rPr>
                        <a:t>ENT </a:t>
                      </a:r>
                      <a:r>
                        <a:rPr kumimoji="0" lang="en-ZA" sz="2400" b="0" i="0" u="none" strike="noStrike" cap="none" normalizeH="0" baseline="0" dirty="0" err="1">
                          <a:ln>
                            <a:noFill/>
                          </a:ln>
                          <a:solidFill>
                            <a:schemeClr val="tx1"/>
                          </a:solidFill>
                          <a:effectLst/>
                          <a:latin typeface="+mn-lt"/>
                        </a:rPr>
                        <a:t>ENT</a:t>
                      </a:r>
                      <a:r>
                        <a:rPr kumimoji="0" lang="en-ZA" sz="2400" b="0" i="0" u="none" strike="noStrike" cap="none" normalizeH="0" baseline="0" dirty="0">
                          <a:ln>
                            <a:noFill/>
                          </a:ln>
                          <a:solidFill>
                            <a:schemeClr val="tx1"/>
                          </a:solidFill>
                          <a:effectLst/>
                          <a:latin typeface="+mn-lt"/>
                        </a:rPr>
                        <a:t> </a:t>
                      </a:r>
                      <a:r>
                        <a:rPr kumimoji="0" lang="en-ZA" sz="2400" b="0" i="0" u="none" strike="noStrike" cap="none" normalizeH="0" baseline="0" dirty="0" err="1">
                          <a:ln>
                            <a:noFill/>
                          </a:ln>
                          <a:solidFill>
                            <a:schemeClr val="tx1"/>
                          </a:solidFill>
                          <a:effectLst/>
                          <a:latin typeface="+mn-lt"/>
                        </a:rPr>
                        <a:t>ENT</a:t>
                      </a:r>
                      <a:r>
                        <a:rPr kumimoji="0" lang="en-ZA" sz="2400" b="0" i="0" u="none" strike="noStrike" cap="none" normalizeH="0" baseline="0" dirty="0">
                          <a:ln>
                            <a:noFill/>
                          </a:ln>
                          <a:solidFill>
                            <a:schemeClr val="tx1"/>
                          </a:solidFill>
                          <a:effectLst/>
                          <a:latin typeface="+mn-lt"/>
                        </a:rPr>
                        <a:t> </a:t>
                      </a:r>
                      <a:r>
                        <a:rPr kumimoji="0" lang="en-ZA" sz="2400" b="0" i="0" u="none" strike="noStrike" cap="none" normalizeH="0" baseline="0" dirty="0" err="1">
                          <a:ln>
                            <a:noFill/>
                          </a:ln>
                          <a:solidFill>
                            <a:schemeClr val="tx1"/>
                          </a:solidFill>
                          <a:effectLst/>
                          <a:latin typeface="+mn-lt"/>
                        </a:rPr>
                        <a:t>ENT</a:t>
                      </a:r>
                      <a:r>
                        <a:rPr kumimoji="0" lang="en-ZA" sz="2400" b="0" i="0" u="none" strike="noStrike" cap="none" normalizeH="0" baseline="0" dirty="0">
                          <a:ln>
                            <a:noFill/>
                          </a:ln>
                          <a:solidFill>
                            <a:schemeClr val="tx1"/>
                          </a:solidFill>
                          <a:effectLst/>
                          <a:latin typeface="+mn-lt"/>
                        </a:rPr>
                        <a:t> </a:t>
                      </a:r>
                      <a:r>
                        <a:rPr kumimoji="0" lang="en-ZA" sz="2400" b="0" i="0" u="none" strike="noStrike" cap="none" normalizeH="0" baseline="0" dirty="0" err="1">
                          <a:ln>
                            <a:noFill/>
                          </a:ln>
                          <a:solidFill>
                            <a:schemeClr val="tx1"/>
                          </a:solidFill>
                          <a:effectLst/>
                          <a:latin typeface="+mn-lt"/>
                        </a:rPr>
                        <a:t>ENT</a:t>
                      </a:r>
                      <a:endParaRPr kumimoji="0" lang="en-GB" sz="2400" b="0" i="0" u="none" strike="noStrike" cap="none" normalizeH="0" baseline="-25000" dirty="0">
                        <a:ln>
                          <a:noFill/>
                        </a:ln>
                        <a:solidFill>
                          <a:schemeClr val="tx1"/>
                        </a:solidFill>
                        <a:effectLst/>
                        <a:latin typeface="+mn-lt"/>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10013">
                <a:tc>
                  <a:txBody>
                    <a:bodyPr/>
                    <a:lstStyle/>
                    <a:p>
                      <a:pPr marL="0" marR="0" lvl="0" indent="0" algn="just" defTabSz="914400" rtl="0" eaLnBrk="0" fontAlgn="base" latinLnBrk="0" hangingPunct="0">
                        <a:lnSpc>
                          <a:spcPct val="100000"/>
                        </a:lnSpc>
                        <a:spcBef>
                          <a:spcPct val="20000"/>
                        </a:spcBef>
                        <a:spcAft>
                          <a:spcPct val="0"/>
                        </a:spcAft>
                        <a:buClrTx/>
                        <a:buSzTx/>
                        <a:buFontTx/>
                        <a:buNone/>
                        <a:tabLst/>
                      </a:pPr>
                      <a:r>
                        <a:rPr kumimoji="0" lang="en-ZA" sz="2400" b="0" i="0" u="none" strike="noStrike" cap="none" normalizeH="0" baseline="0" dirty="0">
                          <a:ln>
                            <a:noFill/>
                          </a:ln>
                          <a:solidFill>
                            <a:schemeClr val="tx1"/>
                          </a:solidFill>
                          <a:effectLst/>
                          <a:latin typeface="+mn-lt"/>
                        </a:rPr>
                        <a:t>2ndF</a:t>
                      </a:r>
                      <a:endParaRPr kumimoji="0" lang="en-GB" sz="2400" b="0" i="0" u="none" strike="noStrike" cap="none" normalizeH="0" baseline="0" dirty="0">
                        <a:ln>
                          <a:noFill/>
                        </a:ln>
                        <a:solidFill>
                          <a:schemeClr val="tx1"/>
                        </a:solidFill>
                        <a:effectLst/>
                        <a:latin typeface="+mn-lt"/>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pPr>
                      <a:r>
                        <a:rPr kumimoji="0" lang="en-ZA" sz="2400" b="0" i="0" u="none" strike="noStrike" cap="none" normalizeH="0" baseline="0" dirty="0" err="1">
                          <a:ln>
                            <a:noFill/>
                          </a:ln>
                          <a:solidFill>
                            <a:schemeClr val="tx1"/>
                          </a:solidFill>
                          <a:effectLst/>
                          <a:latin typeface="+mn-lt"/>
                        </a:rPr>
                        <a:t>CFi</a:t>
                      </a:r>
                      <a:r>
                        <a:rPr kumimoji="0" lang="en-ZA" sz="2400" b="0" i="0" u="none" strike="noStrike" cap="none" normalizeH="0" baseline="0" dirty="0">
                          <a:ln>
                            <a:noFill/>
                          </a:ln>
                          <a:solidFill>
                            <a:schemeClr val="tx1"/>
                          </a:solidFill>
                          <a:effectLst/>
                          <a:latin typeface="+mn-lt"/>
                        </a:rPr>
                        <a:t> (to start Disc CF Approach)</a:t>
                      </a:r>
                      <a:endParaRPr kumimoji="0" lang="en-GB" sz="2400" b="0" i="0" u="none" strike="noStrike" cap="none" normalizeH="0" baseline="0" dirty="0">
                        <a:ln>
                          <a:noFill/>
                        </a:ln>
                        <a:solidFill>
                          <a:schemeClr val="tx1"/>
                        </a:solidFill>
                        <a:effectLst/>
                        <a:latin typeface="+mn-lt"/>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10013">
                <a:tc>
                  <a:txBody>
                    <a:bodyPr/>
                    <a:lstStyle/>
                    <a:p>
                      <a:pPr marL="0" marR="0" lvl="0" indent="0" algn="just" defTabSz="914400" rtl="0" eaLnBrk="0" fontAlgn="base" latinLnBrk="0" hangingPunct="0">
                        <a:lnSpc>
                          <a:spcPct val="100000"/>
                        </a:lnSpc>
                        <a:spcBef>
                          <a:spcPct val="20000"/>
                        </a:spcBef>
                        <a:spcAft>
                          <a:spcPct val="0"/>
                        </a:spcAft>
                        <a:buClrTx/>
                        <a:buSzTx/>
                        <a:buFontTx/>
                        <a:buNone/>
                        <a:tabLst/>
                      </a:pPr>
                      <a:r>
                        <a:rPr kumimoji="0" lang="en-ZA" sz="2400" b="0" i="0" u="none" strike="noStrike" cap="none" normalizeH="0" baseline="0" dirty="0">
                          <a:ln>
                            <a:noFill/>
                          </a:ln>
                          <a:solidFill>
                            <a:schemeClr val="tx1"/>
                          </a:solidFill>
                          <a:effectLst/>
                          <a:latin typeface="+mn-lt"/>
                        </a:rPr>
                        <a:t>12</a:t>
                      </a:r>
                      <a:endParaRPr kumimoji="0" lang="en-GB" sz="2400" b="0" i="0" u="none" strike="noStrike" cap="none" normalizeH="0" baseline="0" dirty="0">
                        <a:ln>
                          <a:noFill/>
                        </a:ln>
                        <a:solidFill>
                          <a:schemeClr val="tx1"/>
                        </a:solidFill>
                        <a:effectLst/>
                        <a:latin typeface="+mn-lt"/>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pPr>
                      <a:r>
                        <a:rPr kumimoji="0" lang="en-GB" sz="2400" b="0" i="0" u="none" strike="noStrike" cap="none" normalizeH="0" baseline="0">
                          <a:ln>
                            <a:noFill/>
                          </a:ln>
                          <a:solidFill>
                            <a:schemeClr val="tx1"/>
                          </a:solidFill>
                          <a:effectLst/>
                          <a:latin typeface="+mn-lt"/>
                        </a:rPr>
                        <a:t>(show that is the I/Y) ENT </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987">
                <a:tc gridSpan="2">
                  <a:txBody>
                    <a:bodyPr/>
                    <a:lstStyle/>
                    <a:p>
                      <a:pPr marL="0" marR="0" lvl="0" indent="0" algn="just" defTabSz="914400" rtl="0" eaLnBrk="0" fontAlgn="base" latinLnBrk="0" hangingPunct="0">
                        <a:lnSpc>
                          <a:spcPct val="100000"/>
                        </a:lnSpc>
                        <a:spcBef>
                          <a:spcPct val="20000"/>
                        </a:spcBef>
                        <a:spcAft>
                          <a:spcPct val="0"/>
                        </a:spcAft>
                        <a:buClrTx/>
                        <a:buSzTx/>
                        <a:buFontTx/>
                        <a:buNone/>
                        <a:tabLst/>
                      </a:pPr>
                      <a:r>
                        <a:rPr kumimoji="0" lang="en-GB" sz="2400" b="0" i="0" u="none" strike="noStrike" cap="none" normalizeH="0" baseline="0">
                          <a:ln>
                            <a:noFill/>
                          </a:ln>
                          <a:solidFill>
                            <a:schemeClr val="tx1"/>
                          </a:solidFill>
                          <a:effectLst/>
                          <a:latin typeface="+mn-lt"/>
                        </a:rPr>
                        <a:t>Down arrow (show NET_PV)</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ZA"/>
                    </a:p>
                  </a:txBody>
                  <a:tcPr/>
                </a:tc>
                <a:extLst>
                  <a:ext uri="{0D108BD9-81ED-4DB2-BD59-A6C34878D82A}">
                    <a16:rowId xmlns:a16="http://schemas.microsoft.com/office/drawing/2014/main" val="10004"/>
                  </a:ext>
                </a:extLst>
              </a:tr>
              <a:tr h="449987">
                <a:tc gridSpan="2">
                  <a:txBody>
                    <a:bodyPr/>
                    <a:lstStyle/>
                    <a:p>
                      <a:pPr marL="0" marR="0" lvl="0" indent="0" algn="just" defTabSz="914400" rtl="0" eaLnBrk="0" fontAlgn="base" latinLnBrk="0" hangingPunct="0">
                        <a:lnSpc>
                          <a:spcPct val="100000"/>
                        </a:lnSpc>
                        <a:spcBef>
                          <a:spcPct val="20000"/>
                        </a:spcBef>
                        <a:spcAft>
                          <a:spcPct val="0"/>
                        </a:spcAft>
                        <a:buClrTx/>
                        <a:buSzTx/>
                        <a:buFontTx/>
                        <a:buNone/>
                        <a:tabLst/>
                      </a:pPr>
                      <a:r>
                        <a:rPr kumimoji="0" lang="en-ZA" sz="2400" b="0" i="0" u="none" strike="noStrike" cap="none" normalizeH="0" baseline="0" dirty="0">
                          <a:ln>
                            <a:noFill/>
                          </a:ln>
                          <a:solidFill>
                            <a:schemeClr val="tx1"/>
                          </a:solidFill>
                          <a:effectLst/>
                          <a:latin typeface="+mn-lt"/>
                        </a:rPr>
                        <a:t>COMP (to compute </a:t>
                      </a:r>
                      <a:r>
                        <a:rPr kumimoji="0" lang="en-ZA" sz="2400" b="0" i="0" u="none" strike="noStrike" cap="none" normalizeH="0" baseline="0" dirty="0" err="1">
                          <a:ln>
                            <a:noFill/>
                          </a:ln>
                          <a:solidFill>
                            <a:schemeClr val="tx1"/>
                          </a:solidFill>
                          <a:effectLst/>
                          <a:latin typeface="+mn-lt"/>
                        </a:rPr>
                        <a:t>NPV</a:t>
                      </a:r>
                      <a:r>
                        <a:rPr kumimoji="0" lang="en-ZA" sz="2400" b="0" i="0" u="none" strike="noStrike" cap="none" normalizeH="0" baseline="0" dirty="0">
                          <a:ln>
                            <a:noFill/>
                          </a:ln>
                          <a:solidFill>
                            <a:schemeClr val="tx1"/>
                          </a:solidFill>
                          <a:effectLst/>
                          <a:latin typeface="+mn-lt"/>
                        </a:rPr>
                        <a:t>)</a:t>
                      </a:r>
                      <a:endParaRPr kumimoji="0" lang="en-GB" sz="2400" b="0" i="0" u="none" strike="noStrike" cap="none" normalizeH="0" baseline="0" dirty="0">
                        <a:ln>
                          <a:noFill/>
                        </a:ln>
                        <a:solidFill>
                          <a:schemeClr val="tx1"/>
                        </a:solidFill>
                        <a:effectLst/>
                        <a:latin typeface="+mn-lt"/>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ZA"/>
                    </a:p>
                  </a:txBody>
                  <a:tcPr/>
                </a:tc>
                <a:extLst>
                  <a:ext uri="{0D108BD9-81ED-4DB2-BD59-A6C34878D82A}">
                    <a16:rowId xmlns:a16="http://schemas.microsoft.com/office/drawing/2014/main" val="10005"/>
                  </a:ext>
                </a:extLst>
              </a:tr>
            </a:tbl>
          </a:graphicData>
        </a:graphic>
      </p:graphicFrame>
      <p:sp>
        <p:nvSpPr>
          <p:cNvPr id="7" name="Explosion: 8 Points 6">
            <a:extLst>
              <a:ext uri="{FF2B5EF4-FFF2-40B4-BE49-F238E27FC236}">
                <a16:creationId xmlns:a16="http://schemas.microsoft.com/office/drawing/2014/main" id="{AB1143F2-8717-5588-90A9-808D74014F78}"/>
              </a:ext>
            </a:extLst>
          </p:cNvPr>
          <p:cNvSpPr/>
          <p:nvPr/>
        </p:nvSpPr>
        <p:spPr bwMode="auto">
          <a:xfrm>
            <a:off x="685791" y="4392827"/>
            <a:ext cx="2819400" cy="2302476"/>
          </a:xfrm>
          <a:prstGeom prst="irregularSeal1">
            <a:avLst/>
          </a:prstGeom>
          <a:solidFill>
            <a:srgbClr val="009900"/>
          </a:solidFill>
          <a:ln w="9525" cap="flat" cmpd="sng" algn="ctr">
            <a:solidFill>
              <a:srgbClr val="00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ea typeface="ＭＳ Ｐゴシック" pitchFamily="1" charset="-128"/>
              </a:rPr>
              <a:t>YES!</a:t>
            </a:r>
          </a:p>
          <a:p>
            <a:pPr marL="0" marR="0" indent="0" algn="ctr" defTabSz="914400" rtl="0" eaLnBrk="0" fontAlgn="base" latinLnBrk="0" hangingPunct="0">
              <a:lnSpc>
                <a:spcPct val="100000"/>
              </a:lnSpc>
              <a:spcBef>
                <a:spcPct val="0"/>
              </a:spcBef>
              <a:spcAft>
                <a:spcPct val="0"/>
              </a:spcAft>
              <a:buClrTx/>
              <a:buSzTx/>
              <a:buFontTx/>
              <a:buNone/>
              <a:tabLst/>
            </a:pPr>
            <a:r>
              <a:rPr lang="en-US" sz="2400" dirty="0">
                <a:solidFill>
                  <a:schemeClr val="bg1"/>
                </a:solidFill>
                <a:ea typeface="ＭＳ Ｐゴシック" pitchFamily="1" charset="-128"/>
              </a:rPr>
              <a:t>NPV&gt;0</a:t>
            </a:r>
            <a:endParaRPr kumimoji="0" lang="en-ZA" sz="2400" b="0" i="0" u="none" strike="noStrike" cap="none" normalizeH="0" baseline="0" dirty="0">
              <a:ln>
                <a:noFill/>
              </a:ln>
              <a:solidFill>
                <a:schemeClr val="bg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94977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F5BD740-4F87-3CAE-33A6-945644F1AA11}"/>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1E5A34EE-1D7D-E05C-61D3-7E2BAA7F25B5}"/>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98FFDFE8-BF67-C781-536C-35DC64C44F8A}"/>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23</a:t>
            </a:fld>
            <a:endParaRPr lang="en-US">
              <a:solidFill>
                <a:schemeClr val="tx1"/>
              </a:solidFill>
            </a:endParaRPr>
          </a:p>
        </p:txBody>
      </p:sp>
      <p:sp>
        <p:nvSpPr>
          <p:cNvPr id="4" name="Rectangle 5">
            <a:extLst>
              <a:ext uri="{FF2B5EF4-FFF2-40B4-BE49-F238E27FC236}">
                <a16:creationId xmlns:a16="http://schemas.microsoft.com/office/drawing/2014/main" id="{2BBD9740-8473-C4EB-9854-B8DDD8122A9D}"/>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Example: (cont.)</a:t>
            </a:r>
          </a:p>
          <a:p>
            <a:pPr algn="just">
              <a:lnSpc>
                <a:spcPct val="105000"/>
              </a:lnSpc>
              <a:buSzPct val="100000"/>
              <a:buFont typeface="Arial" panose="020B0604020202020204" pitchFamily="34" charset="0"/>
              <a:buChar char="•"/>
            </a:pPr>
            <a:r>
              <a:rPr lang="en-US" sz="2400" i="1" dirty="0"/>
              <a:t>Pro forma</a:t>
            </a:r>
            <a:r>
              <a:rPr lang="en-US" sz="2400" dirty="0"/>
              <a:t> statement of financial performance using </a:t>
            </a:r>
            <a:r>
              <a:rPr lang="en-US" sz="2400" b="1" dirty="0"/>
              <a:t>worst- case scenario </a:t>
            </a:r>
            <a:r>
              <a:rPr lang="en-US" sz="2400" dirty="0"/>
              <a:t>(lowest sales, highest costs) </a:t>
            </a:r>
          </a:p>
          <a:p>
            <a:pPr algn="just">
              <a:lnSpc>
                <a:spcPct val="105000"/>
              </a:lnSpc>
              <a:buSzPct val="100000"/>
              <a:buFont typeface="Arial" panose="020B0604020202020204" pitchFamily="34" charset="0"/>
              <a:buChar char="•"/>
            </a:pPr>
            <a:endParaRPr lang="en-US" sz="2400" dirty="0"/>
          </a:p>
          <a:p>
            <a:pPr algn="just">
              <a:lnSpc>
                <a:spcPct val="105000"/>
              </a:lnSpc>
              <a:buSzPct val="100000"/>
              <a:buFont typeface="Arial" panose="020B0604020202020204" pitchFamily="34" charset="0"/>
              <a:buChar char="•"/>
            </a:pPr>
            <a:endParaRPr lang="en-US" sz="2400" dirty="0"/>
          </a:p>
          <a:p>
            <a:pPr algn="just">
              <a:lnSpc>
                <a:spcPct val="105000"/>
              </a:lnSpc>
              <a:buSzPct val="100000"/>
              <a:buFont typeface="Arial" panose="020B0604020202020204" pitchFamily="34" charset="0"/>
              <a:buChar char="•"/>
            </a:pPr>
            <a:endParaRPr lang="en-US" sz="2400" dirty="0"/>
          </a:p>
          <a:p>
            <a:pPr algn="just">
              <a:lnSpc>
                <a:spcPct val="105000"/>
              </a:lnSpc>
              <a:buSzPct val="100000"/>
              <a:buFont typeface="Arial" panose="020B0604020202020204" pitchFamily="34" charset="0"/>
              <a:buChar char="•"/>
            </a:pPr>
            <a:endParaRPr lang="en-US" sz="2400" dirty="0"/>
          </a:p>
          <a:p>
            <a:pPr algn="just">
              <a:lnSpc>
                <a:spcPct val="105000"/>
              </a:lnSpc>
              <a:buSzPct val="100000"/>
              <a:buFont typeface="Arial" panose="020B0604020202020204" pitchFamily="34" charset="0"/>
              <a:buChar char="•"/>
            </a:pPr>
            <a:endParaRPr lang="en-US" sz="2400" dirty="0"/>
          </a:p>
          <a:p>
            <a:pPr algn="just">
              <a:lnSpc>
                <a:spcPct val="105000"/>
              </a:lnSpc>
              <a:buSzPct val="100000"/>
              <a:buFont typeface="Arial" panose="020B0604020202020204" pitchFamily="34" charset="0"/>
              <a:buChar char="•"/>
            </a:pPr>
            <a:endParaRPr lang="en-US" sz="2400" dirty="0"/>
          </a:p>
          <a:p>
            <a:pPr algn="just">
              <a:lnSpc>
                <a:spcPct val="105000"/>
              </a:lnSpc>
              <a:buSzPct val="100000"/>
              <a:buFont typeface="Arial" panose="020B0604020202020204" pitchFamily="34" charset="0"/>
              <a:buChar char="•"/>
            </a:pPr>
            <a:endParaRPr lang="en-US" sz="2400" dirty="0"/>
          </a:p>
          <a:p>
            <a:pPr marL="0" indent="0" algn="just">
              <a:lnSpc>
                <a:spcPct val="90000"/>
              </a:lnSpc>
              <a:buNone/>
            </a:pPr>
            <a:r>
              <a:rPr lang="en-US" sz="2400" b="1" dirty="0">
                <a:solidFill>
                  <a:srgbClr val="002060"/>
                </a:solidFill>
              </a:rPr>
              <a:t>CF per period</a:t>
            </a:r>
            <a:r>
              <a:rPr lang="en-US" sz="2400" dirty="0"/>
              <a:t>	= EBIT + Depreciation – Taxes</a:t>
            </a:r>
          </a:p>
          <a:p>
            <a:pPr algn="just">
              <a:lnSpc>
                <a:spcPct val="90000"/>
              </a:lnSpc>
              <a:buFontTx/>
              <a:buNone/>
            </a:pPr>
            <a:r>
              <a:rPr lang="en-US" sz="2400" dirty="0"/>
              <a:t>				= -23 500 + 40 000 + 6 345</a:t>
            </a:r>
          </a:p>
          <a:p>
            <a:pPr algn="just">
              <a:lnSpc>
                <a:spcPct val="90000"/>
              </a:lnSpc>
              <a:buFontTx/>
              <a:buNone/>
            </a:pPr>
            <a:r>
              <a:rPr lang="en-US" sz="2400" dirty="0"/>
              <a:t>				= </a:t>
            </a:r>
            <a:r>
              <a:rPr lang="en-US" sz="2400" b="1" dirty="0">
                <a:solidFill>
                  <a:srgbClr val="002060"/>
                </a:solidFill>
              </a:rPr>
              <a:t>R22 845</a:t>
            </a:r>
            <a:endParaRPr lang="en-US" sz="2400" dirty="0"/>
          </a:p>
          <a:p>
            <a:pPr algn="just">
              <a:lnSpc>
                <a:spcPct val="105000"/>
              </a:lnSpc>
              <a:buSzPct val="100000"/>
              <a:buFont typeface="Arial" panose="020B0604020202020204" pitchFamily="34" charset="0"/>
              <a:buChar char="•"/>
            </a:pPr>
            <a:endParaRPr lang="en-US" sz="2400" dirty="0">
              <a:latin typeface="+mj-lt"/>
            </a:endParaRPr>
          </a:p>
        </p:txBody>
      </p:sp>
      <p:graphicFrame>
        <p:nvGraphicFramePr>
          <p:cNvPr id="5" name="Diagram 4">
            <a:extLst>
              <a:ext uri="{FF2B5EF4-FFF2-40B4-BE49-F238E27FC236}">
                <a16:creationId xmlns:a16="http://schemas.microsoft.com/office/drawing/2014/main" id="{25A0CACA-90BC-136E-F1E4-5470310F0176}"/>
              </a:ext>
            </a:extLst>
          </p:cNvPr>
          <p:cNvGraphicFramePr/>
          <p:nvPr/>
        </p:nvGraphicFramePr>
        <p:xfrm>
          <a:off x="6445624" y="1932590"/>
          <a:ext cx="2545976" cy="17631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Rectangle 37">
            <a:extLst>
              <a:ext uri="{FF2B5EF4-FFF2-40B4-BE49-F238E27FC236}">
                <a16:creationId xmlns:a16="http://schemas.microsoft.com/office/drawing/2014/main" id="{8597CBF0-09BB-6E01-5A7D-0E1CE5458E17}"/>
              </a:ext>
            </a:extLst>
          </p:cNvPr>
          <p:cNvSpPr>
            <a:spLocks noChangeArrowheads="1"/>
          </p:cNvSpPr>
          <p:nvPr/>
        </p:nvSpPr>
        <p:spPr bwMode="auto">
          <a:xfrm>
            <a:off x="1143000" y="2476427"/>
            <a:ext cx="5929312" cy="2677656"/>
          </a:xfrm>
          <a:prstGeom prst="rect">
            <a:avLst/>
          </a:prstGeom>
          <a:noFill/>
          <a:ln w="9525">
            <a:noFill/>
            <a:miter lim="800000"/>
            <a:headEnd/>
            <a:tailEnd/>
          </a:ln>
        </p:spPr>
        <p:txBody>
          <a:bodyPr>
            <a:spAutoFit/>
          </a:bodyPr>
          <a:lstStyle/>
          <a:p>
            <a:pPr>
              <a:defRPr/>
            </a:pPr>
            <a:r>
              <a:rPr lang="en-GB" sz="2400" dirty="0"/>
              <a:t>Sales		412 500 (5 500 x R75)</a:t>
            </a:r>
          </a:p>
          <a:p>
            <a:pPr>
              <a:defRPr/>
            </a:pPr>
            <a:r>
              <a:rPr lang="en-GB" sz="2400" dirty="0"/>
              <a:t>- VC		341 000 (5 500 x R62)</a:t>
            </a:r>
          </a:p>
          <a:p>
            <a:pPr>
              <a:defRPr/>
            </a:pPr>
            <a:r>
              <a:rPr lang="en-GB" sz="2400" dirty="0"/>
              <a:t>- FC		  55 000 	</a:t>
            </a:r>
          </a:p>
          <a:p>
            <a:pPr>
              <a:defRPr/>
            </a:pPr>
            <a:r>
              <a:rPr lang="en-GB" sz="2400" dirty="0"/>
              <a:t>- </a:t>
            </a:r>
            <a:r>
              <a:rPr lang="en-GB" sz="2400" b="1" dirty="0" err="1">
                <a:solidFill>
                  <a:srgbClr val="002060"/>
                </a:solidFill>
              </a:rPr>
              <a:t>Depr</a:t>
            </a:r>
            <a:r>
              <a:rPr lang="en-GB" sz="2400" b="1" dirty="0">
                <a:solidFill>
                  <a:srgbClr val="002060"/>
                </a:solidFill>
              </a:rPr>
              <a:t> 	</a:t>
            </a:r>
            <a:r>
              <a:rPr lang="en-GB" sz="2400" b="1" u="sng" dirty="0">
                <a:solidFill>
                  <a:srgbClr val="002060"/>
                </a:solidFill>
              </a:rPr>
              <a:t>  40 000</a:t>
            </a:r>
            <a:r>
              <a:rPr lang="en-GB" sz="2400" b="1" dirty="0">
                <a:solidFill>
                  <a:srgbClr val="002060"/>
                </a:solidFill>
              </a:rPr>
              <a:t> </a:t>
            </a:r>
            <a:r>
              <a:rPr lang="en-GB" sz="2400" dirty="0"/>
              <a:t>(200 000 / 5)</a:t>
            </a:r>
          </a:p>
          <a:p>
            <a:pPr>
              <a:defRPr/>
            </a:pPr>
            <a:r>
              <a:rPr lang="en-GB" sz="2400" b="1" dirty="0">
                <a:solidFill>
                  <a:srgbClr val="002060"/>
                </a:solidFill>
              </a:rPr>
              <a:t>EBIT		 -23 500</a:t>
            </a:r>
            <a:r>
              <a:rPr lang="en-GB" sz="2400" dirty="0"/>
              <a:t>	</a:t>
            </a:r>
          </a:p>
          <a:p>
            <a:pPr>
              <a:defRPr/>
            </a:pPr>
            <a:r>
              <a:rPr lang="en-GB" sz="2400" dirty="0"/>
              <a:t>- </a:t>
            </a:r>
            <a:r>
              <a:rPr lang="en-GB" sz="2400" b="1" dirty="0">
                <a:solidFill>
                  <a:srgbClr val="002060"/>
                </a:solidFill>
              </a:rPr>
              <a:t>Taxes	</a:t>
            </a:r>
            <a:r>
              <a:rPr lang="en-GB" sz="2400" b="1" u="sng" dirty="0">
                <a:solidFill>
                  <a:srgbClr val="002060"/>
                </a:solidFill>
              </a:rPr>
              <a:t>    6 345</a:t>
            </a:r>
            <a:r>
              <a:rPr lang="en-GB" sz="2400" b="1" dirty="0">
                <a:solidFill>
                  <a:srgbClr val="002060"/>
                </a:solidFill>
              </a:rPr>
              <a:t> </a:t>
            </a:r>
            <a:r>
              <a:rPr lang="en-GB" sz="2400" dirty="0"/>
              <a:t>(27%)</a:t>
            </a:r>
          </a:p>
          <a:p>
            <a:pPr>
              <a:defRPr/>
            </a:pPr>
            <a:r>
              <a:rPr lang="en-GB" sz="2400" dirty="0"/>
              <a:t>EAT	  	</a:t>
            </a:r>
            <a:r>
              <a:rPr lang="en-GB" sz="2400" u="dbl" dirty="0"/>
              <a:t> -17 155</a:t>
            </a:r>
            <a:r>
              <a:rPr lang="en-GB" sz="2400" dirty="0"/>
              <a:t>	</a:t>
            </a:r>
          </a:p>
        </p:txBody>
      </p:sp>
    </p:spTree>
    <p:custDataLst>
      <p:tags r:id="rId1"/>
    </p:custDataLst>
    <p:extLst>
      <p:ext uri="{BB962C8B-B14F-4D97-AF65-F5344CB8AC3E}">
        <p14:creationId xmlns:p14="http://schemas.microsoft.com/office/powerpoint/2010/main" val="3702859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27508E3-860D-D1BB-C9A5-5DBA2E0730E8}"/>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ABD0DFBE-B9D7-1733-0E5B-26FCB20A665B}"/>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F7B25601-BE2C-6580-1BBE-10DE0E041B8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24</a:t>
            </a:fld>
            <a:endParaRPr lang="en-US">
              <a:solidFill>
                <a:schemeClr val="tx1"/>
              </a:solidFill>
            </a:endParaRPr>
          </a:p>
        </p:txBody>
      </p:sp>
      <p:sp>
        <p:nvSpPr>
          <p:cNvPr id="4" name="Rectangle 5">
            <a:extLst>
              <a:ext uri="{FF2B5EF4-FFF2-40B4-BE49-F238E27FC236}">
                <a16:creationId xmlns:a16="http://schemas.microsoft.com/office/drawing/2014/main" id="{DCD55735-1D0C-B1E7-696F-43996711B277}"/>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Example: (cont.)</a:t>
            </a:r>
          </a:p>
          <a:p>
            <a:pPr algn="just">
              <a:lnSpc>
                <a:spcPct val="105000"/>
              </a:lnSpc>
              <a:buSzPct val="100000"/>
              <a:buFont typeface="Arial" panose="020B0604020202020204" pitchFamily="34" charset="0"/>
              <a:buChar char="•"/>
            </a:pPr>
            <a:r>
              <a:rPr lang="en-US" sz="2400" i="1" dirty="0"/>
              <a:t>Pro forma</a:t>
            </a:r>
            <a:r>
              <a:rPr lang="en-US" sz="2400" dirty="0"/>
              <a:t> statement of financial performance using </a:t>
            </a:r>
            <a:r>
              <a:rPr lang="en-US" sz="2400" b="1" dirty="0"/>
              <a:t>best- case scenario </a:t>
            </a:r>
            <a:r>
              <a:rPr lang="en-US" sz="2400" dirty="0"/>
              <a:t>(lowest sales, highest costs) </a:t>
            </a:r>
          </a:p>
          <a:p>
            <a:pPr algn="just">
              <a:lnSpc>
                <a:spcPct val="105000"/>
              </a:lnSpc>
              <a:buSzPct val="100000"/>
              <a:buFont typeface="Arial" panose="020B0604020202020204" pitchFamily="34" charset="0"/>
              <a:buChar char="•"/>
            </a:pPr>
            <a:endParaRPr lang="en-US" sz="2400" dirty="0"/>
          </a:p>
          <a:p>
            <a:pPr algn="just">
              <a:lnSpc>
                <a:spcPct val="105000"/>
              </a:lnSpc>
              <a:buSzPct val="100000"/>
              <a:buFont typeface="Arial" panose="020B0604020202020204" pitchFamily="34" charset="0"/>
              <a:buChar char="•"/>
            </a:pPr>
            <a:endParaRPr lang="en-US" sz="2400" dirty="0"/>
          </a:p>
          <a:p>
            <a:pPr algn="just">
              <a:lnSpc>
                <a:spcPct val="105000"/>
              </a:lnSpc>
              <a:buSzPct val="100000"/>
              <a:buFont typeface="Arial" panose="020B0604020202020204" pitchFamily="34" charset="0"/>
              <a:buChar char="•"/>
            </a:pPr>
            <a:endParaRPr lang="en-US" sz="2400" dirty="0"/>
          </a:p>
          <a:p>
            <a:pPr algn="just">
              <a:lnSpc>
                <a:spcPct val="105000"/>
              </a:lnSpc>
              <a:buSzPct val="100000"/>
              <a:buFont typeface="Arial" panose="020B0604020202020204" pitchFamily="34" charset="0"/>
              <a:buChar char="•"/>
            </a:pPr>
            <a:endParaRPr lang="en-US" sz="2400" dirty="0"/>
          </a:p>
          <a:p>
            <a:pPr algn="just">
              <a:lnSpc>
                <a:spcPct val="105000"/>
              </a:lnSpc>
              <a:buSzPct val="100000"/>
              <a:buFont typeface="Arial" panose="020B0604020202020204" pitchFamily="34" charset="0"/>
              <a:buChar char="•"/>
            </a:pPr>
            <a:endParaRPr lang="en-US" sz="2400" dirty="0"/>
          </a:p>
          <a:p>
            <a:pPr algn="just">
              <a:lnSpc>
                <a:spcPct val="105000"/>
              </a:lnSpc>
              <a:buSzPct val="100000"/>
              <a:buFont typeface="Arial" panose="020B0604020202020204" pitchFamily="34" charset="0"/>
              <a:buChar char="•"/>
            </a:pPr>
            <a:endParaRPr lang="en-US" sz="2400" dirty="0"/>
          </a:p>
          <a:p>
            <a:pPr algn="just">
              <a:lnSpc>
                <a:spcPct val="105000"/>
              </a:lnSpc>
              <a:buSzPct val="100000"/>
              <a:buFont typeface="Arial" panose="020B0604020202020204" pitchFamily="34" charset="0"/>
              <a:buChar char="•"/>
            </a:pPr>
            <a:endParaRPr lang="en-US" sz="2400" dirty="0"/>
          </a:p>
          <a:p>
            <a:pPr marL="0" indent="0" algn="just">
              <a:lnSpc>
                <a:spcPct val="90000"/>
              </a:lnSpc>
              <a:buNone/>
            </a:pPr>
            <a:r>
              <a:rPr lang="en-US" sz="2400" b="1" dirty="0">
                <a:solidFill>
                  <a:srgbClr val="002060"/>
                </a:solidFill>
              </a:rPr>
              <a:t>CF per period</a:t>
            </a:r>
            <a:r>
              <a:rPr lang="en-US" sz="2400" dirty="0"/>
              <a:t>	= EBIT + Depreciation – Taxes</a:t>
            </a:r>
          </a:p>
          <a:p>
            <a:pPr algn="just">
              <a:lnSpc>
                <a:spcPct val="90000"/>
              </a:lnSpc>
              <a:buFontTx/>
              <a:buNone/>
            </a:pPr>
            <a:r>
              <a:rPr lang="en-US" sz="2400" dirty="0"/>
              <a:t>				= 90 500 + 40 000 – 24 435</a:t>
            </a:r>
          </a:p>
          <a:p>
            <a:pPr algn="just">
              <a:lnSpc>
                <a:spcPct val="90000"/>
              </a:lnSpc>
              <a:buFontTx/>
              <a:buNone/>
            </a:pPr>
            <a:r>
              <a:rPr lang="en-US" sz="2400" dirty="0"/>
              <a:t>				= </a:t>
            </a:r>
            <a:r>
              <a:rPr lang="en-US" sz="2400" b="1" dirty="0">
                <a:solidFill>
                  <a:srgbClr val="002060"/>
                </a:solidFill>
              </a:rPr>
              <a:t>R106 065</a:t>
            </a:r>
            <a:endParaRPr lang="en-US" sz="2400" dirty="0"/>
          </a:p>
          <a:p>
            <a:pPr algn="just">
              <a:lnSpc>
                <a:spcPct val="105000"/>
              </a:lnSpc>
              <a:buSzPct val="100000"/>
              <a:buFont typeface="Arial" panose="020B0604020202020204" pitchFamily="34" charset="0"/>
              <a:buChar char="•"/>
            </a:pPr>
            <a:endParaRPr lang="en-US" sz="2400" dirty="0">
              <a:latin typeface="+mj-lt"/>
            </a:endParaRPr>
          </a:p>
        </p:txBody>
      </p:sp>
      <p:graphicFrame>
        <p:nvGraphicFramePr>
          <p:cNvPr id="5" name="Diagram 4">
            <a:extLst>
              <a:ext uri="{FF2B5EF4-FFF2-40B4-BE49-F238E27FC236}">
                <a16:creationId xmlns:a16="http://schemas.microsoft.com/office/drawing/2014/main" id="{40618FDF-833F-A87A-56E9-0A9653B4EE9F}"/>
              </a:ext>
            </a:extLst>
          </p:cNvPr>
          <p:cNvGraphicFramePr/>
          <p:nvPr/>
        </p:nvGraphicFramePr>
        <p:xfrm>
          <a:off x="6445624" y="1932590"/>
          <a:ext cx="2545976" cy="17631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Rectangle 37">
            <a:extLst>
              <a:ext uri="{FF2B5EF4-FFF2-40B4-BE49-F238E27FC236}">
                <a16:creationId xmlns:a16="http://schemas.microsoft.com/office/drawing/2014/main" id="{DA7CFBD6-3CED-FA22-E663-A6AC66871944}"/>
              </a:ext>
            </a:extLst>
          </p:cNvPr>
          <p:cNvSpPr>
            <a:spLocks noChangeArrowheads="1"/>
          </p:cNvSpPr>
          <p:nvPr/>
        </p:nvSpPr>
        <p:spPr bwMode="auto">
          <a:xfrm>
            <a:off x="914400" y="2476427"/>
            <a:ext cx="5929312" cy="2677656"/>
          </a:xfrm>
          <a:prstGeom prst="rect">
            <a:avLst/>
          </a:prstGeom>
          <a:noFill/>
          <a:ln w="9525">
            <a:noFill/>
            <a:miter lim="800000"/>
            <a:headEnd/>
            <a:tailEnd/>
          </a:ln>
        </p:spPr>
        <p:txBody>
          <a:bodyPr>
            <a:spAutoFit/>
          </a:bodyPr>
          <a:lstStyle/>
          <a:p>
            <a:pPr>
              <a:defRPr/>
            </a:pPr>
            <a:r>
              <a:rPr lang="en-GB" sz="2400" dirty="0"/>
              <a:t>Sales		552 500 (6 500 x R85)</a:t>
            </a:r>
          </a:p>
          <a:p>
            <a:pPr>
              <a:defRPr/>
            </a:pPr>
            <a:r>
              <a:rPr lang="en-GB" sz="2400" dirty="0"/>
              <a:t>- VC		377 000 (6 500 x R58)</a:t>
            </a:r>
          </a:p>
          <a:p>
            <a:pPr>
              <a:defRPr/>
            </a:pPr>
            <a:r>
              <a:rPr lang="en-GB" sz="2400" dirty="0"/>
              <a:t>- FC		  45 000 	</a:t>
            </a:r>
          </a:p>
          <a:p>
            <a:pPr>
              <a:defRPr/>
            </a:pPr>
            <a:r>
              <a:rPr lang="en-GB" sz="2400" dirty="0"/>
              <a:t>- </a:t>
            </a:r>
            <a:r>
              <a:rPr lang="en-GB" sz="2400" b="1" dirty="0" err="1">
                <a:solidFill>
                  <a:srgbClr val="002060"/>
                </a:solidFill>
              </a:rPr>
              <a:t>Depr</a:t>
            </a:r>
            <a:r>
              <a:rPr lang="en-GB" sz="2400" b="1" dirty="0">
                <a:solidFill>
                  <a:srgbClr val="002060"/>
                </a:solidFill>
              </a:rPr>
              <a:t> 	</a:t>
            </a:r>
            <a:r>
              <a:rPr lang="en-GB" sz="2400" b="1" u="sng" dirty="0">
                <a:solidFill>
                  <a:srgbClr val="002060"/>
                </a:solidFill>
              </a:rPr>
              <a:t>  40 000</a:t>
            </a:r>
            <a:r>
              <a:rPr lang="en-GB" sz="2400" b="1" dirty="0">
                <a:solidFill>
                  <a:srgbClr val="002060"/>
                </a:solidFill>
              </a:rPr>
              <a:t> </a:t>
            </a:r>
            <a:r>
              <a:rPr lang="en-GB" sz="2400" dirty="0"/>
              <a:t>(200 000 / 5)</a:t>
            </a:r>
          </a:p>
          <a:p>
            <a:pPr>
              <a:defRPr/>
            </a:pPr>
            <a:r>
              <a:rPr lang="en-GB" sz="2400" b="1" dirty="0">
                <a:solidFill>
                  <a:srgbClr val="002060"/>
                </a:solidFill>
              </a:rPr>
              <a:t>EBIT		  90 500</a:t>
            </a:r>
            <a:r>
              <a:rPr lang="en-GB" sz="2400" dirty="0"/>
              <a:t>	</a:t>
            </a:r>
          </a:p>
          <a:p>
            <a:pPr>
              <a:defRPr/>
            </a:pPr>
            <a:r>
              <a:rPr lang="en-GB" sz="2400" b="1" dirty="0">
                <a:solidFill>
                  <a:srgbClr val="002060"/>
                </a:solidFill>
              </a:rPr>
              <a:t>- Taxes	</a:t>
            </a:r>
            <a:r>
              <a:rPr lang="en-GB" sz="2400" b="1" u="sng" dirty="0">
                <a:solidFill>
                  <a:srgbClr val="002060"/>
                </a:solidFill>
              </a:rPr>
              <a:t>  24 435</a:t>
            </a:r>
            <a:r>
              <a:rPr lang="en-GB" sz="2400" b="1" dirty="0">
                <a:solidFill>
                  <a:srgbClr val="002060"/>
                </a:solidFill>
              </a:rPr>
              <a:t> </a:t>
            </a:r>
            <a:r>
              <a:rPr lang="en-GB" sz="2400" dirty="0"/>
              <a:t>(27%)</a:t>
            </a:r>
          </a:p>
          <a:p>
            <a:pPr>
              <a:defRPr/>
            </a:pPr>
            <a:r>
              <a:rPr lang="en-GB" sz="2400" dirty="0"/>
              <a:t>EAT	</a:t>
            </a:r>
            <a:r>
              <a:rPr lang="en-GB" sz="2400"/>
              <a:t>	</a:t>
            </a:r>
            <a:r>
              <a:rPr lang="en-GB" sz="2400" u="dbl"/>
              <a:t>  </a:t>
            </a:r>
            <a:r>
              <a:rPr lang="en-GB" sz="2400" u="dbl" dirty="0"/>
              <a:t>66 065</a:t>
            </a:r>
            <a:r>
              <a:rPr lang="en-GB" sz="2400" dirty="0"/>
              <a:t>	</a:t>
            </a:r>
          </a:p>
        </p:txBody>
      </p:sp>
    </p:spTree>
    <p:custDataLst>
      <p:tags r:id="rId1"/>
    </p:custDataLst>
    <p:extLst>
      <p:ext uri="{BB962C8B-B14F-4D97-AF65-F5344CB8AC3E}">
        <p14:creationId xmlns:p14="http://schemas.microsoft.com/office/powerpoint/2010/main" val="2687828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EEFF381-D132-DF9E-DBF0-14E94297F41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2CC609D2-DCBC-F3E7-66AF-459A4FBCDABC}"/>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80E04B92-59C1-35DE-6DB0-020EACE0988E}"/>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25</a:t>
            </a:fld>
            <a:endParaRPr lang="en-US">
              <a:solidFill>
                <a:schemeClr val="tx1"/>
              </a:solidFill>
            </a:endParaRPr>
          </a:p>
        </p:txBody>
      </p:sp>
      <p:sp>
        <p:nvSpPr>
          <p:cNvPr id="4" name="Rectangle 5">
            <a:extLst>
              <a:ext uri="{FF2B5EF4-FFF2-40B4-BE49-F238E27FC236}">
                <a16:creationId xmlns:a16="http://schemas.microsoft.com/office/drawing/2014/main" id="{7A98BE6E-9582-E2A8-DC95-B2D564024702}"/>
              </a:ext>
            </a:extLst>
          </p:cNvPr>
          <p:cNvSpPr>
            <a:spLocks noGrp="1" noChangeArrowheads="1"/>
          </p:cNvSpPr>
          <p:nvPr>
            <p:ph idx="1"/>
          </p:nvPr>
        </p:nvSpPr>
        <p:spPr>
          <a:xfrm>
            <a:off x="228600" y="976339"/>
            <a:ext cx="8655424" cy="5247290"/>
          </a:xfrm>
        </p:spPr>
        <p:txBody>
          <a:bodyPr/>
          <a:lstStyle/>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r>
              <a:rPr lang="en-US" sz="2400" dirty="0">
                <a:latin typeface="+mn-lt"/>
              </a:rPr>
              <a:t>Should we still invest in the project? Not sure … We might need to do further analysis …</a:t>
            </a:r>
            <a:endParaRPr lang="en-US" sz="2400" dirty="0">
              <a:latin typeface="+mj-lt"/>
            </a:endParaRPr>
          </a:p>
        </p:txBody>
      </p:sp>
      <p:graphicFrame>
        <p:nvGraphicFramePr>
          <p:cNvPr id="5" name="Group 169">
            <a:extLst>
              <a:ext uri="{FF2B5EF4-FFF2-40B4-BE49-F238E27FC236}">
                <a16:creationId xmlns:a16="http://schemas.microsoft.com/office/drawing/2014/main" id="{8999BB9B-A318-D2C2-E7C4-ECC827250F12}"/>
              </a:ext>
            </a:extLst>
          </p:cNvPr>
          <p:cNvGraphicFramePr>
            <a:graphicFrameLocks/>
          </p:cNvGraphicFramePr>
          <p:nvPr>
            <p:extLst>
              <p:ext uri="{D42A27DB-BD31-4B8C-83A1-F6EECF244321}">
                <p14:modId xmlns:p14="http://schemas.microsoft.com/office/powerpoint/2010/main" val="1246817501"/>
              </p:ext>
            </p:extLst>
          </p:nvPr>
        </p:nvGraphicFramePr>
        <p:xfrm>
          <a:off x="141972" y="1153510"/>
          <a:ext cx="8892000" cy="4754880"/>
        </p:xfrm>
        <a:graphic>
          <a:graphicData uri="http://schemas.openxmlformats.org/drawingml/2006/table">
            <a:tbl>
              <a:tblPr/>
              <a:tblGrid>
                <a:gridCol w="3515628">
                  <a:extLst>
                    <a:ext uri="{9D8B030D-6E8A-4147-A177-3AD203B41FA5}">
                      <a16:colId xmlns:a16="http://schemas.microsoft.com/office/drawing/2014/main" val="20000"/>
                    </a:ext>
                  </a:extLst>
                </a:gridCol>
                <a:gridCol w="18288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gridCol w="1413972">
                  <a:extLst>
                    <a:ext uri="{9D8B030D-6E8A-4147-A177-3AD203B41FA5}">
                      <a16:colId xmlns:a16="http://schemas.microsoft.com/office/drawing/2014/main" val="20004"/>
                    </a:ext>
                  </a:extLst>
                </a:gridCol>
              </a:tblGrid>
              <a:tr h="118872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rPr>
                        <a:t>Scenario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OCF</a:t>
                      </a:r>
                    </a:p>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(5 years)</a:t>
                      </a:r>
                      <a:endParaRPr kumimoji="0" lang="en-US" sz="2400" b="1"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NPV</a:t>
                      </a:r>
                    </a:p>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(@12%)</a:t>
                      </a:r>
                      <a:endParaRPr kumimoji="0" lang="en-US" sz="2400" b="1"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charset="0"/>
                          <a:cs typeface="Arial" charset="0"/>
                        </a:rPr>
                        <a:t>IRR</a:t>
                      </a:r>
                      <a:endParaRPr kumimoji="0" lang="en-US" sz="2400" b="1"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8872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Base case</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(Most likely)</a:t>
                      </a:r>
                      <a:endParaRPr kumimoji="0" lang="en-US" sz="24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R61 900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R23 135.65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16.57%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8872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Worst case (Pessimistic)</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Lowest sales, highest cost</a:t>
                      </a:r>
                      <a:endParaRPr kumimoji="0" lang="en-US" sz="24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R23 080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charset="0"/>
                        </a:rPr>
                        <a:t>-R116 801.77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charset="0"/>
                        </a:rPr>
                        <a:t>-15.92%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8872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Best case (Optimistic)</a:t>
                      </a:r>
                    </a:p>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Highest sales, lowest cost</a:t>
                      </a:r>
                      <a:endParaRPr kumimoji="0" lang="en-US" sz="24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R105 160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R179 078.27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44.12%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3796888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36B367E-A841-F31E-884F-C3F9325CBDC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1F0E7FD-DF48-A807-8D39-CAB9E4D222B7}"/>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 (cont.)</a:t>
            </a:r>
          </a:p>
        </p:txBody>
      </p:sp>
      <p:sp>
        <p:nvSpPr>
          <p:cNvPr id="3" name="Slide Number Placeholder 2">
            <a:extLst>
              <a:ext uri="{FF2B5EF4-FFF2-40B4-BE49-F238E27FC236}">
                <a16:creationId xmlns:a16="http://schemas.microsoft.com/office/drawing/2014/main" id="{D6C0F0C9-5250-780F-5AA9-6F7E292C4536}"/>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26</a:t>
            </a:fld>
            <a:endParaRPr lang="en-US">
              <a:solidFill>
                <a:schemeClr val="tx1"/>
              </a:solidFill>
            </a:endParaRPr>
          </a:p>
        </p:txBody>
      </p:sp>
      <p:sp>
        <p:nvSpPr>
          <p:cNvPr id="4" name="Rectangle 5">
            <a:extLst>
              <a:ext uri="{FF2B5EF4-FFF2-40B4-BE49-F238E27FC236}">
                <a16:creationId xmlns:a16="http://schemas.microsoft.com/office/drawing/2014/main" id="{2CD658E6-4828-CB9E-77BC-40ADBCA0BF88}"/>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Sensitivity analysis (cont.)</a:t>
            </a:r>
          </a:p>
          <a:p>
            <a:pPr marL="715963" algn="just">
              <a:lnSpc>
                <a:spcPct val="105000"/>
              </a:lnSpc>
              <a:buSzPct val="100000"/>
              <a:buFont typeface="Wingdings" panose="05000000000000000000" pitchFamily="2" charset="2"/>
              <a:buChar char="§"/>
            </a:pPr>
            <a:r>
              <a:rPr lang="en-US" sz="2400" dirty="0"/>
              <a:t>Using Monte Carlo simulation</a:t>
            </a:r>
          </a:p>
          <a:p>
            <a:pPr marL="1074738" algn="just">
              <a:lnSpc>
                <a:spcPct val="105000"/>
              </a:lnSpc>
              <a:buSzPct val="100000"/>
              <a:buFont typeface="Wingdings" panose="05000000000000000000" pitchFamily="2" charset="2"/>
              <a:buChar char="§"/>
            </a:pPr>
            <a:r>
              <a:rPr lang="en-US" sz="2400" dirty="0"/>
              <a:t>Probable future events are simulated on a computer indicating most likely outcomes</a:t>
            </a:r>
          </a:p>
        </p:txBody>
      </p:sp>
      <p:graphicFrame>
        <p:nvGraphicFramePr>
          <p:cNvPr id="2" name="Diagram 1">
            <a:extLst>
              <a:ext uri="{FF2B5EF4-FFF2-40B4-BE49-F238E27FC236}">
                <a16:creationId xmlns:a16="http://schemas.microsoft.com/office/drawing/2014/main" id="{3CF4DBFE-F82A-87BD-C40F-8D5FF1262719}"/>
              </a:ext>
            </a:extLst>
          </p:cNvPr>
          <p:cNvGraphicFramePr/>
          <p:nvPr>
            <p:extLst>
              <p:ext uri="{D42A27DB-BD31-4B8C-83A1-F6EECF244321}">
                <p14:modId xmlns:p14="http://schemas.microsoft.com/office/powerpoint/2010/main" val="1548174067"/>
              </p:ext>
            </p:extLst>
          </p:nvPr>
        </p:nvGraphicFramePr>
        <p:xfrm>
          <a:off x="3810000" y="3429000"/>
          <a:ext cx="4845424" cy="2743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366253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CF821DC-48D2-104C-8B58-C959D857C485}" type="slidenum">
              <a:rPr kumimoji="0" lang="en-US" sz="1400" b="0" i="0" u="none" strike="noStrike" kern="1200" cap="none" spc="0" normalizeH="0" baseline="0" noProof="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27</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17" name="Rectangle 4"/>
          <p:cNvSpPr txBox="1">
            <a:spLocks noChangeArrowheads="1"/>
          </p:cNvSpPr>
          <p:nvPr/>
        </p:nvSpPr>
        <p:spPr bwMode="auto">
          <a:xfrm>
            <a:off x="228600" y="0"/>
            <a:ext cx="8677701"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solidFill>
                  <a:schemeClr val="tx2"/>
                </a:solidFill>
              </a:rPr>
              <a:t>Preparation for next session</a:t>
            </a:r>
          </a:p>
        </p:txBody>
      </p:sp>
      <p:sp>
        <p:nvSpPr>
          <p:cNvPr id="19" name="Rectangle 7"/>
          <p:cNvSpPr txBox="1">
            <a:spLocks noChangeArrowheads="1"/>
          </p:cNvSpPr>
          <p:nvPr/>
        </p:nvSpPr>
        <p:spPr>
          <a:xfrm>
            <a:off x="304799" y="1066800"/>
            <a:ext cx="8601501" cy="5562600"/>
          </a:xfrm>
          <a:prstGeom prst="rect">
            <a:avLst/>
          </a:prstGeom>
          <a:noFill/>
        </p:spPr>
        <p:txBody>
          <a:bodyPr/>
          <a:lst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ahoma"/>
                <a:ea typeface="ＭＳ Ｐゴシック"/>
              </a:rPr>
              <a:t>Work through Chapter 14 Part 1</a:t>
            </a:r>
          </a:p>
          <a:p>
            <a:pPr marL="682625"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Questions in study guide</a:t>
            </a:r>
          </a:p>
          <a:p>
            <a:pPr marL="682625"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Problems at the end of the chapter relating to the content already covered</a:t>
            </a: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14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Read through Chapter 14 Part 2</a:t>
            </a:r>
            <a:endParaRPr lang="en-US" sz="1400" kern="0" dirty="0">
              <a:solidFill>
                <a:prstClr val="black"/>
              </a:solidFill>
              <a:latin typeface="Tahoma"/>
              <a:ea typeface="ＭＳ Ｐゴシック"/>
            </a:endParaRPr>
          </a:p>
          <a:p>
            <a:pPr marL="0" indent="0">
              <a:lnSpc>
                <a:spcPct val="100000"/>
              </a:lnSpc>
              <a:spcBef>
                <a:spcPts val="0"/>
              </a:spcBef>
              <a:spcAft>
                <a:spcPts val="600"/>
              </a:spcAft>
              <a:buClr>
                <a:srgbClr val="1F497D"/>
              </a:buClr>
              <a:buSzPct val="100000"/>
              <a:buNone/>
              <a:defRPr/>
            </a:pPr>
            <a:endParaRPr lang="en-US" sz="2800" kern="0" dirty="0">
              <a:solidFill>
                <a:srgbClr val="C00000"/>
              </a:solidFill>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lang="en-US" sz="2800" kern="0" dirty="0">
              <a:solidFill>
                <a:srgbClr val="C00000"/>
              </a:solidFill>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0"/>
              </a:spcAft>
              <a:buClr>
                <a:srgbClr val="1F497D"/>
              </a:buClr>
              <a:buSzPct val="100000"/>
              <a:buFont typeface="Wingdings" charset="2"/>
              <a:buNone/>
              <a:tabLst/>
              <a:defRPr/>
            </a:pPr>
            <a:endParaRPr kumimoji="0" lang="en-US" sz="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400" b="0" i="0" u="none" strike="noStrike" kern="0" cap="none" spc="0" normalizeH="0" baseline="0" noProof="0" dirty="0">
              <a:ln>
                <a:noFill/>
              </a:ln>
              <a:solidFill>
                <a:prstClr val="black"/>
              </a:solidFill>
              <a:effectLst/>
              <a:uLnTx/>
              <a:uFillTx/>
              <a:latin typeface="Tahoma"/>
              <a:ea typeface="ＭＳ Ｐゴシック"/>
            </a:endParaRPr>
          </a:p>
        </p:txBody>
      </p:sp>
    </p:spTree>
    <p:extLst>
      <p:ext uri="{BB962C8B-B14F-4D97-AF65-F5344CB8AC3E}">
        <p14:creationId xmlns:p14="http://schemas.microsoft.com/office/powerpoint/2010/main" val="3964624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4800600" y="2062829"/>
            <a:ext cx="3962400" cy="2551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lvl="0" algn="ctr" defTabSz="912813" eaLnBrk="1" hangingPunct="1">
              <a:spcBef>
                <a:spcPct val="50000"/>
              </a:spcBef>
              <a:defRPr/>
            </a:pPr>
            <a:r>
              <a:rPr lang="en-ZA" sz="3200" b="1" dirty="0">
                <a:solidFill>
                  <a:srgbClr val="28287A"/>
                </a:solidFill>
                <a:latin typeface="Tahoma" panose="020B0604030504040204" pitchFamily="34" charset="0"/>
                <a:ea typeface="Tahoma" panose="020B0604030504040204" pitchFamily="34" charset="0"/>
                <a:cs typeface="Tahoma" panose="020B0604030504040204" pitchFamily="34" charset="0"/>
              </a:rPr>
              <a:t>Risk adjustments and other refinements to capital budgeting – Part 2</a:t>
            </a:r>
            <a:endParaRPr lang="en-GB" sz="3200" b="1" dirty="0">
              <a:solidFill>
                <a:srgbClr val="28287A"/>
              </a:solidFill>
              <a:latin typeface="Tahoma" panose="020B0604030504040204" pitchFamily="34" charset="0"/>
              <a:ea typeface="Tahoma" panose="020B0604030504040204" pitchFamily="34" charset="0"/>
              <a:cs typeface="Tahoma" panose="020B0604030504040204" pitchFamily="34" charset="0"/>
            </a:endParaRPr>
          </a:p>
        </p:txBody>
      </p:sp>
      <p:sp>
        <p:nvSpPr>
          <p:cNvPr id="4099" name="Rectangle 4"/>
          <p:cNvSpPr>
            <a:spLocks noChangeArrowheads="1"/>
          </p:cNvSpPr>
          <p:nvPr/>
        </p:nvSpPr>
        <p:spPr bwMode="auto">
          <a:xfrm>
            <a:off x="4339457" y="101304"/>
            <a:ext cx="5113283" cy="1132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nchor="ct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GB" sz="4000" b="1" i="0" u="none" strike="noStrike" kern="1200" cap="none" spc="0" normalizeH="0" baseline="0" noProof="0" dirty="0">
                <a:ln>
                  <a:noFill/>
                </a:ln>
                <a:solidFill>
                  <a:srgbClr val="28287A"/>
                </a:solidFill>
                <a:effectLst/>
                <a:uLnTx/>
                <a:uFillTx/>
                <a:latin typeface="+mn-lt"/>
                <a:ea typeface="+mn-ea"/>
                <a:cs typeface="Arial" charset="0"/>
              </a:rPr>
              <a:t>Chapter 14</a:t>
            </a:r>
          </a:p>
        </p:txBody>
      </p:sp>
      <p:sp>
        <p:nvSpPr>
          <p:cNvPr id="4101" name="Rectangle 6"/>
          <p:cNvSpPr>
            <a:spLocks noChangeArrowheads="1"/>
          </p:cNvSpPr>
          <p:nvPr/>
        </p:nvSpPr>
        <p:spPr bwMode="auto">
          <a:xfrm>
            <a:off x="4742050" y="5387788"/>
            <a:ext cx="4424362" cy="10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lvl="0" algn="ctr" defTabSz="912813" eaLnBrk="1" hangingPunct="1"/>
            <a:r>
              <a:rPr lang="en-GB" sz="2000" b="1" dirty="0">
                <a:solidFill>
                  <a:srgbClr val="28287A"/>
                </a:solidFill>
                <a:latin typeface="+mn-lt"/>
                <a:ea typeface="+mn-ea"/>
                <a:cs typeface="Arial" charset="0"/>
              </a:rPr>
              <a:t>Slides by Prof C Rootman, Dr S Watson, Ms E Kobese </a:t>
            </a:r>
          </a:p>
          <a:p>
            <a:pPr lvl="0" algn="ctr" defTabSz="912813" eaLnBrk="1" hangingPunct="1"/>
            <a:r>
              <a:rPr lang="en-GB" sz="2000" b="1" dirty="0">
                <a:solidFill>
                  <a:srgbClr val="28287A"/>
                </a:solidFill>
                <a:latin typeface="+mn-lt"/>
                <a:ea typeface="+mn-ea"/>
                <a:cs typeface="Arial" charset="0"/>
              </a:rPr>
              <a:t>&amp; Ms N Maliwa</a:t>
            </a:r>
            <a:endParaRPr kumimoji="0" lang="en-GB" sz="2000" b="1" i="0" u="none" strike="noStrike" kern="1200" cap="none" spc="0" normalizeH="0" baseline="0" noProof="0" dirty="0">
              <a:ln>
                <a:noFill/>
              </a:ln>
              <a:solidFill>
                <a:srgbClr val="28287A"/>
              </a:solidFill>
              <a:effectLst/>
              <a:uLnTx/>
              <a:uFillTx/>
              <a:latin typeface="+mn-lt"/>
              <a:ea typeface="+mn-ea"/>
              <a:cs typeface="Arial" charset="0"/>
            </a:endParaRPr>
          </a:p>
        </p:txBody>
      </p:sp>
      <p:pic>
        <p:nvPicPr>
          <p:cNvPr id="5" name="Picture 4">
            <a:extLst>
              <a:ext uri="{FF2B5EF4-FFF2-40B4-BE49-F238E27FC236}">
                <a16:creationId xmlns:a16="http://schemas.microsoft.com/office/drawing/2014/main" id="{5D9545C3-6F17-1260-0104-A1B245EEECAE}"/>
              </a:ext>
            </a:extLst>
          </p:cNvPr>
          <p:cNvPicPr>
            <a:picLocks noChangeAspect="1"/>
          </p:cNvPicPr>
          <p:nvPr/>
        </p:nvPicPr>
        <p:blipFill>
          <a:blip r:embed="rId3"/>
          <a:stretch>
            <a:fillRect/>
          </a:stretch>
        </p:blipFill>
        <p:spPr>
          <a:xfrm>
            <a:off x="1676400" y="4202352"/>
            <a:ext cx="2124066" cy="2179476"/>
          </a:xfrm>
          <a:prstGeom prst="rect">
            <a:avLst/>
          </a:prstGeom>
        </p:spPr>
      </p:pic>
    </p:spTree>
    <p:extLst>
      <p:ext uri="{BB962C8B-B14F-4D97-AF65-F5344CB8AC3E}">
        <p14:creationId xmlns:p14="http://schemas.microsoft.com/office/powerpoint/2010/main" val="27357352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9" name="Rectangle 1031"/>
          <p:cNvSpPr>
            <a:spLocks noGrp="1" noChangeArrowheads="1"/>
          </p:cNvSpPr>
          <p:nvPr>
            <p:ph type="title"/>
          </p:nvPr>
        </p:nvSpPr>
        <p:spPr>
          <a:xfrm>
            <a:off x="190500" y="76200"/>
            <a:ext cx="8763000" cy="685800"/>
          </a:xfrm>
        </p:spPr>
        <p:txBody>
          <a:bodyPr/>
          <a:lstStyle/>
          <a:p>
            <a:r>
              <a:rPr lang="en-US" i="1" dirty="0">
                <a:latin typeface="Tahoma" panose="020B0604030504040204" pitchFamily="34" charset="0"/>
                <a:ea typeface="Tahoma" panose="020B0604030504040204" pitchFamily="34" charset="0"/>
                <a:cs typeface="Tahoma" panose="020B0604030504040204" pitchFamily="34" charset="0"/>
              </a:rPr>
              <a:t>Learning outcomes: Chapter 14</a:t>
            </a:r>
            <a:endParaRPr lang="en-US" sz="2800" dirty="0">
              <a:solidFill>
                <a:schemeClr val="tx2"/>
              </a:solidFill>
              <a:latin typeface="+mn-lt"/>
            </a:endParaRPr>
          </a:p>
        </p:txBody>
      </p:sp>
      <p:sp>
        <p:nvSpPr>
          <p:cNvPr id="59400" name="Rectangle 1032"/>
          <p:cNvSpPr>
            <a:spLocks noGrp="1" noChangeArrowheads="1"/>
          </p:cNvSpPr>
          <p:nvPr>
            <p:ph idx="1"/>
          </p:nvPr>
        </p:nvSpPr>
        <p:spPr>
          <a:xfrm>
            <a:off x="217394" y="914400"/>
            <a:ext cx="8762999" cy="5791200"/>
          </a:xfrm>
        </p:spPr>
        <p:txBody>
          <a:bodyPr/>
          <a:lstStyle/>
          <a:p>
            <a:pPr marL="342900" lvl="0" indent="-342900" algn="just">
              <a:buFont typeface="Symbol" panose="05050102010706020507" pitchFamily="18" charset="2"/>
              <a:buChar char=""/>
              <a:tabLst>
                <a:tab pos="431800" algn="l"/>
              </a:tabLst>
            </a:pPr>
            <a:r>
              <a:rPr lang="en-ZA" sz="2400" dirty="0"/>
              <a:t>evaluate which approach would be best to incorporate risk in the capital budgeting process</a:t>
            </a:r>
          </a:p>
          <a:p>
            <a:pPr marL="342900" lvl="0" indent="-342900" algn="just">
              <a:buFont typeface="Symbol" panose="05050102010706020507" pitchFamily="18" charset="2"/>
              <a:buChar char=""/>
              <a:tabLst>
                <a:tab pos="431800" algn="l"/>
              </a:tabLst>
            </a:pPr>
            <a:r>
              <a:rPr lang="en-ZA" sz="2400" dirty="0"/>
              <a:t>incorporate risk in capital budgeting by means of certainty equivalents, decision tree analysis and </a:t>
            </a:r>
            <a:r>
              <a:rPr lang="en-ZA" sz="2400" dirty="0">
                <a:solidFill>
                  <a:srgbClr val="C00000"/>
                </a:solidFill>
              </a:rPr>
              <a:t>risk-adjusted discount rates</a:t>
            </a:r>
          </a:p>
          <a:p>
            <a:pPr marL="342900" lvl="0" indent="-342900" algn="just">
              <a:buFont typeface="Symbol" panose="05050102010706020507" pitchFamily="18" charset="2"/>
              <a:buChar char=""/>
              <a:tabLst>
                <a:tab pos="431800" algn="l"/>
              </a:tabLst>
            </a:pPr>
            <a:r>
              <a:rPr lang="en-ZA" sz="2400" dirty="0">
                <a:solidFill>
                  <a:srgbClr val="C00000"/>
                </a:solidFill>
              </a:rPr>
              <a:t>evaluate projects with unequal lives</a:t>
            </a:r>
          </a:p>
          <a:p>
            <a:pPr marL="342900" lvl="0" indent="-342900" algn="just">
              <a:buFont typeface="Symbol" panose="05050102010706020507" pitchFamily="18" charset="2"/>
              <a:buChar char=""/>
              <a:tabLst>
                <a:tab pos="431800" algn="l"/>
              </a:tabLst>
            </a:pPr>
            <a:r>
              <a:rPr lang="en-ZA" sz="2400" dirty="0">
                <a:solidFill>
                  <a:srgbClr val="C00000"/>
                </a:solidFill>
              </a:rPr>
              <a:t>apply capital rationing to the capital budgeting process</a:t>
            </a:r>
          </a:p>
          <a:p>
            <a:pPr marL="342900" lvl="0" indent="-342900" algn="just">
              <a:buFont typeface="Symbol" panose="05050102010706020507" pitchFamily="18" charset="2"/>
              <a:buChar char=""/>
              <a:tabLst>
                <a:tab pos="431800" algn="l"/>
              </a:tabLst>
            </a:pPr>
            <a:r>
              <a:rPr lang="en-ZA" sz="2400" dirty="0">
                <a:solidFill>
                  <a:srgbClr val="C00000"/>
                </a:solidFill>
              </a:rPr>
              <a:t>evaluate projects in view of budget constraints.</a:t>
            </a:r>
          </a:p>
          <a:p>
            <a:pPr marL="342900" lvl="0" indent="-342900" algn="just">
              <a:buFont typeface="Symbol" panose="05050102010706020507" pitchFamily="18" charset="2"/>
              <a:buChar char=""/>
              <a:tabLst>
                <a:tab pos="450215" algn="l"/>
              </a:tabLst>
            </a:pPr>
            <a:endParaRPr lang="en-ZA" sz="2400" dirty="0"/>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29</a:t>
            </a:fld>
            <a:endParaRPr lang="en-US">
              <a:solidFill>
                <a:schemeClr val="tx1"/>
              </a:solidFill>
            </a:endParaRPr>
          </a:p>
        </p:txBody>
      </p:sp>
    </p:spTree>
    <p:extLst>
      <p:ext uri="{BB962C8B-B14F-4D97-AF65-F5344CB8AC3E}">
        <p14:creationId xmlns:p14="http://schemas.microsoft.com/office/powerpoint/2010/main" val="33305888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40687-BFE8-54E7-DDDC-ACCA77E91FD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A9DA4652-4A70-C93B-A2FA-4EEBF6FE59CC}"/>
              </a:ext>
            </a:extLst>
          </p:cNvPr>
          <p:cNvSpPr>
            <a:spLocks noGrp="1" noChangeArrowheads="1"/>
          </p:cNvSpPr>
          <p:nvPr>
            <p:ph type="title"/>
          </p:nvPr>
        </p:nvSpPr>
        <p:spPr>
          <a:xfrm>
            <a:off x="228600" y="10510"/>
            <a:ext cx="8763000" cy="1143000"/>
          </a:xfrm>
        </p:spPr>
        <p:txBody>
          <a:bodyPr/>
          <a:lstStyle/>
          <a:p>
            <a:r>
              <a:rPr lang="en-US" dirty="0">
                <a:solidFill>
                  <a:schemeClr val="tx2"/>
                </a:solidFill>
              </a:rPr>
              <a:t>Approaches to dealing with risk</a:t>
            </a:r>
          </a:p>
        </p:txBody>
      </p:sp>
      <p:sp>
        <p:nvSpPr>
          <p:cNvPr id="3" name="Slide Number Placeholder 2">
            <a:extLst>
              <a:ext uri="{FF2B5EF4-FFF2-40B4-BE49-F238E27FC236}">
                <a16:creationId xmlns:a16="http://schemas.microsoft.com/office/drawing/2014/main" id="{07259366-BAA3-1640-6A19-C6498098FE9B}"/>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30</a:t>
            </a:fld>
            <a:endParaRPr lang="en-US">
              <a:solidFill>
                <a:schemeClr val="tx1"/>
              </a:solidFill>
            </a:endParaRPr>
          </a:p>
        </p:txBody>
      </p:sp>
      <p:graphicFrame>
        <p:nvGraphicFramePr>
          <p:cNvPr id="2" name="Diagram 1">
            <a:extLst>
              <a:ext uri="{FF2B5EF4-FFF2-40B4-BE49-F238E27FC236}">
                <a16:creationId xmlns:a16="http://schemas.microsoft.com/office/drawing/2014/main" id="{8FA3F430-5374-E1E8-C585-CF00FD98EA38}"/>
              </a:ext>
            </a:extLst>
          </p:cNvPr>
          <p:cNvGraphicFramePr/>
          <p:nvPr/>
        </p:nvGraphicFramePr>
        <p:xfrm>
          <a:off x="259976" y="1153510"/>
          <a:ext cx="8624048" cy="4876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Rectangle 5">
            <a:extLst>
              <a:ext uri="{FF2B5EF4-FFF2-40B4-BE49-F238E27FC236}">
                <a16:creationId xmlns:a16="http://schemas.microsoft.com/office/drawing/2014/main" id="{C21185DE-1F6D-8C41-C119-54480EC6D39B}"/>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solidFill>
                  <a:prstClr val="black"/>
                </a:solidFill>
                <a:ea typeface="ＭＳ Ｐゴシック"/>
              </a:rPr>
              <a:t>What if sales or selling price (or costs!) were higher (lower) than expected?</a:t>
            </a:r>
          </a:p>
          <a:p>
            <a:pPr>
              <a:lnSpc>
                <a:spcPct val="105000"/>
              </a:lnSpc>
              <a:buSzPct val="100000"/>
              <a:buFont typeface="Arial" panose="020B0604020202020204" pitchFamily="34" charset="0"/>
              <a:buChar char="•"/>
            </a:pPr>
            <a:endParaRPr lang="en-US" sz="2400" dirty="0">
              <a:solidFill>
                <a:prstClr val="black"/>
              </a:solidFill>
              <a:ea typeface="ＭＳ Ｐゴシック"/>
            </a:endParaRPr>
          </a:p>
          <a:p>
            <a:pPr>
              <a:lnSpc>
                <a:spcPct val="105000"/>
              </a:lnSpc>
              <a:buSzPct val="100000"/>
              <a:buFont typeface="Arial" panose="020B0604020202020204" pitchFamily="34" charset="0"/>
              <a:buChar char="•"/>
            </a:pPr>
            <a:endParaRPr lang="en-US" sz="2400" dirty="0">
              <a:solidFill>
                <a:prstClr val="black"/>
              </a:solidFill>
              <a:ea typeface="ＭＳ Ｐゴシック"/>
            </a:endParaRPr>
          </a:p>
          <a:p>
            <a:pPr>
              <a:lnSpc>
                <a:spcPct val="105000"/>
              </a:lnSpc>
              <a:buSzPct val="100000"/>
              <a:buFont typeface="Arial" panose="020B0604020202020204" pitchFamily="34" charset="0"/>
              <a:buChar char="•"/>
            </a:pPr>
            <a:endParaRPr lang="en-US" sz="2400" dirty="0">
              <a:solidFill>
                <a:prstClr val="black"/>
              </a:solidFill>
              <a:ea typeface="ＭＳ Ｐゴシック"/>
            </a:endParaRPr>
          </a:p>
          <a:p>
            <a:pPr>
              <a:lnSpc>
                <a:spcPct val="105000"/>
              </a:lnSpc>
              <a:buSzPct val="100000"/>
              <a:buFont typeface="Arial" panose="020B0604020202020204" pitchFamily="34" charset="0"/>
              <a:buChar char="•"/>
            </a:pPr>
            <a:endParaRPr lang="en-US" sz="2400" dirty="0">
              <a:solidFill>
                <a:prstClr val="black"/>
              </a:solidFill>
              <a:ea typeface="ＭＳ Ｐゴシック"/>
            </a:endParaRPr>
          </a:p>
          <a:p>
            <a:pPr>
              <a:lnSpc>
                <a:spcPct val="105000"/>
              </a:lnSpc>
              <a:buSzPct val="100000"/>
              <a:buFont typeface="Arial" panose="020B0604020202020204" pitchFamily="34" charset="0"/>
              <a:buChar char="•"/>
            </a:pPr>
            <a:endParaRPr lang="en-US" sz="2400" dirty="0">
              <a:solidFill>
                <a:prstClr val="black"/>
              </a:solidFill>
              <a:ea typeface="ＭＳ Ｐゴシック"/>
            </a:endParaRPr>
          </a:p>
          <a:p>
            <a:pPr>
              <a:lnSpc>
                <a:spcPct val="105000"/>
              </a:lnSpc>
              <a:buSzPct val="100000"/>
              <a:buFont typeface="Arial" panose="020B0604020202020204" pitchFamily="34" charset="0"/>
              <a:buChar char="•"/>
            </a:pPr>
            <a:endParaRPr lang="en-US" sz="2400" dirty="0">
              <a:solidFill>
                <a:prstClr val="black"/>
              </a:solidFill>
              <a:ea typeface="ＭＳ Ｐゴシック"/>
            </a:endParaRPr>
          </a:p>
          <a:p>
            <a:pPr>
              <a:lnSpc>
                <a:spcPct val="105000"/>
              </a:lnSpc>
              <a:buSzPct val="100000"/>
              <a:buFont typeface="Arial" panose="020B0604020202020204" pitchFamily="34" charset="0"/>
              <a:buChar char="•"/>
            </a:pPr>
            <a:endParaRPr lang="en-US" sz="2400" dirty="0">
              <a:solidFill>
                <a:prstClr val="black"/>
              </a:solidFill>
              <a:ea typeface="ＭＳ Ｐゴシック"/>
            </a:endParaRPr>
          </a:p>
          <a:p>
            <a:pPr>
              <a:lnSpc>
                <a:spcPct val="105000"/>
              </a:lnSpc>
              <a:buSzPct val="100000"/>
              <a:buFont typeface="Arial" panose="020B0604020202020204" pitchFamily="34" charset="0"/>
              <a:buChar char="•"/>
            </a:pPr>
            <a:endParaRPr lang="en-US" sz="2400" dirty="0">
              <a:solidFill>
                <a:prstClr val="black"/>
              </a:solidFill>
              <a:ea typeface="ＭＳ Ｐゴシック"/>
            </a:endParaRPr>
          </a:p>
          <a:p>
            <a:pPr>
              <a:lnSpc>
                <a:spcPct val="105000"/>
              </a:lnSpc>
              <a:buSzPct val="100000"/>
              <a:buFont typeface="Arial" panose="020B0604020202020204" pitchFamily="34" charset="0"/>
              <a:buChar char="•"/>
            </a:pPr>
            <a:r>
              <a:rPr lang="en-US" sz="2400" dirty="0">
                <a:solidFill>
                  <a:prstClr val="black"/>
                </a:solidFill>
                <a:ea typeface="ＭＳ Ｐゴシック"/>
              </a:rPr>
              <a:t>BUT, not taking into account the possibility (risk) of CFs not as expected!</a:t>
            </a:r>
          </a:p>
        </p:txBody>
      </p:sp>
    </p:spTree>
    <p:custDataLst>
      <p:tags r:id="rId1"/>
    </p:custDataLst>
    <p:extLst>
      <p:ext uri="{BB962C8B-B14F-4D97-AF65-F5344CB8AC3E}">
        <p14:creationId xmlns:p14="http://schemas.microsoft.com/office/powerpoint/2010/main" val="41949655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247F0-18FD-4883-F1E7-8C528C0F0A57}"/>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5DEB5020-3BE6-000C-EE4E-3AF07E4A9784}"/>
              </a:ext>
            </a:extLst>
          </p:cNvPr>
          <p:cNvSpPr>
            <a:spLocks noGrp="1" noChangeArrowheads="1"/>
          </p:cNvSpPr>
          <p:nvPr>
            <p:ph type="title"/>
          </p:nvPr>
        </p:nvSpPr>
        <p:spPr>
          <a:xfrm>
            <a:off x="228600" y="10510"/>
            <a:ext cx="8763000" cy="1143000"/>
          </a:xfrm>
        </p:spPr>
        <p:txBody>
          <a:bodyPr/>
          <a:lstStyle/>
          <a:p>
            <a:r>
              <a:rPr lang="en-US" dirty="0">
                <a:solidFill>
                  <a:schemeClr val="tx2"/>
                </a:solidFill>
              </a:rPr>
              <a:t>Risk adjustment techniques</a:t>
            </a:r>
          </a:p>
        </p:txBody>
      </p:sp>
      <p:sp>
        <p:nvSpPr>
          <p:cNvPr id="3" name="Slide Number Placeholder 2">
            <a:extLst>
              <a:ext uri="{FF2B5EF4-FFF2-40B4-BE49-F238E27FC236}">
                <a16:creationId xmlns:a16="http://schemas.microsoft.com/office/drawing/2014/main" id="{C28B4B42-E2AC-5F7A-B2D3-5111D80FFBBC}"/>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31</a:t>
            </a:fld>
            <a:endParaRPr lang="en-US">
              <a:solidFill>
                <a:schemeClr val="tx1"/>
              </a:solidFill>
            </a:endParaRPr>
          </a:p>
        </p:txBody>
      </p:sp>
      <p:sp>
        <p:nvSpPr>
          <p:cNvPr id="7" name="Rectangle 5">
            <a:extLst>
              <a:ext uri="{FF2B5EF4-FFF2-40B4-BE49-F238E27FC236}">
                <a16:creationId xmlns:a16="http://schemas.microsoft.com/office/drawing/2014/main" id="{66046DCD-47CC-C8DE-2725-7343A626ECB1}"/>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In NPV calculation (II, CFs, discount rate)</a:t>
            </a:r>
          </a:p>
          <a:p>
            <a:pPr marL="715963" lvl="1" indent="-357188" algn="just">
              <a:lnSpc>
                <a:spcPct val="105000"/>
              </a:lnSpc>
              <a:buSzPct val="100000"/>
              <a:buFont typeface="Wingdings" panose="05000000000000000000" pitchFamily="2" charset="2"/>
              <a:buChar char="§"/>
            </a:pPr>
            <a:r>
              <a:rPr lang="en-US" sz="2400" dirty="0">
                <a:latin typeface="+mj-lt"/>
              </a:rPr>
              <a:t>Certainty – initial investment</a:t>
            </a:r>
          </a:p>
          <a:p>
            <a:pPr marL="715963" lvl="1" indent="-357188" algn="just">
              <a:lnSpc>
                <a:spcPct val="105000"/>
              </a:lnSpc>
              <a:buSzPct val="100000"/>
              <a:buFont typeface="Wingdings" panose="05000000000000000000" pitchFamily="2" charset="2"/>
              <a:buChar char="§"/>
            </a:pPr>
            <a:r>
              <a:rPr lang="en-US" sz="2400" dirty="0">
                <a:latin typeface="+mj-lt"/>
              </a:rPr>
              <a:t>Uncertain – CFs and discount rate (k)</a:t>
            </a:r>
          </a:p>
          <a:p>
            <a:pPr marL="358775" lvl="1" indent="-357188" algn="just">
              <a:lnSpc>
                <a:spcPct val="105000"/>
              </a:lnSpc>
              <a:buSzPct val="100000"/>
              <a:buFont typeface="Arial" panose="020B0604020202020204" pitchFamily="34" charset="0"/>
              <a:buChar char="•"/>
            </a:pPr>
            <a:r>
              <a:rPr lang="en-US" sz="2400" dirty="0">
                <a:latin typeface="+mj-lt"/>
              </a:rPr>
              <a:t>Techniques</a:t>
            </a:r>
          </a:p>
          <a:p>
            <a:pPr marL="715963" lvl="1" indent="-357188" algn="just">
              <a:lnSpc>
                <a:spcPct val="105000"/>
              </a:lnSpc>
              <a:buSzPct val="100000"/>
              <a:buFont typeface="Wingdings" panose="05000000000000000000" pitchFamily="2" charset="2"/>
              <a:buChar char="§"/>
            </a:pPr>
            <a:r>
              <a:rPr lang="en-US" sz="2400" dirty="0">
                <a:latin typeface="+mj-lt"/>
              </a:rPr>
              <a:t>Certainty equivalents</a:t>
            </a:r>
          </a:p>
          <a:p>
            <a:pPr marL="715963" lvl="1" indent="-357188" algn="just">
              <a:lnSpc>
                <a:spcPct val="105000"/>
              </a:lnSpc>
              <a:buSzPct val="100000"/>
              <a:buFont typeface="Wingdings" panose="05000000000000000000" pitchFamily="2" charset="2"/>
              <a:buChar char="§"/>
            </a:pPr>
            <a:r>
              <a:rPr lang="en-US" sz="2400" dirty="0">
                <a:latin typeface="+mj-lt"/>
              </a:rPr>
              <a:t>Risk adjusted discount rates</a:t>
            </a:r>
          </a:p>
        </p:txBody>
      </p:sp>
    </p:spTree>
    <p:custDataLst>
      <p:tags r:id="rId1"/>
    </p:custDataLst>
    <p:extLst>
      <p:ext uri="{BB962C8B-B14F-4D97-AF65-F5344CB8AC3E}">
        <p14:creationId xmlns:p14="http://schemas.microsoft.com/office/powerpoint/2010/main" val="34351647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89038-C1EE-C298-B743-9727DDBA9D52}"/>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A33FD2E-9D1D-E359-927C-CDD62772009D}"/>
              </a:ext>
            </a:extLst>
          </p:cNvPr>
          <p:cNvSpPr>
            <a:spLocks noGrp="1" noChangeArrowheads="1"/>
          </p:cNvSpPr>
          <p:nvPr>
            <p:ph type="title"/>
          </p:nvPr>
        </p:nvSpPr>
        <p:spPr>
          <a:xfrm>
            <a:off x="228600" y="10510"/>
            <a:ext cx="8763000" cy="1143000"/>
          </a:xfrm>
        </p:spPr>
        <p:txBody>
          <a:bodyPr/>
          <a:lstStyle/>
          <a:p>
            <a:r>
              <a:rPr lang="en-US" dirty="0">
                <a:solidFill>
                  <a:schemeClr val="tx2"/>
                </a:solidFill>
              </a:rPr>
              <a:t>Risk adjustment techniques (cont.)</a:t>
            </a:r>
          </a:p>
        </p:txBody>
      </p:sp>
      <p:sp>
        <p:nvSpPr>
          <p:cNvPr id="3" name="Slide Number Placeholder 2">
            <a:extLst>
              <a:ext uri="{FF2B5EF4-FFF2-40B4-BE49-F238E27FC236}">
                <a16:creationId xmlns:a16="http://schemas.microsoft.com/office/drawing/2014/main" id="{DF0B1F9D-3E34-B0A3-9B84-6276C1DEC06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32</a:t>
            </a:fld>
            <a:endParaRPr lang="en-US">
              <a:solidFill>
                <a:schemeClr val="tx1"/>
              </a:solidFill>
            </a:endParaRPr>
          </a:p>
        </p:txBody>
      </p:sp>
      <p:sp>
        <p:nvSpPr>
          <p:cNvPr id="7" name="Rectangle 5">
            <a:extLst>
              <a:ext uri="{FF2B5EF4-FFF2-40B4-BE49-F238E27FC236}">
                <a16:creationId xmlns:a16="http://schemas.microsoft.com/office/drawing/2014/main" id="{BB9DF785-60FC-1383-585E-4CC5F99016F5}"/>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Certainty equivalents</a:t>
            </a: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marL="0" indent="0" algn="just">
              <a:lnSpc>
                <a:spcPct val="105000"/>
              </a:lnSpc>
              <a:buSzPct val="100000"/>
              <a:buNone/>
            </a:pPr>
            <a:r>
              <a:rPr lang="en-US" sz="2400" dirty="0">
                <a:latin typeface="+mj-lt"/>
              </a:rPr>
              <a:t>	</a:t>
            </a:r>
            <a:r>
              <a:rPr lang="en-US" sz="2400" dirty="0" err="1">
                <a:latin typeface="+mj-lt"/>
              </a:rPr>
              <a:t>CF</a:t>
            </a:r>
            <a:r>
              <a:rPr lang="en-US" sz="2400" baseline="-25000" dirty="0" err="1">
                <a:latin typeface="+mj-lt"/>
              </a:rPr>
              <a:t>t</a:t>
            </a:r>
            <a:r>
              <a:rPr lang="en-US" sz="2400" dirty="0">
                <a:latin typeface="+mj-lt"/>
              </a:rPr>
              <a:t>	Relevant CF in year </a:t>
            </a:r>
            <a:r>
              <a:rPr lang="en-US" sz="2400" i="1" dirty="0">
                <a:latin typeface="+mj-lt"/>
              </a:rPr>
              <a:t>t</a:t>
            </a:r>
          </a:p>
          <a:p>
            <a:pPr marL="0" indent="0" algn="just">
              <a:lnSpc>
                <a:spcPct val="105000"/>
              </a:lnSpc>
              <a:buSzPct val="100000"/>
              <a:buNone/>
            </a:pPr>
            <a:r>
              <a:rPr lang="en-US" sz="2400" dirty="0">
                <a:latin typeface="+mj-lt"/>
              </a:rPr>
              <a:t>	</a:t>
            </a:r>
            <a:r>
              <a:rPr lang="en-US" sz="2400" dirty="0" err="1">
                <a:latin typeface="+mj-lt"/>
              </a:rPr>
              <a:t>CE</a:t>
            </a:r>
            <a:r>
              <a:rPr lang="en-US" sz="2400" baseline="-25000" dirty="0" err="1">
                <a:latin typeface="+mj-lt"/>
              </a:rPr>
              <a:t>t</a:t>
            </a:r>
            <a:r>
              <a:rPr lang="en-US" sz="2400" dirty="0">
                <a:latin typeface="+mj-lt"/>
              </a:rPr>
              <a:t>	Certainty equivalent factor for year </a:t>
            </a:r>
            <a:r>
              <a:rPr lang="en-US" sz="2400" i="1" dirty="0">
                <a:latin typeface="+mj-lt"/>
              </a:rPr>
              <a:t>t</a:t>
            </a:r>
          </a:p>
          <a:p>
            <a:pPr marL="0" indent="0" algn="just">
              <a:lnSpc>
                <a:spcPct val="105000"/>
              </a:lnSpc>
              <a:buSzPct val="100000"/>
              <a:buNone/>
            </a:pPr>
            <a:r>
              <a:rPr lang="en-US" sz="2400" dirty="0">
                <a:latin typeface="+mj-lt"/>
              </a:rPr>
              <a:t>	</a:t>
            </a:r>
            <a:r>
              <a:rPr lang="en-US" sz="2400" dirty="0" err="1">
                <a:latin typeface="+mj-lt"/>
              </a:rPr>
              <a:t>r</a:t>
            </a:r>
            <a:r>
              <a:rPr lang="en-US" sz="2400" baseline="-25000" dirty="0" err="1">
                <a:latin typeface="+mj-lt"/>
              </a:rPr>
              <a:t>RF</a:t>
            </a:r>
            <a:r>
              <a:rPr lang="en-US" sz="2400" dirty="0">
                <a:latin typeface="+mj-lt"/>
              </a:rPr>
              <a:t>	Risk-free rate of return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8B32B64-4172-749F-0081-0E88D7C0F5DD}"/>
                  </a:ext>
                </a:extLst>
              </p:cNvPr>
              <p:cNvSpPr txBox="1"/>
              <p:nvPr/>
            </p:nvSpPr>
            <p:spPr>
              <a:xfrm>
                <a:off x="990600" y="1550987"/>
                <a:ext cx="6755632" cy="1176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𝑁𝑃𝑉</m:t>
                      </m:r>
                      <m:r>
                        <a:rPr lang="pt-BR" i="1" smtClean="0">
                          <a:latin typeface="Cambria Math" panose="02040503050406030204" pitchFamily="18" charset="0"/>
                        </a:rPr>
                        <m:t>=</m:t>
                      </m:r>
                      <m:nary>
                        <m:naryPr>
                          <m:chr m:val="∑"/>
                          <m:ctrlPr>
                            <a:rPr lang="pt-BR" i="1" smtClean="0">
                              <a:latin typeface="Cambria Math" panose="02040503050406030204" pitchFamily="18" charset="0"/>
                            </a:rPr>
                          </m:ctrlPr>
                        </m:naryPr>
                        <m:sub>
                          <m:r>
                            <m:rPr>
                              <m:brk m:alnAt="23"/>
                            </m:rPr>
                            <a:rPr lang="en-US" b="0" i="1" smtClean="0">
                              <a:latin typeface="Cambria Math" panose="02040503050406030204" pitchFamily="18" charset="0"/>
                            </a:rPr>
                            <m:t>𝑡</m:t>
                          </m:r>
                          <m:r>
                            <a:rPr lang="pt-BR" i="1" smtClean="0">
                              <a:latin typeface="Cambria Math" panose="02040503050406030204" pitchFamily="18" charset="0"/>
                            </a:rPr>
                            <m:t>=</m:t>
                          </m:r>
                          <m:r>
                            <a:rPr lang="en-US" b="0" i="1" smtClean="0">
                              <a:latin typeface="Cambria Math" panose="02040503050406030204" pitchFamily="18" charset="0"/>
                            </a:rPr>
                            <m:t>1</m:t>
                          </m:r>
                        </m:sub>
                        <m:sup>
                          <m:r>
                            <a:rPr lang="pt-BR" i="1" smtClean="0">
                              <a:latin typeface="Cambria Math" panose="02040503050406030204" pitchFamily="18" charset="0"/>
                            </a:rPr>
                            <m:t>𝑛</m:t>
                          </m:r>
                        </m:sup>
                        <m:e>
                          <m:f>
                            <m:fPr>
                              <m:ctrlPr>
                                <a:rPr lang="pt-BR"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𝐶𝐹</m:t>
                                  </m:r>
                                </m:e>
                                <m:sub>
                                  <m:r>
                                    <a:rPr lang="en-US" b="0" i="1" smtClean="0">
                                      <a:latin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𝐶𝐸</m:t>
                                  </m:r>
                                </m:e>
                                <m:sub>
                                  <m:r>
                                    <a:rPr lang="en-US" b="0" i="1" smtClean="0">
                                      <a:latin typeface="Cambria Math" panose="02040503050406030204" pitchFamily="18" charset="0"/>
                                      <a:ea typeface="Cambria Math" panose="02040503050406030204" pitchFamily="18" charset="0"/>
                                    </a:rPr>
                                    <m:t>𝑡</m:t>
                                  </m:r>
                                </m:sub>
                              </m:sSub>
                            </m:num>
                            <m:den>
                              <m:sSup>
                                <m:sSupPr>
                                  <m:ctrlPr>
                                    <a:rPr lang="pt-BR" i="1" smtClean="0">
                                      <a:latin typeface="Cambria Math" panose="02040503050406030204" pitchFamily="18" charset="0"/>
                                    </a:rPr>
                                  </m:ctrlPr>
                                </m:sSupPr>
                                <m:e>
                                  <m:d>
                                    <m:dPr>
                                      <m:ctrlPr>
                                        <a:rPr lang="pt-BR"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𝑅𝐹</m:t>
                                          </m:r>
                                        </m:sub>
                                      </m:sSub>
                                    </m:e>
                                  </m:d>
                                </m:e>
                                <m:sup>
                                  <m:r>
                                    <a:rPr lang="en-US" b="0" i="1" smtClean="0">
                                      <a:latin typeface="Cambria Math" panose="02040503050406030204" pitchFamily="18" charset="0"/>
                                    </a:rPr>
                                    <m:t>𝑡</m:t>
                                  </m:r>
                                </m:sup>
                              </m:sSup>
                            </m:den>
                          </m:f>
                          <m:r>
                            <a:rPr lang="pt-BR"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𝐼𝑛𝑖𝑡𝑖𝑎𝑙</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𝑖𝑛𝑣𝑒𝑠𝑡𝑚𝑒𝑛𝑡</m:t>
                          </m:r>
                        </m:e>
                      </m:nary>
                    </m:oMath>
                  </m:oMathPara>
                </a14:m>
                <a:endParaRPr lang="en-ZA" dirty="0"/>
              </a:p>
            </p:txBody>
          </p:sp>
        </mc:Choice>
        <mc:Fallback xmlns="">
          <p:sp>
            <p:nvSpPr>
              <p:cNvPr id="2" name="TextBox 1">
                <a:extLst>
                  <a:ext uri="{FF2B5EF4-FFF2-40B4-BE49-F238E27FC236}">
                    <a16:creationId xmlns:a16="http://schemas.microsoft.com/office/drawing/2014/main" id="{F8B32B64-4172-749F-0081-0E88D7C0F5DD}"/>
                  </a:ext>
                </a:extLst>
              </p:cNvPr>
              <p:cNvSpPr txBox="1">
                <a:spLocks noRot="1" noChangeAspect="1" noMove="1" noResize="1" noEditPoints="1" noAdjustHandles="1" noChangeArrowheads="1" noChangeShapeType="1" noTextEdit="1"/>
              </p:cNvSpPr>
              <p:nvPr/>
            </p:nvSpPr>
            <p:spPr>
              <a:xfrm>
                <a:off x="990600" y="1550987"/>
                <a:ext cx="6755632" cy="1176219"/>
              </a:xfrm>
              <a:prstGeom prst="rect">
                <a:avLst/>
              </a:prstGeom>
              <a:blipFill>
                <a:blip r:embed="rId4"/>
                <a:stretch>
                  <a:fillRect/>
                </a:stretch>
              </a:blipFill>
            </p:spPr>
            <p:txBody>
              <a:bodyPr/>
              <a:lstStyle/>
              <a:p>
                <a:r>
                  <a:rPr lang="en-ZA">
                    <a:noFill/>
                  </a:rPr>
                  <a:t> </a:t>
                </a:r>
              </a:p>
            </p:txBody>
          </p:sp>
        </mc:Fallback>
      </mc:AlternateContent>
    </p:spTree>
    <p:custDataLst>
      <p:tags r:id="rId1"/>
    </p:custDataLst>
    <p:extLst>
      <p:ext uri="{BB962C8B-B14F-4D97-AF65-F5344CB8AC3E}">
        <p14:creationId xmlns:p14="http://schemas.microsoft.com/office/powerpoint/2010/main" val="27583044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427AF-CD9A-1EB4-22BB-C4AEB327EEB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7DB296D-6B07-C575-E5B1-D0EA7F0CBBC2}"/>
              </a:ext>
            </a:extLst>
          </p:cNvPr>
          <p:cNvSpPr>
            <a:spLocks noGrp="1" noChangeArrowheads="1"/>
          </p:cNvSpPr>
          <p:nvPr>
            <p:ph type="title"/>
          </p:nvPr>
        </p:nvSpPr>
        <p:spPr>
          <a:xfrm>
            <a:off x="228600" y="10510"/>
            <a:ext cx="8763000" cy="1143000"/>
          </a:xfrm>
        </p:spPr>
        <p:txBody>
          <a:bodyPr/>
          <a:lstStyle/>
          <a:p>
            <a:r>
              <a:rPr lang="en-US" dirty="0">
                <a:solidFill>
                  <a:schemeClr val="tx2"/>
                </a:solidFill>
              </a:rPr>
              <a:t>Risk adjustment techniques (cont.)</a:t>
            </a:r>
          </a:p>
        </p:txBody>
      </p:sp>
      <p:sp>
        <p:nvSpPr>
          <p:cNvPr id="3" name="Slide Number Placeholder 2">
            <a:extLst>
              <a:ext uri="{FF2B5EF4-FFF2-40B4-BE49-F238E27FC236}">
                <a16:creationId xmlns:a16="http://schemas.microsoft.com/office/drawing/2014/main" id="{49BB2F9E-77F9-07DC-4E18-9D15B9A2CE54}"/>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33</a:t>
            </a:fld>
            <a:endParaRPr lang="en-US">
              <a:solidFill>
                <a:schemeClr val="tx1"/>
              </a:solidFill>
            </a:endParaRPr>
          </a:p>
        </p:txBody>
      </p:sp>
      <p:sp>
        <p:nvSpPr>
          <p:cNvPr id="7" name="Rectangle 5">
            <a:extLst>
              <a:ext uri="{FF2B5EF4-FFF2-40B4-BE49-F238E27FC236}">
                <a16:creationId xmlns:a16="http://schemas.microsoft.com/office/drawing/2014/main" id="{6576F8DB-8636-088C-BE53-AFC9385A1526}"/>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Example: The management of a firm is comparing two mutually exclusive investment projects. The following are the estimated initial investments (II) and net cash flows of Projects A and B, along with management’s estimates of their CE factors.</a:t>
            </a:r>
          </a:p>
        </p:txBody>
      </p:sp>
      <p:graphicFrame>
        <p:nvGraphicFramePr>
          <p:cNvPr id="2" name="Group 48">
            <a:extLst>
              <a:ext uri="{FF2B5EF4-FFF2-40B4-BE49-F238E27FC236}">
                <a16:creationId xmlns:a16="http://schemas.microsoft.com/office/drawing/2014/main" id="{EEA77DEE-EE17-6F36-C5C5-99DAC2124826}"/>
              </a:ext>
            </a:extLst>
          </p:cNvPr>
          <p:cNvGraphicFramePr>
            <a:graphicFrameLocks/>
          </p:cNvGraphicFramePr>
          <p:nvPr/>
        </p:nvGraphicFramePr>
        <p:xfrm>
          <a:off x="228601" y="3124200"/>
          <a:ext cx="8718175" cy="3636000"/>
        </p:xfrm>
        <a:graphic>
          <a:graphicData uri="http://schemas.openxmlformats.org/drawingml/2006/table">
            <a:tbl>
              <a:tblPr/>
              <a:tblGrid>
                <a:gridCol w="1676399">
                  <a:extLst>
                    <a:ext uri="{9D8B030D-6E8A-4147-A177-3AD203B41FA5}">
                      <a16:colId xmlns:a16="http://schemas.microsoft.com/office/drawing/2014/main" val="20000"/>
                    </a:ext>
                  </a:extLst>
                </a:gridCol>
                <a:gridCol w="1760444">
                  <a:extLst>
                    <a:ext uri="{9D8B030D-6E8A-4147-A177-3AD203B41FA5}">
                      <a16:colId xmlns:a16="http://schemas.microsoft.com/office/drawing/2014/main" val="20001"/>
                    </a:ext>
                  </a:extLst>
                </a:gridCol>
                <a:gridCol w="1760444">
                  <a:extLst>
                    <a:ext uri="{9D8B030D-6E8A-4147-A177-3AD203B41FA5}">
                      <a16:colId xmlns:a16="http://schemas.microsoft.com/office/drawing/2014/main" val="20002"/>
                    </a:ext>
                  </a:extLst>
                </a:gridCol>
                <a:gridCol w="1760444">
                  <a:extLst>
                    <a:ext uri="{9D8B030D-6E8A-4147-A177-3AD203B41FA5}">
                      <a16:colId xmlns:a16="http://schemas.microsoft.com/office/drawing/2014/main" val="20003"/>
                    </a:ext>
                  </a:extLst>
                </a:gridCol>
                <a:gridCol w="1760444">
                  <a:extLst>
                    <a:ext uri="{9D8B030D-6E8A-4147-A177-3AD203B41FA5}">
                      <a16:colId xmlns:a16="http://schemas.microsoft.com/office/drawing/2014/main" val="3909541075"/>
                    </a:ext>
                  </a:extLst>
                </a:gridCol>
              </a:tblGrid>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sz="2200" b="1"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Project A</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hMerge="1">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Project B</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Investment</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R8 400 000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hMerge="1">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R9 000 000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Year</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Net CF</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CE factor</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Net CF</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CE factor</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1</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R2 800 000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0.90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R5 600 000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0.95</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2</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rial" pitchFamily="34" charset="0"/>
                          <a:ea typeface="ＭＳ Ｐゴシック"/>
                          <a:cs typeface="+mn-cs"/>
                        </a:rPr>
                        <a:t>R2 800 000</a:t>
                      </a:r>
                      <a:endPar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0.80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R2 400 000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0.85</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3</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rial" pitchFamily="34" charset="0"/>
                          <a:ea typeface="ＭＳ Ｐゴシック"/>
                          <a:cs typeface="+mn-cs"/>
                        </a:rPr>
                        <a:t>R2 800 000</a:t>
                      </a:r>
                      <a:endPar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0.70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R2 000 000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0.75</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248552569"/>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4</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rial" pitchFamily="34" charset="0"/>
                          <a:ea typeface="ＭＳ Ｐゴシック"/>
                          <a:cs typeface="+mn-cs"/>
                        </a:rPr>
                        <a:t>R2 800 000</a:t>
                      </a:r>
                      <a:endPar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0.60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R2 000 000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0.65</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3788509608"/>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5</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R2 800 000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0.50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R2 000 000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0.55</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62888175"/>
                  </a:ext>
                </a:extLst>
              </a:tr>
            </a:tbl>
          </a:graphicData>
        </a:graphic>
      </p:graphicFrame>
    </p:spTree>
    <p:custDataLst>
      <p:tags r:id="rId1"/>
    </p:custDataLst>
    <p:extLst>
      <p:ext uri="{BB962C8B-B14F-4D97-AF65-F5344CB8AC3E}">
        <p14:creationId xmlns:p14="http://schemas.microsoft.com/office/powerpoint/2010/main" val="15088556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B3E6D-F7FE-5828-DC65-6D3656B2DB72}"/>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BBFC98E-67B2-3B40-B093-058C21A72CD4}"/>
              </a:ext>
            </a:extLst>
          </p:cNvPr>
          <p:cNvSpPr>
            <a:spLocks noGrp="1" noChangeArrowheads="1"/>
          </p:cNvSpPr>
          <p:nvPr>
            <p:ph type="title"/>
          </p:nvPr>
        </p:nvSpPr>
        <p:spPr>
          <a:xfrm>
            <a:off x="228600" y="10510"/>
            <a:ext cx="8763000" cy="1143000"/>
          </a:xfrm>
        </p:spPr>
        <p:txBody>
          <a:bodyPr/>
          <a:lstStyle/>
          <a:p>
            <a:r>
              <a:rPr lang="en-US" dirty="0">
                <a:solidFill>
                  <a:schemeClr val="tx2"/>
                </a:solidFill>
              </a:rPr>
              <a:t>Risk adjustment techniques (cont.)</a:t>
            </a:r>
          </a:p>
        </p:txBody>
      </p:sp>
      <p:sp>
        <p:nvSpPr>
          <p:cNvPr id="3" name="Slide Number Placeholder 2">
            <a:extLst>
              <a:ext uri="{FF2B5EF4-FFF2-40B4-BE49-F238E27FC236}">
                <a16:creationId xmlns:a16="http://schemas.microsoft.com/office/drawing/2014/main" id="{D1B97195-07A5-C28B-E2A0-CF1E6BBE67E5}"/>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34</a:t>
            </a:fld>
            <a:endParaRPr lang="en-US">
              <a:solidFill>
                <a:schemeClr val="tx1"/>
              </a:solidFill>
            </a:endParaRPr>
          </a:p>
        </p:txBody>
      </p:sp>
      <p:sp>
        <p:nvSpPr>
          <p:cNvPr id="7" name="Rectangle 5">
            <a:extLst>
              <a:ext uri="{FF2B5EF4-FFF2-40B4-BE49-F238E27FC236}">
                <a16:creationId xmlns:a16="http://schemas.microsoft.com/office/drawing/2014/main" id="{86172DA0-E80E-DCE9-B625-568D445DD93E}"/>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Example: (cont.)</a:t>
            </a:r>
          </a:p>
        </p:txBody>
      </p:sp>
      <p:graphicFrame>
        <p:nvGraphicFramePr>
          <p:cNvPr id="2" name="Group 48">
            <a:extLst>
              <a:ext uri="{FF2B5EF4-FFF2-40B4-BE49-F238E27FC236}">
                <a16:creationId xmlns:a16="http://schemas.microsoft.com/office/drawing/2014/main" id="{2C88BC03-2896-3B06-D3AA-222CB834CF76}"/>
              </a:ext>
            </a:extLst>
          </p:cNvPr>
          <p:cNvGraphicFramePr>
            <a:graphicFrameLocks/>
          </p:cNvGraphicFramePr>
          <p:nvPr/>
        </p:nvGraphicFramePr>
        <p:xfrm>
          <a:off x="212912" y="1611000"/>
          <a:ext cx="8820000" cy="4545000"/>
        </p:xfrm>
        <a:graphic>
          <a:graphicData uri="http://schemas.openxmlformats.org/drawingml/2006/table">
            <a:tbl>
              <a:tblPr/>
              <a:tblGrid>
                <a:gridCol w="1006288">
                  <a:extLst>
                    <a:ext uri="{9D8B030D-6E8A-4147-A177-3AD203B41FA5}">
                      <a16:colId xmlns:a16="http://schemas.microsoft.com/office/drawing/2014/main" val="20000"/>
                    </a:ext>
                  </a:extLst>
                </a:gridCol>
                <a:gridCol w="1953428">
                  <a:extLst>
                    <a:ext uri="{9D8B030D-6E8A-4147-A177-3AD203B41FA5}">
                      <a16:colId xmlns:a16="http://schemas.microsoft.com/office/drawing/2014/main" val="20001"/>
                    </a:ext>
                  </a:extLst>
                </a:gridCol>
                <a:gridCol w="1953428">
                  <a:extLst>
                    <a:ext uri="{9D8B030D-6E8A-4147-A177-3AD203B41FA5}">
                      <a16:colId xmlns:a16="http://schemas.microsoft.com/office/drawing/2014/main" val="20002"/>
                    </a:ext>
                  </a:extLst>
                </a:gridCol>
                <a:gridCol w="1953428">
                  <a:extLst>
                    <a:ext uri="{9D8B030D-6E8A-4147-A177-3AD203B41FA5}">
                      <a16:colId xmlns:a16="http://schemas.microsoft.com/office/drawing/2014/main" val="20003"/>
                    </a:ext>
                  </a:extLst>
                </a:gridCol>
                <a:gridCol w="1953428">
                  <a:extLst>
                    <a:ext uri="{9D8B030D-6E8A-4147-A177-3AD203B41FA5}">
                      <a16:colId xmlns:a16="http://schemas.microsoft.com/office/drawing/2014/main" val="3909541075"/>
                    </a:ext>
                  </a:extLst>
                </a:gridCol>
              </a:tblGrid>
              <a:tr h="454500">
                <a:tc rowSpan="2">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Year</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Net CF</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CE factor</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Certain CF</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PV (@10%)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1"/>
                  </a:ext>
                </a:extLst>
              </a:tr>
              <a:tr h="454500">
                <a:tc vMerge="1">
                  <a:txBody>
                    <a:bodyPr/>
                    <a:lstStyle/>
                    <a:p>
                      <a:endParaRPr dirty="0"/>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(1)</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(2)</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(3)</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PV of (3)</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2"/>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1</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R2 800 000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0.90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R2 520 000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R2 290 680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3"/>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2</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rial" pitchFamily="34" charset="0"/>
                          <a:ea typeface="ＭＳ Ｐゴシック"/>
                          <a:cs typeface="+mn-cs"/>
                        </a:rPr>
                        <a:t>R2 800 000</a:t>
                      </a:r>
                      <a:endPar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0.80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R2 240 000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R1 850 240 </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4"/>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3</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R2 800 000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0.70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R1 960 000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R1 471 960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248552569"/>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4</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R2 800 000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0.60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R1 680 000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R1 147 440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3788509608"/>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5</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R2 800 000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0.50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R1 400 000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R869 400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62888175"/>
                  </a:ext>
                </a:extLst>
              </a:tr>
              <a:tr h="454500">
                <a:tc gridSpan="4">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PV of net CF</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hMerge="1">
                  <a:txBody>
                    <a:bodyPr/>
                    <a:lstStyle/>
                    <a:p>
                      <a:pPr marL="0" marR="0" lvl="0" indent="0" algn="r" defTabSz="914400" rtl="0" eaLnBrk="1" fontAlgn="b"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hMerge="1">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hMerge="1">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R7 629 720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57160707"/>
                  </a:ext>
                </a:extLst>
              </a:tr>
              <a:tr h="454500">
                <a:tc gridSpan="4">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Less initial investment (II)</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hMerge="1">
                  <a:txBody>
                    <a:bodyPr/>
                    <a:lstStyle/>
                    <a:p>
                      <a:endParaRPr lang="en-ZA"/>
                    </a:p>
                  </a:txBody>
                  <a:tcPr/>
                </a:tc>
                <a:tc hMerge="1">
                  <a:txBody>
                    <a:bodyPr/>
                    <a:lstStyle/>
                    <a:p>
                      <a:endParaRPr lang="en-ZA"/>
                    </a:p>
                  </a:txBody>
                  <a:tcPr/>
                </a:tc>
                <a:tc hMerge="1">
                  <a:txBody>
                    <a:bodyPr/>
                    <a:lstStyle/>
                    <a:p>
                      <a:endParaRPr lang="en-ZA"/>
                    </a:p>
                  </a:txBody>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R8 400 000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4226411205"/>
                  </a:ext>
                </a:extLst>
              </a:tr>
              <a:tr h="454500">
                <a:tc gridSpan="4">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NPV</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hMerge="1">
                  <a:txBody>
                    <a:bodyPr/>
                    <a:lstStyle/>
                    <a:p>
                      <a:endParaRPr lang="en-ZA"/>
                    </a:p>
                  </a:txBody>
                  <a:tcPr/>
                </a:tc>
                <a:tc hMerge="1">
                  <a:txBody>
                    <a:bodyPr/>
                    <a:lstStyle/>
                    <a:p>
                      <a:endParaRPr lang="en-ZA"/>
                    </a:p>
                  </a:txBody>
                  <a:tcPr/>
                </a:tc>
                <a:tc hMerge="1">
                  <a:txBody>
                    <a:bodyPr/>
                    <a:lstStyle/>
                    <a:p>
                      <a:endParaRPr lang="en-ZA"/>
                    </a:p>
                  </a:txBody>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C00000"/>
                          </a:solidFill>
                          <a:effectLst/>
                          <a:latin typeface="Arial" pitchFamily="34" charset="0"/>
                        </a:rPr>
                        <a:t>-R  770 280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2411014108"/>
                  </a:ext>
                </a:extLst>
              </a:tr>
            </a:tbl>
          </a:graphicData>
        </a:graphic>
      </p:graphicFrame>
      <p:sp>
        <p:nvSpPr>
          <p:cNvPr id="4" name="Star: 7 Points 3">
            <a:extLst>
              <a:ext uri="{FF2B5EF4-FFF2-40B4-BE49-F238E27FC236}">
                <a16:creationId xmlns:a16="http://schemas.microsoft.com/office/drawing/2014/main" id="{FC05D532-AEAE-461B-845E-28BB5CFEFD80}"/>
              </a:ext>
            </a:extLst>
          </p:cNvPr>
          <p:cNvSpPr/>
          <p:nvPr/>
        </p:nvSpPr>
        <p:spPr bwMode="auto">
          <a:xfrm>
            <a:off x="4622912" y="4918226"/>
            <a:ext cx="2286000" cy="1709680"/>
          </a:xfrm>
          <a:prstGeom prst="star7">
            <a:avLst/>
          </a:prstGeom>
          <a:solidFill>
            <a:schemeClr val="accent6">
              <a:lumMod val="60000"/>
              <a:lumOff val="40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ea typeface="ＭＳ Ｐゴシック" pitchFamily="1" charset="-128"/>
              </a:rPr>
              <a:t>No</a:t>
            </a:r>
          </a:p>
          <a:p>
            <a:pPr marL="0" marR="0" indent="0" algn="ctr" defTabSz="914400" rtl="0" eaLnBrk="0" fontAlgn="base" latinLnBrk="0" hangingPunct="0">
              <a:lnSpc>
                <a:spcPct val="100000"/>
              </a:lnSpc>
              <a:spcBef>
                <a:spcPct val="0"/>
              </a:spcBef>
              <a:spcAft>
                <a:spcPct val="0"/>
              </a:spcAft>
              <a:buClrTx/>
              <a:buSzTx/>
              <a:buFontTx/>
              <a:buNone/>
              <a:tabLst/>
            </a:pPr>
            <a:r>
              <a:rPr lang="en-US" sz="2000" dirty="0">
                <a:latin typeface="+mj-lt"/>
                <a:ea typeface="ＭＳ Ｐゴシック" pitchFamily="1" charset="-128"/>
              </a:rPr>
              <a:t>Negative NPV</a:t>
            </a:r>
            <a:endParaRPr kumimoji="0" lang="en-ZA" sz="2000" b="0" i="0" u="none" strike="noStrike" cap="none" normalizeH="0" baseline="0" dirty="0">
              <a:ln>
                <a:noFill/>
              </a:ln>
              <a:solidFill>
                <a:schemeClr val="tx1"/>
              </a:solidFill>
              <a:effectLst/>
              <a:latin typeface="+mj-lt"/>
              <a:ea typeface="ＭＳ Ｐゴシック" pitchFamily="1" charset="-128"/>
            </a:endParaRPr>
          </a:p>
        </p:txBody>
      </p:sp>
    </p:spTree>
    <p:custDataLst>
      <p:tags r:id="rId1"/>
    </p:custDataLst>
    <p:extLst>
      <p:ext uri="{BB962C8B-B14F-4D97-AF65-F5344CB8AC3E}">
        <p14:creationId xmlns:p14="http://schemas.microsoft.com/office/powerpoint/2010/main" val="2197080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CBBF4-536F-B783-29FF-5CD5197671E8}"/>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3DF24AE7-067E-C9AE-89E5-00C67E31683F}"/>
              </a:ext>
            </a:extLst>
          </p:cNvPr>
          <p:cNvSpPr>
            <a:spLocks noGrp="1" noChangeArrowheads="1"/>
          </p:cNvSpPr>
          <p:nvPr>
            <p:ph type="title"/>
          </p:nvPr>
        </p:nvSpPr>
        <p:spPr>
          <a:xfrm>
            <a:off x="228600" y="10510"/>
            <a:ext cx="8763000" cy="1143000"/>
          </a:xfrm>
        </p:spPr>
        <p:txBody>
          <a:bodyPr/>
          <a:lstStyle/>
          <a:p>
            <a:r>
              <a:rPr lang="en-US" dirty="0">
                <a:solidFill>
                  <a:schemeClr val="tx2"/>
                </a:solidFill>
              </a:rPr>
              <a:t>Risk adjustment techniques (cont.)</a:t>
            </a:r>
          </a:p>
        </p:txBody>
      </p:sp>
      <p:sp>
        <p:nvSpPr>
          <p:cNvPr id="3" name="Slide Number Placeholder 2">
            <a:extLst>
              <a:ext uri="{FF2B5EF4-FFF2-40B4-BE49-F238E27FC236}">
                <a16:creationId xmlns:a16="http://schemas.microsoft.com/office/drawing/2014/main" id="{19111470-C757-76B2-BF08-902A4C1714D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35</a:t>
            </a:fld>
            <a:endParaRPr lang="en-US">
              <a:solidFill>
                <a:schemeClr val="tx1"/>
              </a:solidFill>
            </a:endParaRPr>
          </a:p>
        </p:txBody>
      </p:sp>
      <p:sp>
        <p:nvSpPr>
          <p:cNvPr id="7" name="Rectangle 5">
            <a:extLst>
              <a:ext uri="{FF2B5EF4-FFF2-40B4-BE49-F238E27FC236}">
                <a16:creationId xmlns:a16="http://schemas.microsoft.com/office/drawing/2014/main" id="{A507A49D-DD1D-31E2-4ED3-A47674546B1F}"/>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Example: (cont.) – using calculator</a:t>
            </a:r>
          </a:p>
        </p:txBody>
      </p:sp>
      <p:graphicFrame>
        <p:nvGraphicFramePr>
          <p:cNvPr id="2" name="Group 48">
            <a:extLst>
              <a:ext uri="{FF2B5EF4-FFF2-40B4-BE49-F238E27FC236}">
                <a16:creationId xmlns:a16="http://schemas.microsoft.com/office/drawing/2014/main" id="{539BB3E4-A7F1-90D6-9C79-6E82452A5F8D}"/>
              </a:ext>
            </a:extLst>
          </p:cNvPr>
          <p:cNvGraphicFramePr>
            <a:graphicFrameLocks/>
          </p:cNvGraphicFramePr>
          <p:nvPr/>
        </p:nvGraphicFramePr>
        <p:xfrm>
          <a:off x="259976" y="1603730"/>
          <a:ext cx="8731624" cy="5117442"/>
        </p:xfrm>
        <a:graphic>
          <a:graphicData uri="http://schemas.openxmlformats.org/drawingml/2006/table">
            <a:tbl>
              <a:tblPr/>
              <a:tblGrid>
                <a:gridCol w="654424">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1284059296"/>
                    </a:ext>
                  </a:extLst>
                </a:gridCol>
                <a:gridCol w="4572000">
                  <a:extLst>
                    <a:ext uri="{9D8B030D-6E8A-4147-A177-3AD203B41FA5}">
                      <a16:colId xmlns:a16="http://schemas.microsoft.com/office/drawing/2014/main" val="20002"/>
                    </a:ext>
                  </a:extLst>
                </a:gridCol>
              </a:tblGrid>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CF</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Net CF</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Certain CF</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Calculator steps</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1"/>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-R8 400 000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-R8 400 000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ENT</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2"/>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1</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R2 800 000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R2 520 000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ENT</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3"/>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2</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R2 800 000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R2 240 000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ENT</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4"/>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3</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R2 800 000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R1 960 000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ENT</a:t>
                      </a: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248552569"/>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4</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R2 800 000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R1 680 000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ENT</a:t>
                      </a: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491614516"/>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5</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R2 800 000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R1 400 000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ENT</a:t>
                      </a: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363144580"/>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pPr>
                      <a:r>
                        <a:rPr kumimoji="0" lang="en-ZA" sz="2200" b="0" i="0" u="none" strike="noStrike" cap="none" normalizeH="0" baseline="0" dirty="0">
                          <a:ln>
                            <a:noFill/>
                          </a:ln>
                          <a:solidFill>
                            <a:schemeClr val="tx1"/>
                          </a:solidFill>
                          <a:effectLst/>
                          <a:latin typeface="+mn-lt"/>
                        </a:rPr>
                        <a:t>2ndF</a:t>
                      </a:r>
                      <a:endParaRPr kumimoji="0" lang="en-GB" sz="2200" b="0" i="0" u="none" strike="noStrike" cap="none" normalizeH="0" baseline="0" dirty="0">
                        <a:ln>
                          <a:noFill/>
                        </a:ln>
                        <a:solidFill>
                          <a:schemeClr val="tx1"/>
                        </a:solidFill>
                        <a:effectLst/>
                        <a:latin typeface="+mn-lt"/>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err="1">
                          <a:ln>
                            <a:noFill/>
                          </a:ln>
                          <a:solidFill>
                            <a:schemeClr val="tx1"/>
                          </a:solidFill>
                          <a:effectLst/>
                          <a:latin typeface="Arial" pitchFamily="34" charset="0"/>
                        </a:rPr>
                        <a:t>CFi</a:t>
                      </a:r>
                      <a:r>
                        <a:rPr kumimoji="0" lang="en-US" sz="2200" b="0" i="0" u="none" strike="noStrike" cap="none" normalizeH="0" baseline="0" dirty="0">
                          <a:ln>
                            <a:noFill/>
                          </a:ln>
                          <a:solidFill>
                            <a:schemeClr val="tx1"/>
                          </a:solidFill>
                          <a:effectLst/>
                          <a:latin typeface="Arial" pitchFamily="34" charset="0"/>
                        </a:rPr>
                        <a:t> (to start Disc CF Approach)</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2341422077"/>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pPr>
                      <a:r>
                        <a:rPr kumimoji="0" lang="en-ZA" sz="2200" b="0" i="0" u="none" strike="noStrike" cap="none" normalizeH="0" baseline="0" dirty="0">
                          <a:ln>
                            <a:noFill/>
                          </a:ln>
                          <a:solidFill>
                            <a:schemeClr val="tx1"/>
                          </a:solidFill>
                          <a:effectLst/>
                          <a:latin typeface="+mn-lt"/>
                        </a:rPr>
                        <a:t>10</a:t>
                      </a:r>
                      <a:endParaRPr kumimoji="0" lang="en-GB" sz="2200" b="0" i="0" u="none" strike="noStrike" cap="none" normalizeH="0" baseline="0" dirty="0">
                        <a:ln>
                          <a:noFill/>
                        </a:ln>
                        <a:solidFill>
                          <a:schemeClr val="tx1"/>
                        </a:solidFill>
                        <a:effectLst/>
                        <a:latin typeface="+mn-lt"/>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(show that the I/Y) ENT</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2111097509"/>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grid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Down arrow (show NET_PV)</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hMerge="1">
                  <a:txBody>
                    <a:bodyPr/>
                    <a:lstStyle/>
                    <a:p>
                      <a:endParaRPr lang="en-ZA"/>
                    </a:p>
                  </a:txBody>
                  <a:tcPr/>
                </a:tc>
                <a:tc hMerge="1">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3788509608"/>
                  </a:ext>
                </a:extLst>
              </a:tr>
              <a:tr h="756555">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grid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COMP (to compute NPV) </a:t>
                      </a:r>
                      <a:r>
                        <a:rPr kumimoji="0" lang="en-US" sz="2200" b="0" i="0" u="none" strike="noStrike" kern="1200" cap="none" spc="0" normalizeH="0" baseline="0" noProof="0" dirty="0">
                          <a:ln>
                            <a:noFill/>
                          </a:ln>
                          <a:solidFill>
                            <a:srgbClr val="C00000"/>
                          </a:solidFill>
                          <a:effectLst/>
                          <a:uLnTx/>
                          <a:uFillTx/>
                          <a:latin typeface="Arial" pitchFamily="34" charset="0"/>
                          <a:ea typeface="ＭＳ Ｐゴシック"/>
                          <a:cs typeface="+mn-cs"/>
                        </a:rPr>
                        <a:t>-</a:t>
                      </a:r>
                      <a:r>
                        <a:rPr kumimoji="0" lang="en-US" sz="2200" b="1" i="0" u="none" strike="noStrike" kern="1200" cap="none" spc="0" normalizeH="0" baseline="0" noProof="0" dirty="0">
                          <a:ln>
                            <a:noFill/>
                          </a:ln>
                          <a:solidFill>
                            <a:srgbClr val="C00000"/>
                          </a:solidFill>
                          <a:effectLst/>
                          <a:uLnTx/>
                          <a:uFillTx/>
                          <a:latin typeface="Arial" pitchFamily="34" charset="0"/>
                          <a:ea typeface="ＭＳ Ｐゴシック"/>
                          <a:cs typeface="+mn-cs"/>
                        </a:rPr>
                        <a:t>R768 521.77</a:t>
                      </a:r>
                    </a:p>
                    <a:p>
                      <a:pPr marL="0" marR="0" lvl="0" indent="0" algn="l" defTabSz="914400" rtl="0" eaLnBrk="1" fontAlgn="b"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dirty="0">
                          <a:ln>
                            <a:noFill/>
                          </a:ln>
                          <a:solidFill>
                            <a:srgbClr val="C00000"/>
                          </a:solidFill>
                          <a:effectLst/>
                          <a:uLnTx/>
                          <a:uFillTx/>
                          <a:latin typeface="Arial" pitchFamily="34" charset="0"/>
                          <a:ea typeface="ＭＳ Ｐゴシック"/>
                          <a:cs typeface="+mn-cs"/>
                        </a:rPr>
                        <a:t>(IRR of 5.97% &lt; RRR of 10%)</a:t>
                      </a:r>
                      <a:endPar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hMerge="1">
                  <a:txBody>
                    <a:bodyPr/>
                    <a:lstStyle/>
                    <a:p>
                      <a:endParaRPr lang="en-ZA"/>
                    </a:p>
                  </a:txBody>
                  <a:tcPr/>
                </a:tc>
                <a:tc hMerge="1">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62888175"/>
                  </a:ext>
                </a:extLst>
              </a:tr>
            </a:tbl>
          </a:graphicData>
        </a:graphic>
      </p:graphicFrame>
      <p:sp>
        <p:nvSpPr>
          <p:cNvPr id="5" name="Star: 7 Points 4">
            <a:extLst>
              <a:ext uri="{FF2B5EF4-FFF2-40B4-BE49-F238E27FC236}">
                <a16:creationId xmlns:a16="http://schemas.microsoft.com/office/drawing/2014/main" id="{E802E1AC-24E4-88A2-0CDC-6D96110A4E8A}"/>
              </a:ext>
            </a:extLst>
          </p:cNvPr>
          <p:cNvSpPr/>
          <p:nvPr/>
        </p:nvSpPr>
        <p:spPr bwMode="auto">
          <a:xfrm>
            <a:off x="6660776" y="2759405"/>
            <a:ext cx="2286000" cy="1709680"/>
          </a:xfrm>
          <a:prstGeom prst="star7">
            <a:avLst/>
          </a:prstGeom>
          <a:solidFill>
            <a:schemeClr val="accent6">
              <a:lumMod val="60000"/>
              <a:lumOff val="40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ea typeface="ＭＳ Ｐゴシック" pitchFamily="1" charset="-128"/>
              </a:rPr>
              <a:t>No</a:t>
            </a:r>
          </a:p>
          <a:p>
            <a:pPr marL="0" marR="0" indent="0" algn="ctr" defTabSz="914400" rtl="0" eaLnBrk="0" fontAlgn="base" latinLnBrk="0" hangingPunct="0">
              <a:lnSpc>
                <a:spcPct val="100000"/>
              </a:lnSpc>
              <a:spcBef>
                <a:spcPct val="0"/>
              </a:spcBef>
              <a:spcAft>
                <a:spcPct val="0"/>
              </a:spcAft>
              <a:buClrTx/>
              <a:buSzTx/>
              <a:buFontTx/>
              <a:buNone/>
              <a:tabLst/>
            </a:pPr>
            <a:r>
              <a:rPr lang="en-US" sz="2000" dirty="0">
                <a:latin typeface="+mj-lt"/>
                <a:ea typeface="ＭＳ Ｐゴシック" pitchFamily="1" charset="-128"/>
              </a:rPr>
              <a:t>Negative NPV</a:t>
            </a:r>
            <a:endParaRPr kumimoji="0" lang="en-ZA" sz="2000" b="0" i="0" u="none" strike="noStrike" cap="none" normalizeH="0" baseline="0" dirty="0">
              <a:ln>
                <a:noFill/>
              </a:ln>
              <a:solidFill>
                <a:schemeClr val="tx1"/>
              </a:solidFill>
              <a:effectLst/>
              <a:latin typeface="+mj-lt"/>
              <a:ea typeface="ＭＳ Ｐゴシック" pitchFamily="1" charset="-128"/>
            </a:endParaRPr>
          </a:p>
        </p:txBody>
      </p:sp>
    </p:spTree>
    <p:custDataLst>
      <p:tags r:id="rId1"/>
    </p:custDataLst>
    <p:extLst>
      <p:ext uri="{BB962C8B-B14F-4D97-AF65-F5344CB8AC3E}">
        <p14:creationId xmlns:p14="http://schemas.microsoft.com/office/powerpoint/2010/main" val="46004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63A06-5461-EF6C-700F-0BBB79CE09F7}"/>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49B3C0A-1C12-9D66-CD05-9F7CF11A552C}"/>
              </a:ext>
            </a:extLst>
          </p:cNvPr>
          <p:cNvSpPr>
            <a:spLocks noGrp="1" noChangeArrowheads="1"/>
          </p:cNvSpPr>
          <p:nvPr>
            <p:ph type="title"/>
          </p:nvPr>
        </p:nvSpPr>
        <p:spPr>
          <a:xfrm>
            <a:off x="228600" y="10510"/>
            <a:ext cx="8763000" cy="1143000"/>
          </a:xfrm>
        </p:spPr>
        <p:txBody>
          <a:bodyPr/>
          <a:lstStyle/>
          <a:p>
            <a:r>
              <a:rPr lang="en-US" dirty="0">
                <a:solidFill>
                  <a:schemeClr val="tx2"/>
                </a:solidFill>
              </a:rPr>
              <a:t>Risk adjustment techniques (cont.)</a:t>
            </a:r>
          </a:p>
        </p:txBody>
      </p:sp>
      <p:sp>
        <p:nvSpPr>
          <p:cNvPr id="3" name="Slide Number Placeholder 2">
            <a:extLst>
              <a:ext uri="{FF2B5EF4-FFF2-40B4-BE49-F238E27FC236}">
                <a16:creationId xmlns:a16="http://schemas.microsoft.com/office/drawing/2014/main" id="{91304939-8AD7-A007-2F7F-516921C5B59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36</a:t>
            </a:fld>
            <a:endParaRPr lang="en-US">
              <a:solidFill>
                <a:schemeClr val="tx1"/>
              </a:solidFill>
            </a:endParaRPr>
          </a:p>
        </p:txBody>
      </p:sp>
      <p:sp>
        <p:nvSpPr>
          <p:cNvPr id="7" name="Rectangle 5">
            <a:extLst>
              <a:ext uri="{FF2B5EF4-FFF2-40B4-BE49-F238E27FC236}">
                <a16:creationId xmlns:a16="http://schemas.microsoft.com/office/drawing/2014/main" id="{3AFB8D15-0176-7089-A854-09F9CF374D74}"/>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Example: (cont.)</a:t>
            </a:r>
          </a:p>
        </p:txBody>
      </p:sp>
      <p:graphicFrame>
        <p:nvGraphicFramePr>
          <p:cNvPr id="2" name="Group 48">
            <a:extLst>
              <a:ext uri="{FF2B5EF4-FFF2-40B4-BE49-F238E27FC236}">
                <a16:creationId xmlns:a16="http://schemas.microsoft.com/office/drawing/2014/main" id="{65663722-C6DB-B0C8-B189-29CF6546CA2F}"/>
              </a:ext>
            </a:extLst>
          </p:cNvPr>
          <p:cNvGraphicFramePr>
            <a:graphicFrameLocks/>
          </p:cNvGraphicFramePr>
          <p:nvPr/>
        </p:nvGraphicFramePr>
        <p:xfrm>
          <a:off x="212912" y="1611000"/>
          <a:ext cx="8820000" cy="4545000"/>
        </p:xfrm>
        <a:graphic>
          <a:graphicData uri="http://schemas.openxmlformats.org/drawingml/2006/table">
            <a:tbl>
              <a:tblPr/>
              <a:tblGrid>
                <a:gridCol w="1006288">
                  <a:extLst>
                    <a:ext uri="{9D8B030D-6E8A-4147-A177-3AD203B41FA5}">
                      <a16:colId xmlns:a16="http://schemas.microsoft.com/office/drawing/2014/main" val="20000"/>
                    </a:ext>
                  </a:extLst>
                </a:gridCol>
                <a:gridCol w="1953428">
                  <a:extLst>
                    <a:ext uri="{9D8B030D-6E8A-4147-A177-3AD203B41FA5}">
                      <a16:colId xmlns:a16="http://schemas.microsoft.com/office/drawing/2014/main" val="20001"/>
                    </a:ext>
                  </a:extLst>
                </a:gridCol>
                <a:gridCol w="1953428">
                  <a:extLst>
                    <a:ext uri="{9D8B030D-6E8A-4147-A177-3AD203B41FA5}">
                      <a16:colId xmlns:a16="http://schemas.microsoft.com/office/drawing/2014/main" val="20002"/>
                    </a:ext>
                  </a:extLst>
                </a:gridCol>
                <a:gridCol w="1953428">
                  <a:extLst>
                    <a:ext uri="{9D8B030D-6E8A-4147-A177-3AD203B41FA5}">
                      <a16:colId xmlns:a16="http://schemas.microsoft.com/office/drawing/2014/main" val="20003"/>
                    </a:ext>
                  </a:extLst>
                </a:gridCol>
                <a:gridCol w="1953428">
                  <a:extLst>
                    <a:ext uri="{9D8B030D-6E8A-4147-A177-3AD203B41FA5}">
                      <a16:colId xmlns:a16="http://schemas.microsoft.com/office/drawing/2014/main" val="3909541075"/>
                    </a:ext>
                  </a:extLst>
                </a:gridCol>
              </a:tblGrid>
              <a:tr h="454500">
                <a:tc rowSpan="2">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Year</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Net CF</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CE factor</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Certain CF</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PV (@10%)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54500">
                <a:tc vMerge="1">
                  <a:txBody>
                    <a:bodyPr/>
                    <a:lstStyle/>
                    <a:p>
                      <a:endParaRPr dirty="0"/>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(1)</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(2)</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(3)</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PV of (3)</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1</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R5 600 000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0.95</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R5 320 000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R4 835 880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2</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R2 400 000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0.85</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R2 040 000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R1 685 040 </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3</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R2 000 000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0.75</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R1 500 000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R1 126 500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248552569"/>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4</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R2 000 000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0.65</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R1 300 000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   887 900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3788509608"/>
                  </a:ext>
                </a:extLst>
              </a:tr>
              <a:tr h="4545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5</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R2 000 000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0.55</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R1 100 000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   683 100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62888175"/>
                  </a:ext>
                </a:extLst>
              </a:tr>
              <a:tr h="454500">
                <a:tc gridSpan="4">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PV of net CF</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pPr marL="0" marR="0" lvl="0" indent="0" algn="r" defTabSz="914400" rtl="0" eaLnBrk="1" fontAlgn="b"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hMerge="1">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hMerge="1">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R9 218 420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57160707"/>
                  </a:ext>
                </a:extLst>
              </a:tr>
              <a:tr h="454500">
                <a:tc gridSpan="4">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Less initial investment (II)</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en-ZA"/>
                    </a:p>
                  </a:txBody>
                  <a:tcPr/>
                </a:tc>
                <a:tc hMerge="1">
                  <a:txBody>
                    <a:bodyPr/>
                    <a:lstStyle/>
                    <a:p>
                      <a:endParaRPr lang="en-ZA"/>
                    </a:p>
                  </a:txBody>
                  <a:tcPr/>
                </a:tc>
                <a:tc hMerge="1">
                  <a:txBody>
                    <a:bodyPr/>
                    <a:lstStyle/>
                    <a:p>
                      <a:endParaRPr lang="en-ZA"/>
                    </a:p>
                  </a:txBody>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R9 000 000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4226411205"/>
                  </a:ext>
                </a:extLst>
              </a:tr>
              <a:tr h="454500">
                <a:tc gridSpan="4">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NPV</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en-ZA"/>
                    </a:p>
                  </a:txBody>
                  <a:tcPr/>
                </a:tc>
                <a:tc hMerge="1">
                  <a:txBody>
                    <a:bodyPr/>
                    <a:lstStyle/>
                    <a:p>
                      <a:endParaRPr lang="en-ZA"/>
                    </a:p>
                  </a:txBody>
                  <a:tcPr/>
                </a:tc>
                <a:tc hMerge="1">
                  <a:txBody>
                    <a:bodyPr/>
                    <a:lstStyle/>
                    <a:p>
                      <a:endParaRPr lang="en-ZA"/>
                    </a:p>
                  </a:txBody>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R   218 420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2411014108"/>
                  </a:ext>
                </a:extLst>
              </a:tr>
            </a:tbl>
          </a:graphicData>
        </a:graphic>
      </p:graphicFrame>
      <p:sp>
        <p:nvSpPr>
          <p:cNvPr id="4" name="Star: 7 Points 3">
            <a:extLst>
              <a:ext uri="{FF2B5EF4-FFF2-40B4-BE49-F238E27FC236}">
                <a16:creationId xmlns:a16="http://schemas.microsoft.com/office/drawing/2014/main" id="{B2CD1CE9-8108-138D-57D3-27157C38ABA7}"/>
              </a:ext>
            </a:extLst>
          </p:cNvPr>
          <p:cNvSpPr/>
          <p:nvPr/>
        </p:nvSpPr>
        <p:spPr bwMode="auto">
          <a:xfrm>
            <a:off x="4622912" y="4918226"/>
            <a:ext cx="2286000" cy="1709680"/>
          </a:xfrm>
          <a:prstGeom prst="star7">
            <a:avLst/>
          </a:prstGeom>
          <a:solidFill>
            <a:srgbClr val="92D050"/>
          </a:solid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ea typeface="ＭＳ Ｐゴシック" pitchFamily="1" charset="-128"/>
              </a:rPr>
              <a:t>Yes</a:t>
            </a:r>
          </a:p>
          <a:p>
            <a:pPr marL="0" marR="0" indent="0" algn="ctr" defTabSz="914400" rtl="0" eaLnBrk="0" fontAlgn="base" latinLnBrk="0" hangingPunct="0">
              <a:lnSpc>
                <a:spcPct val="100000"/>
              </a:lnSpc>
              <a:spcBef>
                <a:spcPct val="0"/>
              </a:spcBef>
              <a:spcAft>
                <a:spcPct val="0"/>
              </a:spcAft>
              <a:buClrTx/>
              <a:buSzTx/>
              <a:buFontTx/>
              <a:buNone/>
              <a:tabLst/>
            </a:pPr>
            <a:r>
              <a:rPr lang="en-US" sz="2000" dirty="0">
                <a:latin typeface="+mj-lt"/>
                <a:ea typeface="ＭＳ Ｐゴシック" pitchFamily="1" charset="-128"/>
              </a:rPr>
              <a:t>Positive NPV</a:t>
            </a:r>
            <a:endParaRPr kumimoji="0" lang="en-ZA" sz="2000" b="0" i="0" u="none" strike="noStrike" cap="none" normalizeH="0" baseline="0" dirty="0">
              <a:ln>
                <a:noFill/>
              </a:ln>
              <a:solidFill>
                <a:schemeClr val="tx1"/>
              </a:solidFill>
              <a:effectLst/>
              <a:latin typeface="+mj-lt"/>
              <a:ea typeface="ＭＳ Ｐゴシック" pitchFamily="1" charset="-128"/>
            </a:endParaRPr>
          </a:p>
        </p:txBody>
      </p:sp>
    </p:spTree>
    <p:custDataLst>
      <p:tags r:id="rId1"/>
    </p:custDataLst>
    <p:extLst>
      <p:ext uri="{BB962C8B-B14F-4D97-AF65-F5344CB8AC3E}">
        <p14:creationId xmlns:p14="http://schemas.microsoft.com/office/powerpoint/2010/main" val="1804675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2F302-4B74-FC92-CD6B-633043E2D76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538FD48D-7A18-16FA-81FB-96D30A4ECCF1}"/>
              </a:ext>
            </a:extLst>
          </p:cNvPr>
          <p:cNvSpPr>
            <a:spLocks noGrp="1" noChangeArrowheads="1"/>
          </p:cNvSpPr>
          <p:nvPr>
            <p:ph type="title"/>
          </p:nvPr>
        </p:nvSpPr>
        <p:spPr>
          <a:xfrm>
            <a:off x="228600" y="10510"/>
            <a:ext cx="8763000" cy="1143000"/>
          </a:xfrm>
        </p:spPr>
        <p:txBody>
          <a:bodyPr/>
          <a:lstStyle/>
          <a:p>
            <a:r>
              <a:rPr lang="en-US" dirty="0">
                <a:solidFill>
                  <a:schemeClr val="tx2"/>
                </a:solidFill>
              </a:rPr>
              <a:t>Risk adjustment techniques (cont.)</a:t>
            </a:r>
          </a:p>
        </p:txBody>
      </p:sp>
      <p:sp>
        <p:nvSpPr>
          <p:cNvPr id="3" name="Slide Number Placeholder 2">
            <a:extLst>
              <a:ext uri="{FF2B5EF4-FFF2-40B4-BE49-F238E27FC236}">
                <a16:creationId xmlns:a16="http://schemas.microsoft.com/office/drawing/2014/main" id="{2CD19ED2-657B-1780-8149-61E97454750C}"/>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37</a:t>
            </a:fld>
            <a:endParaRPr lang="en-US">
              <a:solidFill>
                <a:schemeClr val="tx1"/>
              </a:solidFill>
            </a:endParaRPr>
          </a:p>
        </p:txBody>
      </p:sp>
      <p:sp>
        <p:nvSpPr>
          <p:cNvPr id="7" name="Rectangle 5">
            <a:extLst>
              <a:ext uri="{FF2B5EF4-FFF2-40B4-BE49-F238E27FC236}">
                <a16:creationId xmlns:a16="http://schemas.microsoft.com/office/drawing/2014/main" id="{FA19472A-8BDD-03B4-BC8B-6756D2AA75C4}"/>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Example: (cont.) – using calculator</a:t>
            </a:r>
          </a:p>
        </p:txBody>
      </p:sp>
      <p:graphicFrame>
        <p:nvGraphicFramePr>
          <p:cNvPr id="2" name="Group 48">
            <a:extLst>
              <a:ext uri="{FF2B5EF4-FFF2-40B4-BE49-F238E27FC236}">
                <a16:creationId xmlns:a16="http://schemas.microsoft.com/office/drawing/2014/main" id="{578C2FD6-51FB-3613-3488-98A096C8B7FC}"/>
              </a:ext>
            </a:extLst>
          </p:cNvPr>
          <p:cNvGraphicFramePr>
            <a:graphicFrameLocks/>
          </p:cNvGraphicFramePr>
          <p:nvPr/>
        </p:nvGraphicFramePr>
        <p:xfrm>
          <a:off x="259976" y="1603730"/>
          <a:ext cx="8731624" cy="5117442"/>
        </p:xfrm>
        <a:graphic>
          <a:graphicData uri="http://schemas.openxmlformats.org/drawingml/2006/table">
            <a:tbl>
              <a:tblPr/>
              <a:tblGrid>
                <a:gridCol w="654424">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1284059296"/>
                    </a:ext>
                  </a:extLst>
                </a:gridCol>
                <a:gridCol w="4572000">
                  <a:extLst>
                    <a:ext uri="{9D8B030D-6E8A-4147-A177-3AD203B41FA5}">
                      <a16:colId xmlns:a16="http://schemas.microsoft.com/office/drawing/2014/main" val="20002"/>
                    </a:ext>
                  </a:extLst>
                </a:gridCol>
              </a:tblGrid>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CF</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Net CF</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Certain CF</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rPr>
                        <a:t>Calculator steps</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-R9 000 000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-R9 000 000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ENT</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1</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R5 320 000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R5 320 000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ENT</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2</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R2 040 000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R2 040 000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ENT</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3</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R1 500 000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R1 500 000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ENT</a:t>
                      </a: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248552569"/>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4</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R1 300 000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R1 300 000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ENT</a:t>
                      </a: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491614516"/>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5</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R1 100 000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R1 100 000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ENT</a:t>
                      </a: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363144580"/>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pPr>
                      <a:r>
                        <a:rPr kumimoji="0" lang="en-ZA" sz="2200" b="0" i="0" u="none" strike="noStrike" cap="none" normalizeH="0" baseline="0" dirty="0">
                          <a:ln>
                            <a:noFill/>
                          </a:ln>
                          <a:solidFill>
                            <a:schemeClr val="tx1"/>
                          </a:solidFill>
                          <a:effectLst/>
                          <a:latin typeface="+mn-lt"/>
                        </a:rPr>
                        <a:t>2ndF</a:t>
                      </a:r>
                      <a:endParaRPr kumimoji="0" lang="en-GB" sz="2200" b="0" i="0" u="none" strike="noStrike" cap="none" normalizeH="0" baseline="0" dirty="0">
                        <a:ln>
                          <a:noFill/>
                        </a:ln>
                        <a:solidFill>
                          <a:schemeClr val="tx1"/>
                        </a:solidFill>
                        <a:effectLst/>
                        <a:latin typeface="+mn-lt"/>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err="1">
                          <a:ln>
                            <a:noFill/>
                          </a:ln>
                          <a:solidFill>
                            <a:schemeClr val="tx1"/>
                          </a:solidFill>
                          <a:effectLst/>
                          <a:latin typeface="Arial" pitchFamily="34" charset="0"/>
                        </a:rPr>
                        <a:t>CFi</a:t>
                      </a:r>
                      <a:r>
                        <a:rPr kumimoji="0" lang="en-US" sz="2200" b="0" i="0" u="none" strike="noStrike" cap="none" normalizeH="0" baseline="0" dirty="0">
                          <a:ln>
                            <a:noFill/>
                          </a:ln>
                          <a:solidFill>
                            <a:schemeClr val="tx1"/>
                          </a:solidFill>
                          <a:effectLst/>
                          <a:latin typeface="Arial" pitchFamily="34" charset="0"/>
                        </a:rPr>
                        <a:t> (to start Disc CF Approach)</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2341422077"/>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just" defTabSz="914400" rtl="0" eaLnBrk="0" fontAlgn="base" latinLnBrk="0" hangingPunct="0">
                        <a:lnSpc>
                          <a:spcPct val="100000"/>
                        </a:lnSpc>
                        <a:spcBef>
                          <a:spcPct val="20000"/>
                        </a:spcBef>
                        <a:spcAft>
                          <a:spcPct val="0"/>
                        </a:spcAft>
                        <a:buClrTx/>
                        <a:buSzTx/>
                        <a:buFontTx/>
                        <a:buNone/>
                        <a:tabLst/>
                      </a:pPr>
                      <a:r>
                        <a:rPr kumimoji="0" lang="en-ZA" sz="2200" b="0" i="0" u="none" strike="noStrike" cap="none" normalizeH="0" baseline="0" dirty="0">
                          <a:ln>
                            <a:noFill/>
                          </a:ln>
                          <a:solidFill>
                            <a:schemeClr val="tx1"/>
                          </a:solidFill>
                          <a:effectLst/>
                          <a:latin typeface="+mn-lt"/>
                        </a:rPr>
                        <a:t>10</a:t>
                      </a:r>
                      <a:endParaRPr kumimoji="0" lang="en-GB" sz="2200" b="0" i="0" u="none" strike="noStrike" cap="none" normalizeH="0" baseline="0" dirty="0">
                        <a:ln>
                          <a:noFill/>
                        </a:ln>
                        <a:solidFill>
                          <a:schemeClr val="tx1"/>
                        </a:solidFill>
                        <a:effectLst/>
                        <a:latin typeface="+mn-lt"/>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Arial" pitchFamily="34" charset="0"/>
                        </a:rPr>
                        <a:t>(show that the I/Y) ENT</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2111097509"/>
                  </a:ext>
                </a:extLst>
              </a:tr>
              <a:tr h="435544">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grid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Down arrow (show NET_PV)</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en-ZA"/>
                    </a:p>
                  </a:txBody>
                  <a:tcPr/>
                </a:tc>
                <a:tc hMerge="1">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3788509608"/>
                  </a:ext>
                </a:extLst>
              </a:tr>
              <a:tr h="756555">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gridSpan="3">
                  <a:txBody>
                    <a:bodyPr/>
                    <a:lstStyle/>
                    <a:p>
                      <a:pPr marL="0" marR="0" lvl="0" indent="0" algn="l"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COMP (to compute NPV) </a:t>
                      </a:r>
                      <a:r>
                        <a:rPr kumimoji="0" lang="en-US" sz="2200" b="1" i="0" u="none" strike="noStrike" kern="1200" cap="none" spc="0" normalizeH="0" baseline="0" noProof="0" dirty="0">
                          <a:ln>
                            <a:noFill/>
                          </a:ln>
                          <a:solidFill>
                            <a:prstClr val="black"/>
                          </a:solidFill>
                          <a:effectLst/>
                          <a:uLnTx/>
                          <a:uFillTx/>
                          <a:latin typeface="Arial" pitchFamily="34" charset="0"/>
                          <a:ea typeface="ＭＳ Ｐゴシック"/>
                          <a:cs typeface="+mn-cs"/>
                        </a:rPr>
                        <a:t>R220 217.20</a:t>
                      </a:r>
                      <a:endPar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endParaRPr>
                    </a:p>
                    <a:p>
                      <a:pPr marL="0" marR="0" lvl="0" indent="0" algn="l" defTabSz="914400" rtl="0" eaLnBrk="1" fontAlgn="b"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pitchFamily="34" charset="0"/>
                          <a:ea typeface="ＭＳ Ｐゴシック"/>
                          <a:cs typeface="+mn-cs"/>
                        </a:rPr>
                        <a:t>(IRR of 11.34% &gt; RRR of 10%)</a:t>
                      </a: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en-ZA"/>
                    </a:p>
                  </a:txBody>
                  <a:tcPr/>
                </a:tc>
                <a:tc hMerge="1">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Arial" pitchFamily="34" charset="0"/>
                      </a:endParaRPr>
                    </a:p>
                  </a:txBody>
                  <a:tcPr marL="91447" marR="91447"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62888175"/>
                  </a:ext>
                </a:extLst>
              </a:tr>
            </a:tbl>
          </a:graphicData>
        </a:graphic>
      </p:graphicFrame>
      <p:sp>
        <p:nvSpPr>
          <p:cNvPr id="4" name="Star: 7 Points 3">
            <a:extLst>
              <a:ext uri="{FF2B5EF4-FFF2-40B4-BE49-F238E27FC236}">
                <a16:creationId xmlns:a16="http://schemas.microsoft.com/office/drawing/2014/main" id="{9D3940B1-F028-0548-E7FF-46045D127986}"/>
              </a:ext>
            </a:extLst>
          </p:cNvPr>
          <p:cNvSpPr/>
          <p:nvPr/>
        </p:nvSpPr>
        <p:spPr bwMode="auto">
          <a:xfrm>
            <a:off x="6172200" y="2574160"/>
            <a:ext cx="2286000" cy="1709680"/>
          </a:xfrm>
          <a:prstGeom prst="star7">
            <a:avLst/>
          </a:prstGeom>
          <a:solidFill>
            <a:srgbClr val="92D050"/>
          </a:solid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ea typeface="ＭＳ Ｐゴシック" pitchFamily="1" charset="-128"/>
              </a:rPr>
              <a:t>Yes</a:t>
            </a:r>
          </a:p>
          <a:p>
            <a:pPr marL="0" marR="0" indent="0" algn="ctr" defTabSz="914400" rtl="0" eaLnBrk="0" fontAlgn="base" latinLnBrk="0" hangingPunct="0">
              <a:lnSpc>
                <a:spcPct val="100000"/>
              </a:lnSpc>
              <a:spcBef>
                <a:spcPct val="0"/>
              </a:spcBef>
              <a:spcAft>
                <a:spcPct val="0"/>
              </a:spcAft>
              <a:buClrTx/>
              <a:buSzTx/>
              <a:buFontTx/>
              <a:buNone/>
              <a:tabLst/>
            </a:pPr>
            <a:r>
              <a:rPr lang="en-US" sz="2000" dirty="0">
                <a:latin typeface="+mj-lt"/>
                <a:ea typeface="ＭＳ Ｐゴシック" pitchFamily="1" charset="-128"/>
              </a:rPr>
              <a:t>Positive NPV</a:t>
            </a:r>
            <a:endParaRPr kumimoji="0" lang="en-ZA" sz="2000" b="0" i="0" u="none" strike="noStrike" cap="none" normalizeH="0" baseline="0" dirty="0">
              <a:ln>
                <a:noFill/>
              </a:ln>
              <a:solidFill>
                <a:schemeClr val="tx1"/>
              </a:solidFill>
              <a:effectLst/>
              <a:latin typeface="+mj-lt"/>
              <a:ea typeface="ＭＳ Ｐゴシック" pitchFamily="1" charset="-128"/>
            </a:endParaRPr>
          </a:p>
        </p:txBody>
      </p:sp>
    </p:spTree>
    <p:custDataLst>
      <p:tags r:id="rId1"/>
    </p:custDataLst>
    <p:extLst>
      <p:ext uri="{BB962C8B-B14F-4D97-AF65-F5344CB8AC3E}">
        <p14:creationId xmlns:p14="http://schemas.microsoft.com/office/powerpoint/2010/main" val="3088406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A362E-B240-4B1E-DF9E-31CEEA8654D2}"/>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D50C2C6D-0EEC-A8A4-6C7E-39DAFF301DC7}"/>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Capital budgeting techniques</a:t>
            </a:r>
          </a:p>
        </p:txBody>
      </p:sp>
      <p:sp>
        <p:nvSpPr>
          <p:cNvPr id="3" name="Slide Number Placeholder 2">
            <a:extLst>
              <a:ext uri="{FF2B5EF4-FFF2-40B4-BE49-F238E27FC236}">
                <a16:creationId xmlns:a16="http://schemas.microsoft.com/office/drawing/2014/main" id="{8034C1BE-30E8-A206-276C-15BE48023A4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38</a:t>
            </a:fld>
            <a:endParaRPr lang="en-US">
              <a:solidFill>
                <a:schemeClr val="tx1"/>
              </a:solidFill>
            </a:endParaRPr>
          </a:p>
        </p:txBody>
      </p:sp>
      <p:sp>
        <p:nvSpPr>
          <p:cNvPr id="7" name="Rectangle 5">
            <a:extLst>
              <a:ext uri="{FF2B5EF4-FFF2-40B4-BE49-F238E27FC236}">
                <a16:creationId xmlns:a16="http://schemas.microsoft.com/office/drawing/2014/main" id="{5190F3F5-CBF8-3744-6F71-4F99CE595321}"/>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But what if we have two projects with unequal lives?</a:t>
            </a:r>
          </a:p>
          <a:p>
            <a:pPr marL="715963" indent="-358775" algn="just">
              <a:lnSpc>
                <a:spcPct val="105000"/>
              </a:lnSpc>
              <a:buSzPct val="100000"/>
              <a:buFont typeface="Wingdings" panose="05000000000000000000" pitchFamily="2" charset="2"/>
              <a:buChar char="§"/>
            </a:pPr>
            <a:r>
              <a:rPr lang="en-US" sz="2400" dirty="0">
                <a:latin typeface="+mj-lt"/>
              </a:rPr>
              <a:t>Calculate </a:t>
            </a:r>
            <a:r>
              <a:rPr lang="en-US" sz="2400" dirty="0" err="1">
                <a:latin typeface="+mj-lt"/>
              </a:rPr>
              <a:t>annualised</a:t>
            </a:r>
            <a:r>
              <a:rPr lang="en-US" sz="2400" dirty="0">
                <a:latin typeface="+mj-lt"/>
              </a:rPr>
              <a:t> NPV</a:t>
            </a:r>
          </a:p>
          <a:p>
            <a:pPr marL="0" indent="0" algn="just">
              <a:lnSpc>
                <a:spcPct val="105000"/>
              </a:lnSpc>
              <a:buSzPct val="100000"/>
              <a:buNone/>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p:txBody>
      </p:sp>
      <p:graphicFrame>
        <p:nvGraphicFramePr>
          <p:cNvPr id="2" name="Diagram 1">
            <a:extLst>
              <a:ext uri="{FF2B5EF4-FFF2-40B4-BE49-F238E27FC236}">
                <a16:creationId xmlns:a16="http://schemas.microsoft.com/office/drawing/2014/main" id="{EEBE851A-27DD-C79A-4E26-4BF236095DC5}"/>
              </a:ext>
            </a:extLst>
          </p:cNvPr>
          <p:cNvGraphicFramePr/>
          <p:nvPr/>
        </p:nvGraphicFramePr>
        <p:xfrm>
          <a:off x="95400" y="2145058"/>
          <a:ext cx="8964000" cy="43319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99080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121D1-A8F1-A56D-353A-AD144B07869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502C003C-5447-DEA0-836D-CA7B25658D03}"/>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Capital budgeting techniques (cont.)</a:t>
            </a:r>
          </a:p>
        </p:txBody>
      </p:sp>
      <p:sp>
        <p:nvSpPr>
          <p:cNvPr id="3" name="Slide Number Placeholder 2">
            <a:extLst>
              <a:ext uri="{FF2B5EF4-FFF2-40B4-BE49-F238E27FC236}">
                <a16:creationId xmlns:a16="http://schemas.microsoft.com/office/drawing/2014/main" id="{659F0DAA-4DA9-B559-9640-3E3D55AFCD1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39</a:t>
            </a:fld>
            <a:endParaRPr lang="en-US">
              <a:solidFill>
                <a:schemeClr val="tx1"/>
              </a:solidFill>
            </a:endParaRPr>
          </a:p>
        </p:txBody>
      </p:sp>
      <p:sp>
        <p:nvSpPr>
          <p:cNvPr id="7" name="Rectangle 5">
            <a:extLst>
              <a:ext uri="{FF2B5EF4-FFF2-40B4-BE49-F238E27FC236}">
                <a16:creationId xmlns:a16="http://schemas.microsoft.com/office/drawing/2014/main" id="{A24A6777-384E-DF4E-3462-4EFAD7A44DAB}"/>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Example: </a:t>
            </a:r>
            <a:r>
              <a:rPr lang="en-US" sz="2400" dirty="0" err="1">
                <a:latin typeface="+mj-lt"/>
              </a:rPr>
              <a:t>Unihold</a:t>
            </a:r>
            <a:r>
              <a:rPr lang="en-US" sz="2400" dirty="0">
                <a:latin typeface="+mj-lt"/>
              </a:rPr>
              <a:t> Ltd has two investment projects under construction. The firm has a required rate of return (cost of capital) of 20% and has gathered the following data:</a:t>
            </a:r>
          </a:p>
        </p:txBody>
      </p:sp>
      <p:graphicFrame>
        <p:nvGraphicFramePr>
          <p:cNvPr id="2" name="Table 1">
            <a:extLst>
              <a:ext uri="{FF2B5EF4-FFF2-40B4-BE49-F238E27FC236}">
                <a16:creationId xmlns:a16="http://schemas.microsoft.com/office/drawing/2014/main" id="{62757860-FEA0-A3EF-5FCA-605C58B3C5E7}"/>
              </a:ext>
            </a:extLst>
          </p:cNvPr>
          <p:cNvGraphicFramePr>
            <a:graphicFrameLocks noGrp="1"/>
          </p:cNvGraphicFramePr>
          <p:nvPr/>
        </p:nvGraphicFramePr>
        <p:xfrm>
          <a:off x="76200" y="2331895"/>
          <a:ext cx="8991600" cy="4114800"/>
        </p:xfrm>
        <a:graphic>
          <a:graphicData uri="http://schemas.openxmlformats.org/drawingml/2006/table">
            <a:tbl>
              <a:tblPr firstRow="1" bandRow="1">
                <a:tableStyleId>{5C22544A-7EE6-4342-B048-85BDC9FD1C3A}</a:tableStyleId>
              </a:tblPr>
              <a:tblGrid>
                <a:gridCol w="2997200">
                  <a:extLst>
                    <a:ext uri="{9D8B030D-6E8A-4147-A177-3AD203B41FA5}">
                      <a16:colId xmlns:a16="http://schemas.microsoft.com/office/drawing/2014/main" val="3420952753"/>
                    </a:ext>
                  </a:extLst>
                </a:gridCol>
                <a:gridCol w="2997200">
                  <a:extLst>
                    <a:ext uri="{9D8B030D-6E8A-4147-A177-3AD203B41FA5}">
                      <a16:colId xmlns:a16="http://schemas.microsoft.com/office/drawing/2014/main" val="3843494069"/>
                    </a:ext>
                  </a:extLst>
                </a:gridCol>
                <a:gridCol w="2997200">
                  <a:extLst>
                    <a:ext uri="{9D8B030D-6E8A-4147-A177-3AD203B41FA5}">
                      <a16:colId xmlns:a16="http://schemas.microsoft.com/office/drawing/2014/main" val="2457764346"/>
                    </a:ext>
                  </a:extLst>
                </a:gridCol>
              </a:tblGrid>
              <a:tr h="370840">
                <a:tc>
                  <a:txBody>
                    <a:bodyPr/>
                    <a:lstStyle/>
                    <a:p>
                      <a:pPr algn="ctr"/>
                      <a:r>
                        <a:rPr lang="en-US" sz="2400" dirty="0"/>
                        <a:t>Year</a:t>
                      </a:r>
                      <a:endParaRPr lang="en-ZA" sz="2400" dirty="0"/>
                    </a:p>
                  </a:txBody>
                  <a:tcPr/>
                </a:tc>
                <a:tc>
                  <a:txBody>
                    <a:bodyPr/>
                    <a:lstStyle/>
                    <a:p>
                      <a:pPr algn="ctr"/>
                      <a:r>
                        <a:rPr lang="en-US" sz="2400" dirty="0"/>
                        <a:t>Project P</a:t>
                      </a:r>
                      <a:endParaRPr lang="en-ZA" sz="2400" dirty="0"/>
                    </a:p>
                  </a:txBody>
                  <a:tcPr/>
                </a:tc>
                <a:tc>
                  <a:txBody>
                    <a:bodyPr/>
                    <a:lstStyle/>
                    <a:p>
                      <a:pPr algn="ctr"/>
                      <a:r>
                        <a:rPr lang="en-US" sz="2400" dirty="0"/>
                        <a:t>Project Q</a:t>
                      </a:r>
                      <a:endParaRPr lang="en-ZA" sz="2400" dirty="0"/>
                    </a:p>
                  </a:txBody>
                  <a:tcPr/>
                </a:tc>
                <a:extLst>
                  <a:ext uri="{0D108BD9-81ED-4DB2-BD59-A6C34878D82A}">
                    <a16:rowId xmlns:a16="http://schemas.microsoft.com/office/drawing/2014/main" val="4178801031"/>
                  </a:ext>
                </a:extLst>
              </a:tr>
              <a:tr h="370840">
                <a:tc>
                  <a:txBody>
                    <a:bodyPr/>
                    <a:lstStyle/>
                    <a:p>
                      <a:pPr algn="ctr"/>
                      <a:r>
                        <a:rPr lang="en-US" sz="2400" dirty="0"/>
                        <a:t>Initial investment</a:t>
                      </a:r>
                      <a:endParaRPr lang="en-ZA" sz="2400" dirty="0"/>
                    </a:p>
                  </a:txBody>
                  <a:tcPr/>
                </a:tc>
                <a:tc>
                  <a:txBody>
                    <a:bodyPr/>
                    <a:lstStyle/>
                    <a:p>
                      <a:pPr algn="ctr"/>
                      <a:r>
                        <a:rPr lang="en-US" sz="2400" dirty="0"/>
                        <a:t>R4 000 000</a:t>
                      </a:r>
                      <a:endParaRPr lang="en-ZA" sz="2400" dirty="0"/>
                    </a:p>
                  </a:txBody>
                  <a:tcPr/>
                </a:tc>
                <a:tc>
                  <a:txBody>
                    <a:bodyPr/>
                    <a:lstStyle/>
                    <a:p>
                      <a:pPr algn="ctr"/>
                      <a:r>
                        <a:rPr lang="en-US" sz="2400" dirty="0"/>
                        <a:t>R3 500 000</a:t>
                      </a:r>
                      <a:endParaRPr lang="en-ZA" sz="2400" dirty="0"/>
                    </a:p>
                  </a:txBody>
                  <a:tcPr/>
                </a:tc>
                <a:extLst>
                  <a:ext uri="{0D108BD9-81ED-4DB2-BD59-A6C34878D82A}">
                    <a16:rowId xmlns:a16="http://schemas.microsoft.com/office/drawing/2014/main" val="2930777672"/>
                  </a:ext>
                </a:extLst>
              </a:tr>
              <a:tr h="370840">
                <a:tc>
                  <a:txBody>
                    <a:bodyPr/>
                    <a:lstStyle/>
                    <a:p>
                      <a:pPr algn="ctr"/>
                      <a:r>
                        <a:rPr lang="en-US" sz="2400" dirty="0"/>
                        <a:t>1</a:t>
                      </a:r>
                      <a:endParaRPr lang="en-ZA" sz="2400" dirty="0"/>
                    </a:p>
                  </a:txBody>
                  <a:tcPr/>
                </a:tc>
                <a:tc>
                  <a:txBody>
                    <a:bodyPr/>
                    <a:lstStyle/>
                    <a:p>
                      <a:pPr algn="ctr"/>
                      <a:r>
                        <a:rPr lang="en-US" sz="2400" dirty="0"/>
                        <a:t>R1 600 000</a:t>
                      </a:r>
                      <a:endParaRPr lang="en-ZA" sz="2400" dirty="0"/>
                    </a:p>
                  </a:txBody>
                  <a:tcPr/>
                </a:tc>
                <a:tc>
                  <a:txBody>
                    <a:bodyPr/>
                    <a:lstStyle/>
                    <a:p>
                      <a:pPr algn="ctr"/>
                      <a:r>
                        <a:rPr lang="en-US" sz="2400" dirty="0"/>
                        <a:t>R1 000 000</a:t>
                      </a:r>
                      <a:endParaRPr lang="en-ZA" sz="2400" dirty="0"/>
                    </a:p>
                  </a:txBody>
                  <a:tcPr/>
                </a:tc>
                <a:extLst>
                  <a:ext uri="{0D108BD9-81ED-4DB2-BD59-A6C34878D82A}">
                    <a16:rowId xmlns:a16="http://schemas.microsoft.com/office/drawing/2014/main" val="216014544"/>
                  </a:ext>
                </a:extLst>
              </a:tr>
              <a:tr h="370840">
                <a:tc>
                  <a:txBody>
                    <a:bodyPr/>
                    <a:lstStyle/>
                    <a:p>
                      <a:pPr algn="ctr"/>
                      <a:r>
                        <a:rPr lang="en-US" sz="2400" dirty="0"/>
                        <a:t>2</a:t>
                      </a:r>
                      <a:endParaRPr lang="en-ZA" sz="2400" dirty="0"/>
                    </a:p>
                  </a:txBody>
                  <a:tcPr/>
                </a:tc>
                <a:tc>
                  <a:txBody>
                    <a:bodyPr/>
                    <a:lstStyle/>
                    <a:p>
                      <a:pPr algn="ctr"/>
                      <a:r>
                        <a:rPr lang="en-US" sz="2400" dirty="0"/>
                        <a:t>R1 800 000</a:t>
                      </a:r>
                      <a:endParaRPr lang="en-ZA" sz="2400" dirty="0"/>
                    </a:p>
                  </a:txBody>
                  <a:tcPr/>
                </a:tc>
                <a:tc>
                  <a:txBody>
                    <a:bodyPr/>
                    <a:lstStyle/>
                    <a:p>
                      <a:pPr algn="ctr"/>
                      <a:r>
                        <a:rPr lang="en-US" sz="2400" dirty="0"/>
                        <a:t>R1 100 000</a:t>
                      </a:r>
                      <a:endParaRPr lang="en-ZA" sz="2400" dirty="0"/>
                    </a:p>
                  </a:txBody>
                  <a:tcPr/>
                </a:tc>
                <a:extLst>
                  <a:ext uri="{0D108BD9-81ED-4DB2-BD59-A6C34878D82A}">
                    <a16:rowId xmlns:a16="http://schemas.microsoft.com/office/drawing/2014/main" val="1622516176"/>
                  </a:ext>
                </a:extLst>
              </a:tr>
              <a:tr h="370840">
                <a:tc>
                  <a:txBody>
                    <a:bodyPr/>
                    <a:lstStyle/>
                    <a:p>
                      <a:pPr algn="ctr"/>
                      <a:r>
                        <a:rPr lang="en-US" sz="2400" dirty="0"/>
                        <a:t>3</a:t>
                      </a:r>
                      <a:endParaRPr lang="en-ZA" sz="2400" dirty="0"/>
                    </a:p>
                  </a:txBody>
                  <a:tcPr/>
                </a:tc>
                <a:tc>
                  <a:txBody>
                    <a:bodyPr/>
                    <a:lstStyle/>
                    <a:p>
                      <a:pPr algn="ctr"/>
                      <a:r>
                        <a:rPr lang="en-US" sz="2400" dirty="0"/>
                        <a:t>R2 000 000</a:t>
                      </a:r>
                      <a:endParaRPr lang="en-ZA" sz="2400" dirty="0"/>
                    </a:p>
                  </a:txBody>
                  <a:tcPr/>
                </a:tc>
                <a:tc>
                  <a:txBody>
                    <a:bodyPr/>
                    <a:lstStyle/>
                    <a:p>
                      <a:pPr algn="ctr"/>
                      <a:r>
                        <a:rPr lang="en-US" sz="2400" dirty="0"/>
                        <a:t>R1 400 000</a:t>
                      </a:r>
                      <a:endParaRPr lang="en-ZA" sz="2400" dirty="0"/>
                    </a:p>
                  </a:txBody>
                  <a:tcPr/>
                </a:tc>
                <a:extLst>
                  <a:ext uri="{0D108BD9-81ED-4DB2-BD59-A6C34878D82A}">
                    <a16:rowId xmlns:a16="http://schemas.microsoft.com/office/drawing/2014/main" val="3222499704"/>
                  </a:ext>
                </a:extLst>
              </a:tr>
              <a:tr h="370840">
                <a:tc>
                  <a:txBody>
                    <a:bodyPr/>
                    <a:lstStyle/>
                    <a:p>
                      <a:pPr algn="ctr"/>
                      <a:r>
                        <a:rPr lang="en-US" sz="2400" dirty="0"/>
                        <a:t>4</a:t>
                      </a:r>
                      <a:endParaRPr lang="en-ZA" sz="2400" dirty="0"/>
                    </a:p>
                  </a:txBody>
                  <a:tcPr/>
                </a:tc>
                <a:tc>
                  <a:txBody>
                    <a:bodyPr/>
                    <a:lstStyle/>
                    <a:p>
                      <a:pPr algn="ctr"/>
                      <a:r>
                        <a:rPr lang="en-US" sz="2400" dirty="0"/>
                        <a:t>R2 200 000</a:t>
                      </a:r>
                      <a:endParaRPr lang="en-ZA" sz="2400" dirty="0"/>
                    </a:p>
                  </a:txBody>
                  <a:tcPr/>
                </a:tc>
                <a:tc>
                  <a:txBody>
                    <a:bodyPr/>
                    <a:lstStyle/>
                    <a:p>
                      <a:pPr algn="ctr"/>
                      <a:r>
                        <a:rPr lang="en-US" sz="2400" dirty="0"/>
                        <a:t>R1 800 000</a:t>
                      </a:r>
                      <a:endParaRPr lang="en-ZA" sz="2400" dirty="0"/>
                    </a:p>
                  </a:txBody>
                  <a:tcPr/>
                </a:tc>
                <a:extLst>
                  <a:ext uri="{0D108BD9-81ED-4DB2-BD59-A6C34878D82A}">
                    <a16:rowId xmlns:a16="http://schemas.microsoft.com/office/drawing/2014/main" val="1626212138"/>
                  </a:ext>
                </a:extLst>
              </a:tr>
              <a:tr h="370840">
                <a:tc>
                  <a:txBody>
                    <a:bodyPr/>
                    <a:lstStyle/>
                    <a:p>
                      <a:pPr algn="ctr"/>
                      <a:r>
                        <a:rPr lang="en-US" sz="2400" dirty="0"/>
                        <a:t>5</a:t>
                      </a:r>
                      <a:endParaRPr lang="en-ZA" sz="2400" dirty="0"/>
                    </a:p>
                  </a:txBody>
                  <a:tcPr/>
                </a:tc>
                <a:tc>
                  <a:txBody>
                    <a:bodyPr/>
                    <a:lstStyle/>
                    <a:p>
                      <a:pPr algn="ctr"/>
                      <a:endParaRPr lang="en-ZA" sz="2400"/>
                    </a:p>
                  </a:txBody>
                  <a:tcPr/>
                </a:tc>
                <a:tc>
                  <a:txBody>
                    <a:bodyPr/>
                    <a:lstStyle/>
                    <a:p>
                      <a:pPr algn="ctr"/>
                      <a:r>
                        <a:rPr lang="en-US" sz="2400" dirty="0"/>
                        <a:t>R2 100 000</a:t>
                      </a:r>
                      <a:endParaRPr lang="en-ZA" sz="2400" dirty="0"/>
                    </a:p>
                  </a:txBody>
                  <a:tcPr/>
                </a:tc>
                <a:extLst>
                  <a:ext uri="{0D108BD9-81ED-4DB2-BD59-A6C34878D82A}">
                    <a16:rowId xmlns:a16="http://schemas.microsoft.com/office/drawing/2014/main" val="3534366920"/>
                  </a:ext>
                </a:extLst>
              </a:tr>
              <a:tr h="370840">
                <a:tc>
                  <a:txBody>
                    <a:bodyPr/>
                    <a:lstStyle/>
                    <a:p>
                      <a:pPr algn="ctr"/>
                      <a:r>
                        <a:rPr lang="en-US" sz="2400" dirty="0"/>
                        <a:t>6</a:t>
                      </a:r>
                      <a:endParaRPr lang="en-ZA" sz="2400" dirty="0"/>
                    </a:p>
                  </a:txBody>
                  <a:tcPr/>
                </a:tc>
                <a:tc>
                  <a:txBody>
                    <a:bodyPr/>
                    <a:lstStyle/>
                    <a:p>
                      <a:pPr algn="ctr"/>
                      <a:endParaRPr lang="en-ZA" sz="2400" dirty="0"/>
                    </a:p>
                  </a:txBody>
                  <a:tcPr/>
                </a:tc>
                <a:tc>
                  <a:txBody>
                    <a:bodyPr/>
                    <a:lstStyle/>
                    <a:p>
                      <a:pPr algn="ctr"/>
                      <a:r>
                        <a:rPr lang="en-US" sz="2400" dirty="0"/>
                        <a:t>R2 400 000</a:t>
                      </a:r>
                      <a:endParaRPr lang="en-ZA" sz="2400" dirty="0"/>
                    </a:p>
                  </a:txBody>
                  <a:tcPr/>
                </a:tc>
                <a:extLst>
                  <a:ext uri="{0D108BD9-81ED-4DB2-BD59-A6C34878D82A}">
                    <a16:rowId xmlns:a16="http://schemas.microsoft.com/office/drawing/2014/main" val="3899221992"/>
                  </a:ext>
                </a:extLst>
              </a:tr>
              <a:tr h="370840">
                <a:tc>
                  <a:txBody>
                    <a:bodyPr/>
                    <a:lstStyle/>
                    <a:p>
                      <a:pPr algn="ctr"/>
                      <a:r>
                        <a:rPr lang="en-US" sz="2400" dirty="0"/>
                        <a:t>7</a:t>
                      </a:r>
                      <a:endParaRPr lang="en-ZA" sz="2400" dirty="0"/>
                    </a:p>
                  </a:txBody>
                  <a:tcPr/>
                </a:tc>
                <a:tc>
                  <a:txBody>
                    <a:bodyPr/>
                    <a:lstStyle/>
                    <a:p>
                      <a:pPr algn="ctr"/>
                      <a:endParaRPr lang="en-ZA" sz="2400" dirty="0"/>
                    </a:p>
                  </a:txBody>
                  <a:tcPr/>
                </a:tc>
                <a:tc>
                  <a:txBody>
                    <a:bodyPr/>
                    <a:lstStyle/>
                    <a:p>
                      <a:pPr algn="ctr"/>
                      <a:r>
                        <a:rPr lang="en-US" sz="2400" dirty="0"/>
                        <a:t>R2 000 000</a:t>
                      </a:r>
                      <a:endParaRPr lang="en-ZA" sz="2400" dirty="0"/>
                    </a:p>
                  </a:txBody>
                  <a:tcPr/>
                </a:tc>
                <a:extLst>
                  <a:ext uri="{0D108BD9-81ED-4DB2-BD59-A6C34878D82A}">
                    <a16:rowId xmlns:a16="http://schemas.microsoft.com/office/drawing/2014/main" val="2939816498"/>
                  </a:ext>
                </a:extLst>
              </a:tr>
            </a:tbl>
          </a:graphicData>
        </a:graphic>
      </p:graphicFrame>
    </p:spTree>
    <p:custDataLst>
      <p:tags r:id="rId1"/>
    </p:custDataLst>
    <p:extLst>
      <p:ext uri="{BB962C8B-B14F-4D97-AF65-F5344CB8AC3E}">
        <p14:creationId xmlns:p14="http://schemas.microsoft.com/office/powerpoint/2010/main" val="2659829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95FB2-C92A-93EA-6C9A-8599FE4C452E}"/>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1284546B-727E-2CDE-2892-A8144E7F9D6D}"/>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Capital budgeting techniques (cont.)</a:t>
            </a:r>
          </a:p>
        </p:txBody>
      </p:sp>
      <p:sp>
        <p:nvSpPr>
          <p:cNvPr id="3" name="Slide Number Placeholder 2">
            <a:extLst>
              <a:ext uri="{FF2B5EF4-FFF2-40B4-BE49-F238E27FC236}">
                <a16:creationId xmlns:a16="http://schemas.microsoft.com/office/drawing/2014/main" id="{535342BA-E5F9-C511-FAA5-AD96084CA34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40</a:t>
            </a:fld>
            <a:endParaRPr lang="en-US">
              <a:solidFill>
                <a:schemeClr val="tx1"/>
              </a:solidFill>
            </a:endParaRPr>
          </a:p>
        </p:txBody>
      </p:sp>
      <p:sp>
        <p:nvSpPr>
          <p:cNvPr id="7" name="Rectangle 5">
            <a:extLst>
              <a:ext uri="{FF2B5EF4-FFF2-40B4-BE49-F238E27FC236}">
                <a16:creationId xmlns:a16="http://schemas.microsoft.com/office/drawing/2014/main" id="{CE2ECDD1-1ADE-3DCA-7B8A-C4AF1E76E007}"/>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r>
              <a:rPr lang="en-US" sz="2400" dirty="0">
                <a:latin typeface="+mj-lt"/>
              </a:rPr>
              <a:t>Example: (cont.)</a:t>
            </a:r>
          </a:p>
          <a:p>
            <a:pPr algn="just">
              <a:lnSpc>
                <a:spcPct val="100000"/>
              </a:lnSpc>
              <a:buSzPct val="100000"/>
              <a:buFont typeface="Arial" panose="020B0604020202020204" pitchFamily="34" charset="0"/>
              <a:buChar char="•"/>
            </a:pPr>
            <a:r>
              <a:rPr lang="en-US" sz="2400" dirty="0">
                <a:latin typeface="+mj-lt"/>
              </a:rPr>
              <a:t>Step 1: Calculate NPV</a:t>
            </a:r>
          </a:p>
          <a:p>
            <a:pPr marL="0" indent="0" algn="just">
              <a:lnSpc>
                <a:spcPct val="100000"/>
              </a:lnSpc>
              <a:buSzPct val="100000"/>
              <a:buNone/>
            </a:pPr>
            <a:r>
              <a:rPr lang="en-US" sz="2400" dirty="0">
                <a:latin typeface="+mj-lt"/>
              </a:rPr>
              <a:t>			Project P		Project Q</a:t>
            </a:r>
          </a:p>
          <a:p>
            <a:pPr marL="0" indent="0" algn="just">
              <a:lnSpc>
                <a:spcPct val="100000"/>
              </a:lnSpc>
              <a:buSzPct val="100000"/>
              <a:buNone/>
            </a:pPr>
            <a:r>
              <a:rPr lang="en-US" sz="2400" dirty="0">
                <a:latin typeface="+mj-lt"/>
              </a:rPr>
              <a:t>	CF</a:t>
            </a:r>
            <a:r>
              <a:rPr lang="en-US" sz="2400" baseline="-25000" dirty="0">
                <a:latin typeface="+mj-lt"/>
              </a:rPr>
              <a:t>0</a:t>
            </a:r>
            <a:r>
              <a:rPr lang="en-US" sz="2400" dirty="0">
                <a:latin typeface="+mj-lt"/>
              </a:rPr>
              <a:t>		-4 000 000		-3 500 000</a:t>
            </a:r>
            <a:endParaRPr lang="en-US" sz="2400" baseline="-25000" dirty="0">
              <a:latin typeface="+mj-lt"/>
            </a:endParaRPr>
          </a:p>
          <a:p>
            <a:pPr marL="0" indent="0" algn="just">
              <a:lnSpc>
                <a:spcPct val="100000"/>
              </a:lnSpc>
              <a:buSzPct val="100000"/>
              <a:buNone/>
            </a:pPr>
            <a:r>
              <a:rPr lang="en-US" sz="2400" dirty="0">
                <a:latin typeface="+mj-lt"/>
              </a:rPr>
              <a:t>	CF</a:t>
            </a:r>
            <a:r>
              <a:rPr lang="en-US" sz="2400" baseline="-25000" dirty="0">
                <a:latin typeface="+mj-lt"/>
              </a:rPr>
              <a:t>1</a:t>
            </a:r>
            <a:r>
              <a:rPr lang="en-US" sz="2400" dirty="0">
                <a:latin typeface="+mj-lt"/>
              </a:rPr>
              <a:t>		 1 600 000		 1 000 000</a:t>
            </a:r>
            <a:endParaRPr lang="en-US" sz="2400" baseline="-25000" dirty="0">
              <a:latin typeface="+mj-lt"/>
            </a:endParaRPr>
          </a:p>
          <a:p>
            <a:pPr marL="0" indent="0" algn="just">
              <a:lnSpc>
                <a:spcPct val="100000"/>
              </a:lnSpc>
              <a:buSzPct val="100000"/>
              <a:buNone/>
            </a:pPr>
            <a:r>
              <a:rPr lang="en-US" sz="2400" dirty="0">
                <a:latin typeface="+mj-lt"/>
              </a:rPr>
              <a:t>	CF</a:t>
            </a:r>
            <a:r>
              <a:rPr lang="en-US" sz="2400" baseline="-25000" dirty="0">
                <a:latin typeface="+mj-lt"/>
              </a:rPr>
              <a:t>2</a:t>
            </a:r>
            <a:r>
              <a:rPr lang="en-US" sz="2400" dirty="0">
                <a:latin typeface="+mj-lt"/>
              </a:rPr>
              <a:t>		 1 800 000		 1 100 000</a:t>
            </a:r>
            <a:endParaRPr lang="en-US" sz="2400" baseline="-25000" dirty="0">
              <a:latin typeface="+mj-lt"/>
            </a:endParaRPr>
          </a:p>
          <a:p>
            <a:pPr marL="0" indent="0" algn="just">
              <a:lnSpc>
                <a:spcPct val="100000"/>
              </a:lnSpc>
              <a:buSzPct val="100000"/>
              <a:buNone/>
            </a:pPr>
            <a:r>
              <a:rPr lang="en-US" sz="2400" dirty="0">
                <a:latin typeface="+mj-lt"/>
              </a:rPr>
              <a:t>	CF</a:t>
            </a:r>
            <a:r>
              <a:rPr lang="en-US" sz="2400" baseline="-25000" dirty="0">
                <a:latin typeface="+mj-lt"/>
              </a:rPr>
              <a:t>3</a:t>
            </a:r>
            <a:r>
              <a:rPr lang="en-US" sz="2400" dirty="0">
                <a:latin typeface="+mj-lt"/>
              </a:rPr>
              <a:t>		 2 000 000		 1 400 000</a:t>
            </a:r>
          </a:p>
          <a:p>
            <a:pPr marL="0" indent="0" algn="just">
              <a:lnSpc>
                <a:spcPct val="100000"/>
              </a:lnSpc>
              <a:buSzPct val="100000"/>
              <a:buNone/>
            </a:pPr>
            <a:r>
              <a:rPr lang="en-US" sz="2400" dirty="0">
                <a:latin typeface="+mj-lt"/>
              </a:rPr>
              <a:t>	CF</a:t>
            </a:r>
            <a:r>
              <a:rPr lang="en-US" sz="2400" baseline="-25000" dirty="0">
                <a:latin typeface="+mj-lt"/>
              </a:rPr>
              <a:t>4</a:t>
            </a:r>
            <a:r>
              <a:rPr lang="en-US" sz="2400" dirty="0">
                <a:latin typeface="+mj-lt"/>
              </a:rPr>
              <a:t>		 2 200 000		 1 800 000</a:t>
            </a:r>
          </a:p>
          <a:p>
            <a:pPr marL="0" indent="0" algn="just">
              <a:lnSpc>
                <a:spcPct val="100000"/>
              </a:lnSpc>
              <a:buSzPct val="100000"/>
              <a:buNone/>
            </a:pPr>
            <a:r>
              <a:rPr lang="en-US" sz="2400" dirty="0">
                <a:latin typeface="+mj-lt"/>
              </a:rPr>
              <a:t>	CF</a:t>
            </a:r>
            <a:r>
              <a:rPr lang="en-US" sz="2400" baseline="-25000" dirty="0">
                <a:latin typeface="+mj-lt"/>
              </a:rPr>
              <a:t>5</a:t>
            </a:r>
            <a:r>
              <a:rPr lang="en-US" sz="2400" dirty="0">
                <a:latin typeface="+mj-lt"/>
              </a:rPr>
              <a:t>					 2 100 000</a:t>
            </a:r>
          </a:p>
          <a:p>
            <a:pPr marL="0" indent="0" algn="just">
              <a:lnSpc>
                <a:spcPct val="100000"/>
              </a:lnSpc>
              <a:buSzPct val="100000"/>
              <a:buNone/>
            </a:pPr>
            <a:r>
              <a:rPr lang="en-US" sz="2400" dirty="0">
                <a:latin typeface="+mj-lt"/>
              </a:rPr>
              <a:t>	CF</a:t>
            </a:r>
            <a:r>
              <a:rPr lang="en-US" sz="2400" baseline="-25000" dirty="0">
                <a:latin typeface="+mj-lt"/>
              </a:rPr>
              <a:t>6</a:t>
            </a:r>
            <a:r>
              <a:rPr lang="en-US" sz="2400" dirty="0">
                <a:latin typeface="+mj-lt"/>
              </a:rPr>
              <a:t>					 2 400 000</a:t>
            </a:r>
          </a:p>
          <a:p>
            <a:pPr marL="0" indent="0" algn="just">
              <a:lnSpc>
                <a:spcPct val="100000"/>
              </a:lnSpc>
              <a:buSzPct val="100000"/>
              <a:buNone/>
            </a:pPr>
            <a:r>
              <a:rPr lang="en-US" sz="2400" dirty="0">
                <a:latin typeface="+mj-lt"/>
              </a:rPr>
              <a:t>	CF</a:t>
            </a:r>
            <a:r>
              <a:rPr lang="en-US" sz="2400" baseline="-25000" dirty="0">
                <a:latin typeface="+mj-lt"/>
              </a:rPr>
              <a:t>7</a:t>
            </a:r>
            <a:r>
              <a:rPr lang="en-US" sz="2400" dirty="0">
                <a:latin typeface="+mj-lt"/>
              </a:rPr>
              <a:t>					 2 000 000</a:t>
            </a:r>
          </a:p>
          <a:p>
            <a:pPr marL="0" indent="0" algn="just">
              <a:lnSpc>
                <a:spcPct val="100000"/>
              </a:lnSpc>
              <a:buSzPct val="100000"/>
              <a:buNone/>
            </a:pPr>
            <a:r>
              <a:rPr lang="en-US" sz="2400" dirty="0">
                <a:latin typeface="+mj-lt"/>
              </a:rPr>
              <a:t>	</a:t>
            </a:r>
            <a:r>
              <a:rPr lang="en-US" sz="2400" dirty="0" err="1">
                <a:latin typeface="+mj-lt"/>
              </a:rPr>
              <a:t>i</a:t>
            </a:r>
            <a:r>
              <a:rPr lang="en-US" sz="2400" dirty="0">
                <a:latin typeface="+mj-lt"/>
              </a:rPr>
              <a:t>		20			20</a:t>
            </a:r>
          </a:p>
          <a:p>
            <a:pPr marL="0" indent="0" algn="just">
              <a:lnSpc>
                <a:spcPct val="100000"/>
              </a:lnSpc>
              <a:buSzPct val="100000"/>
              <a:buNone/>
            </a:pPr>
            <a:r>
              <a:rPr lang="en-US" sz="2400" dirty="0">
                <a:latin typeface="+mj-lt"/>
              </a:rPr>
              <a:t>	NPV		</a:t>
            </a:r>
            <a:r>
              <a:rPr lang="en-US" sz="2400" b="1" dirty="0">
                <a:latin typeface="+mj-lt"/>
              </a:rPr>
              <a:t>R801 697.53	R1 981 324.30</a:t>
            </a:r>
          </a:p>
          <a:p>
            <a:pPr marL="0" indent="0" algn="just">
              <a:lnSpc>
                <a:spcPct val="100000"/>
              </a:lnSpc>
              <a:buSzPct val="100000"/>
              <a:buNone/>
            </a:pPr>
            <a:r>
              <a:rPr lang="en-US" sz="2400" dirty="0">
                <a:latin typeface="+mj-lt"/>
              </a:rPr>
              <a:t>	</a:t>
            </a:r>
          </a:p>
        </p:txBody>
      </p:sp>
    </p:spTree>
    <p:custDataLst>
      <p:tags r:id="rId1"/>
    </p:custDataLst>
    <p:extLst>
      <p:ext uri="{BB962C8B-B14F-4D97-AF65-F5344CB8AC3E}">
        <p14:creationId xmlns:p14="http://schemas.microsoft.com/office/powerpoint/2010/main" val="32384131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7C6E8-37E7-2765-3F6D-73E53062A4B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6AC8496-EF31-3DA2-1E06-1128A555F0FC}"/>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Capital budgeting techniques (cont.)</a:t>
            </a:r>
          </a:p>
        </p:txBody>
      </p:sp>
      <p:sp>
        <p:nvSpPr>
          <p:cNvPr id="3" name="Slide Number Placeholder 2">
            <a:extLst>
              <a:ext uri="{FF2B5EF4-FFF2-40B4-BE49-F238E27FC236}">
                <a16:creationId xmlns:a16="http://schemas.microsoft.com/office/drawing/2014/main" id="{8232D889-F54C-7EF2-A4AE-0BE6C9604466}"/>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41</a:t>
            </a:fld>
            <a:endParaRPr lang="en-US">
              <a:solidFill>
                <a:schemeClr val="tx1"/>
              </a:solidFill>
            </a:endParaRPr>
          </a:p>
        </p:txBody>
      </p:sp>
      <p:sp>
        <p:nvSpPr>
          <p:cNvPr id="7" name="Rectangle 5">
            <a:extLst>
              <a:ext uri="{FF2B5EF4-FFF2-40B4-BE49-F238E27FC236}">
                <a16:creationId xmlns:a16="http://schemas.microsoft.com/office/drawing/2014/main" id="{7248B7AB-3057-7A61-8980-DB264734CCC1}"/>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Example: (cont.)</a:t>
            </a:r>
          </a:p>
          <a:p>
            <a:pPr algn="just">
              <a:lnSpc>
                <a:spcPct val="105000"/>
              </a:lnSpc>
              <a:buSzPct val="100000"/>
              <a:buFont typeface="Arial" panose="020B0604020202020204" pitchFamily="34" charset="0"/>
              <a:buChar char="•"/>
            </a:pPr>
            <a:r>
              <a:rPr lang="en-US" sz="2400" dirty="0">
                <a:latin typeface="+mj-lt"/>
              </a:rPr>
              <a:t>Step 2: Calculate ANPV</a:t>
            </a:r>
          </a:p>
          <a:p>
            <a:pPr marL="715963" algn="just">
              <a:lnSpc>
                <a:spcPct val="105000"/>
              </a:lnSpc>
              <a:buSzPct val="100000"/>
              <a:buFont typeface="Wingdings" panose="05000000000000000000" pitchFamily="2" charset="2"/>
              <a:buChar char="§"/>
            </a:pPr>
            <a:r>
              <a:rPr lang="en-US" sz="2400" dirty="0">
                <a:latin typeface="+mj-lt"/>
              </a:rPr>
              <a:t>We need the NPV (calculated in Step 1) and the PVIFA at a required rate of return of 20% for periods 4 (Project P) and 5 (Project Q)</a:t>
            </a:r>
          </a:p>
          <a:p>
            <a:pPr marL="1074738" algn="just">
              <a:lnSpc>
                <a:spcPct val="105000"/>
              </a:lnSpc>
              <a:buSzPct val="100000"/>
              <a:buFont typeface="Wingdings" panose="05000000000000000000" pitchFamily="2" charset="2"/>
              <a:buChar char="§"/>
            </a:pPr>
            <a:r>
              <a:rPr lang="en-US" sz="2400" dirty="0">
                <a:latin typeface="+mj-lt"/>
              </a:rPr>
              <a:t>NPV</a:t>
            </a:r>
            <a:r>
              <a:rPr lang="en-US" sz="2400" baseline="-25000" dirty="0">
                <a:latin typeface="+mj-lt"/>
              </a:rPr>
              <a:t>P</a:t>
            </a:r>
            <a:r>
              <a:rPr lang="en-US" sz="2400" dirty="0">
                <a:latin typeface="+mj-lt"/>
              </a:rPr>
              <a:t> = R801 697.53</a:t>
            </a:r>
          </a:p>
          <a:p>
            <a:pPr marL="1074738" algn="just">
              <a:lnSpc>
                <a:spcPct val="105000"/>
              </a:lnSpc>
              <a:buSzPct val="100000"/>
              <a:buFont typeface="Wingdings" panose="05000000000000000000" pitchFamily="2" charset="2"/>
              <a:buChar char="§"/>
            </a:pPr>
            <a:r>
              <a:rPr lang="en-US" sz="2400" dirty="0">
                <a:latin typeface="+mj-lt"/>
              </a:rPr>
              <a:t>NPV</a:t>
            </a:r>
            <a:r>
              <a:rPr lang="en-US" sz="2400" baseline="-25000" dirty="0">
                <a:latin typeface="+mj-lt"/>
              </a:rPr>
              <a:t>Q</a:t>
            </a:r>
            <a:r>
              <a:rPr lang="en-US" sz="2400" dirty="0">
                <a:latin typeface="+mj-lt"/>
              </a:rPr>
              <a:t>	= R1 981 324.30</a:t>
            </a:r>
          </a:p>
          <a:p>
            <a:pPr marL="1074738" algn="just">
              <a:lnSpc>
                <a:spcPct val="105000"/>
              </a:lnSpc>
              <a:buSzPct val="100000"/>
              <a:buFont typeface="Wingdings" panose="05000000000000000000" pitchFamily="2" charset="2"/>
              <a:buChar char="§"/>
            </a:pPr>
            <a:r>
              <a:rPr lang="en-US" sz="2400" dirty="0">
                <a:latin typeface="+mj-lt"/>
              </a:rPr>
              <a:t>PVIFA</a:t>
            </a:r>
            <a:r>
              <a:rPr lang="en-US" sz="2400" baseline="-25000" dirty="0">
                <a:latin typeface="+mj-lt"/>
              </a:rPr>
              <a:t>20%, 4</a:t>
            </a:r>
            <a:r>
              <a:rPr lang="en-US" sz="2400" dirty="0">
                <a:latin typeface="+mj-lt"/>
              </a:rPr>
              <a:t>	= ?</a:t>
            </a:r>
          </a:p>
          <a:p>
            <a:pPr marL="1074738" algn="just">
              <a:lnSpc>
                <a:spcPct val="105000"/>
              </a:lnSpc>
              <a:buSzPct val="100000"/>
              <a:buFont typeface="Wingdings" panose="05000000000000000000" pitchFamily="2" charset="2"/>
              <a:buChar char="§"/>
            </a:pPr>
            <a:r>
              <a:rPr lang="en-US" sz="2400" dirty="0">
                <a:latin typeface="+mj-lt"/>
              </a:rPr>
              <a:t>PVIFA</a:t>
            </a:r>
            <a:r>
              <a:rPr lang="en-US" sz="2400" baseline="-25000" dirty="0">
                <a:latin typeface="+mj-lt"/>
              </a:rPr>
              <a:t>20%, 7</a:t>
            </a:r>
            <a:r>
              <a:rPr lang="en-US" sz="2400" dirty="0">
                <a:latin typeface="+mj-lt"/>
              </a:rPr>
              <a:t>	= ?</a:t>
            </a:r>
          </a:p>
          <a:p>
            <a:pPr marL="1074738" algn="just">
              <a:lnSpc>
                <a:spcPct val="105000"/>
              </a:lnSpc>
              <a:buSzPct val="100000"/>
              <a:buFont typeface="Wingdings" panose="05000000000000000000" pitchFamily="2" charset="2"/>
              <a:buChar char="§"/>
            </a:pPr>
            <a:r>
              <a:rPr lang="en-US" sz="2400" dirty="0">
                <a:latin typeface="+mj-lt"/>
              </a:rPr>
              <a:t>ANPV	</a:t>
            </a:r>
            <a:r>
              <a:rPr lang="en-US" sz="2400" baseline="-25000" dirty="0">
                <a:latin typeface="+mj-lt"/>
              </a:rPr>
              <a:t>P	</a:t>
            </a:r>
            <a:r>
              <a:rPr lang="en-US" sz="2400" dirty="0">
                <a:latin typeface="+mj-lt"/>
              </a:rPr>
              <a:t>= 801 697.53 / 2.5887</a:t>
            </a:r>
          </a:p>
          <a:p>
            <a:pPr marL="731838" indent="0" algn="just">
              <a:lnSpc>
                <a:spcPct val="105000"/>
              </a:lnSpc>
              <a:buSzPct val="100000"/>
              <a:buNone/>
            </a:pPr>
            <a:r>
              <a:rPr lang="en-US" sz="2400" dirty="0">
                <a:latin typeface="+mj-lt"/>
              </a:rPr>
              <a:t>			= R309 691.17 (R309 655)</a:t>
            </a:r>
          </a:p>
          <a:p>
            <a:pPr marL="1074738" algn="just">
              <a:lnSpc>
                <a:spcPct val="105000"/>
              </a:lnSpc>
              <a:buSzPct val="100000"/>
              <a:buFont typeface="Wingdings" panose="05000000000000000000" pitchFamily="2" charset="2"/>
              <a:buChar char="§"/>
            </a:pPr>
            <a:r>
              <a:rPr lang="en-US" sz="2400" dirty="0">
                <a:latin typeface="+mj-lt"/>
              </a:rPr>
              <a:t>ANPV</a:t>
            </a:r>
            <a:r>
              <a:rPr lang="en-US" sz="2400" baseline="-25000" dirty="0">
                <a:latin typeface="+mj-lt"/>
              </a:rPr>
              <a:t>Q</a:t>
            </a:r>
            <a:r>
              <a:rPr lang="en-US" sz="2400" dirty="0">
                <a:latin typeface="+mj-lt"/>
              </a:rPr>
              <a:t>	= 1 981 324.30 / 3.6046</a:t>
            </a:r>
          </a:p>
          <a:p>
            <a:pPr marL="731838" indent="0" algn="just">
              <a:lnSpc>
                <a:spcPct val="105000"/>
              </a:lnSpc>
              <a:buSzPct val="100000"/>
              <a:buNone/>
            </a:pPr>
            <a:r>
              <a:rPr lang="en-US" sz="2400" dirty="0">
                <a:latin typeface="+mj-lt"/>
              </a:rPr>
              <a:t>			=  </a:t>
            </a:r>
            <a:r>
              <a:rPr lang="en-US" sz="2400" b="1" dirty="0">
                <a:solidFill>
                  <a:srgbClr val="009900"/>
                </a:solidFill>
                <a:latin typeface="+mj-lt"/>
              </a:rPr>
              <a:t>R549 665.51 (R549 604)</a:t>
            </a:r>
          </a:p>
          <a:p>
            <a:pPr algn="just">
              <a:lnSpc>
                <a:spcPct val="105000"/>
              </a:lnSpc>
              <a:buSzPct val="100000"/>
              <a:buFont typeface="Arial" panose="020B0604020202020204" pitchFamily="34" charset="0"/>
              <a:buChar char="•"/>
            </a:pPr>
            <a:endParaRPr lang="en-US" sz="2400" dirty="0">
              <a:latin typeface="+mj-lt"/>
            </a:endParaRPr>
          </a:p>
        </p:txBody>
      </p:sp>
      <p:sp>
        <p:nvSpPr>
          <p:cNvPr id="5" name="Speech Bubble: Rectangle with Corners Rounded 4">
            <a:extLst>
              <a:ext uri="{FF2B5EF4-FFF2-40B4-BE49-F238E27FC236}">
                <a16:creationId xmlns:a16="http://schemas.microsoft.com/office/drawing/2014/main" id="{E9455A34-B28E-AD61-D151-FB7343E2A380}"/>
              </a:ext>
            </a:extLst>
          </p:cNvPr>
          <p:cNvSpPr/>
          <p:nvPr/>
        </p:nvSpPr>
        <p:spPr bwMode="auto">
          <a:xfrm>
            <a:off x="5513636" y="2926665"/>
            <a:ext cx="3298327" cy="1752600"/>
          </a:xfrm>
          <a:prstGeom prst="wedgeRoundRectCallout">
            <a:avLst>
              <a:gd name="adj1" fmla="val -111796"/>
              <a:gd name="adj2" fmla="val 39325"/>
              <a:gd name="adj3" fmla="val 16667"/>
            </a:avLst>
          </a:prstGeom>
          <a:solidFill>
            <a:schemeClr val="tx2">
              <a:lumMod val="40000"/>
              <a:lumOff val="60000"/>
            </a:schemeClr>
          </a:solidFill>
          <a:ln w="9525" cap="flat" cmpd="sng" algn="ctr">
            <a:solidFill>
              <a:schemeClr val="tx2">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ＭＳ Ｐゴシック" pitchFamily="1" charset="-128"/>
              </a:rPr>
              <a:t>Two methods of finding PVIFA</a:t>
            </a:r>
          </a:p>
          <a:p>
            <a:pPr marL="342900" marR="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400" dirty="0">
                <a:ea typeface="ＭＳ Ｐゴシック" pitchFamily="1" charset="-128"/>
              </a:rPr>
              <a:t>PVIFA tables</a:t>
            </a:r>
          </a:p>
          <a:p>
            <a:pPr marL="342900" marR="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a:ln>
                  <a:noFill/>
                </a:ln>
                <a:solidFill>
                  <a:schemeClr val="tx1"/>
                </a:solidFill>
                <a:effectLst/>
                <a:latin typeface="Arial" charset="0"/>
                <a:ea typeface="ＭＳ Ｐゴシック" pitchFamily="1" charset="-128"/>
              </a:rPr>
              <a:t>Equation</a:t>
            </a:r>
            <a:endParaRPr kumimoji="0" lang="en-ZA" sz="2400" b="0" i="0" u="none" strike="noStrike" cap="none" normalizeH="0" baseline="0" dirty="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8105835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06777-40B2-C399-C211-7595AF826919}"/>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C6890F6E-E17A-360C-22C5-829716A5FBDE}"/>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Capital budgeting techniques (cont.)</a:t>
            </a:r>
          </a:p>
        </p:txBody>
      </p:sp>
      <p:sp>
        <p:nvSpPr>
          <p:cNvPr id="3" name="Slide Number Placeholder 2">
            <a:extLst>
              <a:ext uri="{FF2B5EF4-FFF2-40B4-BE49-F238E27FC236}">
                <a16:creationId xmlns:a16="http://schemas.microsoft.com/office/drawing/2014/main" id="{E5D5813B-1A94-D639-6E9C-A9B006F94A51}"/>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42</a:t>
            </a:fld>
            <a:endParaRPr lang="en-US">
              <a:solidFill>
                <a:schemeClr val="tx1"/>
              </a:solidFill>
            </a:endParaRPr>
          </a:p>
        </p:txBody>
      </p:sp>
      <p:sp>
        <p:nvSpPr>
          <p:cNvPr id="7" name="Rectangle 5">
            <a:extLst>
              <a:ext uri="{FF2B5EF4-FFF2-40B4-BE49-F238E27FC236}">
                <a16:creationId xmlns:a16="http://schemas.microsoft.com/office/drawing/2014/main" id="{0B4C551E-6412-D787-2405-263684070338}"/>
              </a:ext>
            </a:extLst>
          </p:cNvPr>
          <p:cNvSpPr>
            <a:spLocks noGrp="1" noChangeArrowheads="1"/>
          </p:cNvSpPr>
          <p:nvPr>
            <p:ph idx="1"/>
          </p:nvPr>
        </p:nvSpPr>
        <p:spPr>
          <a:xfrm>
            <a:off x="259976" y="990600"/>
            <a:ext cx="8655424" cy="5247290"/>
          </a:xfrm>
        </p:spPr>
        <p:txBody>
          <a:bodyPr/>
          <a:lstStyle/>
          <a:p>
            <a:pPr algn="just">
              <a:lnSpc>
                <a:spcPct val="100000"/>
              </a:lnSpc>
              <a:spcBef>
                <a:spcPts val="300"/>
              </a:spcBef>
              <a:buSzPct val="100000"/>
              <a:buFont typeface="Arial" panose="020B0604020202020204" pitchFamily="34" charset="0"/>
              <a:buChar char="•"/>
            </a:pPr>
            <a:r>
              <a:rPr lang="en-US" sz="2200" dirty="0">
                <a:latin typeface="+mj-lt"/>
              </a:rPr>
              <a:t>Example: (cont.)</a:t>
            </a:r>
          </a:p>
          <a:p>
            <a:pPr algn="just">
              <a:lnSpc>
                <a:spcPct val="100000"/>
              </a:lnSpc>
              <a:spcBef>
                <a:spcPts val="300"/>
              </a:spcBef>
              <a:buSzPct val="100000"/>
              <a:buFont typeface="Arial" panose="020B0604020202020204" pitchFamily="34" charset="0"/>
              <a:buChar char="•"/>
            </a:pPr>
            <a:r>
              <a:rPr lang="en-US" sz="2200" dirty="0">
                <a:latin typeface="+mj-lt"/>
              </a:rPr>
              <a:t>PVIFA table (see TB p 483)</a:t>
            </a:r>
          </a:p>
          <a:p>
            <a:pPr algn="just">
              <a:lnSpc>
                <a:spcPct val="100000"/>
              </a:lnSpc>
              <a:spcBef>
                <a:spcPts val="300"/>
              </a:spcBef>
              <a:buSzPct val="100000"/>
              <a:buFont typeface="Arial" panose="020B0604020202020204" pitchFamily="34" charset="0"/>
              <a:buChar char="•"/>
            </a:pPr>
            <a:endParaRPr lang="en-US" sz="2200" dirty="0">
              <a:latin typeface="+mj-lt"/>
            </a:endParaRPr>
          </a:p>
          <a:p>
            <a:pPr algn="just">
              <a:lnSpc>
                <a:spcPct val="100000"/>
              </a:lnSpc>
              <a:spcBef>
                <a:spcPts val="300"/>
              </a:spcBef>
              <a:buSzPct val="100000"/>
              <a:buFont typeface="Arial" panose="020B0604020202020204" pitchFamily="34" charset="0"/>
              <a:buChar char="•"/>
            </a:pPr>
            <a:endParaRPr lang="en-US" sz="2200" dirty="0">
              <a:latin typeface="+mj-lt"/>
            </a:endParaRPr>
          </a:p>
          <a:p>
            <a:pPr algn="just">
              <a:lnSpc>
                <a:spcPct val="100000"/>
              </a:lnSpc>
              <a:spcBef>
                <a:spcPts val="300"/>
              </a:spcBef>
              <a:buSzPct val="100000"/>
              <a:buFont typeface="Arial" panose="020B0604020202020204" pitchFamily="34" charset="0"/>
              <a:buChar char="•"/>
            </a:pPr>
            <a:endParaRPr lang="en-US" sz="2200" dirty="0">
              <a:latin typeface="+mj-lt"/>
            </a:endParaRPr>
          </a:p>
          <a:p>
            <a:pPr algn="just">
              <a:lnSpc>
                <a:spcPct val="100000"/>
              </a:lnSpc>
              <a:spcBef>
                <a:spcPts val="300"/>
              </a:spcBef>
              <a:buSzPct val="100000"/>
              <a:buFont typeface="Arial" panose="020B0604020202020204" pitchFamily="34" charset="0"/>
              <a:buChar char="•"/>
            </a:pPr>
            <a:endParaRPr lang="en-US" sz="2200" dirty="0">
              <a:latin typeface="+mj-lt"/>
            </a:endParaRPr>
          </a:p>
          <a:p>
            <a:pPr algn="just">
              <a:lnSpc>
                <a:spcPct val="100000"/>
              </a:lnSpc>
              <a:spcBef>
                <a:spcPts val="300"/>
              </a:spcBef>
              <a:buSzPct val="100000"/>
              <a:buFont typeface="Arial" panose="020B0604020202020204" pitchFamily="34" charset="0"/>
              <a:buChar char="•"/>
            </a:pPr>
            <a:endParaRPr lang="en-US" sz="2200" dirty="0">
              <a:latin typeface="+mj-lt"/>
            </a:endParaRPr>
          </a:p>
          <a:p>
            <a:pPr algn="just">
              <a:lnSpc>
                <a:spcPct val="100000"/>
              </a:lnSpc>
              <a:spcBef>
                <a:spcPts val="300"/>
              </a:spcBef>
              <a:buSzPct val="100000"/>
              <a:buFont typeface="Arial" panose="020B0604020202020204" pitchFamily="34" charset="0"/>
              <a:buChar char="•"/>
            </a:pPr>
            <a:endParaRPr lang="en-US" sz="2200" dirty="0">
              <a:latin typeface="+mj-lt"/>
            </a:endParaRPr>
          </a:p>
          <a:p>
            <a:pPr algn="just">
              <a:lnSpc>
                <a:spcPct val="100000"/>
              </a:lnSpc>
              <a:spcBef>
                <a:spcPts val="300"/>
              </a:spcBef>
              <a:buSzPct val="100000"/>
              <a:buFont typeface="Arial" panose="020B0604020202020204" pitchFamily="34" charset="0"/>
              <a:buChar char="•"/>
            </a:pPr>
            <a:endParaRPr lang="en-US" sz="2200" dirty="0">
              <a:latin typeface="+mj-lt"/>
            </a:endParaRPr>
          </a:p>
          <a:p>
            <a:pPr marL="0" indent="0" algn="just">
              <a:lnSpc>
                <a:spcPct val="100000"/>
              </a:lnSpc>
              <a:spcBef>
                <a:spcPts val="300"/>
              </a:spcBef>
              <a:buSzPct val="100000"/>
              <a:buNone/>
            </a:pPr>
            <a:endParaRPr lang="en-US" sz="1100" dirty="0">
              <a:latin typeface="+mj-lt"/>
            </a:endParaRPr>
          </a:p>
          <a:p>
            <a:pPr algn="just">
              <a:lnSpc>
                <a:spcPct val="100000"/>
              </a:lnSpc>
              <a:spcBef>
                <a:spcPts val="300"/>
              </a:spcBef>
              <a:buSzPct val="100000"/>
              <a:buFont typeface="Arial" panose="020B0604020202020204" pitchFamily="34" charset="0"/>
              <a:buChar char="•"/>
            </a:pPr>
            <a:r>
              <a:rPr lang="en-US" sz="2200" dirty="0">
                <a:latin typeface="+mj-lt"/>
              </a:rPr>
              <a:t>Equation (not in TB)</a:t>
            </a:r>
          </a:p>
          <a:p>
            <a:pPr marL="0" indent="0" algn="just">
              <a:lnSpc>
                <a:spcPct val="100000"/>
              </a:lnSpc>
              <a:spcBef>
                <a:spcPts val="300"/>
              </a:spcBef>
              <a:buSzPct val="100000"/>
              <a:buNone/>
            </a:pPr>
            <a:r>
              <a:rPr lang="en-US" sz="2200" dirty="0">
                <a:latin typeface="+mj-lt"/>
              </a:rPr>
              <a:t>	PVIFA 		= [1 – (1+r)-</a:t>
            </a:r>
            <a:r>
              <a:rPr lang="en-US" sz="2200" baseline="30000" dirty="0">
                <a:latin typeface="+mj-lt"/>
              </a:rPr>
              <a:t>n</a:t>
            </a:r>
            <a:r>
              <a:rPr lang="en-US" sz="2200" dirty="0">
                <a:latin typeface="+mj-lt"/>
              </a:rPr>
              <a:t>] / r</a:t>
            </a:r>
          </a:p>
          <a:p>
            <a:pPr marL="0" indent="0" algn="just">
              <a:lnSpc>
                <a:spcPct val="100000"/>
              </a:lnSpc>
              <a:spcBef>
                <a:spcPts val="300"/>
              </a:spcBef>
              <a:buSzPct val="100000"/>
              <a:buNone/>
            </a:pPr>
            <a:r>
              <a:rPr lang="en-US" sz="2200" dirty="0">
                <a:latin typeface="+mj-lt"/>
              </a:rPr>
              <a:t>	PVIFA</a:t>
            </a:r>
            <a:r>
              <a:rPr lang="en-US" sz="2200" baseline="-25000" dirty="0">
                <a:latin typeface="+mj-lt"/>
              </a:rPr>
              <a:t>20%, 4</a:t>
            </a:r>
            <a:r>
              <a:rPr lang="en-US" sz="2200" dirty="0">
                <a:latin typeface="+mj-lt"/>
              </a:rPr>
              <a:t>	= [1 – (1 + 0.20)</a:t>
            </a:r>
            <a:r>
              <a:rPr lang="en-US" sz="2200" baseline="30000" dirty="0">
                <a:latin typeface="+mj-lt"/>
              </a:rPr>
              <a:t>-4</a:t>
            </a:r>
            <a:r>
              <a:rPr lang="en-US" sz="2200" dirty="0">
                <a:latin typeface="+mj-lt"/>
              </a:rPr>
              <a:t>] / 0.2</a:t>
            </a:r>
          </a:p>
          <a:p>
            <a:pPr marL="0" indent="0" algn="just">
              <a:lnSpc>
                <a:spcPct val="100000"/>
              </a:lnSpc>
              <a:spcBef>
                <a:spcPts val="300"/>
              </a:spcBef>
              <a:buSzPct val="100000"/>
              <a:buNone/>
            </a:pPr>
            <a:r>
              <a:rPr lang="en-US" sz="2200" dirty="0">
                <a:latin typeface="+mj-lt"/>
              </a:rPr>
              <a:t>			= 2.5887 </a:t>
            </a:r>
          </a:p>
          <a:p>
            <a:pPr marL="0" indent="0" algn="just">
              <a:lnSpc>
                <a:spcPct val="100000"/>
              </a:lnSpc>
              <a:spcBef>
                <a:spcPts val="300"/>
              </a:spcBef>
              <a:buSzPct val="100000"/>
              <a:buNone/>
            </a:pPr>
            <a:r>
              <a:rPr lang="en-US" sz="2200" dirty="0">
                <a:latin typeface="+mj-lt"/>
              </a:rPr>
              <a:t>	PVIFA</a:t>
            </a:r>
            <a:r>
              <a:rPr lang="en-US" sz="2200" baseline="-25000" dirty="0">
                <a:latin typeface="+mj-lt"/>
              </a:rPr>
              <a:t>20%, 7</a:t>
            </a:r>
            <a:r>
              <a:rPr lang="en-US" sz="2200" dirty="0">
                <a:latin typeface="+mj-lt"/>
              </a:rPr>
              <a:t>	= [1 – (1 + 0.20)</a:t>
            </a:r>
            <a:r>
              <a:rPr lang="en-US" sz="2200" baseline="30000" dirty="0">
                <a:latin typeface="+mj-lt"/>
              </a:rPr>
              <a:t>-7</a:t>
            </a:r>
            <a:r>
              <a:rPr lang="en-US" sz="2200" dirty="0">
                <a:latin typeface="+mj-lt"/>
              </a:rPr>
              <a:t>] / 0.2</a:t>
            </a:r>
          </a:p>
          <a:p>
            <a:pPr marL="0" indent="0" algn="just">
              <a:lnSpc>
                <a:spcPct val="100000"/>
              </a:lnSpc>
              <a:spcBef>
                <a:spcPts val="300"/>
              </a:spcBef>
              <a:buSzPct val="100000"/>
              <a:buNone/>
            </a:pPr>
            <a:r>
              <a:rPr lang="en-US" sz="2200" dirty="0">
                <a:latin typeface="+mj-lt"/>
              </a:rPr>
              <a:t>			= 3.6046</a:t>
            </a:r>
          </a:p>
          <a:p>
            <a:pPr marL="0" indent="0" algn="just">
              <a:lnSpc>
                <a:spcPct val="100000"/>
              </a:lnSpc>
              <a:spcBef>
                <a:spcPts val="300"/>
              </a:spcBef>
              <a:buSzPct val="100000"/>
              <a:buNone/>
            </a:pPr>
            <a:endParaRPr lang="en-US" sz="2200" dirty="0">
              <a:latin typeface="+mj-lt"/>
            </a:endParaRPr>
          </a:p>
        </p:txBody>
      </p:sp>
      <p:sp>
        <p:nvSpPr>
          <p:cNvPr id="2" name="Rectangle 1">
            <a:extLst>
              <a:ext uri="{FF2B5EF4-FFF2-40B4-BE49-F238E27FC236}">
                <a16:creationId xmlns:a16="http://schemas.microsoft.com/office/drawing/2014/main" id="{7AA5EFEB-1B53-B9AD-4C70-0D9035BEBA5C}"/>
              </a:ext>
            </a:extLst>
          </p:cNvPr>
          <p:cNvSpPr/>
          <p:nvPr/>
        </p:nvSpPr>
        <p:spPr bwMode="auto">
          <a:xfrm>
            <a:off x="8260976" y="2133600"/>
            <a:ext cx="502024" cy="2438400"/>
          </a:xfrm>
          <a:prstGeom prst="rect">
            <a:avLst/>
          </a:prstGeom>
          <a:noFill/>
          <a:ln w="571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5" name="Rectangle 4">
            <a:extLst>
              <a:ext uri="{FF2B5EF4-FFF2-40B4-BE49-F238E27FC236}">
                <a16:creationId xmlns:a16="http://schemas.microsoft.com/office/drawing/2014/main" id="{B1099D04-1639-1A94-E174-F5CA868811CD}"/>
              </a:ext>
            </a:extLst>
          </p:cNvPr>
          <p:cNvSpPr/>
          <p:nvPr/>
        </p:nvSpPr>
        <p:spPr bwMode="auto">
          <a:xfrm rot="16200000">
            <a:off x="4402813" y="-1117143"/>
            <a:ext cx="216000" cy="8460000"/>
          </a:xfrm>
          <a:prstGeom prst="rect">
            <a:avLst/>
          </a:prstGeom>
          <a:noFill/>
          <a:ln w="571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6" name="Rectangle 5">
            <a:extLst>
              <a:ext uri="{FF2B5EF4-FFF2-40B4-BE49-F238E27FC236}">
                <a16:creationId xmlns:a16="http://schemas.microsoft.com/office/drawing/2014/main" id="{45F9CAB5-B15B-DDB5-701F-1148A47D25BC}"/>
              </a:ext>
            </a:extLst>
          </p:cNvPr>
          <p:cNvSpPr/>
          <p:nvPr/>
        </p:nvSpPr>
        <p:spPr bwMode="auto">
          <a:xfrm rot="16200000">
            <a:off x="4402813" y="-528000"/>
            <a:ext cx="216000" cy="8460000"/>
          </a:xfrm>
          <a:prstGeom prst="rect">
            <a:avLst/>
          </a:prstGeom>
          <a:noFill/>
          <a:ln w="571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8" name="Arrow: Down 7">
            <a:extLst>
              <a:ext uri="{FF2B5EF4-FFF2-40B4-BE49-F238E27FC236}">
                <a16:creationId xmlns:a16="http://schemas.microsoft.com/office/drawing/2014/main" id="{9D2CB075-94A2-38CF-A2B3-D107A189E80D}"/>
              </a:ext>
            </a:extLst>
          </p:cNvPr>
          <p:cNvSpPr/>
          <p:nvPr/>
        </p:nvSpPr>
        <p:spPr bwMode="auto">
          <a:xfrm rot="18219662">
            <a:off x="7899731" y="2577185"/>
            <a:ext cx="381000" cy="647699"/>
          </a:xfrm>
          <a:prstGeom prst="down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9" name="Arrow: Down 8">
            <a:extLst>
              <a:ext uri="{FF2B5EF4-FFF2-40B4-BE49-F238E27FC236}">
                <a16:creationId xmlns:a16="http://schemas.microsoft.com/office/drawing/2014/main" id="{5074349F-AF3F-1A5D-D038-01D52910CEFB}"/>
              </a:ext>
            </a:extLst>
          </p:cNvPr>
          <p:cNvSpPr/>
          <p:nvPr/>
        </p:nvSpPr>
        <p:spPr bwMode="auto">
          <a:xfrm rot="14167605">
            <a:off x="7901559" y="3579936"/>
            <a:ext cx="381000" cy="647699"/>
          </a:xfrm>
          <a:prstGeom prst="down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10" name="Oval 9">
            <a:extLst>
              <a:ext uri="{FF2B5EF4-FFF2-40B4-BE49-F238E27FC236}">
                <a16:creationId xmlns:a16="http://schemas.microsoft.com/office/drawing/2014/main" id="{2F26E831-6BBE-E00B-F774-ADF58EE91F87}"/>
              </a:ext>
            </a:extLst>
          </p:cNvPr>
          <p:cNvSpPr/>
          <p:nvPr/>
        </p:nvSpPr>
        <p:spPr bwMode="auto">
          <a:xfrm>
            <a:off x="5289176" y="4109487"/>
            <a:ext cx="502024" cy="405747"/>
          </a:xfrm>
          <a:prstGeom prst="ellipse">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11" name="Speech Bubble: Rectangle with Corners Rounded 10">
            <a:extLst>
              <a:ext uri="{FF2B5EF4-FFF2-40B4-BE49-F238E27FC236}">
                <a16:creationId xmlns:a16="http://schemas.microsoft.com/office/drawing/2014/main" id="{7CAC80B4-0E8C-1E31-385A-360EB4879071}"/>
              </a:ext>
            </a:extLst>
          </p:cNvPr>
          <p:cNvSpPr/>
          <p:nvPr/>
        </p:nvSpPr>
        <p:spPr bwMode="auto">
          <a:xfrm>
            <a:off x="7010400" y="4754344"/>
            <a:ext cx="1250576" cy="884456"/>
          </a:xfrm>
          <a:prstGeom prst="wedgeRoundRectCallout">
            <a:avLst>
              <a:gd name="adj1" fmla="val -153152"/>
              <a:gd name="adj2" fmla="val -83191"/>
              <a:gd name="adj3" fmla="val 16667"/>
            </a:avLst>
          </a:prstGeom>
          <a:noFill/>
          <a:ln w="9525" cap="flat" cmpd="sng" algn="ctr">
            <a:solidFill>
              <a:srgbClr val="00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200" dirty="0">
                <a:solidFill>
                  <a:srgbClr val="00B050"/>
                </a:solidFill>
                <a:ea typeface="ＭＳ Ｐゴシック" pitchFamily="1" charset="-128"/>
              </a:rPr>
              <a:t>Use on slide 24</a:t>
            </a:r>
            <a:endParaRPr kumimoji="0" lang="en-ZA" sz="2200" b="0" i="0" u="none" strike="noStrike" cap="none" normalizeH="0" baseline="0" dirty="0">
              <a:ln>
                <a:noFill/>
              </a:ln>
              <a:solidFill>
                <a:srgbClr val="00B050"/>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63332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8" grpId="0" animBg="1"/>
      <p:bldP spid="9" grpId="0" animBg="1"/>
      <p:bldP spid="10" grpId="0" animBg="1"/>
      <p:bldP spid="1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B196-DBE7-4491-88DE-F9491276F18C}"/>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DD63AF53-E0A9-DA44-EBFC-59F4D82BF672}"/>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Capital budgeting techniques (cont.)</a:t>
            </a:r>
          </a:p>
        </p:txBody>
      </p:sp>
      <p:sp>
        <p:nvSpPr>
          <p:cNvPr id="3" name="Slide Number Placeholder 2">
            <a:extLst>
              <a:ext uri="{FF2B5EF4-FFF2-40B4-BE49-F238E27FC236}">
                <a16:creationId xmlns:a16="http://schemas.microsoft.com/office/drawing/2014/main" id="{0FBE719E-ED74-48C2-8AC7-F102A1C38D19}"/>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43</a:t>
            </a:fld>
            <a:endParaRPr lang="en-US">
              <a:solidFill>
                <a:schemeClr val="tx1"/>
              </a:solidFill>
            </a:endParaRPr>
          </a:p>
        </p:txBody>
      </p:sp>
      <p:sp>
        <p:nvSpPr>
          <p:cNvPr id="7" name="Rectangle 5">
            <a:extLst>
              <a:ext uri="{FF2B5EF4-FFF2-40B4-BE49-F238E27FC236}">
                <a16:creationId xmlns:a16="http://schemas.microsoft.com/office/drawing/2014/main" id="{C68D2E2E-B2C6-A188-7718-2527727AADE0}"/>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But we know that financing is a limited resource? What now?</a:t>
            </a:r>
          </a:p>
          <a:p>
            <a:pPr algn="just">
              <a:lnSpc>
                <a:spcPct val="105000"/>
              </a:lnSpc>
              <a:buSzPct val="100000"/>
              <a:buFont typeface="Arial" panose="020B0604020202020204" pitchFamily="34" charset="0"/>
              <a:buChar char="•"/>
            </a:pPr>
            <a:r>
              <a:rPr lang="en-US" sz="2400" dirty="0">
                <a:latin typeface="+mj-lt"/>
              </a:rPr>
              <a:t>Capital rationing is the answer!</a:t>
            </a:r>
          </a:p>
          <a:p>
            <a:pPr marL="715963" indent="-358775" algn="just">
              <a:lnSpc>
                <a:spcPct val="105000"/>
              </a:lnSpc>
              <a:buSzPct val="100000"/>
              <a:buFont typeface="Wingdings" panose="05000000000000000000" pitchFamily="2" charset="2"/>
              <a:buChar char="§"/>
            </a:pPr>
            <a:r>
              <a:rPr lang="en-US" sz="2400" dirty="0">
                <a:latin typeface="+mj-lt"/>
              </a:rPr>
              <a:t>Evaluating projects based on IRR, but accepting only those with greatest IRR values within budget constraint of firm</a:t>
            </a:r>
          </a:p>
        </p:txBody>
      </p:sp>
    </p:spTree>
    <p:custDataLst>
      <p:tags r:id="rId1"/>
    </p:custDataLst>
    <p:extLst>
      <p:ext uri="{BB962C8B-B14F-4D97-AF65-F5344CB8AC3E}">
        <p14:creationId xmlns:p14="http://schemas.microsoft.com/office/powerpoint/2010/main" val="25156399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C5409-38CD-D53E-A627-28B09EE65310}"/>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2FC447D3-0CD9-0C80-07FB-FAF048958684}"/>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Capital budgeting techniques (cont.)</a:t>
            </a:r>
          </a:p>
        </p:txBody>
      </p:sp>
      <p:sp>
        <p:nvSpPr>
          <p:cNvPr id="3" name="Slide Number Placeholder 2">
            <a:extLst>
              <a:ext uri="{FF2B5EF4-FFF2-40B4-BE49-F238E27FC236}">
                <a16:creationId xmlns:a16="http://schemas.microsoft.com/office/drawing/2014/main" id="{A73A7D42-2FC4-4397-A3C3-297FF6A9C776}"/>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44</a:t>
            </a:fld>
            <a:endParaRPr lang="en-US">
              <a:solidFill>
                <a:schemeClr val="tx1"/>
              </a:solidFill>
            </a:endParaRPr>
          </a:p>
        </p:txBody>
      </p:sp>
      <p:sp>
        <p:nvSpPr>
          <p:cNvPr id="7" name="Rectangle 5">
            <a:extLst>
              <a:ext uri="{FF2B5EF4-FFF2-40B4-BE49-F238E27FC236}">
                <a16:creationId xmlns:a16="http://schemas.microsoft.com/office/drawing/2014/main" id="{B329EBB3-752F-8647-869A-9D880A6129F6}"/>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Example: Assume Sasol Ltd has the following projects competing for fixed budget of R200 000 000. The required rate of return (cost of capital) is 20%.</a:t>
            </a:r>
          </a:p>
        </p:txBody>
      </p:sp>
      <p:graphicFrame>
        <p:nvGraphicFramePr>
          <p:cNvPr id="2" name="Table 1">
            <a:extLst>
              <a:ext uri="{FF2B5EF4-FFF2-40B4-BE49-F238E27FC236}">
                <a16:creationId xmlns:a16="http://schemas.microsoft.com/office/drawing/2014/main" id="{00B97753-3005-546E-9F55-CBD758ACE48C}"/>
              </a:ext>
            </a:extLst>
          </p:cNvPr>
          <p:cNvGraphicFramePr>
            <a:graphicFrameLocks noGrp="1"/>
          </p:cNvGraphicFramePr>
          <p:nvPr/>
        </p:nvGraphicFramePr>
        <p:xfrm>
          <a:off x="138467" y="3566160"/>
          <a:ext cx="8834597" cy="2987040"/>
        </p:xfrm>
        <a:graphic>
          <a:graphicData uri="http://schemas.openxmlformats.org/drawingml/2006/table">
            <a:tbl>
              <a:tblPr firstRow="1" bandRow="1">
                <a:tableStyleId>{5C22544A-7EE6-4342-B048-85BDC9FD1C3A}</a:tableStyleId>
              </a:tblPr>
              <a:tblGrid>
                <a:gridCol w="1285097">
                  <a:extLst>
                    <a:ext uri="{9D8B030D-6E8A-4147-A177-3AD203B41FA5}">
                      <a16:colId xmlns:a16="http://schemas.microsoft.com/office/drawing/2014/main" val="1053124715"/>
                    </a:ext>
                  </a:extLst>
                </a:gridCol>
                <a:gridCol w="3681836">
                  <a:extLst>
                    <a:ext uri="{9D8B030D-6E8A-4147-A177-3AD203B41FA5}">
                      <a16:colId xmlns:a16="http://schemas.microsoft.com/office/drawing/2014/main" val="347100769"/>
                    </a:ext>
                  </a:extLst>
                </a:gridCol>
                <a:gridCol w="1519569">
                  <a:extLst>
                    <a:ext uri="{9D8B030D-6E8A-4147-A177-3AD203B41FA5}">
                      <a16:colId xmlns:a16="http://schemas.microsoft.com/office/drawing/2014/main" val="3788691456"/>
                    </a:ext>
                  </a:extLst>
                </a:gridCol>
                <a:gridCol w="2348095">
                  <a:extLst>
                    <a:ext uri="{9D8B030D-6E8A-4147-A177-3AD203B41FA5}">
                      <a16:colId xmlns:a16="http://schemas.microsoft.com/office/drawing/2014/main" val="792965054"/>
                    </a:ext>
                  </a:extLst>
                </a:gridCol>
              </a:tblGrid>
              <a:tr h="370840">
                <a:tc>
                  <a:txBody>
                    <a:bodyPr/>
                    <a:lstStyle/>
                    <a:p>
                      <a:pPr algn="ctr"/>
                      <a:r>
                        <a:rPr lang="en-US" sz="2200" dirty="0"/>
                        <a:t>Project</a:t>
                      </a:r>
                      <a:endParaRPr lang="en-ZA" sz="2200" dirty="0"/>
                    </a:p>
                  </a:txBody>
                  <a:tcPr/>
                </a:tc>
                <a:tc>
                  <a:txBody>
                    <a:bodyPr/>
                    <a:lstStyle/>
                    <a:p>
                      <a:pPr algn="ctr"/>
                      <a:r>
                        <a:rPr lang="en-US" sz="2200" dirty="0"/>
                        <a:t>Initial investment (II)</a:t>
                      </a:r>
                      <a:endParaRPr lang="en-ZA" sz="2200" dirty="0"/>
                    </a:p>
                  </a:txBody>
                  <a:tcPr/>
                </a:tc>
                <a:tc>
                  <a:txBody>
                    <a:bodyPr/>
                    <a:lstStyle/>
                    <a:p>
                      <a:pPr algn="ctr"/>
                      <a:r>
                        <a:rPr lang="en-US" sz="2200" dirty="0"/>
                        <a:t>IRR</a:t>
                      </a:r>
                      <a:endParaRPr lang="en-ZA" sz="2200" dirty="0"/>
                    </a:p>
                  </a:txBody>
                  <a:tcPr/>
                </a:tc>
                <a:tc>
                  <a:txBody>
                    <a:bodyPr/>
                    <a:lstStyle/>
                    <a:p>
                      <a:pPr algn="ctr"/>
                      <a:r>
                        <a:rPr lang="en-US" sz="2200" dirty="0"/>
                        <a:t>Acceptable?</a:t>
                      </a:r>
                      <a:endParaRPr lang="en-ZA" sz="2200" dirty="0"/>
                    </a:p>
                  </a:txBody>
                  <a:tcPr/>
                </a:tc>
                <a:extLst>
                  <a:ext uri="{0D108BD9-81ED-4DB2-BD59-A6C34878D82A}">
                    <a16:rowId xmlns:a16="http://schemas.microsoft.com/office/drawing/2014/main" val="3808945188"/>
                  </a:ext>
                </a:extLst>
              </a:tr>
              <a:tr h="370840">
                <a:tc>
                  <a:txBody>
                    <a:bodyPr/>
                    <a:lstStyle/>
                    <a:p>
                      <a:pPr algn="ctr"/>
                      <a:r>
                        <a:rPr lang="en-US" sz="2200" dirty="0">
                          <a:solidFill>
                            <a:schemeClr val="tx1"/>
                          </a:solidFill>
                        </a:rPr>
                        <a:t>G</a:t>
                      </a:r>
                      <a:endParaRPr lang="en-ZA" sz="2200" dirty="0">
                        <a:solidFill>
                          <a:schemeClr val="tx1"/>
                        </a:solidFill>
                      </a:endParaRPr>
                    </a:p>
                  </a:txBody>
                  <a:tcPr/>
                </a:tc>
                <a:tc>
                  <a:txBody>
                    <a:bodyPr/>
                    <a:lstStyle/>
                    <a:p>
                      <a:pPr algn="ctr"/>
                      <a:r>
                        <a:rPr lang="en-US" sz="2200" dirty="0">
                          <a:solidFill>
                            <a:schemeClr val="tx1"/>
                          </a:solidFill>
                        </a:rPr>
                        <a:t>R90 000 000</a:t>
                      </a:r>
                      <a:endParaRPr lang="en-ZA" sz="2200" dirty="0">
                        <a:solidFill>
                          <a:schemeClr val="tx1"/>
                        </a:solidFill>
                      </a:endParaRPr>
                    </a:p>
                  </a:txBody>
                  <a:tcPr/>
                </a:tc>
                <a:tc>
                  <a:txBody>
                    <a:bodyPr/>
                    <a:lstStyle/>
                    <a:p>
                      <a:pPr algn="ctr"/>
                      <a:r>
                        <a:rPr lang="en-US" sz="2200" dirty="0">
                          <a:solidFill>
                            <a:schemeClr val="tx1"/>
                          </a:solidFill>
                        </a:rPr>
                        <a:t>30%</a:t>
                      </a:r>
                      <a:endParaRPr lang="en-ZA" sz="22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dirty="0">
                          <a:solidFill>
                            <a:srgbClr val="00B050"/>
                          </a:solidFill>
                        </a:rPr>
                        <a:t>√</a:t>
                      </a:r>
                      <a:endParaRPr lang="en-ZA" sz="2200" dirty="0">
                        <a:solidFill>
                          <a:srgbClr val="00B050"/>
                        </a:solidFill>
                      </a:endParaRPr>
                    </a:p>
                  </a:txBody>
                  <a:tcPr/>
                </a:tc>
                <a:extLst>
                  <a:ext uri="{0D108BD9-81ED-4DB2-BD59-A6C34878D82A}">
                    <a16:rowId xmlns:a16="http://schemas.microsoft.com/office/drawing/2014/main" val="2886311483"/>
                  </a:ext>
                </a:extLst>
              </a:tr>
              <a:tr h="370840">
                <a:tc>
                  <a:txBody>
                    <a:bodyPr/>
                    <a:lstStyle/>
                    <a:p>
                      <a:pPr algn="ctr"/>
                      <a:r>
                        <a:rPr lang="en-US" sz="2200" dirty="0">
                          <a:solidFill>
                            <a:schemeClr val="tx1"/>
                          </a:solidFill>
                        </a:rPr>
                        <a:t>H</a:t>
                      </a:r>
                      <a:endParaRPr lang="en-ZA" sz="2200" dirty="0">
                        <a:solidFill>
                          <a:schemeClr val="tx1"/>
                        </a:solidFill>
                      </a:endParaRPr>
                    </a:p>
                  </a:txBody>
                  <a:tcPr/>
                </a:tc>
                <a:tc>
                  <a:txBody>
                    <a:bodyPr/>
                    <a:lstStyle/>
                    <a:p>
                      <a:pPr algn="ctr"/>
                      <a:r>
                        <a:rPr lang="en-US" sz="2200" dirty="0">
                          <a:solidFill>
                            <a:schemeClr val="tx1"/>
                          </a:solidFill>
                        </a:rPr>
                        <a:t>R55 000 000</a:t>
                      </a:r>
                      <a:endParaRPr lang="en-ZA" sz="2200" dirty="0">
                        <a:solidFill>
                          <a:schemeClr val="tx1"/>
                        </a:solidFill>
                      </a:endParaRPr>
                    </a:p>
                  </a:txBody>
                  <a:tcPr/>
                </a:tc>
                <a:tc>
                  <a:txBody>
                    <a:bodyPr/>
                    <a:lstStyle/>
                    <a:p>
                      <a:pPr algn="ctr"/>
                      <a:r>
                        <a:rPr lang="en-US" sz="2200" dirty="0">
                          <a:solidFill>
                            <a:schemeClr val="tx1"/>
                          </a:solidFill>
                        </a:rPr>
                        <a:t>25%</a:t>
                      </a:r>
                      <a:endParaRPr lang="en-ZA" sz="2200" dirty="0">
                        <a:solidFill>
                          <a:schemeClr val="tx1"/>
                        </a:solidFill>
                      </a:endParaRPr>
                    </a:p>
                  </a:txBody>
                  <a:tcPr/>
                </a:tc>
                <a:tc>
                  <a:txBody>
                    <a:bodyPr/>
                    <a:lstStyle/>
                    <a:p>
                      <a:pPr algn="ctr"/>
                      <a:r>
                        <a:rPr lang="en-US" sz="2200" dirty="0">
                          <a:solidFill>
                            <a:srgbClr val="00B050"/>
                          </a:solidFill>
                        </a:rPr>
                        <a:t>√</a:t>
                      </a:r>
                      <a:endParaRPr lang="en-ZA" sz="2200" dirty="0">
                        <a:solidFill>
                          <a:srgbClr val="00B050"/>
                        </a:solidFill>
                      </a:endParaRPr>
                    </a:p>
                  </a:txBody>
                  <a:tcPr/>
                </a:tc>
                <a:extLst>
                  <a:ext uri="{0D108BD9-81ED-4DB2-BD59-A6C34878D82A}">
                    <a16:rowId xmlns:a16="http://schemas.microsoft.com/office/drawing/2014/main" val="1480305091"/>
                  </a:ext>
                </a:extLst>
              </a:tr>
              <a:tr h="370840">
                <a:tc>
                  <a:txBody>
                    <a:bodyPr/>
                    <a:lstStyle/>
                    <a:p>
                      <a:pPr algn="ctr"/>
                      <a:r>
                        <a:rPr lang="en-US" sz="2200" dirty="0">
                          <a:solidFill>
                            <a:schemeClr val="tx1"/>
                          </a:solidFill>
                        </a:rPr>
                        <a:t>I</a:t>
                      </a:r>
                      <a:endParaRPr lang="en-ZA" sz="2200" dirty="0">
                        <a:solidFill>
                          <a:schemeClr val="tx1"/>
                        </a:solidFill>
                      </a:endParaRPr>
                    </a:p>
                  </a:txBody>
                  <a:tcPr/>
                </a:tc>
                <a:tc>
                  <a:txBody>
                    <a:bodyPr/>
                    <a:lstStyle/>
                    <a:p>
                      <a:pPr algn="ctr"/>
                      <a:r>
                        <a:rPr lang="en-US" sz="2200" dirty="0">
                          <a:solidFill>
                            <a:schemeClr val="tx1"/>
                          </a:solidFill>
                        </a:rPr>
                        <a:t>R45 000 000</a:t>
                      </a:r>
                      <a:endParaRPr lang="en-ZA" sz="2200" dirty="0">
                        <a:solidFill>
                          <a:schemeClr val="tx1"/>
                        </a:solidFill>
                      </a:endParaRPr>
                    </a:p>
                  </a:txBody>
                  <a:tcPr/>
                </a:tc>
                <a:tc>
                  <a:txBody>
                    <a:bodyPr/>
                    <a:lstStyle/>
                    <a:p>
                      <a:pPr algn="ctr"/>
                      <a:r>
                        <a:rPr lang="en-US" sz="2200" dirty="0">
                          <a:solidFill>
                            <a:schemeClr val="tx1"/>
                          </a:solidFill>
                        </a:rPr>
                        <a:t>23%</a:t>
                      </a:r>
                      <a:endParaRPr lang="en-ZA" sz="2200" dirty="0">
                        <a:solidFill>
                          <a:schemeClr val="tx1"/>
                        </a:solidFill>
                      </a:endParaRPr>
                    </a:p>
                  </a:txBody>
                  <a:tcPr/>
                </a:tc>
                <a:tc>
                  <a:txBody>
                    <a:bodyPr/>
                    <a:lstStyle/>
                    <a:p>
                      <a:pPr algn="ctr"/>
                      <a:r>
                        <a:rPr lang="en-US" sz="2200" dirty="0">
                          <a:solidFill>
                            <a:srgbClr val="00B050"/>
                          </a:solidFill>
                        </a:rPr>
                        <a:t>√</a:t>
                      </a:r>
                      <a:endParaRPr lang="en-ZA" sz="2200" dirty="0">
                        <a:solidFill>
                          <a:srgbClr val="00B050"/>
                        </a:solidFill>
                      </a:endParaRPr>
                    </a:p>
                  </a:txBody>
                  <a:tcPr/>
                </a:tc>
                <a:extLst>
                  <a:ext uri="{0D108BD9-81ED-4DB2-BD59-A6C34878D82A}">
                    <a16:rowId xmlns:a16="http://schemas.microsoft.com/office/drawing/2014/main" val="1747183374"/>
                  </a:ext>
                </a:extLst>
              </a:tr>
              <a:tr h="370840">
                <a:tc>
                  <a:txBody>
                    <a:bodyPr/>
                    <a:lstStyle/>
                    <a:p>
                      <a:pPr algn="ctr"/>
                      <a:r>
                        <a:rPr lang="en-US" sz="2200" dirty="0"/>
                        <a:t>J</a:t>
                      </a:r>
                      <a:endParaRPr lang="en-ZA" sz="2200" dirty="0"/>
                    </a:p>
                  </a:txBody>
                  <a:tcPr/>
                </a:tc>
                <a:tc>
                  <a:txBody>
                    <a:bodyPr/>
                    <a:lstStyle/>
                    <a:p>
                      <a:pPr algn="ctr"/>
                      <a:r>
                        <a:rPr lang="en-US" sz="2200" dirty="0"/>
                        <a:t>R33 000 000</a:t>
                      </a:r>
                      <a:endParaRPr lang="en-ZA" sz="2200" dirty="0"/>
                    </a:p>
                  </a:txBody>
                  <a:tcPr/>
                </a:tc>
                <a:tc>
                  <a:txBody>
                    <a:bodyPr/>
                    <a:lstStyle/>
                    <a:p>
                      <a:pPr algn="ctr"/>
                      <a:r>
                        <a:rPr lang="en-US" sz="2200" dirty="0"/>
                        <a:t>21%</a:t>
                      </a:r>
                      <a:endParaRPr lang="en-ZA" sz="2200" dirty="0"/>
                    </a:p>
                  </a:txBody>
                  <a:tcPr/>
                </a:tc>
                <a:tc>
                  <a:txBody>
                    <a:bodyPr/>
                    <a:lstStyle/>
                    <a:p>
                      <a:pPr algn="ctr"/>
                      <a:r>
                        <a:rPr lang="en-US" sz="2200" dirty="0">
                          <a:solidFill>
                            <a:srgbClr val="00B050"/>
                          </a:solidFill>
                        </a:rPr>
                        <a:t>√</a:t>
                      </a:r>
                      <a:endParaRPr lang="en-ZA" sz="2200" dirty="0">
                        <a:solidFill>
                          <a:srgbClr val="00B050"/>
                        </a:solidFill>
                      </a:endParaRPr>
                    </a:p>
                  </a:txBody>
                  <a:tcPr/>
                </a:tc>
                <a:extLst>
                  <a:ext uri="{0D108BD9-81ED-4DB2-BD59-A6C34878D82A}">
                    <a16:rowId xmlns:a16="http://schemas.microsoft.com/office/drawing/2014/main" val="2600812336"/>
                  </a:ext>
                </a:extLst>
              </a:tr>
              <a:tr h="370840">
                <a:tc>
                  <a:txBody>
                    <a:bodyPr/>
                    <a:lstStyle/>
                    <a:p>
                      <a:pPr algn="ctr"/>
                      <a:r>
                        <a:rPr lang="en-US" sz="2200" dirty="0"/>
                        <a:t>K</a:t>
                      </a:r>
                      <a:endParaRPr lang="en-ZA" sz="2200" dirty="0"/>
                    </a:p>
                  </a:txBody>
                  <a:tcPr/>
                </a:tc>
                <a:tc>
                  <a:txBody>
                    <a:bodyPr/>
                    <a:lstStyle/>
                    <a:p>
                      <a:pPr algn="ctr"/>
                      <a:r>
                        <a:rPr lang="en-US" sz="2200" dirty="0"/>
                        <a:t>R30 000 000</a:t>
                      </a:r>
                      <a:endParaRPr lang="en-ZA" sz="2200" dirty="0"/>
                    </a:p>
                  </a:txBody>
                  <a:tcPr/>
                </a:tc>
                <a:tc>
                  <a:txBody>
                    <a:bodyPr/>
                    <a:lstStyle/>
                    <a:p>
                      <a:pPr algn="ctr"/>
                      <a:r>
                        <a:rPr lang="en-US" sz="2200" dirty="0"/>
                        <a:t>20%</a:t>
                      </a:r>
                      <a:endParaRPr lang="en-ZA" sz="2200" dirty="0"/>
                    </a:p>
                  </a:txBody>
                  <a:tcPr/>
                </a:tc>
                <a:tc>
                  <a:txBody>
                    <a:bodyPr/>
                    <a:lstStyle/>
                    <a:p>
                      <a:pPr algn="ctr"/>
                      <a:r>
                        <a:rPr lang="en-US" sz="2200" dirty="0">
                          <a:solidFill>
                            <a:srgbClr val="C00000"/>
                          </a:solidFill>
                        </a:rPr>
                        <a:t>X</a:t>
                      </a:r>
                      <a:endParaRPr lang="en-ZA" sz="2200" dirty="0">
                        <a:solidFill>
                          <a:srgbClr val="C00000"/>
                        </a:solidFill>
                      </a:endParaRPr>
                    </a:p>
                  </a:txBody>
                  <a:tcPr/>
                </a:tc>
                <a:extLst>
                  <a:ext uri="{0D108BD9-81ED-4DB2-BD59-A6C34878D82A}">
                    <a16:rowId xmlns:a16="http://schemas.microsoft.com/office/drawing/2014/main" val="2046679390"/>
                  </a:ext>
                </a:extLst>
              </a:tr>
              <a:tr h="370840">
                <a:tc>
                  <a:txBody>
                    <a:bodyPr/>
                    <a:lstStyle/>
                    <a:p>
                      <a:pPr algn="ctr"/>
                      <a:r>
                        <a:rPr lang="en-US" sz="2200" dirty="0"/>
                        <a:t>L</a:t>
                      </a:r>
                      <a:endParaRPr lang="en-ZA" sz="2200" dirty="0"/>
                    </a:p>
                  </a:txBody>
                  <a:tcPr/>
                </a:tc>
                <a:tc>
                  <a:txBody>
                    <a:bodyPr/>
                    <a:lstStyle/>
                    <a:p>
                      <a:pPr algn="ctr"/>
                      <a:r>
                        <a:rPr lang="en-US" sz="2200" dirty="0"/>
                        <a:t>R15 000 000</a:t>
                      </a:r>
                      <a:endParaRPr lang="en-ZA" sz="2200" dirty="0"/>
                    </a:p>
                  </a:txBody>
                  <a:tcPr/>
                </a:tc>
                <a:tc>
                  <a:txBody>
                    <a:bodyPr/>
                    <a:lstStyle/>
                    <a:p>
                      <a:pPr algn="ctr"/>
                      <a:r>
                        <a:rPr lang="en-US" sz="2200" dirty="0"/>
                        <a:t>18%</a:t>
                      </a:r>
                      <a:endParaRPr lang="en-ZA" sz="2200" dirty="0"/>
                    </a:p>
                  </a:txBody>
                  <a:tcPr/>
                </a:tc>
                <a:tc>
                  <a:txBody>
                    <a:bodyPr/>
                    <a:lstStyle/>
                    <a:p>
                      <a:pPr algn="ctr"/>
                      <a:r>
                        <a:rPr lang="en-US" sz="2200" dirty="0">
                          <a:solidFill>
                            <a:srgbClr val="C00000"/>
                          </a:solidFill>
                        </a:rPr>
                        <a:t>X</a:t>
                      </a:r>
                      <a:endParaRPr lang="en-ZA" sz="2200" dirty="0">
                        <a:solidFill>
                          <a:srgbClr val="C00000"/>
                        </a:solidFill>
                      </a:endParaRPr>
                    </a:p>
                  </a:txBody>
                  <a:tcPr/>
                </a:tc>
                <a:extLst>
                  <a:ext uri="{0D108BD9-81ED-4DB2-BD59-A6C34878D82A}">
                    <a16:rowId xmlns:a16="http://schemas.microsoft.com/office/drawing/2014/main" val="3612439915"/>
                  </a:ext>
                </a:extLst>
              </a:tr>
            </a:tbl>
          </a:graphicData>
        </a:graphic>
      </p:graphicFrame>
      <p:sp>
        <p:nvSpPr>
          <p:cNvPr id="4" name="Thought Bubble: Cloud 3">
            <a:extLst>
              <a:ext uri="{FF2B5EF4-FFF2-40B4-BE49-F238E27FC236}">
                <a16:creationId xmlns:a16="http://schemas.microsoft.com/office/drawing/2014/main" id="{2DDB4B9C-254E-6F28-FBBC-FFE8AE242D4F}"/>
              </a:ext>
            </a:extLst>
          </p:cNvPr>
          <p:cNvSpPr/>
          <p:nvPr/>
        </p:nvSpPr>
        <p:spPr bwMode="auto">
          <a:xfrm>
            <a:off x="2895600" y="2171700"/>
            <a:ext cx="2969499" cy="1333500"/>
          </a:xfrm>
          <a:prstGeom prst="cloudCallout">
            <a:avLst>
              <a:gd name="adj1" fmla="val 39015"/>
              <a:gd name="adj2" fmla="val 68986"/>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ea typeface="ＭＳ Ｐゴシック" pitchFamily="1" charset="-128"/>
              </a:rPr>
              <a:t>Do you remember how to calculate IRR?</a:t>
            </a:r>
            <a:endParaRPr kumimoji="0" lang="en-ZA" sz="1800" b="0" i="0" u="none" strike="noStrike" cap="none" normalizeH="0" baseline="0" dirty="0">
              <a:ln>
                <a:noFill/>
              </a:ln>
              <a:solidFill>
                <a:schemeClr val="bg1"/>
              </a:solidFill>
              <a:effectLst/>
              <a:latin typeface="Arial" charset="0"/>
              <a:ea typeface="ＭＳ Ｐゴシック" pitchFamily="1" charset="-128"/>
            </a:endParaRPr>
          </a:p>
        </p:txBody>
      </p:sp>
      <p:sp>
        <p:nvSpPr>
          <p:cNvPr id="5" name="Thought Bubble: Cloud 4">
            <a:extLst>
              <a:ext uri="{FF2B5EF4-FFF2-40B4-BE49-F238E27FC236}">
                <a16:creationId xmlns:a16="http://schemas.microsoft.com/office/drawing/2014/main" id="{9E85D3EA-0AD2-D8CD-15DE-B0111A999548}"/>
              </a:ext>
            </a:extLst>
          </p:cNvPr>
          <p:cNvSpPr/>
          <p:nvPr/>
        </p:nvSpPr>
        <p:spPr bwMode="auto">
          <a:xfrm>
            <a:off x="6844614" y="1924308"/>
            <a:ext cx="2249959" cy="1385243"/>
          </a:xfrm>
          <a:prstGeom prst="cloudCallout">
            <a:avLst>
              <a:gd name="adj1" fmla="val -3652"/>
              <a:gd name="adj2" fmla="val 77125"/>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solidFill>
                  <a:schemeClr val="bg1"/>
                </a:solidFill>
                <a:ea typeface="ＭＳ Ｐゴシック" pitchFamily="1" charset="-128"/>
              </a:rPr>
              <a:t>All acceptable a</a:t>
            </a:r>
            <a:r>
              <a:rPr kumimoji="0" lang="en-US" sz="1800" b="0" i="0" u="none" strike="noStrike" cap="none" normalizeH="0" baseline="0" dirty="0">
                <a:ln>
                  <a:noFill/>
                </a:ln>
                <a:solidFill>
                  <a:schemeClr val="bg1"/>
                </a:solidFill>
                <a:effectLst/>
                <a:latin typeface="Arial" charset="0"/>
                <a:ea typeface="ＭＳ Ｐゴシック" pitchFamily="1" charset="-128"/>
              </a:rPr>
              <a:t>ffordable?</a:t>
            </a:r>
            <a:endParaRPr kumimoji="0" lang="en-ZA" sz="1800" b="0" i="0" u="none" strike="noStrike" cap="none" normalizeH="0" baseline="0" dirty="0">
              <a:ln>
                <a:noFill/>
              </a:ln>
              <a:solidFill>
                <a:schemeClr val="bg1"/>
              </a:solidFill>
              <a:effectLst/>
              <a:latin typeface="Arial" charset="0"/>
              <a:ea typeface="ＭＳ Ｐゴシック" pitchFamily="1" charset="-128"/>
            </a:endParaRPr>
          </a:p>
        </p:txBody>
      </p:sp>
      <p:sp>
        <p:nvSpPr>
          <p:cNvPr id="6" name="Right Brace 5">
            <a:extLst>
              <a:ext uri="{FF2B5EF4-FFF2-40B4-BE49-F238E27FC236}">
                <a16:creationId xmlns:a16="http://schemas.microsoft.com/office/drawing/2014/main" id="{EF3757FD-502F-E071-BEFD-FF98C6E00309}"/>
              </a:ext>
            </a:extLst>
          </p:cNvPr>
          <p:cNvSpPr/>
          <p:nvPr/>
        </p:nvSpPr>
        <p:spPr bwMode="auto">
          <a:xfrm>
            <a:off x="4114800" y="4038600"/>
            <a:ext cx="609600" cy="1219200"/>
          </a:xfrm>
          <a:prstGeom prst="rightBrace">
            <a:avLst/>
          </a:prstGeom>
          <a:noFill/>
          <a:ln w="38100" cap="flat" cmpd="sng" algn="ctr">
            <a:solidFill>
              <a:srgbClr val="00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3303291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C9545-A68E-B62F-28A5-98FB2302D972}"/>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DD9D0491-8E4B-809E-E452-F4D17AD19F11}"/>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Capital budgeting techniques (cont.)</a:t>
            </a:r>
          </a:p>
        </p:txBody>
      </p:sp>
      <p:sp>
        <p:nvSpPr>
          <p:cNvPr id="3" name="Slide Number Placeholder 2">
            <a:extLst>
              <a:ext uri="{FF2B5EF4-FFF2-40B4-BE49-F238E27FC236}">
                <a16:creationId xmlns:a16="http://schemas.microsoft.com/office/drawing/2014/main" id="{FCCAFF98-EFDA-214F-EA3A-E1CB5A48F0FE}"/>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45</a:t>
            </a:fld>
            <a:endParaRPr lang="en-US">
              <a:solidFill>
                <a:schemeClr val="tx1"/>
              </a:solidFill>
            </a:endParaRPr>
          </a:p>
        </p:txBody>
      </p:sp>
      <p:sp>
        <p:nvSpPr>
          <p:cNvPr id="7" name="Rectangle 5">
            <a:extLst>
              <a:ext uri="{FF2B5EF4-FFF2-40B4-BE49-F238E27FC236}">
                <a16:creationId xmlns:a16="http://schemas.microsoft.com/office/drawing/2014/main" id="{8582C92C-4FD2-C1E7-21D2-1D6CB8976E78}"/>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BUT we can also use NPV approach to capital rationing!</a:t>
            </a:r>
          </a:p>
          <a:p>
            <a:pPr algn="just">
              <a:lnSpc>
                <a:spcPct val="105000"/>
              </a:lnSpc>
              <a:buSzPct val="100000"/>
              <a:buFont typeface="Arial" panose="020B0604020202020204" pitchFamily="34" charset="0"/>
              <a:buChar char="•"/>
            </a:pPr>
            <a:r>
              <a:rPr lang="en-US" sz="2400" dirty="0">
                <a:latin typeface="+mj-lt"/>
              </a:rPr>
              <a:t>Example: Assume Sasol Ltd has determined the NPVs of projects competing for fixed budget of R200 000 000 and has ranked them in descending order of the internal rates of return. The required rate of return (cost of capital) is 20%.</a:t>
            </a:r>
          </a:p>
        </p:txBody>
      </p:sp>
      <p:graphicFrame>
        <p:nvGraphicFramePr>
          <p:cNvPr id="2" name="Table 1">
            <a:extLst>
              <a:ext uri="{FF2B5EF4-FFF2-40B4-BE49-F238E27FC236}">
                <a16:creationId xmlns:a16="http://schemas.microsoft.com/office/drawing/2014/main" id="{6909753C-2708-6A6D-5A3F-374FCA3A891C}"/>
              </a:ext>
            </a:extLst>
          </p:cNvPr>
          <p:cNvGraphicFramePr>
            <a:graphicFrameLocks noGrp="1"/>
          </p:cNvGraphicFramePr>
          <p:nvPr/>
        </p:nvGraphicFramePr>
        <p:xfrm>
          <a:off x="154701" y="3642360"/>
          <a:ext cx="8834597" cy="2987040"/>
        </p:xfrm>
        <a:graphic>
          <a:graphicData uri="http://schemas.openxmlformats.org/drawingml/2006/table">
            <a:tbl>
              <a:tblPr firstRow="1" bandRow="1">
                <a:tableStyleId>{5C22544A-7EE6-4342-B048-85BDC9FD1C3A}</a:tableStyleId>
              </a:tblPr>
              <a:tblGrid>
                <a:gridCol w="1233133">
                  <a:extLst>
                    <a:ext uri="{9D8B030D-6E8A-4147-A177-3AD203B41FA5}">
                      <a16:colId xmlns:a16="http://schemas.microsoft.com/office/drawing/2014/main" val="1053124715"/>
                    </a:ext>
                  </a:extLst>
                </a:gridCol>
                <a:gridCol w="2057400">
                  <a:extLst>
                    <a:ext uri="{9D8B030D-6E8A-4147-A177-3AD203B41FA5}">
                      <a16:colId xmlns:a16="http://schemas.microsoft.com/office/drawing/2014/main" val="347100769"/>
                    </a:ext>
                  </a:extLst>
                </a:gridCol>
                <a:gridCol w="1295400">
                  <a:extLst>
                    <a:ext uri="{9D8B030D-6E8A-4147-A177-3AD203B41FA5}">
                      <a16:colId xmlns:a16="http://schemas.microsoft.com/office/drawing/2014/main" val="3788691456"/>
                    </a:ext>
                  </a:extLst>
                </a:gridCol>
                <a:gridCol w="2057400">
                  <a:extLst>
                    <a:ext uri="{9D8B030D-6E8A-4147-A177-3AD203B41FA5}">
                      <a16:colId xmlns:a16="http://schemas.microsoft.com/office/drawing/2014/main" val="1693932594"/>
                    </a:ext>
                  </a:extLst>
                </a:gridCol>
                <a:gridCol w="2191264">
                  <a:extLst>
                    <a:ext uri="{9D8B030D-6E8A-4147-A177-3AD203B41FA5}">
                      <a16:colId xmlns:a16="http://schemas.microsoft.com/office/drawing/2014/main" val="792965054"/>
                    </a:ext>
                  </a:extLst>
                </a:gridCol>
              </a:tblGrid>
              <a:tr h="370840">
                <a:tc>
                  <a:txBody>
                    <a:bodyPr/>
                    <a:lstStyle/>
                    <a:p>
                      <a:pPr algn="ctr"/>
                      <a:r>
                        <a:rPr lang="en-US" sz="2200" dirty="0"/>
                        <a:t>Project</a:t>
                      </a:r>
                      <a:endParaRPr lang="en-ZA" sz="2200" dirty="0"/>
                    </a:p>
                  </a:txBody>
                  <a:tcPr/>
                </a:tc>
                <a:tc>
                  <a:txBody>
                    <a:bodyPr/>
                    <a:lstStyle/>
                    <a:p>
                      <a:pPr algn="ctr"/>
                      <a:r>
                        <a:rPr lang="en-US" sz="2200" dirty="0"/>
                        <a:t>Investment</a:t>
                      </a:r>
                      <a:endParaRPr lang="en-ZA" sz="2200" dirty="0"/>
                    </a:p>
                  </a:txBody>
                  <a:tcPr/>
                </a:tc>
                <a:tc>
                  <a:txBody>
                    <a:bodyPr/>
                    <a:lstStyle/>
                    <a:p>
                      <a:pPr algn="ctr"/>
                      <a:r>
                        <a:rPr lang="en-US" sz="2200" dirty="0"/>
                        <a:t>IRR</a:t>
                      </a:r>
                      <a:endParaRPr lang="en-ZA" sz="2200" dirty="0"/>
                    </a:p>
                  </a:txBody>
                  <a:tcPr/>
                </a:tc>
                <a:tc>
                  <a:txBody>
                    <a:bodyPr/>
                    <a:lstStyle/>
                    <a:p>
                      <a:pPr algn="ctr"/>
                      <a:r>
                        <a:rPr lang="en-US" sz="2200" dirty="0"/>
                        <a:t>PV of CFs</a:t>
                      </a:r>
                      <a:endParaRPr lang="en-ZA" sz="2200" dirty="0"/>
                    </a:p>
                  </a:txBody>
                  <a:tcPr/>
                </a:tc>
                <a:tc>
                  <a:txBody>
                    <a:bodyPr/>
                    <a:lstStyle/>
                    <a:p>
                      <a:pPr algn="ctr"/>
                      <a:r>
                        <a:rPr lang="en-US" sz="2200" dirty="0"/>
                        <a:t>NPV</a:t>
                      </a:r>
                      <a:endParaRPr lang="en-ZA" sz="2200" dirty="0"/>
                    </a:p>
                  </a:txBody>
                  <a:tcPr/>
                </a:tc>
                <a:extLst>
                  <a:ext uri="{0D108BD9-81ED-4DB2-BD59-A6C34878D82A}">
                    <a16:rowId xmlns:a16="http://schemas.microsoft.com/office/drawing/2014/main" val="3808945188"/>
                  </a:ext>
                </a:extLst>
              </a:tr>
              <a:tr h="370840">
                <a:tc>
                  <a:txBody>
                    <a:bodyPr/>
                    <a:lstStyle/>
                    <a:p>
                      <a:pPr algn="ctr"/>
                      <a:r>
                        <a:rPr lang="en-US" sz="2200" dirty="0">
                          <a:solidFill>
                            <a:schemeClr val="tx1"/>
                          </a:solidFill>
                        </a:rPr>
                        <a:t>G</a:t>
                      </a:r>
                      <a:endParaRPr lang="en-ZA" sz="2200" dirty="0">
                        <a:solidFill>
                          <a:schemeClr val="tx1"/>
                        </a:solidFill>
                      </a:endParaRPr>
                    </a:p>
                  </a:txBody>
                  <a:tcPr/>
                </a:tc>
                <a:tc>
                  <a:txBody>
                    <a:bodyPr/>
                    <a:lstStyle/>
                    <a:p>
                      <a:pPr algn="ctr"/>
                      <a:r>
                        <a:rPr lang="en-US" sz="2200" dirty="0">
                          <a:solidFill>
                            <a:schemeClr val="tx1"/>
                          </a:solidFill>
                        </a:rPr>
                        <a:t>R90 000 000</a:t>
                      </a:r>
                      <a:endParaRPr lang="en-ZA" sz="2200" dirty="0">
                        <a:solidFill>
                          <a:schemeClr val="tx1"/>
                        </a:solidFill>
                      </a:endParaRPr>
                    </a:p>
                  </a:txBody>
                  <a:tcPr/>
                </a:tc>
                <a:tc>
                  <a:txBody>
                    <a:bodyPr/>
                    <a:lstStyle/>
                    <a:p>
                      <a:pPr algn="ctr"/>
                      <a:r>
                        <a:rPr lang="en-US" sz="2200" dirty="0">
                          <a:solidFill>
                            <a:schemeClr val="tx1"/>
                          </a:solidFill>
                        </a:rPr>
                        <a:t>30%</a:t>
                      </a:r>
                      <a:endParaRPr lang="en-ZA" sz="22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dirty="0">
                          <a:solidFill>
                            <a:schemeClr val="tx1"/>
                          </a:solidFill>
                        </a:rPr>
                        <a:t>R190 000 000</a:t>
                      </a:r>
                      <a:endParaRPr lang="en-ZA" sz="22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dirty="0">
                          <a:solidFill>
                            <a:schemeClr val="tx1"/>
                          </a:solidFill>
                        </a:rPr>
                        <a:t>R100 000 000</a:t>
                      </a:r>
                      <a:endParaRPr lang="en-ZA" sz="2200" dirty="0">
                        <a:solidFill>
                          <a:schemeClr val="tx1"/>
                        </a:solidFill>
                      </a:endParaRPr>
                    </a:p>
                  </a:txBody>
                  <a:tcPr/>
                </a:tc>
                <a:extLst>
                  <a:ext uri="{0D108BD9-81ED-4DB2-BD59-A6C34878D82A}">
                    <a16:rowId xmlns:a16="http://schemas.microsoft.com/office/drawing/2014/main" val="2886311483"/>
                  </a:ext>
                </a:extLst>
              </a:tr>
              <a:tr h="370840">
                <a:tc>
                  <a:txBody>
                    <a:bodyPr/>
                    <a:lstStyle/>
                    <a:p>
                      <a:pPr algn="ctr"/>
                      <a:r>
                        <a:rPr lang="en-US" sz="2200" dirty="0">
                          <a:solidFill>
                            <a:schemeClr val="tx1"/>
                          </a:solidFill>
                        </a:rPr>
                        <a:t>H</a:t>
                      </a:r>
                      <a:endParaRPr lang="en-ZA" sz="2200" dirty="0">
                        <a:solidFill>
                          <a:schemeClr val="tx1"/>
                        </a:solidFill>
                      </a:endParaRPr>
                    </a:p>
                  </a:txBody>
                  <a:tcPr/>
                </a:tc>
                <a:tc>
                  <a:txBody>
                    <a:bodyPr/>
                    <a:lstStyle/>
                    <a:p>
                      <a:pPr algn="ctr"/>
                      <a:r>
                        <a:rPr lang="en-US" sz="2200" dirty="0">
                          <a:solidFill>
                            <a:schemeClr val="tx1"/>
                          </a:solidFill>
                        </a:rPr>
                        <a:t>R55 000 000</a:t>
                      </a:r>
                      <a:endParaRPr lang="en-ZA" sz="2200" dirty="0">
                        <a:solidFill>
                          <a:schemeClr val="tx1"/>
                        </a:solidFill>
                      </a:endParaRPr>
                    </a:p>
                  </a:txBody>
                  <a:tcPr/>
                </a:tc>
                <a:tc>
                  <a:txBody>
                    <a:bodyPr/>
                    <a:lstStyle/>
                    <a:p>
                      <a:pPr algn="ctr"/>
                      <a:r>
                        <a:rPr lang="en-US" sz="2200" dirty="0">
                          <a:solidFill>
                            <a:schemeClr val="tx1"/>
                          </a:solidFill>
                        </a:rPr>
                        <a:t>25%</a:t>
                      </a:r>
                      <a:endParaRPr lang="en-ZA" sz="2200" dirty="0">
                        <a:solidFill>
                          <a:schemeClr val="tx1"/>
                        </a:solidFill>
                      </a:endParaRPr>
                    </a:p>
                  </a:txBody>
                  <a:tcPr/>
                </a:tc>
                <a:tc>
                  <a:txBody>
                    <a:bodyPr/>
                    <a:lstStyle/>
                    <a:p>
                      <a:pPr algn="ctr"/>
                      <a:r>
                        <a:rPr lang="en-US" sz="2200" dirty="0">
                          <a:solidFill>
                            <a:schemeClr val="tx1"/>
                          </a:solidFill>
                        </a:rPr>
                        <a:t>R 95 000 000</a:t>
                      </a:r>
                      <a:endParaRPr lang="en-ZA" sz="2200" dirty="0">
                        <a:solidFill>
                          <a:schemeClr val="tx1"/>
                        </a:solidFill>
                      </a:endParaRPr>
                    </a:p>
                  </a:txBody>
                  <a:tcPr/>
                </a:tc>
                <a:tc>
                  <a:txBody>
                    <a:bodyPr/>
                    <a:lstStyle/>
                    <a:p>
                      <a:pPr algn="ctr"/>
                      <a:r>
                        <a:rPr lang="en-US" sz="2200" dirty="0">
                          <a:solidFill>
                            <a:schemeClr val="tx1"/>
                          </a:solidFill>
                        </a:rPr>
                        <a:t>R 40 000 000</a:t>
                      </a:r>
                      <a:endParaRPr lang="en-ZA" sz="2200" dirty="0">
                        <a:solidFill>
                          <a:schemeClr val="tx1"/>
                        </a:solidFill>
                      </a:endParaRPr>
                    </a:p>
                  </a:txBody>
                  <a:tcPr/>
                </a:tc>
                <a:extLst>
                  <a:ext uri="{0D108BD9-81ED-4DB2-BD59-A6C34878D82A}">
                    <a16:rowId xmlns:a16="http://schemas.microsoft.com/office/drawing/2014/main" val="1480305091"/>
                  </a:ext>
                </a:extLst>
              </a:tr>
              <a:tr h="370840">
                <a:tc>
                  <a:txBody>
                    <a:bodyPr/>
                    <a:lstStyle/>
                    <a:p>
                      <a:pPr algn="ctr"/>
                      <a:r>
                        <a:rPr lang="en-US" sz="2200" dirty="0">
                          <a:solidFill>
                            <a:schemeClr val="tx1"/>
                          </a:solidFill>
                        </a:rPr>
                        <a:t>I</a:t>
                      </a:r>
                      <a:endParaRPr lang="en-ZA" sz="2200" dirty="0">
                        <a:solidFill>
                          <a:schemeClr val="tx1"/>
                        </a:solidFill>
                      </a:endParaRPr>
                    </a:p>
                  </a:txBody>
                  <a:tcPr/>
                </a:tc>
                <a:tc>
                  <a:txBody>
                    <a:bodyPr/>
                    <a:lstStyle/>
                    <a:p>
                      <a:pPr algn="ctr"/>
                      <a:r>
                        <a:rPr lang="en-US" sz="2200" dirty="0">
                          <a:solidFill>
                            <a:schemeClr val="tx1"/>
                          </a:solidFill>
                        </a:rPr>
                        <a:t>R45 000 000</a:t>
                      </a:r>
                      <a:endParaRPr lang="en-ZA" sz="2200" dirty="0">
                        <a:solidFill>
                          <a:schemeClr val="tx1"/>
                        </a:solidFill>
                      </a:endParaRPr>
                    </a:p>
                  </a:txBody>
                  <a:tcPr/>
                </a:tc>
                <a:tc>
                  <a:txBody>
                    <a:bodyPr/>
                    <a:lstStyle/>
                    <a:p>
                      <a:pPr algn="ctr"/>
                      <a:r>
                        <a:rPr lang="en-US" sz="2200" dirty="0">
                          <a:solidFill>
                            <a:schemeClr val="tx1"/>
                          </a:solidFill>
                        </a:rPr>
                        <a:t>23%</a:t>
                      </a:r>
                      <a:endParaRPr lang="en-ZA" sz="2200" dirty="0">
                        <a:solidFill>
                          <a:schemeClr val="tx1"/>
                        </a:solidFill>
                      </a:endParaRPr>
                    </a:p>
                  </a:txBody>
                  <a:tcPr/>
                </a:tc>
                <a:tc>
                  <a:txBody>
                    <a:bodyPr/>
                    <a:lstStyle/>
                    <a:p>
                      <a:pPr algn="ctr"/>
                      <a:r>
                        <a:rPr lang="en-US" sz="2200" dirty="0">
                          <a:solidFill>
                            <a:schemeClr val="tx1"/>
                          </a:solidFill>
                        </a:rPr>
                        <a:t>R 65 000 000</a:t>
                      </a:r>
                      <a:endParaRPr lang="en-ZA" sz="2200" dirty="0">
                        <a:solidFill>
                          <a:schemeClr val="tx1"/>
                        </a:solidFill>
                      </a:endParaRPr>
                    </a:p>
                  </a:txBody>
                  <a:tcPr/>
                </a:tc>
                <a:tc>
                  <a:txBody>
                    <a:bodyPr/>
                    <a:lstStyle/>
                    <a:p>
                      <a:pPr algn="ctr"/>
                      <a:r>
                        <a:rPr lang="en-US" sz="2200" dirty="0">
                          <a:solidFill>
                            <a:schemeClr val="tx1"/>
                          </a:solidFill>
                        </a:rPr>
                        <a:t>R 20 000 000</a:t>
                      </a:r>
                      <a:endParaRPr lang="en-ZA" sz="2200" dirty="0">
                        <a:solidFill>
                          <a:schemeClr val="tx1"/>
                        </a:solidFill>
                      </a:endParaRPr>
                    </a:p>
                  </a:txBody>
                  <a:tcPr/>
                </a:tc>
                <a:extLst>
                  <a:ext uri="{0D108BD9-81ED-4DB2-BD59-A6C34878D82A}">
                    <a16:rowId xmlns:a16="http://schemas.microsoft.com/office/drawing/2014/main" val="1747183374"/>
                  </a:ext>
                </a:extLst>
              </a:tr>
              <a:tr h="370840">
                <a:tc>
                  <a:txBody>
                    <a:bodyPr/>
                    <a:lstStyle/>
                    <a:p>
                      <a:pPr algn="ctr"/>
                      <a:r>
                        <a:rPr lang="en-US" sz="2200" dirty="0"/>
                        <a:t>J</a:t>
                      </a:r>
                      <a:endParaRPr lang="en-ZA" sz="2200" dirty="0"/>
                    </a:p>
                  </a:txBody>
                  <a:tcPr/>
                </a:tc>
                <a:tc>
                  <a:txBody>
                    <a:bodyPr/>
                    <a:lstStyle/>
                    <a:p>
                      <a:pPr algn="ctr"/>
                      <a:r>
                        <a:rPr lang="en-US" sz="2200" dirty="0"/>
                        <a:t>R33 000 000</a:t>
                      </a:r>
                      <a:endParaRPr lang="en-ZA" sz="2200" dirty="0"/>
                    </a:p>
                  </a:txBody>
                  <a:tcPr/>
                </a:tc>
                <a:tc>
                  <a:txBody>
                    <a:bodyPr/>
                    <a:lstStyle/>
                    <a:p>
                      <a:pPr algn="ctr"/>
                      <a:r>
                        <a:rPr lang="en-US" sz="2200" dirty="0"/>
                        <a:t>21%</a:t>
                      </a:r>
                      <a:endParaRPr lang="en-ZA" sz="2200" dirty="0"/>
                    </a:p>
                  </a:txBody>
                  <a:tcPr/>
                </a:tc>
                <a:tc>
                  <a:txBody>
                    <a:bodyPr/>
                    <a:lstStyle/>
                    <a:p>
                      <a:pPr algn="ctr"/>
                      <a:r>
                        <a:rPr lang="en-US" sz="2200" dirty="0">
                          <a:solidFill>
                            <a:schemeClr val="tx1"/>
                          </a:solidFill>
                        </a:rPr>
                        <a:t>R 70 000 000</a:t>
                      </a:r>
                      <a:endParaRPr lang="en-ZA" sz="2200" dirty="0">
                        <a:solidFill>
                          <a:schemeClr val="tx1"/>
                        </a:solidFill>
                      </a:endParaRPr>
                    </a:p>
                  </a:txBody>
                  <a:tcPr/>
                </a:tc>
                <a:tc>
                  <a:txBody>
                    <a:bodyPr/>
                    <a:lstStyle/>
                    <a:p>
                      <a:pPr algn="ctr"/>
                      <a:r>
                        <a:rPr lang="en-US" sz="2200" dirty="0">
                          <a:solidFill>
                            <a:schemeClr val="tx1"/>
                          </a:solidFill>
                        </a:rPr>
                        <a:t>R 37 000 000</a:t>
                      </a:r>
                      <a:endParaRPr lang="en-ZA" sz="2200" dirty="0">
                        <a:solidFill>
                          <a:schemeClr val="tx1"/>
                        </a:solidFill>
                      </a:endParaRPr>
                    </a:p>
                  </a:txBody>
                  <a:tcPr/>
                </a:tc>
                <a:extLst>
                  <a:ext uri="{0D108BD9-81ED-4DB2-BD59-A6C34878D82A}">
                    <a16:rowId xmlns:a16="http://schemas.microsoft.com/office/drawing/2014/main" val="2600812336"/>
                  </a:ext>
                </a:extLst>
              </a:tr>
              <a:tr h="370840">
                <a:tc>
                  <a:txBody>
                    <a:bodyPr/>
                    <a:lstStyle/>
                    <a:p>
                      <a:pPr algn="ctr"/>
                      <a:r>
                        <a:rPr lang="en-US" sz="2200" dirty="0"/>
                        <a:t>K</a:t>
                      </a:r>
                      <a:endParaRPr lang="en-ZA" sz="2200" dirty="0"/>
                    </a:p>
                  </a:txBody>
                  <a:tcPr/>
                </a:tc>
                <a:tc>
                  <a:txBody>
                    <a:bodyPr/>
                    <a:lstStyle/>
                    <a:p>
                      <a:pPr algn="ctr"/>
                      <a:r>
                        <a:rPr lang="en-US" sz="2200" dirty="0"/>
                        <a:t>R30 000 000</a:t>
                      </a:r>
                      <a:endParaRPr lang="en-ZA" sz="2200" dirty="0"/>
                    </a:p>
                  </a:txBody>
                  <a:tcPr/>
                </a:tc>
                <a:tc>
                  <a:txBody>
                    <a:bodyPr/>
                    <a:lstStyle/>
                    <a:p>
                      <a:pPr algn="ctr"/>
                      <a:r>
                        <a:rPr lang="en-US" sz="2200" dirty="0"/>
                        <a:t>20%</a:t>
                      </a:r>
                      <a:endParaRPr lang="en-ZA" sz="2200" dirty="0"/>
                    </a:p>
                  </a:txBody>
                  <a:tcPr/>
                </a:tc>
                <a:tc>
                  <a:txBody>
                    <a:bodyPr/>
                    <a:lstStyle/>
                    <a:p>
                      <a:pPr algn="ctr"/>
                      <a:r>
                        <a:rPr lang="en-US" sz="2200" dirty="0">
                          <a:solidFill>
                            <a:schemeClr val="tx1"/>
                          </a:solidFill>
                        </a:rPr>
                        <a:t>R 20 000 000</a:t>
                      </a:r>
                      <a:endParaRPr lang="en-ZA" sz="2200" dirty="0">
                        <a:solidFill>
                          <a:schemeClr val="tx1"/>
                        </a:solidFill>
                      </a:endParaRPr>
                    </a:p>
                  </a:txBody>
                  <a:tcPr/>
                </a:tc>
                <a:tc>
                  <a:txBody>
                    <a:bodyPr/>
                    <a:lstStyle/>
                    <a:p>
                      <a:pPr algn="ctr"/>
                      <a:r>
                        <a:rPr lang="en-US" sz="2200" dirty="0">
                          <a:solidFill>
                            <a:srgbClr val="FF0000"/>
                          </a:solidFill>
                        </a:rPr>
                        <a:t>-R10 000 000</a:t>
                      </a:r>
                      <a:endParaRPr lang="en-ZA" sz="2200" dirty="0">
                        <a:solidFill>
                          <a:srgbClr val="FF0000"/>
                        </a:solidFill>
                      </a:endParaRPr>
                    </a:p>
                  </a:txBody>
                  <a:tcPr/>
                </a:tc>
                <a:extLst>
                  <a:ext uri="{0D108BD9-81ED-4DB2-BD59-A6C34878D82A}">
                    <a16:rowId xmlns:a16="http://schemas.microsoft.com/office/drawing/2014/main" val="2046679390"/>
                  </a:ext>
                </a:extLst>
              </a:tr>
              <a:tr h="370840">
                <a:tc>
                  <a:txBody>
                    <a:bodyPr/>
                    <a:lstStyle/>
                    <a:p>
                      <a:pPr algn="ctr"/>
                      <a:r>
                        <a:rPr lang="en-US" sz="2200" dirty="0"/>
                        <a:t>L</a:t>
                      </a:r>
                      <a:endParaRPr lang="en-ZA" sz="2200" dirty="0"/>
                    </a:p>
                  </a:txBody>
                  <a:tcPr/>
                </a:tc>
                <a:tc>
                  <a:txBody>
                    <a:bodyPr/>
                    <a:lstStyle/>
                    <a:p>
                      <a:pPr algn="ctr"/>
                      <a:r>
                        <a:rPr lang="en-US" sz="2200" dirty="0"/>
                        <a:t>R15 000 000</a:t>
                      </a:r>
                      <a:endParaRPr lang="en-ZA" sz="2200" dirty="0"/>
                    </a:p>
                  </a:txBody>
                  <a:tcPr/>
                </a:tc>
                <a:tc>
                  <a:txBody>
                    <a:bodyPr/>
                    <a:lstStyle/>
                    <a:p>
                      <a:pPr algn="ctr"/>
                      <a:r>
                        <a:rPr lang="en-US" sz="2200" dirty="0"/>
                        <a:t>18%</a:t>
                      </a:r>
                      <a:endParaRPr lang="en-ZA" sz="2200" dirty="0"/>
                    </a:p>
                  </a:txBody>
                  <a:tcPr/>
                </a:tc>
                <a:tc>
                  <a:txBody>
                    <a:bodyPr/>
                    <a:lstStyle/>
                    <a:p>
                      <a:pPr algn="ctr"/>
                      <a:r>
                        <a:rPr lang="en-US" sz="2200" dirty="0">
                          <a:solidFill>
                            <a:schemeClr val="tx1"/>
                          </a:solidFill>
                        </a:rPr>
                        <a:t>R 12 000 000</a:t>
                      </a:r>
                      <a:endParaRPr lang="en-ZA" sz="2200" dirty="0">
                        <a:solidFill>
                          <a:schemeClr val="tx1"/>
                        </a:solidFill>
                      </a:endParaRPr>
                    </a:p>
                  </a:txBody>
                  <a:tcPr/>
                </a:tc>
                <a:tc>
                  <a:txBody>
                    <a:bodyPr/>
                    <a:lstStyle/>
                    <a:p>
                      <a:pPr algn="ctr"/>
                      <a:r>
                        <a:rPr lang="en-US" sz="2200" dirty="0">
                          <a:solidFill>
                            <a:srgbClr val="FF0000"/>
                          </a:solidFill>
                        </a:rPr>
                        <a:t>-R  3 000 000</a:t>
                      </a:r>
                      <a:endParaRPr lang="en-ZA" sz="2200" dirty="0">
                        <a:solidFill>
                          <a:srgbClr val="FF0000"/>
                        </a:solidFill>
                      </a:endParaRPr>
                    </a:p>
                  </a:txBody>
                  <a:tcPr/>
                </a:tc>
                <a:extLst>
                  <a:ext uri="{0D108BD9-81ED-4DB2-BD59-A6C34878D82A}">
                    <a16:rowId xmlns:a16="http://schemas.microsoft.com/office/drawing/2014/main" val="3612439915"/>
                  </a:ext>
                </a:extLst>
              </a:tr>
            </a:tbl>
          </a:graphicData>
        </a:graphic>
      </p:graphicFrame>
      <p:sp>
        <p:nvSpPr>
          <p:cNvPr id="4" name="Right Brace 3">
            <a:extLst>
              <a:ext uri="{FF2B5EF4-FFF2-40B4-BE49-F238E27FC236}">
                <a16:creationId xmlns:a16="http://schemas.microsoft.com/office/drawing/2014/main" id="{B17D59A9-20F6-71B7-62F2-AD7304EBFC05}"/>
              </a:ext>
            </a:extLst>
          </p:cNvPr>
          <p:cNvSpPr/>
          <p:nvPr/>
        </p:nvSpPr>
        <p:spPr bwMode="auto">
          <a:xfrm>
            <a:off x="3124200" y="4054152"/>
            <a:ext cx="457200" cy="838200"/>
          </a:xfrm>
          <a:prstGeom prst="rightBrace">
            <a:avLst/>
          </a:prstGeom>
          <a:noFill/>
          <a:ln w="38100" cap="flat" cmpd="sng" algn="ctr">
            <a:solidFill>
              <a:srgbClr val="00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5" name="Right Brace 4">
            <a:extLst>
              <a:ext uri="{FF2B5EF4-FFF2-40B4-BE49-F238E27FC236}">
                <a16:creationId xmlns:a16="http://schemas.microsoft.com/office/drawing/2014/main" id="{71906C7D-43CD-4D4F-9434-C376EFF7F59C}"/>
              </a:ext>
            </a:extLst>
          </p:cNvPr>
          <p:cNvSpPr/>
          <p:nvPr/>
        </p:nvSpPr>
        <p:spPr bwMode="auto">
          <a:xfrm>
            <a:off x="3200400" y="5334000"/>
            <a:ext cx="304800" cy="462242"/>
          </a:xfrm>
          <a:prstGeom prst="rightBrace">
            <a:avLst/>
          </a:prstGeom>
          <a:noFill/>
          <a:ln w="38100" cap="flat" cmpd="sng" algn="ctr">
            <a:solidFill>
              <a:srgbClr val="00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1071212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B85D6-0295-0C72-D485-568EE2DC4AD6}"/>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2308E053-3B90-AA25-E231-CF4985EE4A94}"/>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Capital budgeting techniques (cont.)</a:t>
            </a:r>
          </a:p>
        </p:txBody>
      </p:sp>
      <p:sp>
        <p:nvSpPr>
          <p:cNvPr id="3" name="Slide Number Placeholder 2">
            <a:extLst>
              <a:ext uri="{FF2B5EF4-FFF2-40B4-BE49-F238E27FC236}">
                <a16:creationId xmlns:a16="http://schemas.microsoft.com/office/drawing/2014/main" id="{47FFE743-D710-F6FA-7D5F-7AC56038440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46</a:t>
            </a:fld>
            <a:endParaRPr lang="en-US">
              <a:solidFill>
                <a:schemeClr val="tx1"/>
              </a:solidFill>
            </a:endParaRPr>
          </a:p>
        </p:txBody>
      </p:sp>
      <p:sp>
        <p:nvSpPr>
          <p:cNvPr id="7" name="Rectangle 5">
            <a:extLst>
              <a:ext uri="{FF2B5EF4-FFF2-40B4-BE49-F238E27FC236}">
                <a16:creationId xmlns:a16="http://schemas.microsoft.com/office/drawing/2014/main" id="{F08138F8-8055-86E0-9D21-8CDDDD60A5B7}"/>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IRR indicates Projects G, H and I</a:t>
            </a:r>
          </a:p>
          <a:p>
            <a:pPr algn="just">
              <a:lnSpc>
                <a:spcPct val="105000"/>
              </a:lnSpc>
              <a:buSzPct val="100000"/>
              <a:buFont typeface="Arial" panose="020B0604020202020204" pitchFamily="34" charset="0"/>
              <a:buChar char="•"/>
            </a:pPr>
            <a:r>
              <a:rPr lang="en-US" sz="2400" dirty="0">
                <a:latin typeface="+mj-lt"/>
              </a:rPr>
              <a:t>NPV indicates Projects G, H and J</a:t>
            </a:r>
          </a:p>
          <a:p>
            <a:pPr algn="just">
              <a:lnSpc>
                <a:spcPct val="105000"/>
              </a:lnSpc>
              <a:buSzPct val="100000"/>
              <a:buFont typeface="Arial" panose="020B0604020202020204" pitchFamily="34" charset="0"/>
              <a:buChar char="•"/>
            </a:pPr>
            <a:r>
              <a:rPr lang="en-US" sz="2400" dirty="0">
                <a:latin typeface="+mj-lt"/>
              </a:rPr>
              <a:t>Now which do we accept?</a:t>
            </a: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r>
              <a:rPr lang="en-US" sz="2400" dirty="0">
                <a:latin typeface="+mj-lt"/>
              </a:rPr>
              <a:t>Aim is to add value to firm – combination with highest NPV</a:t>
            </a:r>
          </a:p>
          <a:p>
            <a:pPr algn="just">
              <a:lnSpc>
                <a:spcPct val="105000"/>
              </a:lnSpc>
              <a:buSzPct val="100000"/>
              <a:buFont typeface="Arial" panose="020B0604020202020204" pitchFamily="34" charset="0"/>
              <a:buChar char="•"/>
            </a:pPr>
            <a:r>
              <a:rPr lang="en-US" sz="2400" dirty="0" err="1">
                <a:latin typeface="+mj-lt"/>
              </a:rPr>
              <a:t>Unutilised</a:t>
            </a:r>
            <a:r>
              <a:rPr lang="en-US" sz="2400" dirty="0">
                <a:latin typeface="+mj-lt"/>
              </a:rPr>
              <a:t> budget invest in marketable securities or paid out in form of dividends</a:t>
            </a: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p:txBody>
      </p:sp>
      <p:graphicFrame>
        <p:nvGraphicFramePr>
          <p:cNvPr id="2" name="Table 1">
            <a:extLst>
              <a:ext uri="{FF2B5EF4-FFF2-40B4-BE49-F238E27FC236}">
                <a16:creationId xmlns:a16="http://schemas.microsoft.com/office/drawing/2014/main" id="{2B7E6BDC-445A-D885-A2FB-8FA5CBD62241}"/>
              </a:ext>
            </a:extLst>
          </p:cNvPr>
          <p:cNvGraphicFramePr>
            <a:graphicFrameLocks noGrp="1"/>
          </p:cNvGraphicFramePr>
          <p:nvPr/>
        </p:nvGraphicFramePr>
        <p:xfrm>
          <a:off x="154944" y="2590800"/>
          <a:ext cx="8836656" cy="2286000"/>
        </p:xfrm>
        <a:graphic>
          <a:graphicData uri="http://schemas.openxmlformats.org/drawingml/2006/table">
            <a:tbl>
              <a:tblPr firstRow="1" bandRow="1">
                <a:tableStyleId>{5C22544A-7EE6-4342-B048-85BDC9FD1C3A}</a:tableStyleId>
              </a:tblPr>
              <a:tblGrid>
                <a:gridCol w="2945552">
                  <a:extLst>
                    <a:ext uri="{9D8B030D-6E8A-4147-A177-3AD203B41FA5}">
                      <a16:colId xmlns:a16="http://schemas.microsoft.com/office/drawing/2014/main" val="2735334865"/>
                    </a:ext>
                  </a:extLst>
                </a:gridCol>
                <a:gridCol w="2945552">
                  <a:extLst>
                    <a:ext uri="{9D8B030D-6E8A-4147-A177-3AD203B41FA5}">
                      <a16:colId xmlns:a16="http://schemas.microsoft.com/office/drawing/2014/main" val="2056261127"/>
                    </a:ext>
                  </a:extLst>
                </a:gridCol>
                <a:gridCol w="2945552">
                  <a:extLst>
                    <a:ext uri="{9D8B030D-6E8A-4147-A177-3AD203B41FA5}">
                      <a16:colId xmlns:a16="http://schemas.microsoft.com/office/drawing/2014/main" val="1557940957"/>
                    </a:ext>
                  </a:extLst>
                </a:gridCol>
              </a:tblGrid>
              <a:tr h="370840">
                <a:tc>
                  <a:txBody>
                    <a:bodyPr/>
                    <a:lstStyle/>
                    <a:p>
                      <a:endParaRPr lang="en-ZA" sz="2400"/>
                    </a:p>
                  </a:txBody>
                  <a:tcPr/>
                </a:tc>
                <a:tc>
                  <a:txBody>
                    <a:bodyPr/>
                    <a:lstStyle/>
                    <a:p>
                      <a:pPr algn="ctr"/>
                      <a:r>
                        <a:rPr lang="en-US" sz="2400" dirty="0"/>
                        <a:t>IRR combination</a:t>
                      </a:r>
                      <a:endParaRPr lang="en-ZA" sz="2400" dirty="0"/>
                    </a:p>
                  </a:txBody>
                  <a:tcPr/>
                </a:tc>
                <a:tc>
                  <a:txBody>
                    <a:bodyPr/>
                    <a:lstStyle/>
                    <a:p>
                      <a:pPr algn="ctr"/>
                      <a:r>
                        <a:rPr lang="en-US" sz="2400" dirty="0"/>
                        <a:t>NPV combination</a:t>
                      </a:r>
                      <a:endParaRPr lang="en-ZA" sz="2400" dirty="0"/>
                    </a:p>
                  </a:txBody>
                  <a:tcPr/>
                </a:tc>
                <a:extLst>
                  <a:ext uri="{0D108BD9-81ED-4DB2-BD59-A6C34878D82A}">
                    <a16:rowId xmlns:a16="http://schemas.microsoft.com/office/drawing/2014/main" val="39687790"/>
                  </a:ext>
                </a:extLst>
              </a:tr>
              <a:tr h="370840">
                <a:tc>
                  <a:txBody>
                    <a:bodyPr/>
                    <a:lstStyle/>
                    <a:p>
                      <a:endParaRPr lang="en-ZA" sz="2400" dirty="0"/>
                    </a:p>
                  </a:txBody>
                  <a:tcPr/>
                </a:tc>
                <a:tc>
                  <a:txBody>
                    <a:bodyPr/>
                    <a:lstStyle/>
                    <a:p>
                      <a:pPr algn="ctr"/>
                      <a:r>
                        <a:rPr lang="en-US" sz="2400" dirty="0"/>
                        <a:t>G, H and I</a:t>
                      </a:r>
                      <a:endParaRPr lang="en-ZA" sz="2400" dirty="0"/>
                    </a:p>
                  </a:txBody>
                  <a:tcPr/>
                </a:tc>
                <a:tc>
                  <a:txBody>
                    <a:bodyPr/>
                    <a:lstStyle/>
                    <a:p>
                      <a:pPr algn="ctr"/>
                      <a:r>
                        <a:rPr lang="en-US" sz="2400" dirty="0"/>
                        <a:t>G, H and J</a:t>
                      </a:r>
                      <a:endParaRPr lang="en-ZA" sz="2400" dirty="0"/>
                    </a:p>
                  </a:txBody>
                  <a:tcPr/>
                </a:tc>
                <a:extLst>
                  <a:ext uri="{0D108BD9-81ED-4DB2-BD59-A6C34878D82A}">
                    <a16:rowId xmlns:a16="http://schemas.microsoft.com/office/drawing/2014/main" val="2720158093"/>
                  </a:ext>
                </a:extLst>
              </a:tr>
              <a:tr h="370840">
                <a:tc>
                  <a:txBody>
                    <a:bodyPr/>
                    <a:lstStyle/>
                    <a:p>
                      <a:r>
                        <a:rPr lang="en-US" sz="2400" dirty="0"/>
                        <a:t>Total investment</a:t>
                      </a:r>
                      <a:endParaRPr lang="en-ZA" sz="2400" dirty="0"/>
                    </a:p>
                  </a:txBody>
                  <a:tcPr/>
                </a:tc>
                <a:tc>
                  <a:txBody>
                    <a:bodyPr/>
                    <a:lstStyle/>
                    <a:p>
                      <a:pPr algn="ctr"/>
                      <a:r>
                        <a:rPr lang="en-US" sz="2400" dirty="0"/>
                        <a:t>R190 000 000</a:t>
                      </a:r>
                      <a:endParaRPr lang="en-ZA" sz="2400" dirty="0"/>
                    </a:p>
                  </a:txBody>
                  <a:tcPr/>
                </a:tc>
                <a:tc>
                  <a:txBody>
                    <a:bodyPr/>
                    <a:lstStyle/>
                    <a:p>
                      <a:pPr algn="ctr"/>
                      <a:r>
                        <a:rPr lang="en-US" sz="2400" dirty="0"/>
                        <a:t>R178 000 000</a:t>
                      </a:r>
                      <a:endParaRPr lang="en-ZA" sz="2400" dirty="0"/>
                    </a:p>
                  </a:txBody>
                  <a:tcPr/>
                </a:tc>
                <a:extLst>
                  <a:ext uri="{0D108BD9-81ED-4DB2-BD59-A6C34878D82A}">
                    <a16:rowId xmlns:a16="http://schemas.microsoft.com/office/drawing/2014/main" val="3763242287"/>
                  </a:ext>
                </a:extLst>
              </a:tr>
              <a:tr h="370840">
                <a:tc>
                  <a:txBody>
                    <a:bodyPr/>
                    <a:lstStyle/>
                    <a:p>
                      <a:r>
                        <a:rPr lang="en-US" sz="2400" dirty="0"/>
                        <a:t>Total NPV</a:t>
                      </a:r>
                      <a:endParaRPr lang="en-ZA" sz="2400" dirty="0"/>
                    </a:p>
                  </a:txBody>
                  <a:tcPr/>
                </a:tc>
                <a:tc>
                  <a:txBody>
                    <a:bodyPr/>
                    <a:lstStyle/>
                    <a:p>
                      <a:pPr algn="ctr"/>
                      <a:r>
                        <a:rPr lang="en-US" sz="2400" dirty="0"/>
                        <a:t>R160 000 000</a:t>
                      </a:r>
                      <a:endParaRPr lang="en-ZA" sz="2400" dirty="0"/>
                    </a:p>
                  </a:txBody>
                  <a:tcPr/>
                </a:tc>
                <a:tc>
                  <a:txBody>
                    <a:bodyPr/>
                    <a:lstStyle/>
                    <a:p>
                      <a:pPr algn="ctr"/>
                      <a:r>
                        <a:rPr lang="en-US" sz="2400" dirty="0"/>
                        <a:t>R177 000 000</a:t>
                      </a:r>
                      <a:endParaRPr lang="en-ZA" sz="2400" dirty="0"/>
                    </a:p>
                  </a:txBody>
                  <a:tcPr/>
                </a:tc>
                <a:extLst>
                  <a:ext uri="{0D108BD9-81ED-4DB2-BD59-A6C34878D82A}">
                    <a16:rowId xmlns:a16="http://schemas.microsoft.com/office/drawing/2014/main" val="2239423487"/>
                  </a:ext>
                </a:extLst>
              </a:tr>
              <a:tr h="370840">
                <a:tc>
                  <a:txBody>
                    <a:bodyPr/>
                    <a:lstStyle/>
                    <a:p>
                      <a:r>
                        <a:rPr lang="en-US" sz="2400" dirty="0" err="1"/>
                        <a:t>Unutilised</a:t>
                      </a:r>
                      <a:r>
                        <a:rPr lang="en-US" sz="2400" dirty="0"/>
                        <a:t> budget</a:t>
                      </a:r>
                      <a:endParaRPr lang="en-ZA" sz="2400" dirty="0"/>
                    </a:p>
                  </a:txBody>
                  <a:tcPr/>
                </a:tc>
                <a:tc>
                  <a:txBody>
                    <a:bodyPr/>
                    <a:lstStyle/>
                    <a:p>
                      <a:pPr algn="ctr"/>
                      <a:r>
                        <a:rPr lang="en-US" sz="2400" dirty="0"/>
                        <a:t>R10 000 000</a:t>
                      </a:r>
                      <a:endParaRPr lang="en-ZA" sz="2400" dirty="0"/>
                    </a:p>
                  </a:txBody>
                  <a:tcPr/>
                </a:tc>
                <a:tc>
                  <a:txBody>
                    <a:bodyPr/>
                    <a:lstStyle/>
                    <a:p>
                      <a:pPr algn="ctr"/>
                      <a:r>
                        <a:rPr lang="en-US" sz="2400" dirty="0"/>
                        <a:t>R22 000 000</a:t>
                      </a:r>
                      <a:endParaRPr lang="en-ZA" sz="2400" dirty="0"/>
                    </a:p>
                  </a:txBody>
                  <a:tcPr/>
                </a:tc>
                <a:extLst>
                  <a:ext uri="{0D108BD9-81ED-4DB2-BD59-A6C34878D82A}">
                    <a16:rowId xmlns:a16="http://schemas.microsoft.com/office/drawing/2014/main" val="3538224854"/>
                  </a:ext>
                </a:extLst>
              </a:tr>
            </a:tbl>
          </a:graphicData>
        </a:graphic>
      </p:graphicFrame>
    </p:spTree>
    <p:custDataLst>
      <p:tags r:id="rId1"/>
    </p:custDataLst>
    <p:extLst>
      <p:ext uri="{BB962C8B-B14F-4D97-AF65-F5344CB8AC3E}">
        <p14:creationId xmlns:p14="http://schemas.microsoft.com/office/powerpoint/2010/main" val="21727355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F5D54-752D-1614-1A0A-9E06AFE4ACBA}"/>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6E12AD1-5580-953B-E497-87FA8AF581DA}"/>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Capital budgeting techniques (cont.)</a:t>
            </a:r>
          </a:p>
        </p:txBody>
      </p:sp>
      <p:sp>
        <p:nvSpPr>
          <p:cNvPr id="3" name="Slide Number Placeholder 2">
            <a:extLst>
              <a:ext uri="{FF2B5EF4-FFF2-40B4-BE49-F238E27FC236}">
                <a16:creationId xmlns:a16="http://schemas.microsoft.com/office/drawing/2014/main" id="{6641E44B-FCEB-7D69-50F0-62A49A6D587A}"/>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47</a:t>
            </a:fld>
            <a:endParaRPr lang="en-US">
              <a:solidFill>
                <a:schemeClr val="tx1"/>
              </a:solidFill>
            </a:endParaRPr>
          </a:p>
        </p:txBody>
      </p:sp>
      <p:sp>
        <p:nvSpPr>
          <p:cNvPr id="7" name="Rectangle 5">
            <a:extLst>
              <a:ext uri="{FF2B5EF4-FFF2-40B4-BE49-F238E27FC236}">
                <a16:creationId xmlns:a16="http://schemas.microsoft.com/office/drawing/2014/main" id="{BE3FFDF7-4B75-EC39-29B6-5B30232980AE}"/>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NPV breakeven analysis</a:t>
            </a:r>
          </a:p>
          <a:p>
            <a:pPr marL="0" indent="0" algn="just">
              <a:lnSpc>
                <a:spcPct val="105000"/>
              </a:lnSpc>
              <a:buSzPct val="100000"/>
              <a:buNone/>
            </a:pPr>
            <a:r>
              <a:rPr lang="en-US" sz="2400" dirty="0">
                <a:latin typeface="+mj-lt"/>
              </a:rPr>
              <a:t>	Accounting BE	= </a:t>
            </a:r>
            <a:r>
              <a:rPr lang="en-US" sz="2400" u="sng" dirty="0">
                <a:latin typeface="+mj-lt"/>
              </a:rPr>
              <a:t>TFC + Depreciation</a:t>
            </a:r>
          </a:p>
          <a:p>
            <a:pPr marL="0" indent="0" algn="just">
              <a:lnSpc>
                <a:spcPct val="105000"/>
              </a:lnSpc>
              <a:buSzPct val="100000"/>
              <a:buNone/>
            </a:pPr>
            <a:r>
              <a:rPr lang="en-US" sz="2400" dirty="0">
                <a:latin typeface="+mj-lt"/>
              </a:rPr>
              <a:t>				         (P</a:t>
            </a:r>
            <a:r>
              <a:rPr lang="en-US" sz="2400" baseline="-25000" dirty="0">
                <a:latin typeface="+mj-lt"/>
              </a:rPr>
              <a:t>u</a:t>
            </a:r>
            <a:r>
              <a:rPr lang="en-US" sz="2400" dirty="0">
                <a:latin typeface="+mj-lt"/>
              </a:rPr>
              <a:t> – </a:t>
            </a:r>
            <a:r>
              <a:rPr lang="en-US" sz="2400" dirty="0" err="1">
                <a:latin typeface="+mj-lt"/>
              </a:rPr>
              <a:t>VC</a:t>
            </a:r>
            <a:r>
              <a:rPr lang="en-US" sz="2400" baseline="-25000" dirty="0" err="1">
                <a:latin typeface="+mj-lt"/>
              </a:rPr>
              <a:t>u</a:t>
            </a:r>
            <a:r>
              <a:rPr lang="en-US" sz="2400" dirty="0">
                <a:latin typeface="+mj-lt"/>
              </a:rPr>
              <a:t>)</a:t>
            </a:r>
          </a:p>
          <a:p>
            <a:pPr marL="715963" algn="just">
              <a:lnSpc>
                <a:spcPct val="105000"/>
              </a:lnSpc>
              <a:buSzPct val="100000"/>
              <a:buFont typeface="Wingdings" panose="05000000000000000000" pitchFamily="2" charset="2"/>
              <a:buChar char="§"/>
            </a:pPr>
            <a:r>
              <a:rPr lang="en-US" sz="2400" dirty="0">
                <a:latin typeface="+mj-lt"/>
              </a:rPr>
              <a:t>Accounting BE lower than NPV BE</a:t>
            </a:r>
          </a:p>
          <a:p>
            <a:pPr marL="373063" indent="0" algn="just">
              <a:lnSpc>
                <a:spcPct val="105000"/>
              </a:lnSpc>
              <a:buSzPct val="100000"/>
              <a:buNone/>
            </a:pPr>
            <a:endParaRPr lang="en-US" sz="2400" dirty="0">
              <a:latin typeface="+mj-lt"/>
            </a:endParaRPr>
          </a:p>
          <a:p>
            <a:pPr marL="0" indent="0" algn="just">
              <a:lnSpc>
                <a:spcPct val="105000"/>
              </a:lnSpc>
              <a:buSzPct val="100000"/>
              <a:buNone/>
            </a:pPr>
            <a:endParaRPr lang="en-US" sz="2400" dirty="0">
              <a:latin typeface="+mj-lt"/>
            </a:endParaRPr>
          </a:p>
        </p:txBody>
      </p:sp>
    </p:spTree>
    <p:custDataLst>
      <p:tags r:id="rId1"/>
    </p:custDataLst>
    <p:extLst>
      <p:ext uri="{BB962C8B-B14F-4D97-AF65-F5344CB8AC3E}">
        <p14:creationId xmlns:p14="http://schemas.microsoft.com/office/powerpoint/2010/main" val="27499892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72F8B-5E46-424C-F15A-C913DC87062C}"/>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415E66DB-758E-250E-B8B2-B91E1ECCCE8E}"/>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Capital budgeting techniques (cont.)</a:t>
            </a:r>
          </a:p>
        </p:txBody>
      </p:sp>
      <p:sp>
        <p:nvSpPr>
          <p:cNvPr id="3" name="Slide Number Placeholder 2">
            <a:extLst>
              <a:ext uri="{FF2B5EF4-FFF2-40B4-BE49-F238E27FC236}">
                <a16:creationId xmlns:a16="http://schemas.microsoft.com/office/drawing/2014/main" id="{8751D9CE-C3A7-AF68-D5B8-FF0B0F42FAB8}"/>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48</a:t>
            </a:fld>
            <a:endParaRPr lang="en-US">
              <a:solidFill>
                <a:schemeClr val="tx1"/>
              </a:solidFill>
            </a:endParaRPr>
          </a:p>
        </p:txBody>
      </p:sp>
      <p:sp>
        <p:nvSpPr>
          <p:cNvPr id="7" name="Rectangle 5">
            <a:extLst>
              <a:ext uri="{FF2B5EF4-FFF2-40B4-BE49-F238E27FC236}">
                <a16:creationId xmlns:a16="http://schemas.microsoft.com/office/drawing/2014/main" id="{CA506979-1E12-A7A6-9475-99AEF5C1CD64}"/>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NPV breakeven analysis (cont.)</a:t>
            </a:r>
          </a:p>
          <a:p>
            <a:pPr algn="just">
              <a:lnSpc>
                <a:spcPct val="105000"/>
              </a:lnSpc>
              <a:buSzPct val="100000"/>
              <a:buFont typeface="Arial" panose="020B0604020202020204" pitchFamily="34" charset="0"/>
              <a:buChar char="•"/>
            </a:pPr>
            <a:r>
              <a:rPr lang="en-US" sz="2400" dirty="0">
                <a:latin typeface="+mj-lt"/>
              </a:rPr>
              <a:t>Example: Assume a firm has a cost of capital (required rate of return) of 12%, is subject to a 27% tax rate and is evaluating an investment project requiring an initial investment of R8 000 000. The firm’s variable cost as a % of Sales is 60%. Fixed cost amount to R1 600 000 and annual depreciation equals R400 000. Assume the firm’s accounting breakeven point is R7 200 000.</a:t>
            </a:r>
          </a:p>
          <a:p>
            <a:pPr marL="373063" indent="0" algn="just">
              <a:lnSpc>
                <a:spcPct val="105000"/>
              </a:lnSpc>
              <a:buSzPct val="100000"/>
              <a:buNone/>
            </a:pPr>
            <a:endParaRPr lang="en-US" sz="2400" dirty="0">
              <a:latin typeface="+mj-lt"/>
            </a:endParaRPr>
          </a:p>
          <a:p>
            <a:pPr marL="0" indent="0" algn="just">
              <a:lnSpc>
                <a:spcPct val="105000"/>
              </a:lnSpc>
              <a:buSzPct val="100000"/>
              <a:buNone/>
            </a:pPr>
            <a:endParaRPr lang="en-US" sz="2400" dirty="0">
              <a:latin typeface="+mj-lt"/>
            </a:endParaRPr>
          </a:p>
        </p:txBody>
      </p:sp>
    </p:spTree>
    <p:custDataLst>
      <p:tags r:id="rId1"/>
    </p:custDataLst>
    <p:extLst>
      <p:ext uri="{BB962C8B-B14F-4D97-AF65-F5344CB8AC3E}">
        <p14:creationId xmlns:p14="http://schemas.microsoft.com/office/powerpoint/2010/main" val="18595867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69621-B4F2-712A-CAAE-9C53A02FC03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18CCF7BD-ECE2-2309-A950-FD0FB04EAD00}"/>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Capital budgeting techniques (cont.)</a:t>
            </a:r>
          </a:p>
        </p:txBody>
      </p:sp>
      <p:sp>
        <p:nvSpPr>
          <p:cNvPr id="3" name="Slide Number Placeholder 2">
            <a:extLst>
              <a:ext uri="{FF2B5EF4-FFF2-40B4-BE49-F238E27FC236}">
                <a16:creationId xmlns:a16="http://schemas.microsoft.com/office/drawing/2014/main" id="{42A71BCC-784D-4FDE-16F1-8DB54AA69EF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49</a:t>
            </a:fld>
            <a:endParaRPr lang="en-US">
              <a:solidFill>
                <a:schemeClr val="tx1"/>
              </a:solidFill>
            </a:endParaRPr>
          </a:p>
        </p:txBody>
      </p:sp>
      <p:sp>
        <p:nvSpPr>
          <p:cNvPr id="7" name="Rectangle 5">
            <a:extLst>
              <a:ext uri="{FF2B5EF4-FFF2-40B4-BE49-F238E27FC236}">
                <a16:creationId xmlns:a16="http://schemas.microsoft.com/office/drawing/2014/main" id="{18E78FA9-91D0-78F0-92D5-856F210E8F58}"/>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NPV breakeven analysis (cont.)</a:t>
            </a:r>
          </a:p>
          <a:p>
            <a:pPr marL="373063" indent="0" algn="just">
              <a:lnSpc>
                <a:spcPct val="105000"/>
              </a:lnSpc>
              <a:buSzPct val="100000"/>
              <a:buNone/>
            </a:pPr>
            <a:r>
              <a:rPr lang="en-US" sz="2400" dirty="0">
                <a:latin typeface="+mj-lt"/>
              </a:rPr>
              <a:t>	Sales			R?????????	</a:t>
            </a:r>
            <a:r>
              <a:rPr lang="en-US" sz="2400">
                <a:latin typeface="+mj-lt"/>
              </a:rPr>
              <a:t>Sales = 100%</a:t>
            </a:r>
            <a:endParaRPr lang="en-US" sz="2400" dirty="0">
              <a:latin typeface="+mj-lt"/>
            </a:endParaRPr>
          </a:p>
          <a:p>
            <a:pPr marL="373063" indent="0" algn="just">
              <a:lnSpc>
                <a:spcPct val="105000"/>
              </a:lnSpc>
              <a:buSzPct val="100000"/>
              <a:buNone/>
            </a:pPr>
            <a:r>
              <a:rPr lang="en-US" sz="2400" dirty="0">
                <a:latin typeface="+mj-lt"/>
              </a:rPr>
              <a:t>	Variable cost		R?????????   	60% of sales</a:t>
            </a:r>
          </a:p>
          <a:p>
            <a:pPr marL="373063" indent="0" algn="just">
              <a:lnSpc>
                <a:spcPct val="105000"/>
              </a:lnSpc>
              <a:buSzPct val="100000"/>
              <a:buNone/>
            </a:pPr>
            <a:r>
              <a:rPr lang="en-US" sz="2400" dirty="0">
                <a:latin typeface="+mj-lt"/>
              </a:rPr>
              <a:t>	Fixed cost		R1 600 000</a:t>
            </a:r>
          </a:p>
          <a:p>
            <a:pPr marL="373063" indent="0" algn="just">
              <a:lnSpc>
                <a:spcPct val="105000"/>
              </a:lnSpc>
              <a:buSzPct val="100000"/>
              <a:buNone/>
            </a:pPr>
            <a:r>
              <a:rPr lang="en-US" sz="2400" dirty="0">
                <a:latin typeface="+mj-lt"/>
              </a:rPr>
              <a:t>	Depreciation		</a:t>
            </a:r>
            <a:r>
              <a:rPr lang="en-US" sz="2400" u="sng" dirty="0">
                <a:latin typeface="+mj-lt"/>
              </a:rPr>
              <a:t>R   400 000</a:t>
            </a:r>
          </a:p>
          <a:p>
            <a:pPr marL="0" indent="0" algn="just">
              <a:lnSpc>
                <a:spcPct val="105000"/>
              </a:lnSpc>
              <a:buSzPct val="100000"/>
              <a:buNone/>
            </a:pPr>
            <a:r>
              <a:rPr lang="en-US" sz="2400" dirty="0">
                <a:latin typeface="+mj-lt"/>
              </a:rPr>
              <a:t>	EBIT			R?????????</a:t>
            </a:r>
          </a:p>
          <a:p>
            <a:pPr marL="0" indent="0" algn="just">
              <a:lnSpc>
                <a:spcPct val="105000"/>
              </a:lnSpc>
              <a:buSzPct val="100000"/>
              <a:buNone/>
            </a:pPr>
            <a:r>
              <a:rPr lang="en-US" sz="2400" dirty="0">
                <a:latin typeface="+mj-lt"/>
              </a:rPr>
              <a:t>	Interest		R            0	</a:t>
            </a:r>
          </a:p>
          <a:p>
            <a:pPr marL="0" indent="0" algn="just">
              <a:lnSpc>
                <a:spcPct val="105000"/>
              </a:lnSpc>
              <a:buSzPct val="100000"/>
              <a:buNone/>
            </a:pPr>
            <a:r>
              <a:rPr lang="en-US" sz="2400" dirty="0">
                <a:latin typeface="+mj-lt"/>
              </a:rPr>
              <a:t>	EBT			R????????? 	Same as EBIT</a:t>
            </a:r>
          </a:p>
          <a:p>
            <a:pPr marL="0" indent="0" algn="just">
              <a:lnSpc>
                <a:spcPct val="105000"/>
              </a:lnSpc>
              <a:buSzPct val="100000"/>
              <a:buNone/>
            </a:pPr>
            <a:r>
              <a:rPr lang="en-US" sz="2400" dirty="0">
                <a:latin typeface="+mj-lt"/>
              </a:rPr>
              <a:t>	Tax			</a:t>
            </a:r>
            <a:r>
              <a:rPr lang="en-US" sz="2400" u="sng" dirty="0">
                <a:latin typeface="+mj-lt"/>
              </a:rPr>
              <a:t>R?????????</a:t>
            </a:r>
            <a:r>
              <a:rPr lang="en-US" sz="2400" dirty="0">
                <a:latin typeface="+mj-lt"/>
              </a:rPr>
              <a:t> 	27% of EBT</a:t>
            </a:r>
          </a:p>
          <a:p>
            <a:pPr marL="0" indent="0" algn="just">
              <a:lnSpc>
                <a:spcPct val="105000"/>
              </a:lnSpc>
              <a:buSzPct val="100000"/>
              <a:buNone/>
            </a:pPr>
            <a:r>
              <a:rPr lang="en-US" sz="2400" dirty="0">
                <a:latin typeface="+mj-lt"/>
              </a:rPr>
              <a:t>	EAT			</a:t>
            </a:r>
            <a:r>
              <a:rPr lang="en-US" sz="2400" u="dbl" dirty="0">
                <a:latin typeface="+mj-lt"/>
              </a:rPr>
              <a:t>R?????????</a:t>
            </a:r>
            <a:endParaRPr lang="en-US" sz="2400" dirty="0">
              <a:latin typeface="+mj-lt"/>
            </a:endParaRPr>
          </a:p>
          <a:p>
            <a:pPr marL="0" indent="0" algn="just">
              <a:lnSpc>
                <a:spcPct val="105000"/>
              </a:lnSpc>
              <a:buSzPct val="100000"/>
              <a:buNone/>
            </a:pPr>
            <a:endParaRPr lang="en-US" sz="1400" dirty="0">
              <a:latin typeface="+mj-lt"/>
            </a:endParaRPr>
          </a:p>
          <a:p>
            <a:pPr marL="0" indent="0" algn="just">
              <a:lnSpc>
                <a:spcPct val="105000"/>
              </a:lnSpc>
              <a:buSzPct val="100000"/>
              <a:buNone/>
            </a:pPr>
            <a:r>
              <a:rPr lang="en-US" sz="2400" dirty="0">
                <a:latin typeface="+mj-lt"/>
              </a:rPr>
              <a:t>EBT	= Sales – 60% of Sales – R1 600 000 – R400 000</a:t>
            </a:r>
          </a:p>
          <a:p>
            <a:pPr marL="0" indent="0" algn="just">
              <a:lnSpc>
                <a:spcPct val="105000"/>
              </a:lnSpc>
              <a:buSzPct val="100000"/>
              <a:buNone/>
            </a:pPr>
            <a:r>
              <a:rPr lang="en-US" sz="2400" dirty="0">
                <a:latin typeface="+mj-lt"/>
              </a:rPr>
              <a:t>	= 40% of Sales – R1 600 000 – R400 000</a:t>
            </a:r>
          </a:p>
        </p:txBody>
      </p:sp>
    </p:spTree>
    <p:custDataLst>
      <p:tags r:id="rId1"/>
    </p:custDataLst>
    <p:extLst>
      <p:ext uri="{BB962C8B-B14F-4D97-AF65-F5344CB8AC3E}">
        <p14:creationId xmlns:p14="http://schemas.microsoft.com/office/powerpoint/2010/main" val="30504397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8945F-04BD-03AF-AECE-5E4F28A86A5F}"/>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3F31700D-432E-1CE2-B34E-376D48BA84FA}"/>
              </a:ext>
            </a:extLst>
          </p:cNvPr>
          <p:cNvSpPr>
            <a:spLocks noGrp="1" noChangeArrowheads="1"/>
          </p:cNvSpPr>
          <p:nvPr>
            <p:ph type="title"/>
          </p:nvPr>
        </p:nvSpPr>
        <p:spPr>
          <a:xfrm>
            <a:off x="228600" y="10510"/>
            <a:ext cx="8763000" cy="1143000"/>
          </a:xfrm>
        </p:spPr>
        <p:txBody>
          <a:bodyPr/>
          <a:lstStyle/>
          <a:p>
            <a:r>
              <a:rPr lang="en-US" dirty="0">
                <a:solidFill>
                  <a:srgbClr val="FF0000"/>
                </a:solidFill>
              </a:rPr>
              <a:t>Capital budgeting techniques (cont.)</a:t>
            </a:r>
          </a:p>
        </p:txBody>
      </p:sp>
      <p:sp>
        <p:nvSpPr>
          <p:cNvPr id="3" name="Slide Number Placeholder 2">
            <a:extLst>
              <a:ext uri="{FF2B5EF4-FFF2-40B4-BE49-F238E27FC236}">
                <a16:creationId xmlns:a16="http://schemas.microsoft.com/office/drawing/2014/main" id="{B99539BA-D9B9-4BB8-40A6-58FE51EADBB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50</a:t>
            </a:fld>
            <a:endParaRPr lang="en-US">
              <a:solidFill>
                <a:schemeClr val="tx1"/>
              </a:solidFill>
            </a:endParaRPr>
          </a:p>
        </p:txBody>
      </p:sp>
      <p:sp>
        <p:nvSpPr>
          <p:cNvPr id="7" name="Rectangle 5">
            <a:extLst>
              <a:ext uri="{FF2B5EF4-FFF2-40B4-BE49-F238E27FC236}">
                <a16:creationId xmlns:a16="http://schemas.microsoft.com/office/drawing/2014/main" id="{20932D5C-D56C-754C-BCA6-5E89DF1C49AA}"/>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NPV breakeven analysis (cont.)</a:t>
            </a:r>
          </a:p>
          <a:p>
            <a:pPr marL="373063" indent="0" algn="just">
              <a:lnSpc>
                <a:spcPct val="105000"/>
              </a:lnSpc>
              <a:buSzPct val="100000"/>
              <a:buNone/>
            </a:pPr>
            <a:r>
              <a:rPr lang="en-US" sz="2400" dirty="0">
                <a:latin typeface="+mj-lt"/>
              </a:rPr>
              <a:t>EBT	= 40% of Sales – R2 000 000</a:t>
            </a:r>
          </a:p>
          <a:p>
            <a:pPr marL="358775" indent="0" algn="just">
              <a:lnSpc>
                <a:spcPct val="105000"/>
              </a:lnSpc>
              <a:buSzPct val="100000"/>
              <a:buNone/>
            </a:pPr>
            <a:r>
              <a:rPr lang="en-US" sz="2400" dirty="0">
                <a:latin typeface="+mj-lt"/>
              </a:rPr>
              <a:t>Tax = EBT x 0.27</a:t>
            </a:r>
          </a:p>
          <a:p>
            <a:pPr marL="358775" indent="0" algn="just">
              <a:lnSpc>
                <a:spcPct val="105000"/>
              </a:lnSpc>
              <a:buSzPct val="100000"/>
              <a:buNone/>
            </a:pPr>
            <a:r>
              <a:rPr lang="en-US" sz="2400" dirty="0">
                <a:latin typeface="+mj-lt"/>
              </a:rPr>
              <a:t>	= (40% of Sales – R2 000 000) x 0.27</a:t>
            </a:r>
          </a:p>
          <a:p>
            <a:pPr marL="358775" indent="0" algn="just">
              <a:lnSpc>
                <a:spcPct val="105000"/>
              </a:lnSpc>
              <a:buSzPct val="100000"/>
              <a:buNone/>
            </a:pPr>
            <a:r>
              <a:rPr lang="en-US" sz="2400" dirty="0">
                <a:latin typeface="+mj-lt"/>
              </a:rPr>
              <a:t>OCF = EBIT + Depreciation – Tax</a:t>
            </a:r>
          </a:p>
          <a:p>
            <a:pPr marL="358775" indent="0" algn="just">
              <a:lnSpc>
                <a:spcPct val="105000"/>
              </a:lnSpc>
              <a:buSzPct val="100000"/>
              <a:buNone/>
            </a:pPr>
            <a:r>
              <a:rPr lang="en-US" sz="2400" dirty="0">
                <a:latin typeface="+mj-lt"/>
              </a:rPr>
              <a:t>	 = 40% of Sales – R2 000 000 + R400 000 – [(40% of 	     Sales – R2 000 000) x 0.27]</a:t>
            </a:r>
          </a:p>
          <a:p>
            <a:pPr marL="358775" indent="0" algn="just">
              <a:lnSpc>
                <a:spcPct val="105000"/>
              </a:lnSpc>
              <a:buSzPct val="100000"/>
              <a:buNone/>
            </a:pPr>
            <a:r>
              <a:rPr lang="en-US" sz="2400" dirty="0">
                <a:latin typeface="+mj-lt"/>
              </a:rPr>
              <a:t>	 = 0.73 x (40% of Sales – R2 000 000) + R400 000</a:t>
            </a:r>
          </a:p>
          <a:p>
            <a:pPr marL="358775" indent="0" algn="just">
              <a:lnSpc>
                <a:spcPct val="105000"/>
              </a:lnSpc>
              <a:buSzPct val="100000"/>
              <a:buNone/>
            </a:pPr>
            <a:r>
              <a:rPr lang="en-US" sz="2400" dirty="0">
                <a:latin typeface="+mj-lt"/>
              </a:rPr>
              <a:t>	 = 0.292 x Sales – R1 460 000 + R400 000</a:t>
            </a:r>
          </a:p>
          <a:p>
            <a:pPr marL="358775" indent="0" algn="just">
              <a:lnSpc>
                <a:spcPct val="105000"/>
              </a:lnSpc>
              <a:buSzPct val="100000"/>
              <a:buNone/>
            </a:pPr>
            <a:r>
              <a:rPr lang="en-US" sz="2400" dirty="0">
                <a:latin typeface="+mj-lt"/>
              </a:rPr>
              <a:t>	 = 0.292 x Sales – R1 060 000</a:t>
            </a:r>
          </a:p>
          <a:p>
            <a:pPr marL="358775" indent="0" algn="just">
              <a:lnSpc>
                <a:spcPct val="105000"/>
              </a:lnSpc>
              <a:buSzPct val="100000"/>
              <a:buNone/>
            </a:pPr>
            <a:endParaRPr lang="en-US" sz="2400" dirty="0">
              <a:latin typeface="+mj-lt"/>
            </a:endParaRPr>
          </a:p>
        </p:txBody>
      </p:sp>
    </p:spTree>
    <p:custDataLst>
      <p:tags r:id="rId1"/>
    </p:custDataLst>
    <p:extLst>
      <p:ext uri="{BB962C8B-B14F-4D97-AF65-F5344CB8AC3E}">
        <p14:creationId xmlns:p14="http://schemas.microsoft.com/office/powerpoint/2010/main" val="42754239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72DA6-D577-0DCC-6FC3-7C2E84CDF052}"/>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1500E75-9188-0630-BF9C-2BA11604BE6A}"/>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Capital budgeting techniques (cont.)</a:t>
            </a:r>
          </a:p>
        </p:txBody>
      </p:sp>
      <p:sp>
        <p:nvSpPr>
          <p:cNvPr id="3" name="Slide Number Placeholder 2">
            <a:extLst>
              <a:ext uri="{FF2B5EF4-FFF2-40B4-BE49-F238E27FC236}">
                <a16:creationId xmlns:a16="http://schemas.microsoft.com/office/drawing/2014/main" id="{FE6310D0-22DE-940A-65CE-1D381D73139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51</a:t>
            </a:fld>
            <a:endParaRPr lang="en-US">
              <a:solidFill>
                <a:schemeClr val="tx1"/>
              </a:solidFill>
            </a:endParaRPr>
          </a:p>
        </p:txBody>
      </p:sp>
      <p:sp>
        <p:nvSpPr>
          <p:cNvPr id="7" name="Rectangle 5">
            <a:extLst>
              <a:ext uri="{FF2B5EF4-FFF2-40B4-BE49-F238E27FC236}">
                <a16:creationId xmlns:a16="http://schemas.microsoft.com/office/drawing/2014/main" id="{CE0591EE-BC44-A467-1F76-D52008595BCE}"/>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NPV breakeven analysis (cont.)</a:t>
            </a:r>
          </a:p>
          <a:p>
            <a:pPr marL="358775" indent="0" algn="just">
              <a:lnSpc>
                <a:spcPct val="105000"/>
              </a:lnSpc>
              <a:buSzPct val="100000"/>
              <a:buNone/>
            </a:pPr>
            <a:r>
              <a:rPr lang="en-US" sz="2400" dirty="0">
                <a:latin typeface="+mj-lt"/>
              </a:rPr>
              <a:t>NPV = Sum of PV of CFs for 10 years at 12% – II</a:t>
            </a:r>
          </a:p>
          <a:p>
            <a:pPr marL="358775" indent="0" algn="just">
              <a:lnSpc>
                <a:spcPct val="105000"/>
              </a:lnSpc>
              <a:buSzPct val="100000"/>
              <a:buNone/>
            </a:pPr>
            <a:r>
              <a:rPr lang="en-US" sz="2400" dirty="0">
                <a:latin typeface="+mj-lt"/>
              </a:rPr>
              <a:t>II	 = Sum of PV of CFs for 10 years at 12%</a:t>
            </a:r>
          </a:p>
          <a:p>
            <a:pPr marL="358775" indent="0" algn="just">
              <a:lnSpc>
                <a:spcPct val="105000"/>
              </a:lnSpc>
              <a:buSzPct val="100000"/>
              <a:buNone/>
              <a:tabLst>
                <a:tab pos="1976438" algn="l"/>
              </a:tabLst>
            </a:pPr>
            <a:r>
              <a:rPr lang="en-US" sz="2400" dirty="0">
                <a:latin typeface="+mj-lt"/>
              </a:rPr>
              <a:t>R8 000 000		= [0.292 x Sales – R1 060 000] x </a:t>
            </a:r>
            <a:r>
              <a:rPr lang="en-US" sz="2400" dirty="0">
                <a:solidFill>
                  <a:srgbClr val="009900"/>
                </a:solidFill>
                <a:latin typeface="+mj-lt"/>
              </a:rPr>
              <a:t>5.6502</a:t>
            </a:r>
          </a:p>
          <a:p>
            <a:pPr marL="358775" indent="0" algn="just">
              <a:lnSpc>
                <a:spcPct val="105000"/>
              </a:lnSpc>
              <a:buSzPct val="100000"/>
              <a:buNone/>
              <a:tabLst>
                <a:tab pos="1976438" algn="l"/>
              </a:tabLst>
            </a:pPr>
            <a:r>
              <a:rPr lang="en-US" sz="2400" dirty="0">
                <a:latin typeface="+mj-lt"/>
              </a:rPr>
              <a:t>R8 000 000		= 1.6499 x Sales – R5 989 212</a:t>
            </a:r>
          </a:p>
          <a:p>
            <a:pPr marL="358775" indent="0" algn="just">
              <a:lnSpc>
                <a:spcPct val="105000"/>
              </a:lnSpc>
              <a:buSzPct val="100000"/>
              <a:buNone/>
              <a:tabLst>
                <a:tab pos="1976438" algn="l"/>
              </a:tabLst>
            </a:pPr>
            <a:r>
              <a:rPr lang="en-US" sz="2400" dirty="0">
                <a:latin typeface="+mj-lt"/>
              </a:rPr>
              <a:t>1.6499 x Sales	= </a:t>
            </a:r>
            <a:r>
              <a:rPr lang="en-US" sz="2400">
                <a:latin typeface="+mj-lt"/>
              </a:rPr>
              <a:t>R13 989 212</a:t>
            </a:r>
            <a:endParaRPr lang="en-US" sz="2400" dirty="0">
              <a:latin typeface="+mj-lt"/>
            </a:endParaRPr>
          </a:p>
          <a:p>
            <a:pPr marL="358775" indent="0" algn="just">
              <a:lnSpc>
                <a:spcPct val="105000"/>
              </a:lnSpc>
              <a:buSzPct val="100000"/>
              <a:buNone/>
              <a:tabLst>
                <a:tab pos="1976438" algn="l"/>
              </a:tabLst>
            </a:pPr>
            <a:r>
              <a:rPr lang="en-US" sz="2400" dirty="0">
                <a:latin typeface="+mj-lt"/>
              </a:rPr>
              <a:t>Sales		= R8 478 824.17</a:t>
            </a:r>
          </a:p>
          <a:p>
            <a:pPr marL="358775" indent="0" algn="just">
              <a:lnSpc>
                <a:spcPct val="105000"/>
              </a:lnSpc>
              <a:buSzPct val="100000"/>
              <a:buNone/>
            </a:pPr>
            <a:endParaRPr lang="en-US" sz="2400" dirty="0">
              <a:latin typeface="+mj-lt"/>
            </a:endParaRPr>
          </a:p>
          <a:p>
            <a:pPr marL="358775" indent="0" algn="just">
              <a:lnSpc>
                <a:spcPct val="105000"/>
              </a:lnSpc>
              <a:buSzPct val="100000"/>
              <a:buNone/>
              <a:tabLst>
                <a:tab pos="1976438" algn="l"/>
              </a:tabLst>
            </a:pPr>
            <a:r>
              <a:rPr lang="en-US" sz="2400" dirty="0">
                <a:solidFill>
                  <a:srgbClr val="009900"/>
                </a:solidFill>
                <a:latin typeface="+mj-lt"/>
              </a:rPr>
              <a:t>PVIFA</a:t>
            </a:r>
            <a:r>
              <a:rPr lang="en-US" sz="2400" baseline="-25000" dirty="0">
                <a:solidFill>
                  <a:srgbClr val="009900"/>
                </a:solidFill>
                <a:latin typeface="+mj-lt"/>
              </a:rPr>
              <a:t>12%, 10</a:t>
            </a:r>
            <a:r>
              <a:rPr lang="en-US" sz="2400" dirty="0">
                <a:solidFill>
                  <a:srgbClr val="009900"/>
                </a:solidFill>
                <a:latin typeface="+mj-lt"/>
              </a:rPr>
              <a:t>	= (1 – (1 + 0.12)</a:t>
            </a:r>
            <a:r>
              <a:rPr lang="en-US" sz="2400" baseline="30000" dirty="0">
                <a:solidFill>
                  <a:srgbClr val="009900"/>
                </a:solidFill>
                <a:latin typeface="+mj-lt"/>
              </a:rPr>
              <a:t>-10</a:t>
            </a:r>
            <a:r>
              <a:rPr lang="en-US" sz="2400" dirty="0">
                <a:solidFill>
                  <a:srgbClr val="009900"/>
                </a:solidFill>
                <a:latin typeface="+mj-lt"/>
              </a:rPr>
              <a:t>) / 0.12</a:t>
            </a:r>
          </a:p>
          <a:p>
            <a:pPr marL="358775" indent="0" algn="just">
              <a:lnSpc>
                <a:spcPct val="105000"/>
              </a:lnSpc>
              <a:buSzPct val="100000"/>
              <a:buNone/>
              <a:tabLst>
                <a:tab pos="1976438" algn="l"/>
              </a:tabLst>
            </a:pPr>
            <a:r>
              <a:rPr lang="en-US" sz="2400" dirty="0">
                <a:solidFill>
                  <a:srgbClr val="009900"/>
                </a:solidFill>
                <a:latin typeface="+mj-lt"/>
              </a:rPr>
              <a:t>	= 5.6502 (see slide 15)</a:t>
            </a:r>
          </a:p>
          <a:p>
            <a:pPr marL="358775" indent="0" algn="just">
              <a:lnSpc>
                <a:spcPct val="105000"/>
              </a:lnSpc>
              <a:buSzPct val="100000"/>
              <a:buNone/>
            </a:pPr>
            <a:endParaRPr lang="en-US" sz="2400" dirty="0">
              <a:latin typeface="+mj-lt"/>
            </a:endParaRPr>
          </a:p>
        </p:txBody>
      </p:sp>
    </p:spTree>
    <p:custDataLst>
      <p:tags r:id="rId1"/>
    </p:custDataLst>
    <p:extLst>
      <p:ext uri="{BB962C8B-B14F-4D97-AF65-F5344CB8AC3E}">
        <p14:creationId xmlns:p14="http://schemas.microsoft.com/office/powerpoint/2010/main" val="21275720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B9769-9A13-DF3D-7D06-5CD3C34B74D7}"/>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39742530-3E5B-D519-AB6F-546CF4A3FC88}"/>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Capital budgeting techniques (cont.)</a:t>
            </a:r>
          </a:p>
        </p:txBody>
      </p:sp>
      <p:sp>
        <p:nvSpPr>
          <p:cNvPr id="3" name="Slide Number Placeholder 2">
            <a:extLst>
              <a:ext uri="{FF2B5EF4-FFF2-40B4-BE49-F238E27FC236}">
                <a16:creationId xmlns:a16="http://schemas.microsoft.com/office/drawing/2014/main" id="{9B8661B0-1B57-7883-C3FE-3E08BFBFE87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52</a:t>
            </a:fld>
            <a:endParaRPr lang="en-US">
              <a:solidFill>
                <a:schemeClr val="tx1"/>
              </a:solidFill>
            </a:endParaRPr>
          </a:p>
        </p:txBody>
      </p:sp>
      <p:sp>
        <p:nvSpPr>
          <p:cNvPr id="7" name="Rectangle 5">
            <a:extLst>
              <a:ext uri="{FF2B5EF4-FFF2-40B4-BE49-F238E27FC236}">
                <a16:creationId xmlns:a16="http://schemas.microsoft.com/office/drawing/2014/main" id="{4355E5C5-2913-3DC9-DF3E-225148EF2ECD}"/>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NPV breakeven analysis (cont.)</a:t>
            </a:r>
          </a:p>
          <a:p>
            <a:pPr marL="358775" indent="0" algn="just">
              <a:lnSpc>
                <a:spcPct val="105000"/>
              </a:lnSpc>
              <a:buSzPct val="100000"/>
              <a:buNone/>
            </a:pPr>
            <a:r>
              <a:rPr lang="en-US" sz="2400" dirty="0">
                <a:latin typeface="+mj-lt"/>
              </a:rPr>
              <a:t>BE</a:t>
            </a:r>
            <a:r>
              <a:rPr lang="en-US" sz="2400" baseline="-25000" dirty="0">
                <a:latin typeface="+mj-lt"/>
              </a:rPr>
              <a:t>NPV </a:t>
            </a:r>
            <a:r>
              <a:rPr lang="en-US" sz="2400" dirty="0">
                <a:latin typeface="+mj-lt"/>
              </a:rPr>
              <a:t>= R8 478 824.17</a:t>
            </a:r>
          </a:p>
          <a:p>
            <a:pPr marL="358775" indent="0" algn="just">
              <a:lnSpc>
                <a:spcPct val="105000"/>
              </a:lnSpc>
              <a:buSzPct val="100000"/>
              <a:buNone/>
            </a:pPr>
            <a:r>
              <a:rPr lang="en-US" sz="2400" dirty="0" err="1">
                <a:latin typeface="+mj-lt"/>
              </a:rPr>
              <a:t>BE</a:t>
            </a:r>
            <a:r>
              <a:rPr lang="en-US" sz="2400" baseline="-25000" dirty="0" err="1">
                <a:latin typeface="+mj-lt"/>
              </a:rPr>
              <a:t>Acc</a:t>
            </a:r>
            <a:r>
              <a:rPr lang="en-US" sz="2400" baseline="-25000" dirty="0">
                <a:latin typeface="+mj-lt"/>
              </a:rPr>
              <a:t> </a:t>
            </a:r>
            <a:r>
              <a:rPr lang="en-US" sz="2400" dirty="0">
                <a:latin typeface="+mj-lt"/>
              </a:rPr>
              <a:t>= R7 200 000</a:t>
            </a:r>
          </a:p>
          <a:p>
            <a:pPr marL="358775" indent="0" algn="just">
              <a:lnSpc>
                <a:spcPct val="105000"/>
              </a:lnSpc>
              <a:buSzPct val="100000"/>
              <a:buNone/>
            </a:pPr>
            <a:endParaRPr lang="en-US" sz="2400" dirty="0">
              <a:latin typeface="+mj-lt"/>
            </a:endParaRPr>
          </a:p>
          <a:p>
            <a:pPr marL="358775" indent="0" algn="just">
              <a:lnSpc>
                <a:spcPct val="105000"/>
              </a:lnSpc>
              <a:buSzPct val="100000"/>
              <a:buNone/>
            </a:pPr>
            <a:r>
              <a:rPr lang="en-US" sz="2400" dirty="0">
                <a:latin typeface="+mj-lt"/>
              </a:rPr>
              <a:t>%∆ in BE	= </a:t>
            </a:r>
            <a:r>
              <a:rPr lang="en-US" sz="2400" u="sng" dirty="0">
                <a:latin typeface="+mj-lt"/>
              </a:rPr>
              <a:t>(R8 478 824.17 – R7 200 000) </a:t>
            </a:r>
            <a:r>
              <a:rPr lang="en-US" sz="2400" dirty="0">
                <a:latin typeface="+mj-lt"/>
              </a:rPr>
              <a:t>x 100</a:t>
            </a:r>
          </a:p>
          <a:p>
            <a:pPr marL="358775" indent="0" algn="just">
              <a:lnSpc>
                <a:spcPct val="105000"/>
              </a:lnSpc>
              <a:buSzPct val="100000"/>
              <a:buNone/>
            </a:pPr>
            <a:r>
              <a:rPr lang="en-US" sz="2400" dirty="0">
                <a:latin typeface="+mj-lt"/>
              </a:rPr>
              <a:t>			      R7 200 000</a:t>
            </a:r>
          </a:p>
          <a:p>
            <a:pPr marL="358775" indent="0" algn="just">
              <a:lnSpc>
                <a:spcPct val="105000"/>
              </a:lnSpc>
              <a:buSzPct val="100000"/>
              <a:buNone/>
            </a:pPr>
            <a:r>
              <a:rPr lang="en-US" sz="2400" dirty="0">
                <a:latin typeface="+mj-lt"/>
              </a:rPr>
              <a:t>		= 17.76%</a:t>
            </a:r>
          </a:p>
          <a:p>
            <a:pPr marL="358775" indent="0" algn="just">
              <a:lnSpc>
                <a:spcPct val="105000"/>
              </a:lnSpc>
              <a:buSzPct val="100000"/>
              <a:buNone/>
            </a:pPr>
            <a:endParaRPr lang="en-US" sz="2400" dirty="0">
              <a:latin typeface="+mj-lt"/>
            </a:endParaRPr>
          </a:p>
          <a:p>
            <a:pPr marL="358775" indent="0" algn="just">
              <a:lnSpc>
                <a:spcPct val="105000"/>
              </a:lnSpc>
              <a:buSzPct val="100000"/>
              <a:buNone/>
            </a:pPr>
            <a:r>
              <a:rPr lang="en-US" sz="2400" dirty="0">
                <a:latin typeface="+mj-lt"/>
              </a:rPr>
              <a:t>BE</a:t>
            </a:r>
            <a:r>
              <a:rPr lang="en-US" sz="2400" baseline="-25000" dirty="0">
                <a:latin typeface="+mj-lt"/>
              </a:rPr>
              <a:t>NPV</a:t>
            </a:r>
            <a:r>
              <a:rPr lang="en-US" sz="2400" dirty="0">
                <a:latin typeface="+mj-lt"/>
              </a:rPr>
              <a:t> &gt; </a:t>
            </a:r>
            <a:r>
              <a:rPr lang="en-US" sz="2400" dirty="0" err="1">
                <a:latin typeface="+mj-lt"/>
              </a:rPr>
              <a:t>BE</a:t>
            </a:r>
            <a:r>
              <a:rPr lang="en-US" sz="2400" baseline="-25000" dirty="0" err="1">
                <a:latin typeface="+mj-lt"/>
              </a:rPr>
              <a:t>Acc</a:t>
            </a:r>
            <a:endParaRPr lang="en-US" sz="2400" baseline="-25000" dirty="0">
              <a:latin typeface="+mj-lt"/>
            </a:endParaRPr>
          </a:p>
          <a:p>
            <a:pPr marL="358775" indent="0" algn="just">
              <a:lnSpc>
                <a:spcPct val="105000"/>
              </a:lnSpc>
              <a:buSzPct val="100000"/>
              <a:buNone/>
            </a:pPr>
            <a:endParaRPr lang="en-US" sz="2400" dirty="0">
              <a:latin typeface="+mj-lt"/>
            </a:endParaRPr>
          </a:p>
        </p:txBody>
      </p:sp>
    </p:spTree>
    <p:custDataLst>
      <p:tags r:id="rId1"/>
    </p:custDataLst>
    <p:extLst>
      <p:ext uri="{BB962C8B-B14F-4D97-AF65-F5344CB8AC3E}">
        <p14:creationId xmlns:p14="http://schemas.microsoft.com/office/powerpoint/2010/main" val="26000368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CF821DC-48D2-104C-8B58-C959D857C485}" type="slidenum">
              <a:rPr kumimoji="0" lang="en-US" sz="1400" b="0" i="0" u="none" strike="noStrike" kern="1200" cap="none" spc="0" normalizeH="0" baseline="0" noProof="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53</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17" name="Rectangle 4"/>
          <p:cNvSpPr txBox="1">
            <a:spLocks noChangeArrowheads="1"/>
          </p:cNvSpPr>
          <p:nvPr/>
        </p:nvSpPr>
        <p:spPr bwMode="auto">
          <a:xfrm>
            <a:off x="228600" y="0"/>
            <a:ext cx="8677701"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solidFill>
                  <a:schemeClr val="tx2"/>
                </a:solidFill>
              </a:rPr>
              <a:t>Preparation for next session</a:t>
            </a:r>
          </a:p>
        </p:txBody>
      </p:sp>
      <p:sp>
        <p:nvSpPr>
          <p:cNvPr id="19" name="Rectangle 7"/>
          <p:cNvSpPr txBox="1">
            <a:spLocks noChangeArrowheads="1"/>
          </p:cNvSpPr>
          <p:nvPr/>
        </p:nvSpPr>
        <p:spPr>
          <a:xfrm>
            <a:off x="304799" y="1066800"/>
            <a:ext cx="8601501" cy="5562600"/>
          </a:xfrm>
          <a:prstGeom prst="rect">
            <a:avLst/>
          </a:prstGeom>
          <a:noFill/>
        </p:spPr>
        <p:txBody>
          <a:bodyPr/>
          <a:lst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ahoma"/>
                <a:ea typeface="ＭＳ Ｐゴシック"/>
              </a:rPr>
              <a:t>Work through Chapter 14 Part 2</a:t>
            </a:r>
          </a:p>
          <a:p>
            <a:pPr marL="682625"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Questions in study guide</a:t>
            </a:r>
          </a:p>
          <a:p>
            <a:pPr marL="682625"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Problems at the end of the chapter relating to the content already covered</a:t>
            </a: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Read through Chapter 15</a:t>
            </a:r>
            <a:r>
              <a:rPr lang="en-US" sz="2800" kern="0" dirty="0">
                <a:solidFill>
                  <a:prstClr val="black"/>
                </a:solidFill>
                <a:latin typeface="Tahoma"/>
                <a:ea typeface="ＭＳ Ｐゴシック"/>
              </a:rPr>
              <a:t> and download/print the slides</a:t>
            </a: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lang="en-US" sz="2800" kern="0" dirty="0">
              <a:solidFill>
                <a:prstClr val="black"/>
              </a:solidFill>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0"/>
              </a:spcAft>
              <a:buClr>
                <a:srgbClr val="1F497D"/>
              </a:buClr>
              <a:buSzPct val="100000"/>
              <a:buFont typeface="Wingdings" charset="2"/>
              <a:buNone/>
              <a:tabLst/>
              <a:defRPr/>
            </a:pPr>
            <a:endParaRPr kumimoji="0" lang="en-US" sz="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400" b="0" i="0" u="none" strike="noStrike" kern="0" cap="none" spc="0" normalizeH="0" baseline="0" noProof="0" dirty="0">
              <a:ln>
                <a:noFill/>
              </a:ln>
              <a:solidFill>
                <a:prstClr val="black"/>
              </a:solidFill>
              <a:effectLst/>
              <a:uLnTx/>
              <a:uFillTx/>
              <a:latin typeface="Tahoma"/>
              <a:ea typeface="ＭＳ Ｐゴシック"/>
            </a:endParaRPr>
          </a:p>
        </p:txBody>
      </p:sp>
    </p:spTree>
    <p:extLst>
      <p:ext uri="{BB962C8B-B14F-4D97-AF65-F5344CB8AC3E}">
        <p14:creationId xmlns:p14="http://schemas.microsoft.com/office/powerpoint/2010/main" val="18544422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TIMING" val="|41.1|7.7|19|3.7"/>
</p:tagLst>
</file>

<file path=ppt/tags/tag3.xml><?xml version="1.0" encoding="utf-8"?>
<p:tagLst xmlns:a="http://schemas.openxmlformats.org/drawingml/2006/main" xmlns:r="http://schemas.openxmlformats.org/officeDocument/2006/relationships" xmlns:p="http://schemas.openxmlformats.org/presentationml/2006/main">
  <p:tag name="TIMING" val="|41.1|7.7|19|3.7"/>
</p:tagLst>
</file>

<file path=ppt/tags/tag4.xml><?xml version="1.0" encoding="utf-8"?>
<p:tagLst xmlns:a="http://schemas.openxmlformats.org/drawingml/2006/main" xmlns:r="http://schemas.openxmlformats.org/officeDocument/2006/relationships" xmlns:p="http://schemas.openxmlformats.org/presentationml/2006/main">
  <p:tag name="TIMING" val="|41.1|7.7|19|3.7"/>
</p:tagLst>
</file>

<file path=ppt/tags/tag5.xml><?xml version="1.0" encoding="utf-8"?>
<p:tagLst xmlns:a="http://schemas.openxmlformats.org/drawingml/2006/main" xmlns:r="http://schemas.openxmlformats.org/officeDocument/2006/relationships" xmlns:p="http://schemas.openxmlformats.org/presentationml/2006/main">
  <p:tag name="TIMING" val="|41.1|7.7|19|3.7"/>
</p:tagLst>
</file>

<file path=ppt/tags/tag6.xml><?xml version="1.0" encoding="utf-8"?>
<p:tagLst xmlns:a="http://schemas.openxmlformats.org/drawingml/2006/main" xmlns:r="http://schemas.openxmlformats.org/officeDocument/2006/relationships" xmlns:p="http://schemas.openxmlformats.org/presentationml/2006/main">
  <p:tag name="TIMING" val="|41.1|7.7|19|3.7"/>
</p:tagLst>
</file>

<file path=ppt/tags/tag7.xml><?xml version="1.0" encoding="utf-8"?>
<p:tagLst xmlns:a="http://schemas.openxmlformats.org/drawingml/2006/main" xmlns:r="http://schemas.openxmlformats.org/officeDocument/2006/relationships" xmlns:p="http://schemas.openxmlformats.org/presentationml/2006/main">
  <p:tag name="TIMING" val="|41.1|7.7|19|3.7"/>
</p:tagLst>
</file>

<file path=ppt/tags/tag8.xml><?xml version="1.0" encoding="utf-8"?>
<p:tagLst xmlns:a="http://schemas.openxmlformats.org/drawingml/2006/main" xmlns:r="http://schemas.openxmlformats.org/officeDocument/2006/relationships" xmlns:p="http://schemas.openxmlformats.org/presentationml/2006/main">
  <p:tag name="TIMING" val="|41.1|7.7|19|3.7"/>
</p:tagLst>
</file>

<file path=ppt/tags/tag9.xml><?xml version="1.0" encoding="utf-8"?>
<p:tagLst xmlns:a="http://schemas.openxmlformats.org/drawingml/2006/main" xmlns:r="http://schemas.openxmlformats.org/officeDocument/2006/relationships" xmlns:p="http://schemas.openxmlformats.org/presentationml/2006/main">
  <p:tag name="TIMING" val="|41.1|7.7|19|3.7"/>
</p:tagLst>
</file>

<file path=ppt/tags/tag10.xml><?xml version="1.0" encoding="utf-8"?>
<p:tagLst xmlns:a="http://schemas.openxmlformats.org/drawingml/2006/main" xmlns:r="http://schemas.openxmlformats.org/officeDocument/2006/relationships" xmlns:p="http://schemas.openxmlformats.org/presentationml/2006/main">
  <p:tag name="TIMING" val="|41.1|7.7|19|3.7"/>
</p:tagLst>
</file>

<file path=ppt/tags/tag11.xml><?xml version="1.0" encoding="utf-8"?>
<p:tagLst xmlns:a="http://schemas.openxmlformats.org/drawingml/2006/main" xmlns:r="http://schemas.openxmlformats.org/officeDocument/2006/relationships" xmlns:p="http://schemas.openxmlformats.org/presentationml/2006/main">
  <p:tag name="TIMING" val="|41.1|7.7|19|3.7"/>
</p:tagLst>
</file>

<file path=ppt/tags/tag12.xml><?xml version="1.0" encoding="utf-8"?>
<p:tagLst xmlns:a="http://schemas.openxmlformats.org/drawingml/2006/main" xmlns:r="http://schemas.openxmlformats.org/officeDocument/2006/relationships" xmlns:p="http://schemas.openxmlformats.org/presentationml/2006/main">
  <p:tag name="TIMING" val="|41.1|7.7|19|3.7"/>
</p:tagLst>
</file>

<file path=ppt/tags/tag13.xml><?xml version="1.0" encoding="utf-8"?>
<p:tagLst xmlns:a="http://schemas.openxmlformats.org/drawingml/2006/main" xmlns:r="http://schemas.openxmlformats.org/officeDocument/2006/relationships" xmlns:p="http://schemas.openxmlformats.org/presentationml/2006/main">
  <p:tag name="TIMING" val="|41.1|7.7|19|3.7"/>
</p:tagLst>
</file>

<file path=ppt/tags/tag14.xml><?xml version="1.0" encoding="utf-8"?>
<p:tagLst xmlns:a="http://schemas.openxmlformats.org/drawingml/2006/main" xmlns:r="http://schemas.openxmlformats.org/officeDocument/2006/relationships" xmlns:p="http://schemas.openxmlformats.org/presentationml/2006/main">
  <p:tag name="TIMING" val="|41.1|7.7|19|3.7"/>
</p:tagLst>
</file>

<file path=ppt/tags/tag15.xml><?xml version="1.0" encoding="utf-8"?>
<p:tagLst xmlns:a="http://schemas.openxmlformats.org/drawingml/2006/main" xmlns:r="http://schemas.openxmlformats.org/officeDocument/2006/relationships" xmlns:p="http://schemas.openxmlformats.org/presentationml/2006/main">
  <p:tag name="TIMING" val="|41.1|7.7|19|3.7"/>
</p:tagLst>
</file>

<file path=ppt/tags/tag16.xml><?xml version="1.0" encoding="utf-8"?>
<p:tagLst xmlns:a="http://schemas.openxmlformats.org/drawingml/2006/main" xmlns:r="http://schemas.openxmlformats.org/officeDocument/2006/relationships" xmlns:p="http://schemas.openxmlformats.org/presentationml/2006/main">
  <p:tag name="TIMING" val="|41.1|7.7|19|3.7"/>
</p:tagLst>
</file>

<file path=ppt/tags/tag17.xml><?xml version="1.0" encoding="utf-8"?>
<p:tagLst xmlns:a="http://schemas.openxmlformats.org/drawingml/2006/main" xmlns:r="http://schemas.openxmlformats.org/officeDocument/2006/relationships" xmlns:p="http://schemas.openxmlformats.org/presentationml/2006/main">
  <p:tag name="TIMING" val="|41.1|7.7|19|3.7"/>
</p:tagLst>
</file>

<file path=ppt/tags/tag18.xml><?xml version="1.0" encoding="utf-8"?>
<p:tagLst xmlns:a="http://schemas.openxmlformats.org/drawingml/2006/main" xmlns:r="http://schemas.openxmlformats.org/officeDocument/2006/relationships" xmlns:p="http://schemas.openxmlformats.org/presentationml/2006/main">
  <p:tag name="TIMING" val="|41.1|7.7|19|3.7"/>
</p:tagLst>
</file>

<file path=ppt/tags/tag19.xml><?xml version="1.0" encoding="utf-8"?>
<p:tagLst xmlns:a="http://schemas.openxmlformats.org/drawingml/2006/main" xmlns:r="http://schemas.openxmlformats.org/officeDocument/2006/relationships" xmlns:p="http://schemas.openxmlformats.org/presentationml/2006/main">
  <p:tag name="TIMING" val="|41.1|7.7|19|3.7"/>
</p:tagLst>
</file>

<file path=ppt/tags/tag20.xml><?xml version="1.0" encoding="utf-8"?>
<p:tagLst xmlns:a="http://schemas.openxmlformats.org/drawingml/2006/main" xmlns:r="http://schemas.openxmlformats.org/officeDocument/2006/relationships" xmlns:p="http://schemas.openxmlformats.org/presentationml/2006/main">
  <p:tag name="TIMING" val="|41.1|7.7|19|3.7"/>
</p:tagLst>
</file>

<file path=ppt/tags/tag21.xml><?xml version="1.0" encoding="utf-8"?>
<p:tagLst xmlns:a="http://schemas.openxmlformats.org/drawingml/2006/main" xmlns:r="http://schemas.openxmlformats.org/officeDocument/2006/relationships" xmlns:p="http://schemas.openxmlformats.org/presentationml/2006/main">
  <p:tag name="TIMING" val="|41.1|7.7|19|3.7"/>
</p:tagLst>
</file>

<file path=ppt/tags/tag22.xml><?xml version="1.0" encoding="utf-8"?>
<p:tagLst xmlns:a="http://schemas.openxmlformats.org/drawingml/2006/main" xmlns:r="http://schemas.openxmlformats.org/officeDocument/2006/relationships" xmlns:p="http://schemas.openxmlformats.org/presentationml/2006/main">
  <p:tag name="TIMING" val="|41.1|7.7|19|3.7"/>
</p:tagLst>
</file>

<file path=ppt/tags/tag23.xml><?xml version="1.0" encoding="utf-8"?>
<p:tagLst xmlns:a="http://schemas.openxmlformats.org/drawingml/2006/main" xmlns:r="http://schemas.openxmlformats.org/officeDocument/2006/relationships" xmlns:p="http://schemas.openxmlformats.org/presentationml/2006/main">
  <p:tag name="TIMING" val="|41.1|7.7|19|3.7"/>
</p:tagLst>
</file>

<file path=ppt/tags/tag24.xml><?xml version="1.0" encoding="utf-8"?>
<p:tagLst xmlns:a="http://schemas.openxmlformats.org/drawingml/2006/main" xmlns:r="http://schemas.openxmlformats.org/officeDocument/2006/relationships" xmlns:p="http://schemas.openxmlformats.org/presentationml/2006/main">
  <p:tag name="TIMING" val="|41.1|7.7|19|3.7"/>
</p:tagLst>
</file>

<file path=ppt/tags/tag25.xml><?xml version="1.0" encoding="utf-8"?>
<p:tagLst xmlns:a="http://schemas.openxmlformats.org/drawingml/2006/main" xmlns:r="http://schemas.openxmlformats.org/officeDocument/2006/relationships" xmlns:p="http://schemas.openxmlformats.org/presentationml/2006/main">
  <p:tag name="TIMING" val="|41.1|7.7|19|3.7"/>
</p:tagLst>
</file>

<file path=ppt/tags/tag26.xml><?xml version="1.0" encoding="utf-8"?>
<p:tagLst xmlns:a="http://schemas.openxmlformats.org/drawingml/2006/main" xmlns:r="http://schemas.openxmlformats.org/officeDocument/2006/relationships" xmlns:p="http://schemas.openxmlformats.org/presentationml/2006/main">
  <p:tag name="TIMING" val="|41.1|7.7|19|3.7"/>
</p:tagLst>
</file>

<file path=ppt/tags/tag27.xml><?xml version="1.0" encoding="utf-8"?>
<p:tagLst xmlns:a="http://schemas.openxmlformats.org/drawingml/2006/main" xmlns:r="http://schemas.openxmlformats.org/officeDocument/2006/relationships" xmlns:p="http://schemas.openxmlformats.org/presentationml/2006/main">
  <p:tag name="TIMING" val="|41.1|7.7|19|3.7"/>
</p:tagLst>
</file>

<file path=ppt/tags/tag28.xml><?xml version="1.0" encoding="utf-8"?>
<p:tagLst xmlns:a="http://schemas.openxmlformats.org/drawingml/2006/main" xmlns:r="http://schemas.openxmlformats.org/officeDocument/2006/relationships" xmlns:p="http://schemas.openxmlformats.org/presentationml/2006/main">
  <p:tag name="TIMING" val="|41.1|7.7|19|3.7"/>
</p:tagLst>
</file>

<file path=ppt/tags/tag29.xml><?xml version="1.0" encoding="utf-8"?>
<p:tagLst xmlns:a="http://schemas.openxmlformats.org/drawingml/2006/main" xmlns:r="http://schemas.openxmlformats.org/officeDocument/2006/relationships" xmlns:p="http://schemas.openxmlformats.org/presentationml/2006/main">
  <p:tag name="TIMING" val="|41.1|7.7|19|3.7"/>
</p:tagLst>
</file>

<file path=ppt/tags/tag30.xml><?xml version="1.0" encoding="utf-8"?>
<p:tagLst xmlns:a="http://schemas.openxmlformats.org/drawingml/2006/main" xmlns:r="http://schemas.openxmlformats.org/officeDocument/2006/relationships" xmlns:p="http://schemas.openxmlformats.org/presentationml/2006/main">
  <p:tag name="TIMING" val="|41.1|7.7|19|3.7"/>
</p:tagLst>
</file>

<file path=ppt/tags/tag31.xml><?xml version="1.0" encoding="utf-8"?>
<p:tagLst xmlns:a="http://schemas.openxmlformats.org/drawingml/2006/main" xmlns:r="http://schemas.openxmlformats.org/officeDocument/2006/relationships" xmlns:p="http://schemas.openxmlformats.org/presentationml/2006/main">
  <p:tag name="TIMING" val="|41.1|7.7|19|3.7"/>
</p:tagLst>
</file>

<file path=ppt/tags/tag32.xml><?xml version="1.0" encoding="utf-8"?>
<p:tagLst xmlns:a="http://schemas.openxmlformats.org/drawingml/2006/main" xmlns:r="http://schemas.openxmlformats.org/officeDocument/2006/relationships" xmlns:p="http://schemas.openxmlformats.org/presentationml/2006/main">
  <p:tag name="TIMING" val="|41.1|7.7|19|3.7"/>
</p:tagLst>
</file>

<file path=ppt/tags/tag33.xml><?xml version="1.0" encoding="utf-8"?>
<p:tagLst xmlns:a="http://schemas.openxmlformats.org/drawingml/2006/main" xmlns:r="http://schemas.openxmlformats.org/officeDocument/2006/relationships" xmlns:p="http://schemas.openxmlformats.org/presentationml/2006/main">
  <p:tag name="TIMING" val="|41.1|7.7|19|3.7"/>
</p:tagLst>
</file>

<file path=ppt/tags/tag34.xml><?xml version="1.0" encoding="utf-8"?>
<p:tagLst xmlns:a="http://schemas.openxmlformats.org/drawingml/2006/main" xmlns:r="http://schemas.openxmlformats.org/officeDocument/2006/relationships" xmlns:p="http://schemas.openxmlformats.org/presentationml/2006/main">
  <p:tag name="TIMING" val="|41.1|7.7|19|3.7"/>
</p:tagLst>
</file>

<file path=ppt/tags/tag35.xml><?xml version="1.0" encoding="utf-8"?>
<p:tagLst xmlns:a="http://schemas.openxmlformats.org/drawingml/2006/main" xmlns:r="http://schemas.openxmlformats.org/officeDocument/2006/relationships" xmlns:p="http://schemas.openxmlformats.org/presentationml/2006/main">
  <p:tag name="TIMING" val="|41.1|7.7|19|3.7"/>
</p:tagLst>
</file>

<file path=ppt/tags/tag36.xml><?xml version="1.0" encoding="utf-8"?>
<p:tagLst xmlns:a="http://schemas.openxmlformats.org/drawingml/2006/main" xmlns:r="http://schemas.openxmlformats.org/officeDocument/2006/relationships" xmlns:p="http://schemas.openxmlformats.org/presentationml/2006/main">
  <p:tag name="TIMING" val="|41.1|7.7|19|3.7"/>
</p:tagLst>
</file>

<file path=ppt/tags/tag37.xml><?xml version="1.0" encoding="utf-8"?>
<p:tagLst xmlns:a="http://schemas.openxmlformats.org/drawingml/2006/main" xmlns:r="http://schemas.openxmlformats.org/officeDocument/2006/relationships" xmlns:p="http://schemas.openxmlformats.org/presentationml/2006/main">
  <p:tag name="TIMING" val="|41.1|7.7|19|3.7"/>
</p:tagLst>
</file>

<file path=ppt/tags/tag38.xml><?xml version="1.0" encoding="utf-8"?>
<p:tagLst xmlns:a="http://schemas.openxmlformats.org/drawingml/2006/main" xmlns:r="http://schemas.openxmlformats.org/officeDocument/2006/relationships" xmlns:p="http://schemas.openxmlformats.org/presentationml/2006/main">
  <p:tag name="TIMING" val="|41.1|7.7|19|3.7"/>
</p:tagLst>
</file>

<file path=ppt/tags/tag39.xml><?xml version="1.0" encoding="utf-8"?>
<p:tagLst xmlns:a="http://schemas.openxmlformats.org/drawingml/2006/main" xmlns:r="http://schemas.openxmlformats.org/officeDocument/2006/relationships" xmlns:p="http://schemas.openxmlformats.org/presentationml/2006/main">
  <p:tag name="TIMING" val="|41.1|7.7|19|3.7"/>
</p:tagLst>
</file>

<file path=ppt/tags/tag40.xml><?xml version="1.0" encoding="utf-8"?>
<p:tagLst xmlns:a="http://schemas.openxmlformats.org/drawingml/2006/main" xmlns:r="http://schemas.openxmlformats.org/officeDocument/2006/relationships" xmlns:p="http://schemas.openxmlformats.org/presentationml/2006/main">
  <p:tag name="TIMING" val="|41.1|7.7|19|3.7"/>
</p:tagLst>
</file>

<file path=ppt/tags/tag41.xml><?xml version="1.0" encoding="utf-8"?>
<p:tagLst xmlns:a="http://schemas.openxmlformats.org/drawingml/2006/main" xmlns:r="http://schemas.openxmlformats.org/officeDocument/2006/relationships" xmlns:p="http://schemas.openxmlformats.org/presentationml/2006/main">
  <p:tag name="TIMING" val="|41.1|7.7|19|3.7"/>
</p:tagLst>
</file>

<file path=ppt/tags/tag42.xml><?xml version="1.0" encoding="utf-8"?>
<p:tagLst xmlns:a="http://schemas.openxmlformats.org/drawingml/2006/main" xmlns:r="http://schemas.openxmlformats.org/officeDocument/2006/relationships" xmlns:p="http://schemas.openxmlformats.org/presentationml/2006/main">
  <p:tag name="TIMING" val="|41.1|7.7|19|3.7"/>
</p:tagLst>
</file>

<file path=ppt/tags/tag43.xml><?xml version="1.0" encoding="utf-8"?>
<p:tagLst xmlns:a="http://schemas.openxmlformats.org/drawingml/2006/main" xmlns:r="http://schemas.openxmlformats.org/officeDocument/2006/relationships" xmlns:p="http://schemas.openxmlformats.org/presentationml/2006/main">
  <p:tag name="TIMING" val="|41.1|7.7|19|3.7"/>
</p:tagLst>
</file>

<file path=ppt/tags/tag44.xml><?xml version="1.0" encoding="utf-8"?>
<p:tagLst xmlns:a="http://schemas.openxmlformats.org/drawingml/2006/main" xmlns:r="http://schemas.openxmlformats.org/officeDocument/2006/relationships" xmlns:p="http://schemas.openxmlformats.org/presentationml/2006/main">
  <p:tag name="TIMING" val="|41.1|7.7|19|3.7"/>
</p:tagLst>
</file>

<file path=ppt/tags/tag45.xml><?xml version="1.0" encoding="utf-8"?>
<p:tagLst xmlns:a="http://schemas.openxmlformats.org/drawingml/2006/main" xmlns:r="http://schemas.openxmlformats.org/officeDocument/2006/relationships" xmlns:p="http://schemas.openxmlformats.org/presentationml/2006/main">
  <p:tag name="TIMING" val="|41.1|7.7|19|3.7"/>
</p:tagLst>
</file>

<file path=ppt/tags/tag46.xml><?xml version="1.0" encoding="utf-8"?>
<p:tagLst xmlns:a="http://schemas.openxmlformats.org/drawingml/2006/main" xmlns:r="http://schemas.openxmlformats.org/officeDocument/2006/relationships" xmlns:p="http://schemas.openxmlformats.org/presentationml/2006/main">
  <p:tag name="TIMING" val="|41.1|7.7|19|3.7"/>
</p:tagLst>
</file>

<file path=ppt/tags/tag47.xml><?xml version="1.0" encoding="utf-8"?>
<p:tagLst xmlns:a="http://schemas.openxmlformats.org/drawingml/2006/main" xmlns:r="http://schemas.openxmlformats.org/officeDocument/2006/relationships" xmlns:p="http://schemas.openxmlformats.org/presentationml/2006/main">
  <p:tag name="TIMING" val="|41.1|7.7|19|3.7"/>
</p:tagLst>
</file>

<file path=ppt/tags/tag48.xml><?xml version="1.0" encoding="utf-8"?>
<p:tagLst xmlns:a="http://schemas.openxmlformats.org/drawingml/2006/main" xmlns:r="http://schemas.openxmlformats.org/officeDocument/2006/relationships" xmlns:p="http://schemas.openxmlformats.org/presentationml/2006/main">
  <p:tag name="TIMING" val="|41.1|7.7|19|3.7"/>
</p:tagLst>
</file>

<file path=ppt/theme/theme1.xml><?xml version="1.0" encoding="utf-8"?>
<a:theme xmlns:a="http://schemas.openxmlformats.org/drawingml/2006/main" name="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10907</TotalTime>
  <Words>4725</Words>
  <Application>Microsoft Office PowerPoint</Application>
  <PresentationFormat>On-screen Show (4:3)</PresentationFormat>
  <Paragraphs>1044</Paragraphs>
  <Slides>53</Slides>
  <Notes>53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53</vt:i4>
      </vt:variant>
    </vt:vector>
  </HeadingPairs>
  <TitlesOfParts>
    <vt:vector size="63" baseType="lpstr">
      <vt:lpstr>ＭＳ Ｐゴシック</vt:lpstr>
      <vt:lpstr>Arial</vt:lpstr>
      <vt:lpstr>Cambria Math</vt:lpstr>
      <vt:lpstr>Symbol</vt:lpstr>
      <vt:lpstr>Tahoma</vt:lpstr>
      <vt:lpstr>Times</vt:lpstr>
      <vt:lpstr>Wingdings</vt:lpstr>
      <vt:lpstr>Wingdings 2</vt:lpstr>
      <vt:lpstr>Blank Presentation</vt:lpstr>
      <vt:lpstr>1_Blank Presentation</vt:lpstr>
      <vt:lpstr>PowerPoint Presentation</vt:lpstr>
      <vt:lpstr>Learning outcomes: Chapter 14</vt:lpstr>
      <vt:lpstr>Introduction</vt:lpstr>
      <vt:lpstr>Approaches to dealing with risk</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Approaches to dealing with risk (cont.)</vt:lpstr>
      <vt:lpstr>PowerPoint Presentation</vt:lpstr>
      <vt:lpstr>PowerPoint Presentation</vt:lpstr>
      <vt:lpstr>Learning outcomes: Chapter 14</vt:lpstr>
      <vt:lpstr>Approaches to dealing with risk</vt:lpstr>
      <vt:lpstr>Risk adjustment techniques</vt:lpstr>
      <vt:lpstr>Risk adjustment techniques (cont.)</vt:lpstr>
      <vt:lpstr>Risk adjustment techniques (cont.)</vt:lpstr>
      <vt:lpstr>Risk adjustment techniques (cont.)</vt:lpstr>
      <vt:lpstr>Risk adjustment techniques (cont.)</vt:lpstr>
      <vt:lpstr>Risk adjustment techniques (cont.)</vt:lpstr>
      <vt:lpstr>Risk adjustment techniques (cont.)</vt:lpstr>
      <vt:lpstr>Capital budgeting techniques</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Essentials of Finance</dc:title>
  <dc:creator>Susan Cook</dc:creator>
  <cp:lastModifiedBy>Reviewer</cp:lastModifiedBy>
  <cp:revision>1174</cp:revision>
  <cp:lastPrinted>2024-05-21T07:47:08Z</cp:lastPrinted>
  <dcterms:created xsi:type="dcterms:W3CDTF">2010-03-21T13:43:06Z</dcterms:created>
  <dcterms:modified xsi:type="dcterms:W3CDTF">2026-03-27T09:05:41Z</dcterms:modified>
</cp:coreProperties>
</file>