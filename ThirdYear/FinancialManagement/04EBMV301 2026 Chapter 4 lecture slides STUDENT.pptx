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tags/tag27.xml" ContentType="application/vnd.openxmlformats-officedocument.presentationml.tags+xml"/>
  <Override PartName="/ppt/notesSlides/notesSlide28.xml" ContentType="application/vnd.openxmlformats-officedocument.presentationml.notesSlide+xml"/>
  <Override PartName="/ppt/tags/tag28.xml" ContentType="application/vnd.openxmlformats-officedocument.presentationml.tags+xml"/>
  <Override PartName="/ppt/notesSlides/notesSlide29.xml" ContentType="application/vnd.openxmlformats-officedocument.presentationml.notesSlide+xml"/>
  <Override PartName="/ppt/tags/tag29.xml" ContentType="application/vnd.openxmlformats-officedocument.presentationml.tags+xml"/>
  <Override PartName="/ppt/notesSlides/notesSlide30.xml" ContentType="application/vnd.openxmlformats-officedocument.presentationml.notesSlide+xml"/>
  <Override PartName="/ppt/tags/tag30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bookmarkIdSeed="3">
  <p:sldMasterIdLst>
    <p:sldMasterId id="2147483648" r:id="rId1"/>
    <p:sldMasterId id="2147483664" r:id="rId2"/>
  </p:sldMasterIdLst>
  <p:notesMasterIdLst>
    <p:notesMasterId r:id="rId35"/>
  </p:notesMasterIdLst>
  <p:handoutMasterIdLst>
    <p:handoutMasterId r:id="rId36"/>
  </p:handoutMasterIdLst>
  <p:sldIdLst>
    <p:sldId id="283" r:id="rId3"/>
    <p:sldId id="291" r:id="rId4"/>
    <p:sldId id="259" r:id="rId5"/>
    <p:sldId id="367" r:id="rId6"/>
    <p:sldId id="407" r:id="rId7"/>
    <p:sldId id="368" r:id="rId8"/>
    <p:sldId id="388" r:id="rId9"/>
    <p:sldId id="408" r:id="rId10"/>
    <p:sldId id="389" r:id="rId11"/>
    <p:sldId id="409" r:id="rId12"/>
    <p:sldId id="410" r:id="rId13"/>
    <p:sldId id="411" r:id="rId14"/>
    <p:sldId id="412" r:id="rId15"/>
    <p:sldId id="395" r:id="rId16"/>
    <p:sldId id="417" r:id="rId17"/>
    <p:sldId id="390" r:id="rId18"/>
    <p:sldId id="413" r:id="rId19"/>
    <p:sldId id="391" r:id="rId20"/>
    <p:sldId id="392" r:id="rId21"/>
    <p:sldId id="397" r:id="rId22"/>
    <p:sldId id="414" r:id="rId23"/>
    <p:sldId id="398" r:id="rId24"/>
    <p:sldId id="393" r:id="rId25"/>
    <p:sldId id="400" r:id="rId26"/>
    <p:sldId id="416" r:id="rId27"/>
    <p:sldId id="415" r:id="rId28"/>
    <p:sldId id="394" r:id="rId29"/>
    <p:sldId id="418" r:id="rId30"/>
    <p:sldId id="404" r:id="rId31"/>
    <p:sldId id="419" r:id="rId32"/>
    <p:sldId id="420" r:id="rId33"/>
    <p:sldId id="335" r:id="rId34"/>
  </p:sldIdLst>
  <p:sldSz cx="9144000" cy="6858000" type="screen4x3"/>
  <p:notesSz cx="6858000" cy="9945688"/>
  <p:custDataLst>
    <p:tags r:id="rId3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 Plessis, Darius" initials="dPD" lastIdx="2" clrIdx="0"/>
  <p:cmAuthor id="2" name="Wepener van der Walt" initials="WvdW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009900"/>
    <a:srgbClr val="3BFF9D"/>
    <a:srgbClr val="FFFFCC"/>
    <a:srgbClr val="FFFF66"/>
    <a:srgbClr val="D63A17"/>
    <a:srgbClr val="ADB3BF"/>
    <a:srgbClr val="D69249"/>
    <a:srgbClr val="FDF1BB"/>
    <a:srgbClr val="FDF4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7" d="100"/>
          <a:sy n="87" d="100"/>
        </p:scale>
        <p:origin x="123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43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otman, Chantal (Prof) (Summerstrand Campus South)" userId="b3444f73-21d4-4d22-b260-75b64de2b6d6" providerId="ADAL" clId="{9FDD9279-9B55-4B78-AD88-2C1B2B83D5FD}"/>
    <pc:docChg chg="custSel modSld">
      <pc:chgData name="Rootman, Chantal (Prof) (Summerstrand Campus South)" userId="b3444f73-21d4-4d22-b260-75b64de2b6d6" providerId="ADAL" clId="{9FDD9279-9B55-4B78-AD88-2C1B2B83D5FD}" dt="2026-02-03T12:51:06.068" v="209" actId="207"/>
      <pc:docMkLst>
        <pc:docMk/>
      </pc:docMkLst>
      <pc:sldChg chg="delSp mod">
        <pc:chgData name="Rootman, Chantal (Prof) (Summerstrand Campus South)" userId="b3444f73-21d4-4d22-b260-75b64de2b6d6" providerId="ADAL" clId="{9FDD9279-9B55-4B78-AD88-2C1B2B83D5FD}" dt="2026-02-03T12:46:33.161" v="0" actId="478"/>
        <pc:sldMkLst>
          <pc:docMk/>
          <pc:sldMk cId="1067134094" sldId="283"/>
        </pc:sldMkLst>
        <pc:picChg chg="del">
          <ac:chgData name="Rootman, Chantal (Prof) (Summerstrand Campus South)" userId="b3444f73-21d4-4d22-b260-75b64de2b6d6" providerId="ADAL" clId="{9FDD9279-9B55-4B78-AD88-2C1B2B83D5FD}" dt="2026-02-03T12:46:33.161" v="0" actId="478"/>
          <ac:picMkLst>
            <pc:docMk/>
            <pc:sldMk cId="1067134094" sldId="283"/>
            <ac:picMk id="4" creationId="{1022AE71-D7C8-51D0-8077-1B394481F51D}"/>
          </ac:picMkLst>
        </pc:picChg>
      </pc:sldChg>
      <pc:sldChg chg="modSp mod">
        <pc:chgData name="Rootman, Chantal (Prof) (Summerstrand Campus South)" userId="b3444f73-21d4-4d22-b260-75b64de2b6d6" providerId="ADAL" clId="{9FDD9279-9B55-4B78-AD88-2C1B2B83D5FD}" dt="2026-02-03T12:47:48.621" v="76" actId="207"/>
        <pc:sldMkLst>
          <pc:docMk/>
          <pc:sldMk cId="2769542120" sldId="368"/>
        </pc:sldMkLst>
        <pc:spChg chg="mod">
          <ac:chgData name="Rootman, Chantal (Prof) (Summerstrand Campus South)" userId="b3444f73-21d4-4d22-b260-75b64de2b6d6" providerId="ADAL" clId="{9FDD9279-9B55-4B78-AD88-2C1B2B83D5FD}" dt="2026-02-03T12:47:48.621" v="76" actId="207"/>
          <ac:spMkLst>
            <pc:docMk/>
            <pc:sldMk cId="2769542120" sldId="368"/>
            <ac:spMk id="6" creationId="{01673C42-F016-E7E2-CE61-5613155343F9}"/>
          </ac:spMkLst>
        </pc:spChg>
      </pc:sldChg>
      <pc:sldChg chg="modSp mod">
        <pc:chgData name="Rootman, Chantal (Prof) (Summerstrand Campus South)" userId="b3444f73-21d4-4d22-b260-75b64de2b6d6" providerId="ADAL" clId="{9FDD9279-9B55-4B78-AD88-2C1B2B83D5FD}" dt="2026-02-03T12:49:41.038" v="142" actId="113"/>
        <pc:sldMkLst>
          <pc:docMk/>
          <pc:sldMk cId="617221519" sldId="392"/>
        </pc:sldMkLst>
        <pc:spChg chg="mod">
          <ac:chgData name="Rootman, Chantal (Prof) (Summerstrand Campus South)" userId="b3444f73-21d4-4d22-b260-75b64de2b6d6" providerId="ADAL" clId="{9FDD9279-9B55-4B78-AD88-2C1B2B83D5FD}" dt="2026-02-03T12:49:41.038" v="142" actId="113"/>
          <ac:spMkLst>
            <pc:docMk/>
            <pc:sldMk cId="617221519" sldId="392"/>
            <ac:spMk id="9221" creationId="{2C051C04-6B9E-51EB-8E5E-C8EAF14E159B}"/>
          </ac:spMkLst>
        </pc:spChg>
      </pc:sldChg>
      <pc:sldChg chg="modSp mod">
        <pc:chgData name="Rootman, Chantal (Prof) (Summerstrand Campus South)" userId="b3444f73-21d4-4d22-b260-75b64de2b6d6" providerId="ADAL" clId="{9FDD9279-9B55-4B78-AD88-2C1B2B83D5FD}" dt="2026-02-03T12:50:06.474" v="159" actId="113"/>
        <pc:sldMkLst>
          <pc:docMk/>
          <pc:sldMk cId="2819233996" sldId="400"/>
        </pc:sldMkLst>
        <pc:spChg chg="mod">
          <ac:chgData name="Rootman, Chantal (Prof) (Summerstrand Campus South)" userId="b3444f73-21d4-4d22-b260-75b64de2b6d6" providerId="ADAL" clId="{9FDD9279-9B55-4B78-AD88-2C1B2B83D5FD}" dt="2026-02-03T12:50:06.474" v="159" actId="113"/>
          <ac:spMkLst>
            <pc:docMk/>
            <pc:sldMk cId="2819233996" sldId="400"/>
            <ac:spMk id="9221" creationId="{44977CFE-72FA-3AC9-55AA-58AAD550E393}"/>
          </ac:spMkLst>
        </pc:spChg>
      </pc:sldChg>
      <pc:sldChg chg="modSp mod">
        <pc:chgData name="Rootman, Chantal (Prof) (Summerstrand Campus South)" userId="b3444f73-21d4-4d22-b260-75b64de2b6d6" providerId="ADAL" clId="{9FDD9279-9B55-4B78-AD88-2C1B2B83D5FD}" dt="2026-02-03T12:48:31.472" v="85" actId="20577"/>
        <pc:sldMkLst>
          <pc:docMk/>
          <pc:sldMk cId="417264315" sldId="409"/>
        </pc:sldMkLst>
        <pc:spChg chg="mod">
          <ac:chgData name="Rootman, Chantal (Prof) (Summerstrand Campus South)" userId="b3444f73-21d4-4d22-b260-75b64de2b6d6" providerId="ADAL" clId="{9FDD9279-9B55-4B78-AD88-2C1B2B83D5FD}" dt="2026-02-03T12:48:31.472" v="85" actId="20577"/>
          <ac:spMkLst>
            <pc:docMk/>
            <pc:sldMk cId="417264315" sldId="409"/>
            <ac:spMk id="9221" creationId="{9251E233-98E6-63AF-2775-156D1B31CD73}"/>
          </ac:spMkLst>
        </pc:spChg>
      </pc:sldChg>
      <pc:sldChg chg="modSp mod">
        <pc:chgData name="Rootman, Chantal (Prof) (Summerstrand Campus South)" userId="b3444f73-21d4-4d22-b260-75b64de2b6d6" providerId="ADAL" clId="{9FDD9279-9B55-4B78-AD88-2C1B2B83D5FD}" dt="2026-02-03T12:48:46.275" v="101" actId="207"/>
        <pc:sldMkLst>
          <pc:docMk/>
          <pc:sldMk cId="23164770" sldId="410"/>
        </pc:sldMkLst>
        <pc:spChg chg="mod">
          <ac:chgData name="Rootman, Chantal (Prof) (Summerstrand Campus South)" userId="b3444f73-21d4-4d22-b260-75b64de2b6d6" providerId="ADAL" clId="{9FDD9279-9B55-4B78-AD88-2C1B2B83D5FD}" dt="2026-02-03T12:48:46.275" v="101" actId="207"/>
          <ac:spMkLst>
            <pc:docMk/>
            <pc:sldMk cId="23164770" sldId="410"/>
            <ac:spMk id="9221" creationId="{AED7E1BE-5D62-2AB3-3F73-7720E2ED944C}"/>
          </ac:spMkLst>
        </pc:spChg>
      </pc:sldChg>
      <pc:sldChg chg="modSp mod">
        <pc:chgData name="Rootman, Chantal (Prof) (Summerstrand Campus South)" userId="b3444f73-21d4-4d22-b260-75b64de2b6d6" providerId="ADAL" clId="{9FDD9279-9B55-4B78-AD88-2C1B2B83D5FD}" dt="2026-02-03T12:49:17.798" v="126" actId="113"/>
        <pc:sldMkLst>
          <pc:docMk/>
          <pc:sldMk cId="2688453390" sldId="417"/>
        </pc:sldMkLst>
        <pc:spChg chg="mod">
          <ac:chgData name="Rootman, Chantal (Prof) (Summerstrand Campus South)" userId="b3444f73-21d4-4d22-b260-75b64de2b6d6" providerId="ADAL" clId="{9FDD9279-9B55-4B78-AD88-2C1B2B83D5FD}" dt="2026-02-03T12:49:17.798" v="126" actId="113"/>
          <ac:spMkLst>
            <pc:docMk/>
            <pc:sldMk cId="2688453390" sldId="417"/>
            <ac:spMk id="9221" creationId="{23FF753A-37E3-EFE5-4C60-D116F1C6FFC2}"/>
          </ac:spMkLst>
        </pc:spChg>
      </pc:sldChg>
      <pc:sldChg chg="modSp mod">
        <pc:chgData name="Rootman, Chantal (Prof) (Summerstrand Campus South)" userId="b3444f73-21d4-4d22-b260-75b64de2b6d6" providerId="ADAL" clId="{9FDD9279-9B55-4B78-AD88-2C1B2B83D5FD}" dt="2026-02-03T12:50:30.344" v="175" actId="113"/>
        <pc:sldMkLst>
          <pc:docMk/>
          <pc:sldMk cId="1698145687" sldId="418"/>
        </pc:sldMkLst>
        <pc:spChg chg="mod">
          <ac:chgData name="Rootman, Chantal (Prof) (Summerstrand Campus South)" userId="b3444f73-21d4-4d22-b260-75b64de2b6d6" providerId="ADAL" clId="{9FDD9279-9B55-4B78-AD88-2C1B2B83D5FD}" dt="2026-02-03T12:50:30.344" v="175" actId="113"/>
          <ac:spMkLst>
            <pc:docMk/>
            <pc:sldMk cId="1698145687" sldId="418"/>
            <ac:spMk id="9221" creationId="{76E4E739-2961-AA60-3E05-ED73A10170D0}"/>
          </ac:spMkLst>
        </pc:spChg>
      </pc:sldChg>
      <pc:sldChg chg="modSp mod">
        <pc:chgData name="Rootman, Chantal (Prof) (Summerstrand Campus South)" userId="b3444f73-21d4-4d22-b260-75b64de2b6d6" providerId="ADAL" clId="{9FDD9279-9B55-4B78-AD88-2C1B2B83D5FD}" dt="2026-02-03T12:51:06.068" v="209" actId="207"/>
        <pc:sldMkLst>
          <pc:docMk/>
          <pc:sldMk cId="1097473708" sldId="419"/>
        </pc:sldMkLst>
        <pc:spChg chg="mod">
          <ac:chgData name="Rootman, Chantal (Prof) (Summerstrand Campus South)" userId="b3444f73-21d4-4d22-b260-75b64de2b6d6" providerId="ADAL" clId="{9FDD9279-9B55-4B78-AD88-2C1B2B83D5FD}" dt="2026-02-03T12:51:06.068" v="209" actId="207"/>
          <ac:spMkLst>
            <pc:docMk/>
            <pc:sldMk cId="1097473708" sldId="419"/>
            <ac:spMk id="9221" creationId="{F729EFA7-339B-3CAC-B59E-F39103823B1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80B347-63B2-4E97-BF7A-44B24ADC91D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7EDA8265-D4CD-42F4-97FB-5B24F6E833E8}">
      <dgm:prSet phldrT="[Text]" custT="1"/>
      <dgm:spPr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1430" tIns="11430" rIns="11430" bIns="11430" numCol="1" spcCol="1270" anchor="ctr" anchorCtr="0"/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Purpose of financial 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analysis</a:t>
          </a:r>
          <a:endParaRPr lang="en-ZA" sz="1800" kern="1200" dirty="0">
            <a:solidFill>
              <a:prstClr val="white"/>
            </a:solidFill>
            <a:latin typeface="Tahoma"/>
            <a:ea typeface="ＭＳ Ｐゴシック"/>
            <a:cs typeface="+mn-cs"/>
          </a:endParaRPr>
        </a:p>
      </dgm:t>
    </dgm:pt>
    <dgm:pt modelId="{921DB070-A93F-446F-AE94-183A263E3689}" type="parTrans" cxnId="{1A3BD664-4F95-444F-BC61-F4281DC7337E}">
      <dgm:prSet/>
      <dgm:spPr/>
      <dgm:t>
        <a:bodyPr/>
        <a:lstStyle/>
        <a:p>
          <a:endParaRPr lang="en-ZA" sz="1800"/>
        </a:p>
      </dgm:t>
    </dgm:pt>
    <dgm:pt modelId="{60B2800B-4C96-4EB3-924B-4EC3225844B4}" type="sibTrans" cxnId="{1A3BD664-4F95-444F-BC61-F4281DC7337E}">
      <dgm:prSet/>
      <dgm:spPr/>
      <dgm:t>
        <a:bodyPr/>
        <a:lstStyle/>
        <a:p>
          <a:endParaRPr lang="en-ZA" sz="1800"/>
        </a:p>
      </dgm:t>
    </dgm:pt>
    <dgm:pt modelId="{FB6BF350-4C74-4C05-A63C-86792B080686}">
      <dgm:prSet phldrT="[Text]" custT="1"/>
      <dgm:spPr/>
      <dgm:t>
        <a:bodyPr/>
        <a:lstStyle/>
        <a:p>
          <a:r>
            <a:rPr lang="en-US" sz="1800" dirty="0"/>
            <a:t>Evaluate financial performance</a:t>
          </a:r>
          <a:endParaRPr lang="en-ZA" sz="1800" dirty="0"/>
        </a:p>
      </dgm:t>
    </dgm:pt>
    <dgm:pt modelId="{62C34B88-B129-4751-BC1B-4B984AB90777}" type="parTrans" cxnId="{3805E92B-BA1F-4C6A-8576-5BFFF2D44FE9}">
      <dgm:prSet/>
      <dgm:spPr/>
      <dgm:t>
        <a:bodyPr/>
        <a:lstStyle/>
        <a:p>
          <a:endParaRPr lang="en-ZA" sz="1800"/>
        </a:p>
      </dgm:t>
    </dgm:pt>
    <dgm:pt modelId="{464A9281-D44D-4C40-B402-A9B8767052A4}" type="sibTrans" cxnId="{3805E92B-BA1F-4C6A-8576-5BFFF2D44FE9}">
      <dgm:prSet/>
      <dgm:spPr/>
      <dgm:t>
        <a:bodyPr/>
        <a:lstStyle/>
        <a:p>
          <a:endParaRPr lang="en-ZA" sz="1800"/>
        </a:p>
      </dgm:t>
    </dgm:pt>
    <dgm:pt modelId="{C1E91DE7-304B-4FC1-9FA9-C442537BC478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1800" dirty="0"/>
            <a:t>Evaluate financial 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800" dirty="0"/>
            <a:t>position</a:t>
          </a:r>
          <a:endParaRPr lang="en-ZA" sz="1800" dirty="0"/>
        </a:p>
      </dgm:t>
    </dgm:pt>
    <dgm:pt modelId="{E85E7E47-D659-4B9A-B0D0-AB887DCFF9A0}" type="parTrans" cxnId="{D55A53D2-20B5-4CB7-A1FA-DF0224319FF3}">
      <dgm:prSet/>
      <dgm:spPr/>
      <dgm:t>
        <a:bodyPr/>
        <a:lstStyle/>
        <a:p>
          <a:endParaRPr lang="en-ZA" sz="1800"/>
        </a:p>
      </dgm:t>
    </dgm:pt>
    <dgm:pt modelId="{165F84E6-6B9C-4525-B840-56EB673D0D05}" type="sibTrans" cxnId="{D55A53D2-20B5-4CB7-A1FA-DF0224319FF3}">
      <dgm:prSet/>
      <dgm:spPr/>
      <dgm:t>
        <a:bodyPr/>
        <a:lstStyle/>
        <a:p>
          <a:endParaRPr lang="en-ZA" sz="1800"/>
        </a:p>
      </dgm:t>
    </dgm:pt>
    <dgm:pt modelId="{CAB4386B-00C8-4BCE-800D-7F2B08BD2D27}">
      <dgm:prSet phldrT="[Text]" custT="1"/>
      <dgm:spPr/>
      <dgm:t>
        <a:bodyPr/>
        <a:lstStyle/>
        <a:p>
          <a:r>
            <a:rPr lang="en-US" sz="1800" dirty="0"/>
            <a:t>Evaluate future plans based on budgeted statements</a:t>
          </a:r>
          <a:endParaRPr lang="en-ZA" sz="1800" dirty="0"/>
        </a:p>
      </dgm:t>
    </dgm:pt>
    <dgm:pt modelId="{FA7D4A6C-1BFE-43AC-973E-26C1C28293C3}" type="parTrans" cxnId="{0C059E45-3392-435B-942B-9DABCDCAB06A}">
      <dgm:prSet/>
      <dgm:spPr/>
      <dgm:t>
        <a:bodyPr/>
        <a:lstStyle/>
        <a:p>
          <a:endParaRPr lang="en-ZA" sz="1800"/>
        </a:p>
      </dgm:t>
    </dgm:pt>
    <dgm:pt modelId="{D1095425-E7E8-4610-82E2-E8FA34FD71F4}" type="sibTrans" cxnId="{0C059E45-3392-435B-942B-9DABCDCAB06A}">
      <dgm:prSet/>
      <dgm:spPr/>
      <dgm:t>
        <a:bodyPr/>
        <a:lstStyle/>
        <a:p>
          <a:endParaRPr lang="en-ZA" sz="1800"/>
        </a:p>
      </dgm:t>
    </dgm:pt>
    <dgm:pt modelId="{611F8ED5-DDFB-4297-93CA-0FF7414CC48D}">
      <dgm:prSet custT="1"/>
      <dgm:spPr/>
      <dgm:t>
        <a:bodyPr/>
        <a:lstStyle/>
        <a:p>
          <a:r>
            <a:rPr lang="en-US" sz="1800" dirty="0"/>
            <a:t>Economic conditions</a:t>
          </a:r>
          <a:endParaRPr lang="en-ZA" sz="1800" dirty="0"/>
        </a:p>
      </dgm:t>
    </dgm:pt>
    <dgm:pt modelId="{B2A4E25F-E687-46B7-8506-426C616C8095}" type="parTrans" cxnId="{123CF366-E954-48F0-BBC2-D7D40F6E28CA}">
      <dgm:prSet/>
      <dgm:spPr/>
      <dgm:t>
        <a:bodyPr/>
        <a:lstStyle/>
        <a:p>
          <a:endParaRPr lang="en-ZA" sz="1800"/>
        </a:p>
      </dgm:t>
    </dgm:pt>
    <dgm:pt modelId="{D684D567-22EC-4127-A0B2-33DE8CCAF7AC}" type="sibTrans" cxnId="{123CF366-E954-48F0-BBC2-D7D40F6E28CA}">
      <dgm:prSet/>
      <dgm:spPr/>
      <dgm:t>
        <a:bodyPr/>
        <a:lstStyle/>
        <a:p>
          <a:endParaRPr lang="en-ZA" sz="1800"/>
        </a:p>
      </dgm:t>
    </dgm:pt>
    <dgm:pt modelId="{C1EFBF15-9453-4F38-89FF-7E5B699DEC5C}">
      <dgm:prSet custT="1"/>
      <dgm:spPr/>
      <dgm:t>
        <a:bodyPr/>
        <a:lstStyle/>
        <a:p>
          <a:r>
            <a:rPr lang="en-US" sz="1800" dirty="0"/>
            <a:t>Competitive factors</a:t>
          </a:r>
          <a:endParaRPr lang="en-ZA" sz="1800" dirty="0"/>
        </a:p>
      </dgm:t>
    </dgm:pt>
    <dgm:pt modelId="{1E6EB07A-2646-48A6-8DCE-30BAEDE2A80B}" type="parTrans" cxnId="{F2EA5F5F-F737-4CD4-8572-CD8765B5DAC3}">
      <dgm:prSet/>
      <dgm:spPr/>
      <dgm:t>
        <a:bodyPr/>
        <a:lstStyle/>
        <a:p>
          <a:endParaRPr lang="en-ZA" sz="1800"/>
        </a:p>
      </dgm:t>
    </dgm:pt>
    <dgm:pt modelId="{86480AA7-6DD0-40C9-811D-C8AEC8DD2162}" type="sibTrans" cxnId="{F2EA5F5F-F737-4CD4-8572-CD8765B5DAC3}">
      <dgm:prSet/>
      <dgm:spPr/>
      <dgm:t>
        <a:bodyPr/>
        <a:lstStyle/>
        <a:p>
          <a:endParaRPr lang="en-ZA" sz="1800"/>
        </a:p>
      </dgm:t>
    </dgm:pt>
    <dgm:pt modelId="{FD6DC523-B756-43E0-9FE2-F6B2F7E05461}" type="asst">
      <dgm:prSet custT="1"/>
      <dgm:spPr/>
      <dgm:t>
        <a:bodyPr/>
        <a:lstStyle/>
        <a:p>
          <a:r>
            <a:rPr lang="en-US" sz="1800" dirty="0"/>
            <a:t>Economic cycles – expand/contract</a:t>
          </a:r>
          <a:endParaRPr lang="en-ZA" sz="1800" dirty="0"/>
        </a:p>
      </dgm:t>
    </dgm:pt>
    <dgm:pt modelId="{0F929FDA-67B7-4840-B436-AE16D30228D4}" type="parTrans" cxnId="{B7BB67BF-34F8-4D60-B46D-F970A1DEACF3}">
      <dgm:prSet/>
      <dgm:spPr/>
      <dgm:t>
        <a:bodyPr/>
        <a:lstStyle/>
        <a:p>
          <a:endParaRPr lang="en-ZA" sz="1800"/>
        </a:p>
      </dgm:t>
    </dgm:pt>
    <dgm:pt modelId="{4FB08BFA-CE15-4F7D-8066-FEC49E33C080}" type="sibTrans" cxnId="{B7BB67BF-34F8-4D60-B46D-F970A1DEACF3}">
      <dgm:prSet/>
      <dgm:spPr/>
      <dgm:t>
        <a:bodyPr/>
        <a:lstStyle/>
        <a:p>
          <a:endParaRPr lang="en-ZA" sz="1800"/>
        </a:p>
      </dgm:t>
    </dgm:pt>
    <dgm:pt modelId="{BD95C617-B7AD-494B-AFEA-703437BFCEA1}" type="asst">
      <dgm:prSet custT="1"/>
      <dgm:spPr/>
      <dgm:t>
        <a:bodyPr/>
        <a:lstStyle/>
        <a:p>
          <a:r>
            <a:rPr lang="en-US" sz="1800" dirty="0"/>
            <a:t>Monopoly vs  Oligopoly</a:t>
          </a:r>
          <a:endParaRPr lang="en-ZA" sz="1800" dirty="0"/>
        </a:p>
      </dgm:t>
    </dgm:pt>
    <dgm:pt modelId="{078093F1-5FFF-43AA-94DA-89CCD29469E5}" type="parTrans" cxnId="{1592F719-ACDD-415F-9874-2245B0A28045}">
      <dgm:prSet/>
      <dgm:spPr/>
      <dgm:t>
        <a:bodyPr/>
        <a:lstStyle/>
        <a:p>
          <a:endParaRPr lang="en-ZA" sz="1800"/>
        </a:p>
      </dgm:t>
    </dgm:pt>
    <dgm:pt modelId="{77A78AA2-056D-4975-9100-C61CC0A44CF3}" type="sibTrans" cxnId="{1592F719-ACDD-415F-9874-2245B0A28045}">
      <dgm:prSet/>
      <dgm:spPr/>
      <dgm:t>
        <a:bodyPr/>
        <a:lstStyle/>
        <a:p>
          <a:endParaRPr lang="en-ZA" sz="1800"/>
        </a:p>
      </dgm:t>
    </dgm:pt>
    <dgm:pt modelId="{4CDA3D8C-F27E-4720-A8F1-43F569D6C7E1}" type="pres">
      <dgm:prSet presAssocID="{C680B347-63B2-4E97-BF7A-44B24ADC91D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6CCCC8E-CE96-4EB3-B52B-E340CD35BB97}" type="pres">
      <dgm:prSet presAssocID="{7EDA8265-D4CD-42F4-97FB-5B24F6E833E8}" presName="hierRoot1" presStyleCnt="0">
        <dgm:presLayoutVars>
          <dgm:hierBranch val="init"/>
        </dgm:presLayoutVars>
      </dgm:prSet>
      <dgm:spPr/>
    </dgm:pt>
    <dgm:pt modelId="{FB20DD01-778C-4373-9F7E-1B794F2335A9}" type="pres">
      <dgm:prSet presAssocID="{7EDA8265-D4CD-42F4-97FB-5B24F6E833E8}" presName="rootComposite1" presStyleCnt="0"/>
      <dgm:spPr/>
    </dgm:pt>
    <dgm:pt modelId="{B94DD7CA-9A63-43CB-8652-711697C06262}" type="pres">
      <dgm:prSet presAssocID="{7EDA8265-D4CD-42F4-97FB-5B24F6E833E8}" presName="rootText1" presStyleLbl="node0" presStyleIdx="0" presStyleCnt="1" custScaleY="119182">
        <dgm:presLayoutVars>
          <dgm:chPref val="3"/>
        </dgm:presLayoutVars>
      </dgm:prSet>
      <dgm:spPr>
        <a:xfrm>
          <a:off x="4432307" y="68097"/>
          <a:ext cx="1755307" cy="1046005"/>
        </a:xfrm>
        <a:prstGeom prst="rect">
          <a:avLst/>
        </a:prstGeom>
      </dgm:spPr>
    </dgm:pt>
    <dgm:pt modelId="{C18C648A-9472-4248-939C-69189EC461FE}" type="pres">
      <dgm:prSet presAssocID="{7EDA8265-D4CD-42F4-97FB-5B24F6E833E8}" presName="rootConnector1" presStyleLbl="node1" presStyleIdx="0" presStyleCnt="0"/>
      <dgm:spPr/>
    </dgm:pt>
    <dgm:pt modelId="{DB7B4A50-3E56-450B-B670-9AE20659D755}" type="pres">
      <dgm:prSet presAssocID="{7EDA8265-D4CD-42F4-97FB-5B24F6E833E8}" presName="hierChild2" presStyleCnt="0"/>
      <dgm:spPr/>
    </dgm:pt>
    <dgm:pt modelId="{974123E9-2E4E-4167-97E5-818028031C9F}" type="pres">
      <dgm:prSet presAssocID="{62C34B88-B129-4751-BC1B-4B984AB90777}" presName="Name37" presStyleLbl="parChTrans1D2" presStyleIdx="0" presStyleCnt="3"/>
      <dgm:spPr/>
    </dgm:pt>
    <dgm:pt modelId="{4FA99CB5-A026-407D-8C6B-24FBF090E9DB}" type="pres">
      <dgm:prSet presAssocID="{FB6BF350-4C74-4C05-A63C-86792B080686}" presName="hierRoot2" presStyleCnt="0">
        <dgm:presLayoutVars>
          <dgm:hierBranch val="init"/>
        </dgm:presLayoutVars>
      </dgm:prSet>
      <dgm:spPr/>
    </dgm:pt>
    <dgm:pt modelId="{11FD0A9E-961E-4B3C-BAFC-7E9EBE8F9BD6}" type="pres">
      <dgm:prSet presAssocID="{FB6BF350-4C74-4C05-A63C-86792B080686}" presName="rootComposite" presStyleCnt="0"/>
      <dgm:spPr/>
    </dgm:pt>
    <dgm:pt modelId="{59FEA983-E4A0-4107-B054-7624D06CFF44}" type="pres">
      <dgm:prSet presAssocID="{FB6BF350-4C74-4C05-A63C-86792B080686}" presName="rootText" presStyleLbl="node2" presStyleIdx="0" presStyleCnt="3" custScaleY="121762">
        <dgm:presLayoutVars>
          <dgm:chPref val="3"/>
        </dgm:presLayoutVars>
      </dgm:prSet>
      <dgm:spPr/>
    </dgm:pt>
    <dgm:pt modelId="{96B3F7C4-BBC5-4C38-B3A4-5210FA4F9C1B}" type="pres">
      <dgm:prSet presAssocID="{FB6BF350-4C74-4C05-A63C-86792B080686}" presName="rootConnector" presStyleLbl="node2" presStyleIdx="0" presStyleCnt="3"/>
      <dgm:spPr/>
    </dgm:pt>
    <dgm:pt modelId="{C91574BF-5B1B-43E1-BC34-38FA20F8A9AF}" type="pres">
      <dgm:prSet presAssocID="{FB6BF350-4C74-4C05-A63C-86792B080686}" presName="hierChild4" presStyleCnt="0"/>
      <dgm:spPr/>
    </dgm:pt>
    <dgm:pt modelId="{F2EA56CD-3858-4AD3-A0F3-A11564AA960D}" type="pres">
      <dgm:prSet presAssocID="{B2A4E25F-E687-46B7-8506-426C616C8095}" presName="Name37" presStyleLbl="parChTrans1D3" presStyleIdx="0" presStyleCnt="2"/>
      <dgm:spPr/>
    </dgm:pt>
    <dgm:pt modelId="{3C9DC444-CD8D-4FAF-98B9-B4AE0B3EED53}" type="pres">
      <dgm:prSet presAssocID="{611F8ED5-DDFB-4297-93CA-0FF7414CC48D}" presName="hierRoot2" presStyleCnt="0">
        <dgm:presLayoutVars>
          <dgm:hierBranch val="init"/>
        </dgm:presLayoutVars>
      </dgm:prSet>
      <dgm:spPr/>
    </dgm:pt>
    <dgm:pt modelId="{A08222EC-0D98-42C9-AE3D-0B762E08DAC2}" type="pres">
      <dgm:prSet presAssocID="{611F8ED5-DDFB-4297-93CA-0FF7414CC48D}" presName="rootComposite" presStyleCnt="0"/>
      <dgm:spPr/>
    </dgm:pt>
    <dgm:pt modelId="{17B02BDC-C823-4B63-8FC9-AB2FAC9F4B0A}" type="pres">
      <dgm:prSet presAssocID="{611F8ED5-DDFB-4297-93CA-0FF7414CC48D}" presName="rootText" presStyleLbl="node3" presStyleIdx="0" presStyleCnt="2">
        <dgm:presLayoutVars>
          <dgm:chPref val="3"/>
        </dgm:presLayoutVars>
      </dgm:prSet>
      <dgm:spPr/>
    </dgm:pt>
    <dgm:pt modelId="{BB803F3E-3E96-474C-878B-E8E15DF35CE1}" type="pres">
      <dgm:prSet presAssocID="{611F8ED5-DDFB-4297-93CA-0FF7414CC48D}" presName="rootConnector" presStyleLbl="node3" presStyleIdx="0" presStyleCnt="2"/>
      <dgm:spPr/>
    </dgm:pt>
    <dgm:pt modelId="{E85A826A-440F-4C08-B2EA-FF1AF5AF3B8B}" type="pres">
      <dgm:prSet presAssocID="{611F8ED5-DDFB-4297-93CA-0FF7414CC48D}" presName="hierChild4" presStyleCnt="0"/>
      <dgm:spPr/>
    </dgm:pt>
    <dgm:pt modelId="{4326EF73-100B-42FF-8E99-2A774808B83E}" type="pres">
      <dgm:prSet presAssocID="{611F8ED5-DDFB-4297-93CA-0FF7414CC48D}" presName="hierChild5" presStyleCnt="0"/>
      <dgm:spPr/>
    </dgm:pt>
    <dgm:pt modelId="{66FD7A80-6634-4A8D-B918-1D6F4B7E3D6A}" type="pres">
      <dgm:prSet presAssocID="{0F929FDA-67B7-4840-B436-AE16D30228D4}" presName="Name111" presStyleLbl="parChTrans1D4" presStyleIdx="0" presStyleCnt="2"/>
      <dgm:spPr/>
    </dgm:pt>
    <dgm:pt modelId="{9233389D-4D6E-49B3-A893-8EAC7F9A3DCE}" type="pres">
      <dgm:prSet presAssocID="{FD6DC523-B756-43E0-9FE2-F6B2F7E05461}" presName="hierRoot3" presStyleCnt="0">
        <dgm:presLayoutVars>
          <dgm:hierBranch val="init"/>
        </dgm:presLayoutVars>
      </dgm:prSet>
      <dgm:spPr/>
    </dgm:pt>
    <dgm:pt modelId="{CEE90A59-CB6D-4974-B895-AF32414688E4}" type="pres">
      <dgm:prSet presAssocID="{FD6DC523-B756-43E0-9FE2-F6B2F7E05461}" presName="rootComposite3" presStyleCnt="0"/>
      <dgm:spPr/>
    </dgm:pt>
    <dgm:pt modelId="{86681D18-98CB-436E-8315-294DAF8E4487}" type="pres">
      <dgm:prSet presAssocID="{FD6DC523-B756-43E0-9FE2-F6B2F7E05461}" presName="rootText3" presStyleLbl="asst3" presStyleIdx="0" presStyleCnt="2">
        <dgm:presLayoutVars>
          <dgm:chPref val="3"/>
        </dgm:presLayoutVars>
      </dgm:prSet>
      <dgm:spPr/>
    </dgm:pt>
    <dgm:pt modelId="{C1B5B542-B34B-4B85-B76D-B48ED9212017}" type="pres">
      <dgm:prSet presAssocID="{FD6DC523-B756-43E0-9FE2-F6B2F7E05461}" presName="rootConnector3" presStyleLbl="asst3" presStyleIdx="0" presStyleCnt="2"/>
      <dgm:spPr/>
    </dgm:pt>
    <dgm:pt modelId="{33655A97-8809-4816-BA6C-CE68A913B9B4}" type="pres">
      <dgm:prSet presAssocID="{FD6DC523-B756-43E0-9FE2-F6B2F7E05461}" presName="hierChild6" presStyleCnt="0"/>
      <dgm:spPr/>
    </dgm:pt>
    <dgm:pt modelId="{B6D12314-2A8E-4EDB-A4EC-C8D7AFA982C5}" type="pres">
      <dgm:prSet presAssocID="{FD6DC523-B756-43E0-9FE2-F6B2F7E05461}" presName="hierChild7" presStyleCnt="0"/>
      <dgm:spPr/>
    </dgm:pt>
    <dgm:pt modelId="{9FC24F7A-BE9E-4BD0-8217-FE32E1E285FA}" type="pres">
      <dgm:prSet presAssocID="{1E6EB07A-2646-48A6-8DCE-30BAEDE2A80B}" presName="Name37" presStyleLbl="parChTrans1D3" presStyleIdx="1" presStyleCnt="2"/>
      <dgm:spPr/>
    </dgm:pt>
    <dgm:pt modelId="{3D886FB9-8C4B-4B63-B33F-DB1DEA1FC137}" type="pres">
      <dgm:prSet presAssocID="{C1EFBF15-9453-4F38-89FF-7E5B699DEC5C}" presName="hierRoot2" presStyleCnt="0">
        <dgm:presLayoutVars>
          <dgm:hierBranch val="init"/>
        </dgm:presLayoutVars>
      </dgm:prSet>
      <dgm:spPr/>
    </dgm:pt>
    <dgm:pt modelId="{0DA8FDF0-19C1-4C6A-A86B-2652DCD2A4B4}" type="pres">
      <dgm:prSet presAssocID="{C1EFBF15-9453-4F38-89FF-7E5B699DEC5C}" presName="rootComposite" presStyleCnt="0"/>
      <dgm:spPr/>
    </dgm:pt>
    <dgm:pt modelId="{EA20B189-A75B-4574-8762-6930D7CFB0C3}" type="pres">
      <dgm:prSet presAssocID="{C1EFBF15-9453-4F38-89FF-7E5B699DEC5C}" presName="rootText" presStyleLbl="node3" presStyleIdx="1" presStyleCnt="2">
        <dgm:presLayoutVars>
          <dgm:chPref val="3"/>
        </dgm:presLayoutVars>
      </dgm:prSet>
      <dgm:spPr/>
    </dgm:pt>
    <dgm:pt modelId="{D6BE1416-A0DA-4852-A532-D274BD1415A7}" type="pres">
      <dgm:prSet presAssocID="{C1EFBF15-9453-4F38-89FF-7E5B699DEC5C}" presName="rootConnector" presStyleLbl="node3" presStyleIdx="1" presStyleCnt="2"/>
      <dgm:spPr/>
    </dgm:pt>
    <dgm:pt modelId="{93488B75-983F-4C5A-9A9D-30B7FFBFA14E}" type="pres">
      <dgm:prSet presAssocID="{C1EFBF15-9453-4F38-89FF-7E5B699DEC5C}" presName="hierChild4" presStyleCnt="0"/>
      <dgm:spPr/>
    </dgm:pt>
    <dgm:pt modelId="{053A9318-1342-4F9F-A73A-8E53F62AAFE6}" type="pres">
      <dgm:prSet presAssocID="{C1EFBF15-9453-4F38-89FF-7E5B699DEC5C}" presName="hierChild5" presStyleCnt="0"/>
      <dgm:spPr/>
    </dgm:pt>
    <dgm:pt modelId="{4917CB90-ABB9-4F70-9D99-F9637849D7CE}" type="pres">
      <dgm:prSet presAssocID="{078093F1-5FFF-43AA-94DA-89CCD29469E5}" presName="Name111" presStyleLbl="parChTrans1D4" presStyleIdx="1" presStyleCnt="2"/>
      <dgm:spPr/>
    </dgm:pt>
    <dgm:pt modelId="{5AE509D3-472D-45E6-A936-B87CF3FA4D2A}" type="pres">
      <dgm:prSet presAssocID="{BD95C617-B7AD-494B-AFEA-703437BFCEA1}" presName="hierRoot3" presStyleCnt="0">
        <dgm:presLayoutVars>
          <dgm:hierBranch val="init"/>
        </dgm:presLayoutVars>
      </dgm:prSet>
      <dgm:spPr/>
    </dgm:pt>
    <dgm:pt modelId="{5D56A087-AE9F-434A-8EDB-647992FEA60F}" type="pres">
      <dgm:prSet presAssocID="{BD95C617-B7AD-494B-AFEA-703437BFCEA1}" presName="rootComposite3" presStyleCnt="0"/>
      <dgm:spPr/>
    </dgm:pt>
    <dgm:pt modelId="{7ED877F3-7451-4223-A771-F623677874EF}" type="pres">
      <dgm:prSet presAssocID="{BD95C617-B7AD-494B-AFEA-703437BFCEA1}" presName="rootText3" presStyleLbl="asst3" presStyleIdx="1" presStyleCnt="2">
        <dgm:presLayoutVars>
          <dgm:chPref val="3"/>
        </dgm:presLayoutVars>
      </dgm:prSet>
      <dgm:spPr/>
    </dgm:pt>
    <dgm:pt modelId="{C0E36104-3609-4E1D-BB53-B0396FA30143}" type="pres">
      <dgm:prSet presAssocID="{BD95C617-B7AD-494B-AFEA-703437BFCEA1}" presName="rootConnector3" presStyleLbl="asst3" presStyleIdx="1" presStyleCnt="2"/>
      <dgm:spPr/>
    </dgm:pt>
    <dgm:pt modelId="{F7B88EAF-CAB1-4EF0-91A8-88633E81536E}" type="pres">
      <dgm:prSet presAssocID="{BD95C617-B7AD-494B-AFEA-703437BFCEA1}" presName="hierChild6" presStyleCnt="0"/>
      <dgm:spPr/>
    </dgm:pt>
    <dgm:pt modelId="{DCB2B4F4-14F7-4C38-90C4-8C86FE86CC9E}" type="pres">
      <dgm:prSet presAssocID="{BD95C617-B7AD-494B-AFEA-703437BFCEA1}" presName="hierChild7" presStyleCnt="0"/>
      <dgm:spPr/>
    </dgm:pt>
    <dgm:pt modelId="{B06ECC77-0465-4AAF-9536-3B4E9F679E71}" type="pres">
      <dgm:prSet presAssocID="{FB6BF350-4C74-4C05-A63C-86792B080686}" presName="hierChild5" presStyleCnt="0"/>
      <dgm:spPr/>
    </dgm:pt>
    <dgm:pt modelId="{74B227D7-8FBB-4E0A-BC60-A879F4C98F98}" type="pres">
      <dgm:prSet presAssocID="{E85E7E47-D659-4B9A-B0D0-AB887DCFF9A0}" presName="Name37" presStyleLbl="parChTrans1D2" presStyleIdx="1" presStyleCnt="3"/>
      <dgm:spPr/>
    </dgm:pt>
    <dgm:pt modelId="{82F2BBB8-56FA-4DD9-8895-EEC636E59338}" type="pres">
      <dgm:prSet presAssocID="{C1E91DE7-304B-4FC1-9FA9-C442537BC478}" presName="hierRoot2" presStyleCnt="0">
        <dgm:presLayoutVars>
          <dgm:hierBranch val="init"/>
        </dgm:presLayoutVars>
      </dgm:prSet>
      <dgm:spPr/>
    </dgm:pt>
    <dgm:pt modelId="{F7A3FE52-5436-4B14-96F9-69DC7914081B}" type="pres">
      <dgm:prSet presAssocID="{C1E91DE7-304B-4FC1-9FA9-C442537BC478}" presName="rootComposite" presStyleCnt="0"/>
      <dgm:spPr/>
    </dgm:pt>
    <dgm:pt modelId="{AF13DC83-A403-4385-8102-3A46FDB0DF12}" type="pres">
      <dgm:prSet presAssocID="{C1E91DE7-304B-4FC1-9FA9-C442537BC478}" presName="rootText" presStyleLbl="node2" presStyleIdx="1" presStyleCnt="3" custScaleY="121762">
        <dgm:presLayoutVars>
          <dgm:chPref val="3"/>
        </dgm:presLayoutVars>
      </dgm:prSet>
      <dgm:spPr/>
    </dgm:pt>
    <dgm:pt modelId="{B2A24581-E087-4147-94D5-58BBD662E313}" type="pres">
      <dgm:prSet presAssocID="{C1E91DE7-304B-4FC1-9FA9-C442537BC478}" presName="rootConnector" presStyleLbl="node2" presStyleIdx="1" presStyleCnt="3"/>
      <dgm:spPr/>
    </dgm:pt>
    <dgm:pt modelId="{0DE545E6-2DAC-4B51-9FC9-30689EE73E7E}" type="pres">
      <dgm:prSet presAssocID="{C1E91DE7-304B-4FC1-9FA9-C442537BC478}" presName="hierChild4" presStyleCnt="0"/>
      <dgm:spPr/>
    </dgm:pt>
    <dgm:pt modelId="{9724EA0D-7BE9-4FCE-AD18-F46C7A2538DC}" type="pres">
      <dgm:prSet presAssocID="{C1E91DE7-304B-4FC1-9FA9-C442537BC478}" presName="hierChild5" presStyleCnt="0"/>
      <dgm:spPr/>
    </dgm:pt>
    <dgm:pt modelId="{CA54A224-6ED2-45A8-82EB-4E9B4E42ABF3}" type="pres">
      <dgm:prSet presAssocID="{FA7D4A6C-1BFE-43AC-973E-26C1C28293C3}" presName="Name37" presStyleLbl="parChTrans1D2" presStyleIdx="2" presStyleCnt="3"/>
      <dgm:spPr/>
    </dgm:pt>
    <dgm:pt modelId="{0D6C01B2-C2BD-4725-A5C7-5DE0A033756A}" type="pres">
      <dgm:prSet presAssocID="{CAB4386B-00C8-4BCE-800D-7F2B08BD2D27}" presName="hierRoot2" presStyleCnt="0">
        <dgm:presLayoutVars>
          <dgm:hierBranch val="init"/>
        </dgm:presLayoutVars>
      </dgm:prSet>
      <dgm:spPr/>
    </dgm:pt>
    <dgm:pt modelId="{01820388-61EB-4A33-9F63-21D188A2D079}" type="pres">
      <dgm:prSet presAssocID="{CAB4386B-00C8-4BCE-800D-7F2B08BD2D27}" presName="rootComposite" presStyleCnt="0"/>
      <dgm:spPr/>
    </dgm:pt>
    <dgm:pt modelId="{9E910CF3-89C1-421B-8814-DE8CF17F1952}" type="pres">
      <dgm:prSet presAssocID="{CAB4386B-00C8-4BCE-800D-7F2B08BD2D27}" presName="rootText" presStyleLbl="node2" presStyleIdx="2" presStyleCnt="3" custScaleX="121004" custScaleY="119868">
        <dgm:presLayoutVars>
          <dgm:chPref val="3"/>
        </dgm:presLayoutVars>
      </dgm:prSet>
      <dgm:spPr/>
    </dgm:pt>
    <dgm:pt modelId="{C8CF294C-4C8A-4E80-B73C-573D0CBF497C}" type="pres">
      <dgm:prSet presAssocID="{CAB4386B-00C8-4BCE-800D-7F2B08BD2D27}" presName="rootConnector" presStyleLbl="node2" presStyleIdx="2" presStyleCnt="3"/>
      <dgm:spPr/>
    </dgm:pt>
    <dgm:pt modelId="{79B67FE9-A458-450A-8A22-EB6B99F00ABB}" type="pres">
      <dgm:prSet presAssocID="{CAB4386B-00C8-4BCE-800D-7F2B08BD2D27}" presName="hierChild4" presStyleCnt="0"/>
      <dgm:spPr/>
    </dgm:pt>
    <dgm:pt modelId="{B59FAF4E-4BE4-4887-8E16-CB45EE478143}" type="pres">
      <dgm:prSet presAssocID="{CAB4386B-00C8-4BCE-800D-7F2B08BD2D27}" presName="hierChild5" presStyleCnt="0"/>
      <dgm:spPr/>
    </dgm:pt>
    <dgm:pt modelId="{D6ACD195-0D81-472A-B264-B9618D087621}" type="pres">
      <dgm:prSet presAssocID="{7EDA8265-D4CD-42F4-97FB-5B24F6E833E8}" presName="hierChild3" presStyleCnt="0"/>
      <dgm:spPr/>
    </dgm:pt>
  </dgm:ptLst>
  <dgm:cxnLst>
    <dgm:cxn modelId="{D2E5A80D-E738-40AD-857D-C940F717D099}" type="presOf" srcId="{C1EFBF15-9453-4F38-89FF-7E5B699DEC5C}" destId="{EA20B189-A75B-4574-8762-6930D7CFB0C3}" srcOrd="0" destOrd="0" presId="urn:microsoft.com/office/officeart/2005/8/layout/orgChart1"/>
    <dgm:cxn modelId="{A5840B13-80F2-41F3-B48E-62B547B975CC}" type="presOf" srcId="{FA7D4A6C-1BFE-43AC-973E-26C1C28293C3}" destId="{CA54A224-6ED2-45A8-82EB-4E9B4E42ABF3}" srcOrd="0" destOrd="0" presId="urn:microsoft.com/office/officeart/2005/8/layout/orgChart1"/>
    <dgm:cxn modelId="{1592F719-ACDD-415F-9874-2245B0A28045}" srcId="{C1EFBF15-9453-4F38-89FF-7E5B699DEC5C}" destId="{BD95C617-B7AD-494B-AFEA-703437BFCEA1}" srcOrd="0" destOrd="0" parTransId="{078093F1-5FFF-43AA-94DA-89CCD29469E5}" sibTransId="{77A78AA2-056D-4975-9100-C61CC0A44CF3}"/>
    <dgm:cxn modelId="{3805E92B-BA1F-4C6A-8576-5BFFF2D44FE9}" srcId="{7EDA8265-D4CD-42F4-97FB-5B24F6E833E8}" destId="{FB6BF350-4C74-4C05-A63C-86792B080686}" srcOrd="0" destOrd="0" parTransId="{62C34B88-B129-4751-BC1B-4B984AB90777}" sibTransId="{464A9281-D44D-4C40-B402-A9B8767052A4}"/>
    <dgm:cxn modelId="{7DE94F3F-1213-4A9E-919F-AFC7F3706017}" type="presOf" srcId="{611F8ED5-DDFB-4297-93CA-0FF7414CC48D}" destId="{BB803F3E-3E96-474C-878B-E8E15DF35CE1}" srcOrd="1" destOrd="0" presId="urn:microsoft.com/office/officeart/2005/8/layout/orgChart1"/>
    <dgm:cxn modelId="{00249B5C-0472-4289-A820-D0DF24E2F866}" type="presOf" srcId="{E85E7E47-D659-4B9A-B0D0-AB887DCFF9A0}" destId="{74B227D7-8FBB-4E0A-BC60-A879F4C98F98}" srcOrd="0" destOrd="0" presId="urn:microsoft.com/office/officeart/2005/8/layout/orgChart1"/>
    <dgm:cxn modelId="{F2EA5F5F-F737-4CD4-8572-CD8765B5DAC3}" srcId="{FB6BF350-4C74-4C05-A63C-86792B080686}" destId="{C1EFBF15-9453-4F38-89FF-7E5B699DEC5C}" srcOrd="1" destOrd="0" parTransId="{1E6EB07A-2646-48A6-8DCE-30BAEDE2A80B}" sibTransId="{86480AA7-6DD0-40C9-811D-C8AEC8DD2162}"/>
    <dgm:cxn modelId="{1A3BD664-4F95-444F-BC61-F4281DC7337E}" srcId="{C680B347-63B2-4E97-BF7A-44B24ADC91DD}" destId="{7EDA8265-D4CD-42F4-97FB-5B24F6E833E8}" srcOrd="0" destOrd="0" parTransId="{921DB070-A93F-446F-AE94-183A263E3689}" sibTransId="{60B2800B-4C96-4EB3-924B-4EC3225844B4}"/>
    <dgm:cxn modelId="{0C059E45-3392-435B-942B-9DABCDCAB06A}" srcId="{7EDA8265-D4CD-42F4-97FB-5B24F6E833E8}" destId="{CAB4386B-00C8-4BCE-800D-7F2B08BD2D27}" srcOrd="2" destOrd="0" parTransId="{FA7D4A6C-1BFE-43AC-973E-26C1C28293C3}" sibTransId="{D1095425-E7E8-4610-82E2-E8FA34FD71F4}"/>
    <dgm:cxn modelId="{123CF366-E954-48F0-BBC2-D7D40F6E28CA}" srcId="{FB6BF350-4C74-4C05-A63C-86792B080686}" destId="{611F8ED5-DDFB-4297-93CA-0FF7414CC48D}" srcOrd="0" destOrd="0" parTransId="{B2A4E25F-E687-46B7-8506-426C616C8095}" sibTransId="{D684D567-22EC-4127-A0B2-33DE8CCAF7AC}"/>
    <dgm:cxn modelId="{BB1F6867-999C-460F-A33F-992A7CE4493C}" type="presOf" srcId="{FD6DC523-B756-43E0-9FE2-F6B2F7E05461}" destId="{C1B5B542-B34B-4B85-B76D-B48ED9212017}" srcOrd="1" destOrd="0" presId="urn:microsoft.com/office/officeart/2005/8/layout/orgChart1"/>
    <dgm:cxn modelId="{949B4569-E91B-4B45-9B3B-D7E103F73AEB}" type="presOf" srcId="{078093F1-5FFF-43AA-94DA-89CCD29469E5}" destId="{4917CB90-ABB9-4F70-9D99-F9637849D7CE}" srcOrd="0" destOrd="0" presId="urn:microsoft.com/office/officeart/2005/8/layout/orgChart1"/>
    <dgm:cxn modelId="{FBEC2B54-8775-443A-B9C5-22582FC7D162}" type="presOf" srcId="{0F929FDA-67B7-4840-B436-AE16D30228D4}" destId="{66FD7A80-6634-4A8D-B918-1D6F4B7E3D6A}" srcOrd="0" destOrd="0" presId="urn:microsoft.com/office/officeart/2005/8/layout/orgChart1"/>
    <dgm:cxn modelId="{2AEF6C78-1A85-439C-9E0D-D89D7601E15B}" type="presOf" srcId="{1E6EB07A-2646-48A6-8DCE-30BAEDE2A80B}" destId="{9FC24F7A-BE9E-4BD0-8217-FE32E1E285FA}" srcOrd="0" destOrd="0" presId="urn:microsoft.com/office/officeart/2005/8/layout/orgChart1"/>
    <dgm:cxn modelId="{5ED6035A-9B97-4BB3-9EA6-8420FA67AE46}" type="presOf" srcId="{C1EFBF15-9453-4F38-89FF-7E5B699DEC5C}" destId="{D6BE1416-A0DA-4852-A532-D274BD1415A7}" srcOrd="1" destOrd="0" presId="urn:microsoft.com/office/officeart/2005/8/layout/orgChart1"/>
    <dgm:cxn modelId="{B969BA5A-5347-417C-9C9A-01EC425A7A16}" type="presOf" srcId="{C1E91DE7-304B-4FC1-9FA9-C442537BC478}" destId="{AF13DC83-A403-4385-8102-3A46FDB0DF12}" srcOrd="0" destOrd="0" presId="urn:microsoft.com/office/officeart/2005/8/layout/orgChart1"/>
    <dgm:cxn modelId="{2C3A228E-95F7-47B5-AB0E-3CE72D347DBD}" type="presOf" srcId="{B2A4E25F-E687-46B7-8506-426C616C8095}" destId="{F2EA56CD-3858-4AD3-A0F3-A11564AA960D}" srcOrd="0" destOrd="0" presId="urn:microsoft.com/office/officeart/2005/8/layout/orgChart1"/>
    <dgm:cxn modelId="{5A6F9190-FB88-4F0F-AA5C-255D1B41330D}" type="presOf" srcId="{62C34B88-B129-4751-BC1B-4B984AB90777}" destId="{974123E9-2E4E-4167-97E5-818028031C9F}" srcOrd="0" destOrd="0" presId="urn:microsoft.com/office/officeart/2005/8/layout/orgChart1"/>
    <dgm:cxn modelId="{3F6BB39A-CFA9-4AD0-9270-38E11190DA29}" type="presOf" srcId="{611F8ED5-DDFB-4297-93CA-0FF7414CC48D}" destId="{17B02BDC-C823-4B63-8FC9-AB2FAC9F4B0A}" srcOrd="0" destOrd="0" presId="urn:microsoft.com/office/officeart/2005/8/layout/orgChart1"/>
    <dgm:cxn modelId="{EF4744AC-F65A-4773-B8FA-48E9B8AA840E}" type="presOf" srcId="{BD95C617-B7AD-494B-AFEA-703437BFCEA1}" destId="{C0E36104-3609-4E1D-BB53-B0396FA30143}" srcOrd="1" destOrd="0" presId="urn:microsoft.com/office/officeart/2005/8/layout/orgChart1"/>
    <dgm:cxn modelId="{FDFAA6B5-DB44-4BBE-ABF4-3BF5645E0B0F}" type="presOf" srcId="{7EDA8265-D4CD-42F4-97FB-5B24F6E833E8}" destId="{B94DD7CA-9A63-43CB-8652-711697C06262}" srcOrd="0" destOrd="0" presId="urn:microsoft.com/office/officeart/2005/8/layout/orgChart1"/>
    <dgm:cxn modelId="{22A2A8B7-57FB-4611-8518-C5D5B092CC8C}" type="presOf" srcId="{C680B347-63B2-4E97-BF7A-44B24ADC91DD}" destId="{4CDA3D8C-F27E-4720-A8F1-43F569D6C7E1}" srcOrd="0" destOrd="0" presId="urn:microsoft.com/office/officeart/2005/8/layout/orgChart1"/>
    <dgm:cxn modelId="{1C1B92B8-37E2-4629-80B2-7894B6BCDD1F}" type="presOf" srcId="{C1E91DE7-304B-4FC1-9FA9-C442537BC478}" destId="{B2A24581-E087-4147-94D5-58BBD662E313}" srcOrd="1" destOrd="0" presId="urn:microsoft.com/office/officeart/2005/8/layout/orgChart1"/>
    <dgm:cxn modelId="{443E2EBE-A3DE-47E6-BCB7-8FC62CBA54B5}" type="presOf" srcId="{FD6DC523-B756-43E0-9FE2-F6B2F7E05461}" destId="{86681D18-98CB-436E-8315-294DAF8E4487}" srcOrd="0" destOrd="0" presId="urn:microsoft.com/office/officeart/2005/8/layout/orgChart1"/>
    <dgm:cxn modelId="{B7BB67BF-34F8-4D60-B46D-F970A1DEACF3}" srcId="{611F8ED5-DDFB-4297-93CA-0FF7414CC48D}" destId="{FD6DC523-B756-43E0-9FE2-F6B2F7E05461}" srcOrd="0" destOrd="0" parTransId="{0F929FDA-67B7-4840-B436-AE16D30228D4}" sibTransId="{4FB08BFA-CE15-4F7D-8066-FEC49E33C080}"/>
    <dgm:cxn modelId="{F6FBCFCA-31EF-4534-92A9-60EFADD35179}" type="presOf" srcId="{FB6BF350-4C74-4C05-A63C-86792B080686}" destId="{59FEA983-E4A0-4107-B054-7624D06CFF44}" srcOrd="0" destOrd="0" presId="urn:microsoft.com/office/officeart/2005/8/layout/orgChart1"/>
    <dgm:cxn modelId="{D55A53D2-20B5-4CB7-A1FA-DF0224319FF3}" srcId="{7EDA8265-D4CD-42F4-97FB-5B24F6E833E8}" destId="{C1E91DE7-304B-4FC1-9FA9-C442537BC478}" srcOrd="1" destOrd="0" parTransId="{E85E7E47-D659-4B9A-B0D0-AB887DCFF9A0}" sibTransId="{165F84E6-6B9C-4525-B840-56EB673D0D05}"/>
    <dgm:cxn modelId="{1EE394E3-A369-4622-8A06-BB869DDB6AA0}" type="presOf" srcId="{BD95C617-B7AD-494B-AFEA-703437BFCEA1}" destId="{7ED877F3-7451-4223-A771-F623677874EF}" srcOrd="0" destOrd="0" presId="urn:microsoft.com/office/officeart/2005/8/layout/orgChart1"/>
    <dgm:cxn modelId="{9DD058EB-5D94-4AAC-AB11-B317E00ACC91}" type="presOf" srcId="{FB6BF350-4C74-4C05-A63C-86792B080686}" destId="{96B3F7C4-BBC5-4C38-B3A4-5210FA4F9C1B}" srcOrd="1" destOrd="0" presId="urn:microsoft.com/office/officeart/2005/8/layout/orgChart1"/>
    <dgm:cxn modelId="{374739EE-1185-4AB6-B06C-0BC985D9B5F7}" type="presOf" srcId="{CAB4386B-00C8-4BCE-800D-7F2B08BD2D27}" destId="{C8CF294C-4C8A-4E80-B73C-573D0CBF497C}" srcOrd="1" destOrd="0" presId="urn:microsoft.com/office/officeart/2005/8/layout/orgChart1"/>
    <dgm:cxn modelId="{C869F6F6-86FF-4D66-831A-7F7F3D56B815}" type="presOf" srcId="{CAB4386B-00C8-4BCE-800D-7F2B08BD2D27}" destId="{9E910CF3-89C1-421B-8814-DE8CF17F1952}" srcOrd="0" destOrd="0" presId="urn:microsoft.com/office/officeart/2005/8/layout/orgChart1"/>
    <dgm:cxn modelId="{ED4808F7-9354-4CA7-86BD-BBD9CF9597C3}" type="presOf" srcId="{7EDA8265-D4CD-42F4-97FB-5B24F6E833E8}" destId="{C18C648A-9472-4248-939C-69189EC461FE}" srcOrd="1" destOrd="0" presId="urn:microsoft.com/office/officeart/2005/8/layout/orgChart1"/>
    <dgm:cxn modelId="{50E6D7D3-8D43-4FBE-863D-597C10C50C04}" type="presParOf" srcId="{4CDA3D8C-F27E-4720-A8F1-43F569D6C7E1}" destId="{66CCCC8E-CE96-4EB3-B52B-E340CD35BB97}" srcOrd="0" destOrd="0" presId="urn:microsoft.com/office/officeart/2005/8/layout/orgChart1"/>
    <dgm:cxn modelId="{82BB1E12-06A0-4207-8B66-7F8462098D98}" type="presParOf" srcId="{66CCCC8E-CE96-4EB3-B52B-E340CD35BB97}" destId="{FB20DD01-778C-4373-9F7E-1B794F2335A9}" srcOrd="0" destOrd="0" presId="urn:microsoft.com/office/officeart/2005/8/layout/orgChart1"/>
    <dgm:cxn modelId="{4D362347-7DF0-4624-8B70-3E6F163B078F}" type="presParOf" srcId="{FB20DD01-778C-4373-9F7E-1B794F2335A9}" destId="{B94DD7CA-9A63-43CB-8652-711697C06262}" srcOrd="0" destOrd="0" presId="urn:microsoft.com/office/officeart/2005/8/layout/orgChart1"/>
    <dgm:cxn modelId="{5D6990C6-8F50-4159-9E0E-01CFF2BD5562}" type="presParOf" srcId="{FB20DD01-778C-4373-9F7E-1B794F2335A9}" destId="{C18C648A-9472-4248-939C-69189EC461FE}" srcOrd="1" destOrd="0" presId="urn:microsoft.com/office/officeart/2005/8/layout/orgChart1"/>
    <dgm:cxn modelId="{44E78D65-65A7-48FF-BCB2-A15A2647EEC6}" type="presParOf" srcId="{66CCCC8E-CE96-4EB3-B52B-E340CD35BB97}" destId="{DB7B4A50-3E56-450B-B670-9AE20659D755}" srcOrd="1" destOrd="0" presId="urn:microsoft.com/office/officeart/2005/8/layout/orgChart1"/>
    <dgm:cxn modelId="{DE212D69-CF69-428F-A426-7F548D166F55}" type="presParOf" srcId="{DB7B4A50-3E56-450B-B670-9AE20659D755}" destId="{974123E9-2E4E-4167-97E5-818028031C9F}" srcOrd="0" destOrd="0" presId="urn:microsoft.com/office/officeart/2005/8/layout/orgChart1"/>
    <dgm:cxn modelId="{141C9836-BC07-4C21-BE76-1C949EA88845}" type="presParOf" srcId="{DB7B4A50-3E56-450B-B670-9AE20659D755}" destId="{4FA99CB5-A026-407D-8C6B-24FBF090E9DB}" srcOrd="1" destOrd="0" presId="urn:microsoft.com/office/officeart/2005/8/layout/orgChart1"/>
    <dgm:cxn modelId="{EE48A04B-7023-45EA-95E8-6372CA5DADF6}" type="presParOf" srcId="{4FA99CB5-A026-407D-8C6B-24FBF090E9DB}" destId="{11FD0A9E-961E-4B3C-BAFC-7E9EBE8F9BD6}" srcOrd="0" destOrd="0" presId="urn:microsoft.com/office/officeart/2005/8/layout/orgChart1"/>
    <dgm:cxn modelId="{651E1E4C-5042-4132-9D43-FE93DD9915EB}" type="presParOf" srcId="{11FD0A9E-961E-4B3C-BAFC-7E9EBE8F9BD6}" destId="{59FEA983-E4A0-4107-B054-7624D06CFF44}" srcOrd="0" destOrd="0" presId="urn:microsoft.com/office/officeart/2005/8/layout/orgChart1"/>
    <dgm:cxn modelId="{3049D5DE-9A3A-4BEE-921B-ADC779CD910F}" type="presParOf" srcId="{11FD0A9E-961E-4B3C-BAFC-7E9EBE8F9BD6}" destId="{96B3F7C4-BBC5-4C38-B3A4-5210FA4F9C1B}" srcOrd="1" destOrd="0" presId="urn:microsoft.com/office/officeart/2005/8/layout/orgChart1"/>
    <dgm:cxn modelId="{3378A28B-92CB-40E7-9EE5-27CB99D63A17}" type="presParOf" srcId="{4FA99CB5-A026-407D-8C6B-24FBF090E9DB}" destId="{C91574BF-5B1B-43E1-BC34-38FA20F8A9AF}" srcOrd="1" destOrd="0" presId="urn:microsoft.com/office/officeart/2005/8/layout/orgChart1"/>
    <dgm:cxn modelId="{B8073B23-ED1E-41C6-94D2-43CF269351FC}" type="presParOf" srcId="{C91574BF-5B1B-43E1-BC34-38FA20F8A9AF}" destId="{F2EA56CD-3858-4AD3-A0F3-A11564AA960D}" srcOrd="0" destOrd="0" presId="urn:microsoft.com/office/officeart/2005/8/layout/orgChart1"/>
    <dgm:cxn modelId="{5C3A7FC2-B8F2-4A53-AE48-A3A635DF1980}" type="presParOf" srcId="{C91574BF-5B1B-43E1-BC34-38FA20F8A9AF}" destId="{3C9DC444-CD8D-4FAF-98B9-B4AE0B3EED53}" srcOrd="1" destOrd="0" presId="urn:microsoft.com/office/officeart/2005/8/layout/orgChart1"/>
    <dgm:cxn modelId="{A2E64554-1CF0-46B0-8A65-0BF463CDD474}" type="presParOf" srcId="{3C9DC444-CD8D-4FAF-98B9-B4AE0B3EED53}" destId="{A08222EC-0D98-42C9-AE3D-0B762E08DAC2}" srcOrd="0" destOrd="0" presId="urn:microsoft.com/office/officeart/2005/8/layout/orgChart1"/>
    <dgm:cxn modelId="{1942D3C5-F9A7-471C-980D-38096D6E6381}" type="presParOf" srcId="{A08222EC-0D98-42C9-AE3D-0B762E08DAC2}" destId="{17B02BDC-C823-4B63-8FC9-AB2FAC9F4B0A}" srcOrd="0" destOrd="0" presId="urn:microsoft.com/office/officeart/2005/8/layout/orgChart1"/>
    <dgm:cxn modelId="{46068246-5971-42BA-8F76-24D88ABA3BA0}" type="presParOf" srcId="{A08222EC-0D98-42C9-AE3D-0B762E08DAC2}" destId="{BB803F3E-3E96-474C-878B-E8E15DF35CE1}" srcOrd="1" destOrd="0" presId="urn:microsoft.com/office/officeart/2005/8/layout/orgChart1"/>
    <dgm:cxn modelId="{C30282C9-07A2-49D3-B29D-97AF9B3DCE2C}" type="presParOf" srcId="{3C9DC444-CD8D-4FAF-98B9-B4AE0B3EED53}" destId="{E85A826A-440F-4C08-B2EA-FF1AF5AF3B8B}" srcOrd="1" destOrd="0" presId="urn:microsoft.com/office/officeart/2005/8/layout/orgChart1"/>
    <dgm:cxn modelId="{45BA5686-B820-4831-A785-FCDDE05706AB}" type="presParOf" srcId="{3C9DC444-CD8D-4FAF-98B9-B4AE0B3EED53}" destId="{4326EF73-100B-42FF-8E99-2A774808B83E}" srcOrd="2" destOrd="0" presId="urn:microsoft.com/office/officeart/2005/8/layout/orgChart1"/>
    <dgm:cxn modelId="{5DDAB146-DDEA-4536-8161-EE9C6803BFE0}" type="presParOf" srcId="{4326EF73-100B-42FF-8E99-2A774808B83E}" destId="{66FD7A80-6634-4A8D-B918-1D6F4B7E3D6A}" srcOrd="0" destOrd="0" presId="urn:microsoft.com/office/officeart/2005/8/layout/orgChart1"/>
    <dgm:cxn modelId="{50731192-F646-4631-80F0-E730C671BFAE}" type="presParOf" srcId="{4326EF73-100B-42FF-8E99-2A774808B83E}" destId="{9233389D-4D6E-49B3-A893-8EAC7F9A3DCE}" srcOrd="1" destOrd="0" presId="urn:microsoft.com/office/officeart/2005/8/layout/orgChart1"/>
    <dgm:cxn modelId="{8DEA3C86-5D83-43B9-8FC8-6307BB15A447}" type="presParOf" srcId="{9233389D-4D6E-49B3-A893-8EAC7F9A3DCE}" destId="{CEE90A59-CB6D-4974-B895-AF32414688E4}" srcOrd="0" destOrd="0" presId="urn:microsoft.com/office/officeart/2005/8/layout/orgChart1"/>
    <dgm:cxn modelId="{FF621E34-EC76-4663-82D3-92581E978A81}" type="presParOf" srcId="{CEE90A59-CB6D-4974-B895-AF32414688E4}" destId="{86681D18-98CB-436E-8315-294DAF8E4487}" srcOrd="0" destOrd="0" presId="urn:microsoft.com/office/officeart/2005/8/layout/orgChart1"/>
    <dgm:cxn modelId="{060C2879-0C7E-4EB9-9238-665279542FE0}" type="presParOf" srcId="{CEE90A59-CB6D-4974-B895-AF32414688E4}" destId="{C1B5B542-B34B-4B85-B76D-B48ED9212017}" srcOrd="1" destOrd="0" presId="urn:microsoft.com/office/officeart/2005/8/layout/orgChart1"/>
    <dgm:cxn modelId="{13C127F6-874B-4926-B5BA-CD930AC73EC7}" type="presParOf" srcId="{9233389D-4D6E-49B3-A893-8EAC7F9A3DCE}" destId="{33655A97-8809-4816-BA6C-CE68A913B9B4}" srcOrd="1" destOrd="0" presId="urn:microsoft.com/office/officeart/2005/8/layout/orgChart1"/>
    <dgm:cxn modelId="{07CA3AC1-688F-4A4F-91B8-D57B57176BBF}" type="presParOf" srcId="{9233389D-4D6E-49B3-A893-8EAC7F9A3DCE}" destId="{B6D12314-2A8E-4EDB-A4EC-C8D7AFA982C5}" srcOrd="2" destOrd="0" presId="urn:microsoft.com/office/officeart/2005/8/layout/orgChart1"/>
    <dgm:cxn modelId="{2254DF54-30F3-495D-90A6-2698E4A317E8}" type="presParOf" srcId="{C91574BF-5B1B-43E1-BC34-38FA20F8A9AF}" destId="{9FC24F7A-BE9E-4BD0-8217-FE32E1E285FA}" srcOrd="2" destOrd="0" presId="urn:microsoft.com/office/officeart/2005/8/layout/orgChart1"/>
    <dgm:cxn modelId="{4EF7CECB-C59A-4A4A-95D2-C3905EA56CB4}" type="presParOf" srcId="{C91574BF-5B1B-43E1-BC34-38FA20F8A9AF}" destId="{3D886FB9-8C4B-4B63-B33F-DB1DEA1FC137}" srcOrd="3" destOrd="0" presId="urn:microsoft.com/office/officeart/2005/8/layout/orgChart1"/>
    <dgm:cxn modelId="{D4044BC6-2577-4525-B6BF-6D2ED19989BB}" type="presParOf" srcId="{3D886FB9-8C4B-4B63-B33F-DB1DEA1FC137}" destId="{0DA8FDF0-19C1-4C6A-A86B-2652DCD2A4B4}" srcOrd="0" destOrd="0" presId="urn:microsoft.com/office/officeart/2005/8/layout/orgChart1"/>
    <dgm:cxn modelId="{8329F352-CC7D-4CE0-BA25-E08CBD60DF37}" type="presParOf" srcId="{0DA8FDF0-19C1-4C6A-A86B-2652DCD2A4B4}" destId="{EA20B189-A75B-4574-8762-6930D7CFB0C3}" srcOrd="0" destOrd="0" presId="urn:microsoft.com/office/officeart/2005/8/layout/orgChart1"/>
    <dgm:cxn modelId="{115D3DE0-48F4-47F1-9DC8-1C832FB8764E}" type="presParOf" srcId="{0DA8FDF0-19C1-4C6A-A86B-2652DCD2A4B4}" destId="{D6BE1416-A0DA-4852-A532-D274BD1415A7}" srcOrd="1" destOrd="0" presId="urn:microsoft.com/office/officeart/2005/8/layout/orgChart1"/>
    <dgm:cxn modelId="{2EFFCB85-791E-4401-BBDB-9D01BB519DD4}" type="presParOf" srcId="{3D886FB9-8C4B-4B63-B33F-DB1DEA1FC137}" destId="{93488B75-983F-4C5A-9A9D-30B7FFBFA14E}" srcOrd="1" destOrd="0" presId="urn:microsoft.com/office/officeart/2005/8/layout/orgChart1"/>
    <dgm:cxn modelId="{A9FA3610-E80E-4E0A-96AF-914D8F7D933F}" type="presParOf" srcId="{3D886FB9-8C4B-4B63-B33F-DB1DEA1FC137}" destId="{053A9318-1342-4F9F-A73A-8E53F62AAFE6}" srcOrd="2" destOrd="0" presId="urn:microsoft.com/office/officeart/2005/8/layout/orgChart1"/>
    <dgm:cxn modelId="{28838A55-B9E7-4BB4-8F62-A4E01E0788D9}" type="presParOf" srcId="{053A9318-1342-4F9F-A73A-8E53F62AAFE6}" destId="{4917CB90-ABB9-4F70-9D99-F9637849D7CE}" srcOrd="0" destOrd="0" presId="urn:microsoft.com/office/officeart/2005/8/layout/orgChart1"/>
    <dgm:cxn modelId="{6BA92653-CD6F-4F7A-BB8C-A0D315BF4852}" type="presParOf" srcId="{053A9318-1342-4F9F-A73A-8E53F62AAFE6}" destId="{5AE509D3-472D-45E6-A936-B87CF3FA4D2A}" srcOrd="1" destOrd="0" presId="urn:microsoft.com/office/officeart/2005/8/layout/orgChart1"/>
    <dgm:cxn modelId="{AD827DA9-51CC-43FE-84D8-4764FC5CF284}" type="presParOf" srcId="{5AE509D3-472D-45E6-A936-B87CF3FA4D2A}" destId="{5D56A087-AE9F-434A-8EDB-647992FEA60F}" srcOrd="0" destOrd="0" presId="urn:microsoft.com/office/officeart/2005/8/layout/orgChart1"/>
    <dgm:cxn modelId="{538E77BC-60BF-4825-911D-E5B4894610BA}" type="presParOf" srcId="{5D56A087-AE9F-434A-8EDB-647992FEA60F}" destId="{7ED877F3-7451-4223-A771-F623677874EF}" srcOrd="0" destOrd="0" presId="urn:microsoft.com/office/officeart/2005/8/layout/orgChart1"/>
    <dgm:cxn modelId="{0A06AB34-D2DB-4A92-94C6-6B1C18FC3FBD}" type="presParOf" srcId="{5D56A087-AE9F-434A-8EDB-647992FEA60F}" destId="{C0E36104-3609-4E1D-BB53-B0396FA30143}" srcOrd="1" destOrd="0" presId="urn:microsoft.com/office/officeart/2005/8/layout/orgChart1"/>
    <dgm:cxn modelId="{92748F22-C23C-44E8-9A77-BB1E013991A7}" type="presParOf" srcId="{5AE509D3-472D-45E6-A936-B87CF3FA4D2A}" destId="{F7B88EAF-CAB1-4EF0-91A8-88633E81536E}" srcOrd="1" destOrd="0" presId="urn:microsoft.com/office/officeart/2005/8/layout/orgChart1"/>
    <dgm:cxn modelId="{90D8B209-06D7-4086-BFD0-A79BA9F5ADEB}" type="presParOf" srcId="{5AE509D3-472D-45E6-A936-B87CF3FA4D2A}" destId="{DCB2B4F4-14F7-4C38-90C4-8C86FE86CC9E}" srcOrd="2" destOrd="0" presId="urn:microsoft.com/office/officeart/2005/8/layout/orgChart1"/>
    <dgm:cxn modelId="{66ED7777-86E0-4132-869F-422F63A6EBEC}" type="presParOf" srcId="{4FA99CB5-A026-407D-8C6B-24FBF090E9DB}" destId="{B06ECC77-0465-4AAF-9536-3B4E9F679E71}" srcOrd="2" destOrd="0" presId="urn:microsoft.com/office/officeart/2005/8/layout/orgChart1"/>
    <dgm:cxn modelId="{60D3B407-51C3-4A49-B05E-6C8B40C64F99}" type="presParOf" srcId="{DB7B4A50-3E56-450B-B670-9AE20659D755}" destId="{74B227D7-8FBB-4E0A-BC60-A879F4C98F98}" srcOrd="2" destOrd="0" presId="urn:microsoft.com/office/officeart/2005/8/layout/orgChart1"/>
    <dgm:cxn modelId="{84F5CF82-8228-4A08-85F4-40CA9CD54DAD}" type="presParOf" srcId="{DB7B4A50-3E56-450B-B670-9AE20659D755}" destId="{82F2BBB8-56FA-4DD9-8895-EEC636E59338}" srcOrd="3" destOrd="0" presId="urn:microsoft.com/office/officeart/2005/8/layout/orgChart1"/>
    <dgm:cxn modelId="{14FFA4D6-73FD-4B53-B131-60B7C31A1A26}" type="presParOf" srcId="{82F2BBB8-56FA-4DD9-8895-EEC636E59338}" destId="{F7A3FE52-5436-4B14-96F9-69DC7914081B}" srcOrd="0" destOrd="0" presId="urn:microsoft.com/office/officeart/2005/8/layout/orgChart1"/>
    <dgm:cxn modelId="{98F736A7-9870-454A-A6E8-A6C8E14F23B1}" type="presParOf" srcId="{F7A3FE52-5436-4B14-96F9-69DC7914081B}" destId="{AF13DC83-A403-4385-8102-3A46FDB0DF12}" srcOrd="0" destOrd="0" presId="urn:microsoft.com/office/officeart/2005/8/layout/orgChart1"/>
    <dgm:cxn modelId="{76F8E0A7-FE6F-4A8B-A761-4EF33BBC75F3}" type="presParOf" srcId="{F7A3FE52-5436-4B14-96F9-69DC7914081B}" destId="{B2A24581-E087-4147-94D5-58BBD662E313}" srcOrd="1" destOrd="0" presId="urn:microsoft.com/office/officeart/2005/8/layout/orgChart1"/>
    <dgm:cxn modelId="{FD2AABBB-1D32-4F4E-9DEC-A41C37242BE9}" type="presParOf" srcId="{82F2BBB8-56FA-4DD9-8895-EEC636E59338}" destId="{0DE545E6-2DAC-4B51-9FC9-30689EE73E7E}" srcOrd="1" destOrd="0" presId="urn:microsoft.com/office/officeart/2005/8/layout/orgChart1"/>
    <dgm:cxn modelId="{FC35153B-8AB0-475D-B08C-570CF2B113D6}" type="presParOf" srcId="{82F2BBB8-56FA-4DD9-8895-EEC636E59338}" destId="{9724EA0D-7BE9-4FCE-AD18-F46C7A2538DC}" srcOrd="2" destOrd="0" presId="urn:microsoft.com/office/officeart/2005/8/layout/orgChart1"/>
    <dgm:cxn modelId="{2D3FCDCD-B4C7-4980-9534-137B7013454C}" type="presParOf" srcId="{DB7B4A50-3E56-450B-B670-9AE20659D755}" destId="{CA54A224-6ED2-45A8-82EB-4E9B4E42ABF3}" srcOrd="4" destOrd="0" presId="urn:microsoft.com/office/officeart/2005/8/layout/orgChart1"/>
    <dgm:cxn modelId="{5FFFE1DA-1C3E-485B-88DA-85B219D4AE6B}" type="presParOf" srcId="{DB7B4A50-3E56-450B-B670-9AE20659D755}" destId="{0D6C01B2-C2BD-4725-A5C7-5DE0A033756A}" srcOrd="5" destOrd="0" presId="urn:microsoft.com/office/officeart/2005/8/layout/orgChart1"/>
    <dgm:cxn modelId="{CD934264-8189-4368-81CF-94C374F4B952}" type="presParOf" srcId="{0D6C01B2-C2BD-4725-A5C7-5DE0A033756A}" destId="{01820388-61EB-4A33-9F63-21D188A2D079}" srcOrd="0" destOrd="0" presId="urn:microsoft.com/office/officeart/2005/8/layout/orgChart1"/>
    <dgm:cxn modelId="{5A880CE4-24F6-4D56-8533-7CDCC32DF29F}" type="presParOf" srcId="{01820388-61EB-4A33-9F63-21D188A2D079}" destId="{9E910CF3-89C1-421B-8814-DE8CF17F1952}" srcOrd="0" destOrd="0" presId="urn:microsoft.com/office/officeart/2005/8/layout/orgChart1"/>
    <dgm:cxn modelId="{B0C91553-C4E8-420A-91A7-D1CA65F2F7EF}" type="presParOf" srcId="{01820388-61EB-4A33-9F63-21D188A2D079}" destId="{C8CF294C-4C8A-4E80-B73C-573D0CBF497C}" srcOrd="1" destOrd="0" presId="urn:microsoft.com/office/officeart/2005/8/layout/orgChart1"/>
    <dgm:cxn modelId="{659AEC1E-A03E-45AC-8672-3B05B6876CCE}" type="presParOf" srcId="{0D6C01B2-C2BD-4725-A5C7-5DE0A033756A}" destId="{79B67FE9-A458-450A-8A22-EB6B99F00ABB}" srcOrd="1" destOrd="0" presId="urn:microsoft.com/office/officeart/2005/8/layout/orgChart1"/>
    <dgm:cxn modelId="{1DA5856D-0CC4-4A23-A404-0BE3758C48D4}" type="presParOf" srcId="{0D6C01B2-C2BD-4725-A5C7-5DE0A033756A}" destId="{B59FAF4E-4BE4-4887-8E16-CB45EE478143}" srcOrd="2" destOrd="0" presId="urn:microsoft.com/office/officeart/2005/8/layout/orgChart1"/>
    <dgm:cxn modelId="{6112B895-FBEF-46E5-9B20-7DA35E6159B3}" type="presParOf" srcId="{66CCCC8E-CE96-4EB3-B52B-E340CD35BB97}" destId="{D6ACD195-0D81-472A-B264-B9618D08762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80B347-63B2-4E97-BF7A-44B24ADC91D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7EDA8265-D4CD-42F4-97FB-5B24F6E833E8}">
      <dgm:prSet phldrT="[Text]" custT="1"/>
      <dgm:spPr/>
      <dgm:t>
        <a:bodyPr/>
        <a:lstStyle/>
        <a:p>
          <a:r>
            <a:rPr lang="en-US" sz="1800" dirty="0"/>
            <a:t>Types of comparisons</a:t>
          </a:r>
          <a:endParaRPr lang="en-ZA" sz="1800" dirty="0"/>
        </a:p>
      </dgm:t>
    </dgm:pt>
    <dgm:pt modelId="{921DB070-A93F-446F-AE94-183A263E3689}" type="parTrans" cxnId="{1A3BD664-4F95-444F-BC61-F4281DC7337E}">
      <dgm:prSet/>
      <dgm:spPr/>
      <dgm:t>
        <a:bodyPr/>
        <a:lstStyle/>
        <a:p>
          <a:endParaRPr lang="en-ZA" sz="1800"/>
        </a:p>
      </dgm:t>
    </dgm:pt>
    <dgm:pt modelId="{60B2800B-4C96-4EB3-924B-4EC3225844B4}" type="sibTrans" cxnId="{1A3BD664-4F95-444F-BC61-F4281DC7337E}">
      <dgm:prSet/>
      <dgm:spPr/>
      <dgm:t>
        <a:bodyPr/>
        <a:lstStyle/>
        <a:p>
          <a:endParaRPr lang="en-ZA" sz="1800"/>
        </a:p>
      </dgm:t>
    </dgm:pt>
    <dgm:pt modelId="{FB6BF350-4C74-4C05-A63C-86792B080686}">
      <dgm:prSet phldrT="[Text]" custT="1"/>
      <dgm:spPr/>
      <dgm:t>
        <a:bodyPr/>
        <a:lstStyle/>
        <a:p>
          <a:r>
            <a:rPr lang="en-US" sz="1800" dirty="0"/>
            <a:t>Industry comparative analysis</a:t>
          </a:r>
          <a:endParaRPr lang="en-ZA" sz="1800" dirty="0"/>
        </a:p>
      </dgm:t>
    </dgm:pt>
    <dgm:pt modelId="{62C34B88-B129-4751-BC1B-4B984AB90777}" type="parTrans" cxnId="{3805E92B-BA1F-4C6A-8576-5BFFF2D44FE9}">
      <dgm:prSet/>
      <dgm:spPr/>
      <dgm:t>
        <a:bodyPr/>
        <a:lstStyle/>
        <a:p>
          <a:endParaRPr lang="en-ZA" sz="1800"/>
        </a:p>
      </dgm:t>
    </dgm:pt>
    <dgm:pt modelId="{464A9281-D44D-4C40-B402-A9B8767052A4}" type="sibTrans" cxnId="{3805E92B-BA1F-4C6A-8576-5BFFF2D44FE9}">
      <dgm:prSet/>
      <dgm:spPr/>
      <dgm:t>
        <a:bodyPr/>
        <a:lstStyle/>
        <a:p>
          <a:endParaRPr lang="en-ZA" sz="1800"/>
        </a:p>
      </dgm:t>
    </dgm:pt>
    <dgm:pt modelId="{C1E91DE7-304B-4FC1-9FA9-C442537BC478}">
      <dgm:prSet phldrT="[Text]" custT="1"/>
      <dgm:spPr/>
      <dgm:t>
        <a:bodyPr/>
        <a:lstStyle/>
        <a:p>
          <a:r>
            <a:rPr lang="en-US" sz="1800" dirty="0"/>
            <a:t>Time-series analysis</a:t>
          </a:r>
          <a:endParaRPr lang="en-ZA" sz="1800" dirty="0"/>
        </a:p>
      </dgm:t>
    </dgm:pt>
    <dgm:pt modelId="{E85E7E47-D659-4B9A-B0D0-AB887DCFF9A0}" type="parTrans" cxnId="{D55A53D2-20B5-4CB7-A1FA-DF0224319FF3}">
      <dgm:prSet/>
      <dgm:spPr/>
      <dgm:t>
        <a:bodyPr/>
        <a:lstStyle/>
        <a:p>
          <a:endParaRPr lang="en-ZA" sz="1800"/>
        </a:p>
      </dgm:t>
    </dgm:pt>
    <dgm:pt modelId="{165F84E6-6B9C-4525-B840-56EB673D0D05}" type="sibTrans" cxnId="{D55A53D2-20B5-4CB7-A1FA-DF0224319FF3}">
      <dgm:prSet/>
      <dgm:spPr/>
      <dgm:t>
        <a:bodyPr/>
        <a:lstStyle/>
        <a:p>
          <a:endParaRPr lang="en-ZA" sz="1800"/>
        </a:p>
      </dgm:t>
    </dgm:pt>
    <dgm:pt modelId="{611F8ED5-DDFB-4297-93CA-0FF7414CC48D}">
      <dgm:prSet custT="1"/>
      <dgm:spPr/>
      <dgm:t>
        <a:bodyPr/>
        <a:lstStyle/>
        <a:p>
          <a:r>
            <a:rPr lang="en-US" sz="1800" dirty="0"/>
            <a:t>Ratios compared to benchmark or industry</a:t>
          </a:r>
          <a:endParaRPr lang="en-ZA" sz="1800" dirty="0"/>
        </a:p>
      </dgm:t>
    </dgm:pt>
    <dgm:pt modelId="{B2A4E25F-E687-46B7-8506-426C616C8095}" type="parTrans" cxnId="{123CF366-E954-48F0-BBC2-D7D40F6E28CA}">
      <dgm:prSet/>
      <dgm:spPr/>
      <dgm:t>
        <a:bodyPr/>
        <a:lstStyle/>
        <a:p>
          <a:endParaRPr lang="en-ZA" sz="1800"/>
        </a:p>
      </dgm:t>
    </dgm:pt>
    <dgm:pt modelId="{D684D567-22EC-4127-A0B2-33DE8CCAF7AC}" type="sibTrans" cxnId="{123CF366-E954-48F0-BBC2-D7D40F6E28CA}">
      <dgm:prSet/>
      <dgm:spPr/>
      <dgm:t>
        <a:bodyPr/>
        <a:lstStyle/>
        <a:p>
          <a:endParaRPr lang="en-ZA" sz="1800"/>
        </a:p>
      </dgm:t>
    </dgm:pt>
    <dgm:pt modelId="{74ADBAD7-8BDC-413A-AA78-87A8688DBC66}">
      <dgm:prSet custT="1"/>
      <dgm:spPr/>
      <dgm:t>
        <a:bodyPr/>
        <a:lstStyle/>
        <a:p>
          <a:r>
            <a:rPr lang="en-US" sz="18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Ratios compared to previous year’s ratio of same company</a:t>
          </a:r>
          <a:endParaRPr lang="en-ZA" sz="1800" kern="1200" dirty="0">
            <a:solidFill>
              <a:prstClr val="white"/>
            </a:solidFill>
            <a:latin typeface="Tahoma"/>
            <a:ea typeface="ＭＳ Ｐゴシック"/>
            <a:cs typeface="+mn-cs"/>
          </a:endParaRPr>
        </a:p>
      </dgm:t>
    </dgm:pt>
    <dgm:pt modelId="{3097AD51-D617-486D-8E31-9C6A77B72B95}" type="parTrans" cxnId="{0EDE8841-7737-4391-A2D2-5AF93983981C}">
      <dgm:prSet/>
      <dgm:spPr/>
      <dgm:t>
        <a:bodyPr/>
        <a:lstStyle/>
        <a:p>
          <a:endParaRPr lang="en-ZA"/>
        </a:p>
      </dgm:t>
    </dgm:pt>
    <dgm:pt modelId="{378865A8-58D3-485D-8102-06B9E1F45945}" type="sibTrans" cxnId="{0EDE8841-7737-4391-A2D2-5AF93983981C}">
      <dgm:prSet/>
      <dgm:spPr/>
      <dgm:t>
        <a:bodyPr/>
        <a:lstStyle/>
        <a:p>
          <a:endParaRPr lang="en-ZA"/>
        </a:p>
      </dgm:t>
    </dgm:pt>
    <dgm:pt modelId="{4CDA3D8C-F27E-4720-A8F1-43F569D6C7E1}" type="pres">
      <dgm:prSet presAssocID="{C680B347-63B2-4E97-BF7A-44B24ADC91D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6CCCC8E-CE96-4EB3-B52B-E340CD35BB97}" type="pres">
      <dgm:prSet presAssocID="{7EDA8265-D4CD-42F4-97FB-5B24F6E833E8}" presName="hierRoot1" presStyleCnt="0">
        <dgm:presLayoutVars>
          <dgm:hierBranch val="init"/>
        </dgm:presLayoutVars>
      </dgm:prSet>
      <dgm:spPr/>
    </dgm:pt>
    <dgm:pt modelId="{FB20DD01-778C-4373-9F7E-1B794F2335A9}" type="pres">
      <dgm:prSet presAssocID="{7EDA8265-D4CD-42F4-97FB-5B24F6E833E8}" presName="rootComposite1" presStyleCnt="0"/>
      <dgm:spPr/>
    </dgm:pt>
    <dgm:pt modelId="{B94DD7CA-9A63-43CB-8652-711697C06262}" type="pres">
      <dgm:prSet presAssocID="{7EDA8265-D4CD-42F4-97FB-5B24F6E833E8}" presName="rootText1" presStyleLbl="node0" presStyleIdx="0" presStyleCnt="1" custScaleX="135212" custScaleY="119182">
        <dgm:presLayoutVars>
          <dgm:chPref val="3"/>
        </dgm:presLayoutVars>
      </dgm:prSet>
      <dgm:spPr/>
    </dgm:pt>
    <dgm:pt modelId="{C18C648A-9472-4248-939C-69189EC461FE}" type="pres">
      <dgm:prSet presAssocID="{7EDA8265-D4CD-42F4-97FB-5B24F6E833E8}" presName="rootConnector1" presStyleLbl="node1" presStyleIdx="0" presStyleCnt="0"/>
      <dgm:spPr/>
    </dgm:pt>
    <dgm:pt modelId="{DB7B4A50-3E56-450B-B670-9AE20659D755}" type="pres">
      <dgm:prSet presAssocID="{7EDA8265-D4CD-42F4-97FB-5B24F6E833E8}" presName="hierChild2" presStyleCnt="0"/>
      <dgm:spPr/>
    </dgm:pt>
    <dgm:pt modelId="{974123E9-2E4E-4167-97E5-818028031C9F}" type="pres">
      <dgm:prSet presAssocID="{62C34B88-B129-4751-BC1B-4B984AB90777}" presName="Name37" presStyleLbl="parChTrans1D2" presStyleIdx="0" presStyleCnt="2"/>
      <dgm:spPr/>
    </dgm:pt>
    <dgm:pt modelId="{4FA99CB5-A026-407D-8C6B-24FBF090E9DB}" type="pres">
      <dgm:prSet presAssocID="{FB6BF350-4C74-4C05-A63C-86792B080686}" presName="hierRoot2" presStyleCnt="0">
        <dgm:presLayoutVars>
          <dgm:hierBranch val="init"/>
        </dgm:presLayoutVars>
      </dgm:prSet>
      <dgm:spPr/>
    </dgm:pt>
    <dgm:pt modelId="{11FD0A9E-961E-4B3C-BAFC-7E9EBE8F9BD6}" type="pres">
      <dgm:prSet presAssocID="{FB6BF350-4C74-4C05-A63C-86792B080686}" presName="rootComposite" presStyleCnt="0"/>
      <dgm:spPr/>
    </dgm:pt>
    <dgm:pt modelId="{59FEA983-E4A0-4107-B054-7624D06CFF44}" type="pres">
      <dgm:prSet presAssocID="{FB6BF350-4C74-4C05-A63C-86792B080686}" presName="rootText" presStyleLbl="node2" presStyleIdx="0" presStyleCnt="2" custScaleX="135212" custScaleY="121762" custLinFactNeighborX="-11102" custLinFactNeighborY="2356">
        <dgm:presLayoutVars>
          <dgm:chPref val="3"/>
        </dgm:presLayoutVars>
      </dgm:prSet>
      <dgm:spPr/>
    </dgm:pt>
    <dgm:pt modelId="{96B3F7C4-BBC5-4C38-B3A4-5210FA4F9C1B}" type="pres">
      <dgm:prSet presAssocID="{FB6BF350-4C74-4C05-A63C-86792B080686}" presName="rootConnector" presStyleLbl="node2" presStyleIdx="0" presStyleCnt="2"/>
      <dgm:spPr/>
    </dgm:pt>
    <dgm:pt modelId="{C91574BF-5B1B-43E1-BC34-38FA20F8A9AF}" type="pres">
      <dgm:prSet presAssocID="{FB6BF350-4C74-4C05-A63C-86792B080686}" presName="hierChild4" presStyleCnt="0"/>
      <dgm:spPr/>
    </dgm:pt>
    <dgm:pt modelId="{F2EA56CD-3858-4AD3-A0F3-A11564AA960D}" type="pres">
      <dgm:prSet presAssocID="{B2A4E25F-E687-46B7-8506-426C616C8095}" presName="Name37" presStyleLbl="parChTrans1D3" presStyleIdx="0" presStyleCnt="2"/>
      <dgm:spPr/>
    </dgm:pt>
    <dgm:pt modelId="{3C9DC444-CD8D-4FAF-98B9-B4AE0B3EED53}" type="pres">
      <dgm:prSet presAssocID="{611F8ED5-DDFB-4297-93CA-0FF7414CC48D}" presName="hierRoot2" presStyleCnt="0">
        <dgm:presLayoutVars>
          <dgm:hierBranch val="init"/>
        </dgm:presLayoutVars>
      </dgm:prSet>
      <dgm:spPr/>
    </dgm:pt>
    <dgm:pt modelId="{A08222EC-0D98-42C9-AE3D-0B762E08DAC2}" type="pres">
      <dgm:prSet presAssocID="{611F8ED5-DDFB-4297-93CA-0FF7414CC48D}" presName="rootComposite" presStyleCnt="0"/>
      <dgm:spPr/>
    </dgm:pt>
    <dgm:pt modelId="{17B02BDC-C823-4B63-8FC9-AB2FAC9F4B0A}" type="pres">
      <dgm:prSet presAssocID="{611F8ED5-DDFB-4297-93CA-0FF7414CC48D}" presName="rootText" presStyleLbl="node3" presStyleIdx="0" presStyleCnt="2" custScaleX="135212">
        <dgm:presLayoutVars>
          <dgm:chPref val="3"/>
        </dgm:presLayoutVars>
      </dgm:prSet>
      <dgm:spPr/>
    </dgm:pt>
    <dgm:pt modelId="{BB803F3E-3E96-474C-878B-E8E15DF35CE1}" type="pres">
      <dgm:prSet presAssocID="{611F8ED5-DDFB-4297-93CA-0FF7414CC48D}" presName="rootConnector" presStyleLbl="node3" presStyleIdx="0" presStyleCnt="2"/>
      <dgm:spPr/>
    </dgm:pt>
    <dgm:pt modelId="{E85A826A-440F-4C08-B2EA-FF1AF5AF3B8B}" type="pres">
      <dgm:prSet presAssocID="{611F8ED5-DDFB-4297-93CA-0FF7414CC48D}" presName="hierChild4" presStyleCnt="0"/>
      <dgm:spPr/>
    </dgm:pt>
    <dgm:pt modelId="{4326EF73-100B-42FF-8E99-2A774808B83E}" type="pres">
      <dgm:prSet presAssocID="{611F8ED5-DDFB-4297-93CA-0FF7414CC48D}" presName="hierChild5" presStyleCnt="0"/>
      <dgm:spPr/>
    </dgm:pt>
    <dgm:pt modelId="{B06ECC77-0465-4AAF-9536-3B4E9F679E71}" type="pres">
      <dgm:prSet presAssocID="{FB6BF350-4C74-4C05-A63C-86792B080686}" presName="hierChild5" presStyleCnt="0"/>
      <dgm:spPr/>
    </dgm:pt>
    <dgm:pt modelId="{74B227D7-8FBB-4E0A-BC60-A879F4C98F98}" type="pres">
      <dgm:prSet presAssocID="{E85E7E47-D659-4B9A-B0D0-AB887DCFF9A0}" presName="Name37" presStyleLbl="parChTrans1D2" presStyleIdx="1" presStyleCnt="2"/>
      <dgm:spPr/>
    </dgm:pt>
    <dgm:pt modelId="{82F2BBB8-56FA-4DD9-8895-EEC636E59338}" type="pres">
      <dgm:prSet presAssocID="{C1E91DE7-304B-4FC1-9FA9-C442537BC478}" presName="hierRoot2" presStyleCnt="0">
        <dgm:presLayoutVars>
          <dgm:hierBranch val="init"/>
        </dgm:presLayoutVars>
      </dgm:prSet>
      <dgm:spPr/>
    </dgm:pt>
    <dgm:pt modelId="{F7A3FE52-5436-4B14-96F9-69DC7914081B}" type="pres">
      <dgm:prSet presAssocID="{C1E91DE7-304B-4FC1-9FA9-C442537BC478}" presName="rootComposite" presStyleCnt="0"/>
      <dgm:spPr/>
    </dgm:pt>
    <dgm:pt modelId="{AF13DC83-A403-4385-8102-3A46FDB0DF12}" type="pres">
      <dgm:prSet presAssocID="{C1E91DE7-304B-4FC1-9FA9-C442537BC478}" presName="rootText" presStyleLbl="node2" presStyleIdx="1" presStyleCnt="2" custScaleX="135212" custScaleY="121762" custLinFactNeighborX="21049" custLinFactNeighborY="2356">
        <dgm:presLayoutVars>
          <dgm:chPref val="3"/>
        </dgm:presLayoutVars>
      </dgm:prSet>
      <dgm:spPr/>
    </dgm:pt>
    <dgm:pt modelId="{B2A24581-E087-4147-94D5-58BBD662E313}" type="pres">
      <dgm:prSet presAssocID="{C1E91DE7-304B-4FC1-9FA9-C442537BC478}" presName="rootConnector" presStyleLbl="node2" presStyleIdx="1" presStyleCnt="2"/>
      <dgm:spPr/>
    </dgm:pt>
    <dgm:pt modelId="{0DE545E6-2DAC-4B51-9FC9-30689EE73E7E}" type="pres">
      <dgm:prSet presAssocID="{C1E91DE7-304B-4FC1-9FA9-C442537BC478}" presName="hierChild4" presStyleCnt="0"/>
      <dgm:spPr/>
    </dgm:pt>
    <dgm:pt modelId="{AD5873C8-B9F5-427E-AA7C-0835AACABBC4}" type="pres">
      <dgm:prSet presAssocID="{3097AD51-D617-486D-8E31-9C6A77B72B95}" presName="Name37" presStyleLbl="parChTrans1D3" presStyleIdx="1" presStyleCnt="2"/>
      <dgm:spPr/>
    </dgm:pt>
    <dgm:pt modelId="{596D7D0F-E425-4719-A347-64401246D7DF}" type="pres">
      <dgm:prSet presAssocID="{74ADBAD7-8BDC-413A-AA78-87A8688DBC66}" presName="hierRoot2" presStyleCnt="0">
        <dgm:presLayoutVars>
          <dgm:hierBranch val="init"/>
        </dgm:presLayoutVars>
      </dgm:prSet>
      <dgm:spPr/>
    </dgm:pt>
    <dgm:pt modelId="{DD15A28B-B089-48D4-A2CF-64E477A9CE3B}" type="pres">
      <dgm:prSet presAssocID="{74ADBAD7-8BDC-413A-AA78-87A8688DBC66}" presName="rootComposite" presStyleCnt="0"/>
      <dgm:spPr/>
    </dgm:pt>
    <dgm:pt modelId="{BC7AD347-952B-4318-A3A7-E88FAA9FF816}" type="pres">
      <dgm:prSet presAssocID="{74ADBAD7-8BDC-413A-AA78-87A8688DBC66}" presName="rootText" presStyleLbl="node3" presStyleIdx="1" presStyleCnt="2" custScaleX="135212" custLinFactNeighborX="31931" custLinFactNeighborY="4">
        <dgm:presLayoutVars>
          <dgm:chPref val="3"/>
        </dgm:presLayoutVars>
      </dgm:prSet>
      <dgm:spPr/>
    </dgm:pt>
    <dgm:pt modelId="{C7479CA8-9A43-4333-B7F2-F73E333B8B89}" type="pres">
      <dgm:prSet presAssocID="{74ADBAD7-8BDC-413A-AA78-87A8688DBC66}" presName="rootConnector" presStyleLbl="node3" presStyleIdx="1" presStyleCnt="2"/>
      <dgm:spPr/>
    </dgm:pt>
    <dgm:pt modelId="{5A5EE6C6-2C39-4911-8437-27C2C73988AA}" type="pres">
      <dgm:prSet presAssocID="{74ADBAD7-8BDC-413A-AA78-87A8688DBC66}" presName="hierChild4" presStyleCnt="0"/>
      <dgm:spPr/>
    </dgm:pt>
    <dgm:pt modelId="{E1FB00AD-857C-41E8-A791-D56287E7B890}" type="pres">
      <dgm:prSet presAssocID="{74ADBAD7-8BDC-413A-AA78-87A8688DBC66}" presName="hierChild5" presStyleCnt="0"/>
      <dgm:spPr/>
    </dgm:pt>
    <dgm:pt modelId="{9724EA0D-7BE9-4FCE-AD18-F46C7A2538DC}" type="pres">
      <dgm:prSet presAssocID="{C1E91DE7-304B-4FC1-9FA9-C442537BC478}" presName="hierChild5" presStyleCnt="0"/>
      <dgm:spPr/>
    </dgm:pt>
    <dgm:pt modelId="{D6ACD195-0D81-472A-B264-B9618D087621}" type="pres">
      <dgm:prSet presAssocID="{7EDA8265-D4CD-42F4-97FB-5B24F6E833E8}" presName="hierChild3" presStyleCnt="0"/>
      <dgm:spPr/>
    </dgm:pt>
  </dgm:ptLst>
  <dgm:cxnLst>
    <dgm:cxn modelId="{3805E92B-BA1F-4C6A-8576-5BFFF2D44FE9}" srcId="{7EDA8265-D4CD-42F4-97FB-5B24F6E833E8}" destId="{FB6BF350-4C74-4C05-A63C-86792B080686}" srcOrd="0" destOrd="0" parTransId="{62C34B88-B129-4751-BC1B-4B984AB90777}" sibTransId="{464A9281-D44D-4C40-B402-A9B8767052A4}"/>
    <dgm:cxn modelId="{7DE94F3F-1213-4A9E-919F-AFC7F3706017}" type="presOf" srcId="{611F8ED5-DDFB-4297-93CA-0FF7414CC48D}" destId="{BB803F3E-3E96-474C-878B-E8E15DF35CE1}" srcOrd="1" destOrd="0" presId="urn:microsoft.com/office/officeart/2005/8/layout/orgChart1"/>
    <dgm:cxn modelId="{00249B5C-0472-4289-A820-D0DF24E2F866}" type="presOf" srcId="{E85E7E47-D659-4B9A-B0D0-AB887DCFF9A0}" destId="{74B227D7-8FBB-4E0A-BC60-A879F4C98F98}" srcOrd="0" destOrd="0" presId="urn:microsoft.com/office/officeart/2005/8/layout/orgChart1"/>
    <dgm:cxn modelId="{0EDE8841-7737-4391-A2D2-5AF93983981C}" srcId="{C1E91DE7-304B-4FC1-9FA9-C442537BC478}" destId="{74ADBAD7-8BDC-413A-AA78-87A8688DBC66}" srcOrd="0" destOrd="0" parTransId="{3097AD51-D617-486D-8E31-9C6A77B72B95}" sibTransId="{378865A8-58D3-485D-8102-06B9E1F45945}"/>
    <dgm:cxn modelId="{1A3BD664-4F95-444F-BC61-F4281DC7337E}" srcId="{C680B347-63B2-4E97-BF7A-44B24ADC91DD}" destId="{7EDA8265-D4CD-42F4-97FB-5B24F6E833E8}" srcOrd="0" destOrd="0" parTransId="{921DB070-A93F-446F-AE94-183A263E3689}" sibTransId="{60B2800B-4C96-4EB3-924B-4EC3225844B4}"/>
    <dgm:cxn modelId="{123CF366-E954-48F0-BBC2-D7D40F6E28CA}" srcId="{FB6BF350-4C74-4C05-A63C-86792B080686}" destId="{611F8ED5-DDFB-4297-93CA-0FF7414CC48D}" srcOrd="0" destOrd="0" parTransId="{B2A4E25F-E687-46B7-8506-426C616C8095}" sibTransId="{D684D567-22EC-4127-A0B2-33DE8CCAF7AC}"/>
    <dgm:cxn modelId="{B969BA5A-5347-417C-9C9A-01EC425A7A16}" type="presOf" srcId="{C1E91DE7-304B-4FC1-9FA9-C442537BC478}" destId="{AF13DC83-A403-4385-8102-3A46FDB0DF12}" srcOrd="0" destOrd="0" presId="urn:microsoft.com/office/officeart/2005/8/layout/orgChart1"/>
    <dgm:cxn modelId="{2C3A228E-95F7-47B5-AB0E-3CE72D347DBD}" type="presOf" srcId="{B2A4E25F-E687-46B7-8506-426C616C8095}" destId="{F2EA56CD-3858-4AD3-A0F3-A11564AA960D}" srcOrd="0" destOrd="0" presId="urn:microsoft.com/office/officeart/2005/8/layout/orgChart1"/>
    <dgm:cxn modelId="{5A6F9190-FB88-4F0F-AA5C-255D1B41330D}" type="presOf" srcId="{62C34B88-B129-4751-BC1B-4B984AB90777}" destId="{974123E9-2E4E-4167-97E5-818028031C9F}" srcOrd="0" destOrd="0" presId="urn:microsoft.com/office/officeart/2005/8/layout/orgChart1"/>
    <dgm:cxn modelId="{13189198-515E-41A2-8E4F-2F4B79437C6A}" type="presOf" srcId="{74ADBAD7-8BDC-413A-AA78-87A8688DBC66}" destId="{BC7AD347-952B-4318-A3A7-E88FAA9FF816}" srcOrd="0" destOrd="0" presId="urn:microsoft.com/office/officeart/2005/8/layout/orgChart1"/>
    <dgm:cxn modelId="{3F6BB39A-CFA9-4AD0-9270-38E11190DA29}" type="presOf" srcId="{611F8ED5-DDFB-4297-93CA-0FF7414CC48D}" destId="{17B02BDC-C823-4B63-8FC9-AB2FAC9F4B0A}" srcOrd="0" destOrd="0" presId="urn:microsoft.com/office/officeart/2005/8/layout/orgChart1"/>
    <dgm:cxn modelId="{0F4B25A6-EC82-4B28-82BF-21A38CDEB87A}" type="presOf" srcId="{3097AD51-D617-486D-8E31-9C6A77B72B95}" destId="{AD5873C8-B9F5-427E-AA7C-0835AACABBC4}" srcOrd="0" destOrd="0" presId="urn:microsoft.com/office/officeart/2005/8/layout/orgChart1"/>
    <dgm:cxn modelId="{FDFAA6B5-DB44-4BBE-ABF4-3BF5645E0B0F}" type="presOf" srcId="{7EDA8265-D4CD-42F4-97FB-5B24F6E833E8}" destId="{B94DD7CA-9A63-43CB-8652-711697C06262}" srcOrd="0" destOrd="0" presId="urn:microsoft.com/office/officeart/2005/8/layout/orgChart1"/>
    <dgm:cxn modelId="{22A2A8B7-57FB-4611-8518-C5D5B092CC8C}" type="presOf" srcId="{C680B347-63B2-4E97-BF7A-44B24ADC91DD}" destId="{4CDA3D8C-F27E-4720-A8F1-43F569D6C7E1}" srcOrd="0" destOrd="0" presId="urn:microsoft.com/office/officeart/2005/8/layout/orgChart1"/>
    <dgm:cxn modelId="{1C1B92B8-37E2-4629-80B2-7894B6BCDD1F}" type="presOf" srcId="{C1E91DE7-304B-4FC1-9FA9-C442537BC478}" destId="{B2A24581-E087-4147-94D5-58BBD662E313}" srcOrd="1" destOrd="0" presId="urn:microsoft.com/office/officeart/2005/8/layout/orgChart1"/>
    <dgm:cxn modelId="{F6FBCFCA-31EF-4534-92A9-60EFADD35179}" type="presOf" srcId="{FB6BF350-4C74-4C05-A63C-86792B080686}" destId="{59FEA983-E4A0-4107-B054-7624D06CFF44}" srcOrd="0" destOrd="0" presId="urn:microsoft.com/office/officeart/2005/8/layout/orgChart1"/>
    <dgm:cxn modelId="{D55A53D2-20B5-4CB7-A1FA-DF0224319FF3}" srcId="{7EDA8265-D4CD-42F4-97FB-5B24F6E833E8}" destId="{C1E91DE7-304B-4FC1-9FA9-C442537BC478}" srcOrd="1" destOrd="0" parTransId="{E85E7E47-D659-4B9A-B0D0-AB887DCFF9A0}" sibTransId="{165F84E6-6B9C-4525-B840-56EB673D0D05}"/>
    <dgm:cxn modelId="{9C1C78E0-1BFC-4F41-813E-8C9CC319E0F4}" type="presOf" srcId="{74ADBAD7-8BDC-413A-AA78-87A8688DBC66}" destId="{C7479CA8-9A43-4333-B7F2-F73E333B8B89}" srcOrd="1" destOrd="0" presId="urn:microsoft.com/office/officeart/2005/8/layout/orgChart1"/>
    <dgm:cxn modelId="{9DD058EB-5D94-4AAC-AB11-B317E00ACC91}" type="presOf" srcId="{FB6BF350-4C74-4C05-A63C-86792B080686}" destId="{96B3F7C4-BBC5-4C38-B3A4-5210FA4F9C1B}" srcOrd="1" destOrd="0" presId="urn:microsoft.com/office/officeart/2005/8/layout/orgChart1"/>
    <dgm:cxn modelId="{ED4808F7-9354-4CA7-86BD-BBD9CF9597C3}" type="presOf" srcId="{7EDA8265-D4CD-42F4-97FB-5B24F6E833E8}" destId="{C18C648A-9472-4248-939C-69189EC461FE}" srcOrd="1" destOrd="0" presId="urn:microsoft.com/office/officeart/2005/8/layout/orgChart1"/>
    <dgm:cxn modelId="{50E6D7D3-8D43-4FBE-863D-597C10C50C04}" type="presParOf" srcId="{4CDA3D8C-F27E-4720-A8F1-43F569D6C7E1}" destId="{66CCCC8E-CE96-4EB3-B52B-E340CD35BB97}" srcOrd="0" destOrd="0" presId="urn:microsoft.com/office/officeart/2005/8/layout/orgChart1"/>
    <dgm:cxn modelId="{82BB1E12-06A0-4207-8B66-7F8462098D98}" type="presParOf" srcId="{66CCCC8E-CE96-4EB3-B52B-E340CD35BB97}" destId="{FB20DD01-778C-4373-9F7E-1B794F2335A9}" srcOrd="0" destOrd="0" presId="urn:microsoft.com/office/officeart/2005/8/layout/orgChart1"/>
    <dgm:cxn modelId="{4D362347-7DF0-4624-8B70-3E6F163B078F}" type="presParOf" srcId="{FB20DD01-778C-4373-9F7E-1B794F2335A9}" destId="{B94DD7CA-9A63-43CB-8652-711697C06262}" srcOrd="0" destOrd="0" presId="urn:microsoft.com/office/officeart/2005/8/layout/orgChart1"/>
    <dgm:cxn modelId="{5D6990C6-8F50-4159-9E0E-01CFF2BD5562}" type="presParOf" srcId="{FB20DD01-778C-4373-9F7E-1B794F2335A9}" destId="{C18C648A-9472-4248-939C-69189EC461FE}" srcOrd="1" destOrd="0" presId="urn:microsoft.com/office/officeart/2005/8/layout/orgChart1"/>
    <dgm:cxn modelId="{44E78D65-65A7-48FF-BCB2-A15A2647EEC6}" type="presParOf" srcId="{66CCCC8E-CE96-4EB3-B52B-E340CD35BB97}" destId="{DB7B4A50-3E56-450B-B670-9AE20659D755}" srcOrd="1" destOrd="0" presId="urn:microsoft.com/office/officeart/2005/8/layout/orgChart1"/>
    <dgm:cxn modelId="{DE212D69-CF69-428F-A426-7F548D166F55}" type="presParOf" srcId="{DB7B4A50-3E56-450B-B670-9AE20659D755}" destId="{974123E9-2E4E-4167-97E5-818028031C9F}" srcOrd="0" destOrd="0" presId="urn:microsoft.com/office/officeart/2005/8/layout/orgChart1"/>
    <dgm:cxn modelId="{141C9836-BC07-4C21-BE76-1C949EA88845}" type="presParOf" srcId="{DB7B4A50-3E56-450B-B670-9AE20659D755}" destId="{4FA99CB5-A026-407D-8C6B-24FBF090E9DB}" srcOrd="1" destOrd="0" presId="urn:microsoft.com/office/officeart/2005/8/layout/orgChart1"/>
    <dgm:cxn modelId="{EE48A04B-7023-45EA-95E8-6372CA5DADF6}" type="presParOf" srcId="{4FA99CB5-A026-407D-8C6B-24FBF090E9DB}" destId="{11FD0A9E-961E-4B3C-BAFC-7E9EBE8F9BD6}" srcOrd="0" destOrd="0" presId="urn:microsoft.com/office/officeart/2005/8/layout/orgChart1"/>
    <dgm:cxn modelId="{651E1E4C-5042-4132-9D43-FE93DD9915EB}" type="presParOf" srcId="{11FD0A9E-961E-4B3C-BAFC-7E9EBE8F9BD6}" destId="{59FEA983-E4A0-4107-B054-7624D06CFF44}" srcOrd="0" destOrd="0" presId="urn:microsoft.com/office/officeart/2005/8/layout/orgChart1"/>
    <dgm:cxn modelId="{3049D5DE-9A3A-4BEE-921B-ADC779CD910F}" type="presParOf" srcId="{11FD0A9E-961E-4B3C-BAFC-7E9EBE8F9BD6}" destId="{96B3F7C4-BBC5-4C38-B3A4-5210FA4F9C1B}" srcOrd="1" destOrd="0" presId="urn:microsoft.com/office/officeart/2005/8/layout/orgChart1"/>
    <dgm:cxn modelId="{3378A28B-92CB-40E7-9EE5-27CB99D63A17}" type="presParOf" srcId="{4FA99CB5-A026-407D-8C6B-24FBF090E9DB}" destId="{C91574BF-5B1B-43E1-BC34-38FA20F8A9AF}" srcOrd="1" destOrd="0" presId="urn:microsoft.com/office/officeart/2005/8/layout/orgChart1"/>
    <dgm:cxn modelId="{B8073B23-ED1E-41C6-94D2-43CF269351FC}" type="presParOf" srcId="{C91574BF-5B1B-43E1-BC34-38FA20F8A9AF}" destId="{F2EA56CD-3858-4AD3-A0F3-A11564AA960D}" srcOrd="0" destOrd="0" presId="urn:microsoft.com/office/officeart/2005/8/layout/orgChart1"/>
    <dgm:cxn modelId="{5C3A7FC2-B8F2-4A53-AE48-A3A635DF1980}" type="presParOf" srcId="{C91574BF-5B1B-43E1-BC34-38FA20F8A9AF}" destId="{3C9DC444-CD8D-4FAF-98B9-B4AE0B3EED53}" srcOrd="1" destOrd="0" presId="urn:microsoft.com/office/officeart/2005/8/layout/orgChart1"/>
    <dgm:cxn modelId="{A2E64554-1CF0-46B0-8A65-0BF463CDD474}" type="presParOf" srcId="{3C9DC444-CD8D-4FAF-98B9-B4AE0B3EED53}" destId="{A08222EC-0D98-42C9-AE3D-0B762E08DAC2}" srcOrd="0" destOrd="0" presId="urn:microsoft.com/office/officeart/2005/8/layout/orgChart1"/>
    <dgm:cxn modelId="{1942D3C5-F9A7-471C-980D-38096D6E6381}" type="presParOf" srcId="{A08222EC-0D98-42C9-AE3D-0B762E08DAC2}" destId="{17B02BDC-C823-4B63-8FC9-AB2FAC9F4B0A}" srcOrd="0" destOrd="0" presId="urn:microsoft.com/office/officeart/2005/8/layout/orgChart1"/>
    <dgm:cxn modelId="{46068246-5971-42BA-8F76-24D88ABA3BA0}" type="presParOf" srcId="{A08222EC-0D98-42C9-AE3D-0B762E08DAC2}" destId="{BB803F3E-3E96-474C-878B-E8E15DF35CE1}" srcOrd="1" destOrd="0" presId="urn:microsoft.com/office/officeart/2005/8/layout/orgChart1"/>
    <dgm:cxn modelId="{C30282C9-07A2-49D3-B29D-97AF9B3DCE2C}" type="presParOf" srcId="{3C9DC444-CD8D-4FAF-98B9-B4AE0B3EED53}" destId="{E85A826A-440F-4C08-B2EA-FF1AF5AF3B8B}" srcOrd="1" destOrd="0" presId="urn:microsoft.com/office/officeart/2005/8/layout/orgChart1"/>
    <dgm:cxn modelId="{45BA5686-B820-4831-A785-FCDDE05706AB}" type="presParOf" srcId="{3C9DC444-CD8D-4FAF-98B9-B4AE0B3EED53}" destId="{4326EF73-100B-42FF-8E99-2A774808B83E}" srcOrd="2" destOrd="0" presId="urn:microsoft.com/office/officeart/2005/8/layout/orgChart1"/>
    <dgm:cxn modelId="{66ED7777-86E0-4132-869F-422F63A6EBEC}" type="presParOf" srcId="{4FA99CB5-A026-407D-8C6B-24FBF090E9DB}" destId="{B06ECC77-0465-4AAF-9536-3B4E9F679E71}" srcOrd="2" destOrd="0" presId="urn:microsoft.com/office/officeart/2005/8/layout/orgChart1"/>
    <dgm:cxn modelId="{60D3B407-51C3-4A49-B05E-6C8B40C64F99}" type="presParOf" srcId="{DB7B4A50-3E56-450B-B670-9AE20659D755}" destId="{74B227D7-8FBB-4E0A-BC60-A879F4C98F98}" srcOrd="2" destOrd="0" presId="urn:microsoft.com/office/officeart/2005/8/layout/orgChart1"/>
    <dgm:cxn modelId="{84F5CF82-8228-4A08-85F4-40CA9CD54DAD}" type="presParOf" srcId="{DB7B4A50-3E56-450B-B670-9AE20659D755}" destId="{82F2BBB8-56FA-4DD9-8895-EEC636E59338}" srcOrd="3" destOrd="0" presId="urn:microsoft.com/office/officeart/2005/8/layout/orgChart1"/>
    <dgm:cxn modelId="{14FFA4D6-73FD-4B53-B131-60B7C31A1A26}" type="presParOf" srcId="{82F2BBB8-56FA-4DD9-8895-EEC636E59338}" destId="{F7A3FE52-5436-4B14-96F9-69DC7914081B}" srcOrd="0" destOrd="0" presId="urn:microsoft.com/office/officeart/2005/8/layout/orgChart1"/>
    <dgm:cxn modelId="{98F736A7-9870-454A-A6E8-A6C8E14F23B1}" type="presParOf" srcId="{F7A3FE52-5436-4B14-96F9-69DC7914081B}" destId="{AF13DC83-A403-4385-8102-3A46FDB0DF12}" srcOrd="0" destOrd="0" presId="urn:microsoft.com/office/officeart/2005/8/layout/orgChart1"/>
    <dgm:cxn modelId="{76F8E0A7-FE6F-4A8B-A761-4EF33BBC75F3}" type="presParOf" srcId="{F7A3FE52-5436-4B14-96F9-69DC7914081B}" destId="{B2A24581-E087-4147-94D5-58BBD662E313}" srcOrd="1" destOrd="0" presId="urn:microsoft.com/office/officeart/2005/8/layout/orgChart1"/>
    <dgm:cxn modelId="{FD2AABBB-1D32-4F4E-9DEC-A41C37242BE9}" type="presParOf" srcId="{82F2BBB8-56FA-4DD9-8895-EEC636E59338}" destId="{0DE545E6-2DAC-4B51-9FC9-30689EE73E7E}" srcOrd="1" destOrd="0" presId="urn:microsoft.com/office/officeart/2005/8/layout/orgChart1"/>
    <dgm:cxn modelId="{AA8FC348-6FDE-4B20-9AE9-FDB32942F7B3}" type="presParOf" srcId="{0DE545E6-2DAC-4B51-9FC9-30689EE73E7E}" destId="{AD5873C8-B9F5-427E-AA7C-0835AACABBC4}" srcOrd="0" destOrd="0" presId="urn:microsoft.com/office/officeart/2005/8/layout/orgChart1"/>
    <dgm:cxn modelId="{18900D0B-17D3-4D78-A685-422A640782AE}" type="presParOf" srcId="{0DE545E6-2DAC-4B51-9FC9-30689EE73E7E}" destId="{596D7D0F-E425-4719-A347-64401246D7DF}" srcOrd="1" destOrd="0" presId="urn:microsoft.com/office/officeart/2005/8/layout/orgChart1"/>
    <dgm:cxn modelId="{663A85DC-2A9F-4B8F-BCF5-1304436F26E1}" type="presParOf" srcId="{596D7D0F-E425-4719-A347-64401246D7DF}" destId="{DD15A28B-B089-48D4-A2CF-64E477A9CE3B}" srcOrd="0" destOrd="0" presId="urn:microsoft.com/office/officeart/2005/8/layout/orgChart1"/>
    <dgm:cxn modelId="{8E9CF7A7-DE90-443D-8B01-456075BC3A14}" type="presParOf" srcId="{DD15A28B-B089-48D4-A2CF-64E477A9CE3B}" destId="{BC7AD347-952B-4318-A3A7-E88FAA9FF816}" srcOrd="0" destOrd="0" presId="urn:microsoft.com/office/officeart/2005/8/layout/orgChart1"/>
    <dgm:cxn modelId="{3151BB8D-B01D-4ABE-B92E-3BFD73EE28D7}" type="presParOf" srcId="{DD15A28B-B089-48D4-A2CF-64E477A9CE3B}" destId="{C7479CA8-9A43-4333-B7F2-F73E333B8B89}" srcOrd="1" destOrd="0" presId="urn:microsoft.com/office/officeart/2005/8/layout/orgChart1"/>
    <dgm:cxn modelId="{36A2D51A-9215-4828-818D-59584ADF08B2}" type="presParOf" srcId="{596D7D0F-E425-4719-A347-64401246D7DF}" destId="{5A5EE6C6-2C39-4911-8437-27C2C73988AA}" srcOrd="1" destOrd="0" presId="urn:microsoft.com/office/officeart/2005/8/layout/orgChart1"/>
    <dgm:cxn modelId="{EBB23812-AE38-4B72-A081-010F0B6ED57C}" type="presParOf" srcId="{596D7D0F-E425-4719-A347-64401246D7DF}" destId="{E1FB00AD-857C-41E8-A791-D56287E7B890}" srcOrd="2" destOrd="0" presId="urn:microsoft.com/office/officeart/2005/8/layout/orgChart1"/>
    <dgm:cxn modelId="{FC35153B-8AB0-475D-B08C-570CF2B113D6}" type="presParOf" srcId="{82F2BBB8-56FA-4DD9-8895-EEC636E59338}" destId="{9724EA0D-7BE9-4FCE-AD18-F46C7A2538DC}" srcOrd="2" destOrd="0" presId="urn:microsoft.com/office/officeart/2005/8/layout/orgChart1"/>
    <dgm:cxn modelId="{6112B895-FBEF-46E5-9B20-7DA35E6159B3}" type="presParOf" srcId="{66CCCC8E-CE96-4EB3-B52B-E340CD35BB97}" destId="{D6ACD195-0D81-472A-B264-B9618D08762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80B347-63B2-4E97-BF7A-44B24ADC91D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7EDA8265-D4CD-42F4-97FB-5B24F6E833E8}">
      <dgm:prSet phldrT="[Text]" custT="1"/>
      <dgm:spPr>
        <a:solidFill>
          <a:srgbClr val="990000"/>
        </a:solidFill>
      </dgm:spPr>
      <dgm:t>
        <a:bodyPr/>
        <a:lstStyle/>
        <a:p>
          <a:r>
            <a:rPr lang="en-US" sz="1200" b="1" dirty="0">
              <a:latin typeface="+mj-lt"/>
            </a:rPr>
            <a:t>Ratio categories</a:t>
          </a:r>
          <a:endParaRPr lang="en-ZA" sz="1200" b="1" dirty="0">
            <a:latin typeface="+mj-lt"/>
          </a:endParaRPr>
        </a:p>
      </dgm:t>
    </dgm:pt>
    <dgm:pt modelId="{921DB070-A93F-446F-AE94-183A263E3689}" type="parTrans" cxnId="{1A3BD664-4F95-444F-BC61-F4281DC7337E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60B2800B-4C96-4EB3-924B-4EC3225844B4}" type="sibTrans" cxnId="{1A3BD664-4F95-444F-BC61-F4281DC7337E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FB6BF350-4C74-4C05-A63C-86792B080686}">
      <dgm:prSet phldrT="[Text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2"/>
        </a:solidFill>
        <a:ln>
          <a:noFill/>
        </a:ln>
      </dgm:spPr>
      <dgm:t>
        <a:bodyPr/>
        <a:lstStyle/>
        <a:p>
          <a:r>
            <a:rPr lang="en-US" sz="1200" dirty="0">
              <a:latin typeface="+mj-lt"/>
            </a:rPr>
            <a:t>Profitability ratios</a:t>
          </a:r>
          <a:endParaRPr lang="en-ZA" sz="1200" dirty="0">
            <a:latin typeface="+mj-lt"/>
          </a:endParaRPr>
        </a:p>
      </dgm:t>
    </dgm:pt>
    <dgm:pt modelId="{62C34B88-B129-4751-BC1B-4B984AB90777}" type="parTrans" cxnId="{3805E92B-BA1F-4C6A-8576-5BFFF2D44FE9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464A9281-D44D-4C40-B402-A9B8767052A4}" type="sibTrans" cxnId="{3805E92B-BA1F-4C6A-8576-5BFFF2D44FE9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C1E91DE7-304B-4FC1-9FA9-C442537BC478}">
      <dgm:prSet phldrT="[Text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6"/>
        </a:solidFill>
        <a:ln>
          <a:noFill/>
        </a:ln>
      </dgm:spPr>
      <dgm:t>
        <a:bodyPr/>
        <a:lstStyle/>
        <a:p>
          <a:r>
            <a:rPr lang="en-US" sz="1200" dirty="0">
              <a:solidFill>
                <a:schemeClr val="bg1"/>
              </a:solidFill>
              <a:latin typeface="+mj-lt"/>
            </a:rPr>
            <a:t>Liquidity ratios</a:t>
          </a:r>
          <a:endParaRPr lang="en-ZA" sz="1200" dirty="0">
            <a:solidFill>
              <a:schemeClr val="bg1"/>
            </a:solidFill>
            <a:latin typeface="+mj-lt"/>
          </a:endParaRPr>
        </a:p>
      </dgm:t>
    </dgm:pt>
    <dgm:pt modelId="{E85E7E47-D659-4B9A-B0D0-AB887DCFF9A0}" type="parTrans" cxnId="{D55A53D2-20B5-4CB7-A1FA-DF0224319FF3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165F84E6-6B9C-4525-B840-56EB673D0D05}" type="sibTrans" cxnId="{D55A53D2-20B5-4CB7-A1FA-DF0224319FF3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CAB4386B-00C8-4BCE-800D-7F2B08BD2D27}">
      <dgm:prSet phldrT="[Text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4"/>
        </a:solidFill>
        <a:ln>
          <a:noFill/>
        </a:ln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1200" kern="1200" dirty="0">
              <a:solidFill>
                <a:prstClr val="white"/>
              </a:solidFill>
              <a:latin typeface="+mj-lt"/>
              <a:ea typeface="ＭＳ Ｐゴシック"/>
              <a:cs typeface="+mn-cs"/>
            </a:rPr>
            <a:t>Activity 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200" kern="1200" dirty="0">
              <a:solidFill>
                <a:prstClr val="white"/>
              </a:solidFill>
              <a:latin typeface="+mj-lt"/>
              <a:ea typeface="ＭＳ Ｐゴシック"/>
              <a:cs typeface="+mn-cs"/>
            </a:rPr>
            <a:t>ratios</a:t>
          </a:r>
          <a:endParaRPr lang="en-ZA" sz="1200" kern="1200" dirty="0">
            <a:solidFill>
              <a:prstClr val="white"/>
            </a:solidFill>
            <a:latin typeface="+mj-lt"/>
            <a:ea typeface="ＭＳ Ｐゴシック"/>
            <a:cs typeface="+mn-cs"/>
          </a:endParaRPr>
        </a:p>
      </dgm:t>
    </dgm:pt>
    <dgm:pt modelId="{FA7D4A6C-1BFE-43AC-973E-26C1C28293C3}" type="parTrans" cxnId="{0C059E45-3392-435B-942B-9DABCDCAB06A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D1095425-E7E8-4610-82E2-E8FA34FD71F4}" type="sibTrans" cxnId="{0C059E45-3392-435B-942B-9DABCDCAB06A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611F8ED5-DDFB-4297-93CA-0FF7414CC48D}">
      <dgm:prSet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sz="1200" dirty="0">
              <a:latin typeface="+mj-lt"/>
            </a:rPr>
            <a:t>Gross profit margin</a:t>
          </a:r>
          <a:endParaRPr lang="en-ZA" sz="1200" dirty="0">
            <a:latin typeface="+mj-lt"/>
          </a:endParaRPr>
        </a:p>
      </dgm:t>
    </dgm:pt>
    <dgm:pt modelId="{B2A4E25F-E687-46B7-8506-426C616C8095}" type="parTrans" cxnId="{123CF366-E954-48F0-BBC2-D7D40F6E28CA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D684D567-22EC-4127-A0B2-33DE8CCAF7AC}" type="sibTrans" cxnId="{123CF366-E954-48F0-BBC2-D7D40F6E28CA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C1EFBF15-9453-4F38-89FF-7E5B699DEC5C}">
      <dgm:prSet custT="1"/>
      <dgm:spPr>
        <a:solidFill>
          <a:srgbClr val="C0504D">
            <a:lumMod val="60000"/>
            <a:lumOff val="4000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r>
            <a:rPr lang="en-US" sz="1200" baseline="0" dirty="0">
              <a:latin typeface="+mj-lt"/>
            </a:rPr>
            <a:t>Net profit margin</a:t>
          </a:r>
          <a:endParaRPr lang="en-ZA" sz="1200" dirty="0">
            <a:latin typeface="+mj-lt"/>
          </a:endParaRPr>
        </a:p>
      </dgm:t>
    </dgm:pt>
    <dgm:pt modelId="{1E6EB07A-2646-48A6-8DCE-30BAEDE2A80B}" type="parTrans" cxnId="{F2EA5F5F-F737-4CD4-8572-CD8765B5DAC3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86480AA7-6DD0-40C9-811D-C8AEC8DD2162}" type="sibTrans" cxnId="{F2EA5F5F-F737-4CD4-8572-CD8765B5DAC3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726A7DF1-BFF6-47A9-B5C8-002AA5E08943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5"/>
        </a:solidFill>
        <a:ln>
          <a:noFill/>
        </a:ln>
      </dgm:spPr>
      <dgm:t>
        <a:bodyPr/>
        <a:lstStyle/>
        <a:p>
          <a:r>
            <a:rPr lang="en-US" sz="1200" dirty="0">
              <a:latin typeface="+mj-lt"/>
            </a:rPr>
            <a:t>Solvency ratios</a:t>
          </a:r>
          <a:endParaRPr lang="en-ZA" sz="1200" dirty="0">
            <a:latin typeface="+mj-lt"/>
          </a:endParaRPr>
        </a:p>
      </dgm:t>
    </dgm:pt>
    <dgm:pt modelId="{710C0FF4-41F9-4BDF-94B6-0DA9A59FA2E2}" type="parTrans" cxnId="{660889D9-51A8-4083-BCE9-EAA195FB3D06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5F7F1CAB-F8C5-4D3B-B5F2-529071796B78}" type="sibTrans" cxnId="{660889D9-51A8-4083-BCE9-EAA195FB3D06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224D9676-E5A0-4ABF-A081-6A7573917122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1200" dirty="0">
              <a:latin typeface="+mj-lt"/>
            </a:rPr>
            <a:t>Securities market 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200" dirty="0">
              <a:latin typeface="+mj-lt"/>
            </a:rPr>
            <a:t>ratios</a:t>
          </a:r>
          <a:endParaRPr lang="en-ZA" sz="1200" dirty="0">
            <a:latin typeface="+mj-lt"/>
          </a:endParaRPr>
        </a:p>
      </dgm:t>
    </dgm:pt>
    <dgm:pt modelId="{7701AA27-1B67-4F17-8AAA-36DDA8B79A60}" type="parTrans" cxnId="{2D210D38-3E38-4CFC-BD95-6261F4959414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3BC99587-C807-4EAC-939A-8CF3064AB09E}" type="sibTrans" cxnId="{2D210D38-3E38-4CFC-BD95-6261F4959414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6C4D7AE6-DC2B-42EB-BECE-E0C8F4889A74}">
      <dgm:prSet custT="1"/>
      <dgm:spPr>
        <a:solidFill>
          <a:srgbClr val="C0504D">
            <a:lumMod val="60000"/>
            <a:lumOff val="4000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ROI</a:t>
          </a:r>
          <a:endParaRPr lang="en-ZA" sz="1200" kern="1200" dirty="0">
            <a:solidFill>
              <a:prstClr val="white"/>
            </a:solidFill>
            <a:latin typeface="Tahoma"/>
            <a:ea typeface="ＭＳ Ｐゴシック"/>
            <a:cs typeface="+mn-cs"/>
          </a:endParaRPr>
        </a:p>
      </dgm:t>
    </dgm:pt>
    <dgm:pt modelId="{E028158E-E19A-4A75-B914-793167A2A48A}" type="parTrans" cxnId="{987247F4-543E-4AAF-8D54-B752228BD2A6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60D4B7BF-12D3-4B62-9C36-173C5835AE58}" type="sibTrans" cxnId="{987247F4-543E-4AAF-8D54-B752228BD2A6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CA8153F5-78C8-4B38-BAFC-A0E20B072E17}">
      <dgm:prSet custT="1"/>
      <dgm:spPr>
        <a:solidFill>
          <a:srgbClr val="C0504D">
            <a:lumMod val="60000"/>
            <a:lumOff val="4000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ROE</a:t>
          </a:r>
          <a:endParaRPr lang="en-ZA" sz="1200" kern="1200" dirty="0">
            <a:solidFill>
              <a:prstClr val="white"/>
            </a:solidFill>
            <a:latin typeface="Tahoma"/>
            <a:ea typeface="ＭＳ Ｐゴシック"/>
            <a:cs typeface="+mn-cs"/>
          </a:endParaRPr>
        </a:p>
      </dgm:t>
    </dgm:pt>
    <dgm:pt modelId="{C29C40AE-66A7-4D8D-9393-CEADAA8D6BFB}" type="parTrans" cxnId="{71BFE7F7-156E-45E1-ABBE-E9AF69D6DC70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4356AC01-48E4-41A2-A182-DA5745BC36BD}" type="sibTrans" cxnId="{71BFE7F7-156E-45E1-ABBE-E9AF69D6DC70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CEB4F2F8-34F8-4A0E-A8D3-2B63DF796708}">
      <dgm:prSet custT="1"/>
      <dgm:spPr>
        <a:solidFill>
          <a:srgbClr val="C0504D">
            <a:lumMod val="60000"/>
            <a:lumOff val="40000"/>
          </a:srgbClr>
        </a:solidFill>
        <a:ln w="57150" cap="flat" cmpd="sng" algn="ctr">
          <a:solidFill>
            <a:srgbClr val="990000"/>
          </a:solidFill>
          <a:prstDash val="solid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*Operating profit margin</a:t>
          </a:r>
          <a:endParaRPr lang="en-ZA" sz="1200" kern="1200" dirty="0">
            <a:solidFill>
              <a:prstClr val="white"/>
            </a:solidFill>
            <a:latin typeface="Tahoma"/>
            <a:ea typeface="ＭＳ Ｐゴシック"/>
            <a:cs typeface="+mn-cs"/>
          </a:endParaRPr>
        </a:p>
      </dgm:t>
    </dgm:pt>
    <dgm:pt modelId="{FD1FA2DD-EAA8-4896-9AE3-CDA7FB21232F}" type="parTrans" cxnId="{1149EA5F-6FC4-4789-9918-719A4B8FA6A1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9C499F6C-DE54-4C1C-A931-C9AAFD01B0B3}" type="sibTrans" cxnId="{1149EA5F-6FC4-4789-9918-719A4B8FA6A1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8F53AB5F-5847-4F53-A3E5-6C61F1E644D6}">
      <dgm:prSet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  <a:latin typeface="+mj-lt"/>
            </a:rPr>
            <a:t>Current ratio</a:t>
          </a:r>
          <a:endParaRPr lang="en-ZA" sz="1200" dirty="0">
            <a:solidFill>
              <a:schemeClr val="tx1"/>
            </a:solidFill>
            <a:latin typeface="+mj-lt"/>
          </a:endParaRPr>
        </a:p>
      </dgm:t>
    </dgm:pt>
    <dgm:pt modelId="{1516C600-B885-4CB9-A9F8-40FFF42BA2EE}" type="parTrans" cxnId="{E61D8D4C-2010-4F31-A0B9-79953378D7E2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1EB4E0FD-F31B-4028-BF01-6E9724544D83}" type="sibTrans" cxnId="{E61D8D4C-2010-4F31-A0B9-79953378D7E2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7A63BA7E-31E6-478B-94F0-1314BEF4209D}">
      <dgm:prSet custT="1"/>
      <dgm:spPr>
        <a:solidFill>
          <a:srgbClr val="F79646">
            <a:lumMod val="40000"/>
            <a:lumOff val="6000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r>
            <a:rPr lang="en-US" sz="1200" kern="1200" dirty="0">
              <a:solidFill>
                <a:schemeClr val="tx1"/>
              </a:solidFill>
              <a:latin typeface="Tahoma"/>
              <a:ea typeface="ＭＳ Ｐゴシック"/>
              <a:cs typeface="+mn-cs"/>
            </a:rPr>
            <a:t>Quick</a:t>
          </a:r>
          <a:r>
            <a:rPr lang="en-US" sz="1200" kern="1200" dirty="0">
              <a:solidFill>
                <a:schemeClr val="tx1"/>
              </a:solidFill>
              <a:latin typeface="+mj-lt"/>
            </a:rPr>
            <a:t> ratio</a:t>
          </a:r>
        </a:p>
        <a:p>
          <a:r>
            <a:rPr lang="en-US" sz="1200" kern="1200" dirty="0">
              <a:solidFill>
                <a:schemeClr val="tx1"/>
              </a:solidFill>
              <a:latin typeface="+mj-lt"/>
            </a:rPr>
            <a:t>(acid-test)</a:t>
          </a:r>
          <a:endParaRPr lang="en-ZA" sz="1200" kern="1200" dirty="0">
            <a:solidFill>
              <a:schemeClr val="tx1"/>
            </a:solidFill>
            <a:latin typeface="+mj-lt"/>
          </a:endParaRPr>
        </a:p>
      </dgm:t>
    </dgm:pt>
    <dgm:pt modelId="{BF11CECF-ADB6-4231-BDEE-F8EA747A4AFD}" type="parTrans" cxnId="{0AB4C606-69D7-4B02-AF53-597C4BDC3A82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434574F5-65DA-4BE6-97F5-8BBC5DCE8313}" type="sibTrans" cxnId="{0AB4C606-69D7-4B02-AF53-597C4BDC3A82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5A5ADB5E-C2DF-4A7D-8B32-650DEEF275C2}">
      <dgm:prSet custT="1"/>
      <dgm:spPr>
        <a:solidFill>
          <a:schemeClr val="accent4"/>
        </a:solidFill>
      </dgm:spPr>
      <dgm:t>
        <a:bodyPr/>
        <a:lstStyle/>
        <a:p>
          <a:r>
            <a:rPr lang="en-US" sz="1200" dirty="0">
              <a:latin typeface="+mj-lt"/>
            </a:rPr>
            <a:t>Inventory turnover</a:t>
          </a:r>
          <a:endParaRPr lang="en-ZA" sz="1200" dirty="0">
            <a:latin typeface="+mj-lt"/>
          </a:endParaRPr>
        </a:p>
      </dgm:t>
    </dgm:pt>
    <dgm:pt modelId="{DEA3086D-2370-4150-A790-7C97544B0A98}" type="parTrans" cxnId="{823B9138-79A7-4233-9E54-549D8BBDF439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23589084-C954-490C-99FA-DD9346E870FA}" type="sibTrans" cxnId="{823B9138-79A7-4233-9E54-549D8BBDF439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A2BA7419-A396-4495-96FA-D86F1ADDF89D}">
      <dgm:prSet custT="1"/>
      <dgm:spPr>
        <a:solidFill>
          <a:srgbClr val="8064A2"/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r>
            <a:rPr lang="en-US" sz="12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Average</a:t>
          </a:r>
          <a:r>
            <a:rPr lang="en-US" sz="1200" kern="1200" dirty="0">
              <a:latin typeface="+mj-lt"/>
            </a:rPr>
            <a:t> collection period (ACP)</a:t>
          </a:r>
          <a:endParaRPr lang="en-ZA" sz="1200" kern="1200" dirty="0">
            <a:latin typeface="+mj-lt"/>
          </a:endParaRPr>
        </a:p>
      </dgm:t>
    </dgm:pt>
    <dgm:pt modelId="{DFAC5929-2FC7-43B0-81C5-42FDAADF2927}" type="parTrans" cxnId="{19A02A4E-D02E-43C7-BA83-CF12944A4E9B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864591DC-9F48-43F4-AA8C-F8759137BC9D}" type="sibTrans" cxnId="{19A02A4E-D02E-43C7-BA83-CF12944A4E9B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D70B88A3-0912-4910-9A70-A0CB2BFB0441}">
      <dgm:prSet custT="1"/>
      <dgm:spPr>
        <a:solidFill>
          <a:srgbClr val="8064A2"/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Average payment period (APP)</a:t>
          </a:r>
          <a:endParaRPr lang="en-ZA" sz="1200" kern="1200" dirty="0">
            <a:solidFill>
              <a:prstClr val="white"/>
            </a:solidFill>
            <a:latin typeface="Tahoma"/>
            <a:ea typeface="ＭＳ Ｐゴシック"/>
            <a:cs typeface="+mn-cs"/>
          </a:endParaRPr>
        </a:p>
      </dgm:t>
    </dgm:pt>
    <dgm:pt modelId="{DE93D4C6-6938-404A-A589-FC6EBE9285F0}" type="parTrans" cxnId="{4B29375E-596B-4791-9E3A-D3CF5D8EBB9F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C8257508-054D-45FB-98CC-4D9BBC0B8F45}" type="sibTrans" cxnId="{4B29375E-596B-4791-9E3A-D3CF5D8EBB9F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7A30082F-E7C1-48D5-87F7-2028C09CD613}">
      <dgm:prSet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 sz="1200" dirty="0">
              <a:solidFill>
                <a:schemeClr val="tx1"/>
              </a:solidFill>
              <a:latin typeface="+mj-lt"/>
            </a:rPr>
            <a:t>Debt ratio</a:t>
          </a:r>
          <a:endParaRPr lang="en-ZA" sz="1200" dirty="0">
            <a:solidFill>
              <a:schemeClr val="tx1"/>
            </a:solidFill>
            <a:latin typeface="+mj-lt"/>
          </a:endParaRPr>
        </a:p>
      </dgm:t>
    </dgm:pt>
    <dgm:pt modelId="{B376C138-F801-41EE-B01E-D804CB76A1ED}" type="parTrans" cxnId="{D6EA9266-749E-4F91-A49E-0357C58E0C42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ABAC370E-0AEC-4A42-8195-F8FFB683AB97}" type="sibTrans" cxnId="{D6EA9266-749E-4F91-A49E-0357C58E0C42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603FC987-FDC6-405D-88CF-72D4F31F1357}">
      <dgm:prSet custT="1"/>
      <dgm:spPr>
        <a:solidFill>
          <a:srgbClr val="4BACC6">
            <a:lumMod val="60000"/>
            <a:lumOff val="4000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r>
            <a:rPr lang="en-US" sz="1200" kern="1200" dirty="0">
              <a:solidFill>
                <a:schemeClr val="tx1"/>
              </a:solidFill>
              <a:latin typeface="Tahoma"/>
              <a:ea typeface="ＭＳ Ｐゴシック"/>
              <a:cs typeface="+mn-cs"/>
            </a:rPr>
            <a:t>Debt-equity</a:t>
          </a:r>
          <a:r>
            <a:rPr lang="en-US" sz="1200" kern="1200" dirty="0">
              <a:solidFill>
                <a:schemeClr val="tx1"/>
              </a:solidFill>
              <a:latin typeface="+mj-lt"/>
            </a:rPr>
            <a:t> (D/E) ratio</a:t>
          </a:r>
          <a:endParaRPr lang="en-ZA" sz="1200" kern="1200" dirty="0">
            <a:solidFill>
              <a:schemeClr val="tx1"/>
            </a:solidFill>
            <a:latin typeface="+mj-lt"/>
          </a:endParaRPr>
        </a:p>
      </dgm:t>
    </dgm:pt>
    <dgm:pt modelId="{B0A73A57-F4A2-405C-ABE1-ECECD2390F2D}" type="parTrans" cxnId="{C92B959B-A43E-4895-BED9-3912EB13725F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E2859310-1824-4A22-A35B-A30FAF8179E3}" type="sibTrans" cxnId="{C92B959B-A43E-4895-BED9-3912EB13725F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E06884BE-3871-41D0-A505-84B81A2B73D5}">
      <dgm:prSet custT="1"/>
      <dgm:spPr>
        <a:solidFill>
          <a:srgbClr val="4BACC6">
            <a:lumMod val="60000"/>
            <a:lumOff val="4000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r>
            <a:rPr lang="en-US" sz="1200" kern="1200" dirty="0">
              <a:solidFill>
                <a:schemeClr val="tx1"/>
              </a:solidFill>
              <a:latin typeface="Tahoma"/>
              <a:ea typeface="ＭＳ Ｐゴシック"/>
              <a:cs typeface="+mn-cs"/>
            </a:rPr>
            <a:t>Times</a:t>
          </a:r>
          <a:r>
            <a:rPr lang="en-US" sz="1200" kern="1200" dirty="0">
              <a:solidFill>
                <a:schemeClr val="tx1"/>
              </a:solidFill>
              <a:latin typeface="+mj-lt"/>
            </a:rPr>
            <a:t> </a:t>
          </a:r>
          <a:r>
            <a:rPr lang="en-US" sz="1200" kern="1200" dirty="0">
              <a:solidFill>
                <a:schemeClr val="tx1"/>
              </a:solidFill>
              <a:latin typeface="Tahoma"/>
              <a:ea typeface="ＭＳ Ｐゴシック"/>
              <a:cs typeface="+mn-cs"/>
            </a:rPr>
            <a:t>interest</a:t>
          </a:r>
          <a:r>
            <a:rPr lang="en-US" sz="1200" kern="1200" dirty="0">
              <a:solidFill>
                <a:schemeClr val="tx1"/>
              </a:solidFill>
              <a:latin typeface="+mj-lt"/>
            </a:rPr>
            <a:t> earned(TIE) ratio</a:t>
          </a:r>
          <a:endParaRPr lang="en-ZA" sz="1200" kern="1200" dirty="0">
            <a:solidFill>
              <a:schemeClr val="tx1"/>
            </a:solidFill>
            <a:latin typeface="+mj-lt"/>
          </a:endParaRPr>
        </a:p>
      </dgm:t>
    </dgm:pt>
    <dgm:pt modelId="{8449755C-1F7E-449A-8D92-F2D3AB52496E}" type="parTrans" cxnId="{33DEC7FE-3A7A-4E1C-B04C-A1D357F86CDB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D9F515C6-E226-4E12-A2A0-67B584B0494D}" type="sibTrans" cxnId="{33DEC7FE-3A7A-4E1C-B04C-A1D357F86CDB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65C3058D-255D-4F53-A132-2C42BB7891AC}">
      <dgm:prSet custT="1"/>
      <dgm:spPr/>
      <dgm:t>
        <a:bodyPr/>
        <a:lstStyle/>
        <a:p>
          <a:r>
            <a:rPr lang="en-US" sz="1200" dirty="0">
              <a:latin typeface="+mj-lt"/>
            </a:rPr>
            <a:t>Earnings per share (EPS)</a:t>
          </a:r>
          <a:endParaRPr lang="en-ZA" sz="1200" dirty="0">
            <a:latin typeface="+mj-lt"/>
          </a:endParaRPr>
        </a:p>
      </dgm:t>
    </dgm:pt>
    <dgm:pt modelId="{EC20AA17-8779-4293-9F7C-09082611503A}" type="parTrans" cxnId="{2ECBF59D-22D6-4B2E-8E89-AA469B82B153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802D4F9D-9936-4297-B8B7-6BDE568C1801}" type="sibTrans" cxnId="{2ECBF59D-22D6-4B2E-8E89-AA469B82B153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7C604DB3-5C3C-4316-88B6-FD9666B1CCA7}">
      <dgm:prSet custT="1"/>
      <dgm:spPr/>
      <dgm:t>
        <a:bodyPr/>
        <a:lstStyle/>
        <a:p>
          <a:r>
            <a:rPr lang="en-US" sz="1200" dirty="0">
              <a:latin typeface="+mj-lt"/>
            </a:rPr>
            <a:t>Dividend per share (DPS)</a:t>
          </a:r>
          <a:endParaRPr lang="en-ZA" sz="1200" dirty="0">
            <a:latin typeface="+mj-lt"/>
          </a:endParaRPr>
        </a:p>
      </dgm:t>
    </dgm:pt>
    <dgm:pt modelId="{87781E06-7460-4C7A-94D0-19CCC2EADE8F}" type="parTrans" cxnId="{DAFC112E-3EFF-4F51-8279-D334E1CC3AD1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6766E617-A98E-42B6-8F01-A4346C2C2392}" type="sibTrans" cxnId="{DAFC112E-3EFF-4F51-8279-D334E1CC3AD1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FBA293CA-657F-4F31-B723-D5A53AC901D8}">
      <dgm:prSet custT="1"/>
      <dgm:spPr/>
      <dgm:t>
        <a:bodyPr/>
        <a:lstStyle/>
        <a:p>
          <a:r>
            <a:rPr lang="en-US" sz="1200" dirty="0">
              <a:latin typeface="+mj-lt"/>
            </a:rPr>
            <a:t>Earning yield</a:t>
          </a:r>
          <a:endParaRPr lang="en-ZA" sz="1200" dirty="0">
            <a:latin typeface="+mj-lt"/>
          </a:endParaRPr>
        </a:p>
      </dgm:t>
    </dgm:pt>
    <dgm:pt modelId="{966BC01E-2676-4170-8F0E-3E7E5DB7401E}" type="parTrans" cxnId="{42D58E23-A58A-4AE0-A0DA-88C7898040D4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4333394D-F694-4B87-9843-892604D31696}" type="sibTrans" cxnId="{42D58E23-A58A-4AE0-A0DA-88C7898040D4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E8294A2C-DE34-47E6-B1CA-18300F82571C}">
      <dgm:prSet custT="1"/>
      <dgm:spPr/>
      <dgm:t>
        <a:bodyPr/>
        <a:lstStyle/>
        <a:p>
          <a:r>
            <a:rPr lang="en-US" sz="1200" dirty="0">
              <a:latin typeface="+mj-lt"/>
            </a:rPr>
            <a:t>Dividend yield</a:t>
          </a:r>
          <a:endParaRPr lang="en-ZA" sz="1200" dirty="0">
            <a:latin typeface="+mj-lt"/>
          </a:endParaRPr>
        </a:p>
      </dgm:t>
    </dgm:pt>
    <dgm:pt modelId="{B06FCE3A-1E57-47B4-BA4B-D32814876455}" type="parTrans" cxnId="{BF523A9C-6EA9-4CCE-9BF6-D959C3920D5F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F16070B5-387F-45B1-8847-795D253CDF26}" type="sibTrans" cxnId="{BF523A9C-6EA9-4CCE-9BF6-D959C3920D5F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969F274A-9819-4FB8-82B6-BC26302655BB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1200" dirty="0">
              <a:latin typeface="+mj-lt"/>
            </a:rPr>
            <a:t>Price-Earnings 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200" dirty="0">
              <a:latin typeface="+mj-lt"/>
            </a:rPr>
            <a:t>(PE) ratio</a:t>
          </a:r>
          <a:endParaRPr lang="en-ZA" sz="1200" dirty="0">
            <a:latin typeface="+mj-lt"/>
          </a:endParaRPr>
        </a:p>
      </dgm:t>
    </dgm:pt>
    <dgm:pt modelId="{ED29A492-6582-4AAD-93F3-CD688209B45D}" type="sibTrans" cxnId="{2E9791EC-AFC3-4F2E-BE8C-2F3499D093AB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8F1C07DB-EC3F-4589-84FE-0B4910C55554}" type="parTrans" cxnId="{2E9791EC-AFC3-4F2E-BE8C-2F3499D093AB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F3CFCBB4-0D32-447E-B439-C9738E3DCFE7}">
      <dgm:prSet custT="1"/>
      <dgm:spPr>
        <a:solidFill>
          <a:srgbClr val="C0504D">
            <a:lumMod val="60000"/>
            <a:lumOff val="4000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Return on net assets</a:t>
          </a:r>
          <a:endParaRPr lang="en-ZA" sz="1200" kern="1200" dirty="0">
            <a:solidFill>
              <a:prstClr val="white"/>
            </a:solidFill>
            <a:latin typeface="Tahoma"/>
            <a:ea typeface="ＭＳ Ｐゴシック"/>
            <a:cs typeface="+mn-cs"/>
          </a:endParaRPr>
        </a:p>
      </dgm:t>
    </dgm:pt>
    <dgm:pt modelId="{5020F485-5C4E-4381-8685-84EBC35D13BB}" type="parTrans" cxnId="{84B691C0-D62C-403D-9E3C-73743F8D85A4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CA825F53-4335-4265-9EB9-F6E93BEBC225}" type="sibTrans" cxnId="{84B691C0-D62C-403D-9E3C-73743F8D85A4}">
      <dgm:prSet/>
      <dgm:spPr/>
      <dgm:t>
        <a:bodyPr/>
        <a:lstStyle/>
        <a:p>
          <a:endParaRPr lang="en-ZA" sz="1200">
            <a:latin typeface="+mj-lt"/>
          </a:endParaRPr>
        </a:p>
      </dgm:t>
    </dgm:pt>
    <dgm:pt modelId="{927B6660-C6F6-4160-A4E6-05F125BD2D1B}">
      <dgm:prSet custT="1"/>
      <dgm:spPr>
        <a:solidFill>
          <a:srgbClr val="8064A2"/>
        </a:solidFill>
        <a:ln w="57150" cap="flat" cmpd="sng" algn="ctr">
          <a:solidFill>
            <a:srgbClr val="990000"/>
          </a:solidFill>
          <a:prstDash val="solid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*Total asset  turnover</a:t>
          </a:r>
          <a:endParaRPr lang="en-ZA" sz="1200" kern="1200" dirty="0">
            <a:solidFill>
              <a:prstClr val="white"/>
            </a:solidFill>
            <a:latin typeface="Tahoma"/>
            <a:ea typeface="ＭＳ Ｐゴシック"/>
            <a:cs typeface="+mn-cs"/>
          </a:endParaRPr>
        </a:p>
      </dgm:t>
    </dgm:pt>
    <dgm:pt modelId="{0C4EECA8-FE16-486F-96CE-25064AF68CA6}" type="parTrans" cxnId="{EA9EADF1-3FA3-4318-B539-17C640B55E8D}">
      <dgm:prSet/>
      <dgm:spPr/>
      <dgm:t>
        <a:bodyPr/>
        <a:lstStyle/>
        <a:p>
          <a:endParaRPr lang="en-ZA"/>
        </a:p>
      </dgm:t>
    </dgm:pt>
    <dgm:pt modelId="{45698DAA-DA91-4DDB-A9EB-4AEB7B8AB7FB}" type="sibTrans" cxnId="{EA9EADF1-3FA3-4318-B539-17C640B55E8D}">
      <dgm:prSet/>
      <dgm:spPr/>
      <dgm:t>
        <a:bodyPr/>
        <a:lstStyle/>
        <a:p>
          <a:endParaRPr lang="en-ZA"/>
        </a:p>
      </dgm:t>
    </dgm:pt>
    <dgm:pt modelId="{4CDA3D8C-F27E-4720-A8F1-43F569D6C7E1}" type="pres">
      <dgm:prSet presAssocID="{C680B347-63B2-4E97-BF7A-44B24ADC91D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6CCCC8E-CE96-4EB3-B52B-E340CD35BB97}" type="pres">
      <dgm:prSet presAssocID="{7EDA8265-D4CD-42F4-97FB-5B24F6E833E8}" presName="hierRoot1" presStyleCnt="0">
        <dgm:presLayoutVars>
          <dgm:hierBranch val="init"/>
        </dgm:presLayoutVars>
      </dgm:prSet>
      <dgm:spPr/>
    </dgm:pt>
    <dgm:pt modelId="{FB20DD01-778C-4373-9F7E-1B794F2335A9}" type="pres">
      <dgm:prSet presAssocID="{7EDA8265-D4CD-42F4-97FB-5B24F6E833E8}" presName="rootComposite1" presStyleCnt="0"/>
      <dgm:spPr/>
    </dgm:pt>
    <dgm:pt modelId="{B94DD7CA-9A63-43CB-8652-711697C06262}" type="pres">
      <dgm:prSet presAssocID="{7EDA8265-D4CD-42F4-97FB-5B24F6E833E8}" presName="rootText1" presStyleLbl="node0" presStyleIdx="0" presStyleCnt="1" custScaleX="226459" custScaleY="122168" custLinFactNeighborX="6606">
        <dgm:presLayoutVars>
          <dgm:chPref val="3"/>
        </dgm:presLayoutVars>
      </dgm:prSet>
      <dgm:spPr/>
    </dgm:pt>
    <dgm:pt modelId="{C18C648A-9472-4248-939C-69189EC461FE}" type="pres">
      <dgm:prSet presAssocID="{7EDA8265-D4CD-42F4-97FB-5B24F6E833E8}" presName="rootConnector1" presStyleLbl="node1" presStyleIdx="0" presStyleCnt="0"/>
      <dgm:spPr/>
    </dgm:pt>
    <dgm:pt modelId="{DB7B4A50-3E56-450B-B670-9AE20659D755}" type="pres">
      <dgm:prSet presAssocID="{7EDA8265-D4CD-42F4-97FB-5B24F6E833E8}" presName="hierChild2" presStyleCnt="0"/>
      <dgm:spPr/>
    </dgm:pt>
    <dgm:pt modelId="{974123E9-2E4E-4167-97E5-818028031C9F}" type="pres">
      <dgm:prSet presAssocID="{62C34B88-B129-4751-BC1B-4B984AB90777}" presName="Name37" presStyleLbl="parChTrans1D2" presStyleIdx="0" presStyleCnt="5"/>
      <dgm:spPr/>
    </dgm:pt>
    <dgm:pt modelId="{4FA99CB5-A026-407D-8C6B-24FBF090E9DB}" type="pres">
      <dgm:prSet presAssocID="{FB6BF350-4C74-4C05-A63C-86792B080686}" presName="hierRoot2" presStyleCnt="0">
        <dgm:presLayoutVars>
          <dgm:hierBranch val="init"/>
        </dgm:presLayoutVars>
      </dgm:prSet>
      <dgm:spPr/>
    </dgm:pt>
    <dgm:pt modelId="{11FD0A9E-961E-4B3C-BAFC-7E9EBE8F9BD6}" type="pres">
      <dgm:prSet presAssocID="{FB6BF350-4C74-4C05-A63C-86792B080686}" presName="rootComposite" presStyleCnt="0"/>
      <dgm:spPr/>
    </dgm:pt>
    <dgm:pt modelId="{59FEA983-E4A0-4107-B054-7624D06CFF44}" type="pres">
      <dgm:prSet presAssocID="{FB6BF350-4C74-4C05-A63C-86792B080686}" presName="rootText" presStyleLbl="node2" presStyleIdx="0" presStyleCnt="5" custScaleX="101516" custScaleY="152668" custLinFactX="-29977" custLinFactNeighborX="-100000" custLinFactNeighborY="-10848">
        <dgm:presLayoutVars>
          <dgm:chPref val="3"/>
        </dgm:presLayoutVars>
      </dgm:prSet>
      <dgm:spPr/>
    </dgm:pt>
    <dgm:pt modelId="{96B3F7C4-BBC5-4C38-B3A4-5210FA4F9C1B}" type="pres">
      <dgm:prSet presAssocID="{FB6BF350-4C74-4C05-A63C-86792B080686}" presName="rootConnector" presStyleLbl="node2" presStyleIdx="0" presStyleCnt="5"/>
      <dgm:spPr/>
    </dgm:pt>
    <dgm:pt modelId="{C91574BF-5B1B-43E1-BC34-38FA20F8A9AF}" type="pres">
      <dgm:prSet presAssocID="{FB6BF350-4C74-4C05-A63C-86792B080686}" presName="hierChild4" presStyleCnt="0"/>
      <dgm:spPr/>
    </dgm:pt>
    <dgm:pt modelId="{F2EA56CD-3858-4AD3-A0F3-A11564AA960D}" type="pres">
      <dgm:prSet presAssocID="{B2A4E25F-E687-46B7-8506-426C616C8095}" presName="Name37" presStyleLbl="parChTrans1D3" presStyleIdx="0" presStyleCnt="20"/>
      <dgm:spPr/>
    </dgm:pt>
    <dgm:pt modelId="{3C9DC444-CD8D-4FAF-98B9-B4AE0B3EED53}" type="pres">
      <dgm:prSet presAssocID="{611F8ED5-DDFB-4297-93CA-0FF7414CC48D}" presName="hierRoot2" presStyleCnt="0">
        <dgm:presLayoutVars>
          <dgm:hierBranch val="init"/>
        </dgm:presLayoutVars>
      </dgm:prSet>
      <dgm:spPr/>
    </dgm:pt>
    <dgm:pt modelId="{A08222EC-0D98-42C9-AE3D-0B762E08DAC2}" type="pres">
      <dgm:prSet presAssocID="{611F8ED5-DDFB-4297-93CA-0FF7414CC48D}" presName="rootComposite" presStyleCnt="0"/>
      <dgm:spPr/>
    </dgm:pt>
    <dgm:pt modelId="{17B02BDC-C823-4B63-8FC9-AB2FAC9F4B0A}" type="pres">
      <dgm:prSet presAssocID="{611F8ED5-DDFB-4297-93CA-0FF7414CC48D}" presName="rootText" presStyleLbl="node3" presStyleIdx="0" presStyleCnt="20" custScaleY="119934" custLinFactX="-15061" custLinFactNeighborX="-100000" custLinFactNeighborY="-22164">
        <dgm:presLayoutVars>
          <dgm:chPref val="3"/>
        </dgm:presLayoutVars>
      </dgm:prSet>
      <dgm:spPr/>
    </dgm:pt>
    <dgm:pt modelId="{BB803F3E-3E96-474C-878B-E8E15DF35CE1}" type="pres">
      <dgm:prSet presAssocID="{611F8ED5-DDFB-4297-93CA-0FF7414CC48D}" presName="rootConnector" presStyleLbl="node3" presStyleIdx="0" presStyleCnt="20"/>
      <dgm:spPr/>
    </dgm:pt>
    <dgm:pt modelId="{E85A826A-440F-4C08-B2EA-FF1AF5AF3B8B}" type="pres">
      <dgm:prSet presAssocID="{611F8ED5-DDFB-4297-93CA-0FF7414CC48D}" presName="hierChild4" presStyleCnt="0"/>
      <dgm:spPr/>
    </dgm:pt>
    <dgm:pt modelId="{4326EF73-100B-42FF-8E99-2A774808B83E}" type="pres">
      <dgm:prSet presAssocID="{611F8ED5-DDFB-4297-93CA-0FF7414CC48D}" presName="hierChild5" presStyleCnt="0"/>
      <dgm:spPr/>
    </dgm:pt>
    <dgm:pt modelId="{9FC24F7A-BE9E-4BD0-8217-FE32E1E285FA}" type="pres">
      <dgm:prSet presAssocID="{1E6EB07A-2646-48A6-8DCE-30BAEDE2A80B}" presName="Name37" presStyleLbl="parChTrans1D3" presStyleIdx="1" presStyleCnt="20"/>
      <dgm:spPr/>
    </dgm:pt>
    <dgm:pt modelId="{3D886FB9-8C4B-4B63-B33F-DB1DEA1FC137}" type="pres">
      <dgm:prSet presAssocID="{C1EFBF15-9453-4F38-89FF-7E5B699DEC5C}" presName="hierRoot2" presStyleCnt="0">
        <dgm:presLayoutVars>
          <dgm:hierBranch val="init"/>
        </dgm:presLayoutVars>
      </dgm:prSet>
      <dgm:spPr/>
    </dgm:pt>
    <dgm:pt modelId="{0DA8FDF0-19C1-4C6A-A86B-2652DCD2A4B4}" type="pres">
      <dgm:prSet presAssocID="{C1EFBF15-9453-4F38-89FF-7E5B699DEC5C}" presName="rootComposite" presStyleCnt="0"/>
      <dgm:spPr/>
    </dgm:pt>
    <dgm:pt modelId="{EA20B189-A75B-4574-8762-6930D7CFB0C3}" type="pres">
      <dgm:prSet presAssocID="{C1EFBF15-9453-4F38-89FF-7E5B699DEC5C}" presName="rootText" presStyleLbl="node3" presStyleIdx="1" presStyleCnt="20" custLinFactX="-17329" custLinFactNeighborX="-100000" custLinFactNeighborY="-54029">
        <dgm:presLayoutVars>
          <dgm:chPref val="3"/>
        </dgm:presLayoutVars>
      </dgm:prSet>
      <dgm:spPr>
        <a:xfrm>
          <a:off x="622738" y="2209094"/>
          <a:ext cx="949976" cy="474988"/>
        </a:xfrm>
        <a:prstGeom prst="rect">
          <a:avLst/>
        </a:prstGeom>
      </dgm:spPr>
    </dgm:pt>
    <dgm:pt modelId="{D6BE1416-A0DA-4852-A532-D274BD1415A7}" type="pres">
      <dgm:prSet presAssocID="{C1EFBF15-9453-4F38-89FF-7E5B699DEC5C}" presName="rootConnector" presStyleLbl="node3" presStyleIdx="1" presStyleCnt="20"/>
      <dgm:spPr/>
    </dgm:pt>
    <dgm:pt modelId="{93488B75-983F-4C5A-9A9D-30B7FFBFA14E}" type="pres">
      <dgm:prSet presAssocID="{C1EFBF15-9453-4F38-89FF-7E5B699DEC5C}" presName="hierChild4" presStyleCnt="0"/>
      <dgm:spPr/>
    </dgm:pt>
    <dgm:pt modelId="{053A9318-1342-4F9F-A73A-8E53F62AAFE6}" type="pres">
      <dgm:prSet presAssocID="{C1EFBF15-9453-4F38-89FF-7E5B699DEC5C}" presName="hierChild5" presStyleCnt="0"/>
      <dgm:spPr/>
    </dgm:pt>
    <dgm:pt modelId="{8DF9319A-D4DB-4023-9FEC-A47028A979A6}" type="pres">
      <dgm:prSet presAssocID="{E028158E-E19A-4A75-B914-793167A2A48A}" presName="Name37" presStyleLbl="parChTrans1D3" presStyleIdx="2" presStyleCnt="20"/>
      <dgm:spPr/>
    </dgm:pt>
    <dgm:pt modelId="{AB16F588-0899-4755-8796-14AEC858EC95}" type="pres">
      <dgm:prSet presAssocID="{6C4D7AE6-DC2B-42EB-BECE-E0C8F4889A74}" presName="hierRoot2" presStyleCnt="0">
        <dgm:presLayoutVars>
          <dgm:hierBranch val="init"/>
        </dgm:presLayoutVars>
      </dgm:prSet>
      <dgm:spPr/>
    </dgm:pt>
    <dgm:pt modelId="{8449D068-B121-4797-AAE9-02EFA4B9FEB4}" type="pres">
      <dgm:prSet presAssocID="{6C4D7AE6-DC2B-42EB-BECE-E0C8F4889A74}" presName="rootComposite" presStyleCnt="0"/>
      <dgm:spPr/>
    </dgm:pt>
    <dgm:pt modelId="{074F6AD6-4D55-4857-B376-833C073DB614}" type="pres">
      <dgm:prSet presAssocID="{6C4D7AE6-DC2B-42EB-BECE-E0C8F4889A74}" presName="rootText" presStyleLbl="node3" presStyleIdx="2" presStyleCnt="20" custLinFactX="-17329" custLinFactNeighborX="-100000" custLinFactNeighborY="-85895">
        <dgm:presLayoutVars>
          <dgm:chPref val="3"/>
        </dgm:presLayoutVars>
      </dgm:prSet>
      <dgm:spPr>
        <a:xfrm>
          <a:off x="622738" y="2732218"/>
          <a:ext cx="949976" cy="474988"/>
        </a:xfrm>
        <a:prstGeom prst="rect">
          <a:avLst/>
        </a:prstGeom>
      </dgm:spPr>
    </dgm:pt>
    <dgm:pt modelId="{96101B41-241A-4102-B836-C1FACED969FD}" type="pres">
      <dgm:prSet presAssocID="{6C4D7AE6-DC2B-42EB-BECE-E0C8F4889A74}" presName="rootConnector" presStyleLbl="node3" presStyleIdx="2" presStyleCnt="20"/>
      <dgm:spPr/>
    </dgm:pt>
    <dgm:pt modelId="{2595E4EE-79CB-4F07-9F13-06929AC368F7}" type="pres">
      <dgm:prSet presAssocID="{6C4D7AE6-DC2B-42EB-BECE-E0C8F4889A74}" presName="hierChild4" presStyleCnt="0"/>
      <dgm:spPr/>
    </dgm:pt>
    <dgm:pt modelId="{A9C822FE-FCC4-472E-876A-DE5D5855C4E9}" type="pres">
      <dgm:prSet presAssocID="{6C4D7AE6-DC2B-42EB-BECE-E0C8F4889A74}" presName="hierChild5" presStyleCnt="0"/>
      <dgm:spPr/>
    </dgm:pt>
    <dgm:pt modelId="{37C9E87E-8121-48CD-81EF-3F258CE7A495}" type="pres">
      <dgm:prSet presAssocID="{C29C40AE-66A7-4D8D-9393-CEADAA8D6BFB}" presName="Name37" presStyleLbl="parChTrans1D3" presStyleIdx="3" presStyleCnt="20"/>
      <dgm:spPr/>
    </dgm:pt>
    <dgm:pt modelId="{7C4D6554-16AA-409C-A47D-09CEA03BD5A1}" type="pres">
      <dgm:prSet presAssocID="{CA8153F5-78C8-4B38-BAFC-A0E20B072E17}" presName="hierRoot2" presStyleCnt="0">
        <dgm:presLayoutVars>
          <dgm:hierBranch val="init"/>
        </dgm:presLayoutVars>
      </dgm:prSet>
      <dgm:spPr/>
    </dgm:pt>
    <dgm:pt modelId="{D4A43F1F-F92F-4D95-87A8-1A9B1053433E}" type="pres">
      <dgm:prSet presAssocID="{CA8153F5-78C8-4B38-BAFC-A0E20B072E17}" presName="rootComposite" presStyleCnt="0"/>
      <dgm:spPr/>
    </dgm:pt>
    <dgm:pt modelId="{E46BD705-D69D-4217-9E1E-071695C4D455}" type="pres">
      <dgm:prSet presAssocID="{CA8153F5-78C8-4B38-BAFC-A0E20B072E17}" presName="rootText" presStyleLbl="node3" presStyleIdx="3" presStyleCnt="20" custLinFactX="-17329" custLinFactY="-17760" custLinFactNeighborX="-100000" custLinFactNeighborY="-100000">
        <dgm:presLayoutVars>
          <dgm:chPref val="3"/>
        </dgm:presLayoutVars>
      </dgm:prSet>
      <dgm:spPr>
        <a:xfrm>
          <a:off x="622738" y="3255346"/>
          <a:ext cx="949976" cy="474988"/>
        </a:xfrm>
        <a:prstGeom prst="rect">
          <a:avLst/>
        </a:prstGeom>
      </dgm:spPr>
    </dgm:pt>
    <dgm:pt modelId="{8FF68B2F-7BD8-44DC-A25D-1E39E8391AF3}" type="pres">
      <dgm:prSet presAssocID="{CA8153F5-78C8-4B38-BAFC-A0E20B072E17}" presName="rootConnector" presStyleLbl="node3" presStyleIdx="3" presStyleCnt="20"/>
      <dgm:spPr/>
    </dgm:pt>
    <dgm:pt modelId="{7CFAE33A-EE5C-46B3-A35E-8655A4CFF9D6}" type="pres">
      <dgm:prSet presAssocID="{CA8153F5-78C8-4B38-BAFC-A0E20B072E17}" presName="hierChild4" presStyleCnt="0"/>
      <dgm:spPr/>
    </dgm:pt>
    <dgm:pt modelId="{A483F55E-5A2A-4716-95A0-C95589FBB30E}" type="pres">
      <dgm:prSet presAssocID="{CA8153F5-78C8-4B38-BAFC-A0E20B072E17}" presName="hierChild5" presStyleCnt="0"/>
      <dgm:spPr/>
    </dgm:pt>
    <dgm:pt modelId="{4488BFBD-BC09-4A3C-A4DC-5A51242A6D91}" type="pres">
      <dgm:prSet presAssocID="{FD1FA2DD-EAA8-4896-9AE3-CDA7FB21232F}" presName="Name37" presStyleLbl="parChTrans1D3" presStyleIdx="4" presStyleCnt="20"/>
      <dgm:spPr/>
    </dgm:pt>
    <dgm:pt modelId="{6839E1A1-2B51-4B02-BE9A-B28CBBCA0F6C}" type="pres">
      <dgm:prSet presAssocID="{CEB4F2F8-34F8-4A0E-A8D3-2B63DF796708}" presName="hierRoot2" presStyleCnt="0">
        <dgm:presLayoutVars>
          <dgm:hierBranch val="init"/>
        </dgm:presLayoutVars>
      </dgm:prSet>
      <dgm:spPr/>
    </dgm:pt>
    <dgm:pt modelId="{AC78ECF4-9927-4E35-A2E4-EBD2BEC5F677}" type="pres">
      <dgm:prSet presAssocID="{CEB4F2F8-34F8-4A0E-A8D3-2B63DF796708}" presName="rootComposite" presStyleCnt="0"/>
      <dgm:spPr/>
    </dgm:pt>
    <dgm:pt modelId="{63FAB553-985C-4269-A900-9C97C3134F90}" type="pres">
      <dgm:prSet presAssocID="{CEB4F2F8-34F8-4A0E-A8D3-2B63DF796708}" presName="rootText" presStyleLbl="node3" presStyleIdx="4" presStyleCnt="20" custLinFactX="-17329" custLinFactNeighborX="-100000" custLinFactNeighborY="-39492">
        <dgm:presLayoutVars>
          <dgm:chPref val="3"/>
        </dgm:presLayoutVars>
      </dgm:prSet>
      <dgm:spPr>
        <a:xfrm>
          <a:off x="622738" y="4301594"/>
          <a:ext cx="949976" cy="474988"/>
        </a:xfrm>
        <a:prstGeom prst="rect">
          <a:avLst/>
        </a:prstGeom>
      </dgm:spPr>
    </dgm:pt>
    <dgm:pt modelId="{93A83E40-E1A9-49D2-8E67-0A75AAA08E3D}" type="pres">
      <dgm:prSet presAssocID="{CEB4F2F8-34F8-4A0E-A8D3-2B63DF796708}" presName="rootConnector" presStyleLbl="node3" presStyleIdx="4" presStyleCnt="20"/>
      <dgm:spPr/>
    </dgm:pt>
    <dgm:pt modelId="{50A391DC-090C-4CA0-9EB1-8735C51E417D}" type="pres">
      <dgm:prSet presAssocID="{CEB4F2F8-34F8-4A0E-A8D3-2B63DF796708}" presName="hierChild4" presStyleCnt="0"/>
      <dgm:spPr/>
    </dgm:pt>
    <dgm:pt modelId="{A8E80DDA-5560-4A2B-903D-B2CD5A3449B4}" type="pres">
      <dgm:prSet presAssocID="{CEB4F2F8-34F8-4A0E-A8D3-2B63DF796708}" presName="hierChild5" presStyleCnt="0"/>
      <dgm:spPr/>
    </dgm:pt>
    <dgm:pt modelId="{7D6E015F-36A0-43BF-9992-025BBCE67532}" type="pres">
      <dgm:prSet presAssocID="{5020F485-5C4E-4381-8685-84EBC35D13BB}" presName="Name37" presStyleLbl="parChTrans1D3" presStyleIdx="5" presStyleCnt="20"/>
      <dgm:spPr/>
    </dgm:pt>
    <dgm:pt modelId="{5F641478-2624-4DD2-8407-BF77772FA22B}" type="pres">
      <dgm:prSet presAssocID="{F3CFCBB4-0D32-447E-B439-C9738E3DCFE7}" presName="hierRoot2" presStyleCnt="0">
        <dgm:presLayoutVars>
          <dgm:hierBranch val="init"/>
        </dgm:presLayoutVars>
      </dgm:prSet>
      <dgm:spPr/>
    </dgm:pt>
    <dgm:pt modelId="{9A1C1963-D09C-4FDC-B9C0-9E69659A3425}" type="pres">
      <dgm:prSet presAssocID="{F3CFCBB4-0D32-447E-B439-C9738E3DCFE7}" presName="rootComposite" presStyleCnt="0"/>
      <dgm:spPr/>
    </dgm:pt>
    <dgm:pt modelId="{E1DE8ECE-21B5-4B9D-84FC-774B33EC85B6}" type="pres">
      <dgm:prSet presAssocID="{F3CFCBB4-0D32-447E-B439-C9738E3DCFE7}" presName="rootText" presStyleLbl="node3" presStyleIdx="5" presStyleCnt="20" custLinFactX="-17329" custLinFactY="-100000" custLinFactNeighborX="-100000" custLinFactNeighborY="-191626">
        <dgm:presLayoutVars>
          <dgm:chPref val="3"/>
        </dgm:presLayoutVars>
      </dgm:prSet>
      <dgm:spPr>
        <a:xfrm>
          <a:off x="622738" y="3778470"/>
          <a:ext cx="949976" cy="474988"/>
        </a:xfrm>
        <a:prstGeom prst="rect">
          <a:avLst/>
        </a:prstGeom>
      </dgm:spPr>
    </dgm:pt>
    <dgm:pt modelId="{5FC76162-2560-451A-B750-47348C935A87}" type="pres">
      <dgm:prSet presAssocID="{F3CFCBB4-0D32-447E-B439-C9738E3DCFE7}" presName="rootConnector" presStyleLbl="node3" presStyleIdx="5" presStyleCnt="20"/>
      <dgm:spPr/>
    </dgm:pt>
    <dgm:pt modelId="{58A4AB5A-7F3B-4523-958B-15D78463C222}" type="pres">
      <dgm:prSet presAssocID="{F3CFCBB4-0D32-447E-B439-C9738E3DCFE7}" presName="hierChild4" presStyleCnt="0"/>
      <dgm:spPr/>
    </dgm:pt>
    <dgm:pt modelId="{066A9D4D-701C-474D-BD02-2C750F6C4378}" type="pres">
      <dgm:prSet presAssocID="{F3CFCBB4-0D32-447E-B439-C9738E3DCFE7}" presName="hierChild5" presStyleCnt="0"/>
      <dgm:spPr/>
    </dgm:pt>
    <dgm:pt modelId="{B06ECC77-0465-4AAF-9536-3B4E9F679E71}" type="pres">
      <dgm:prSet presAssocID="{FB6BF350-4C74-4C05-A63C-86792B080686}" presName="hierChild5" presStyleCnt="0"/>
      <dgm:spPr/>
    </dgm:pt>
    <dgm:pt modelId="{74B227D7-8FBB-4E0A-BC60-A879F4C98F98}" type="pres">
      <dgm:prSet presAssocID="{E85E7E47-D659-4B9A-B0D0-AB887DCFF9A0}" presName="Name37" presStyleLbl="parChTrans1D2" presStyleIdx="1" presStyleCnt="5"/>
      <dgm:spPr/>
    </dgm:pt>
    <dgm:pt modelId="{82F2BBB8-56FA-4DD9-8895-EEC636E59338}" type="pres">
      <dgm:prSet presAssocID="{C1E91DE7-304B-4FC1-9FA9-C442537BC478}" presName="hierRoot2" presStyleCnt="0">
        <dgm:presLayoutVars>
          <dgm:hierBranch val="init"/>
        </dgm:presLayoutVars>
      </dgm:prSet>
      <dgm:spPr/>
    </dgm:pt>
    <dgm:pt modelId="{F7A3FE52-5436-4B14-96F9-69DC7914081B}" type="pres">
      <dgm:prSet presAssocID="{C1E91DE7-304B-4FC1-9FA9-C442537BC478}" presName="rootComposite" presStyleCnt="0"/>
      <dgm:spPr/>
    </dgm:pt>
    <dgm:pt modelId="{AF13DC83-A403-4385-8102-3A46FDB0DF12}" type="pres">
      <dgm:prSet presAssocID="{C1E91DE7-304B-4FC1-9FA9-C442537BC478}" presName="rootText" presStyleLbl="node2" presStyleIdx="1" presStyleCnt="5" custScaleX="112692" custScaleY="150979" custLinFactNeighborX="-64998" custLinFactNeighborY="-9938">
        <dgm:presLayoutVars>
          <dgm:chPref val="3"/>
        </dgm:presLayoutVars>
      </dgm:prSet>
      <dgm:spPr/>
    </dgm:pt>
    <dgm:pt modelId="{B2A24581-E087-4147-94D5-58BBD662E313}" type="pres">
      <dgm:prSet presAssocID="{C1E91DE7-304B-4FC1-9FA9-C442537BC478}" presName="rootConnector" presStyleLbl="node2" presStyleIdx="1" presStyleCnt="5"/>
      <dgm:spPr/>
    </dgm:pt>
    <dgm:pt modelId="{0DE545E6-2DAC-4B51-9FC9-30689EE73E7E}" type="pres">
      <dgm:prSet presAssocID="{C1E91DE7-304B-4FC1-9FA9-C442537BC478}" presName="hierChild4" presStyleCnt="0"/>
      <dgm:spPr/>
    </dgm:pt>
    <dgm:pt modelId="{DA2C0468-8152-4897-B896-41A2807B3393}" type="pres">
      <dgm:prSet presAssocID="{1516C600-B885-4CB9-A9F8-40FFF42BA2EE}" presName="Name37" presStyleLbl="parChTrans1D3" presStyleIdx="6" presStyleCnt="20"/>
      <dgm:spPr/>
    </dgm:pt>
    <dgm:pt modelId="{E721E7C5-D250-4AAB-ADBC-7573842551D5}" type="pres">
      <dgm:prSet presAssocID="{8F53AB5F-5847-4F53-A3E5-6C61F1E644D6}" presName="hierRoot2" presStyleCnt="0">
        <dgm:presLayoutVars>
          <dgm:hierBranch val="init"/>
        </dgm:presLayoutVars>
      </dgm:prSet>
      <dgm:spPr/>
    </dgm:pt>
    <dgm:pt modelId="{FA301537-4990-4ED5-995D-DF1365666C00}" type="pres">
      <dgm:prSet presAssocID="{8F53AB5F-5847-4F53-A3E5-6C61F1E644D6}" presName="rootComposite" presStyleCnt="0"/>
      <dgm:spPr/>
    </dgm:pt>
    <dgm:pt modelId="{CAB704C7-2E09-47D9-8753-F9F8BF01DD05}" type="pres">
      <dgm:prSet presAssocID="{8F53AB5F-5847-4F53-A3E5-6C61F1E644D6}" presName="rootText" presStyleLbl="node3" presStyleIdx="6" presStyleCnt="20" custLinFactNeighborX="-50655" custLinFactNeighborY="-22164">
        <dgm:presLayoutVars>
          <dgm:chPref val="3"/>
        </dgm:presLayoutVars>
      </dgm:prSet>
      <dgm:spPr/>
    </dgm:pt>
    <dgm:pt modelId="{4F588ECD-0DBB-447C-8A1F-EA1FD472B665}" type="pres">
      <dgm:prSet presAssocID="{8F53AB5F-5847-4F53-A3E5-6C61F1E644D6}" presName="rootConnector" presStyleLbl="node3" presStyleIdx="6" presStyleCnt="20"/>
      <dgm:spPr/>
    </dgm:pt>
    <dgm:pt modelId="{421A1DD4-C137-488E-A432-52CFB8C13C21}" type="pres">
      <dgm:prSet presAssocID="{8F53AB5F-5847-4F53-A3E5-6C61F1E644D6}" presName="hierChild4" presStyleCnt="0"/>
      <dgm:spPr/>
    </dgm:pt>
    <dgm:pt modelId="{8C8C3C33-19F6-4C7D-95EB-BF3B32EEDEB9}" type="pres">
      <dgm:prSet presAssocID="{8F53AB5F-5847-4F53-A3E5-6C61F1E644D6}" presName="hierChild5" presStyleCnt="0"/>
      <dgm:spPr/>
    </dgm:pt>
    <dgm:pt modelId="{0B7E179C-7B74-44F9-8ED5-214E45D5008F}" type="pres">
      <dgm:prSet presAssocID="{BF11CECF-ADB6-4231-BDEE-F8EA747A4AFD}" presName="Name37" presStyleLbl="parChTrans1D3" presStyleIdx="7" presStyleCnt="20"/>
      <dgm:spPr/>
    </dgm:pt>
    <dgm:pt modelId="{6D2A650B-933A-434C-93D4-C8A889D055B8}" type="pres">
      <dgm:prSet presAssocID="{7A63BA7E-31E6-478B-94F0-1314BEF4209D}" presName="hierRoot2" presStyleCnt="0">
        <dgm:presLayoutVars>
          <dgm:hierBranch val="init"/>
        </dgm:presLayoutVars>
      </dgm:prSet>
      <dgm:spPr/>
    </dgm:pt>
    <dgm:pt modelId="{81437683-B648-43D2-897B-0C45F5BA4C6F}" type="pres">
      <dgm:prSet presAssocID="{7A63BA7E-31E6-478B-94F0-1314BEF4209D}" presName="rootComposite" presStyleCnt="0"/>
      <dgm:spPr/>
    </dgm:pt>
    <dgm:pt modelId="{8D715F61-3455-4222-9AF3-EB15A27C04E1}" type="pres">
      <dgm:prSet presAssocID="{7A63BA7E-31E6-478B-94F0-1314BEF4209D}" presName="rootText" presStyleLbl="node3" presStyleIdx="7" presStyleCnt="20" custLinFactNeighborX="-50655" custLinFactNeighborY="-48586">
        <dgm:presLayoutVars>
          <dgm:chPref val="3"/>
        </dgm:presLayoutVars>
      </dgm:prSet>
      <dgm:spPr>
        <a:xfrm>
          <a:off x="2421151" y="2140263"/>
          <a:ext cx="949976" cy="474988"/>
        </a:xfrm>
        <a:prstGeom prst="rect">
          <a:avLst/>
        </a:prstGeom>
      </dgm:spPr>
    </dgm:pt>
    <dgm:pt modelId="{131F1697-8BF7-4E26-9D6A-B88EFD85D20B}" type="pres">
      <dgm:prSet presAssocID="{7A63BA7E-31E6-478B-94F0-1314BEF4209D}" presName="rootConnector" presStyleLbl="node3" presStyleIdx="7" presStyleCnt="20"/>
      <dgm:spPr/>
    </dgm:pt>
    <dgm:pt modelId="{DE82CFBB-BB6B-4C54-99F8-CAC71D0050A8}" type="pres">
      <dgm:prSet presAssocID="{7A63BA7E-31E6-478B-94F0-1314BEF4209D}" presName="hierChild4" presStyleCnt="0"/>
      <dgm:spPr/>
    </dgm:pt>
    <dgm:pt modelId="{B4C41475-66F6-494B-8204-5CCB9CC92C65}" type="pres">
      <dgm:prSet presAssocID="{7A63BA7E-31E6-478B-94F0-1314BEF4209D}" presName="hierChild5" presStyleCnt="0"/>
      <dgm:spPr/>
    </dgm:pt>
    <dgm:pt modelId="{9724EA0D-7BE9-4FCE-AD18-F46C7A2538DC}" type="pres">
      <dgm:prSet presAssocID="{C1E91DE7-304B-4FC1-9FA9-C442537BC478}" presName="hierChild5" presStyleCnt="0"/>
      <dgm:spPr/>
    </dgm:pt>
    <dgm:pt modelId="{CA54A224-6ED2-45A8-82EB-4E9B4E42ABF3}" type="pres">
      <dgm:prSet presAssocID="{FA7D4A6C-1BFE-43AC-973E-26C1C28293C3}" presName="Name37" presStyleLbl="parChTrans1D2" presStyleIdx="2" presStyleCnt="5"/>
      <dgm:spPr/>
    </dgm:pt>
    <dgm:pt modelId="{0D6C01B2-C2BD-4725-A5C7-5DE0A033756A}" type="pres">
      <dgm:prSet presAssocID="{CAB4386B-00C8-4BCE-800D-7F2B08BD2D27}" presName="hierRoot2" presStyleCnt="0">
        <dgm:presLayoutVars>
          <dgm:hierBranch val="init"/>
        </dgm:presLayoutVars>
      </dgm:prSet>
      <dgm:spPr/>
    </dgm:pt>
    <dgm:pt modelId="{01820388-61EB-4A33-9F63-21D188A2D079}" type="pres">
      <dgm:prSet presAssocID="{CAB4386B-00C8-4BCE-800D-7F2B08BD2D27}" presName="rootComposite" presStyleCnt="0"/>
      <dgm:spPr/>
    </dgm:pt>
    <dgm:pt modelId="{9E910CF3-89C1-421B-8814-DE8CF17F1952}" type="pres">
      <dgm:prSet presAssocID="{CAB4386B-00C8-4BCE-800D-7F2B08BD2D27}" presName="rootText" presStyleLbl="node2" presStyleIdx="2" presStyleCnt="5" custScaleX="102001" custScaleY="159389" custLinFactNeighborX="-5876" custLinFactNeighborY="-10371">
        <dgm:presLayoutVars>
          <dgm:chPref val="3"/>
        </dgm:presLayoutVars>
      </dgm:prSet>
      <dgm:spPr/>
    </dgm:pt>
    <dgm:pt modelId="{C8CF294C-4C8A-4E80-B73C-573D0CBF497C}" type="pres">
      <dgm:prSet presAssocID="{CAB4386B-00C8-4BCE-800D-7F2B08BD2D27}" presName="rootConnector" presStyleLbl="node2" presStyleIdx="2" presStyleCnt="5"/>
      <dgm:spPr/>
    </dgm:pt>
    <dgm:pt modelId="{79B67FE9-A458-450A-8A22-EB6B99F00ABB}" type="pres">
      <dgm:prSet presAssocID="{CAB4386B-00C8-4BCE-800D-7F2B08BD2D27}" presName="hierChild4" presStyleCnt="0"/>
      <dgm:spPr/>
    </dgm:pt>
    <dgm:pt modelId="{0D6BA9DB-D634-4C7A-8EB0-0F9522B970FF}" type="pres">
      <dgm:prSet presAssocID="{DEA3086D-2370-4150-A790-7C97544B0A98}" presName="Name37" presStyleLbl="parChTrans1D3" presStyleIdx="8" presStyleCnt="20"/>
      <dgm:spPr/>
    </dgm:pt>
    <dgm:pt modelId="{6C25CA0A-0359-4CEE-96F0-3102B2B8051E}" type="pres">
      <dgm:prSet presAssocID="{5A5ADB5E-C2DF-4A7D-8B32-650DEEF275C2}" presName="hierRoot2" presStyleCnt="0">
        <dgm:presLayoutVars>
          <dgm:hierBranch val="init"/>
        </dgm:presLayoutVars>
      </dgm:prSet>
      <dgm:spPr/>
    </dgm:pt>
    <dgm:pt modelId="{C0BB56FE-D483-45A8-A593-7D0916A4097E}" type="pres">
      <dgm:prSet presAssocID="{5A5ADB5E-C2DF-4A7D-8B32-650DEEF275C2}" presName="rootComposite" presStyleCnt="0"/>
      <dgm:spPr/>
    </dgm:pt>
    <dgm:pt modelId="{47A1DB81-A5E4-471D-A439-ADF0A6F68092}" type="pres">
      <dgm:prSet presAssocID="{5A5ADB5E-C2DF-4A7D-8B32-650DEEF275C2}" presName="rootText" presStyleLbl="node3" presStyleIdx="8" presStyleCnt="20" custLinFactNeighborX="22352" custLinFactNeighborY="-2133">
        <dgm:presLayoutVars>
          <dgm:chPref val="3"/>
        </dgm:presLayoutVars>
      </dgm:prSet>
      <dgm:spPr/>
    </dgm:pt>
    <dgm:pt modelId="{B5C96DC6-D12B-49A0-AAC7-146792A09E58}" type="pres">
      <dgm:prSet presAssocID="{5A5ADB5E-C2DF-4A7D-8B32-650DEEF275C2}" presName="rootConnector" presStyleLbl="node3" presStyleIdx="8" presStyleCnt="20"/>
      <dgm:spPr/>
    </dgm:pt>
    <dgm:pt modelId="{EF92FCE5-6C37-48B5-BC6B-76BB5B9C449D}" type="pres">
      <dgm:prSet presAssocID="{5A5ADB5E-C2DF-4A7D-8B32-650DEEF275C2}" presName="hierChild4" presStyleCnt="0"/>
      <dgm:spPr/>
    </dgm:pt>
    <dgm:pt modelId="{DA7A2AF7-5DCB-4307-A6E9-C070BC84A45F}" type="pres">
      <dgm:prSet presAssocID="{5A5ADB5E-C2DF-4A7D-8B32-650DEEF275C2}" presName="hierChild5" presStyleCnt="0"/>
      <dgm:spPr/>
    </dgm:pt>
    <dgm:pt modelId="{D6AB7196-647C-4C1C-9E57-AB5435EC79C2}" type="pres">
      <dgm:prSet presAssocID="{DFAC5929-2FC7-43B0-81C5-42FDAADF2927}" presName="Name37" presStyleLbl="parChTrans1D3" presStyleIdx="9" presStyleCnt="20"/>
      <dgm:spPr/>
    </dgm:pt>
    <dgm:pt modelId="{14C1EF6A-1F2F-4A76-9496-B457EF8AD59B}" type="pres">
      <dgm:prSet presAssocID="{A2BA7419-A396-4495-96FA-D86F1ADDF89D}" presName="hierRoot2" presStyleCnt="0">
        <dgm:presLayoutVars>
          <dgm:hierBranch val="init"/>
        </dgm:presLayoutVars>
      </dgm:prSet>
      <dgm:spPr/>
    </dgm:pt>
    <dgm:pt modelId="{2C656B16-BB2D-4593-AFA1-3C5179C53488}" type="pres">
      <dgm:prSet presAssocID="{A2BA7419-A396-4495-96FA-D86F1ADDF89D}" presName="rootComposite" presStyleCnt="0"/>
      <dgm:spPr/>
    </dgm:pt>
    <dgm:pt modelId="{B271CBC4-B918-48EF-8510-5B13A918CA10}" type="pres">
      <dgm:prSet presAssocID="{A2BA7419-A396-4495-96FA-D86F1ADDF89D}" presName="rootText" presStyleLbl="node3" presStyleIdx="9" presStyleCnt="20" custScaleY="131594" custLinFactNeighborX="22352" custLinFactNeighborY="-13872">
        <dgm:presLayoutVars>
          <dgm:chPref val="3"/>
        </dgm:presLayoutVars>
      </dgm:prSet>
      <dgm:spPr>
        <a:xfrm>
          <a:off x="4283181" y="2305151"/>
          <a:ext cx="949976" cy="625056"/>
        </a:xfrm>
        <a:prstGeom prst="rect">
          <a:avLst/>
        </a:prstGeom>
      </dgm:spPr>
    </dgm:pt>
    <dgm:pt modelId="{ED8C881F-631E-4430-B0D0-31A2845CDFD8}" type="pres">
      <dgm:prSet presAssocID="{A2BA7419-A396-4495-96FA-D86F1ADDF89D}" presName="rootConnector" presStyleLbl="node3" presStyleIdx="9" presStyleCnt="20"/>
      <dgm:spPr/>
    </dgm:pt>
    <dgm:pt modelId="{32CC0AC5-8C43-4D25-85D0-326C4A0FAD4D}" type="pres">
      <dgm:prSet presAssocID="{A2BA7419-A396-4495-96FA-D86F1ADDF89D}" presName="hierChild4" presStyleCnt="0"/>
      <dgm:spPr/>
    </dgm:pt>
    <dgm:pt modelId="{41E29E15-191A-4273-83A2-397A590CE6DD}" type="pres">
      <dgm:prSet presAssocID="{A2BA7419-A396-4495-96FA-D86F1ADDF89D}" presName="hierChild5" presStyleCnt="0"/>
      <dgm:spPr/>
    </dgm:pt>
    <dgm:pt modelId="{B825027F-3F66-4C84-B4EB-E9FF44E4BC6C}" type="pres">
      <dgm:prSet presAssocID="{DE93D4C6-6938-404A-A589-FC6EBE9285F0}" presName="Name37" presStyleLbl="parChTrans1D3" presStyleIdx="10" presStyleCnt="20"/>
      <dgm:spPr/>
    </dgm:pt>
    <dgm:pt modelId="{E4D6A5EB-6D42-4FB0-B272-A0312CDAF914}" type="pres">
      <dgm:prSet presAssocID="{D70B88A3-0912-4910-9A70-A0CB2BFB0441}" presName="hierRoot2" presStyleCnt="0">
        <dgm:presLayoutVars>
          <dgm:hierBranch val="init"/>
        </dgm:presLayoutVars>
      </dgm:prSet>
      <dgm:spPr/>
    </dgm:pt>
    <dgm:pt modelId="{746160C1-238E-498D-ADF7-55DC039CE4C8}" type="pres">
      <dgm:prSet presAssocID="{D70B88A3-0912-4910-9A70-A0CB2BFB0441}" presName="rootComposite" presStyleCnt="0"/>
      <dgm:spPr/>
    </dgm:pt>
    <dgm:pt modelId="{BB35CD59-08C7-4788-9AF3-D758B5F67BEF}" type="pres">
      <dgm:prSet presAssocID="{D70B88A3-0912-4910-9A70-A0CB2BFB0441}" presName="rootText" presStyleLbl="node3" presStyleIdx="10" presStyleCnt="20" custScaleY="131594" custLinFactNeighborX="26360" custLinFactNeighborY="-20771">
        <dgm:presLayoutVars>
          <dgm:chPref val="3"/>
        </dgm:presLayoutVars>
      </dgm:prSet>
      <dgm:spPr>
        <a:xfrm>
          <a:off x="4321257" y="3096933"/>
          <a:ext cx="949976" cy="625056"/>
        </a:xfrm>
        <a:prstGeom prst="rect">
          <a:avLst/>
        </a:prstGeom>
      </dgm:spPr>
    </dgm:pt>
    <dgm:pt modelId="{0FBA70EA-B0FC-4A36-B558-9FFEFFA8665E}" type="pres">
      <dgm:prSet presAssocID="{D70B88A3-0912-4910-9A70-A0CB2BFB0441}" presName="rootConnector" presStyleLbl="node3" presStyleIdx="10" presStyleCnt="20"/>
      <dgm:spPr/>
    </dgm:pt>
    <dgm:pt modelId="{7F5984FA-6E40-4FA0-8462-EB036756F672}" type="pres">
      <dgm:prSet presAssocID="{D70B88A3-0912-4910-9A70-A0CB2BFB0441}" presName="hierChild4" presStyleCnt="0"/>
      <dgm:spPr/>
    </dgm:pt>
    <dgm:pt modelId="{154FEFA7-F34D-4CF1-A46A-7764D0C3A191}" type="pres">
      <dgm:prSet presAssocID="{D70B88A3-0912-4910-9A70-A0CB2BFB0441}" presName="hierChild5" presStyleCnt="0"/>
      <dgm:spPr/>
    </dgm:pt>
    <dgm:pt modelId="{5AA9FCB5-A24E-45EE-A208-6539B4E8E4E3}" type="pres">
      <dgm:prSet presAssocID="{0C4EECA8-FE16-486F-96CE-25064AF68CA6}" presName="Name37" presStyleLbl="parChTrans1D3" presStyleIdx="11" presStyleCnt="20"/>
      <dgm:spPr/>
    </dgm:pt>
    <dgm:pt modelId="{CD7B926C-CFBA-4961-BC63-AB7119916BB3}" type="pres">
      <dgm:prSet presAssocID="{927B6660-C6F6-4160-A4E6-05F125BD2D1B}" presName="hierRoot2" presStyleCnt="0">
        <dgm:presLayoutVars>
          <dgm:hierBranch val="init"/>
        </dgm:presLayoutVars>
      </dgm:prSet>
      <dgm:spPr/>
    </dgm:pt>
    <dgm:pt modelId="{6FD61F01-AACB-46EB-B22E-36EE770EA83A}" type="pres">
      <dgm:prSet presAssocID="{927B6660-C6F6-4160-A4E6-05F125BD2D1B}" presName="rootComposite" presStyleCnt="0"/>
      <dgm:spPr/>
    </dgm:pt>
    <dgm:pt modelId="{D73FA950-7231-414F-9F5F-A6915882B526}" type="pres">
      <dgm:prSet presAssocID="{927B6660-C6F6-4160-A4E6-05F125BD2D1B}" presName="rootText" presStyleLbl="node3" presStyleIdx="11" presStyleCnt="20" custLinFactNeighborX="24852" custLinFactNeighborY="-3314">
        <dgm:presLayoutVars>
          <dgm:chPref val="3"/>
        </dgm:presLayoutVars>
      </dgm:prSet>
      <dgm:spPr>
        <a:xfrm>
          <a:off x="4357812" y="4038601"/>
          <a:ext cx="948625" cy="474312"/>
        </a:xfrm>
        <a:prstGeom prst="rect">
          <a:avLst/>
        </a:prstGeom>
      </dgm:spPr>
    </dgm:pt>
    <dgm:pt modelId="{16E4E824-780E-47CB-B954-3083F7D2CC8E}" type="pres">
      <dgm:prSet presAssocID="{927B6660-C6F6-4160-A4E6-05F125BD2D1B}" presName="rootConnector" presStyleLbl="node3" presStyleIdx="11" presStyleCnt="20"/>
      <dgm:spPr/>
    </dgm:pt>
    <dgm:pt modelId="{D1CC62BB-EB8D-4092-B72E-587ED23334CC}" type="pres">
      <dgm:prSet presAssocID="{927B6660-C6F6-4160-A4E6-05F125BD2D1B}" presName="hierChild4" presStyleCnt="0"/>
      <dgm:spPr/>
    </dgm:pt>
    <dgm:pt modelId="{6A1C67E9-E852-49EF-A111-A6D6802B843C}" type="pres">
      <dgm:prSet presAssocID="{927B6660-C6F6-4160-A4E6-05F125BD2D1B}" presName="hierChild5" presStyleCnt="0"/>
      <dgm:spPr/>
    </dgm:pt>
    <dgm:pt modelId="{B59FAF4E-4BE4-4887-8E16-CB45EE478143}" type="pres">
      <dgm:prSet presAssocID="{CAB4386B-00C8-4BCE-800D-7F2B08BD2D27}" presName="hierChild5" presStyleCnt="0"/>
      <dgm:spPr/>
    </dgm:pt>
    <dgm:pt modelId="{9EF29F04-4D32-41BA-A818-084D3606C9F5}" type="pres">
      <dgm:prSet presAssocID="{710C0FF4-41F9-4BDF-94B6-0DA9A59FA2E2}" presName="Name37" presStyleLbl="parChTrans1D2" presStyleIdx="3" presStyleCnt="5"/>
      <dgm:spPr/>
    </dgm:pt>
    <dgm:pt modelId="{152AFDA0-4C0D-4EDD-AD18-33C395D88880}" type="pres">
      <dgm:prSet presAssocID="{726A7DF1-BFF6-47A9-B5C8-002AA5E08943}" presName="hierRoot2" presStyleCnt="0">
        <dgm:presLayoutVars>
          <dgm:hierBranch val="init"/>
        </dgm:presLayoutVars>
      </dgm:prSet>
      <dgm:spPr/>
    </dgm:pt>
    <dgm:pt modelId="{436A0A35-92F5-4C37-92D9-AA62CA4F52E6}" type="pres">
      <dgm:prSet presAssocID="{726A7DF1-BFF6-47A9-B5C8-002AA5E08943}" presName="rootComposite" presStyleCnt="0"/>
      <dgm:spPr/>
    </dgm:pt>
    <dgm:pt modelId="{AB4FF165-B1BF-4F5E-849F-0ABEDE1C2B43}" type="pres">
      <dgm:prSet presAssocID="{726A7DF1-BFF6-47A9-B5C8-002AA5E08943}" presName="rootText" presStyleLbl="node2" presStyleIdx="3" presStyleCnt="5" custScaleX="102001" custScaleY="151799" custLinFactNeighborX="71940" custLinFactNeighborY="-10758">
        <dgm:presLayoutVars>
          <dgm:chPref val="3"/>
        </dgm:presLayoutVars>
      </dgm:prSet>
      <dgm:spPr/>
    </dgm:pt>
    <dgm:pt modelId="{9F38C2D3-17DA-4D19-9A15-53F257AC0DB6}" type="pres">
      <dgm:prSet presAssocID="{726A7DF1-BFF6-47A9-B5C8-002AA5E08943}" presName="rootConnector" presStyleLbl="node2" presStyleIdx="3" presStyleCnt="5"/>
      <dgm:spPr/>
    </dgm:pt>
    <dgm:pt modelId="{4F7E2522-1FB8-4DBD-8060-419832F98E7E}" type="pres">
      <dgm:prSet presAssocID="{726A7DF1-BFF6-47A9-B5C8-002AA5E08943}" presName="hierChild4" presStyleCnt="0"/>
      <dgm:spPr/>
    </dgm:pt>
    <dgm:pt modelId="{1C911408-262A-4560-B944-AF33993FDE35}" type="pres">
      <dgm:prSet presAssocID="{B376C138-F801-41EE-B01E-D804CB76A1ED}" presName="Name37" presStyleLbl="parChTrans1D3" presStyleIdx="12" presStyleCnt="20"/>
      <dgm:spPr/>
    </dgm:pt>
    <dgm:pt modelId="{26D37D5C-5803-4E7D-9EBE-645CB5D35CA8}" type="pres">
      <dgm:prSet presAssocID="{7A30082F-E7C1-48D5-87F7-2028C09CD613}" presName="hierRoot2" presStyleCnt="0">
        <dgm:presLayoutVars>
          <dgm:hierBranch val="init"/>
        </dgm:presLayoutVars>
      </dgm:prSet>
      <dgm:spPr/>
    </dgm:pt>
    <dgm:pt modelId="{B498999C-9689-4E09-A6E0-6AB6AECDFD36}" type="pres">
      <dgm:prSet presAssocID="{7A30082F-E7C1-48D5-87F7-2028C09CD613}" presName="rootComposite" presStyleCnt="0"/>
      <dgm:spPr/>
    </dgm:pt>
    <dgm:pt modelId="{E9A56428-BF7F-4E51-B6B8-50844ECA140C}" type="pres">
      <dgm:prSet presAssocID="{7A30082F-E7C1-48D5-87F7-2028C09CD613}" presName="rootText" presStyleLbl="node3" presStyleIdx="12" presStyleCnt="20" custLinFactNeighborX="87374" custLinFactNeighborY="-22126">
        <dgm:presLayoutVars>
          <dgm:chPref val="3"/>
        </dgm:presLayoutVars>
      </dgm:prSet>
      <dgm:spPr/>
    </dgm:pt>
    <dgm:pt modelId="{F9567951-03E0-4DEB-8FFF-81DD08EC8438}" type="pres">
      <dgm:prSet presAssocID="{7A30082F-E7C1-48D5-87F7-2028C09CD613}" presName="rootConnector" presStyleLbl="node3" presStyleIdx="12" presStyleCnt="20"/>
      <dgm:spPr/>
    </dgm:pt>
    <dgm:pt modelId="{C0146396-EB49-48C7-814D-7DFC6B0249D8}" type="pres">
      <dgm:prSet presAssocID="{7A30082F-E7C1-48D5-87F7-2028C09CD613}" presName="hierChild4" presStyleCnt="0"/>
      <dgm:spPr/>
    </dgm:pt>
    <dgm:pt modelId="{63982E35-35B2-46BD-AE76-E7329A90AEC2}" type="pres">
      <dgm:prSet presAssocID="{7A30082F-E7C1-48D5-87F7-2028C09CD613}" presName="hierChild5" presStyleCnt="0"/>
      <dgm:spPr/>
    </dgm:pt>
    <dgm:pt modelId="{EE571993-57F2-49F3-BCDE-B43E052B0DDD}" type="pres">
      <dgm:prSet presAssocID="{B0A73A57-F4A2-405C-ABE1-ECECD2390F2D}" presName="Name37" presStyleLbl="parChTrans1D3" presStyleIdx="13" presStyleCnt="20"/>
      <dgm:spPr/>
    </dgm:pt>
    <dgm:pt modelId="{758983CE-E1AB-4118-A39D-67DB5E4FDBD3}" type="pres">
      <dgm:prSet presAssocID="{603FC987-FDC6-405D-88CF-72D4F31F1357}" presName="hierRoot2" presStyleCnt="0">
        <dgm:presLayoutVars>
          <dgm:hierBranch val="init"/>
        </dgm:presLayoutVars>
      </dgm:prSet>
      <dgm:spPr/>
    </dgm:pt>
    <dgm:pt modelId="{B6FA7DB6-F253-44E3-94C5-EF930C5F2DD0}" type="pres">
      <dgm:prSet presAssocID="{603FC987-FDC6-405D-88CF-72D4F31F1357}" presName="rootComposite" presStyleCnt="0"/>
      <dgm:spPr/>
    </dgm:pt>
    <dgm:pt modelId="{0FF2C290-41D5-4B3D-9471-B3365C2C837B}" type="pres">
      <dgm:prSet presAssocID="{603FC987-FDC6-405D-88CF-72D4F31F1357}" presName="rootText" presStyleLbl="node3" presStyleIdx="13" presStyleCnt="20" custLinFactNeighborX="87374" custLinFactNeighborY="-37009">
        <dgm:presLayoutVars>
          <dgm:chPref val="3"/>
        </dgm:presLayoutVars>
      </dgm:prSet>
      <dgm:spPr>
        <a:xfrm>
          <a:off x="6069356" y="2195253"/>
          <a:ext cx="949976" cy="474988"/>
        </a:xfrm>
        <a:prstGeom prst="rect">
          <a:avLst/>
        </a:prstGeom>
      </dgm:spPr>
    </dgm:pt>
    <dgm:pt modelId="{3C058817-2421-41D4-988D-50AFF9C540AB}" type="pres">
      <dgm:prSet presAssocID="{603FC987-FDC6-405D-88CF-72D4F31F1357}" presName="rootConnector" presStyleLbl="node3" presStyleIdx="13" presStyleCnt="20"/>
      <dgm:spPr/>
    </dgm:pt>
    <dgm:pt modelId="{64F27648-4445-4E13-B62D-3B9934729F05}" type="pres">
      <dgm:prSet presAssocID="{603FC987-FDC6-405D-88CF-72D4F31F1357}" presName="hierChild4" presStyleCnt="0"/>
      <dgm:spPr/>
    </dgm:pt>
    <dgm:pt modelId="{F8B2EC3C-6020-42EF-A326-F7D3E497DA87}" type="pres">
      <dgm:prSet presAssocID="{603FC987-FDC6-405D-88CF-72D4F31F1357}" presName="hierChild5" presStyleCnt="0"/>
      <dgm:spPr/>
    </dgm:pt>
    <dgm:pt modelId="{CB98616B-4909-4ED2-A9D9-3C496F2420EA}" type="pres">
      <dgm:prSet presAssocID="{8449755C-1F7E-449A-8D92-F2D3AB52496E}" presName="Name37" presStyleLbl="parChTrans1D3" presStyleIdx="14" presStyleCnt="20"/>
      <dgm:spPr/>
    </dgm:pt>
    <dgm:pt modelId="{85D6B2E6-D115-4033-B275-2DC4EF0DB3C1}" type="pres">
      <dgm:prSet presAssocID="{E06884BE-3871-41D0-A505-84B81A2B73D5}" presName="hierRoot2" presStyleCnt="0">
        <dgm:presLayoutVars>
          <dgm:hierBranch val="init"/>
        </dgm:presLayoutVars>
      </dgm:prSet>
      <dgm:spPr/>
    </dgm:pt>
    <dgm:pt modelId="{0D235890-7169-471C-8584-4572C7179902}" type="pres">
      <dgm:prSet presAssocID="{E06884BE-3871-41D0-A505-84B81A2B73D5}" presName="rootComposite" presStyleCnt="0"/>
      <dgm:spPr/>
    </dgm:pt>
    <dgm:pt modelId="{A7720989-7CF0-4D5C-A4B0-81BB2C86BDA5}" type="pres">
      <dgm:prSet presAssocID="{E06884BE-3871-41D0-A505-84B81A2B73D5}" presName="rootText" presStyleLbl="node3" presStyleIdx="14" presStyleCnt="20" custScaleY="144933" custLinFactNeighborX="87374" custLinFactNeighborY="-62115">
        <dgm:presLayoutVars>
          <dgm:chPref val="3"/>
        </dgm:presLayoutVars>
      </dgm:prSet>
      <dgm:spPr>
        <a:xfrm>
          <a:off x="6069356" y="2750486"/>
          <a:ext cx="949976" cy="688414"/>
        </a:xfrm>
        <a:prstGeom prst="rect">
          <a:avLst/>
        </a:prstGeom>
      </dgm:spPr>
    </dgm:pt>
    <dgm:pt modelId="{B595F086-2FC5-4C2A-9607-4675A406D74F}" type="pres">
      <dgm:prSet presAssocID="{E06884BE-3871-41D0-A505-84B81A2B73D5}" presName="rootConnector" presStyleLbl="node3" presStyleIdx="14" presStyleCnt="20"/>
      <dgm:spPr/>
    </dgm:pt>
    <dgm:pt modelId="{0F6F5F9D-35BC-4734-81FD-278555377E8D}" type="pres">
      <dgm:prSet presAssocID="{E06884BE-3871-41D0-A505-84B81A2B73D5}" presName="hierChild4" presStyleCnt="0"/>
      <dgm:spPr/>
    </dgm:pt>
    <dgm:pt modelId="{8C00B0C6-9C52-441D-83B7-6009DF5D6316}" type="pres">
      <dgm:prSet presAssocID="{E06884BE-3871-41D0-A505-84B81A2B73D5}" presName="hierChild5" presStyleCnt="0"/>
      <dgm:spPr/>
    </dgm:pt>
    <dgm:pt modelId="{343525CC-74C5-4CC5-A19B-BD40F71E99FD}" type="pres">
      <dgm:prSet presAssocID="{726A7DF1-BFF6-47A9-B5C8-002AA5E08943}" presName="hierChild5" presStyleCnt="0"/>
      <dgm:spPr/>
    </dgm:pt>
    <dgm:pt modelId="{D1D227D6-DE47-41F2-9E99-FB0E8B768363}" type="pres">
      <dgm:prSet presAssocID="{7701AA27-1B67-4F17-8AAA-36DDA8B79A60}" presName="Name37" presStyleLbl="parChTrans1D2" presStyleIdx="4" presStyleCnt="5"/>
      <dgm:spPr/>
    </dgm:pt>
    <dgm:pt modelId="{25FB3294-6267-459D-B608-A03070709D81}" type="pres">
      <dgm:prSet presAssocID="{224D9676-E5A0-4ABF-A081-6A7573917122}" presName="hierRoot2" presStyleCnt="0">
        <dgm:presLayoutVars>
          <dgm:hierBranch val="init"/>
        </dgm:presLayoutVars>
      </dgm:prSet>
      <dgm:spPr/>
    </dgm:pt>
    <dgm:pt modelId="{DEB68007-19D1-4CBF-8D2A-3BE8FBED220C}" type="pres">
      <dgm:prSet presAssocID="{224D9676-E5A0-4ABF-A081-6A7573917122}" presName="rootComposite" presStyleCnt="0"/>
      <dgm:spPr/>
    </dgm:pt>
    <dgm:pt modelId="{07D557A4-CE4D-49F2-AF29-73602251C6BF}" type="pres">
      <dgm:prSet presAssocID="{224D9676-E5A0-4ABF-A081-6A7573917122}" presName="rootText" presStyleLbl="node2" presStyleIdx="4" presStyleCnt="5" custScaleX="102001" custScaleY="151799" custLinFactX="26870" custLinFactNeighborX="100000" custLinFactNeighborY="-10758">
        <dgm:presLayoutVars>
          <dgm:chPref val="3"/>
        </dgm:presLayoutVars>
      </dgm:prSet>
      <dgm:spPr/>
    </dgm:pt>
    <dgm:pt modelId="{D0F9AF5C-B53E-4A4B-B5C7-86AC63327CE3}" type="pres">
      <dgm:prSet presAssocID="{224D9676-E5A0-4ABF-A081-6A7573917122}" presName="rootConnector" presStyleLbl="node2" presStyleIdx="4" presStyleCnt="5"/>
      <dgm:spPr/>
    </dgm:pt>
    <dgm:pt modelId="{891EF92F-D979-4B65-A956-927F3B94E9A7}" type="pres">
      <dgm:prSet presAssocID="{224D9676-E5A0-4ABF-A081-6A7573917122}" presName="hierChild4" presStyleCnt="0"/>
      <dgm:spPr/>
    </dgm:pt>
    <dgm:pt modelId="{8D92ABEA-1D69-4EBC-B29F-E63909124A33}" type="pres">
      <dgm:prSet presAssocID="{EC20AA17-8779-4293-9F7C-09082611503A}" presName="Name37" presStyleLbl="parChTrans1D3" presStyleIdx="15" presStyleCnt="20"/>
      <dgm:spPr/>
    </dgm:pt>
    <dgm:pt modelId="{717F5C55-D6A8-4C32-8FD2-256ABF5A7745}" type="pres">
      <dgm:prSet presAssocID="{65C3058D-255D-4F53-A132-2C42BB7891AC}" presName="hierRoot2" presStyleCnt="0">
        <dgm:presLayoutVars>
          <dgm:hierBranch val="init"/>
        </dgm:presLayoutVars>
      </dgm:prSet>
      <dgm:spPr/>
    </dgm:pt>
    <dgm:pt modelId="{AC3704AB-A10B-409C-8639-E02498D404B6}" type="pres">
      <dgm:prSet presAssocID="{65C3058D-255D-4F53-A132-2C42BB7891AC}" presName="rootComposite" presStyleCnt="0"/>
      <dgm:spPr/>
    </dgm:pt>
    <dgm:pt modelId="{43AD924E-DE7B-4389-A0D3-FFF1E7DDB4FF}" type="pres">
      <dgm:prSet presAssocID="{65C3058D-255D-4F53-A132-2C42BB7891AC}" presName="rootText" presStyleLbl="node3" presStyleIdx="15" presStyleCnt="20" custScaleY="118765" custLinFactX="31435" custLinFactNeighborX="100000" custLinFactNeighborY="-22634">
        <dgm:presLayoutVars>
          <dgm:chPref val="3"/>
        </dgm:presLayoutVars>
      </dgm:prSet>
      <dgm:spPr/>
    </dgm:pt>
    <dgm:pt modelId="{837C505A-1A83-4CC6-AFBF-14F88057D4BD}" type="pres">
      <dgm:prSet presAssocID="{65C3058D-255D-4F53-A132-2C42BB7891AC}" presName="rootConnector" presStyleLbl="node3" presStyleIdx="15" presStyleCnt="20"/>
      <dgm:spPr/>
    </dgm:pt>
    <dgm:pt modelId="{BA1E35FD-E6EC-49C6-BDD2-3913AFC49965}" type="pres">
      <dgm:prSet presAssocID="{65C3058D-255D-4F53-A132-2C42BB7891AC}" presName="hierChild4" presStyleCnt="0"/>
      <dgm:spPr/>
    </dgm:pt>
    <dgm:pt modelId="{382E7B4F-A268-478E-A323-CAD17FEB2E49}" type="pres">
      <dgm:prSet presAssocID="{65C3058D-255D-4F53-A132-2C42BB7891AC}" presName="hierChild5" presStyleCnt="0"/>
      <dgm:spPr/>
    </dgm:pt>
    <dgm:pt modelId="{1E90E2C2-EE14-4578-B0C5-2FEFA014DA2B}" type="pres">
      <dgm:prSet presAssocID="{87781E06-7460-4C7A-94D0-19CCC2EADE8F}" presName="Name37" presStyleLbl="parChTrans1D3" presStyleIdx="16" presStyleCnt="20"/>
      <dgm:spPr/>
    </dgm:pt>
    <dgm:pt modelId="{427521F5-D919-4694-8450-C0CB8524C4AF}" type="pres">
      <dgm:prSet presAssocID="{7C604DB3-5C3C-4316-88B6-FD9666B1CCA7}" presName="hierRoot2" presStyleCnt="0">
        <dgm:presLayoutVars>
          <dgm:hierBranch val="init"/>
        </dgm:presLayoutVars>
      </dgm:prSet>
      <dgm:spPr/>
    </dgm:pt>
    <dgm:pt modelId="{CF31E5E8-973F-4A57-B7DD-506709D3F548}" type="pres">
      <dgm:prSet presAssocID="{7C604DB3-5C3C-4316-88B6-FD9666B1CCA7}" presName="rootComposite" presStyleCnt="0"/>
      <dgm:spPr/>
    </dgm:pt>
    <dgm:pt modelId="{C9B3C2DC-064D-4653-915F-058BD63DC747}" type="pres">
      <dgm:prSet presAssocID="{7C604DB3-5C3C-4316-88B6-FD9666B1CCA7}" presName="rootText" presStyleLbl="node3" presStyleIdx="16" presStyleCnt="20" custScaleY="118765" custLinFactX="31435" custLinFactNeighborX="100000" custLinFactNeighborY="-59907">
        <dgm:presLayoutVars>
          <dgm:chPref val="3"/>
        </dgm:presLayoutVars>
      </dgm:prSet>
      <dgm:spPr/>
    </dgm:pt>
    <dgm:pt modelId="{114BF9CD-4BAC-45DF-8B37-AC7E0AEDCDF9}" type="pres">
      <dgm:prSet presAssocID="{7C604DB3-5C3C-4316-88B6-FD9666B1CCA7}" presName="rootConnector" presStyleLbl="node3" presStyleIdx="16" presStyleCnt="20"/>
      <dgm:spPr/>
    </dgm:pt>
    <dgm:pt modelId="{617C7235-87F1-4E5E-A820-7340D0A64520}" type="pres">
      <dgm:prSet presAssocID="{7C604DB3-5C3C-4316-88B6-FD9666B1CCA7}" presName="hierChild4" presStyleCnt="0"/>
      <dgm:spPr/>
    </dgm:pt>
    <dgm:pt modelId="{34FE5AD4-CF32-4496-8B9D-3CF59B593025}" type="pres">
      <dgm:prSet presAssocID="{7C604DB3-5C3C-4316-88B6-FD9666B1CCA7}" presName="hierChild5" presStyleCnt="0"/>
      <dgm:spPr/>
    </dgm:pt>
    <dgm:pt modelId="{5AF5645B-056D-40FC-B979-F1DF21F31820}" type="pres">
      <dgm:prSet presAssocID="{8F1C07DB-EC3F-4589-84FE-0B4910C55554}" presName="Name37" presStyleLbl="parChTrans1D3" presStyleIdx="17" presStyleCnt="20"/>
      <dgm:spPr/>
    </dgm:pt>
    <dgm:pt modelId="{D3DF9841-9DF6-4B8A-9046-6908AE090030}" type="pres">
      <dgm:prSet presAssocID="{969F274A-9819-4FB8-82B6-BC26302655BB}" presName="hierRoot2" presStyleCnt="0">
        <dgm:presLayoutVars>
          <dgm:hierBranch val="init"/>
        </dgm:presLayoutVars>
      </dgm:prSet>
      <dgm:spPr/>
    </dgm:pt>
    <dgm:pt modelId="{2CCDA65E-8ACD-4F83-86D7-CDD44DB5C61B}" type="pres">
      <dgm:prSet presAssocID="{969F274A-9819-4FB8-82B6-BC26302655BB}" presName="rootComposite" presStyleCnt="0"/>
      <dgm:spPr/>
    </dgm:pt>
    <dgm:pt modelId="{7E3F37BE-F433-4837-B790-6FE7196E4E07}" type="pres">
      <dgm:prSet presAssocID="{969F274A-9819-4FB8-82B6-BC26302655BB}" presName="rootText" presStyleLbl="node3" presStyleIdx="17" presStyleCnt="20" custScaleY="118765" custLinFactX="31435" custLinFactNeighborX="100000" custLinFactNeighborY="-92452">
        <dgm:presLayoutVars>
          <dgm:chPref val="3"/>
        </dgm:presLayoutVars>
      </dgm:prSet>
      <dgm:spPr/>
    </dgm:pt>
    <dgm:pt modelId="{43A87F1F-BC4B-4BAB-9BA1-D10FA5C346F4}" type="pres">
      <dgm:prSet presAssocID="{969F274A-9819-4FB8-82B6-BC26302655BB}" presName="rootConnector" presStyleLbl="node3" presStyleIdx="17" presStyleCnt="20"/>
      <dgm:spPr/>
    </dgm:pt>
    <dgm:pt modelId="{90355446-8C74-4D3B-B0FC-BBA798E17670}" type="pres">
      <dgm:prSet presAssocID="{969F274A-9819-4FB8-82B6-BC26302655BB}" presName="hierChild4" presStyleCnt="0"/>
      <dgm:spPr/>
    </dgm:pt>
    <dgm:pt modelId="{000714CF-5148-424B-AE8C-BCDB6B4255A4}" type="pres">
      <dgm:prSet presAssocID="{969F274A-9819-4FB8-82B6-BC26302655BB}" presName="hierChild5" presStyleCnt="0"/>
      <dgm:spPr/>
    </dgm:pt>
    <dgm:pt modelId="{2790B4D8-31E2-446E-B237-22F962C9C8AF}" type="pres">
      <dgm:prSet presAssocID="{966BC01E-2676-4170-8F0E-3E7E5DB7401E}" presName="Name37" presStyleLbl="parChTrans1D3" presStyleIdx="18" presStyleCnt="20"/>
      <dgm:spPr/>
    </dgm:pt>
    <dgm:pt modelId="{ABFBCCED-F64A-454E-BBD1-FAA00D0DC5E6}" type="pres">
      <dgm:prSet presAssocID="{FBA293CA-657F-4F31-B723-D5A53AC901D8}" presName="hierRoot2" presStyleCnt="0">
        <dgm:presLayoutVars>
          <dgm:hierBranch val="init"/>
        </dgm:presLayoutVars>
      </dgm:prSet>
      <dgm:spPr/>
    </dgm:pt>
    <dgm:pt modelId="{A75F24BE-5FF6-4F30-A65A-496DD48F2BBD}" type="pres">
      <dgm:prSet presAssocID="{FBA293CA-657F-4F31-B723-D5A53AC901D8}" presName="rootComposite" presStyleCnt="0"/>
      <dgm:spPr/>
    </dgm:pt>
    <dgm:pt modelId="{0F7FEE66-15AF-4477-9598-2D8DEEE8879B}" type="pres">
      <dgm:prSet presAssocID="{FBA293CA-657F-4F31-B723-D5A53AC901D8}" presName="rootText" presStyleLbl="node3" presStyleIdx="18" presStyleCnt="20" custScaleX="100208" custScaleY="118765" custLinFactX="31643" custLinFactY="-23153" custLinFactNeighborX="100000" custLinFactNeighborY="-100000">
        <dgm:presLayoutVars>
          <dgm:chPref val="3"/>
        </dgm:presLayoutVars>
      </dgm:prSet>
      <dgm:spPr/>
    </dgm:pt>
    <dgm:pt modelId="{34362483-D9C4-43B9-9514-75493C1F1BB2}" type="pres">
      <dgm:prSet presAssocID="{FBA293CA-657F-4F31-B723-D5A53AC901D8}" presName="rootConnector" presStyleLbl="node3" presStyleIdx="18" presStyleCnt="20"/>
      <dgm:spPr/>
    </dgm:pt>
    <dgm:pt modelId="{B0C95C93-192B-44D9-B08E-020838D47E56}" type="pres">
      <dgm:prSet presAssocID="{FBA293CA-657F-4F31-B723-D5A53AC901D8}" presName="hierChild4" presStyleCnt="0"/>
      <dgm:spPr/>
    </dgm:pt>
    <dgm:pt modelId="{895EF9FB-9005-43C7-9928-A98FCCBAE136}" type="pres">
      <dgm:prSet presAssocID="{FBA293CA-657F-4F31-B723-D5A53AC901D8}" presName="hierChild5" presStyleCnt="0"/>
      <dgm:spPr/>
    </dgm:pt>
    <dgm:pt modelId="{F65D9019-BA82-4E3D-83B2-ABB5FF2579A7}" type="pres">
      <dgm:prSet presAssocID="{B06FCE3A-1E57-47B4-BA4B-D32814876455}" presName="Name37" presStyleLbl="parChTrans1D3" presStyleIdx="19" presStyleCnt="20"/>
      <dgm:spPr/>
    </dgm:pt>
    <dgm:pt modelId="{EEE8BB28-72A4-4F1C-B916-2EF5E0CFB7AB}" type="pres">
      <dgm:prSet presAssocID="{E8294A2C-DE34-47E6-B1CA-18300F82571C}" presName="hierRoot2" presStyleCnt="0">
        <dgm:presLayoutVars>
          <dgm:hierBranch val="init"/>
        </dgm:presLayoutVars>
      </dgm:prSet>
      <dgm:spPr/>
    </dgm:pt>
    <dgm:pt modelId="{D7FD3B69-318D-4716-980D-17DBB0D9184A}" type="pres">
      <dgm:prSet presAssocID="{E8294A2C-DE34-47E6-B1CA-18300F82571C}" presName="rootComposite" presStyleCnt="0"/>
      <dgm:spPr/>
    </dgm:pt>
    <dgm:pt modelId="{49041C56-8DBB-4E15-9309-32C3414C130B}" type="pres">
      <dgm:prSet presAssocID="{E8294A2C-DE34-47E6-B1CA-18300F82571C}" presName="rootText" presStyleLbl="node3" presStyleIdx="19" presStyleCnt="20" custScaleY="118765" custLinFactX="31435" custLinFactY="-57275" custLinFactNeighborX="100000" custLinFactNeighborY="-100000">
        <dgm:presLayoutVars>
          <dgm:chPref val="3"/>
        </dgm:presLayoutVars>
      </dgm:prSet>
      <dgm:spPr/>
    </dgm:pt>
    <dgm:pt modelId="{CCAEA21D-33BD-48F6-BBF0-8F74361FC574}" type="pres">
      <dgm:prSet presAssocID="{E8294A2C-DE34-47E6-B1CA-18300F82571C}" presName="rootConnector" presStyleLbl="node3" presStyleIdx="19" presStyleCnt="20"/>
      <dgm:spPr/>
    </dgm:pt>
    <dgm:pt modelId="{65BF7582-78EA-4263-8279-CEC8E2A32407}" type="pres">
      <dgm:prSet presAssocID="{E8294A2C-DE34-47E6-B1CA-18300F82571C}" presName="hierChild4" presStyleCnt="0"/>
      <dgm:spPr/>
    </dgm:pt>
    <dgm:pt modelId="{B4B2ACAF-8A8F-4AA2-976D-CC039237EAB0}" type="pres">
      <dgm:prSet presAssocID="{E8294A2C-DE34-47E6-B1CA-18300F82571C}" presName="hierChild5" presStyleCnt="0"/>
      <dgm:spPr/>
    </dgm:pt>
    <dgm:pt modelId="{775041CF-AFA1-45CD-97A7-24F45133876C}" type="pres">
      <dgm:prSet presAssocID="{224D9676-E5A0-4ABF-A081-6A7573917122}" presName="hierChild5" presStyleCnt="0"/>
      <dgm:spPr/>
    </dgm:pt>
    <dgm:pt modelId="{D6ACD195-0D81-472A-B264-B9618D087621}" type="pres">
      <dgm:prSet presAssocID="{7EDA8265-D4CD-42F4-97FB-5B24F6E833E8}" presName="hierChild3" presStyleCnt="0"/>
      <dgm:spPr/>
    </dgm:pt>
  </dgm:ptLst>
  <dgm:cxnLst>
    <dgm:cxn modelId="{0AB4C606-69D7-4B02-AF53-597C4BDC3A82}" srcId="{C1E91DE7-304B-4FC1-9FA9-C442537BC478}" destId="{7A63BA7E-31E6-478B-94F0-1314BEF4209D}" srcOrd="1" destOrd="0" parTransId="{BF11CECF-ADB6-4231-BDEE-F8EA747A4AFD}" sibTransId="{434574F5-65DA-4BE6-97F5-8BBC5DCE8313}"/>
    <dgm:cxn modelId="{E45ED606-2A53-4919-827F-04A33898369E}" type="presOf" srcId="{A2BA7419-A396-4495-96FA-D86F1ADDF89D}" destId="{B271CBC4-B918-48EF-8510-5B13A918CA10}" srcOrd="0" destOrd="0" presId="urn:microsoft.com/office/officeart/2005/8/layout/orgChart1"/>
    <dgm:cxn modelId="{64611309-4FCD-438A-A00D-DC74024BA9B3}" type="presOf" srcId="{7A63BA7E-31E6-478B-94F0-1314BEF4209D}" destId="{131F1697-8BF7-4E26-9D6A-B88EFD85D20B}" srcOrd="1" destOrd="0" presId="urn:microsoft.com/office/officeart/2005/8/layout/orgChart1"/>
    <dgm:cxn modelId="{D2E5A80D-E738-40AD-857D-C940F717D099}" type="presOf" srcId="{C1EFBF15-9453-4F38-89FF-7E5B699DEC5C}" destId="{EA20B189-A75B-4574-8762-6930D7CFB0C3}" srcOrd="0" destOrd="0" presId="urn:microsoft.com/office/officeart/2005/8/layout/orgChart1"/>
    <dgm:cxn modelId="{117BA510-2B00-4946-BB19-D36A0A84DBB4}" type="presOf" srcId="{B0A73A57-F4A2-405C-ABE1-ECECD2390F2D}" destId="{EE571993-57F2-49F3-BCDE-B43E052B0DDD}" srcOrd="0" destOrd="0" presId="urn:microsoft.com/office/officeart/2005/8/layout/orgChart1"/>
    <dgm:cxn modelId="{A5840B13-80F2-41F3-B48E-62B547B975CC}" type="presOf" srcId="{FA7D4A6C-1BFE-43AC-973E-26C1C28293C3}" destId="{CA54A224-6ED2-45A8-82EB-4E9B4E42ABF3}" srcOrd="0" destOrd="0" presId="urn:microsoft.com/office/officeart/2005/8/layout/orgChart1"/>
    <dgm:cxn modelId="{42D58E23-A58A-4AE0-A0DA-88C7898040D4}" srcId="{224D9676-E5A0-4ABF-A081-6A7573917122}" destId="{FBA293CA-657F-4F31-B723-D5A53AC901D8}" srcOrd="3" destOrd="0" parTransId="{966BC01E-2676-4170-8F0E-3E7E5DB7401E}" sibTransId="{4333394D-F694-4B87-9843-892604D31696}"/>
    <dgm:cxn modelId="{F9014F2B-7161-470B-ABC7-849CD6B33614}" type="presOf" srcId="{E06884BE-3871-41D0-A505-84B81A2B73D5}" destId="{B595F086-2FC5-4C2A-9607-4675A406D74F}" srcOrd="1" destOrd="0" presId="urn:microsoft.com/office/officeart/2005/8/layout/orgChart1"/>
    <dgm:cxn modelId="{3805E92B-BA1F-4C6A-8576-5BFFF2D44FE9}" srcId="{7EDA8265-D4CD-42F4-97FB-5B24F6E833E8}" destId="{FB6BF350-4C74-4C05-A63C-86792B080686}" srcOrd="0" destOrd="0" parTransId="{62C34B88-B129-4751-BC1B-4B984AB90777}" sibTransId="{464A9281-D44D-4C40-B402-A9B8767052A4}"/>
    <dgm:cxn modelId="{FE200C2D-9658-4138-AD8E-246310B14944}" type="presOf" srcId="{F3CFCBB4-0D32-447E-B439-C9738E3DCFE7}" destId="{5FC76162-2560-451A-B750-47348C935A87}" srcOrd="1" destOrd="0" presId="urn:microsoft.com/office/officeart/2005/8/layout/orgChart1"/>
    <dgm:cxn modelId="{DAFC112E-3EFF-4F51-8279-D334E1CC3AD1}" srcId="{224D9676-E5A0-4ABF-A081-6A7573917122}" destId="{7C604DB3-5C3C-4316-88B6-FD9666B1CCA7}" srcOrd="1" destOrd="0" parTransId="{87781E06-7460-4C7A-94D0-19CCC2EADE8F}" sibTransId="{6766E617-A98E-42B6-8F01-A4346C2C2392}"/>
    <dgm:cxn modelId="{98E5B02E-B853-4339-BFC4-B2D430393644}" type="presOf" srcId="{8F1C07DB-EC3F-4589-84FE-0B4910C55554}" destId="{5AF5645B-056D-40FC-B979-F1DF21F31820}" srcOrd="0" destOrd="0" presId="urn:microsoft.com/office/officeart/2005/8/layout/orgChart1"/>
    <dgm:cxn modelId="{C982E132-E90A-445F-88F5-15C896709F26}" type="presOf" srcId="{CA8153F5-78C8-4B38-BAFC-A0E20B072E17}" destId="{8FF68B2F-7BD8-44DC-A25D-1E39E8391AF3}" srcOrd="1" destOrd="0" presId="urn:microsoft.com/office/officeart/2005/8/layout/orgChart1"/>
    <dgm:cxn modelId="{2D210D38-3E38-4CFC-BD95-6261F4959414}" srcId="{7EDA8265-D4CD-42F4-97FB-5B24F6E833E8}" destId="{224D9676-E5A0-4ABF-A081-6A7573917122}" srcOrd="4" destOrd="0" parTransId="{7701AA27-1B67-4F17-8AAA-36DDA8B79A60}" sibTransId="{3BC99587-C807-4EAC-939A-8CF3064AB09E}"/>
    <dgm:cxn modelId="{EFCF2A38-37BA-4DC2-925F-61746F325C9A}" type="presOf" srcId="{BF11CECF-ADB6-4231-BDEE-F8EA747A4AFD}" destId="{0B7E179C-7B74-44F9-8ED5-214E45D5008F}" srcOrd="0" destOrd="0" presId="urn:microsoft.com/office/officeart/2005/8/layout/orgChart1"/>
    <dgm:cxn modelId="{823B9138-79A7-4233-9E54-549D8BBDF439}" srcId="{CAB4386B-00C8-4BCE-800D-7F2B08BD2D27}" destId="{5A5ADB5E-C2DF-4A7D-8B32-650DEEF275C2}" srcOrd="0" destOrd="0" parTransId="{DEA3086D-2370-4150-A790-7C97544B0A98}" sibTransId="{23589084-C954-490C-99FA-DD9346E870FA}"/>
    <dgm:cxn modelId="{03EAF039-042F-4C0E-9BF4-F10F2BC1DD08}" type="presOf" srcId="{7A30082F-E7C1-48D5-87F7-2028C09CD613}" destId="{E9A56428-BF7F-4E51-B6B8-50844ECA140C}" srcOrd="0" destOrd="0" presId="urn:microsoft.com/office/officeart/2005/8/layout/orgChart1"/>
    <dgm:cxn modelId="{D820B73D-4CD7-4BF0-9656-A4A06F7042FB}" type="presOf" srcId="{6C4D7AE6-DC2B-42EB-BECE-E0C8F4889A74}" destId="{96101B41-241A-4102-B836-C1FACED969FD}" srcOrd="1" destOrd="0" presId="urn:microsoft.com/office/officeart/2005/8/layout/orgChart1"/>
    <dgm:cxn modelId="{7DE94F3F-1213-4A9E-919F-AFC7F3706017}" type="presOf" srcId="{611F8ED5-DDFB-4297-93CA-0FF7414CC48D}" destId="{BB803F3E-3E96-474C-878B-E8E15DF35CE1}" srcOrd="1" destOrd="0" presId="urn:microsoft.com/office/officeart/2005/8/layout/orgChart1"/>
    <dgm:cxn modelId="{9628BC40-57FB-4EBD-BBFF-BBC2FD74F330}" type="presOf" srcId="{8F53AB5F-5847-4F53-A3E5-6C61F1E644D6}" destId="{CAB704C7-2E09-47D9-8753-F9F8BF01DD05}" srcOrd="0" destOrd="0" presId="urn:microsoft.com/office/officeart/2005/8/layout/orgChart1"/>
    <dgm:cxn modelId="{9DA70A5C-D24E-4A17-9992-9372409F0847}" type="presOf" srcId="{224D9676-E5A0-4ABF-A081-6A7573917122}" destId="{07D557A4-CE4D-49F2-AF29-73602251C6BF}" srcOrd="0" destOrd="0" presId="urn:microsoft.com/office/officeart/2005/8/layout/orgChart1"/>
    <dgm:cxn modelId="{00249B5C-0472-4289-A820-D0DF24E2F866}" type="presOf" srcId="{E85E7E47-D659-4B9A-B0D0-AB887DCFF9A0}" destId="{74B227D7-8FBB-4E0A-BC60-A879F4C98F98}" srcOrd="0" destOrd="0" presId="urn:microsoft.com/office/officeart/2005/8/layout/orgChart1"/>
    <dgm:cxn modelId="{4B29375E-596B-4791-9E3A-D3CF5D8EBB9F}" srcId="{CAB4386B-00C8-4BCE-800D-7F2B08BD2D27}" destId="{D70B88A3-0912-4910-9A70-A0CB2BFB0441}" srcOrd="2" destOrd="0" parTransId="{DE93D4C6-6938-404A-A589-FC6EBE9285F0}" sibTransId="{C8257508-054D-45FB-98CC-4D9BBC0B8F45}"/>
    <dgm:cxn modelId="{D43F6A5E-32F1-4FE3-BF97-AEECDB9D4149}" type="presOf" srcId="{FBA293CA-657F-4F31-B723-D5A53AC901D8}" destId="{0F7FEE66-15AF-4477-9598-2D8DEEE8879B}" srcOrd="0" destOrd="0" presId="urn:microsoft.com/office/officeart/2005/8/layout/orgChart1"/>
    <dgm:cxn modelId="{F2EA5F5F-F737-4CD4-8572-CD8765B5DAC3}" srcId="{FB6BF350-4C74-4C05-A63C-86792B080686}" destId="{C1EFBF15-9453-4F38-89FF-7E5B699DEC5C}" srcOrd="1" destOrd="0" parTransId="{1E6EB07A-2646-48A6-8DCE-30BAEDE2A80B}" sibTransId="{86480AA7-6DD0-40C9-811D-C8AEC8DD2162}"/>
    <dgm:cxn modelId="{1149EA5F-6FC4-4789-9918-719A4B8FA6A1}" srcId="{FB6BF350-4C74-4C05-A63C-86792B080686}" destId="{CEB4F2F8-34F8-4A0E-A8D3-2B63DF796708}" srcOrd="4" destOrd="0" parTransId="{FD1FA2DD-EAA8-4896-9AE3-CDA7FB21232F}" sibTransId="{9C499F6C-DE54-4C1C-A931-C9AAFD01B0B3}"/>
    <dgm:cxn modelId="{1A3BD664-4F95-444F-BC61-F4281DC7337E}" srcId="{C680B347-63B2-4E97-BF7A-44B24ADC91DD}" destId="{7EDA8265-D4CD-42F4-97FB-5B24F6E833E8}" srcOrd="0" destOrd="0" parTransId="{921DB070-A93F-446F-AE94-183A263E3689}" sibTransId="{60B2800B-4C96-4EB3-924B-4EC3225844B4}"/>
    <dgm:cxn modelId="{0C059E45-3392-435B-942B-9DABCDCAB06A}" srcId="{7EDA8265-D4CD-42F4-97FB-5B24F6E833E8}" destId="{CAB4386B-00C8-4BCE-800D-7F2B08BD2D27}" srcOrd="2" destOrd="0" parTransId="{FA7D4A6C-1BFE-43AC-973E-26C1C28293C3}" sibTransId="{D1095425-E7E8-4610-82E2-E8FA34FD71F4}"/>
    <dgm:cxn modelId="{D6EA9266-749E-4F91-A49E-0357C58E0C42}" srcId="{726A7DF1-BFF6-47A9-B5C8-002AA5E08943}" destId="{7A30082F-E7C1-48D5-87F7-2028C09CD613}" srcOrd="0" destOrd="0" parTransId="{B376C138-F801-41EE-B01E-D804CB76A1ED}" sibTransId="{ABAC370E-0AEC-4A42-8195-F8FFB683AB97}"/>
    <dgm:cxn modelId="{123CF366-E954-48F0-BBC2-D7D40F6E28CA}" srcId="{FB6BF350-4C74-4C05-A63C-86792B080686}" destId="{611F8ED5-DDFB-4297-93CA-0FF7414CC48D}" srcOrd="0" destOrd="0" parTransId="{B2A4E25F-E687-46B7-8506-426C616C8095}" sibTransId="{D684D567-22EC-4127-A0B2-33DE8CCAF7AC}"/>
    <dgm:cxn modelId="{AEC6274A-0C8A-4B5A-B1FF-D18A4224B743}" type="presOf" srcId="{E8294A2C-DE34-47E6-B1CA-18300F82571C}" destId="{CCAEA21D-33BD-48F6-BBF0-8F74361FC574}" srcOrd="1" destOrd="0" presId="urn:microsoft.com/office/officeart/2005/8/layout/orgChart1"/>
    <dgm:cxn modelId="{5C56666B-B6FD-401F-943D-A9036E42677A}" type="presOf" srcId="{927B6660-C6F6-4160-A4E6-05F125BD2D1B}" destId="{16E4E824-780E-47CB-B954-3083F7D2CC8E}" srcOrd="1" destOrd="0" presId="urn:microsoft.com/office/officeart/2005/8/layout/orgChart1"/>
    <dgm:cxn modelId="{E61D8D4C-2010-4F31-A0B9-79953378D7E2}" srcId="{C1E91DE7-304B-4FC1-9FA9-C442537BC478}" destId="{8F53AB5F-5847-4F53-A3E5-6C61F1E644D6}" srcOrd="0" destOrd="0" parTransId="{1516C600-B885-4CB9-A9F8-40FFF42BA2EE}" sibTransId="{1EB4E0FD-F31B-4028-BF01-6E9724544D83}"/>
    <dgm:cxn modelId="{19A02A4E-D02E-43C7-BA83-CF12944A4E9B}" srcId="{CAB4386B-00C8-4BCE-800D-7F2B08BD2D27}" destId="{A2BA7419-A396-4495-96FA-D86F1ADDF89D}" srcOrd="1" destOrd="0" parTransId="{DFAC5929-2FC7-43B0-81C5-42FDAADF2927}" sibTransId="{864591DC-9F48-43F4-AA8C-F8759137BC9D}"/>
    <dgm:cxn modelId="{CACEED4F-4888-4E4E-B1BB-C2C1A9B21A00}" type="presOf" srcId="{B376C138-F801-41EE-B01E-D804CB76A1ED}" destId="{1C911408-262A-4560-B944-AF33993FDE35}" srcOrd="0" destOrd="0" presId="urn:microsoft.com/office/officeart/2005/8/layout/orgChart1"/>
    <dgm:cxn modelId="{CAAC3452-EA5D-40EA-83BA-EBF7259DEB05}" type="presOf" srcId="{DEA3086D-2370-4150-A790-7C97544B0A98}" destId="{0D6BA9DB-D634-4C7A-8EB0-0F9522B970FF}" srcOrd="0" destOrd="0" presId="urn:microsoft.com/office/officeart/2005/8/layout/orgChart1"/>
    <dgm:cxn modelId="{81DE1273-8313-44D4-8BB5-78FC3EBFA794}" type="presOf" srcId="{603FC987-FDC6-405D-88CF-72D4F31F1357}" destId="{0FF2C290-41D5-4B3D-9471-B3365C2C837B}" srcOrd="0" destOrd="0" presId="urn:microsoft.com/office/officeart/2005/8/layout/orgChart1"/>
    <dgm:cxn modelId="{EA1C4B55-94DE-45CF-8C9F-B3C99775BD23}" type="presOf" srcId="{8449755C-1F7E-449A-8D92-F2D3AB52496E}" destId="{CB98616B-4909-4ED2-A9D9-3C496F2420EA}" srcOrd="0" destOrd="0" presId="urn:microsoft.com/office/officeart/2005/8/layout/orgChart1"/>
    <dgm:cxn modelId="{3495C875-0507-45EA-995C-794F1EA0D9C7}" type="presOf" srcId="{B06FCE3A-1E57-47B4-BA4B-D32814876455}" destId="{F65D9019-BA82-4E3D-83B2-ABB5FF2579A7}" srcOrd="0" destOrd="0" presId="urn:microsoft.com/office/officeart/2005/8/layout/orgChart1"/>
    <dgm:cxn modelId="{610D7F56-0306-4147-94DC-16FB3BE9E248}" type="presOf" srcId="{5020F485-5C4E-4381-8685-84EBC35D13BB}" destId="{7D6E015F-36A0-43BF-9992-025BBCE67532}" srcOrd="0" destOrd="0" presId="urn:microsoft.com/office/officeart/2005/8/layout/orgChart1"/>
    <dgm:cxn modelId="{2AEF6C78-1A85-439C-9E0D-D89D7601E15B}" type="presOf" srcId="{1E6EB07A-2646-48A6-8DCE-30BAEDE2A80B}" destId="{9FC24F7A-BE9E-4BD0-8217-FE32E1E285FA}" srcOrd="0" destOrd="0" presId="urn:microsoft.com/office/officeart/2005/8/layout/orgChart1"/>
    <dgm:cxn modelId="{5ED6035A-9B97-4BB3-9EA6-8420FA67AE46}" type="presOf" srcId="{C1EFBF15-9453-4F38-89FF-7E5B699DEC5C}" destId="{D6BE1416-A0DA-4852-A532-D274BD1415A7}" srcOrd="1" destOrd="0" presId="urn:microsoft.com/office/officeart/2005/8/layout/orgChart1"/>
    <dgm:cxn modelId="{B969BA5A-5347-417C-9C9A-01EC425A7A16}" type="presOf" srcId="{C1E91DE7-304B-4FC1-9FA9-C442537BC478}" destId="{AF13DC83-A403-4385-8102-3A46FDB0DF12}" srcOrd="0" destOrd="0" presId="urn:microsoft.com/office/officeart/2005/8/layout/orgChart1"/>
    <dgm:cxn modelId="{54D74A7C-9F6B-4478-B936-6C749E456880}" type="presOf" srcId="{966BC01E-2676-4170-8F0E-3E7E5DB7401E}" destId="{2790B4D8-31E2-446E-B237-22F962C9C8AF}" srcOrd="0" destOrd="0" presId="urn:microsoft.com/office/officeart/2005/8/layout/orgChart1"/>
    <dgm:cxn modelId="{3C154185-9C79-40A6-A0EE-66744F3BC0E2}" type="presOf" srcId="{E8294A2C-DE34-47E6-B1CA-18300F82571C}" destId="{49041C56-8DBB-4E15-9309-32C3414C130B}" srcOrd="0" destOrd="0" presId="urn:microsoft.com/office/officeart/2005/8/layout/orgChart1"/>
    <dgm:cxn modelId="{8C6D8589-CFBE-4E4E-A9E5-2CD0CEBBBF1B}" type="presOf" srcId="{5A5ADB5E-C2DF-4A7D-8B32-650DEEF275C2}" destId="{B5C96DC6-D12B-49A0-AAC7-146792A09E58}" srcOrd="1" destOrd="0" presId="urn:microsoft.com/office/officeart/2005/8/layout/orgChart1"/>
    <dgm:cxn modelId="{2C3A228E-95F7-47B5-AB0E-3CE72D347DBD}" type="presOf" srcId="{B2A4E25F-E687-46B7-8506-426C616C8095}" destId="{F2EA56CD-3858-4AD3-A0F3-A11564AA960D}" srcOrd="0" destOrd="0" presId="urn:microsoft.com/office/officeart/2005/8/layout/orgChart1"/>
    <dgm:cxn modelId="{4066318F-1446-4B5D-A39E-BE7B2E6A3577}" type="presOf" srcId="{E06884BE-3871-41D0-A505-84B81A2B73D5}" destId="{A7720989-7CF0-4D5C-A4B0-81BB2C86BDA5}" srcOrd="0" destOrd="0" presId="urn:microsoft.com/office/officeart/2005/8/layout/orgChart1"/>
    <dgm:cxn modelId="{5A6F9190-FB88-4F0F-AA5C-255D1B41330D}" type="presOf" srcId="{62C34B88-B129-4751-BC1B-4B984AB90777}" destId="{974123E9-2E4E-4167-97E5-818028031C9F}" srcOrd="0" destOrd="0" presId="urn:microsoft.com/office/officeart/2005/8/layout/orgChart1"/>
    <dgm:cxn modelId="{3F6BB39A-CFA9-4AD0-9270-38E11190DA29}" type="presOf" srcId="{611F8ED5-DDFB-4297-93CA-0FF7414CC48D}" destId="{17B02BDC-C823-4B63-8FC9-AB2FAC9F4B0A}" srcOrd="0" destOrd="0" presId="urn:microsoft.com/office/officeart/2005/8/layout/orgChart1"/>
    <dgm:cxn modelId="{C92B959B-A43E-4895-BED9-3912EB13725F}" srcId="{726A7DF1-BFF6-47A9-B5C8-002AA5E08943}" destId="{603FC987-FDC6-405D-88CF-72D4F31F1357}" srcOrd="1" destOrd="0" parTransId="{B0A73A57-F4A2-405C-ABE1-ECECD2390F2D}" sibTransId="{E2859310-1824-4A22-A35B-A30FAF8179E3}"/>
    <dgm:cxn modelId="{BF523A9C-6EA9-4CCE-9BF6-D959C3920D5F}" srcId="{224D9676-E5A0-4ABF-A081-6A7573917122}" destId="{E8294A2C-DE34-47E6-B1CA-18300F82571C}" srcOrd="4" destOrd="0" parTransId="{B06FCE3A-1E57-47B4-BA4B-D32814876455}" sibTransId="{F16070B5-387F-45B1-8847-795D253CDF26}"/>
    <dgm:cxn modelId="{2ECBF59D-22D6-4B2E-8E89-AA469B82B153}" srcId="{224D9676-E5A0-4ABF-A081-6A7573917122}" destId="{65C3058D-255D-4F53-A132-2C42BB7891AC}" srcOrd="0" destOrd="0" parTransId="{EC20AA17-8779-4293-9F7C-09082611503A}" sibTransId="{802D4F9D-9936-4297-B8B7-6BDE568C1801}"/>
    <dgm:cxn modelId="{A3183EA0-0BA2-4B0D-92ED-3B48553E50E4}" type="presOf" srcId="{FBA293CA-657F-4F31-B723-D5A53AC901D8}" destId="{34362483-D9C4-43B9-9514-75493C1F1BB2}" srcOrd="1" destOrd="0" presId="urn:microsoft.com/office/officeart/2005/8/layout/orgChart1"/>
    <dgm:cxn modelId="{5FC5F5A1-F6C2-4660-8ED6-794E6B4278FA}" type="presOf" srcId="{726A7DF1-BFF6-47A9-B5C8-002AA5E08943}" destId="{AB4FF165-B1BF-4F5E-849F-0ABEDE1C2B43}" srcOrd="0" destOrd="0" presId="urn:microsoft.com/office/officeart/2005/8/layout/orgChart1"/>
    <dgm:cxn modelId="{7B491BA3-DFF9-4C67-81FE-F4525D9AD7FF}" type="presOf" srcId="{87781E06-7460-4C7A-94D0-19CCC2EADE8F}" destId="{1E90E2C2-EE14-4578-B0C5-2FEFA014DA2B}" srcOrd="0" destOrd="0" presId="urn:microsoft.com/office/officeart/2005/8/layout/orgChart1"/>
    <dgm:cxn modelId="{226F20A4-A3FE-4882-B780-00C57102F04C}" type="presOf" srcId="{603FC987-FDC6-405D-88CF-72D4F31F1357}" destId="{3C058817-2421-41D4-988D-50AFF9C540AB}" srcOrd="1" destOrd="0" presId="urn:microsoft.com/office/officeart/2005/8/layout/orgChart1"/>
    <dgm:cxn modelId="{83E022A5-1C79-4F08-88D9-D5D0D2E48ADC}" type="presOf" srcId="{969F274A-9819-4FB8-82B6-BC26302655BB}" destId="{43A87F1F-BC4B-4BAB-9BA1-D10FA5C346F4}" srcOrd="1" destOrd="0" presId="urn:microsoft.com/office/officeart/2005/8/layout/orgChart1"/>
    <dgm:cxn modelId="{08B090A6-CF83-432C-893B-763D624F5295}" type="presOf" srcId="{E028158E-E19A-4A75-B914-793167A2A48A}" destId="{8DF9319A-D4DB-4023-9FEC-A47028A979A6}" srcOrd="0" destOrd="0" presId="urn:microsoft.com/office/officeart/2005/8/layout/orgChart1"/>
    <dgm:cxn modelId="{C3A6ABAC-74A3-4634-9B1B-3D2B5735FA4A}" type="presOf" srcId="{710C0FF4-41F9-4BDF-94B6-0DA9A59FA2E2}" destId="{9EF29F04-4D32-41BA-A818-084D3606C9F5}" srcOrd="0" destOrd="0" presId="urn:microsoft.com/office/officeart/2005/8/layout/orgChart1"/>
    <dgm:cxn modelId="{6F3650B0-CA11-4D8C-B713-FB174BA9B471}" type="presOf" srcId="{969F274A-9819-4FB8-82B6-BC26302655BB}" destId="{7E3F37BE-F433-4837-B790-6FE7196E4E07}" srcOrd="0" destOrd="0" presId="urn:microsoft.com/office/officeart/2005/8/layout/orgChart1"/>
    <dgm:cxn modelId="{DDC178B1-CC06-40ED-B24B-0F0BA70B963F}" type="presOf" srcId="{F3CFCBB4-0D32-447E-B439-C9738E3DCFE7}" destId="{E1DE8ECE-21B5-4B9D-84FC-774B33EC85B6}" srcOrd="0" destOrd="0" presId="urn:microsoft.com/office/officeart/2005/8/layout/orgChart1"/>
    <dgm:cxn modelId="{221125B5-590B-4F24-AE4D-136E5BC8E8B2}" type="presOf" srcId="{6C4D7AE6-DC2B-42EB-BECE-E0C8F4889A74}" destId="{074F6AD6-4D55-4857-B376-833C073DB614}" srcOrd="0" destOrd="0" presId="urn:microsoft.com/office/officeart/2005/8/layout/orgChart1"/>
    <dgm:cxn modelId="{FDFAA6B5-DB44-4BBE-ABF4-3BF5645E0B0F}" type="presOf" srcId="{7EDA8265-D4CD-42F4-97FB-5B24F6E833E8}" destId="{B94DD7CA-9A63-43CB-8652-711697C06262}" srcOrd="0" destOrd="0" presId="urn:microsoft.com/office/officeart/2005/8/layout/orgChart1"/>
    <dgm:cxn modelId="{B30280B6-0121-4E2B-A6BE-348443BDB06D}" type="presOf" srcId="{7A63BA7E-31E6-478B-94F0-1314BEF4209D}" destId="{8D715F61-3455-4222-9AF3-EB15A27C04E1}" srcOrd="0" destOrd="0" presId="urn:microsoft.com/office/officeart/2005/8/layout/orgChart1"/>
    <dgm:cxn modelId="{A42CC3B6-9A3B-4504-AA49-D0F992CF5663}" type="presOf" srcId="{65C3058D-255D-4F53-A132-2C42BB7891AC}" destId="{43AD924E-DE7B-4389-A0D3-FFF1E7DDB4FF}" srcOrd="0" destOrd="0" presId="urn:microsoft.com/office/officeart/2005/8/layout/orgChart1"/>
    <dgm:cxn modelId="{22A2A8B7-57FB-4611-8518-C5D5B092CC8C}" type="presOf" srcId="{C680B347-63B2-4E97-BF7A-44B24ADC91DD}" destId="{4CDA3D8C-F27E-4720-A8F1-43F569D6C7E1}" srcOrd="0" destOrd="0" presId="urn:microsoft.com/office/officeart/2005/8/layout/orgChart1"/>
    <dgm:cxn modelId="{1C1B92B8-37E2-4629-80B2-7894B6BCDD1F}" type="presOf" srcId="{C1E91DE7-304B-4FC1-9FA9-C442537BC478}" destId="{B2A24581-E087-4147-94D5-58BBD662E313}" srcOrd="1" destOrd="0" presId="urn:microsoft.com/office/officeart/2005/8/layout/orgChart1"/>
    <dgm:cxn modelId="{84B691C0-D62C-403D-9E3C-73743F8D85A4}" srcId="{FB6BF350-4C74-4C05-A63C-86792B080686}" destId="{F3CFCBB4-0D32-447E-B439-C9738E3DCFE7}" srcOrd="5" destOrd="0" parTransId="{5020F485-5C4E-4381-8685-84EBC35D13BB}" sibTransId="{CA825F53-4335-4265-9EB9-F6E93BEBC225}"/>
    <dgm:cxn modelId="{D7F11AC8-76BF-4FA9-9309-27497AFAF7D3}" type="presOf" srcId="{726A7DF1-BFF6-47A9-B5C8-002AA5E08943}" destId="{9F38C2D3-17DA-4D19-9A15-53F257AC0DB6}" srcOrd="1" destOrd="0" presId="urn:microsoft.com/office/officeart/2005/8/layout/orgChart1"/>
    <dgm:cxn modelId="{F6FBCFCA-31EF-4534-92A9-60EFADD35179}" type="presOf" srcId="{FB6BF350-4C74-4C05-A63C-86792B080686}" destId="{59FEA983-E4A0-4107-B054-7624D06CFF44}" srcOrd="0" destOrd="0" presId="urn:microsoft.com/office/officeart/2005/8/layout/orgChart1"/>
    <dgm:cxn modelId="{335190CC-0D46-4B1A-B31C-AB891AEAF64E}" type="presOf" srcId="{1516C600-B885-4CB9-A9F8-40FFF42BA2EE}" destId="{DA2C0468-8152-4897-B896-41A2807B3393}" srcOrd="0" destOrd="0" presId="urn:microsoft.com/office/officeart/2005/8/layout/orgChart1"/>
    <dgm:cxn modelId="{BDCEC8CF-F287-4F1B-B810-4829DA5EA210}" type="presOf" srcId="{D70B88A3-0912-4910-9A70-A0CB2BFB0441}" destId="{0FBA70EA-B0FC-4A36-B558-9FFEFFA8665E}" srcOrd="1" destOrd="0" presId="urn:microsoft.com/office/officeart/2005/8/layout/orgChart1"/>
    <dgm:cxn modelId="{C5A550D1-DE67-4D9A-99AF-4AF0B1040424}" type="presOf" srcId="{D70B88A3-0912-4910-9A70-A0CB2BFB0441}" destId="{BB35CD59-08C7-4788-9AF3-D758B5F67BEF}" srcOrd="0" destOrd="0" presId="urn:microsoft.com/office/officeart/2005/8/layout/orgChart1"/>
    <dgm:cxn modelId="{D55A53D2-20B5-4CB7-A1FA-DF0224319FF3}" srcId="{7EDA8265-D4CD-42F4-97FB-5B24F6E833E8}" destId="{C1E91DE7-304B-4FC1-9FA9-C442537BC478}" srcOrd="1" destOrd="0" parTransId="{E85E7E47-D659-4B9A-B0D0-AB887DCFF9A0}" sibTransId="{165F84E6-6B9C-4525-B840-56EB673D0D05}"/>
    <dgm:cxn modelId="{18FE80D4-3C02-45DD-AD4D-55E585403DE4}" type="presOf" srcId="{8F53AB5F-5847-4F53-A3E5-6C61F1E644D6}" destId="{4F588ECD-0DBB-447C-8A1F-EA1FD472B665}" srcOrd="1" destOrd="0" presId="urn:microsoft.com/office/officeart/2005/8/layout/orgChart1"/>
    <dgm:cxn modelId="{B6FA6AD5-4704-411A-BB20-1D7EA13EEF2A}" type="presOf" srcId="{C29C40AE-66A7-4D8D-9393-CEADAA8D6BFB}" destId="{37C9E87E-8121-48CD-81EF-3F258CE7A495}" srcOrd="0" destOrd="0" presId="urn:microsoft.com/office/officeart/2005/8/layout/orgChart1"/>
    <dgm:cxn modelId="{660889D9-51A8-4083-BCE9-EAA195FB3D06}" srcId="{7EDA8265-D4CD-42F4-97FB-5B24F6E833E8}" destId="{726A7DF1-BFF6-47A9-B5C8-002AA5E08943}" srcOrd="3" destOrd="0" parTransId="{710C0FF4-41F9-4BDF-94B6-0DA9A59FA2E2}" sibTransId="{5F7F1CAB-F8C5-4D3B-B5F2-529071796B78}"/>
    <dgm:cxn modelId="{3524BFD9-7BA9-41AB-A864-D60DBA31FD90}" type="presOf" srcId="{EC20AA17-8779-4293-9F7C-09082611503A}" destId="{8D92ABEA-1D69-4EBC-B29F-E63909124A33}" srcOrd="0" destOrd="0" presId="urn:microsoft.com/office/officeart/2005/8/layout/orgChart1"/>
    <dgm:cxn modelId="{1A0333DA-76DD-4C2A-947E-078F2705599F}" type="presOf" srcId="{CA8153F5-78C8-4B38-BAFC-A0E20B072E17}" destId="{E46BD705-D69D-4217-9E1E-071695C4D455}" srcOrd="0" destOrd="0" presId="urn:microsoft.com/office/officeart/2005/8/layout/orgChart1"/>
    <dgm:cxn modelId="{F9201DDB-BB31-4F4F-BD53-B65D4E5F31FC}" type="presOf" srcId="{7C604DB3-5C3C-4316-88B6-FD9666B1CCA7}" destId="{C9B3C2DC-064D-4653-915F-058BD63DC747}" srcOrd="0" destOrd="0" presId="urn:microsoft.com/office/officeart/2005/8/layout/orgChart1"/>
    <dgm:cxn modelId="{2759DBDB-E4C8-456D-B642-8050C01CCFD0}" type="presOf" srcId="{224D9676-E5A0-4ABF-A081-6A7573917122}" destId="{D0F9AF5C-B53E-4A4B-B5C7-86AC63327CE3}" srcOrd="1" destOrd="0" presId="urn:microsoft.com/office/officeart/2005/8/layout/orgChart1"/>
    <dgm:cxn modelId="{AA0A94DF-9BC8-431A-8F4D-66C709256B45}" type="presOf" srcId="{7A30082F-E7C1-48D5-87F7-2028C09CD613}" destId="{F9567951-03E0-4DEB-8FFF-81DD08EC8438}" srcOrd="1" destOrd="0" presId="urn:microsoft.com/office/officeart/2005/8/layout/orgChart1"/>
    <dgm:cxn modelId="{8090DFE0-90EA-4BBC-B4E7-054A5669A4B5}" type="presOf" srcId="{7701AA27-1B67-4F17-8AAA-36DDA8B79A60}" destId="{D1D227D6-DE47-41F2-9E99-FB0E8B768363}" srcOrd="0" destOrd="0" presId="urn:microsoft.com/office/officeart/2005/8/layout/orgChart1"/>
    <dgm:cxn modelId="{273785E2-DF6A-4851-AA85-916CDC81B7CA}" type="presOf" srcId="{DE93D4C6-6938-404A-A589-FC6EBE9285F0}" destId="{B825027F-3F66-4C84-B4EB-E9FF44E4BC6C}" srcOrd="0" destOrd="0" presId="urn:microsoft.com/office/officeart/2005/8/layout/orgChart1"/>
    <dgm:cxn modelId="{C85CFCE4-BBFA-4906-BAE2-81E260D666E2}" type="presOf" srcId="{CEB4F2F8-34F8-4A0E-A8D3-2B63DF796708}" destId="{63FAB553-985C-4269-A900-9C97C3134F90}" srcOrd="0" destOrd="0" presId="urn:microsoft.com/office/officeart/2005/8/layout/orgChart1"/>
    <dgm:cxn modelId="{E8E269E7-574F-40C0-806C-EC00ED3153FC}" type="presOf" srcId="{5A5ADB5E-C2DF-4A7D-8B32-650DEEF275C2}" destId="{47A1DB81-A5E4-471D-A439-ADF0A6F68092}" srcOrd="0" destOrd="0" presId="urn:microsoft.com/office/officeart/2005/8/layout/orgChart1"/>
    <dgm:cxn modelId="{9DD058EB-5D94-4AAC-AB11-B317E00ACC91}" type="presOf" srcId="{FB6BF350-4C74-4C05-A63C-86792B080686}" destId="{96B3F7C4-BBC5-4C38-B3A4-5210FA4F9C1B}" srcOrd="1" destOrd="0" presId="urn:microsoft.com/office/officeart/2005/8/layout/orgChart1"/>
    <dgm:cxn modelId="{1901F0EB-9C64-465B-A94F-FD2C8BFA9022}" type="presOf" srcId="{7C604DB3-5C3C-4316-88B6-FD9666B1CCA7}" destId="{114BF9CD-4BAC-45DF-8B37-AC7E0AEDCDF9}" srcOrd="1" destOrd="0" presId="urn:microsoft.com/office/officeart/2005/8/layout/orgChart1"/>
    <dgm:cxn modelId="{2E9791EC-AFC3-4F2E-BE8C-2F3499D093AB}" srcId="{224D9676-E5A0-4ABF-A081-6A7573917122}" destId="{969F274A-9819-4FB8-82B6-BC26302655BB}" srcOrd="2" destOrd="0" parTransId="{8F1C07DB-EC3F-4589-84FE-0B4910C55554}" sibTransId="{ED29A492-6582-4AAD-93F3-CD688209B45D}"/>
    <dgm:cxn modelId="{51ECE3EC-9B21-496B-9352-D81F6D0B3254}" type="presOf" srcId="{65C3058D-255D-4F53-A132-2C42BB7891AC}" destId="{837C505A-1A83-4CC6-AFBF-14F88057D4BD}" srcOrd="1" destOrd="0" presId="urn:microsoft.com/office/officeart/2005/8/layout/orgChart1"/>
    <dgm:cxn modelId="{374739EE-1185-4AB6-B06C-0BC985D9B5F7}" type="presOf" srcId="{CAB4386B-00C8-4BCE-800D-7F2B08BD2D27}" destId="{C8CF294C-4C8A-4E80-B73C-573D0CBF497C}" srcOrd="1" destOrd="0" presId="urn:microsoft.com/office/officeart/2005/8/layout/orgChart1"/>
    <dgm:cxn modelId="{619AACEE-A70E-4633-8857-DBAFC64469E9}" type="presOf" srcId="{CEB4F2F8-34F8-4A0E-A8D3-2B63DF796708}" destId="{93A83E40-E1A9-49D2-8E67-0A75AAA08E3D}" srcOrd="1" destOrd="0" presId="urn:microsoft.com/office/officeart/2005/8/layout/orgChart1"/>
    <dgm:cxn modelId="{3DC34DF0-CB03-4C6E-9F04-5F9A2CFB4DE1}" type="presOf" srcId="{927B6660-C6F6-4160-A4E6-05F125BD2D1B}" destId="{D73FA950-7231-414F-9F5F-A6915882B526}" srcOrd="0" destOrd="0" presId="urn:microsoft.com/office/officeart/2005/8/layout/orgChart1"/>
    <dgm:cxn modelId="{EA9EADF1-3FA3-4318-B539-17C640B55E8D}" srcId="{CAB4386B-00C8-4BCE-800D-7F2B08BD2D27}" destId="{927B6660-C6F6-4160-A4E6-05F125BD2D1B}" srcOrd="3" destOrd="0" parTransId="{0C4EECA8-FE16-486F-96CE-25064AF68CA6}" sibTransId="{45698DAA-DA91-4DDB-A9EB-4AEB7B8AB7FB}"/>
    <dgm:cxn modelId="{987247F4-543E-4AAF-8D54-B752228BD2A6}" srcId="{FB6BF350-4C74-4C05-A63C-86792B080686}" destId="{6C4D7AE6-DC2B-42EB-BECE-E0C8F4889A74}" srcOrd="2" destOrd="0" parTransId="{E028158E-E19A-4A75-B914-793167A2A48A}" sibTransId="{60D4B7BF-12D3-4B62-9C36-173C5835AE58}"/>
    <dgm:cxn modelId="{4E6ACBF4-A9B9-448F-8624-2379C022770E}" type="presOf" srcId="{A2BA7419-A396-4495-96FA-D86F1ADDF89D}" destId="{ED8C881F-631E-4430-B0D0-31A2845CDFD8}" srcOrd="1" destOrd="0" presId="urn:microsoft.com/office/officeart/2005/8/layout/orgChart1"/>
    <dgm:cxn modelId="{C869F6F6-86FF-4D66-831A-7F7F3D56B815}" type="presOf" srcId="{CAB4386B-00C8-4BCE-800D-7F2B08BD2D27}" destId="{9E910CF3-89C1-421B-8814-DE8CF17F1952}" srcOrd="0" destOrd="0" presId="urn:microsoft.com/office/officeart/2005/8/layout/orgChart1"/>
    <dgm:cxn modelId="{ED4808F7-9354-4CA7-86BD-BBD9CF9597C3}" type="presOf" srcId="{7EDA8265-D4CD-42F4-97FB-5B24F6E833E8}" destId="{C18C648A-9472-4248-939C-69189EC461FE}" srcOrd="1" destOrd="0" presId="urn:microsoft.com/office/officeart/2005/8/layout/orgChart1"/>
    <dgm:cxn modelId="{71BFE7F7-156E-45E1-ABBE-E9AF69D6DC70}" srcId="{FB6BF350-4C74-4C05-A63C-86792B080686}" destId="{CA8153F5-78C8-4B38-BAFC-A0E20B072E17}" srcOrd="3" destOrd="0" parTransId="{C29C40AE-66A7-4D8D-9393-CEADAA8D6BFB}" sibTransId="{4356AC01-48E4-41A2-A182-DA5745BC36BD}"/>
    <dgm:cxn modelId="{15FC14FB-14B2-4270-8BD4-28E34D1A1594}" type="presOf" srcId="{DFAC5929-2FC7-43B0-81C5-42FDAADF2927}" destId="{D6AB7196-647C-4C1C-9E57-AB5435EC79C2}" srcOrd="0" destOrd="0" presId="urn:microsoft.com/office/officeart/2005/8/layout/orgChart1"/>
    <dgm:cxn modelId="{BCA3F8FD-0032-4131-8D42-57197CD8B5D6}" type="presOf" srcId="{0C4EECA8-FE16-486F-96CE-25064AF68CA6}" destId="{5AA9FCB5-A24E-45EE-A208-6539B4E8E4E3}" srcOrd="0" destOrd="0" presId="urn:microsoft.com/office/officeart/2005/8/layout/orgChart1"/>
    <dgm:cxn modelId="{DBC885FE-07E9-4CFB-BF8C-9AE348E20412}" type="presOf" srcId="{FD1FA2DD-EAA8-4896-9AE3-CDA7FB21232F}" destId="{4488BFBD-BC09-4A3C-A4DC-5A51242A6D91}" srcOrd="0" destOrd="0" presId="urn:microsoft.com/office/officeart/2005/8/layout/orgChart1"/>
    <dgm:cxn modelId="{33DEC7FE-3A7A-4E1C-B04C-A1D357F86CDB}" srcId="{726A7DF1-BFF6-47A9-B5C8-002AA5E08943}" destId="{E06884BE-3871-41D0-A505-84B81A2B73D5}" srcOrd="2" destOrd="0" parTransId="{8449755C-1F7E-449A-8D92-F2D3AB52496E}" sibTransId="{D9F515C6-E226-4E12-A2A0-67B584B0494D}"/>
    <dgm:cxn modelId="{50E6D7D3-8D43-4FBE-863D-597C10C50C04}" type="presParOf" srcId="{4CDA3D8C-F27E-4720-A8F1-43F569D6C7E1}" destId="{66CCCC8E-CE96-4EB3-B52B-E340CD35BB97}" srcOrd="0" destOrd="0" presId="urn:microsoft.com/office/officeart/2005/8/layout/orgChart1"/>
    <dgm:cxn modelId="{82BB1E12-06A0-4207-8B66-7F8462098D98}" type="presParOf" srcId="{66CCCC8E-CE96-4EB3-B52B-E340CD35BB97}" destId="{FB20DD01-778C-4373-9F7E-1B794F2335A9}" srcOrd="0" destOrd="0" presId="urn:microsoft.com/office/officeart/2005/8/layout/orgChart1"/>
    <dgm:cxn modelId="{4D362347-7DF0-4624-8B70-3E6F163B078F}" type="presParOf" srcId="{FB20DD01-778C-4373-9F7E-1B794F2335A9}" destId="{B94DD7CA-9A63-43CB-8652-711697C06262}" srcOrd="0" destOrd="0" presId="urn:microsoft.com/office/officeart/2005/8/layout/orgChart1"/>
    <dgm:cxn modelId="{5D6990C6-8F50-4159-9E0E-01CFF2BD5562}" type="presParOf" srcId="{FB20DD01-778C-4373-9F7E-1B794F2335A9}" destId="{C18C648A-9472-4248-939C-69189EC461FE}" srcOrd="1" destOrd="0" presId="urn:microsoft.com/office/officeart/2005/8/layout/orgChart1"/>
    <dgm:cxn modelId="{44E78D65-65A7-48FF-BCB2-A15A2647EEC6}" type="presParOf" srcId="{66CCCC8E-CE96-4EB3-B52B-E340CD35BB97}" destId="{DB7B4A50-3E56-450B-B670-9AE20659D755}" srcOrd="1" destOrd="0" presId="urn:microsoft.com/office/officeart/2005/8/layout/orgChart1"/>
    <dgm:cxn modelId="{DE212D69-CF69-428F-A426-7F548D166F55}" type="presParOf" srcId="{DB7B4A50-3E56-450B-B670-9AE20659D755}" destId="{974123E9-2E4E-4167-97E5-818028031C9F}" srcOrd="0" destOrd="0" presId="urn:microsoft.com/office/officeart/2005/8/layout/orgChart1"/>
    <dgm:cxn modelId="{141C9836-BC07-4C21-BE76-1C949EA88845}" type="presParOf" srcId="{DB7B4A50-3E56-450B-B670-9AE20659D755}" destId="{4FA99CB5-A026-407D-8C6B-24FBF090E9DB}" srcOrd="1" destOrd="0" presId="urn:microsoft.com/office/officeart/2005/8/layout/orgChart1"/>
    <dgm:cxn modelId="{EE48A04B-7023-45EA-95E8-6372CA5DADF6}" type="presParOf" srcId="{4FA99CB5-A026-407D-8C6B-24FBF090E9DB}" destId="{11FD0A9E-961E-4B3C-BAFC-7E9EBE8F9BD6}" srcOrd="0" destOrd="0" presId="urn:microsoft.com/office/officeart/2005/8/layout/orgChart1"/>
    <dgm:cxn modelId="{651E1E4C-5042-4132-9D43-FE93DD9915EB}" type="presParOf" srcId="{11FD0A9E-961E-4B3C-BAFC-7E9EBE8F9BD6}" destId="{59FEA983-E4A0-4107-B054-7624D06CFF44}" srcOrd="0" destOrd="0" presId="urn:microsoft.com/office/officeart/2005/8/layout/orgChart1"/>
    <dgm:cxn modelId="{3049D5DE-9A3A-4BEE-921B-ADC779CD910F}" type="presParOf" srcId="{11FD0A9E-961E-4B3C-BAFC-7E9EBE8F9BD6}" destId="{96B3F7C4-BBC5-4C38-B3A4-5210FA4F9C1B}" srcOrd="1" destOrd="0" presId="urn:microsoft.com/office/officeart/2005/8/layout/orgChart1"/>
    <dgm:cxn modelId="{3378A28B-92CB-40E7-9EE5-27CB99D63A17}" type="presParOf" srcId="{4FA99CB5-A026-407D-8C6B-24FBF090E9DB}" destId="{C91574BF-5B1B-43E1-BC34-38FA20F8A9AF}" srcOrd="1" destOrd="0" presId="urn:microsoft.com/office/officeart/2005/8/layout/orgChart1"/>
    <dgm:cxn modelId="{B8073B23-ED1E-41C6-94D2-43CF269351FC}" type="presParOf" srcId="{C91574BF-5B1B-43E1-BC34-38FA20F8A9AF}" destId="{F2EA56CD-3858-4AD3-A0F3-A11564AA960D}" srcOrd="0" destOrd="0" presId="urn:microsoft.com/office/officeart/2005/8/layout/orgChart1"/>
    <dgm:cxn modelId="{5C3A7FC2-B8F2-4A53-AE48-A3A635DF1980}" type="presParOf" srcId="{C91574BF-5B1B-43E1-BC34-38FA20F8A9AF}" destId="{3C9DC444-CD8D-4FAF-98B9-B4AE0B3EED53}" srcOrd="1" destOrd="0" presId="urn:microsoft.com/office/officeart/2005/8/layout/orgChart1"/>
    <dgm:cxn modelId="{A2E64554-1CF0-46B0-8A65-0BF463CDD474}" type="presParOf" srcId="{3C9DC444-CD8D-4FAF-98B9-B4AE0B3EED53}" destId="{A08222EC-0D98-42C9-AE3D-0B762E08DAC2}" srcOrd="0" destOrd="0" presId="urn:microsoft.com/office/officeart/2005/8/layout/orgChart1"/>
    <dgm:cxn modelId="{1942D3C5-F9A7-471C-980D-38096D6E6381}" type="presParOf" srcId="{A08222EC-0D98-42C9-AE3D-0B762E08DAC2}" destId="{17B02BDC-C823-4B63-8FC9-AB2FAC9F4B0A}" srcOrd="0" destOrd="0" presId="urn:microsoft.com/office/officeart/2005/8/layout/orgChart1"/>
    <dgm:cxn modelId="{46068246-5971-42BA-8F76-24D88ABA3BA0}" type="presParOf" srcId="{A08222EC-0D98-42C9-AE3D-0B762E08DAC2}" destId="{BB803F3E-3E96-474C-878B-E8E15DF35CE1}" srcOrd="1" destOrd="0" presId="urn:microsoft.com/office/officeart/2005/8/layout/orgChart1"/>
    <dgm:cxn modelId="{C30282C9-07A2-49D3-B29D-97AF9B3DCE2C}" type="presParOf" srcId="{3C9DC444-CD8D-4FAF-98B9-B4AE0B3EED53}" destId="{E85A826A-440F-4C08-B2EA-FF1AF5AF3B8B}" srcOrd="1" destOrd="0" presId="urn:microsoft.com/office/officeart/2005/8/layout/orgChart1"/>
    <dgm:cxn modelId="{45BA5686-B820-4831-A785-FCDDE05706AB}" type="presParOf" srcId="{3C9DC444-CD8D-4FAF-98B9-B4AE0B3EED53}" destId="{4326EF73-100B-42FF-8E99-2A774808B83E}" srcOrd="2" destOrd="0" presId="urn:microsoft.com/office/officeart/2005/8/layout/orgChart1"/>
    <dgm:cxn modelId="{2254DF54-30F3-495D-90A6-2698E4A317E8}" type="presParOf" srcId="{C91574BF-5B1B-43E1-BC34-38FA20F8A9AF}" destId="{9FC24F7A-BE9E-4BD0-8217-FE32E1E285FA}" srcOrd="2" destOrd="0" presId="urn:microsoft.com/office/officeart/2005/8/layout/orgChart1"/>
    <dgm:cxn modelId="{4EF7CECB-C59A-4A4A-95D2-C3905EA56CB4}" type="presParOf" srcId="{C91574BF-5B1B-43E1-BC34-38FA20F8A9AF}" destId="{3D886FB9-8C4B-4B63-B33F-DB1DEA1FC137}" srcOrd="3" destOrd="0" presId="urn:microsoft.com/office/officeart/2005/8/layout/orgChart1"/>
    <dgm:cxn modelId="{D4044BC6-2577-4525-B6BF-6D2ED19989BB}" type="presParOf" srcId="{3D886FB9-8C4B-4B63-B33F-DB1DEA1FC137}" destId="{0DA8FDF0-19C1-4C6A-A86B-2652DCD2A4B4}" srcOrd="0" destOrd="0" presId="urn:microsoft.com/office/officeart/2005/8/layout/orgChart1"/>
    <dgm:cxn modelId="{8329F352-CC7D-4CE0-BA25-E08CBD60DF37}" type="presParOf" srcId="{0DA8FDF0-19C1-4C6A-A86B-2652DCD2A4B4}" destId="{EA20B189-A75B-4574-8762-6930D7CFB0C3}" srcOrd="0" destOrd="0" presId="urn:microsoft.com/office/officeart/2005/8/layout/orgChart1"/>
    <dgm:cxn modelId="{115D3DE0-48F4-47F1-9DC8-1C832FB8764E}" type="presParOf" srcId="{0DA8FDF0-19C1-4C6A-A86B-2652DCD2A4B4}" destId="{D6BE1416-A0DA-4852-A532-D274BD1415A7}" srcOrd="1" destOrd="0" presId="urn:microsoft.com/office/officeart/2005/8/layout/orgChart1"/>
    <dgm:cxn modelId="{2EFFCB85-791E-4401-BBDB-9D01BB519DD4}" type="presParOf" srcId="{3D886FB9-8C4B-4B63-B33F-DB1DEA1FC137}" destId="{93488B75-983F-4C5A-9A9D-30B7FFBFA14E}" srcOrd="1" destOrd="0" presId="urn:microsoft.com/office/officeart/2005/8/layout/orgChart1"/>
    <dgm:cxn modelId="{A9FA3610-E80E-4E0A-96AF-914D8F7D933F}" type="presParOf" srcId="{3D886FB9-8C4B-4B63-B33F-DB1DEA1FC137}" destId="{053A9318-1342-4F9F-A73A-8E53F62AAFE6}" srcOrd="2" destOrd="0" presId="urn:microsoft.com/office/officeart/2005/8/layout/orgChart1"/>
    <dgm:cxn modelId="{D88BD413-5977-4FA4-A359-81387273457B}" type="presParOf" srcId="{C91574BF-5B1B-43E1-BC34-38FA20F8A9AF}" destId="{8DF9319A-D4DB-4023-9FEC-A47028A979A6}" srcOrd="4" destOrd="0" presId="urn:microsoft.com/office/officeart/2005/8/layout/orgChart1"/>
    <dgm:cxn modelId="{CDE8763F-263D-4926-8CE1-98B598CF32F4}" type="presParOf" srcId="{C91574BF-5B1B-43E1-BC34-38FA20F8A9AF}" destId="{AB16F588-0899-4755-8796-14AEC858EC95}" srcOrd="5" destOrd="0" presId="urn:microsoft.com/office/officeart/2005/8/layout/orgChart1"/>
    <dgm:cxn modelId="{E3ADB56E-FF77-4454-8690-86CEFBD1D414}" type="presParOf" srcId="{AB16F588-0899-4755-8796-14AEC858EC95}" destId="{8449D068-B121-4797-AAE9-02EFA4B9FEB4}" srcOrd="0" destOrd="0" presId="urn:microsoft.com/office/officeart/2005/8/layout/orgChart1"/>
    <dgm:cxn modelId="{619C1B6C-4B47-464F-8E9E-67E511251A6B}" type="presParOf" srcId="{8449D068-B121-4797-AAE9-02EFA4B9FEB4}" destId="{074F6AD6-4D55-4857-B376-833C073DB614}" srcOrd="0" destOrd="0" presId="urn:microsoft.com/office/officeart/2005/8/layout/orgChart1"/>
    <dgm:cxn modelId="{FE21C6FD-1A76-40B4-A622-165A39A45ED8}" type="presParOf" srcId="{8449D068-B121-4797-AAE9-02EFA4B9FEB4}" destId="{96101B41-241A-4102-B836-C1FACED969FD}" srcOrd="1" destOrd="0" presId="urn:microsoft.com/office/officeart/2005/8/layout/orgChart1"/>
    <dgm:cxn modelId="{89A03574-CB3D-456F-A089-161388F6B24B}" type="presParOf" srcId="{AB16F588-0899-4755-8796-14AEC858EC95}" destId="{2595E4EE-79CB-4F07-9F13-06929AC368F7}" srcOrd="1" destOrd="0" presId="urn:microsoft.com/office/officeart/2005/8/layout/orgChart1"/>
    <dgm:cxn modelId="{231309E3-082A-452F-9B22-9EA3FA672671}" type="presParOf" srcId="{AB16F588-0899-4755-8796-14AEC858EC95}" destId="{A9C822FE-FCC4-472E-876A-DE5D5855C4E9}" srcOrd="2" destOrd="0" presId="urn:microsoft.com/office/officeart/2005/8/layout/orgChart1"/>
    <dgm:cxn modelId="{73B4CB4C-7171-4E98-B672-A68B2010FB32}" type="presParOf" srcId="{C91574BF-5B1B-43E1-BC34-38FA20F8A9AF}" destId="{37C9E87E-8121-48CD-81EF-3F258CE7A495}" srcOrd="6" destOrd="0" presId="urn:microsoft.com/office/officeart/2005/8/layout/orgChart1"/>
    <dgm:cxn modelId="{551FEE19-FAED-4C03-A994-8A33792CF8A0}" type="presParOf" srcId="{C91574BF-5B1B-43E1-BC34-38FA20F8A9AF}" destId="{7C4D6554-16AA-409C-A47D-09CEA03BD5A1}" srcOrd="7" destOrd="0" presId="urn:microsoft.com/office/officeart/2005/8/layout/orgChart1"/>
    <dgm:cxn modelId="{6FF8265F-7D0A-421E-80DF-6192E0EF93C7}" type="presParOf" srcId="{7C4D6554-16AA-409C-A47D-09CEA03BD5A1}" destId="{D4A43F1F-F92F-4D95-87A8-1A9B1053433E}" srcOrd="0" destOrd="0" presId="urn:microsoft.com/office/officeart/2005/8/layout/orgChart1"/>
    <dgm:cxn modelId="{32D01572-92D2-462C-9D5A-AEAF9A0CECFF}" type="presParOf" srcId="{D4A43F1F-F92F-4D95-87A8-1A9B1053433E}" destId="{E46BD705-D69D-4217-9E1E-071695C4D455}" srcOrd="0" destOrd="0" presId="urn:microsoft.com/office/officeart/2005/8/layout/orgChart1"/>
    <dgm:cxn modelId="{259FF16A-3813-47D8-B52D-95452F887DAD}" type="presParOf" srcId="{D4A43F1F-F92F-4D95-87A8-1A9B1053433E}" destId="{8FF68B2F-7BD8-44DC-A25D-1E39E8391AF3}" srcOrd="1" destOrd="0" presId="urn:microsoft.com/office/officeart/2005/8/layout/orgChart1"/>
    <dgm:cxn modelId="{42FA2B56-0841-47F6-9D57-E385244063D7}" type="presParOf" srcId="{7C4D6554-16AA-409C-A47D-09CEA03BD5A1}" destId="{7CFAE33A-EE5C-46B3-A35E-8655A4CFF9D6}" srcOrd="1" destOrd="0" presId="urn:microsoft.com/office/officeart/2005/8/layout/orgChart1"/>
    <dgm:cxn modelId="{9DCD8C9D-2016-4901-AD44-68E921360D76}" type="presParOf" srcId="{7C4D6554-16AA-409C-A47D-09CEA03BD5A1}" destId="{A483F55E-5A2A-4716-95A0-C95589FBB30E}" srcOrd="2" destOrd="0" presId="urn:microsoft.com/office/officeart/2005/8/layout/orgChart1"/>
    <dgm:cxn modelId="{77D13C6B-8746-40B3-9F7C-7C112A4304FD}" type="presParOf" srcId="{C91574BF-5B1B-43E1-BC34-38FA20F8A9AF}" destId="{4488BFBD-BC09-4A3C-A4DC-5A51242A6D91}" srcOrd="8" destOrd="0" presId="urn:microsoft.com/office/officeart/2005/8/layout/orgChart1"/>
    <dgm:cxn modelId="{898C369E-8600-4E38-BF9F-5A45C6CD4DFE}" type="presParOf" srcId="{C91574BF-5B1B-43E1-BC34-38FA20F8A9AF}" destId="{6839E1A1-2B51-4B02-BE9A-B28CBBCA0F6C}" srcOrd="9" destOrd="0" presId="urn:microsoft.com/office/officeart/2005/8/layout/orgChart1"/>
    <dgm:cxn modelId="{CCEE2308-8230-4225-A4F8-3F17FA6CB80A}" type="presParOf" srcId="{6839E1A1-2B51-4B02-BE9A-B28CBBCA0F6C}" destId="{AC78ECF4-9927-4E35-A2E4-EBD2BEC5F677}" srcOrd="0" destOrd="0" presId="urn:microsoft.com/office/officeart/2005/8/layout/orgChart1"/>
    <dgm:cxn modelId="{CDEEA93A-EFD8-46EB-A5D9-12575BAEF636}" type="presParOf" srcId="{AC78ECF4-9927-4E35-A2E4-EBD2BEC5F677}" destId="{63FAB553-985C-4269-A900-9C97C3134F90}" srcOrd="0" destOrd="0" presId="urn:microsoft.com/office/officeart/2005/8/layout/orgChart1"/>
    <dgm:cxn modelId="{715416BD-6249-4A39-A525-ABA2A4A6DF8F}" type="presParOf" srcId="{AC78ECF4-9927-4E35-A2E4-EBD2BEC5F677}" destId="{93A83E40-E1A9-49D2-8E67-0A75AAA08E3D}" srcOrd="1" destOrd="0" presId="urn:microsoft.com/office/officeart/2005/8/layout/orgChart1"/>
    <dgm:cxn modelId="{12AE54CE-6C2F-411F-A852-90C513936FD7}" type="presParOf" srcId="{6839E1A1-2B51-4B02-BE9A-B28CBBCA0F6C}" destId="{50A391DC-090C-4CA0-9EB1-8735C51E417D}" srcOrd="1" destOrd="0" presId="urn:microsoft.com/office/officeart/2005/8/layout/orgChart1"/>
    <dgm:cxn modelId="{6AD9970F-A041-42E5-ACBC-CD70E244EE65}" type="presParOf" srcId="{6839E1A1-2B51-4B02-BE9A-B28CBBCA0F6C}" destId="{A8E80DDA-5560-4A2B-903D-B2CD5A3449B4}" srcOrd="2" destOrd="0" presId="urn:microsoft.com/office/officeart/2005/8/layout/orgChart1"/>
    <dgm:cxn modelId="{A9C81CE8-C317-44F1-A5FF-62EADFCB6D94}" type="presParOf" srcId="{C91574BF-5B1B-43E1-BC34-38FA20F8A9AF}" destId="{7D6E015F-36A0-43BF-9992-025BBCE67532}" srcOrd="10" destOrd="0" presId="urn:microsoft.com/office/officeart/2005/8/layout/orgChart1"/>
    <dgm:cxn modelId="{44FA3EF7-F659-45CA-B2FE-685A5FFB79F2}" type="presParOf" srcId="{C91574BF-5B1B-43E1-BC34-38FA20F8A9AF}" destId="{5F641478-2624-4DD2-8407-BF77772FA22B}" srcOrd="11" destOrd="0" presId="urn:microsoft.com/office/officeart/2005/8/layout/orgChart1"/>
    <dgm:cxn modelId="{E6B238AF-7C40-4E5F-A180-5A4A932D7F98}" type="presParOf" srcId="{5F641478-2624-4DD2-8407-BF77772FA22B}" destId="{9A1C1963-D09C-4FDC-B9C0-9E69659A3425}" srcOrd="0" destOrd="0" presId="urn:microsoft.com/office/officeart/2005/8/layout/orgChart1"/>
    <dgm:cxn modelId="{2F2D94AE-D3BE-4D13-95D9-D0E0E7A376C6}" type="presParOf" srcId="{9A1C1963-D09C-4FDC-B9C0-9E69659A3425}" destId="{E1DE8ECE-21B5-4B9D-84FC-774B33EC85B6}" srcOrd="0" destOrd="0" presId="urn:microsoft.com/office/officeart/2005/8/layout/orgChart1"/>
    <dgm:cxn modelId="{70FFAF94-2D87-4108-91AC-C0E81B2F2A66}" type="presParOf" srcId="{9A1C1963-D09C-4FDC-B9C0-9E69659A3425}" destId="{5FC76162-2560-451A-B750-47348C935A87}" srcOrd="1" destOrd="0" presId="urn:microsoft.com/office/officeart/2005/8/layout/orgChart1"/>
    <dgm:cxn modelId="{EAC4CF9B-6E6E-4BEE-9705-9BC2ED86D328}" type="presParOf" srcId="{5F641478-2624-4DD2-8407-BF77772FA22B}" destId="{58A4AB5A-7F3B-4523-958B-15D78463C222}" srcOrd="1" destOrd="0" presId="urn:microsoft.com/office/officeart/2005/8/layout/orgChart1"/>
    <dgm:cxn modelId="{163133A2-4824-4E1F-B53C-323A58B458E5}" type="presParOf" srcId="{5F641478-2624-4DD2-8407-BF77772FA22B}" destId="{066A9D4D-701C-474D-BD02-2C750F6C4378}" srcOrd="2" destOrd="0" presId="urn:microsoft.com/office/officeart/2005/8/layout/orgChart1"/>
    <dgm:cxn modelId="{66ED7777-86E0-4132-869F-422F63A6EBEC}" type="presParOf" srcId="{4FA99CB5-A026-407D-8C6B-24FBF090E9DB}" destId="{B06ECC77-0465-4AAF-9536-3B4E9F679E71}" srcOrd="2" destOrd="0" presId="urn:microsoft.com/office/officeart/2005/8/layout/orgChart1"/>
    <dgm:cxn modelId="{60D3B407-51C3-4A49-B05E-6C8B40C64F99}" type="presParOf" srcId="{DB7B4A50-3E56-450B-B670-9AE20659D755}" destId="{74B227D7-8FBB-4E0A-BC60-A879F4C98F98}" srcOrd="2" destOrd="0" presId="urn:microsoft.com/office/officeart/2005/8/layout/orgChart1"/>
    <dgm:cxn modelId="{84F5CF82-8228-4A08-85F4-40CA9CD54DAD}" type="presParOf" srcId="{DB7B4A50-3E56-450B-B670-9AE20659D755}" destId="{82F2BBB8-56FA-4DD9-8895-EEC636E59338}" srcOrd="3" destOrd="0" presId="urn:microsoft.com/office/officeart/2005/8/layout/orgChart1"/>
    <dgm:cxn modelId="{14FFA4D6-73FD-4B53-B131-60B7C31A1A26}" type="presParOf" srcId="{82F2BBB8-56FA-4DD9-8895-EEC636E59338}" destId="{F7A3FE52-5436-4B14-96F9-69DC7914081B}" srcOrd="0" destOrd="0" presId="urn:microsoft.com/office/officeart/2005/8/layout/orgChart1"/>
    <dgm:cxn modelId="{98F736A7-9870-454A-A6E8-A6C8E14F23B1}" type="presParOf" srcId="{F7A3FE52-5436-4B14-96F9-69DC7914081B}" destId="{AF13DC83-A403-4385-8102-3A46FDB0DF12}" srcOrd="0" destOrd="0" presId="urn:microsoft.com/office/officeart/2005/8/layout/orgChart1"/>
    <dgm:cxn modelId="{76F8E0A7-FE6F-4A8B-A761-4EF33BBC75F3}" type="presParOf" srcId="{F7A3FE52-5436-4B14-96F9-69DC7914081B}" destId="{B2A24581-E087-4147-94D5-58BBD662E313}" srcOrd="1" destOrd="0" presId="urn:microsoft.com/office/officeart/2005/8/layout/orgChart1"/>
    <dgm:cxn modelId="{FD2AABBB-1D32-4F4E-9DEC-A41C37242BE9}" type="presParOf" srcId="{82F2BBB8-56FA-4DD9-8895-EEC636E59338}" destId="{0DE545E6-2DAC-4B51-9FC9-30689EE73E7E}" srcOrd="1" destOrd="0" presId="urn:microsoft.com/office/officeart/2005/8/layout/orgChart1"/>
    <dgm:cxn modelId="{49733540-3E06-4173-98BF-E584CE4F6E1D}" type="presParOf" srcId="{0DE545E6-2DAC-4B51-9FC9-30689EE73E7E}" destId="{DA2C0468-8152-4897-B896-41A2807B3393}" srcOrd="0" destOrd="0" presId="urn:microsoft.com/office/officeart/2005/8/layout/orgChart1"/>
    <dgm:cxn modelId="{1B98CB7D-2896-4921-81EA-2A6F335F98C0}" type="presParOf" srcId="{0DE545E6-2DAC-4B51-9FC9-30689EE73E7E}" destId="{E721E7C5-D250-4AAB-ADBC-7573842551D5}" srcOrd="1" destOrd="0" presId="urn:microsoft.com/office/officeart/2005/8/layout/orgChart1"/>
    <dgm:cxn modelId="{D519A360-47D4-4434-B517-711FD0D8BF4F}" type="presParOf" srcId="{E721E7C5-D250-4AAB-ADBC-7573842551D5}" destId="{FA301537-4990-4ED5-995D-DF1365666C00}" srcOrd="0" destOrd="0" presId="urn:microsoft.com/office/officeart/2005/8/layout/orgChart1"/>
    <dgm:cxn modelId="{9D8C43FD-44F7-4FA1-94F4-9AED9911026C}" type="presParOf" srcId="{FA301537-4990-4ED5-995D-DF1365666C00}" destId="{CAB704C7-2E09-47D9-8753-F9F8BF01DD05}" srcOrd="0" destOrd="0" presId="urn:microsoft.com/office/officeart/2005/8/layout/orgChart1"/>
    <dgm:cxn modelId="{6660268E-7317-49A2-99C7-13505B912AD6}" type="presParOf" srcId="{FA301537-4990-4ED5-995D-DF1365666C00}" destId="{4F588ECD-0DBB-447C-8A1F-EA1FD472B665}" srcOrd="1" destOrd="0" presId="urn:microsoft.com/office/officeart/2005/8/layout/orgChart1"/>
    <dgm:cxn modelId="{F8673A69-535A-40E4-A6C1-11FCBC32CB8B}" type="presParOf" srcId="{E721E7C5-D250-4AAB-ADBC-7573842551D5}" destId="{421A1DD4-C137-488E-A432-52CFB8C13C21}" srcOrd="1" destOrd="0" presId="urn:microsoft.com/office/officeart/2005/8/layout/orgChart1"/>
    <dgm:cxn modelId="{35E5F2AA-C723-4746-ACFB-57AF4873DCB7}" type="presParOf" srcId="{E721E7C5-D250-4AAB-ADBC-7573842551D5}" destId="{8C8C3C33-19F6-4C7D-95EB-BF3B32EEDEB9}" srcOrd="2" destOrd="0" presId="urn:microsoft.com/office/officeart/2005/8/layout/orgChart1"/>
    <dgm:cxn modelId="{11471599-138B-42A5-B552-08E8E39CBE2F}" type="presParOf" srcId="{0DE545E6-2DAC-4B51-9FC9-30689EE73E7E}" destId="{0B7E179C-7B74-44F9-8ED5-214E45D5008F}" srcOrd="2" destOrd="0" presId="urn:microsoft.com/office/officeart/2005/8/layout/orgChart1"/>
    <dgm:cxn modelId="{F4C23A81-EC3B-456A-9120-EB2FDDEB70D0}" type="presParOf" srcId="{0DE545E6-2DAC-4B51-9FC9-30689EE73E7E}" destId="{6D2A650B-933A-434C-93D4-C8A889D055B8}" srcOrd="3" destOrd="0" presId="urn:microsoft.com/office/officeart/2005/8/layout/orgChart1"/>
    <dgm:cxn modelId="{737C6E79-34BB-4699-B540-F72CB04C07D7}" type="presParOf" srcId="{6D2A650B-933A-434C-93D4-C8A889D055B8}" destId="{81437683-B648-43D2-897B-0C45F5BA4C6F}" srcOrd="0" destOrd="0" presId="urn:microsoft.com/office/officeart/2005/8/layout/orgChart1"/>
    <dgm:cxn modelId="{11D79525-5EB3-48E8-8BD7-D443CB9DF374}" type="presParOf" srcId="{81437683-B648-43D2-897B-0C45F5BA4C6F}" destId="{8D715F61-3455-4222-9AF3-EB15A27C04E1}" srcOrd="0" destOrd="0" presId="urn:microsoft.com/office/officeart/2005/8/layout/orgChart1"/>
    <dgm:cxn modelId="{89C17BB8-7235-4425-ACB6-3D2D2A3ED3B4}" type="presParOf" srcId="{81437683-B648-43D2-897B-0C45F5BA4C6F}" destId="{131F1697-8BF7-4E26-9D6A-B88EFD85D20B}" srcOrd="1" destOrd="0" presId="urn:microsoft.com/office/officeart/2005/8/layout/orgChart1"/>
    <dgm:cxn modelId="{E675FC1E-0CA7-45F0-946A-43536D732609}" type="presParOf" srcId="{6D2A650B-933A-434C-93D4-C8A889D055B8}" destId="{DE82CFBB-BB6B-4C54-99F8-CAC71D0050A8}" srcOrd="1" destOrd="0" presId="urn:microsoft.com/office/officeart/2005/8/layout/orgChart1"/>
    <dgm:cxn modelId="{2E354481-46B4-4CAC-92CB-9574E34A43A7}" type="presParOf" srcId="{6D2A650B-933A-434C-93D4-C8A889D055B8}" destId="{B4C41475-66F6-494B-8204-5CCB9CC92C65}" srcOrd="2" destOrd="0" presId="urn:microsoft.com/office/officeart/2005/8/layout/orgChart1"/>
    <dgm:cxn modelId="{FC35153B-8AB0-475D-B08C-570CF2B113D6}" type="presParOf" srcId="{82F2BBB8-56FA-4DD9-8895-EEC636E59338}" destId="{9724EA0D-7BE9-4FCE-AD18-F46C7A2538DC}" srcOrd="2" destOrd="0" presId="urn:microsoft.com/office/officeart/2005/8/layout/orgChart1"/>
    <dgm:cxn modelId="{2D3FCDCD-B4C7-4980-9534-137B7013454C}" type="presParOf" srcId="{DB7B4A50-3E56-450B-B670-9AE20659D755}" destId="{CA54A224-6ED2-45A8-82EB-4E9B4E42ABF3}" srcOrd="4" destOrd="0" presId="urn:microsoft.com/office/officeart/2005/8/layout/orgChart1"/>
    <dgm:cxn modelId="{5FFFE1DA-1C3E-485B-88DA-85B219D4AE6B}" type="presParOf" srcId="{DB7B4A50-3E56-450B-B670-9AE20659D755}" destId="{0D6C01B2-C2BD-4725-A5C7-5DE0A033756A}" srcOrd="5" destOrd="0" presId="urn:microsoft.com/office/officeart/2005/8/layout/orgChart1"/>
    <dgm:cxn modelId="{CD934264-8189-4368-81CF-94C374F4B952}" type="presParOf" srcId="{0D6C01B2-C2BD-4725-A5C7-5DE0A033756A}" destId="{01820388-61EB-4A33-9F63-21D188A2D079}" srcOrd="0" destOrd="0" presId="urn:microsoft.com/office/officeart/2005/8/layout/orgChart1"/>
    <dgm:cxn modelId="{5A880CE4-24F6-4D56-8533-7CDCC32DF29F}" type="presParOf" srcId="{01820388-61EB-4A33-9F63-21D188A2D079}" destId="{9E910CF3-89C1-421B-8814-DE8CF17F1952}" srcOrd="0" destOrd="0" presId="urn:microsoft.com/office/officeart/2005/8/layout/orgChart1"/>
    <dgm:cxn modelId="{B0C91553-C4E8-420A-91A7-D1CA65F2F7EF}" type="presParOf" srcId="{01820388-61EB-4A33-9F63-21D188A2D079}" destId="{C8CF294C-4C8A-4E80-B73C-573D0CBF497C}" srcOrd="1" destOrd="0" presId="urn:microsoft.com/office/officeart/2005/8/layout/orgChart1"/>
    <dgm:cxn modelId="{659AEC1E-A03E-45AC-8672-3B05B6876CCE}" type="presParOf" srcId="{0D6C01B2-C2BD-4725-A5C7-5DE0A033756A}" destId="{79B67FE9-A458-450A-8A22-EB6B99F00ABB}" srcOrd="1" destOrd="0" presId="urn:microsoft.com/office/officeart/2005/8/layout/orgChart1"/>
    <dgm:cxn modelId="{E73945F1-E591-4C6F-B00D-988702555075}" type="presParOf" srcId="{79B67FE9-A458-450A-8A22-EB6B99F00ABB}" destId="{0D6BA9DB-D634-4C7A-8EB0-0F9522B970FF}" srcOrd="0" destOrd="0" presId="urn:microsoft.com/office/officeart/2005/8/layout/orgChart1"/>
    <dgm:cxn modelId="{6BA3C840-17B9-495E-99A9-2819E4916055}" type="presParOf" srcId="{79B67FE9-A458-450A-8A22-EB6B99F00ABB}" destId="{6C25CA0A-0359-4CEE-96F0-3102B2B8051E}" srcOrd="1" destOrd="0" presId="urn:microsoft.com/office/officeart/2005/8/layout/orgChart1"/>
    <dgm:cxn modelId="{5E029B5D-6950-43F6-9BA6-5E6B1604098E}" type="presParOf" srcId="{6C25CA0A-0359-4CEE-96F0-3102B2B8051E}" destId="{C0BB56FE-D483-45A8-A593-7D0916A4097E}" srcOrd="0" destOrd="0" presId="urn:microsoft.com/office/officeart/2005/8/layout/orgChart1"/>
    <dgm:cxn modelId="{EADA5FAC-A97C-4F4C-82FA-C311B21B1ECB}" type="presParOf" srcId="{C0BB56FE-D483-45A8-A593-7D0916A4097E}" destId="{47A1DB81-A5E4-471D-A439-ADF0A6F68092}" srcOrd="0" destOrd="0" presId="urn:microsoft.com/office/officeart/2005/8/layout/orgChart1"/>
    <dgm:cxn modelId="{498787FC-02BF-4694-8796-4A47E22DF1AA}" type="presParOf" srcId="{C0BB56FE-D483-45A8-A593-7D0916A4097E}" destId="{B5C96DC6-D12B-49A0-AAC7-146792A09E58}" srcOrd="1" destOrd="0" presId="urn:microsoft.com/office/officeart/2005/8/layout/orgChart1"/>
    <dgm:cxn modelId="{07326314-5460-4CE8-B291-4693C2364D10}" type="presParOf" srcId="{6C25CA0A-0359-4CEE-96F0-3102B2B8051E}" destId="{EF92FCE5-6C37-48B5-BC6B-76BB5B9C449D}" srcOrd="1" destOrd="0" presId="urn:microsoft.com/office/officeart/2005/8/layout/orgChart1"/>
    <dgm:cxn modelId="{0D82D8CF-E6D0-40C6-92CA-61B5AD25DFBF}" type="presParOf" srcId="{6C25CA0A-0359-4CEE-96F0-3102B2B8051E}" destId="{DA7A2AF7-5DCB-4307-A6E9-C070BC84A45F}" srcOrd="2" destOrd="0" presId="urn:microsoft.com/office/officeart/2005/8/layout/orgChart1"/>
    <dgm:cxn modelId="{CBD671D2-77BF-4C6A-8FA6-703654089C57}" type="presParOf" srcId="{79B67FE9-A458-450A-8A22-EB6B99F00ABB}" destId="{D6AB7196-647C-4C1C-9E57-AB5435EC79C2}" srcOrd="2" destOrd="0" presId="urn:microsoft.com/office/officeart/2005/8/layout/orgChart1"/>
    <dgm:cxn modelId="{722BA1C1-73B6-4E17-8467-672DF4FD32B7}" type="presParOf" srcId="{79B67FE9-A458-450A-8A22-EB6B99F00ABB}" destId="{14C1EF6A-1F2F-4A76-9496-B457EF8AD59B}" srcOrd="3" destOrd="0" presId="urn:microsoft.com/office/officeart/2005/8/layout/orgChart1"/>
    <dgm:cxn modelId="{46ECDB27-D99B-4C5E-80BD-CD018D160C9F}" type="presParOf" srcId="{14C1EF6A-1F2F-4A76-9496-B457EF8AD59B}" destId="{2C656B16-BB2D-4593-AFA1-3C5179C53488}" srcOrd="0" destOrd="0" presId="urn:microsoft.com/office/officeart/2005/8/layout/orgChart1"/>
    <dgm:cxn modelId="{F35FE576-CF8B-434F-AF5A-8D824C29E9E6}" type="presParOf" srcId="{2C656B16-BB2D-4593-AFA1-3C5179C53488}" destId="{B271CBC4-B918-48EF-8510-5B13A918CA10}" srcOrd="0" destOrd="0" presId="urn:microsoft.com/office/officeart/2005/8/layout/orgChart1"/>
    <dgm:cxn modelId="{18A31F2A-FC07-4671-A94F-D9CDC2572B57}" type="presParOf" srcId="{2C656B16-BB2D-4593-AFA1-3C5179C53488}" destId="{ED8C881F-631E-4430-B0D0-31A2845CDFD8}" srcOrd="1" destOrd="0" presId="urn:microsoft.com/office/officeart/2005/8/layout/orgChart1"/>
    <dgm:cxn modelId="{83824903-E87A-48EF-8CB3-6D2E74A7DBB9}" type="presParOf" srcId="{14C1EF6A-1F2F-4A76-9496-B457EF8AD59B}" destId="{32CC0AC5-8C43-4D25-85D0-326C4A0FAD4D}" srcOrd="1" destOrd="0" presId="urn:microsoft.com/office/officeart/2005/8/layout/orgChart1"/>
    <dgm:cxn modelId="{1496728C-FAB1-4174-AEAE-C222C4F0A95A}" type="presParOf" srcId="{14C1EF6A-1F2F-4A76-9496-B457EF8AD59B}" destId="{41E29E15-191A-4273-83A2-397A590CE6DD}" srcOrd="2" destOrd="0" presId="urn:microsoft.com/office/officeart/2005/8/layout/orgChart1"/>
    <dgm:cxn modelId="{954C463E-D73D-415B-978F-AA981290A043}" type="presParOf" srcId="{79B67FE9-A458-450A-8A22-EB6B99F00ABB}" destId="{B825027F-3F66-4C84-B4EB-E9FF44E4BC6C}" srcOrd="4" destOrd="0" presId="urn:microsoft.com/office/officeart/2005/8/layout/orgChart1"/>
    <dgm:cxn modelId="{2A7D141F-3017-46A0-A489-765080D767E0}" type="presParOf" srcId="{79B67FE9-A458-450A-8A22-EB6B99F00ABB}" destId="{E4D6A5EB-6D42-4FB0-B272-A0312CDAF914}" srcOrd="5" destOrd="0" presId="urn:microsoft.com/office/officeart/2005/8/layout/orgChart1"/>
    <dgm:cxn modelId="{F7B84002-CA39-495F-BA60-54D27A6AA245}" type="presParOf" srcId="{E4D6A5EB-6D42-4FB0-B272-A0312CDAF914}" destId="{746160C1-238E-498D-ADF7-55DC039CE4C8}" srcOrd="0" destOrd="0" presId="urn:microsoft.com/office/officeart/2005/8/layout/orgChart1"/>
    <dgm:cxn modelId="{97656D9C-D2F8-466C-A95E-7D87854A1AD6}" type="presParOf" srcId="{746160C1-238E-498D-ADF7-55DC039CE4C8}" destId="{BB35CD59-08C7-4788-9AF3-D758B5F67BEF}" srcOrd="0" destOrd="0" presId="urn:microsoft.com/office/officeart/2005/8/layout/orgChart1"/>
    <dgm:cxn modelId="{E032CEDC-80EE-4B6D-8ECE-1F6F095EE4A1}" type="presParOf" srcId="{746160C1-238E-498D-ADF7-55DC039CE4C8}" destId="{0FBA70EA-B0FC-4A36-B558-9FFEFFA8665E}" srcOrd="1" destOrd="0" presId="urn:microsoft.com/office/officeart/2005/8/layout/orgChart1"/>
    <dgm:cxn modelId="{BA9AAE2C-2A90-40C3-8F19-F78A8BE42ECB}" type="presParOf" srcId="{E4D6A5EB-6D42-4FB0-B272-A0312CDAF914}" destId="{7F5984FA-6E40-4FA0-8462-EB036756F672}" srcOrd="1" destOrd="0" presId="urn:microsoft.com/office/officeart/2005/8/layout/orgChart1"/>
    <dgm:cxn modelId="{0A9FB0F6-6638-4651-9D82-1D177CF805BC}" type="presParOf" srcId="{E4D6A5EB-6D42-4FB0-B272-A0312CDAF914}" destId="{154FEFA7-F34D-4CF1-A46A-7764D0C3A191}" srcOrd="2" destOrd="0" presId="urn:microsoft.com/office/officeart/2005/8/layout/orgChart1"/>
    <dgm:cxn modelId="{7167A1EF-2BC1-4F0E-B321-66E85339549E}" type="presParOf" srcId="{79B67FE9-A458-450A-8A22-EB6B99F00ABB}" destId="{5AA9FCB5-A24E-45EE-A208-6539B4E8E4E3}" srcOrd="6" destOrd="0" presId="urn:microsoft.com/office/officeart/2005/8/layout/orgChart1"/>
    <dgm:cxn modelId="{C713594B-E395-46BF-BCBE-4BA39D399A5C}" type="presParOf" srcId="{79B67FE9-A458-450A-8A22-EB6B99F00ABB}" destId="{CD7B926C-CFBA-4961-BC63-AB7119916BB3}" srcOrd="7" destOrd="0" presId="urn:microsoft.com/office/officeart/2005/8/layout/orgChart1"/>
    <dgm:cxn modelId="{643AEE15-4F68-4BF3-9551-E8A8DBE5340B}" type="presParOf" srcId="{CD7B926C-CFBA-4961-BC63-AB7119916BB3}" destId="{6FD61F01-AACB-46EB-B22E-36EE770EA83A}" srcOrd="0" destOrd="0" presId="urn:microsoft.com/office/officeart/2005/8/layout/orgChart1"/>
    <dgm:cxn modelId="{D1ABF705-2A9D-4DC2-8E01-8F1AFB060A6F}" type="presParOf" srcId="{6FD61F01-AACB-46EB-B22E-36EE770EA83A}" destId="{D73FA950-7231-414F-9F5F-A6915882B526}" srcOrd="0" destOrd="0" presId="urn:microsoft.com/office/officeart/2005/8/layout/orgChart1"/>
    <dgm:cxn modelId="{0062E7C0-BFCA-4FDD-87B7-210F67D4BB31}" type="presParOf" srcId="{6FD61F01-AACB-46EB-B22E-36EE770EA83A}" destId="{16E4E824-780E-47CB-B954-3083F7D2CC8E}" srcOrd="1" destOrd="0" presId="urn:microsoft.com/office/officeart/2005/8/layout/orgChart1"/>
    <dgm:cxn modelId="{E4F01ADA-7117-4281-BCDE-6AA04602D3AB}" type="presParOf" srcId="{CD7B926C-CFBA-4961-BC63-AB7119916BB3}" destId="{D1CC62BB-EB8D-4092-B72E-587ED23334CC}" srcOrd="1" destOrd="0" presId="urn:microsoft.com/office/officeart/2005/8/layout/orgChart1"/>
    <dgm:cxn modelId="{B8D59EDA-4ED3-4447-A509-525FD465CD7C}" type="presParOf" srcId="{CD7B926C-CFBA-4961-BC63-AB7119916BB3}" destId="{6A1C67E9-E852-49EF-A111-A6D6802B843C}" srcOrd="2" destOrd="0" presId="urn:microsoft.com/office/officeart/2005/8/layout/orgChart1"/>
    <dgm:cxn modelId="{1DA5856D-0CC4-4A23-A404-0BE3758C48D4}" type="presParOf" srcId="{0D6C01B2-C2BD-4725-A5C7-5DE0A033756A}" destId="{B59FAF4E-4BE4-4887-8E16-CB45EE478143}" srcOrd="2" destOrd="0" presId="urn:microsoft.com/office/officeart/2005/8/layout/orgChart1"/>
    <dgm:cxn modelId="{910A70D5-5605-4CBE-8604-50DFF026FCB3}" type="presParOf" srcId="{DB7B4A50-3E56-450B-B670-9AE20659D755}" destId="{9EF29F04-4D32-41BA-A818-084D3606C9F5}" srcOrd="6" destOrd="0" presId="urn:microsoft.com/office/officeart/2005/8/layout/orgChart1"/>
    <dgm:cxn modelId="{1ABFD8A3-C723-410A-BDC6-6711EB3B210B}" type="presParOf" srcId="{DB7B4A50-3E56-450B-B670-9AE20659D755}" destId="{152AFDA0-4C0D-4EDD-AD18-33C395D88880}" srcOrd="7" destOrd="0" presId="urn:microsoft.com/office/officeart/2005/8/layout/orgChart1"/>
    <dgm:cxn modelId="{93C364BC-A09D-487B-8457-444E68135BA9}" type="presParOf" srcId="{152AFDA0-4C0D-4EDD-AD18-33C395D88880}" destId="{436A0A35-92F5-4C37-92D9-AA62CA4F52E6}" srcOrd="0" destOrd="0" presId="urn:microsoft.com/office/officeart/2005/8/layout/orgChart1"/>
    <dgm:cxn modelId="{47287924-25A6-4272-B787-C3858F83C696}" type="presParOf" srcId="{436A0A35-92F5-4C37-92D9-AA62CA4F52E6}" destId="{AB4FF165-B1BF-4F5E-849F-0ABEDE1C2B43}" srcOrd="0" destOrd="0" presId="urn:microsoft.com/office/officeart/2005/8/layout/orgChart1"/>
    <dgm:cxn modelId="{C98D78BA-2D9A-4FEF-8A56-2AC122676D8C}" type="presParOf" srcId="{436A0A35-92F5-4C37-92D9-AA62CA4F52E6}" destId="{9F38C2D3-17DA-4D19-9A15-53F257AC0DB6}" srcOrd="1" destOrd="0" presId="urn:microsoft.com/office/officeart/2005/8/layout/orgChart1"/>
    <dgm:cxn modelId="{6FE2899E-8C80-42AE-965B-13774E011A70}" type="presParOf" srcId="{152AFDA0-4C0D-4EDD-AD18-33C395D88880}" destId="{4F7E2522-1FB8-4DBD-8060-419832F98E7E}" srcOrd="1" destOrd="0" presId="urn:microsoft.com/office/officeart/2005/8/layout/orgChart1"/>
    <dgm:cxn modelId="{7C90D4F7-96AC-40E3-B6CC-6967B1FE6A32}" type="presParOf" srcId="{4F7E2522-1FB8-4DBD-8060-419832F98E7E}" destId="{1C911408-262A-4560-B944-AF33993FDE35}" srcOrd="0" destOrd="0" presId="urn:microsoft.com/office/officeart/2005/8/layout/orgChart1"/>
    <dgm:cxn modelId="{915261F0-5812-41BD-B510-7B9831053ED4}" type="presParOf" srcId="{4F7E2522-1FB8-4DBD-8060-419832F98E7E}" destId="{26D37D5C-5803-4E7D-9EBE-645CB5D35CA8}" srcOrd="1" destOrd="0" presId="urn:microsoft.com/office/officeart/2005/8/layout/orgChart1"/>
    <dgm:cxn modelId="{4114D75A-0DA8-4323-901E-115650987119}" type="presParOf" srcId="{26D37D5C-5803-4E7D-9EBE-645CB5D35CA8}" destId="{B498999C-9689-4E09-A6E0-6AB6AECDFD36}" srcOrd="0" destOrd="0" presId="urn:microsoft.com/office/officeart/2005/8/layout/orgChart1"/>
    <dgm:cxn modelId="{F05C75A4-7639-45CA-AFC9-F18DEDB5F0C0}" type="presParOf" srcId="{B498999C-9689-4E09-A6E0-6AB6AECDFD36}" destId="{E9A56428-BF7F-4E51-B6B8-50844ECA140C}" srcOrd="0" destOrd="0" presId="urn:microsoft.com/office/officeart/2005/8/layout/orgChart1"/>
    <dgm:cxn modelId="{F081BC9D-3F9A-4E2F-85A7-CA59280DD332}" type="presParOf" srcId="{B498999C-9689-4E09-A6E0-6AB6AECDFD36}" destId="{F9567951-03E0-4DEB-8FFF-81DD08EC8438}" srcOrd="1" destOrd="0" presId="urn:microsoft.com/office/officeart/2005/8/layout/orgChart1"/>
    <dgm:cxn modelId="{2EAEFDC7-A374-4678-8AC6-09343989DC2D}" type="presParOf" srcId="{26D37D5C-5803-4E7D-9EBE-645CB5D35CA8}" destId="{C0146396-EB49-48C7-814D-7DFC6B0249D8}" srcOrd="1" destOrd="0" presId="urn:microsoft.com/office/officeart/2005/8/layout/orgChart1"/>
    <dgm:cxn modelId="{6F600F91-5994-4CCE-BB5B-F5D0D46DA1A1}" type="presParOf" srcId="{26D37D5C-5803-4E7D-9EBE-645CB5D35CA8}" destId="{63982E35-35B2-46BD-AE76-E7329A90AEC2}" srcOrd="2" destOrd="0" presId="urn:microsoft.com/office/officeart/2005/8/layout/orgChart1"/>
    <dgm:cxn modelId="{D4DB1DCD-4E31-4EC4-B304-1B5382E90F60}" type="presParOf" srcId="{4F7E2522-1FB8-4DBD-8060-419832F98E7E}" destId="{EE571993-57F2-49F3-BCDE-B43E052B0DDD}" srcOrd="2" destOrd="0" presId="urn:microsoft.com/office/officeart/2005/8/layout/orgChart1"/>
    <dgm:cxn modelId="{14D6D760-9193-4F9A-931F-69920033FAEB}" type="presParOf" srcId="{4F7E2522-1FB8-4DBD-8060-419832F98E7E}" destId="{758983CE-E1AB-4118-A39D-67DB5E4FDBD3}" srcOrd="3" destOrd="0" presId="urn:microsoft.com/office/officeart/2005/8/layout/orgChart1"/>
    <dgm:cxn modelId="{1DD9E250-FBF0-4596-9E9E-1630B278995F}" type="presParOf" srcId="{758983CE-E1AB-4118-A39D-67DB5E4FDBD3}" destId="{B6FA7DB6-F253-44E3-94C5-EF930C5F2DD0}" srcOrd="0" destOrd="0" presId="urn:microsoft.com/office/officeart/2005/8/layout/orgChart1"/>
    <dgm:cxn modelId="{DB734570-F163-47B6-97BD-9E4F3A3AC0E9}" type="presParOf" srcId="{B6FA7DB6-F253-44E3-94C5-EF930C5F2DD0}" destId="{0FF2C290-41D5-4B3D-9471-B3365C2C837B}" srcOrd="0" destOrd="0" presId="urn:microsoft.com/office/officeart/2005/8/layout/orgChart1"/>
    <dgm:cxn modelId="{BD3C5357-9E12-4120-8CD4-44F5E9DB62A9}" type="presParOf" srcId="{B6FA7DB6-F253-44E3-94C5-EF930C5F2DD0}" destId="{3C058817-2421-41D4-988D-50AFF9C540AB}" srcOrd="1" destOrd="0" presId="urn:microsoft.com/office/officeart/2005/8/layout/orgChart1"/>
    <dgm:cxn modelId="{3AC7AD02-08F0-4D9B-83F1-4E2E796A9501}" type="presParOf" srcId="{758983CE-E1AB-4118-A39D-67DB5E4FDBD3}" destId="{64F27648-4445-4E13-B62D-3B9934729F05}" srcOrd="1" destOrd="0" presId="urn:microsoft.com/office/officeart/2005/8/layout/orgChart1"/>
    <dgm:cxn modelId="{B9C8D0C9-0B8C-4F60-B7FA-878635F6498D}" type="presParOf" srcId="{758983CE-E1AB-4118-A39D-67DB5E4FDBD3}" destId="{F8B2EC3C-6020-42EF-A326-F7D3E497DA87}" srcOrd="2" destOrd="0" presId="urn:microsoft.com/office/officeart/2005/8/layout/orgChart1"/>
    <dgm:cxn modelId="{05B1B983-BCE3-4627-BE9C-1C8F916951FD}" type="presParOf" srcId="{4F7E2522-1FB8-4DBD-8060-419832F98E7E}" destId="{CB98616B-4909-4ED2-A9D9-3C496F2420EA}" srcOrd="4" destOrd="0" presId="urn:microsoft.com/office/officeart/2005/8/layout/orgChart1"/>
    <dgm:cxn modelId="{1A3C625F-0BDE-4AAC-9E28-FB21FE8BED27}" type="presParOf" srcId="{4F7E2522-1FB8-4DBD-8060-419832F98E7E}" destId="{85D6B2E6-D115-4033-B275-2DC4EF0DB3C1}" srcOrd="5" destOrd="0" presId="urn:microsoft.com/office/officeart/2005/8/layout/orgChart1"/>
    <dgm:cxn modelId="{D850C671-59C4-4ACC-BD82-52E076BB084D}" type="presParOf" srcId="{85D6B2E6-D115-4033-B275-2DC4EF0DB3C1}" destId="{0D235890-7169-471C-8584-4572C7179902}" srcOrd="0" destOrd="0" presId="urn:microsoft.com/office/officeart/2005/8/layout/orgChart1"/>
    <dgm:cxn modelId="{06C2DEC7-7940-4139-B61E-393073723595}" type="presParOf" srcId="{0D235890-7169-471C-8584-4572C7179902}" destId="{A7720989-7CF0-4D5C-A4B0-81BB2C86BDA5}" srcOrd="0" destOrd="0" presId="urn:microsoft.com/office/officeart/2005/8/layout/orgChart1"/>
    <dgm:cxn modelId="{0CC3284E-D943-4527-BB73-1FD9E85E317A}" type="presParOf" srcId="{0D235890-7169-471C-8584-4572C7179902}" destId="{B595F086-2FC5-4C2A-9607-4675A406D74F}" srcOrd="1" destOrd="0" presId="urn:microsoft.com/office/officeart/2005/8/layout/orgChart1"/>
    <dgm:cxn modelId="{299293E4-DEF8-4DD5-B5F7-7835282E4081}" type="presParOf" srcId="{85D6B2E6-D115-4033-B275-2DC4EF0DB3C1}" destId="{0F6F5F9D-35BC-4734-81FD-278555377E8D}" srcOrd="1" destOrd="0" presId="urn:microsoft.com/office/officeart/2005/8/layout/orgChart1"/>
    <dgm:cxn modelId="{E5113868-4D96-4243-B4E0-3B586E5CBE34}" type="presParOf" srcId="{85D6B2E6-D115-4033-B275-2DC4EF0DB3C1}" destId="{8C00B0C6-9C52-441D-83B7-6009DF5D6316}" srcOrd="2" destOrd="0" presId="urn:microsoft.com/office/officeart/2005/8/layout/orgChart1"/>
    <dgm:cxn modelId="{1DDB2E84-CAAC-4878-B6AC-54FE8A0ED1C3}" type="presParOf" srcId="{152AFDA0-4C0D-4EDD-AD18-33C395D88880}" destId="{343525CC-74C5-4CC5-A19B-BD40F71E99FD}" srcOrd="2" destOrd="0" presId="urn:microsoft.com/office/officeart/2005/8/layout/orgChart1"/>
    <dgm:cxn modelId="{DB39BD7A-58FD-4799-9A1F-170717CC9AFB}" type="presParOf" srcId="{DB7B4A50-3E56-450B-B670-9AE20659D755}" destId="{D1D227D6-DE47-41F2-9E99-FB0E8B768363}" srcOrd="8" destOrd="0" presId="urn:microsoft.com/office/officeart/2005/8/layout/orgChart1"/>
    <dgm:cxn modelId="{D28F9D3C-AC28-4917-B0F3-BE52E90C6CE1}" type="presParOf" srcId="{DB7B4A50-3E56-450B-B670-9AE20659D755}" destId="{25FB3294-6267-459D-B608-A03070709D81}" srcOrd="9" destOrd="0" presId="urn:microsoft.com/office/officeart/2005/8/layout/orgChart1"/>
    <dgm:cxn modelId="{8BA4B806-0447-4578-BECD-0D25FE58E7BD}" type="presParOf" srcId="{25FB3294-6267-459D-B608-A03070709D81}" destId="{DEB68007-19D1-4CBF-8D2A-3BE8FBED220C}" srcOrd="0" destOrd="0" presId="urn:microsoft.com/office/officeart/2005/8/layout/orgChart1"/>
    <dgm:cxn modelId="{6CFE8579-D7C8-4509-8768-0C2A260E69F9}" type="presParOf" srcId="{DEB68007-19D1-4CBF-8D2A-3BE8FBED220C}" destId="{07D557A4-CE4D-49F2-AF29-73602251C6BF}" srcOrd="0" destOrd="0" presId="urn:microsoft.com/office/officeart/2005/8/layout/orgChart1"/>
    <dgm:cxn modelId="{5D19DAB3-4671-4475-B18B-668E06E65ADD}" type="presParOf" srcId="{DEB68007-19D1-4CBF-8D2A-3BE8FBED220C}" destId="{D0F9AF5C-B53E-4A4B-B5C7-86AC63327CE3}" srcOrd="1" destOrd="0" presId="urn:microsoft.com/office/officeart/2005/8/layout/orgChart1"/>
    <dgm:cxn modelId="{6BAABFC1-626B-4A40-A6EE-6E0077AB343E}" type="presParOf" srcId="{25FB3294-6267-459D-B608-A03070709D81}" destId="{891EF92F-D979-4B65-A956-927F3B94E9A7}" srcOrd="1" destOrd="0" presId="urn:microsoft.com/office/officeart/2005/8/layout/orgChart1"/>
    <dgm:cxn modelId="{EC11A4E2-5FE3-4E1F-B3B6-9C43644691D6}" type="presParOf" srcId="{891EF92F-D979-4B65-A956-927F3B94E9A7}" destId="{8D92ABEA-1D69-4EBC-B29F-E63909124A33}" srcOrd="0" destOrd="0" presId="urn:microsoft.com/office/officeart/2005/8/layout/orgChart1"/>
    <dgm:cxn modelId="{317AF909-0734-487B-ACCB-8335E8E0E17F}" type="presParOf" srcId="{891EF92F-D979-4B65-A956-927F3B94E9A7}" destId="{717F5C55-D6A8-4C32-8FD2-256ABF5A7745}" srcOrd="1" destOrd="0" presId="urn:microsoft.com/office/officeart/2005/8/layout/orgChart1"/>
    <dgm:cxn modelId="{3C5AF43B-682F-479D-BFC2-6F80BAA25ED7}" type="presParOf" srcId="{717F5C55-D6A8-4C32-8FD2-256ABF5A7745}" destId="{AC3704AB-A10B-409C-8639-E02498D404B6}" srcOrd="0" destOrd="0" presId="urn:microsoft.com/office/officeart/2005/8/layout/orgChart1"/>
    <dgm:cxn modelId="{8CEDD2AD-87D4-4CC8-A415-FB2F2E6990C2}" type="presParOf" srcId="{AC3704AB-A10B-409C-8639-E02498D404B6}" destId="{43AD924E-DE7B-4389-A0D3-FFF1E7DDB4FF}" srcOrd="0" destOrd="0" presId="urn:microsoft.com/office/officeart/2005/8/layout/orgChart1"/>
    <dgm:cxn modelId="{46F41BDE-59AF-42E2-901D-8FB120DACA95}" type="presParOf" srcId="{AC3704AB-A10B-409C-8639-E02498D404B6}" destId="{837C505A-1A83-4CC6-AFBF-14F88057D4BD}" srcOrd="1" destOrd="0" presId="urn:microsoft.com/office/officeart/2005/8/layout/orgChart1"/>
    <dgm:cxn modelId="{495BB127-FA6C-49CD-A3D1-07D24F0F2E65}" type="presParOf" srcId="{717F5C55-D6A8-4C32-8FD2-256ABF5A7745}" destId="{BA1E35FD-E6EC-49C6-BDD2-3913AFC49965}" srcOrd="1" destOrd="0" presId="urn:microsoft.com/office/officeart/2005/8/layout/orgChart1"/>
    <dgm:cxn modelId="{5E6EC5BE-8C58-4A6A-A1FB-2D658C74D36A}" type="presParOf" srcId="{717F5C55-D6A8-4C32-8FD2-256ABF5A7745}" destId="{382E7B4F-A268-478E-A323-CAD17FEB2E49}" srcOrd="2" destOrd="0" presId="urn:microsoft.com/office/officeart/2005/8/layout/orgChart1"/>
    <dgm:cxn modelId="{83A92C81-8FD6-4A25-BBAD-863BB9E9397C}" type="presParOf" srcId="{891EF92F-D979-4B65-A956-927F3B94E9A7}" destId="{1E90E2C2-EE14-4578-B0C5-2FEFA014DA2B}" srcOrd="2" destOrd="0" presId="urn:microsoft.com/office/officeart/2005/8/layout/orgChart1"/>
    <dgm:cxn modelId="{C13094FE-668F-4DEF-811C-7C2DB41880DE}" type="presParOf" srcId="{891EF92F-D979-4B65-A956-927F3B94E9A7}" destId="{427521F5-D919-4694-8450-C0CB8524C4AF}" srcOrd="3" destOrd="0" presId="urn:microsoft.com/office/officeart/2005/8/layout/orgChart1"/>
    <dgm:cxn modelId="{F0CE35B3-344F-438D-904F-DD5D9B19520D}" type="presParOf" srcId="{427521F5-D919-4694-8450-C0CB8524C4AF}" destId="{CF31E5E8-973F-4A57-B7DD-506709D3F548}" srcOrd="0" destOrd="0" presId="urn:microsoft.com/office/officeart/2005/8/layout/orgChart1"/>
    <dgm:cxn modelId="{E630DB4D-0A7F-4D9B-AFF7-3082F3EB158D}" type="presParOf" srcId="{CF31E5E8-973F-4A57-B7DD-506709D3F548}" destId="{C9B3C2DC-064D-4653-915F-058BD63DC747}" srcOrd="0" destOrd="0" presId="urn:microsoft.com/office/officeart/2005/8/layout/orgChart1"/>
    <dgm:cxn modelId="{28CAAE55-547A-4987-AE33-9AEEA3E3AEB4}" type="presParOf" srcId="{CF31E5E8-973F-4A57-B7DD-506709D3F548}" destId="{114BF9CD-4BAC-45DF-8B37-AC7E0AEDCDF9}" srcOrd="1" destOrd="0" presId="urn:microsoft.com/office/officeart/2005/8/layout/orgChart1"/>
    <dgm:cxn modelId="{A949EDC0-84FB-4879-807E-B84C39319C72}" type="presParOf" srcId="{427521F5-D919-4694-8450-C0CB8524C4AF}" destId="{617C7235-87F1-4E5E-A820-7340D0A64520}" srcOrd="1" destOrd="0" presId="urn:microsoft.com/office/officeart/2005/8/layout/orgChart1"/>
    <dgm:cxn modelId="{4FFCF499-A25C-401D-A172-F718494DED81}" type="presParOf" srcId="{427521F5-D919-4694-8450-C0CB8524C4AF}" destId="{34FE5AD4-CF32-4496-8B9D-3CF59B593025}" srcOrd="2" destOrd="0" presId="urn:microsoft.com/office/officeart/2005/8/layout/orgChart1"/>
    <dgm:cxn modelId="{3E1C8286-9057-4A39-9B4E-A31558281552}" type="presParOf" srcId="{891EF92F-D979-4B65-A956-927F3B94E9A7}" destId="{5AF5645B-056D-40FC-B979-F1DF21F31820}" srcOrd="4" destOrd="0" presId="urn:microsoft.com/office/officeart/2005/8/layout/orgChart1"/>
    <dgm:cxn modelId="{70B2AC7B-8F91-4539-9D54-46D7F0040FE9}" type="presParOf" srcId="{891EF92F-D979-4B65-A956-927F3B94E9A7}" destId="{D3DF9841-9DF6-4B8A-9046-6908AE090030}" srcOrd="5" destOrd="0" presId="urn:microsoft.com/office/officeart/2005/8/layout/orgChart1"/>
    <dgm:cxn modelId="{8F375FF1-16A8-4B43-817F-E1938B064DB0}" type="presParOf" srcId="{D3DF9841-9DF6-4B8A-9046-6908AE090030}" destId="{2CCDA65E-8ACD-4F83-86D7-CDD44DB5C61B}" srcOrd="0" destOrd="0" presId="urn:microsoft.com/office/officeart/2005/8/layout/orgChart1"/>
    <dgm:cxn modelId="{FB6D688A-0153-4233-BDF0-2567C386954F}" type="presParOf" srcId="{2CCDA65E-8ACD-4F83-86D7-CDD44DB5C61B}" destId="{7E3F37BE-F433-4837-B790-6FE7196E4E07}" srcOrd="0" destOrd="0" presId="urn:microsoft.com/office/officeart/2005/8/layout/orgChart1"/>
    <dgm:cxn modelId="{A09E2877-0212-411C-8763-6770ACD48324}" type="presParOf" srcId="{2CCDA65E-8ACD-4F83-86D7-CDD44DB5C61B}" destId="{43A87F1F-BC4B-4BAB-9BA1-D10FA5C346F4}" srcOrd="1" destOrd="0" presId="urn:microsoft.com/office/officeart/2005/8/layout/orgChart1"/>
    <dgm:cxn modelId="{8BA6160D-9599-4BD6-98C1-DE6D25417971}" type="presParOf" srcId="{D3DF9841-9DF6-4B8A-9046-6908AE090030}" destId="{90355446-8C74-4D3B-B0FC-BBA798E17670}" srcOrd="1" destOrd="0" presId="urn:microsoft.com/office/officeart/2005/8/layout/orgChart1"/>
    <dgm:cxn modelId="{BBDB0A74-E738-4484-9CE0-DC9788645AB3}" type="presParOf" srcId="{D3DF9841-9DF6-4B8A-9046-6908AE090030}" destId="{000714CF-5148-424B-AE8C-BCDB6B4255A4}" srcOrd="2" destOrd="0" presId="urn:microsoft.com/office/officeart/2005/8/layout/orgChart1"/>
    <dgm:cxn modelId="{81388138-6281-49B3-B69E-B2A580B17829}" type="presParOf" srcId="{891EF92F-D979-4B65-A956-927F3B94E9A7}" destId="{2790B4D8-31E2-446E-B237-22F962C9C8AF}" srcOrd="6" destOrd="0" presId="urn:microsoft.com/office/officeart/2005/8/layout/orgChart1"/>
    <dgm:cxn modelId="{C1BB3394-2FFC-40EB-A8D1-86235353E1CB}" type="presParOf" srcId="{891EF92F-D979-4B65-A956-927F3B94E9A7}" destId="{ABFBCCED-F64A-454E-BBD1-FAA00D0DC5E6}" srcOrd="7" destOrd="0" presId="urn:microsoft.com/office/officeart/2005/8/layout/orgChart1"/>
    <dgm:cxn modelId="{83B2B7D6-962A-4B93-BDEF-0DA54BBCB9A0}" type="presParOf" srcId="{ABFBCCED-F64A-454E-BBD1-FAA00D0DC5E6}" destId="{A75F24BE-5FF6-4F30-A65A-496DD48F2BBD}" srcOrd="0" destOrd="0" presId="urn:microsoft.com/office/officeart/2005/8/layout/orgChart1"/>
    <dgm:cxn modelId="{A94177B1-3975-43E0-8C63-35B1D8DE2C46}" type="presParOf" srcId="{A75F24BE-5FF6-4F30-A65A-496DD48F2BBD}" destId="{0F7FEE66-15AF-4477-9598-2D8DEEE8879B}" srcOrd="0" destOrd="0" presId="urn:microsoft.com/office/officeart/2005/8/layout/orgChart1"/>
    <dgm:cxn modelId="{5B215BC1-52F9-4AF2-864D-61E090258342}" type="presParOf" srcId="{A75F24BE-5FF6-4F30-A65A-496DD48F2BBD}" destId="{34362483-D9C4-43B9-9514-75493C1F1BB2}" srcOrd="1" destOrd="0" presId="urn:microsoft.com/office/officeart/2005/8/layout/orgChart1"/>
    <dgm:cxn modelId="{219DC985-973E-4709-AEB2-BBA56FE3851A}" type="presParOf" srcId="{ABFBCCED-F64A-454E-BBD1-FAA00D0DC5E6}" destId="{B0C95C93-192B-44D9-B08E-020838D47E56}" srcOrd="1" destOrd="0" presId="urn:microsoft.com/office/officeart/2005/8/layout/orgChart1"/>
    <dgm:cxn modelId="{10034099-E1A8-447E-B6DF-56F5E41AFE69}" type="presParOf" srcId="{ABFBCCED-F64A-454E-BBD1-FAA00D0DC5E6}" destId="{895EF9FB-9005-43C7-9928-A98FCCBAE136}" srcOrd="2" destOrd="0" presId="urn:microsoft.com/office/officeart/2005/8/layout/orgChart1"/>
    <dgm:cxn modelId="{34988A40-B447-49BF-A81C-A2E902B8E9B9}" type="presParOf" srcId="{891EF92F-D979-4B65-A956-927F3B94E9A7}" destId="{F65D9019-BA82-4E3D-83B2-ABB5FF2579A7}" srcOrd="8" destOrd="0" presId="urn:microsoft.com/office/officeart/2005/8/layout/orgChart1"/>
    <dgm:cxn modelId="{E4B84157-7BBA-4724-9F82-1A2DA34E283F}" type="presParOf" srcId="{891EF92F-D979-4B65-A956-927F3B94E9A7}" destId="{EEE8BB28-72A4-4F1C-B916-2EF5E0CFB7AB}" srcOrd="9" destOrd="0" presId="urn:microsoft.com/office/officeart/2005/8/layout/orgChart1"/>
    <dgm:cxn modelId="{6DDC121A-832B-4060-8948-691A322272CD}" type="presParOf" srcId="{EEE8BB28-72A4-4F1C-B916-2EF5E0CFB7AB}" destId="{D7FD3B69-318D-4716-980D-17DBB0D9184A}" srcOrd="0" destOrd="0" presId="urn:microsoft.com/office/officeart/2005/8/layout/orgChart1"/>
    <dgm:cxn modelId="{1458BAA3-E214-4A0A-A9FB-AAAF40AC7F78}" type="presParOf" srcId="{D7FD3B69-318D-4716-980D-17DBB0D9184A}" destId="{49041C56-8DBB-4E15-9309-32C3414C130B}" srcOrd="0" destOrd="0" presId="urn:microsoft.com/office/officeart/2005/8/layout/orgChart1"/>
    <dgm:cxn modelId="{22613811-3984-4054-BE36-EB98BCB25592}" type="presParOf" srcId="{D7FD3B69-318D-4716-980D-17DBB0D9184A}" destId="{CCAEA21D-33BD-48F6-BBF0-8F74361FC574}" srcOrd="1" destOrd="0" presId="urn:microsoft.com/office/officeart/2005/8/layout/orgChart1"/>
    <dgm:cxn modelId="{0D8184EF-3F11-41C6-847F-0BE42058F75C}" type="presParOf" srcId="{EEE8BB28-72A4-4F1C-B916-2EF5E0CFB7AB}" destId="{65BF7582-78EA-4263-8279-CEC8E2A32407}" srcOrd="1" destOrd="0" presId="urn:microsoft.com/office/officeart/2005/8/layout/orgChart1"/>
    <dgm:cxn modelId="{5023B658-B3E3-4AC6-8999-6295ECB1E191}" type="presParOf" srcId="{EEE8BB28-72A4-4F1C-B916-2EF5E0CFB7AB}" destId="{B4B2ACAF-8A8F-4AA2-976D-CC039237EAB0}" srcOrd="2" destOrd="0" presId="urn:microsoft.com/office/officeart/2005/8/layout/orgChart1"/>
    <dgm:cxn modelId="{CD49CF16-7496-478A-941B-7EB888552A53}" type="presParOf" srcId="{25FB3294-6267-459D-B608-A03070709D81}" destId="{775041CF-AFA1-45CD-97A7-24F45133876C}" srcOrd="2" destOrd="0" presId="urn:microsoft.com/office/officeart/2005/8/layout/orgChart1"/>
    <dgm:cxn modelId="{6112B895-FBEF-46E5-9B20-7DA35E6159B3}" type="presParOf" srcId="{66CCCC8E-CE96-4EB3-B52B-E340CD35BB97}" destId="{D6ACD195-0D81-472A-B264-B9618D08762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54A224-6ED2-45A8-82EB-4E9B4E42ABF3}">
      <dsp:nvSpPr>
        <dsp:cNvPr id="0" name=""/>
        <dsp:cNvSpPr/>
      </dsp:nvSpPr>
      <dsp:spPr>
        <a:xfrm>
          <a:off x="5309961" y="1114102"/>
          <a:ext cx="2123922" cy="3686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307"/>
              </a:lnTo>
              <a:lnTo>
                <a:pt x="2123922" y="184307"/>
              </a:lnTo>
              <a:lnTo>
                <a:pt x="2123922" y="36861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B227D7-8FBB-4E0A-BC60-A879F4C98F98}">
      <dsp:nvSpPr>
        <dsp:cNvPr id="0" name=""/>
        <dsp:cNvSpPr/>
      </dsp:nvSpPr>
      <dsp:spPr>
        <a:xfrm>
          <a:off x="5125618" y="1114102"/>
          <a:ext cx="184342" cy="368614"/>
        </a:xfrm>
        <a:custGeom>
          <a:avLst/>
          <a:gdLst/>
          <a:ahLst/>
          <a:cxnLst/>
          <a:rect l="0" t="0" r="0" b="0"/>
          <a:pathLst>
            <a:path>
              <a:moveTo>
                <a:pt x="184342" y="0"/>
              </a:moveTo>
              <a:lnTo>
                <a:pt x="184342" y="184307"/>
              </a:lnTo>
              <a:lnTo>
                <a:pt x="0" y="184307"/>
              </a:lnTo>
              <a:lnTo>
                <a:pt x="0" y="36861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17CB90-ABB9-4F70-9D99-F9637849D7CE}">
      <dsp:nvSpPr>
        <dsp:cNvPr id="0" name=""/>
        <dsp:cNvSpPr/>
      </dsp:nvSpPr>
      <dsp:spPr>
        <a:xfrm>
          <a:off x="3879350" y="3797634"/>
          <a:ext cx="184307" cy="807441"/>
        </a:xfrm>
        <a:custGeom>
          <a:avLst/>
          <a:gdLst/>
          <a:ahLst/>
          <a:cxnLst/>
          <a:rect l="0" t="0" r="0" b="0"/>
          <a:pathLst>
            <a:path>
              <a:moveTo>
                <a:pt x="184307" y="0"/>
              </a:moveTo>
              <a:lnTo>
                <a:pt x="184307" y="807441"/>
              </a:lnTo>
              <a:lnTo>
                <a:pt x="0" y="80744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C24F7A-BE9E-4BD0-8217-FE32E1E285FA}">
      <dsp:nvSpPr>
        <dsp:cNvPr id="0" name=""/>
        <dsp:cNvSpPr/>
      </dsp:nvSpPr>
      <dsp:spPr>
        <a:xfrm>
          <a:off x="3001696" y="2551365"/>
          <a:ext cx="1061961" cy="3686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307"/>
              </a:lnTo>
              <a:lnTo>
                <a:pt x="1061961" y="184307"/>
              </a:lnTo>
              <a:lnTo>
                <a:pt x="1061961" y="36861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FD7A80-6634-4A8D-B918-1D6F4B7E3D6A}">
      <dsp:nvSpPr>
        <dsp:cNvPr id="0" name=""/>
        <dsp:cNvSpPr/>
      </dsp:nvSpPr>
      <dsp:spPr>
        <a:xfrm>
          <a:off x="1755428" y="3797634"/>
          <a:ext cx="184307" cy="807441"/>
        </a:xfrm>
        <a:custGeom>
          <a:avLst/>
          <a:gdLst/>
          <a:ahLst/>
          <a:cxnLst/>
          <a:rect l="0" t="0" r="0" b="0"/>
          <a:pathLst>
            <a:path>
              <a:moveTo>
                <a:pt x="184307" y="0"/>
              </a:moveTo>
              <a:lnTo>
                <a:pt x="184307" y="807441"/>
              </a:lnTo>
              <a:lnTo>
                <a:pt x="0" y="80744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EA56CD-3858-4AD3-A0F3-A11564AA960D}">
      <dsp:nvSpPr>
        <dsp:cNvPr id="0" name=""/>
        <dsp:cNvSpPr/>
      </dsp:nvSpPr>
      <dsp:spPr>
        <a:xfrm>
          <a:off x="1939735" y="2551365"/>
          <a:ext cx="1061961" cy="368614"/>
        </a:xfrm>
        <a:custGeom>
          <a:avLst/>
          <a:gdLst/>
          <a:ahLst/>
          <a:cxnLst/>
          <a:rect l="0" t="0" r="0" b="0"/>
          <a:pathLst>
            <a:path>
              <a:moveTo>
                <a:pt x="1061961" y="0"/>
              </a:moveTo>
              <a:lnTo>
                <a:pt x="1061961" y="184307"/>
              </a:lnTo>
              <a:lnTo>
                <a:pt x="0" y="184307"/>
              </a:lnTo>
              <a:lnTo>
                <a:pt x="0" y="36861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4123E9-2E4E-4167-97E5-818028031C9F}">
      <dsp:nvSpPr>
        <dsp:cNvPr id="0" name=""/>
        <dsp:cNvSpPr/>
      </dsp:nvSpPr>
      <dsp:spPr>
        <a:xfrm>
          <a:off x="3001696" y="1114102"/>
          <a:ext cx="2308264" cy="368614"/>
        </a:xfrm>
        <a:custGeom>
          <a:avLst/>
          <a:gdLst/>
          <a:ahLst/>
          <a:cxnLst/>
          <a:rect l="0" t="0" r="0" b="0"/>
          <a:pathLst>
            <a:path>
              <a:moveTo>
                <a:pt x="2308264" y="0"/>
              </a:moveTo>
              <a:lnTo>
                <a:pt x="2308264" y="184307"/>
              </a:lnTo>
              <a:lnTo>
                <a:pt x="0" y="184307"/>
              </a:lnTo>
              <a:lnTo>
                <a:pt x="0" y="36861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4DD7CA-9A63-43CB-8652-711697C06262}">
      <dsp:nvSpPr>
        <dsp:cNvPr id="0" name=""/>
        <dsp:cNvSpPr/>
      </dsp:nvSpPr>
      <dsp:spPr>
        <a:xfrm>
          <a:off x="4432307" y="68097"/>
          <a:ext cx="1755307" cy="1046005"/>
        </a:xfrm>
        <a:prstGeom prst="rect">
          <a:avLst/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Purpose of financial 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analysis</a:t>
          </a:r>
          <a:endParaRPr lang="en-ZA" sz="1800" kern="1200" dirty="0">
            <a:solidFill>
              <a:prstClr val="white"/>
            </a:solidFill>
            <a:latin typeface="Tahoma"/>
            <a:ea typeface="ＭＳ Ｐゴシック"/>
            <a:cs typeface="+mn-cs"/>
          </a:endParaRPr>
        </a:p>
      </dsp:txBody>
      <dsp:txXfrm>
        <a:off x="4432307" y="68097"/>
        <a:ext cx="1755307" cy="1046005"/>
      </dsp:txXfrm>
    </dsp:sp>
    <dsp:sp modelId="{59FEA983-E4A0-4107-B054-7624D06CFF44}">
      <dsp:nvSpPr>
        <dsp:cNvPr id="0" name=""/>
        <dsp:cNvSpPr/>
      </dsp:nvSpPr>
      <dsp:spPr>
        <a:xfrm>
          <a:off x="2124042" y="1482717"/>
          <a:ext cx="1755307" cy="10686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Evaluate financial performance</a:t>
          </a:r>
          <a:endParaRPr lang="en-ZA" sz="1800" kern="1200" dirty="0"/>
        </a:p>
      </dsp:txBody>
      <dsp:txXfrm>
        <a:off x="2124042" y="1482717"/>
        <a:ext cx="1755307" cy="1068648"/>
      </dsp:txXfrm>
    </dsp:sp>
    <dsp:sp modelId="{17B02BDC-C823-4B63-8FC9-AB2FAC9F4B0A}">
      <dsp:nvSpPr>
        <dsp:cNvPr id="0" name=""/>
        <dsp:cNvSpPr/>
      </dsp:nvSpPr>
      <dsp:spPr>
        <a:xfrm>
          <a:off x="1062081" y="2919980"/>
          <a:ext cx="1755307" cy="8776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Economic conditions</a:t>
          </a:r>
          <a:endParaRPr lang="en-ZA" sz="1800" kern="1200" dirty="0"/>
        </a:p>
      </dsp:txBody>
      <dsp:txXfrm>
        <a:off x="1062081" y="2919980"/>
        <a:ext cx="1755307" cy="877653"/>
      </dsp:txXfrm>
    </dsp:sp>
    <dsp:sp modelId="{86681D18-98CB-436E-8315-294DAF8E4487}">
      <dsp:nvSpPr>
        <dsp:cNvPr id="0" name=""/>
        <dsp:cNvSpPr/>
      </dsp:nvSpPr>
      <dsp:spPr>
        <a:xfrm>
          <a:off x="120" y="4166248"/>
          <a:ext cx="1755307" cy="8776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Economic cycles – expand/contract</a:t>
          </a:r>
          <a:endParaRPr lang="en-ZA" sz="1800" kern="1200" dirty="0"/>
        </a:p>
      </dsp:txBody>
      <dsp:txXfrm>
        <a:off x="120" y="4166248"/>
        <a:ext cx="1755307" cy="877653"/>
      </dsp:txXfrm>
    </dsp:sp>
    <dsp:sp modelId="{EA20B189-A75B-4574-8762-6930D7CFB0C3}">
      <dsp:nvSpPr>
        <dsp:cNvPr id="0" name=""/>
        <dsp:cNvSpPr/>
      </dsp:nvSpPr>
      <dsp:spPr>
        <a:xfrm>
          <a:off x="3186003" y="2919980"/>
          <a:ext cx="1755307" cy="8776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Competitive factors</a:t>
          </a:r>
          <a:endParaRPr lang="en-ZA" sz="1800" kern="1200" dirty="0"/>
        </a:p>
      </dsp:txBody>
      <dsp:txXfrm>
        <a:off x="3186003" y="2919980"/>
        <a:ext cx="1755307" cy="877653"/>
      </dsp:txXfrm>
    </dsp:sp>
    <dsp:sp modelId="{7ED877F3-7451-4223-A771-F623677874EF}">
      <dsp:nvSpPr>
        <dsp:cNvPr id="0" name=""/>
        <dsp:cNvSpPr/>
      </dsp:nvSpPr>
      <dsp:spPr>
        <a:xfrm>
          <a:off x="2124042" y="4166248"/>
          <a:ext cx="1755307" cy="8776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Monopoly vs  Oligopoly</a:t>
          </a:r>
          <a:endParaRPr lang="en-ZA" sz="1800" kern="1200" dirty="0"/>
        </a:p>
      </dsp:txBody>
      <dsp:txXfrm>
        <a:off x="2124042" y="4166248"/>
        <a:ext cx="1755307" cy="877653"/>
      </dsp:txXfrm>
    </dsp:sp>
    <dsp:sp modelId="{AF13DC83-A403-4385-8102-3A46FDB0DF12}">
      <dsp:nvSpPr>
        <dsp:cNvPr id="0" name=""/>
        <dsp:cNvSpPr/>
      </dsp:nvSpPr>
      <dsp:spPr>
        <a:xfrm>
          <a:off x="4247964" y="1482717"/>
          <a:ext cx="1755307" cy="10686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Evaluate financial 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position</a:t>
          </a:r>
          <a:endParaRPr lang="en-ZA" sz="1800" kern="1200" dirty="0"/>
        </a:p>
      </dsp:txBody>
      <dsp:txXfrm>
        <a:off x="4247964" y="1482717"/>
        <a:ext cx="1755307" cy="1068648"/>
      </dsp:txXfrm>
    </dsp:sp>
    <dsp:sp modelId="{9E910CF3-89C1-421B-8814-DE8CF17F1952}">
      <dsp:nvSpPr>
        <dsp:cNvPr id="0" name=""/>
        <dsp:cNvSpPr/>
      </dsp:nvSpPr>
      <dsp:spPr>
        <a:xfrm>
          <a:off x="6371887" y="1482717"/>
          <a:ext cx="2123992" cy="10520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Evaluate future plans based on budgeted statements</a:t>
          </a:r>
          <a:endParaRPr lang="en-ZA" sz="1800" kern="1200" dirty="0"/>
        </a:p>
      </dsp:txBody>
      <dsp:txXfrm>
        <a:off x="6371887" y="1482717"/>
        <a:ext cx="2123992" cy="10520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5873C8-B9F5-427E-AA7C-0835AACABBC4}">
      <dsp:nvSpPr>
        <dsp:cNvPr id="0" name=""/>
        <dsp:cNvSpPr/>
      </dsp:nvSpPr>
      <dsp:spPr>
        <a:xfrm>
          <a:off x="4880992" y="2658663"/>
          <a:ext cx="580813" cy="8354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5401"/>
              </a:lnTo>
              <a:lnTo>
                <a:pt x="580813" y="83540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B227D7-8FBB-4E0A-BC60-A879F4C98F98}">
      <dsp:nvSpPr>
        <dsp:cNvPr id="0" name=""/>
        <dsp:cNvSpPr/>
      </dsp:nvSpPr>
      <dsp:spPr>
        <a:xfrm>
          <a:off x="4040999" y="1110657"/>
          <a:ext cx="1847994" cy="4133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647"/>
              </a:lnTo>
              <a:lnTo>
                <a:pt x="1847994" y="217647"/>
              </a:lnTo>
              <a:lnTo>
                <a:pt x="1847994" y="41334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EA56CD-3858-4AD3-A0F3-A11564AA960D}">
      <dsp:nvSpPr>
        <dsp:cNvPr id="0" name=""/>
        <dsp:cNvSpPr/>
      </dsp:nvSpPr>
      <dsp:spPr>
        <a:xfrm>
          <a:off x="1370390" y="2658663"/>
          <a:ext cx="584913" cy="8353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5366"/>
              </a:lnTo>
              <a:lnTo>
                <a:pt x="584913" y="83536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4123E9-2E4E-4167-97E5-818028031C9F}">
      <dsp:nvSpPr>
        <dsp:cNvPr id="0" name=""/>
        <dsp:cNvSpPr/>
      </dsp:nvSpPr>
      <dsp:spPr>
        <a:xfrm>
          <a:off x="2378391" y="1110657"/>
          <a:ext cx="1662607" cy="413340"/>
        </a:xfrm>
        <a:custGeom>
          <a:avLst/>
          <a:gdLst/>
          <a:ahLst/>
          <a:cxnLst/>
          <a:rect l="0" t="0" r="0" b="0"/>
          <a:pathLst>
            <a:path>
              <a:moveTo>
                <a:pt x="1662607" y="0"/>
              </a:moveTo>
              <a:lnTo>
                <a:pt x="1662607" y="217647"/>
              </a:lnTo>
              <a:lnTo>
                <a:pt x="0" y="217647"/>
              </a:lnTo>
              <a:lnTo>
                <a:pt x="0" y="41334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4DD7CA-9A63-43CB-8652-711697C06262}">
      <dsp:nvSpPr>
        <dsp:cNvPr id="0" name=""/>
        <dsp:cNvSpPr/>
      </dsp:nvSpPr>
      <dsp:spPr>
        <a:xfrm>
          <a:off x="2780997" y="34"/>
          <a:ext cx="2520003" cy="11106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Types of comparisons</a:t>
          </a:r>
          <a:endParaRPr lang="en-ZA" sz="1800" kern="1200" dirty="0"/>
        </a:p>
      </dsp:txBody>
      <dsp:txXfrm>
        <a:off x="2780997" y="34"/>
        <a:ext cx="2520003" cy="1110622"/>
      </dsp:txXfrm>
    </dsp:sp>
    <dsp:sp modelId="{59FEA983-E4A0-4107-B054-7624D06CFF44}">
      <dsp:nvSpPr>
        <dsp:cNvPr id="0" name=""/>
        <dsp:cNvSpPr/>
      </dsp:nvSpPr>
      <dsp:spPr>
        <a:xfrm>
          <a:off x="1118390" y="1523998"/>
          <a:ext cx="2520003" cy="1134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Industry comparative analysis</a:t>
          </a:r>
          <a:endParaRPr lang="en-ZA" sz="1800" kern="1200" dirty="0"/>
        </a:p>
      </dsp:txBody>
      <dsp:txXfrm>
        <a:off x="1118390" y="1523998"/>
        <a:ext cx="2520003" cy="1134665"/>
      </dsp:txXfrm>
    </dsp:sp>
    <dsp:sp modelId="{17B02BDC-C823-4B63-8FC9-AB2FAC9F4B0A}">
      <dsp:nvSpPr>
        <dsp:cNvPr id="0" name=""/>
        <dsp:cNvSpPr/>
      </dsp:nvSpPr>
      <dsp:spPr>
        <a:xfrm>
          <a:off x="1955303" y="3028094"/>
          <a:ext cx="2520003" cy="9318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Ratios compared to benchmark or industry</a:t>
          </a:r>
          <a:endParaRPr lang="en-ZA" sz="1800" kern="1200" dirty="0"/>
        </a:p>
      </dsp:txBody>
      <dsp:txXfrm>
        <a:off x="1955303" y="3028094"/>
        <a:ext cx="2520003" cy="931871"/>
      </dsp:txXfrm>
    </dsp:sp>
    <dsp:sp modelId="{AF13DC83-A403-4385-8102-3A46FDB0DF12}">
      <dsp:nvSpPr>
        <dsp:cNvPr id="0" name=""/>
        <dsp:cNvSpPr/>
      </dsp:nvSpPr>
      <dsp:spPr>
        <a:xfrm>
          <a:off x="4628991" y="1523998"/>
          <a:ext cx="2520003" cy="11346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Time-series analysis</a:t>
          </a:r>
          <a:endParaRPr lang="en-ZA" sz="1800" kern="1200" dirty="0"/>
        </a:p>
      </dsp:txBody>
      <dsp:txXfrm>
        <a:off x="4628991" y="1523998"/>
        <a:ext cx="2520003" cy="1134665"/>
      </dsp:txXfrm>
    </dsp:sp>
    <dsp:sp modelId="{BC7AD347-952B-4318-A3A7-E88FAA9FF816}">
      <dsp:nvSpPr>
        <dsp:cNvPr id="0" name=""/>
        <dsp:cNvSpPr/>
      </dsp:nvSpPr>
      <dsp:spPr>
        <a:xfrm>
          <a:off x="5461805" y="3028128"/>
          <a:ext cx="2520003" cy="9318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Ratios compared to previous year’s ratio of same company</a:t>
          </a:r>
          <a:endParaRPr lang="en-ZA" sz="1800" kern="1200" dirty="0">
            <a:solidFill>
              <a:prstClr val="white"/>
            </a:solidFill>
            <a:latin typeface="Tahoma"/>
            <a:ea typeface="ＭＳ Ｐゴシック"/>
            <a:cs typeface="+mn-cs"/>
          </a:endParaRPr>
        </a:p>
      </dsp:txBody>
      <dsp:txXfrm>
        <a:off x="5461805" y="3028128"/>
        <a:ext cx="2520003" cy="9318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5D9019-BA82-4E3D-83B2-ABB5FF2579A7}">
      <dsp:nvSpPr>
        <dsp:cNvPr id="0" name=""/>
        <dsp:cNvSpPr/>
      </dsp:nvSpPr>
      <dsp:spPr>
        <a:xfrm>
          <a:off x="7421759" y="1404611"/>
          <a:ext cx="182808" cy="27511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51198"/>
              </a:lnTo>
              <a:lnTo>
                <a:pt x="182808" y="275119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90B4D8-31E2-446E-B237-22F962C9C8AF}">
      <dsp:nvSpPr>
        <dsp:cNvPr id="0" name=""/>
        <dsp:cNvSpPr/>
      </dsp:nvSpPr>
      <dsp:spPr>
        <a:xfrm>
          <a:off x="7421759" y="1404611"/>
          <a:ext cx="184722" cy="21684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68483"/>
              </a:lnTo>
              <a:lnTo>
                <a:pt x="184722" y="216848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F5645B-056D-40FC-B979-F1DF21F31820}">
      <dsp:nvSpPr>
        <dsp:cNvPr id="0" name=""/>
        <dsp:cNvSpPr/>
      </dsp:nvSpPr>
      <dsp:spPr>
        <a:xfrm>
          <a:off x="7421759" y="1404611"/>
          <a:ext cx="182808" cy="15700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0027"/>
              </a:lnTo>
              <a:lnTo>
                <a:pt x="182808" y="157002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90E2C2-EE14-4578-B0C5-2FEFA014DA2B}">
      <dsp:nvSpPr>
        <dsp:cNvPr id="0" name=""/>
        <dsp:cNvSpPr/>
      </dsp:nvSpPr>
      <dsp:spPr>
        <a:xfrm>
          <a:off x="7421759" y="1404611"/>
          <a:ext cx="182808" cy="9800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0057"/>
              </a:lnTo>
              <a:lnTo>
                <a:pt x="182808" y="98005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92ABEA-1D69-4EBC-B29F-E63909124A33}">
      <dsp:nvSpPr>
        <dsp:cNvPr id="0" name=""/>
        <dsp:cNvSpPr/>
      </dsp:nvSpPr>
      <dsp:spPr>
        <a:xfrm>
          <a:off x="7421759" y="1404611"/>
          <a:ext cx="182808" cy="411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1840"/>
              </a:lnTo>
              <a:lnTo>
                <a:pt x="182808" y="41184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D227D6-DE47-41F2-9E99-FB0E8B768363}">
      <dsp:nvSpPr>
        <dsp:cNvPr id="0" name=""/>
        <dsp:cNvSpPr/>
      </dsp:nvSpPr>
      <dsp:spPr>
        <a:xfrm>
          <a:off x="4379708" y="562395"/>
          <a:ext cx="3417515" cy="1437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25"/>
              </a:lnTo>
              <a:lnTo>
                <a:pt x="3417515" y="47125"/>
              </a:lnTo>
              <a:lnTo>
                <a:pt x="3417515" y="1437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98616B-4909-4ED2-A9D9-3C496F2420EA}">
      <dsp:nvSpPr>
        <dsp:cNvPr id="0" name=""/>
        <dsp:cNvSpPr/>
      </dsp:nvSpPr>
      <dsp:spPr>
        <a:xfrm>
          <a:off x="5784353" y="1404611"/>
          <a:ext cx="282830" cy="15971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7133"/>
              </a:lnTo>
              <a:lnTo>
                <a:pt x="282830" y="159713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571993-57F2-49F3-BCDE-B43E052B0DDD}">
      <dsp:nvSpPr>
        <dsp:cNvPr id="0" name=""/>
        <dsp:cNvSpPr/>
      </dsp:nvSpPr>
      <dsp:spPr>
        <a:xfrm>
          <a:off x="5784353" y="1404611"/>
          <a:ext cx="282830" cy="9559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55902"/>
              </a:lnTo>
              <a:lnTo>
                <a:pt x="282830" y="95590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911408-262A-4560-B944-AF33993FDE35}">
      <dsp:nvSpPr>
        <dsp:cNvPr id="0" name=""/>
        <dsp:cNvSpPr/>
      </dsp:nvSpPr>
      <dsp:spPr>
        <a:xfrm>
          <a:off x="5784353" y="1404611"/>
          <a:ext cx="282830" cy="371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1007"/>
              </a:lnTo>
              <a:lnTo>
                <a:pt x="282830" y="37100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F29F04-4D32-41BA-A818-084D3606C9F5}">
      <dsp:nvSpPr>
        <dsp:cNvPr id="0" name=""/>
        <dsp:cNvSpPr/>
      </dsp:nvSpPr>
      <dsp:spPr>
        <a:xfrm>
          <a:off x="4379708" y="562395"/>
          <a:ext cx="1780108" cy="1437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125"/>
              </a:lnTo>
              <a:lnTo>
                <a:pt x="1780108" y="47125"/>
              </a:lnTo>
              <a:lnTo>
                <a:pt x="1780108" y="1437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A9FCB5-A24E-45EE-A208-6539B4E8E4E3}">
      <dsp:nvSpPr>
        <dsp:cNvPr id="0" name=""/>
        <dsp:cNvSpPr/>
      </dsp:nvSpPr>
      <dsp:spPr>
        <a:xfrm>
          <a:off x="3936338" y="1441315"/>
          <a:ext cx="423573" cy="27066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6655"/>
              </a:lnTo>
              <a:lnTo>
                <a:pt x="423573" y="270665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25027F-3F66-4C84-B4EB-E9FF44E4BC6C}">
      <dsp:nvSpPr>
        <dsp:cNvPr id="0" name=""/>
        <dsp:cNvSpPr/>
      </dsp:nvSpPr>
      <dsp:spPr>
        <a:xfrm>
          <a:off x="3936338" y="1441315"/>
          <a:ext cx="437450" cy="1900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0270"/>
              </a:lnTo>
              <a:lnTo>
                <a:pt x="437450" y="190027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AB7196-647C-4C1C-9E57-AB5435EC79C2}">
      <dsp:nvSpPr>
        <dsp:cNvPr id="0" name=""/>
        <dsp:cNvSpPr/>
      </dsp:nvSpPr>
      <dsp:spPr>
        <a:xfrm>
          <a:off x="3936338" y="1441315"/>
          <a:ext cx="400566" cy="11332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3266"/>
              </a:lnTo>
              <a:lnTo>
                <a:pt x="400566" y="113326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6BA9DB-D634-4C7A-8EB0-0F9522B970FF}">
      <dsp:nvSpPr>
        <dsp:cNvPr id="0" name=""/>
        <dsp:cNvSpPr/>
      </dsp:nvSpPr>
      <dsp:spPr>
        <a:xfrm>
          <a:off x="3936338" y="1441315"/>
          <a:ext cx="400566" cy="4612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1218"/>
              </a:lnTo>
              <a:lnTo>
                <a:pt x="400566" y="46121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54A224-6ED2-45A8-82EB-4E9B4E42ABF3}">
      <dsp:nvSpPr>
        <dsp:cNvPr id="0" name=""/>
        <dsp:cNvSpPr/>
      </dsp:nvSpPr>
      <dsp:spPr>
        <a:xfrm>
          <a:off x="4266083" y="562395"/>
          <a:ext cx="91440" cy="145532"/>
        </a:xfrm>
        <a:custGeom>
          <a:avLst/>
          <a:gdLst/>
          <a:ahLst/>
          <a:cxnLst/>
          <a:rect l="0" t="0" r="0" b="0"/>
          <a:pathLst>
            <a:path>
              <a:moveTo>
                <a:pt x="113625" y="0"/>
              </a:moveTo>
              <a:lnTo>
                <a:pt x="113625" y="48906"/>
              </a:lnTo>
              <a:lnTo>
                <a:pt x="45720" y="48906"/>
              </a:lnTo>
              <a:lnTo>
                <a:pt x="45720" y="14553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7E179C-7B74-44F9-8ED5-214E45D5008F}">
      <dsp:nvSpPr>
        <dsp:cNvPr id="0" name=""/>
        <dsp:cNvSpPr/>
      </dsp:nvSpPr>
      <dsp:spPr>
        <a:xfrm>
          <a:off x="2171810" y="1404611"/>
          <a:ext cx="287547" cy="8988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8861"/>
              </a:lnTo>
              <a:lnTo>
                <a:pt x="287547" y="89886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2C0468-8152-4897-B896-41A2807B3393}">
      <dsp:nvSpPr>
        <dsp:cNvPr id="0" name=""/>
        <dsp:cNvSpPr/>
      </dsp:nvSpPr>
      <dsp:spPr>
        <a:xfrm>
          <a:off x="2171810" y="1404611"/>
          <a:ext cx="287547" cy="3670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7059"/>
              </a:lnTo>
              <a:lnTo>
                <a:pt x="287547" y="36705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B227D7-8FBB-4E0A-BC60-A879F4C98F98}">
      <dsp:nvSpPr>
        <dsp:cNvPr id="0" name=""/>
        <dsp:cNvSpPr/>
      </dsp:nvSpPr>
      <dsp:spPr>
        <a:xfrm>
          <a:off x="2586629" y="562395"/>
          <a:ext cx="1793079" cy="147524"/>
        </a:xfrm>
        <a:custGeom>
          <a:avLst/>
          <a:gdLst/>
          <a:ahLst/>
          <a:cxnLst/>
          <a:rect l="0" t="0" r="0" b="0"/>
          <a:pathLst>
            <a:path>
              <a:moveTo>
                <a:pt x="1793079" y="0"/>
              </a:moveTo>
              <a:lnTo>
                <a:pt x="1793079" y="50898"/>
              </a:lnTo>
              <a:lnTo>
                <a:pt x="0" y="50898"/>
              </a:lnTo>
              <a:lnTo>
                <a:pt x="0" y="14752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E015F-36A0-43BF-9992-025BBCE67532}">
      <dsp:nvSpPr>
        <dsp:cNvPr id="0" name=""/>
        <dsp:cNvSpPr/>
      </dsp:nvSpPr>
      <dsp:spPr>
        <a:xfrm>
          <a:off x="436107" y="1408195"/>
          <a:ext cx="256522" cy="24899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89988"/>
              </a:lnTo>
              <a:lnTo>
                <a:pt x="256522" y="24899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88BFBD-BC09-4A3C-A4DC-5A51242A6D91}">
      <dsp:nvSpPr>
        <dsp:cNvPr id="0" name=""/>
        <dsp:cNvSpPr/>
      </dsp:nvSpPr>
      <dsp:spPr>
        <a:xfrm>
          <a:off x="436107" y="1408195"/>
          <a:ext cx="256522" cy="29967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96740"/>
              </a:lnTo>
              <a:lnTo>
                <a:pt x="256522" y="299674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C9E87E-8121-48CD-81EF-3F258CE7A495}">
      <dsp:nvSpPr>
        <dsp:cNvPr id="0" name=""/>
        <dsp:cNvSpPr/>
      </dsp:nvSpPr>
      <dsp:spPr>
        <a:xfrm>
          <a:off x="436107" y="1408195"/>
          <a:ext cx="256522" cy="19832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3235"/>
              </a:lnTo>
              <a:lnTo>
                <a:pt x="256522" y="198323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F9319A-D4DB-4023-9FEC-A47028A979A6}">
      <dsp:nvSpPr>
        <dsp:cNvPr id="0" name=""/>
        <dsp:cNvSpPr/>
      </dsp:nvSpPr>
      <dsp:spPr>
        <a:xfrm>
          <a:off x="436107" y="1408195"/>
          <a:ext cx="256522" cy="14764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6477"/>
              </a:lnTo>
              <a:lnTo>
                <a:pt x="256522" y="147647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C24F7A-BE9E-4BD0-8217-FE32E1E285FA}">
      <dsp:nvSpPr>
        <dsp:cNvPr id="0" name=""/>
        <dsp:cNvSpPr/>
      </dsp:nvSpPr>
      <dsp:spPr>
        <a:xfrm>
          <a:off x="436107" y="1408195"/>
          <a:ext cx="256522" cy="9697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9724"/>
              </a:lnTo>
              <a:lnTo>
                <a:pt x="256522" y="96972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EA56CD-3858-4AD3-A0F3-A11564AA960D}">
      <dsp:nvSpPr>
        <dsp:cNvPr id="0" name=""/>
        <dsp:cNvSpPr/>
      </dsp:nvSpPr>
      <dsp:spPr>
        <a:xfrm>
          <a:off x="436107" y="1408195"/>
          <a:ext cx="277393" cy="4171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7106"/>
              </a:lnTo>
              <a:lnTo>
                <a:pt x="277393" y="41710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4123E9-2E4E-4167-97E5-818028031C9F}">
      <dsp:nvSpPr>
        <dsp:cNvPr id="0" name=""/>
        <dsp:cNvSpPr/>
      </dsp:nvSpPr>
      <dsp:spPr>
        <a:xfrm>
          <a:off x="809786" y="562395"/>
          <a:ext cx="3569921" cy="143337"/>
        </a:xfrm>
        <a:custGeom>
          <a:avLst/>
          <a:gdLst/>
          <a:ahLst/>
          <a:cxnLst/>
          <a:rect l="0" t="0" r="0" b="0"/>
          <a:pathLst>
            <a:path>
              <a:moveTo>
                <a:pt x="3569921" y="0"/>
              </a:moveTo>
              <a:lnTo>
                <a:pt x="3569921" y="46711"/>
              </a:lnTo>
              <a:lnTo>
                <a:pt x="0" y="46711"/>
              </a:lnTo>
              <a:lnTo>
                <a:pt x="0" y="14333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4DD7CA-9A63-43CB-8652-711697C06262}">
      <dsp:nvSpPr>
        <dsp:cNvPr id="0" name=""/>
        <dsp:cNvSpPr/>
      </dsp:nvSpPr>
      <dsp:spPr>
        <a:xfrm>
          <a:off x="3337716" y="271"/>
          <a:ext cx="2083983" cy="562124"/>
        </a:xfrm>
        <a:prstGeom prst="rect">
          <a:avLst/>
        </a:prstGeom>
        <a:solidFill>
          <a:srgbClr val="99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+mj-lt"/>
            </a:rPr>
            <a:t>Ratio categories</a:t>
          </a:r>
          <a:endParaRPr lang="en-ZA" sz="1200" b="1" kern="1200" dirty="0">
            <a:latin typeface="+mj-lt"/>
          </a:endParaRPr>
        </a:p>
      </dsp:txBody>
      <dsp:txXfrm>
        <a:off x="3337716" y="271"/>
        <a:ext cx="2083983" cy="562124"/>
      </dsp:txXfrm>
    </dsp:sp>
    <dsp:sp modelId="{59FEA983-E4A0-4107-B054-7624D06CFF44}">
      <dsp:nvSpPr>
        <dsp:cNvPr id="0" name=""/>
        <dsp:cNvSpPr/>
      </dsp:nvSpPr>
      <dsp:spPr>
        <a:xfrm>
          <a:off x="342687" y="705733"/>
          <a:ext cx="934198" cy="702461"/>
        </a:xfrm>
        <a:prstGeom prst="rect">
          <a:avLst/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+mj-lt"/>
            </a:rPr>
            <a:t>Profitability ratios</a:t>
          </a:r>
          <a:endParaRPr lang="en-ZA" sz="1200" kern="1200" dirty="0">
            <a:latin typeface="+mj-lt"/>
          </a:endParaRPr>
        </a:p>
      </dsp:txBody>
      <dsp:txXfrm>
        <a:off x="342687" y="705733"/>
        <a:ext cx="934198" cy="702461"/>
      </dsp:txXfrm>
    </dsp:sp>
    <dsp:sp modelId="{17B02BDC-C823-4B63-8FC9-AB2FAC9F4B0A}">
      <dsp:nvSpPr>
        <dsp:cNvPr id="0" name=""/>
        <dsp:cNvSpPr/>
      </dsp:nvSpPr>
      <dsp:spPr>
        <a:xfrm>
          <a:off x="713501" y="1549379"/>
          <a:ext cx="920247" cy="551844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+mj-lt"/>
            </a:rPr>
            <a:t>Gross profit margin</a:t>
          </a:r>
          <a:endParaRPr lang="en-ZA" sz="1200" kern="1200" dirty="0">
            <a:latin typeface="+mj-lt"/>
          </a:endParaRPr>
        </a:p>
      </dsp:txBody>
      <dsp:txXfrm>
        <a:off x="713501" y="1549379"/>
        <a:ext cx="920247" cy="551844"/>
      </dsp:txXfrm>
    </dsp:sp>
    <dsp:sp modelId="{EA20B189-A75B-4574-8762-6930D7CFB0C3}">
      <dsp:nvSpPr>
        <dsp:cNvPr id="0" name=""/>
        <dsp:cNvSpPr/>
      </dsp:nvSpPr>
      <dsp:spPr>
        <a:xfrm>
          <a:off x="692630" y="2147858"/>
          <a:ext cx="920247" cy="460123"/>
        </a:xfrm>
        <a:prstGeom prst="rect">
          <a:avLst/>
        </a:prstGeom>
        <a:solidFill>
          <a:srgbClr val="C0504D">
            <a:lumMod val="60000"/>
            <a:lumOff val="4000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 dirty="0">
              <a:latin typeface="+mj-lt"/>
            </a:rPr>
            <a:t>Net profit margin</a:t>
          </a:r>
          <a:endParaRPr lang="en-ZA" sz="1200" kern="1200" dirty="0">
            <a:latin typeface="+mj-lt"/>
          </a:endParaRPr>
        </a:p>
      </dsp:txBody>
      <dsp:txXfrm>
        <a:off x="692630" y="2147858"/>
        <a:ext cx="920247" cy="460123"/>
      </dsp:txXfrm>
    </dsp:sp>
    <dsp:sp modelId="{074F6AD6-4D55-4857-B376-833C073DB614}">
      <dsp:nvSpPr>
        <dsp:cNvPr id="0" name=""/>
        <dsp:cNvSpPr/>
      </dsp:nvSpPr>
      <dsp:spPr>
        <a:xfrm>
          <a:off x="692630" y="2654611"/>
          <a:ext cx="920247" cy="460123"/>
        </a:xfrm>
        <a:prstGeom prst="rect">
          <a:avLst/>
        </a:prstGeom>
        <a:solidFill>
          <a:srgbClr val="C0504D">
            <a:lumMod val="60000"/>
            <a:lumOff val="4000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ROI</a:t>
          </a:r>
          <a:endParaRPr lang="en-ZA" sz="1200" kern="1200" dirty="0">
            <a:solidFill>
              <a:prstClr val="white"/>
            </a:solidFill>
            <a:latin typeface="Tahoma"/>
            <a:ea typeface="ＭＳ Ｐゴシック"/>
            <a:cs typeface="+mn-cs"/>
          </a:endParaRPr>
        </a:p>
      </dsp:txBody>
      <dsp:txXfrm>
        <a:off x="692630" y="2654611"/>
        <a:ext cx="920247" cy="460123"/>
      </dsp:txXfrm>
    </dsp:sp>
    <dsp:sp modelId="{E46BD705-D69D-4217-9E1E-071695C4D455}">
      <dsp:nvSpPr>
        <dsp:cNvPr id="0" name=""/>
        <dsp:cNvSpPr/>
      </dsp:nvSpPr>
      <dsp:spPr>
        <a:xfrm>
          <a:off x="692630" y="3161368"/>
          <a:ext cx="920247" cy="460123"/>
        </a:xfrm>
        <a:prstGeom prst="rect">
          <a:avLst/>
        </a:prstGeom>
        <a:solidFill>
          <a:srgbClr val="C0504D">
            <a:lumMod val="60000"/>
            <a:lumOff val="4000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ROE</a:t>
          </a:r>
          <a:endParaRPr lang="en-ZA" sz="1200" kern="1200" dirty="0">
            <a:solidFill>
              <a:prstClr val="white"/>
            </a:solidFill>
            <a:latin typeface="Tahoma"/>
            <a:ea typeface="ＭＳ Ｐゴシック"/>
            <a:cs typeface="+mn-cs"/>
          </a:endParaRPr>
        </a:p>
      </dsp:txBody>
      <dsp:txXfrm>
        <a:off x="692630" y="3161368"/>
        <a:ext cx="920247" cy="460123"/>
      </dsp:txXfrm>
    </dsp:sp>
    <dsp:sp modelId="{63FAB553-985C-4269-A900-9C97C3134F90}">
      <dsp:nvSpPr>
        <dsp:cNvPr id="0" name=""/>
        <dsp:cNvSpPr/>
      </dsp:nvSpPr>
      <dsp:spPr>
        <a:xfrm>
          <a:off x="692630" y="4174874"/>
          <a:ext cx="920247" cy="460123"/>
        </a:xfrm>
        <a:prstGeom prst="rect">
          <a:avLst/>
        </a:prstGeom>
        <a:solidFill>
          <a:srgbClr val="C0504D">
            <a:lumMod val="60000"/>
            <a:lumOff val="40000"/>
          </a:srgbClr>
        </a:solidFill>
        <a:ln w="57150" cap="flat" cmpd="sng" algn="ctr">
          <a:solidFill>
            <a:srgbClr val="99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*Operating profit margin</a:t>
          </a:r>
          <a:endParaRPr lang="en-ZA" sz="1200" kern="1200" dirty="0">
            <a:solidFill>
              <a:prstClr val="white"/>
            </a:solidFill>
            <a:latin typeface="Tahoma"/>
            <a:ea typeface="ＭＳ Ｐゴシック"/>
            <a:cs typeface="+mn-cs"/>
          </a:endParaRPr>
        </a:p>
      </dsp:txBody>
      <dsp:txXfrm>
        <a:off x="692630" y="4174874"/>
        <a:ext cx="920247" cy="460123"/>
      </dsp:txXfrm>
    </dsp:sp>
    <dsp:sp modelId="{E1DE8ECE-21B5-4B9D-84FC-774B33EC85B6}">
      <dsp:nvSpPr>
        <dsp:cNvPr id="0" name=""/>
        <dsp:cNvSpPr/>
      </dsp:nvSpPr>
      <dsp:spPr>
        <a:xfrm>
          <a:off x="692630" y="3668121"/>
          <a:ext cx="920247" cy="460123"/>
        </a:xfrm>
        <a:prstGeom prst="rect">
          <a:avLst/>
        </a:prstGeom>
        <a:solidFill>
          <a:srgbClr val="C0504D">
            <a:lumMod val="60000"/>
            <a:lumOff val="4000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Return on net assets</a:t>
          </a:r>
          <a:endParaRPr lang="en-ZA" sz="1200" kern="1200" dirty="0">
            <a:solidFill>
              <a:prstClr val="white"/>
            </a:solidFill>
            <a:latin typeface="Tahoma"/>
            <a:ea typeface="ＭＳ Ｐゴシック"/>
            <a:cs typeface="+mn-cs"/>
          </a:endParaRPr>
        </a:p>
      </dsp:txBody>
      <dsp:txXfrm>
        <a:off x="692630" y="3668121"/>
        <a:ext cx="920247" cy="460123"/>
      </dsp:txXfrm>
    </dsp:sp>
    <dsp:sp modelId="{AF13DC83-A403-4385-8102-3A46FDB0DF12}">
      <dsp:nvSpPr>
        <dsp:cNvPr id="0" name=""/>
        <dsp:cNvSpPr/>
      </dsp:nvSpPr>
      <dsp:spPr>
        <a:xfrm>
          <a:off x="2068106" y="709920"/>
          <a:ext cx="1037045" cy="694690"/>
        </a:xfrm>
        <a:prstGeom prst="rect">
          <a:avLst/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  <a:latin typeface="+mj-lt"/>
            </a:rPr>
            <a:t>Liquidity ratios</a:t>
          </a:r>
          <a:endParaRPr lang="en-ZA" sz="1200" kern="1200" dirty="0">
            <a:solidFill>
              <a:schemeClr val="bg1"/>
            </a:solidFill>
            <a:latin typeface="+mj-lt"/>
          </a:endParaRPr>
        </a:p>
      </dsp:txBody>
      <dsp:txXfrm>
        <a:off x="2068106" y="709920"/>
        <a:ext cx="1037045" cy="694690"/>
      </dsp:txXfrm>
    </dsp:sp>
    <dsp:sp modelId="{CAB704C7-2E09-47D9-8753-F9F8BF01DD05}">
      <dsp:nvSpPr>
        <dsp:cNvPr id="0" name=""/>
        <dsp:cNvSpPr/>
      </dsp:nvSpPr>
      <dsp:spPr>
        <a:xfrm>
          <a:off x="2459358" y="1541608"/>
          <a:ext cx="920247" cy="460123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  <a:latin typeface="+mj-lt"/>
            </a:rPr>
            <a:t>Current ratio</a:t>
          </a:r>
          <a:endParaRPr lang="en-ZA" sz="1200" kern="1200" dirty="0">
            <a:solidFill>
              <a:schemeClr val="tx1"/>
            </a:solidFill>
            <a:latin typeface="+mj-lt"/>
          </a:endParaRPr>
        </a:p>
      </dsp:txBody>
      <dsp:txXfrm>
        <a:off x="2459358" y="1541608"/>
        <a:ext cx="920247" cy="460123"/>
      </dsp:txXfrm>
    </dsp:sp>
    <dsp:sp modelId="{8D715F61-3455-4222-9AF3-EB15A27C04E1}">
      <dsp:nvSpPr>
        <dsp:cNvPr id="0" name=""/>
        <dsp:cNvSpPr/>
      </dsp:nvSpPr>
      <dsp:spPr>
        <a:xfrm>
          <a:off x="2459358" y="2073410"/>
          <a:ext cx="920247" cy="460123"/>
        </a:xfrm>
        <a:prstGeom prst="rect">
          <a:avLst/>
        </a:prstGeom>
        <a:solidFill>
          <a:srgbClr val="F79646">
            <a:lumMod val="40000"/>
            <a:lumOff val="6000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  <a:latin typeface="Tahoma"/>
              <a:ea typeface="ＭＳ Ｐゴシック"/>
              <a:cs typeface="+mn-cs"/>
            </a:rPr>
            <a:t>Quick</a:t>
          </a:r>
          <a:r>
            <a:rPr lang="en-US" sz="1200" kern="1200" dirty="0">
              <a:solidFill>
                <a:schemeClr val="tx1"/>
              </a:solidFill>
              <a:latin typeface="+mj-lt"/>
            </a:rPr>
            <a:t> ratio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  <a:latin typeface="+mj-lt"/>
            </a:rPr>
            <a:t>(acid-test)</a:t>
          </a:r>
          <a:endParaRPr lang="en-ZA" sz="1200" kern="1200" dirty="0">
            <a:solidFill>
              <a:schemeClr val="tx1"/>
            </a:solidFill>
            <a:latin typeface="+mj-lt"/>
          </a:endParaRPr>
        </a:p>
      </dsp:txBody>
      <dsp:txXfrm>
        <a:off x="2459358" y="2073410"/>
        <a:ext cx="920247" cy="460123"/>
      </dsp:txXfrm>
    </dsp:sp>
    <dsp:sp modelId="{9E910CF3-89C1-421B-8814-DE8CF17F1952}">
      <dsp:nvSpPr>
        <dsp:cNvPr id="0" name=""/>
        <dsp:cNvSpPr/>
      </dsp:nvSpPr>
      <dsp:spPr>
        <a:xfrm>
          <a:off x="3842472" y="707928"/>
          <a:ext cx="938661" cy="733386"/>
        </a:xfrm>
        <a:prstGeom prst="rect">
          <a:avLst/>
        </a:prstGeom>
        <a:solidFill>
          <a:schemeClr val="accent4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+mj-lt"/>
              <a:ea typeface="ＭＳ Ｐゴシック"/>
              <a:cs typeface="+mn-cs"/>
            </a:rPr>
            <a:t>Activity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+mj-lt"/>
              <a:ea typeface="ＭＳ Ｐゴシック"/>
              <a:cs typeface="+mn-cs"/>
            </a:rPr>
            <a:t>ratios</a:t>
          </a:r>
          <a:endParaRPr lang="en-ZA" sz="1200" kern="1200" dirty="0">
            <a:solidFill>
              <a:prstClr val="white"/>
            </a:solidFill>
            <a:latin typeface="+mj-lt"/>
            <a:ea typeface="ＭＳ Ｐゴシック"/>
            <a:cs typeface="+mn-cs"/>
          </a:endParaRPr>
        </a:p>
      </dsp:txBody>
      <dsp:txXfrm>
        <a:off x="3842472" y="707928"/>
        <a:ext cx="938661" cy="733386"/>
      </dsp:txXfrm>
    </dsp:sp>
    <dsp:sp modelId="{47A1DB81-A5E4-471D-A439-ADF0A6F68092}">
      <dsp:nvSpPr>
        <dsp:cNvPr id="0" name=""/>
        <dsp:cNvSpPr/>
      </dsp:nvSpPr>
      <dsp:spPr>
        <a:xfrm>
          <a:off x="4336905" y="1672472"/>
          <a:ext cx="920247" cy="460123"/>
        </a:xfrm>
        <a:prstGeom prst="rect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+mj-lt"/>
            </a:rPr>
            <a:t>Inventory turnover</a:t>
          </a:r>
          <a:endParaRPr lang="en-ZA" sz="1200" kern="1200" dirty="0">
            <a:latin typeface="+mj-lt"/>
          </a:endParaRPr>
        </a:p>
      </dsp:txBody>
      <dsp:txXfrm>
        <a:off x="4336905" y="1672472"/>
        <a:ext cx="920247" cy="460123"/>
      </dsp:txXfrm>
    </dsp:sp>
    <dsp:sp modelId="{B271CBC4-B918-48EF-8510-5B13A918CA10}">
      <dsp:nvSpPr>
        <dsp:cNvPr id="0" name=""/>
        <dsp:cNvSpPr/>
      </dsp:nvSpPr>
      <dsp:spPr>
        <a:xfrm>
          <a:off x="4336905" y="2271834"/>
          <a:ext cx="920247" cy="605495"/>
        </a:xfrm>
        <a:prstGeom prst="rect">
          <a:avLst/>
        </a:prstGeom>
        <a:solidFill>
          <a:srgbClr val="8064A2"/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Average</a:t>
          </a:r>
          <a:r>
            <a:rPr lang="en-US" sz="1200" kern="1200" dirty="0">
              <a:latin typeface="+mj-lt"/>
            </a:rPr>
            <a:t> collection period (ACP)</a:t>
          </a:r>
          <a:endParaRPr lang="en-ZA" sz="1200" kern="1200" dirty="0">
            <a:latin typeface="+mj-lt"/>
          </a:endParaRPr>
        </a:p>
      </dsp:txBody>
      <dsp:txXfrm>
        <a:off x="4336905" y="2271834"/>
        <a:ext cx="920247" cy="605495"/>
      </dsp:txXfrm>
    </dsp:sp>
    <dsp:sp modelId="{BB35CD59-08C7-4788-9AF3-D758B5F67BEF}">
      <dsp:nvSpPr>
        <dsp:cNvPr id="0" name=""/>
        <dsp:cNvSpPr/>
      </dsp:nvSpPr>
      <dsp:spPr>
        <a:xfrm>
          <a:off x="4373789" y="3038837"/>
          <a:ext cx="920247" cy="605495"/>
        </a:xfrm>
        <a:prstGeom prst="rect">
          <a:avLst/>
        </a:prstGeom>
        <a:solidFill>
          <a:srgbClr val="8064A2"/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Average payment period (APP)</a:t>
          </a:r>
          <a:endParaRPr lang="en-ZA" sz="1200" kern="1200" dirty="0">
            <a:solidFill>
              <a:prstClr val="white"/>
            </a:solidFill>
            <a:latin typeface="Tahoma"/>
            <a:ea typeface="ＭＳ Ｐゴシック"/>
            <a:cs typeface="+mn-cs"/>
          </a:endParaRPr>
        </a:p>
      </dsp:txBody>
      <dsp:txXfrm>
        <a:off x="4373789" y="3038837"/>
        <a:ext cx="920247" cy="605495"/>
      </dsp:txXfrm>
    </dsp:sp>
    <dsp:sp modelId="{D73FA950-7231-414F-9F5F-A6915882B526}">
      <dsp:nvSpPr>
        <dsp:cNvPr id="0" name=""/>
        <dsp:cNvSpPr/>
      </dsp:nvSpPr>
      <dsp:spPr>
        <a:xfrm>
          <a:off x="4359912" y="3917909"/>
          <a:ext cx="920247" cy="460123"/>
        </a:xfrm>
        <a:prstGeom prst="rect">
          <a:avLst/>
        </a:prstGeom>
        <a:solidFill>
          <a:srgbClr val="8064A2"/>
        </a:solidFill>
        <a:ln w="57150" cap="flat" cmpd="sng" algn="ctr">
          <a:solidFill>
            <a:srgbClr val="99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Tahoma"/>
              <a:ea typeface="ＭＳ Ｐゴシック"/>
              <a:cs typeface="+mn-cs"/>
            </a:rPr>
            <a:t>*Total asset  turnover</a:t>
          </a:r>
          <a:endParaRPr lang="en-ZA" sz="1200" kern="1200" dirty="0">
            <a:solidFill>
              <a:prstClr val="white"/>
            </a:solidFill>
            <a:latin typeface="Tahoma"/>
            <a:ea typeface="ＭＳ Ｐゴシック"/>
            <a:cs typeface="+mn-cs"/>
          </a:endParaRPr>
        </a:p>
      </dsp:txBody>
      <dsp:txXfrm>
        <a:off x="4359912" y="3917909"/>
        <a:ext cx="920247" cy="460123"/>
      </dsp:txXfrm>
    </dsp:sp>
    <dsp:sp modelId="{AB4FF165-B1BF-4F5E-849F-0ABEDE1C2B43}">
      <dsp:nvSpPr>
        <dsp:cNvPr id="0" name=""/>
        <dsp:cNvSpPr/>
      </dsp:nvSpPr>
      <dsp:spPr>
        <a:xfrm>
          <a:off x="5690486" y="706147"/>
          <a:ext cx="938661" cy="698463"/>
        </a:xfrm>
        <a:prstGeom prst="rect">
          <a:avLst/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+mj-lt"/>
            </a:rPr>
            <a:t>Solvency ratios</a:t>
          </a:r>
          <a:endParaRPr lang="en-ZA" sz="1200" kern="1200" dirty="0">
            <a:latin typeface="+mj-lt"/>
          </a:endParaRPr>
        </a:p>
      </dsp:txBody>
      <dsp:txXfrm>
        <a:off x="5690486" y="706147"/>
        <a:ext cx="938661" cy="698463"/>
      </dsp:txXfrm>
    </dsp:sp>
    <dsp:sp modelId="{E9A56428-BF7F-4E51-B6B8-50844ECA140C}">
      <dsp:nvSpPr>
        <dsp:cNvPr id="0" name=""/>
        <dsp:cNvSpPr/>
      </dsp:nvSpPr>
      <dsp:spPr>
        <a:xfrm>
          <a:off x="6067183" y="1545556"/>
          <a:ext cx="920247" cy="460123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  <a:latin typeface="+mj-lt"/>
            </a:rPr>
            <a:t>Debt ratio</a:t>
          </a:r>
          <a:endParaRPr lang="en-ZA" sz="1200" kern="1200" dirty="0">
            <a:solidFill>
              <a:schemeClr val="tx1"/>
            </a:solidFill>
            <a:latin typeface="+mj-lt"/>
          </a:endParaRPr>
        </a:p>
      </dsp:txBody>
      <dsp:txXfrm>
        <a:off x="6067183" y="1545556"/>
        <a:ext cx="920247" cy="460123"/>
      </dsp:txXfrm>
    </dsp:sp>
    <dsp:sp modelId="{0FF2C290-41D5-4B3D-9471-B3365C2C837B}">
      <dsp:nvSpPr>
        <dsp:cNvPr id="0" name=""/>
        <dsp:cNvSpPr/>
      </dsp:nvSpPr>
      <dsp:spPr>
        <a:xfrm>
          <a:off x="6067183" y="2130451"/>
          <a:ext cx="920247" cy="460123"/>
        </a:xfrm>
        <a:prstGeom prst="rect">
          <a:avLst/>
        </a:prstGeom>
        <a:solidFill>
          <a:srgbClr val="4BACC6">
            <a:lumMod val="60000"/>
            <a:lumOff val="4000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  <a:latin typeface="Tahoma"/>
              <a:ea typeface="ＭＳ Ｐゴシック"/>
              <a:cs typeface="+mn-cs"/>
            </a:rPr>
            <a:t>Debt-equity</a:t>
          </a:r>
          <a:r>
            <a:rPr lang="en-US" sz="1200" kern="1200" dirty="0">
              <a:solidFill>
                <a:schemeClr val="tx1"/>
              </a:solidFill>
              <a:latin typeface="+mj-lt"/>
            </a:rPr>
            <a:t> (D/E) ratio</a:t>
          </a:r>
          <a:endParaRPr lang="en-ZA" sz="1200" kern="1200" dirty="0">
            <a:solidFill>
              <a:schemeClr val="tx1"/>
            </a:solidFill>
            <a:latin typeface="+mj-lt"/>
          </a:endParaRPr>
        </a:p>
      </dsp:txBody>
      <dsp:txXfrm>
        <a:off x="6067183" y="2130451"/>
        <a:ext cx="920247" cy="460123"/>
      </dsp:txXfrm>
    </dsp:sp>
    <dsp:sp modelId="{A7720989-7CF0-4D5C-A4B0-81BB2C86BDA5}">
      <dsp:nvSpPr>
        <dsp:cNvPr id="0" name=""/>
        <dsp:cNvSpPr/>
      </dsp:nvSpPr>
      <dsp:spPr>
        <a:xfrm>
          <a:off x="6067183" y="2668309"/>
          <a:ext cx="920247" cy="666871"/>
        </a:xfrm>
        <a:prstGeom prst="rect">
          <a:avLst/>
        </a:prstGeom>
        <a:solidFill>
          <a:srgbClr val="4BACC6">
            <a:lumMod val="60000"/>
            <a:lumOff val="4000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  <a:latin typeface="Tahoma"/>
              <a:ea typeface="ＭＳ Ｐゴシック"/>
              <a:cs typeface="+mn-cs"/>
            </a:rPr>
            <a:t>Times</a:t>
          </a:r>
          <a:r>
            <a:rPr lang="en-US" sz="1200" kern="1200" dirty="0">
              <a:solidFill>
                <a:schemeClr val="tx1"/>
              </a:solidFill>
              <a:latin typeface="+mj-lt"/>
            </a:rPr>
            <a:t> </a:t>
          </a:r>
          <a:r>
            <a:rPr lang="en-US" sz="1200" kern="1200" dirty="0">
              <a:solidFill>
                <a:schemeClr val="tx1"/>
              </a:solidFill>
              <a:latin typeface="Tahoma"/>
              <a:ea typeface="ＭＳ Ｐゴシック"/>
              <a:cs typeface="+mn-cs"/>
            </a:rPr>
            <a:t>interest</a:t>
          </a:r>
          <a:r>
            <a:rPr lang="en-US" sz="1200" kern="1200" dirty="0">
              <a:solidFill>
                <a:schemeClr val="tx1"/>
              </a:solidFill>
              <a:latin typeface="+mj-lt"/>
            </a:rPr>
            <a:t> earned(TIE) ratio</a:t>
          </a:r>
          <a:endParaRPr lang="en-ZA" sz="1200" kern="1200" dirty="0">
            <a:solidFill>
              <a:schemeClr val="tx1"/>
            </a:solidFill>
            <a:latin typeface="+mj-lt"/>
          </a:endParaRPr>
        </a:p>
      </dsp:txBody>
      <dsp:txXfrm>
        <a:off x="6067183" y="2668309"/>
        <a:ext cx="920247" cy="666871"/>
      </dsp:txXfrm>
    </dsp:sp>
    <dsp:sp modelId="{07D557A4-CE4D-49F2-AF29-73602251C6BF}">
      <dsp:nvSpPr>
        <dsp:cNvPr id="0" name=""/>
        <dsp:cNvSpPr/>
      </dsp:nvSpPr>
      <dsp:spPr>
        <a:xfrm>
          <a:off x="7327892" y="706147"/>
          <a:ext cx="938661" cy="6984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>
              <a:latin typeface="+mj-lt"/>
            </a:rPr>
            <a:t>Securities market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>
              <a:latin typeface="+mj-lt"/>
            </a:rPr>
            <a:t>ratios</a:t>
          </a:r>
          <a:endParaRPr lang="en-ZA" sz="1200" kern="1200" dirty="0">
            <a:latin typeface="+mj-lt"/>
          </a:endParaRPr>
        </a:p>
      </dsp:txBody>
      <dsp:txXfrm>
        <a:off x="7327892" y="706147"/>
        <a:ext cx="938661" cy="698463"/>
      </dsp:txXfrm>
    </dsp:sp>
    <dsp:sp modelId="{43AD924E-DE7B-4389-A0D3-FFF1E7DDB4FF}">
      <dsp:nvSpPr>
        <dsp:cNvPr id="0" name=""/>
        <dsp:cNvSpPr/>
      </dsp:nvSpPr>
      <dsp:spPr>
        <a:xfrm>
          <a:off x="7604567" y="1543218"/>
          <a:ext cx="920247" cy="5464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+mj-lt"/>
            </a:rPr>
            <a:t>Earnings per share (EPS)</a:t>
          </a:r>
          <a:endParaRPr lang="en-ZA" sz="1200" kern="1200" dirty="0">
            <a:latin typeface="+mj-lt"/>
          </a:endParaRPr>
        </a:p>
      </dsp:txBody>
      <dsp:txXfrm>
        <a:off x="7604567" y="1543218"/>
        <a:ext cx="920247" cy="546466"/>
      </dsp:txXfrm>
    </dsp:sp>
    <dsp:sp modelId="{C9B3C2DC-064D-4653-915F-058BD63DC747}">
      <dsp:nvSpPr>
        <dsp:cNvPr id="0" name=""/>
        <dsp:cNvSpPr/>
      </dsp:nvSpPr>
      <dsp:spPr>
        <a:xfrm>
          <a:off x="7604567" y="2111435"/>
          <a:ext cx="920247" cy="5464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+mj-lt"/>
            </a:rPr>
            <a:t>Dividend per share (DPS)</a:t>
          </a:r>
          <a:endParaRPr lang="en-ZA" sz="1200" kern="1200" dirty="0">
            <a:latin typeface="+mj-lt"/>
          </a:endParaRPr>
        </a:p>
      </dsp:txBody>
      <dsp:txXfrm>
        <a:off x="7604567" y="2111435"/>
        <a:ext cx="920247" cy="546466"/>
      </dsp:txXfrm>
    </dsp:sp>
    <dsp:sp modelId="{7E3F37BE-F433-4837-B790-6FE7196E4E07}">
      <dsp:nvSpPr>
        <dsp:cNvPr id="0" name=""/>
        <dsp:cNvSpPr/>
      </dsp:nvSpPr>
      <dsp:spPr>
        <a:xfrm>
          <a:off x="7604567" y="2701405"/>
          <a:ext cx="920247" cy="5464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>
              <a:latin typeface="+mj-lt"/>
            </a:rPr>
            <a:t>Price-Earnings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>
              <a:latin typeface="+mj-lt"/>
            </a:rPr>
            <a:t>(PE) ratio</a:t>
          </a:r>
          <a:endParaRPr lang="en-ZA" sz="1200" kern="1200" dirty="0">
            <a:latin typeface="+mj-lt"/>
          </a:endParaRPr>
        </a:p>
      </dsp:txBody>
      <dsp:txXfrm>
        <a:off x="7604567" y="2701405"/>
        <a:ext cx="920247" cy="546466"/>
      </dsp:txXfrm>
    </dsp:sp>
    <dsp:sp modelId="{0F7FEE66-15AF-4477-9598-2D8DEEE8879B}">
      <dsp:nvSpPr>
        <dsp:cNvPr id="0" name=""/>
        <dsp:cNvSpPr/>
      </dsp:nvSpPr>
      <dsp:spPr>
        <a:xfrm>
          <a:off x="7606481" y="3299861"/>
          <a:ext cx="922161" cy="5464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+mj-lt"/>
            </a:rPr>
            <a:t>Earning yield</a:t>
          </a:r>
          <a:endParaRPr lang="en-ZA" sz="1200" kern="1200" dirty="0">
            <a:latin typeface="+mj-lt"/>
          </a:endParaRPr>
        </a:p>
      </dsp:txBody>
      <dsp:txXfrm>
        <a:off x="7606481" y="3299861"/>
        <a:ext cx="922161" cy="546466"/>
      </dsp:txXfrm>
    </dsp:sp>
    <dsp:sp modelId="{49041C56-8DBB-4E15-9309-32C3414C130B}">
      <dsp:nvSpPr>
        <dsp:cNvPr id="0" name=""/>
        <dsp:cNvSpPr/>
      </dsp:nvSpPr>
      <dsp:spPr>
        <a:xfrm>
          <a:off x="7604567" y="3882576"/>
          <a:ext cx="920247" cy="5464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+mj-lt"/>
            </a:rPr>
            <a:t>Dividend yield</a:t>
          </a:r>
          <a:endParaRPr lang="en-ZA" sz="1200" kern="1200" dirty="0">
            <a:latin typeface="+mj-lt"/>
          </a:endParaRPr>
        </a:p>
      </dsp:txBody>
      <dsp:txXfrm>
        <a:off x="7604567" y="3882576"/>
        <a:ext cx="920247" cy="5464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1903A18-4839-8D4F-8ABB-4D063655F5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086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6125"/>
            <a:ext cx="49720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00996E8-5341-8848-B47C-0F512A8E3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335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42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782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110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70919-F969-CE19-38EC-E6ED7C0EE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BB06B9F-E188-7B41-1132-4FD8001181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D010E94-FD98-C886-7975-2366C4627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274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D4253-F1E9-FB12-2776-43AAEC657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833EA06-84B6-5997-FDB2-BC00E80EC0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29C44F4-962A-F5AE-A433-E1C46F5580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811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820D4-B053-C849-7F2E-EB046F785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0773CA1-21F8-B5CF-96C0-007FF68C81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886DCD0-0A04-5E53-FAB0-FE695CEC52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967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934F9-F2FA-5B71-144D-3C2C095DB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E37EA27-4096-FBDF-B059-5F00B00900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FD37F8B-AC98-4DE5-D3EB-CBBAC64B2C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781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7F1D2-19A7-30BE-A9D3-2ECCDE4D8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41BD1FE-FE76-A3E9-DC30-0B5BBA440F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9C904E8-44DB-115A-8E26-B42E63FB3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4059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B4DE2-33CE-153C-9F27-5F3EBEA2A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DA28306-7ADF-CE41-AC67-B64237DA41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FD4A2ED-0D4D-1801-A779-5CBB730AC7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1449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116F9-5E46-50C5-6551-5C6CFD4B7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BBD3031-C9AA-2F6E-66B8-8725FCE9FF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4B4011A-89F8-B625-DC30-145107F3F1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4265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2D2BE-9518-C117-E5A2-A4DF1B4FB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B000B10-6FB6-D1E9-940D-F4264B7B96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1EB0E48-8AC2-ACC7-5D2F-489AC177E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3343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A890D-A6F2-50A7-88DB-A758E3AE0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740F197-120A-C1AA-17BA-24F12CDF4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1129AA5-3E5B-C9B0-F0A8-EDC43C1E59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8171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A9FDA-3B8D-3C7C-5068-5768678CF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82A7745-45E7-DA63-DF66-ADDEF7F323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DA3B08E-D395-6E7C-B78E-CF21B82BD8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8186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49177-975E-B5F0-84F8-A5E282D9A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87204A2-CEB4-3BD0-ADF0-1D6B11F96E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8E4ACBB-5B66-28E6-07EC-1DED96ADB2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683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3D9B0-6DD3-FC81-6731-04124B6BE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D6CF563-1CC2-B149-19A9-16B6778E68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1DB5EB6-9D01-B0D2-7ED2-FBEE0A0A7C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1007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195F9-CBD1-656D-F1F4-5A4B433DF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EFF3503-9E9A-4591-7D4A-8D941CD9E2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6946E08-B2E9-294A-6DB0-1DA58F0296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0355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77E08-3A7A-C3A5-AB55-0F30F6F1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C9A747D-72D7-416A-939E-A7031F42C8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936DA06-0B73-BDD5-57BD-C45B718F33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1141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58C70-46B4-F9CA-5431-2F17AD879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8647A01-898B-8031-35DB-23BE4F4ACA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31B4865-1711-5860-9495-54C373FE9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7105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78F74-CF2A-194B-E3D2-94B9ED16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E57A86A-43E2-1086-03B4-691F8DC792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D7414DB-35BF-389F-1FDD-9C97ADB8E0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9560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1DA7B-DDA5-1A58-3C1C-D7D88E549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4FF25B3-CF49-7F29-A7E8-43565A6B67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4850620-30DF-D2AF-5A9B-D9C1CCDE2B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5736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EDA3E-7D44-C213-5858-730A0794B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42873C4-A86D-56F6-D7CE-0BFAFECA1A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4CE2E99-A393-AA90-68B7-1347F22792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5742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E8296-4F39-AA08-35F0-822E8647A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07BC93E-92FF-A3B1-FF70-C7C362DBA7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384D4E0-68EB-6FE2-4AB5-4FF7C90AEB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3296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AA74A-D5D1-90EE-BBF2-3A756B75F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241403D-EADE-97BA-4F53-5DF4507C6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89AD54A-8F60-EB32-8E57-881616E26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2496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AB9B3-48E7-8F7F-2732-BF3E6B57C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B941332-C0F9-0FDA-79CB-EAF5EEA686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6F23D39-42A3-4A63-74B1-00A603A18C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5698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01974-A6FB-2D85-B0EE-C65769980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F1EEDB9-BCD3-0A19-5D6B-52440C64F7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FBD281D-7343-4742-1B1A-354EDD03F2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4892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602EC-6C08-E4EC-488F-DB1A4280D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6F1EABF-CEFD-5923-D723-95252EB14E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7A011E8-2435-A050-CC2F-C58B2C7916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9738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B8757-6778-5451-7B05-0202C3B66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AA3F61A-6F92-12FB-57AA-F9F5C04587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15DAE5C-C4B1-3050-990C-7B5D20DA54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3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98B52-D237-805E-71D5-FB5613E46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BEC97DE-0A87-A22B-16FB-06CDE357C6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AB806136-8A83-FFB6-B75D-8F72595E98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6147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AF3DA-2309-5E24-809E-81CC2E020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2B113FB-D226-D921-5945-5C398A9606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1B67C3D-DFE4-7D42-AFF5-A953C3C742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0760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4780C-B7BA-1373-6228-8E5F65F49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A70BB03-5533-0AE7-E961-69B89B9736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567928B-7B51-902E-9E9A-D081F59E11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8433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F5643-67B1-6B17-3565-C2DB5716C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A0E067F-F82F-7D48-B236-638CD2CEB9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7E1087E-DAA5-46A5-F858-2DC3F7F0E4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795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defTabSz="918698"/>
            <a:fld id="{73303AEE-F764-0E46-AFB6-085D8FECA2EE}" type="slidenum">
              <a:rPr lang="en-US">
                <a:solidFill>
                  <a:srgbClr val="000000"/>
                </a:solidFill>
              </a:rPr>
              <a:pPr defTabSz="918698"/>
              <a:t>32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39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7772400" cy="14700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0C429-FEEA-7C46-811F-BB6B290A1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E0EE7-581C-F445-BDC6-E24C5F5F0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6F7B1-1F54-DC45-AA19-AF9670526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F0B62-EB7C-4C4C-9663-BBBCE6538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D31C-B9FB-A342-BD45-9C454D027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9A667-37E8-0F44-9A2C-CCFACA3E4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AF9B5-D6E4-DD42-9360-808931439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CEB52-F4EC-F746-83D7-E3FE51B4A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EA789-1832-954F-943E-958C915F8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7250E-25D6-4747-832C-D993B004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E7CE9-E929-6C4E-9651-8733B138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6C6F65-9470-3143-AA4D-A7FCF6DFB4B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26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7772400" cy="1470025"/>
          </a:xfrm>
        </p:spPr>
        <p:txBody>
          <a:bodyPr/>
          <a:lstStyle>
            <a:lvl1pPr>
              <a:defR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C5801-AA14-4D1A-A09C-9A7B708D243D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0C429-FEEA-7C46-811F-BB6B290A1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30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E7E0EE7-581C-F445-BDC6-E24C5F5F02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94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5C6B5-DD21-4288-8561-AE356B15015C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6F7B1-1F54-DC45-AA19-AF9670526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631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59354-B95F-440D-8860-EF55DC073CE5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F0B62-EB7C-4C4C-9663-BBBCE6538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93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4B58B-DB37-4B77-A33E-10DE74417EED}" type="datetime1">
              <a:rPr lang="en-US" smtClean="0"/>
              <a:t>2/3/2026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D31C-B9FB-A342-BD45-9C454D027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01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2792B-6D6E-426B-AC0C-C6FEF743363F}" type="datetime1">
              <a:rPr lang="en-US" smtClean="0"/>
              <a:t>2/3/2026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9A667-37E8-0F44-9A2C-CCFACA3E4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82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DE5F5-1C57-47D5-852C-555C0AFFE31C}" type="datetime1">
              <a:rPr lang="en-US" smtClean="0"/>
              <a:t>2/3/2026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AF9B5-D6E4-DD42-9360-808931439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681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A1D04-25F2-4213-979E-6BF08363A9FC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CEB52-F4EC-F746-83D7-E3FE51B4A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553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F2C86-7BFE-466F-80DB-F7397FFB5C35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EA789-1832-954F-943E-958C915F8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23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52624-D27F-4068-A9A7-8BF922128060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7250E-25D6-4747-832C-D993B004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44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93FD7-5D95-4EB5-9D95-C3616D7FED50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E7CE9-E929-6C4E-9651-8733B138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602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32DAC-1C69-402C-AC50-7D9759DFBFB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981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46C6F65-9470-3143-AA4D-A7FCF6DFB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CA1720AD-FDE0-49DA-9374-2B2FC9527FE1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46C6F65-9470-3143-AA4D-A7FCF6DFB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1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3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notesSlide" Target="../notesSlides/notesSlide4.xml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notesSlide" Target="../notesSlides/notesSlide6.xml"/><Relationship Id="rId7" Type="http://schemas.openxmlformats.org/officeDocument/2006/relationships/diagramColors" Target="../diagrams/colors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ChangeArrowheads="1"/>
          </p:cNvSpPr>
          <p:nvPr/>
        </p:nvSpPr>
        <p:spPr bwMode="auto">
          <a:xfrm>
            <a:off x="5334000" y="2514600"/>
            <a:ext cx="3238583" cy="156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0" tIns="44446" rIns="90480" bIns="44446">
            <a:spAutoFit/>
          </a:bodyPr>
          <a:lstStyle/>
          <a:p>
            <a:pPr lvl="0" algn="ctr" defTabSz="912813" eaLnBrk="1" hangingPunct="1">
              <a:spcBef>
                <a:spcPct val="50000"/>
              </a:spcBef>
              <a:defRPr/>
            </a:pPr>
            <a:r>
              <a:rPr lang="en-ZA" sz="3200" b="1" dirty="0">
                <a:solidFill>
                  <a:srgbClr val="28287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Analysing financial statements</a:t>
            </a:r>
            <a:endParaRPr lang="en-GB" sz="3200" b="1" dirty="0">
              <a:solidFill>
                <a:srgbClr val="28287A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4339457" y="101304"/>
            <a:ext cx="5113283" cy="1132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0" tIns="44446" rIns="90480" bIns="44446" anchor="ctr"/>
          <a:lstStyle/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+mn-lt"/>
                <a:ea typeface="+mn-ea"/>
                <a:cs typeface="Arial" charset="0"/>
              </a:rPr>
              <a:t>Chapter 4</a:t>
            </a:r>
          </a:p>
        </p:txBody>
      </p:sp>
      <p:sp>
        <p:nvSpPr>
          <p:cNvPr id="4101" name="Rectangle 6"/>
          <p:cNvSpPr>
            <a:spLocks noChangeArrowheads="1"/>
          </p:cNvSpPr>
          <p:nvPr/>
        </p:nvSpPr>
        <p:spPr bwMode="auto">
          <a:xfrm>
            <a:off x="4604084" y="5387788"/>
            <a:ext cx="4562328" cy="1013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0" tIns="44446" rIns="90480" bIns="44446">
            <a:spAutoFit/>
          </a:bodyPr>
          <a:lstStyle/>
          <a:p>
            <a:pPr lvl="0" algn="ctr" defTabSz="912813" eaLnBrk="1" hangingPunct="1"/>
            <a:r>
              <a:rPr lang="en-GB" sz="2000" b="1" dirty="0">
                <a:solidFill>
                  <a:srgbClr val="28287A"/>
                </a:solidFill>
                <a:latin typeface="+mn-lt"/>
                <a:ea typeface="+mn-ea"/>
                <a:cs typeface="Arial" charset="0"/>
              </a:rPr>
              <a:t>Slides by Prof C Rootman, Dr S Watson, Ms E Kobese </a:t>
            </a:r>
          </a:p>
          <a:p>
            <a:pPr lvl="0" algn="ctr" defTabSz="912813" eaLnBrk="1" hangingPunct="1"/>
            <a:r>
              <a:rPr lang="en-GB" sz="2000" b="1" dirty="0">
                <a:solidFill>
                  <a:srgbClr val="28287A"/>
                </a:solidFill>
                <a:latin typeface="+mn-lt"/>
                <a:ea typeface="+mn-ea"/>
                <a:cs typeface="Arial" charset="0"/>
              </a:rPr>
              <a:t>&amp; Ms N Maliwa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rgbClr val="28287A"/>
              </a:solidFill>
              <a:effectLst/>
              <a:uLnTx/>
              <a:uFillTx/>
              <a:latin typeface="+mn-lt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134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269"/>
    </mc:Choice>
    <mc:Fallback xmlns="">
      <p:transition spd="slow" advTm="7626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9" name="Rectangle 1031"/>
          <p:cNvSpPr>
            <a:spLocks noGrp="1" noChangeArrowheads="1"/>
          </p:cNvSpPr>
          <p:nvPr>
            <p:ph type="title"/>
          </p:nvPr>
        </p:nvSpPr>
        <p:spPr>
          <a:xfrm>
            <a:off x="190500" y="76200"/>
            <a:ext cx="8763000" cy="685800"/>
          </a:xfrm>
        </p:spPr>
        <p:txBody>
          <a:bodyPr/>
          <a:lstStyle/>
          <a:p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outcomes: Chapter 4</a:t>
            </a:r>
            <a:endParaRPr lang="en-US" sz="28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9400" name="Rectangle 1032"/>
          <p:cNvSpPr>
            <a:spLocks noGrp="1" noChangeArrowheads="1"/>
          </p:cNvSpPr>
          <p:nvPr>
            <p:ph idx="1"/>
          </p:nvPr>
        </p:nvSpPr>
        <p:spPr>
          <a:xfrm>
            <a:off x="217394" y="914400"/>
            <a:ext cx="8762999" cy="5791200"/>
          </a:xfrm>
        </p:spPr>
        <p:txBody>
          <a:bodyPr/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ZA" sz="2400" dirty="0"/>
              <a:t>distinguish between industry comparative and time-series analysis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ZA" sz="2400" dirty="0"/>
              <a:t>describe the considerations to be kept in mind when performing ratio analysis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ZA" sz="2400" dirty="0"/>
              <a:t>accurately calculate profitability, liquidity, activity, solvency and securities market ratios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ZA" sz="2400" dirty="0"/>
              <a:t>evaluate each ratio and suggest possible corrective actions (if necessary).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endParaRPr lang="en-ZA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36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523"/>
    </mc:Choice>
    <mc:Fallback xmlns="">
      <p:transition spd="slow" advTm="7352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Introduction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Part of annual reports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prstClr val="black"/>
              </a:solidFill>
              <a:ea typeface="ＭＳ Ｐゴシック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3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3D8FEE0-B665-E58C-2051-6EDE5F5609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5673027"/>
              </p:ext>
            </p:extLst>
          </p:nvPr>
        </p:nvGraphicFramePr>
        <p:xfrm>
          <a:off x="457200" y="1582244"/>
          <a:ext cx="8496000" cy="511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E40687-BFE8-54E7-DDDC-ACCA77E91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A9DA4652-4A70-C93B-A2FA-4EEBF6FE5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Types of comparison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259366-BAA3-1640-6A19-C6498098F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4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9E37DCD-5307-AE14-1630-A53E64098A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7570259"/>
              </p:ext>
            </p:extLst>
          </p:nvPr>
        </p:nvGraphicFramePr>
        <p:xfrm>
          <a:off x="324000" y="990600"/>
          <a:ext cx="8712000" cy="396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8334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7E2FD5-A6A6-CA94-ECCD-D5A96669B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33F6E49F-8613-18DC-AFE4-A1B48B1CC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Types of comparison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C08AA1-0881-CAF7-FB13-B75383BA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5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321295E-E533-B2C6-6F66-A289E79F86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Considerations to take into account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Single ratio not sufficient to make a judgement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Dates of financial statements should correspond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Use audited financial statements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Do not adopt a “bigger picture” approach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Data should be developed in same way 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Depreciation – straight-line vs accelerated</a:t>
            </a:r>
          </a:p>
          <a:p>
            <a:pPr marL="715963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Inventory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prstClr val="black"/>
              </a:solidFill>
              <a:ea typeface="ＭＳ Ｐゴシック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902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30A32F6-EF27-5CB7-5953-AE8BB450C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14B4EC8A-E617-480C-FB78-FA29D2FFD1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Financial ratios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6733B2-0164-EB08-1D05-AFB51FA9A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6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1448B5B-E295-FAFD-A7ED-1A7E8DB0A7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4690686"/>
              </p:ext>
            </p:extLst>
          </p:nvPr>
        </p:nvGraphicFramePr>
        <p:xfrm>
          <a:off x="214184" y="914400"/>
          <a:ext cx="8856000" cy="5470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1673C42-F016-E7E2-CE61-5613155343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025934"/>
            <a:ext cx="8655424" cy="5679666"/>
          </a:xfrm>
        </p:spPr>
        <p:txBody>
          <a:bodyPr/>
          <a:lstStyle/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1200" dirty="0">
                <a:latin typeface="+mj-lt"/>
              </a:rPr>
              <a:t>*OPM and TAT not in textbook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ＭＳ Ｐゴシック"/>
              </a:rPr>
              <a:t>This chapter is SUPER important for the Assignment (AS1)</a:t>
            </a:r>
            <a:endParaRPr lang="en-US" sz="2000" dirty="0">
              <a:solidFill>
                <a:schemeClr val="tx2">
                  <a:lumMod val="60000"/>
                  <a:lumOff val="40000"/>
                </a:schemeClr>
              </a:solidFill>
              <a:ea typeface="ＭＳ Ｐゴシック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9542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D4DE8DD-84BF-2D59-DFA4-EDDF7BCD3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431BB5-9CED-69D0-2B6B-066DEE87E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7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5D37C12-BDD9-0BB1-6FC9-7C13FAF40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125560"/>
              </p:ext>
            </p:extLst>
          </p:nvPr>
        </p:nvGraphicFramePr>
        <p:xfrm>
          <a:off x="270000" y="0"/>
          <a:ext cx="8493000" cy="679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2825">
                  <a:extLst>
                    <a:ext uri="{9D8B030D-6E8A-4147-A177-3AD203B41FA5}">
                      <a16:colId xmlns:a16="http://schemas.microsoft.com/office/drawing/2014/main" val="1814962120"/>
                    </a:ext>
                  </a:extLst>
                </a:gridCol>
                <a:gridCol w="2410175">
                  <a:extLst>
                    <a:ext uri="{9D8B030D-6E8A-4147-A177-3AD203B41FA5}">
                      <a16:colId xmlns:a16="http://schemas.microsoft.com/office/drawing/2014/main" val="2146707519"/>
                    </a:ext>
                  </a:extLst>
                </a:gridCol>
              </a:tblGrid>
              <a:tr h="1049463"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Rondo’s Ltd</a:t>
                      </a:r>
                    </a:p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Statement of financial performance </a:t>
                      </a:r>
                    </a:p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for the year ending 31 December 2025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5200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Rm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188940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Sales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9 675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399776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Less Cost of sales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4 849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372642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Gross profit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4 826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152670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Less Depreciation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1 890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341349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Earnings before interest and tax (EBIT)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2 936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4250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Less Interest paid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836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270485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Earnings before tax (EBT)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2 100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216635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Less Tax (27%)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567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182312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Earnings after tax (EAT)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1 533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Z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795591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Addition to retained earnings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920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367949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Dividends</a:t>
                      </a:r>
                    </a:p>
                    <a:p>
                      <a:r>
                        <a:rPr lang="en-ZA" sz="2200" dirty="0">
                          <a:solidFill>
                            <a:schemeClr val="tx1"/>
                          </a:solidFill>
                        </a:rPr>
                        <a:t>Assume 95% of Sales on credit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613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20276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3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4E6A5B-0FF8-4609-314F-2560BD779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E25905-9A56-536B-57DE-C9267DDB7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8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62BEA9-048B-1B14-50C5-638E8497D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816019"/>
              </p:ext>
            </p:extLst>
          </p:nvPr>
        </p:nvGraphicFramePr>
        <p:xfrm>
          <a:off x="228600" y="76200"/>
          <a:ext cx="8534402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181496212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26500379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72735889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78229925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558998530"/>
                    </a:ext>
                  </a:extLst>
                </a:gridCol>
                <a:gridCol w="952501">
                  <a:extLst>
                    <a:ext uri="{9D8B030D-6E8A-4147-A177-3AD203B41FA5}">
                      <a16:colId xmlns:a16="http://schemas.microsoft.com/office/drawing/2014/main" val="185753882"/>
                    </a:ext>
                  </a:extLst>
                </a:gridCol>
                <a:gridCol w="952501">
                  <a:extLst>
                    <a:ext uri="{9D8B030D-6E8A-4147-A177-3AD203B41FA5}">
                      <a16:colId xmlns:a16="http://schemas.microsoft.com/office/drawing/2014/main" val="2146707519"/>
                    </a:ext>
                  </a:extLst>
                </a:gridCol>
              </a:tblGrid>
              <a:tr h="1049463">
                <a:tc gridSpan="7"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Rondo’s Ltd</a:t>
                      </a:r>
                    </a:p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Statement of financial position </a:t>
                      </a:r>
                    </a:p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as at 31 December 2024 and 2025 (</a:t>
                      </a:r>
                      <a:r>
                        <a:rPr lang="en-US" sz="2200" dirty="0" err="1">
                          <a:solidFill>
                            <a:schemeClr val="tx1"/>
                          </a:solidFill>
                        </a:rPr>
                        <a:t>R’m</a:t>
                      </a: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ZA" sz="2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75200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endParaRPr lang="en-ZA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2024</a:t>
                      </a:r>
                      <a:endParaRPr lang="en-ZA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2025</a:t>
                      </a:r>
                      <a:endParaRPr lang="en-ZA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ZA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ZA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2024</a:t>
                      </a:r>
                      <a:endParaRPr lang="en-ZA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2025</a:t>
                      </a:r>
                      <a:endParaRPr lang="en-ZA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185398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NON-CURRENT ASSETS</a:t>
                      </a:r>
                      <a:endParaRPr lang="en-ZA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SHAREHOLDERS’ INTEREST</a:t>
                      </a:r>
                      <a:endParaRPr lang="en-ZA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399776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Net non-current assets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19 300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21 720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Share capital 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(100 000 000 shares)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5 500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5 700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372642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pPr algn="l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Retained earnings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8 370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9 214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152670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CURRENT ASSETS</a:t>
                      </a:r>
                      <a:endParaRPr lang="en-ZA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13 870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14 914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341349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Inventory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1 405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885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NON-CURRENT LIABILITIES</a:t>
                      </a:r>
                      <a:endParaRPr lang="en-ZA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4250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Accounts receivable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2 460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3 975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Long-term debt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7 000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7 435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270485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Cash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1 455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260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CURRENT LIABILITIES</a:t>
                      </a:r>
                      <a:endParaRPr lang="en-ZA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216635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5 320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5 120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Notes payable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2 600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1 628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182312"/>
                  </a:ext>
                </a:extLst>
              </a:tr>
              <a:tr h="538296">
                <a:tc>
                  <a:txBody>
                    <a:bodyPr/>
                    <a:lstStyle/>
                    <a:p>
                      <a:pPr algn="l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Accounts payable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1 150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2 863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0544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pPr algn="l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3 750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4 491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095580"/>
                  </a:ext>
                </a:extLst>
              </a:tr>
              <a:tr h="40812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TOTAL ASSETS</a:t>
                      </a:r>
                      <a:endParaRPr lang="en-ZA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24 620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26 840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TOTAL EQUITY AND LIABILITIES</a:t>
                      </a:r>
                      <a:endParaRPr lang="en-ZA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24 620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26 840</a:t>
                      </a:r>
                      <a:endParaRPr lang="en-ZA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79559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32738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CFE99E-28F2-44DE-CF01-59CA100EF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E77649D6-156F-2AEE-F9F3-423D2CF1FD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6096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Profitability ratios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6492103B-BF67-69C8-BEB2-EDEF52BB99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2046" y="643556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GP margin		= GP / Sales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		= </a:t>
            </a:r>
            <a:r>
              <a:rPr lang="en-US" sz="2400" kern="0" dirty="0"/>
              <a:t>(Sales – </a:t>
            </a:r>
            <a:r>
              <a:rPr lang="en-US" sz="2400" kern="0" dirty="0" err="1"/>
              <a:t>CoS</a:t>
            </a:r>
            <a:r>
              <a:rPr lang="en-US" sz="2400" kern="0" dirty="0"/>
              <a:t>) / Sales x 100</a:t>
            </a:r>
            <a:endParaRPr lang="en-US" sz="2000" kern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Rondo’s	= (9 675m – 4 849m) / 9 675m x 100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		= 4 826m / 9 675m x 100</a:t>
            </a:r>
            <a:endParaRPr lang="en-US" sz="2400" kern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= </a:t>
            </a:r>
            <a:r>
              <a:rPr lang="en-US" sz="2400" b="1" kern="0" dirty="0">
                <a:solidFill>
                  <a:srgbClr val="C00000"/>
                </a:solidFill>
              </a:rPr>
              <a:t>49.88%</a:t>
            </a:r>
            <a:r>
              <a:rPr lang="en-US" sz="2400" kern="0" dirty="0"/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Interpretation: Of every R1 made is sales, 49.88c remains as gross profit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How can one improve this ratio?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sym typeface="Wingdings" pitchFamily="2" charset="2"/>
              </a:rPr>
              <a:t>Increase sales ( price and/or quantity, ∆ distribution and/or promotion)</a:t>
            </a:r>
            <a:r>
              <a:rPr lang="en-US" dirty="0">
                <a:latin typeface="+mj-lt"/>
              </a:rPr>
              <a:t> </a:t>
            </a:r>
          </a:p>
          <a:p>
            <a:pPr marL="715963" lvl="3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Increase markup %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sym typeface="Wingdings" pitchFamily="2" charset="2"/>
              </a:rPr>
              <a:t>Decrease expenses (cost savings without compromising </a:t>
            </a:r>
            <a:r>
              <a:rPr lang="en-US" dirty="0">
                <a:sym typeface="Wingdings" pitchFamily="2" charset="2"/>
              </a:rPr>
              <a:t>quality, lower inventory levels)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ym typeface="Wingdings" pitchFamily="2" charset="2"/>
              </a:rPr>
              <a:t>Reduce discounts given</a:t>
            </a:r>
          </a:p>
          <a:p>
            <a:pPr marL="373063" lvl="2" indent="0">
              <a:lnSpc>
                <a:spcPct val="105000"/>
              </a:lnSpc>
              <a:buSzPct val="100000"/>
              <a:buNone/>
            </a:pPr>
            <a:endParaRPr lang="en-US" sz="24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4582C7-7E0B-0EAE-8C1A-29C73586B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9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105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F0F0F2E-C346-57E3-15D4-A71143A1E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F18237EF-F3FE-430B-BD3F-F44D12DF7A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Profitability ratios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9251E233-98E6-63AF-2775-156D1B31CD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Net profit margin	= Earnings after tax / Sales x 100</a:t>
            </a:r>
            <a:endParaRPr lang="en-US" sz="2000" kern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Rondo’s	= 1 533m / 9 675m x 100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		=</a:t>
            </a:r>
            <a:r>
              <a:rPr lang="en-US" sz="2400" kern="0" dirty="0"/>
              <a:t> </a:t>
            </a:r>
            <a:r>
              <a:rPr lang="en-US" sz="2400" b="1" kern="0" dirty="0">
                <a:solidFill>
                  <a:srgbClr val="C00000"/>
                </a:solidFill>
              </a:rPr>
              <a:t>15.84</a:t>
            </a:r>
            <a:r>
              <a:rPr lang="en-US" sz="2400" b="1" dirty="0">
                <a:solidFill>
                  <a:srgbClr val="C00000"/>
                </a:solidFill>
              </a:rPr>
              <a:t>%</a:t>
            </a:r>
            <a:r>
              <a:rPr lang="en-US" sz="2400" kern="0" dirty="0"/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Interpretation: Of every R1 made is sales, 15.84c remains as Earnings after tax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How can one improve this ratio?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sym typeface="Wingdings" pitchFamily="2" charset="2"/>
              </a:rPr>
              <a:t>Increase sales ( price and/or quantity, ∆ distribution and/or promotion)</a:t>
            </a:r>
            <a:r>
              <a:rPr lang="en-US" dirty="0">
                <a:latin typeface="+mj-lt"/>
              </a:rPr>
              <a:t> 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sym typeface="Wingdings" pitchFamily="2" charset="2"/>
              </a:rPr>
              <a:t>Decrease expenses (cost savings without compromising </a:t>
            </a:r>
            <a:r>
              <a:rPr lang="en-US" dirty="0">
                <a:sym typeface="Wingdings" pitchFamily="2" charset="2"/>
              </a:rPr>
              <a:t>quality, lower inventory levels)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endParaRPr lang="en-US" dirty="0">
              <a:sym typeface="Wingdings" pitchFamily="2" charset="2"/>
            </a:endParaRPr>
          </a:p>
          <a:p>
            <a:pPr marL="373063" lvl="2" indent="0">
              <a:lnSpc>
                <a:spcPct val="105000"/>
              </a:lnSpc>
              <a:buSzPct val="100000"/>
              <a:buNone/>
            </a:pPr>
            <a:r>
              <a:rPr lang="en-US" dirty="0">
                <a:solidFill>
                  <a:schemeClr val="accent1"/>
                </a:solidFill>
                <a:sym typeface="Wingdings" pitchFamily="2" charset="2"/>
              </a:rPr>
              <a:t>*</a:t>
            </a:r>
            <a:r>
              <a:rPr lang="en-US" sz="2400" kern="0" dirty="0">
                <a:solidFill>
                  <a:schemeClr val="accent1"/>
                </a:solidFill>
                <a:sym typeface="Wingdings" pitchFamily="2" charset="2"/>
              </a:rPr>
              <a:t>Remember Earnings after ta</a:t>
            </a:r>
            <a:r>
              <a:rPr lang="en-US" dirty="0">
                <a:solidFill>
                  <a:schemeClr val="accent1"/>
                </a:solidFill>
                <a:sym typeface="Wingdings" pitchFamily="2" charset="2"/>
              </a:rPr>
              <a:t>x is the same as Net income</a:t>
            </a:r>
            <a:endParaRPr lang="en-US" sz="2400" kern="0" dirty="0">
              <a:solidFill>
                <a:schemeClr val="accent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361621-019A-1646-5BCB-223D2770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10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264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68AAE9-EA2F-4C9B-9FE2-2C5786A85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9AE10377-E6C2-FE95-C966-AFD808056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Profitability ratios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AED7E1BE-5D62-2AB3-3F73-7720E2ED94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ROI	(ROA)		= Earnings after tax / Total assets x 100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Rondo’s	= 1 533m / 26 840m x 100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= </a:t>
            </a:r>
            <a:r>
              <a:rPr lang="en-US" sz="2400" b="1" kern="0" dirty="0">
                <a:solidFill>
                  <a:srgbClr val="C00000"/>
                </a:solidFill>
              </a:rPr>
              <a:t>……..%</a:t>
            </a:r>
            <a:endParaRPr lang="en-US" sz="2000" b="1" kern="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Interpretation: For every R1 lenders and shareholders invested in the firm, they received 5.71c in return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The higher the better!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How can one improve this ratio?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sym typeface="Wingdings" pitchFamily="2" charset="2"/>
              </a:rPr>
              <a:t>Increase revenue ( price and/or quantity, ∆ distribution and/or promotion)</a:t>
            </a:r>
            <a:r>
              <a:rPr lang="en-US" dirty="0">
                <a:latin typeface="+mj-lt"/>
              </a:rPr>
              <a:t> 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sym typeface="Wingdings" pitchFamily="2" charset="2"/>
              </a:rPr>
              <a:t>Decrease operating expenses (cost savings without compromising </a:t>
            </a:r>
            <a:r>
              <a:rPr lang="en-US" dirty="0">
                <a:sym typeface="Wingdings" pitchFamily="2" charset="2"/>
              </a:rPr>
              <a:t>quality, lower inventory levels)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Improve effectiveness and efficiency of employees and non-current assets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93825F-9B67-2B7B-1B2E-F062EC2F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11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6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E9AA72C-C7BD-92DF-4320-58DCA070C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116113E3-6E59-ECDE-77D4-2FA8A749A6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Profitability ratios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8B6FA44B-DE4D-63DF-12C9-D6BF6BBCDA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ROE		= Earnings after tax / S/Hs equity x 100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Rondo’s	= 1 533m / 14 914m x 100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= </a:t>
            </a:r>
            <a:r>
              <a:rPr lang="en-US" sz="2400" b="1" dirty="0">
                <a:solidFill>
                  <a:srgbClr val="C00000"/>
                </a:solidFill>
              </a:rPr>
              <a:t>10.28%</a:t>
            </a:r>
            <a:endParaRPr lang="en-US" sz="2000" b="1" kern="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Interpretation: For every R1 shareholders invested in the firm, they received 10.28c in return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The higher the better!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How can one improve this ratio?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sym typeface="Wingdings" pitchFamily="2" charset="2"/>
              </a:rPr>
              <a:t>Increase revenue ( price and/or quantity, ∆ distribution and/or promotion)</a:t>
            </a:r>
            <a:r>
              <a:rPr lang="en-US" dirty="0">
                <a:latin typeface="+mj-lt"/>
              </a:rPr>
              <a:t> 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sym typeface="Wingdings" pitchFamily="2" charset="2"/>
              </a:rPr>
              <a:t>Decrease operating expenses (cost savings without compromising </a:t>
            </a:r>
            <a:r>
              <a:rPr lang="en-US" dirty="0">
                <a:sym typeface="Wingdings" pitchFamily="2" charset="2"/>
              </a:rPr>
              <a:t>quality, lower inventory levels)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Increase leverage (gearing) by using more debt to finance firm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2889B9-58FE-92A2-84FB-DE90361F5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12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405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9FCDFAF-1432-32ED-F362-BCAB456BF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648201E2-964B-B7AA-2039-723AF6CBA8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Profitability ratios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B879A9E5-04AB-675A-ACD4-293FABE171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kern="0" dirty="0"/>
              <a:t>Using the Du Pont model to calculate ROE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kern="0" dirty="0"/>
              <a:t>ROE			= </a:t>
            </a:r>
            <a:r>
              <a:rPr lang="en-US" sz="2200" kern="0" dirty="0">
                <a:solidFill>
                  <a:schemeClr val="tx2"/>
                </a:solidFill>
              </a:rPr>
              <a:t>(EAT / Sales)</a:t>
            </a:r>
            <a:r>
              <a:rPr lang="en-US" sz="2200" kern="0" dirty="0"/>
              <a:t> x </a:t>
            </a:r>
            <a:r>
              <a:rPr lang="en-US" sz="2200" kern="0" dirty="0">
                <a:solidFill>
                  <a:srgbClr val="009900"/>
                </a:solidFill>
              </a:rPr>
              <a:t>(Sales / TA) </a:t>
            </a:r>
            <a:r>
              <a:rPr lang="en-US" sz="2200" kern="0" dirty="0"/>
              <a:t>x </a:t>
            </a:r>
            <a:r>
              <a:rPr lang="en-US" sz="2200" kern="0" dirty="0">
                <a:solidFill>
                  <a:srgbClr val="FFC000"/>
                </a:solidFill>
              </a:rPr>
              <a:t>(TA / TE)</a:t>
            </a:r>
            <a:endParaRPr lang="en-US" sz="1800" kern="0" dirty="0">
              <a:solidFill>
                <a:srgbClr val="FFC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200" kern="0" dirty="0"/>
              <a:t>			= </a:t>
            </a:r>
            <a:r>
              <a:rPr lang="en-US" sz="2200" kern="0" dirty="0">
                <a:solidFill>
                  <a:schemeClr val="tx2"/>
                </a:solidFill>
              </a:rPr>
              <a:t>NPM </a:t>
            </a:r>
            <a:r>
              <a:rPr lang="en-US" sz="2200" kern="0" dirty="0"/>
              <a:t>x TAT x </a:t>
            </a:r>
            <a:r>
              <a:rPr lang="en-US" sz="2200" kern="0" dirty="0">
                <a:solidFill>
                  <a:srgbClr val="FFC000"/>
                </a:solidFill>
              </a:rPr>
              <a:t>EM</a:t>
            </a:r>
            <a:endParaRPr lang="en-US" sz="1800" kern="0" dirty="0">
              <a:solidFill>
                <a:srgbClr val="FFC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200" kern="0" dirty="0"/>
              <a:t>	Rondo’s 	= </a:t>
            </a:r>
            <a:r>
              <a:rPr lang="en-US" sz="2200" kern="0" dirty="0">
                <a:solidFill>
                  <a:schemeClr val="tx2"/>
                </a:solidFill>
              </a:rPr>
              <a:t>(1 533m / 9 675m) </a:t>
            </a:r>
            <a:r>
              <a:rPr lang="en-US" sz="2200" kern="0" dirty="0"/>
              <a:t>x</a:t>
            </a:r>
            <a:r>
              <a:rPr lang="en-US" sz="2200" kern="0" dirty="0">
                <a:solidFill>
                  <a:schemeClr val="tx2"/>
                </a:solidFill>
              </a:rPr>
              <a:t> </a:t>
            </a:r>
            <a:r>
              <a:rPr lang="en-US" sz="2200" dirty="0">
                <a:solidFill>
                  <a:srgbClr val="009900"/>
                </a:solidFill>
              </a:rPr>
              <a:t>(9 675m / 26 840m) </a:t>
            </a:r>
            <a:r>
              <a:rPr lang="en-US" sz="2200" kern="0" dirty="0"/>
              <a:t>x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200" dirty="0">
                <a:solidFill>
                  <a:srgbClr val="C00000"/>
                </a:solidFill>
              </a:rPr>
              <a:t>			   </a:t>
            </a:r>
            <a:r>
              <a:rPr lang="en-US" sz="2200" kern="0" dirty="0">
                <a:solidFill>
                  <a:srgbClr val="FFC000"/>
                </a:solidFill>
              </a:rPr>
              <a:t>(26 840m / 14 914m)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200" kern="0" dirty="0"/>
              <a:t>			= </a:t>
            </a:r>
            <a:r>
              <a:rPr lang="en-US" sz="2200" dirty="0">
                <a:solidFill>
                  <a:schemeClr val="tx2"/>
                </a:solidFill>
              </a:rPr>
              <a:t>15.8450m</a:t>
            </a:r>
            <a:r>
              <a:rPr lang="en-US" sz="2200" kern="0" dirty="0"/>
              <a:t> x </a:t>
            </a:r>
            <a:r>
              <a:rPr lang="en-US" sz="2200" dirty="0">
                <a:solidFill>
                  <a:srgbClr val="009900"/>
                </a:solidFill>
              </a:rPr>
              <a:t>36.0469m</a:t>
            </a:r>
            <a:r>
              <a:rPr lang="en-US" sz="2200" kern="0" dirty="0"/>
              <a:t> x </a:t>
            </a:r>
            <a:r>
              <a:rPr lang="en-US" sz="2200" dirty="0">
                <a:solidFill>
                  <a:srgbClr val="FFC000"/>
                </a:solidFill>
              </a:rPr>
              <a:t>1.7997m</a:t>
            </a:r>
            <a:endParaRPr lang="en-US" sz="2200" kern="0" dirty="0">
              <a:solidFill>
                <a:srgbClr val="FFC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200" kern="0" dirty="0"/>
              <a:t>			= </a:t>
            </a:r>
            <a:r>
              <a:rPr lang="en-US" sz="2200" b="1" kern="0" dirty="0">
                <a:solidFill>
                  <a:srgbClr val="C00000"/>
                </a:solidFill>
              </a:rPr>
              <a:t>10.28% </a:t>
            </a:r>
            <a:r>
              <a:rPr lang="en-US" sz="2200" kern="0" dirty="0"/>
              <a:t>(see slide 12)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kern="0" dirty="0"/>
              <a:t>Interpretation: For every R1 shareholders invested in the firm, they received 10.28c in return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endParaRPr lang="en-US" sz="2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200" kern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200" dirty="0">
                <a:solidFill>
                  <a:schemeClr val="accent1"/>
                </a:solidFill>
              </a:rPr>
              <a:t>*Equity multiplier = TA / TE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200" dirty="0">
                <a:solidFill>
                  <a:schemeClr val="accent1"/>
                </a:solidFill>
              </a:rPr>
              <a:t>		        or called the debt management ratio</a:t>
            </a:r>
            <a:endParaRPr lang="en-US" sz="2200" kern="0" dirty="0">
              <a:solidFill>
                <a:schemeClr val="accent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4B8F14-60F2-77AB-99BF-1DB02679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13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6118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F536218-365C-7088-62CD-E9309813C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43A41B41-7ECF-824E-63EF-548B03E39F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Profitability ratios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34EE753D-0CE6-C500-1BAD-E363FBF9C5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kern="0" dirty="0">
                <a:latin typeface="+mj-lt"/>
              </a:rPr>
              <a:t>RONA		= Earnings after tax / (TA – Liabilities) x 100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200" kern="0" dirty="0">
                <a:latin typeface="+mj-lt"/>
              </a:rPr>
              <a:t>	Rondo’s	= 1 533m / (26 840m – 11 926m) x 100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200" kern="0" dirty="0">
                <a:latin typeface="+mj-lt"/>
              </a:rPr>
              <a:t>			= </a:t>
            </a:r>
            <a:r>
              <a:rPr lang="en-US" sz="2200" b="1" dirty="0">
                <a:solidFill>
                  <a:srgbClr val="C00000"/>
                </a:solidFill>
                <a:latin typeface="+mj-lt"/>
              </a:rPr>
              <a:t>10.28%</a:t>
            </a:r>
            <a:endParaRPr lang="en-US" sz="2200" b="1" kern="0" dirty="0">
              <a:solidFill>
                <a:srgbClr val="C00000"/>
              </a:solidFill>
              <a:latin typeface="+mj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kern="0" dirty="0">
                <a:latin typeface="+mj-lt"/>
              </a:rPr>
              <a:t>Interpretation: For every R1 shareholders invested in the firm, they received 10.28c in return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kern="0" dirty="0">
                <a:latin typeface="+mj-lt"/>
              </a:rPr>
              <a:t>The higher the better!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kern="0" dirty="0">
                <a:latin typeface="+mj-lt"/>
              </a:rPr>
              <a:t>How can one improve this ratio?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  <a:sym typeface="Wingdings" pitchFamily="2" charset="2"/>
              </a:rPr>
              <a:t>Increase revenue ( price and/or quantity, ∆ distribution and/or promotion)</a:t>
            </a:r>
            <a:r>
              <a:rPr lang="en-US" sz="2200" dirty="0">
                <a:latin typeface="+mj-lt"/>
              </a:rPr>
              <a:t> 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  <a:sym typeface="Wingdings" pitchFamily="2" charset="2"/>
              </a:rPr>
              <a:t>Decrease operating expenses (cost savings without compromising quality, lower </a:t>
            </a:r>
            <a:r>
              <a:rPr lang="en-US" sz="2200" dirty="0">
                <a:latin typeface="+mj-lt"/>
              </a:rPr>
              <a:t>Shareholders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endParaRPr lang="en-US" sz="2200" dirty="0">
              <a:latin typeface="+mj-lt"/>
            </a:endParaRPr>
          </a:p>
          <a:p>
            <a:pPr marL="373063" lvl="2" indent="0">
              <a:lnSpc>
                <a:spcPct val="105000"/>
              </a:lnSpc>
              <a:buSzPct val="100000"/>
              <a:buNone/>
            </a:pPr>
            <a:r>
              <a:rPr lang="en-US" sz="2200" dirty="0">
                <a:solidFill>
                  <a:schemeClr val="accent1"/>
                </a:solidFill>
                <a:latin typeface="+mj-lt"/>
              </a:rPr>
              <a:t>*Remember Liabilities include all Non-current or LT AND Current liabilities)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80961E-F550-C96D-80A3-90CD0888B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14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3370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F217E-5F5B-10D0-A35A-5D4D05DA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1A2F1EF5-6CFC-0439-A4DC-D5A467093E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Profitability ratios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23FF753A-37E3-EFE5-4C60-D116F1C6FF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Operating</a:t>
            </a:r>
            <a:r>
              <a:rPr lang="en-US" sz="2400" kern="0" dirty="0"/>
              <a:t> profit margin	= </a:t>
            </a:r>
            <a:r>
              <a:rPr lang="en-US" sz="2400" dirty="0"/>
              <a:t>Operating profit*</a:t>
            </a:r>
            <a:r>
              <a:rPr lang="en-US" sz="2400" kern="0" dirty="0"/>
              <a:t> / Sales x 100</a:t>
            </a:r>
            <a:endParaRPr lang="en-US" sz="2000" kern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Rondo’s	= 2 936m / 9 675m x 100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		=</a:t>
            </a:r>
            <a:r>
              <a:rPr lang="en-US" sz="2400" kern="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……..</a:t>
            </a:r>
            <a:r>
              <a:rPr lang="en-US" sz="2400" b="1" kern="0" dirty="0">
                <a:solidFill>
                  <a:srgbClr val="C00000"/>
                </a:solidFill>
              </a:rPr>
              <a:t>%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Interpretation: Of every R1 made is sales, 30.35c remains as operating </a:t>
            </a:r>
            <a:r>
              <a:rPr lang="en-US" sz="2400" dirty="0"/>
              <a:t>profit.</a:t>
            </a:r>
            <a:endParaRPr lang="en-US" sz="2400" kern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How can one improve this ratio?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sym typeface="Wingdings" pitchFamily="2" charset="2"/>
              </a:rPr>
              <a:t>Increase sales ( price and/or quantity, ∆ distribution and/or promotion)</a:t>
            </a:r>
            <a:r>
              <a:rPr lang="en-US" dirty="0">
                <a:latin typeface="+mj-lt"/>
              </a:rPr>
              <a:t> 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sym typeface="Wingdings" pitchFamily="2" charset="2"/>
              </a:rPr>
              <a:t>Decrease expenses (cost savings without compromising </a:t>
            </a:r>
            <a:r>
              <a:rPr lang="en-US" dirty="0">
                <a:sym typeface="Wingdings" pitchFamily="2" charset="2"/>
              </a:rPr>
              <a:t>quality, lower inventory levels)</a:t>
            </a:r>
          </a:p>
          <a:p>
            <a:pPr marL="15875" lvl="2" indent="0">
              <a:lnSpc>
                <a:spcPct val="105000"/>
              </a:lnSpc>
              <a:buSzPct val="100000"/>
              <a:buNone/>
            </a:pPr>
            <a:endParaRPr lang="en-US" dirty="0">
              <a:sym typeface="Wingdings" pitchFamily="2" charset="2"/>
            </a:endParaRPr>
          </a:p>
          <a:p>
            <a:pPr marL="15875" lvl="2" indent="0">
              <a:lnSpc>
                <a:spcPct val="105000"/>
              </a:lnSpc>
              <a:buSzPct val="100000"/>
              <a:buNone/>
            </a:pPr>
            <a:endParaRPr lang="en-US" dirty="0">
              <a:sym typeface="Wingdings" pitchFamily="2" charset="2"/>
            </a:endParaRPr>
          </a:p>
          <a:p>
            <a:pPr marL="15875" lvl="2" indent="0">
              <a:lnSpc>
                <a:spcPct val="105000"/>
              </a:lnSpc>
              <a:buSzPct val="100000"/>
              <a:buNone/>
            </a:pPr>
            <a:r>
              <a:rPr lang="en-US" sz="2200" dirty="0">
                <a:solidFill>
                  <a:schemeClr val="accent1"/>
                </a:solidFill>
                <a:sym typeface="Wingdings" pitchFamily="2" charset="2"/>
              </a:rPr>
              <a:t>*Operating or trading profit = EBIT if firm has no interest income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FCD216-31BD-DF86-01EB-F40D77A7A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15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8453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56F0A41-762F-DCDC-ED09-E52879C9D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0017C25F-9FDA-830C-8ECC-E73BFC6B74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Liquidity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BE3BE66A-26EB-62E3-FD3F-1AC666D9F1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>
                <a:latin typeface="+mj-lt"/>
              </a:rPr>
              <a:t>Net working capital	= CA – CL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>
                <a:latin typeface="+mj-lt"/>
              </a:rPr>
              <a:t>	Rondo’s		= 5 120m – 4 491m							= </a:t>
            </a:r>
            <a:r>
              <a:rPr lang="en-US" sz="2400" b="1" kern="0" dirty="0">
                <a:solidFill>
                  <a:srgbClr val="C00000"/>
                </a:solidFill>
                <a:latin typeface="+mj-lt"/>
              </a:rPr>
              <a:t>R629m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>
                <a:latin typeface="+mj-lt"/>
              </a:rPr>
              <a:t>Interpretation: The firm’s CA is R629m more than the CL, therefore CA covers CL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How can one improve this amount?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Offer discounts to improve cash flow (receive cash quicker)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Buy fewer goods on credit (reduce liabilities)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Increase CA by selling on credit (manage accounts receivables effectively)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Increase </a:t>
            </a:r>
            <a:r>
              <a:rPr lang="en-US" kern="0" dirty="0">
                <a:latin typeface="+mj-lt"/>
              </a:rPr>
              <a:t>CA by increasing level of ending inventory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778301-B554-969C-4F48-BBF2DD123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16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23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DF70D34-1868-B43D-ED0B-85A73AF0B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303E8820-273C-B053-AF28-D44A5E906A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Liquidity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DA331521-E2E8-B3E1-37D8-4DED3DACEB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kern="0" dirty="0">
                <a:latin typeface="+mj-lt"/>
              </a:rPr>
              <a:t>Current ratio	= Current assets / Current liabilities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200" kern="0" dirty="0">
                <a:latin typeface="+mj-lt"/>
              </a:rPr>
              <a:t>	Rondo’s	= 5 120m / 4 491m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200" kern="0" dirty="0">
                <a:latin typeface="+mj-lt"/>
              </a:rPr>
              <a:t>			= </a:t>
            </a:r>
            <a:r>
              <a:rPr lang="en-US" sz="2200" b="1" kern="0" dirty="0">
                <a:solidFill>
                  <a:srgbClr val="C00000"/>
                </a:solidFill>
                <a:latin typeface="+mj-lt"/>
              </a:rPr>
              <a:t>1.14 times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kern="0" dirty="0">
                <a:latin typeface="+mj-lt"/>
              </a:rPr>
              <a:t>Interpretation: For every R1 in CL, firm has R1.14 in CA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Norm 2 times – Rondo’s below norm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kern="0" dirty="0">
                <a:latin typeface="+mj-lt"/>
              </a:rPr>
              <a:t>Lenders and suppliers like high ratios (but not too high! NWC not managed optimally)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kern="0" dirty="0">
                <a:latin typeface="+mj-lt"/>
              </a:rPr>
              <a:t>How can one improve this ration?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</a:rPr>
              <a:t>Offer discounts to improve cash flow (receive cash quicker)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</a:rPr>
              <a:t>Buy fewer goods on credit (reduce liabilities)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</a:rPr>
              <a:t>Increase CA by selling on credit (manage accounts receivables effectively)</a:t>
            </a:r>
          </a:p>
          <a:p>
            <a:pPr marL="715963" lvl="2" indent="-342900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</a:rPr>
              <a:t>Increase </a:t>
            </a:r>
            <a:r>
              <a:rPr lang="en-US" sz="2200" kern="0" dirty="0">
                <a:latin typeface="+mj-lt"/>
              </a:rPr>
              <a:t>CA by increasing level of ending inventory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200" kern="0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B1E2C8-CA0A-1212-1273-D95452711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17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6551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3FCDA1-CADA-F4EB-0A9E-F89E249B4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359116BB-C599-34A7-7724-704EA48FA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Liquidity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2093321A-BA59-3275-2BEA-27B5EB68C0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300" kern="0" dirty="0">
                <a:latin typeface="+mj-lt"/>
              </a:rPr>
              <a:t>Quick or acid-test ratio 	= (CA – Inventories) / CL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300" kern="0" dirty="0">
                <a:latin typeface="+mj-lt"/>
              </a:rPr>
              <a:t>	Rondo’s		= (5 120m – 885m) / 4 491m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300" kern="0" dirty="0">
                <a:latin typeface="+mj-lt"/>
              </a:rPr>
              <a:t>				= </a:t>
            </a:r>
            <a:r>
              <a:rPr lang="en-US" sz="2300" b="1" kern="0" dirty="0">
                <a:solidFill>
                  <a:srgbClr val="C00000"/>
                </a:solidFill>
                <a:latin typeface="+mj-lt"/>
              </a:rPr>
              <a:t>0.94 times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300" kern="0" dirty="0">
                <a:latin typeface="+mj-lt"/>
              </a:rPr>
              <a:t>Interpretation: For every R1 in CL, firm has R0.94 in CA excluding Inventories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300" kern="0" dirty="0">
                <a:latin typeface="+mj-lt"/>
              </a:rPr>
              <a:t>Norm is 1 times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300" kern="0" dirty="0">
                <a:latin typeface="+mj-lt"/>
              </a:rPr>
              <a:t>How can one improve this ratio?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300" dirty="0">
                <a:latin typeface="+mj-lt"/>
              </a:rPr>
              <a:t>Offer discounts to improve cash flow (receive cash quicker)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300" dirty="0">
                <a:latin typeface="+mj-lt"/>
              </a:rPr>
              <a:t>Buy fewer goods on credit (reduce liabilities)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300" dirty="0">
                <a:latin typeface="+mj-lt"/>
              </a:rPr>
              <a:t>Increase CA by selling on credit (manage accounts receivables effectively)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300" dirty="0">
                <a:latin typeface="+mj-lt"/>
              </a:rPr>
              <a:t>Sell existing stock quicker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300" dirty="0">
                <a:latin typeface="+mj-lt"/>
              </a:rPr>
              <a:t>Take action on obsolete stock</a:t>
            </a:r>
            <a:endParaRPr lang="en-US" sz="2300" kern="0" dirty="0">
              <a:latin typeface="+mj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2300" kern="0" dirty="0">
              <a:latin typeface="+mj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300" kern="0" dirty="0">
                <a:latin typeface="+mj-lt"/>
              </a:rPr>
              <a:t>Question: What is impact on current and quick ratios if a firm buys inventory using cash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3FA737-7012-A337-E026-EBE04F08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18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0567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034144-005D-0B77-A05E-A64D763A0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1A46CE45-72C9-2B76-C744-9CE7873FC6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Measures of activity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2C051C04-6B9E-51EB-8E5E-C8EAF14E15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838200"/>
            <a:ext cx="8655424" cy="58674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Inventory turnover ratio	= </a:t>
            </a:r>
            <a:r>
              <a:rPr lang="en-US" sz="2400" kern="0" dirty="0" err="1"/>
              <a:t>CoS</a:t>
            </a:r>
            <a:r>
              <a:rPr lang="en-US" sz="2400" kern="0" dirty="0"/>
              <a:t> / Inventories*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Rondo’s		= 4 849m / ((1 405m + 885m) / 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	= </a:t>
            </a:r>
            <a:r>
              <a:rPr lang="en-US" sz="2400" b="1" kern="0" dirty="0">
                <a:solidFill>
                  <a:srgbClr val="C00000"/>
                </a:solidFill>
              </a:rPr>
              <a:t>…….. times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*Average inventory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Interpretation: For every R1 invested in inventory, R4.23 is earned in </a:t>
            </a:r>
            <a:r>
              <a:rPr lang="en-US" sz="2400" kern="0" dirty="0">
                <a:solidFill>
                  <a:srgbClr val="C00000"/>
                </a:solidFill>
              </a:rPr>
              <a:t>sales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OR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Entire inventory of firm is turned into sales 4.23 times per year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The higher the turnover, the better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If ratio too low – l</a:t>
            </a:r>
            <a:r>
              <a:rPr lang="en-US" sz="2400" kern="0" dirty="0"/>
              <a:t>ower inventory levels – specials or sale, buy smaller quantities of goods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>
                <a:solidFill>
                  <a:schemeClr val="accent1"/>
                </a:solidFill>
              </a:rPr>
              <a:t>*If insufficient info to calculate avg inventory: Use ending or closing inventory</a:t>
            </a:r>
            <a:endParaRPr lang="en-US" sz="2400" kern="0" dirty="0">
              <a:solidFill>
                <a:schemeClr val="accent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C0E16E-D99E-71C3-3D3B-4459E3A65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19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7221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A65ABD-A73F-24F6-6244-4FD251BE8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1370F27A-9451-047A-3E65-6822648246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Measures of activity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D337C06A-4327-B48C-4074-5EAA3AD706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9998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>
                <a:latin typeface="+mj-lt"/>
              </a:rPr>
              <a:t>ACP			= Accounts receivable / Daily credit sales*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400" kern="0" dirty="0">
                <a:latin typeface="+mj-lt"/>
              </a:rPr>
              <a:t>			= AR / [(Annual CR sales* / 360]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400" kern="0" dirty="0">
                <a:latin typeface="+mj-lt"/>
              </a:rPr>
              <a:t>	Rondo’s	= 3 975m / [(9 675m x 0.95) / 360]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400" kern="0" dirty="0">
                <a:latin typeface="+mj-lt"/>
              </a:rPr>
              <a:t>			= </a:t>
            </a:r>
            <a:r>
              <a:rPr lang="en-US" sz="2400" b="1" kern="0" dirty="0">
                <a:solidFill>
                  <a:srgbClr val="C00000"/>
                </a:solidFill>
                <a:latin typeface="+mj-lt"/>
              </a:rPr>
              <a:t>155.69 days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400" kern="0" dirty="0">
                <a:latin typeface="+mj-lt"/>
              </a:rPr>
              <a:t>	</a:t>
            </a:r>
            <a:r>
              <a:rPr lang="en-US" sz="2400" kern="0" dirty="0">
                <a:solidFill>
                  <a:schemeClr val="accent1"/>
                </a:solidFill>
                <a:latin typeface="+mj-lt"/>
              </a:rPr>
              <a:t>*Credit sales – assume all sales on credit if credit sales 	  not given or indicated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>
                <a:latin typeface="+mj-lt"/>
              </a:rPr>
              <a:t>Interpretation: It takes on average 155.69 days to collect Accounts receivable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400" kern="0" dirty="0">
                <a:solidFill>
                  <a:schemeClr val="accent1"/>
                </a:solidFill>
                <a:latin typeface="+mj-lt"/>
              </a:rPr>
              <a:t>*Also known as Days sales outstanding (DSO)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>
                <a:latin typeface="+mj-lt"/>
              </a:rPr>
              <a:t>How can one improve this ratio?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Increase cash sales, offer discounts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Factoring accounts receivable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Send accounts earlier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Charge interest on overdue accounts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Invoice more regularly</a:t>
            </a:r>
            <a:endParaRPr lang="en-US" kern="0" dirty="0">
              <a:latin typeface="+mj-lt"/>
            </a:endParaRPr>
          </a:p>
          <a:p>
            <a:pPr>
              <a:lnSpc>
                <a:spcPct val="105000"/>
              </a:lnSpc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BBD3D4-ACC5-3E85-218D-FF26C1B9D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20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025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1A1C8FA-BF0C-4689-18A3-8A8F98D3D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4FB6BAC1-843A-38AE-F6F3-1D4E028DCE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Measures of activity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23075FD1-02E1-747E-0326-1C14CFEA8A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9998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>
                <a:latin typeface="+mj-lt"/>
              </a:rPr>
              <a:t>APP			= AP payable / (Annual purchases* / 360)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>
                <a:latin typeface="+mj-lt"/>
              </a:rPr>
              <a:t>	Rondo’s	= 2 863m / [(4 849m – 1 405m + 885m) </a:t>
            </a:r>
            <a:r>
              <a:rPr lang="en-US" sz="2400" dirty="0">
                <a:latin typeface="+mj-lt"/>
              </a:rPr>
              <a:t>			   </a:t>
            </a:r>
            <a:r>
              <a:rPr lang="en-US" sz="2400" kern="0" dirty="0">
                <a:latin typeface="+mj-lt"/>
              </a:rPr>
              <a:t>/ 360]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>
                <a:latin typeface="+mj-lt"/>
              </a:rPr>
              <a:t>			= </a:t>
            </a:r>
            <a:r>
              <a:rPr lang="en-US" sz="2400" b="1" kern="0" dirty="0">
                <a:solidFill>
                  <a:srgbClr val="C00000"/>
                </a:solidFill>
                <a:latin typeface="+mj-lt"/>
              </a:rPr>
              <a:t>238.09 days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>
                <a:latin typeface="+mj-lt"/>
              </a:rPr>
              <a:t>	</a:t>
            </a:r>
            <a:r>
              <a:rPr lang="en-US" sz="2400" kern="0" dirty="0">
                <a:solidFill>
                  <a:schemeClr val="accent1"/>
                </a:solidFill>
                <a:latin typeface="+mj-lt"/>
              </a:rPr>
              <a:t>*Purchases = </a:t>
            </a:r>
            <a:r>
              <a:rPr lang="en-US" sz="2400" kern="0" dirty="0" err="1">
                <a:solidFill>
                  <a:schemeClr val="accent1"/>
                </a:solidFill>
                <a:latin typeface="+mj-lt"/>
              </a:rPr>
              <a:t>CoS</a:t>
            </a:r>
            <a:r>
              <a:rPr lang="en-US" sz="2400" kern="0" dirty="0">
                <a:solidFill>
                  <a:schemeClr val="accent1"/>
                </a:solidFill>
                <a:latin typeface="+mj-lt"/>
              </a:rPr>
              <a:t> – opening Inventory + closing 				 Inventory if not </a:t>
            </a:r>
            <a:r>
              <a:rPr lang="en-US" sz="2400" dirty="0">
                <a:solidFill>
                  <a:schemeClr val="accent1"/>
                </a:solidFill>
                <a:latin typeface="+mj-lt"/>
              </a:rPr>
              <a:t>given or</a:t>
            </a:r>
            <a:r>
              <a:rPr lang="en-US" sz="2400" kern="0" dirty="0">
                <a:solidFill>
                  <a:schemeClr val="accent1"/>
                </a:solidFill>
                <a:latin typeface="+mj-lt"/>
              </a:rPr>
              <a:t> indicated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>
                <a:latin typeface="+mj-lt"/>
              </a:rPr>
              <a:t>Interpretation: It takes on average 238.09 days to pay Accounts payable (very patient </a:t>
            </a:r>
            <a:r>
              <a:rPr lang="en-US" sz="2400" dirty="0">
                <a:latin typeface="+mj-lt"/>
              </a:rPr>
              <a:t>creditors ...)</a:t>
            </a:r>
            <a:endParaRPr lang="en-US" sz="2400" kern="0" dirty="0">
              <a:latin typeface="+mj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*Also known as Days payment outstanding (DPO)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>
                <a:latin typeface="+mj-lt"/>
              </a:rPr>
              <a:t>How can one improve this ratio?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Investigate why payment taking so long (incorrect invoice and account statements?)</a:t>
            </a:r>
            <a:endParaRPr lang="en-US" kern="0" dirty="0">
              <a:latin typeface="+mj-lt"/>
            </a:endParaRPr>
          </a:p>
          <a:p>
            <a:pPr>
              <a:lnSpc>
                <a:spcPct val="105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8D7388-4583-2637-6BC0-1325FB8CD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21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7878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AA37DB-6C7B-278F-E253-555F39B93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1E550415-1B90-2856-F951-96EFFFD893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Measures of activity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F71C4FF8-1F33-718E-E7B0-625E52B3F1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TA turnover ratio	= Sales / Total assets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Rondo’s	= 9 675m / 26 840m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= </a:t>
            </a:r>
            <a:r>
              <a:rPr lang="en-US" sz="2400" b="1" kern="0" dirty="0">
                <a:solidFill>
                  <a:srgbClr val="C00000"/>
                </a:solidFill>
              </a:rPr>
              <a:t>0.36 times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Interpretation: For every R1 invested in Total assets, R0.36 is generated in sales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Measurement of asset use efficiency – Poor management of current assets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*Can you calculate the FA turnover ratio?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(the fixed or non-current asset turnover)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CFF1DD-392B-52B0-CC84-E93A58871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22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670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78427D8-30F4-AA30-1E24-15D7513E8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6932B1BC-BA00-E7B5-4B95-789D302680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74098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Measures of debt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965A4750-61D1-C908-A394-9F4D8242DD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751490"/>
            <a:ext cx="8655424" cy="580171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Debt ratio		= Total debt / Total assets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= (TA – TE) / TA</a:t>
            </a:r>
            <a:endParaRPr lang="en-US" sz="2000" kern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= (L-T debt + S-T debt) / (CA + FA)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Rondo’s	= (7 435m + 4 491m) / 26 840m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= 0.44435089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= </a:t>
            </a:r>
            <a:r>
              <a:rPr lang="en-US" sz="2400" b="1" kern="0" dirty="0">
                <a:solidFill>
                  <a:srgbClr val="C00000"/>
                </a:solidFill>
              </a:rPr>
              <a:t>44.43%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Interpretation: For every R1 invested in Total capital, firm has R0.44 in total debt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OR 44.43% of the total assets are financed with debt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Too high (low)? 			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Issue new (buy back) ordinary shares	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Reduce </a:t>
            </a:r>
            <a:r>
              <a:rPr lang="en-US" sz="2400" dirty="0"/>
              <a:t>(increase) CL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lang="en-US" kern="0" dirty="0"/>
          </a:p>
          <a:p>
            <a:pPr marL="373063" lvl="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*Remember FA is the same as Non-current assets</a:t>
            </a:r>
            <a:endParaRPr lang="en-US" sz="2400" kern="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FB3B19-7043-3ECD-7783-729F19E5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23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139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67CB65-DF51-867B-DA9D-7416BA011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3442CD5A-B1FF-54C8-2AB8-F6EB651081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Measures of debt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44977CFE-72FA-3AC9-55AA-58AAD550E3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D/E ratio		= </a:t>
            </a:r>
            <a:r>
              <a:rPr lang="en-US" sz="2400" b="1" kern="0" dirty="0">
                <a:solidFill>
                  <a:schemeClr val="tx2"/>
                </a:solidFill>
              </a:rPr>
              <a:t>Total</a:t>
            </a:r>
            <a:r>
              <a:rPr lang="en-US" sz="2400" kern="0" dirty="0"/>
              <a:t> debt / Total equity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Rondo’s	= (7 435m + 4 491m) / 14 914m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= 0.7997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= </a:t>
            </a:r>
            <a:r>
              <a:rPr lang="en-US" sz="2400" b="1" kern="0" dirty="0">
                <a:solidFill>
                  <a:srgbClr val="C00000"/>
                </a:solidFill>
              </a:rPr>
              <a:t>……..%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Interpretation: For every R1 of Total equity, firm has R0.80 in </a:t>
            </a:r>
            <a:r>
              <a:rPr lang="en-US" sz="2400" b="1" dirty="0">
                <a:solidFill>
                  <a:srgbClr val="C00000"/>
                </a:solidFill>
              </a:rPr>
              <a:t>Total</a:t>
            </a:r>
            <a:r>
              <a:rPr lang="en-US" sz="2400" kern="0" dirty="0"/>
              <a:t> debt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Too high (low)? 			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Issue new (buy back) ordinary shares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  <a:p>
            <a:pPr marL="373063" lvl="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US" dirty="0">
              <a:latin typeface="+mj-lt"/>
            </a:endParaRPr>
          </a:p>
          <a:p>
            <a:pPr marL="373063" lvl="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US" dirty="0">
              <a:solidFill>
                <a:srgbClr val="C00000"/>
              </a:solidFill>
              <a:latin typeface="+mj-lt"/>
            </a:endParaRPr>
          </a:p>
          <a:p>
            <a:pPr marL="373063" lvl="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US" dirty="0">
              <a:solidFill>
                <a:srgbClr val="C00000"/>
              </a:solidFill>
              <a:latin typeface="+mj-lt"/>
            </a:endParaRPr>
          </a:p>
          <a:p>
            <a:pPr marL="0" lvl="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dirty="0">
                <a:solidFill>
                  <a:schemeClr val="tx2"/>
                </a:solidFill>
                <a:latin typeface="+mj-lt"/>
              </a:rPr>
              <a:t>NOTE: Book uses Long-term debt – should be TOTAL debt (interest-bearing and non-interest-bearing debt)	</a:t>
            </a:r>
          </a:p>
          <a:p>
            <a:pPr marL="373063" lvl="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US" sz="2400" kern="0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64B227-3E81-E7AD-88B8-F16BB359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24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923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0524D3A-434B-2250-1EF5-ABF515ACF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1D359B37-20B1-B710-3160-F2729ED624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Measures of debt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56B977D4-4EAF-6749-1AC2-A681C34477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NB:		</a:t>
            </a:r>
            <a:r>
              <a:rPr lang="en-US" sz="2400" b="1" kern="0" dirty="0"/>
              <a:t>TA</a:t>
            </a:r>
            <a:r>
              <a:rPr lang="en-US" sz="2400" kern="0" dirty="0"/>
              <a:t> = </a:t>
            </a:r>
            <a:r>
              <a:rPr lang="en-US" sz="2400" b="1" kern="0" dirty="0">
                <a:solidFill>
                  <a:schemeClr val="tx2"/>
                </a:solidFill>
              </a:rPr>
              <a:t>TC </a:t>
            </a:r>
            <a:r>
              <a:rPr lang="en-US" sz="2400" kern="0" dirty="0"/>
              <a:t>= </a:t>
            </a:r>
            <a:r>
              <a:rPr lang="en-US" sz="2400" b="1" kern="0" dirty="0">
                <a:solidFill>
                  <a:srgbClr val="C00000"/>
                </a:solidFill>
              </a:rPr>
              <a:t>(TD + TE)</a:t>
            </a:r>
          </a:p>
          <a:p>
            <a:pPr marL="1828800" lvl="4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See this by looking at two different sides of the statement of financial position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Given the D/E ratio = 0.7997 as calculated in slide 24, calculate the total debt ratio of Rondo’s.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For every R1 in total equity, firm has R0.7997 in total debt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We know that 	TD + TE 		= TA = TC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R0.7997 + R1.00	= R1.7997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We also know	Total debt ratio	= TD / TA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			= 0.7997 / 1.7997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			= 0.4444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			= </a:t>
            </a:r>
            <a:r>
              <a:rPr lang="en-US" sz="2400" b="1" kern="0" dirty="0">
                <a:solidFill>
                  <a:srgbClr val="C00000"/>
                </a:solidFill>
              </a:rPr>
              <a:t>44.44%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(see slide 23 – 0.01 difference due to rounding)		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41406D-01C0-6192-46C1-2493E4F84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25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1559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CB24F1-ABE4-1BF3-48E0-D5F813D09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01CC25B3-DB3B-7846-A318-88B3489782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Measures of debt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836FEEB3-DEF5-B9EB-839D-BC0278CCF1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TIE ratio		= EBIT / Interest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Rondo’s	= 2 936m / 836m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= </a:t>
            </a:r>
            <a:r>
              <a:rPr lang="en-US" sz="2400" b="1" kern="0" dirty="0">
                <a:solidFill>
                  <a:srgbClr val="C00000"/>
                </a:solidFill>
              </a:rPr>
              <a:t>3.51 times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Interpretation: For every R1 interest to be paid, firm has R3.51 in EBIT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OR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EBIT can decline 3.51 times before the firm will be unable to pay interest payments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3 to 5 times recommended – why?</a:t>
            </a:r>
            <a:r>
              <a:rPr lang="en-US" sz="2400" kern="0" dirty="0"/>
              <a:t>	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4F2F3F-A315-2F06-C17D-4E820479A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26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013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27B64B-2FF7-42DF-457D-46BBBA855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EA696059-9A71-D575-C44D-BB41DA73B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Securities market ratios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72581C1B-DAFC-1178-ADFF-10FE7E937C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EPS			=</a:t>
            </a:r>
            <a:r>
              <a:rPr lang="en-US" sz="2400" dirty="0"/>
              <a:t> </a:t>
            </a:r>
            <a:r>
              <a:rPr lang="en-US" sz="2400" kern="0" dirty="0"/>
              <a:t>(EAT – Preference dividend) / # of 				   ordinary </a:t>
            </a:r>
            <a:r>
              <a:rPr lang="en-US" sz="2400" dirty="0"/>
              <a:t>shares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outstanding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Rondo’s	= (1 533m – 0) / 100m*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= </a:t>
            </a:r>
            <a:r>
              <a:rPr lang="en-US" sz="2400" b="1" kern="0" dirty="0">
                <a:solidFill>
                  <a:srgbClr val="C00000"/>
                </a:solidFill>
              </a:rPr>
              <a:t>15.33 cents</a:t>
            </a:r>
            <a:endParaRPr lang="en-US" sz="2000" b="1" kern="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Interpretation: The shares of the firm earn 15 times the earnings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How can one improve this ratio?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Buy back some ordinary shares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Improve profitability of firm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Discontinuing </a:t>
            </a:r>
            <a:r>
              <a:rPr lang="en-US" sz="2400" kern="0" dirty="0"/>
              <a:t>use of preference share financing (if used)</a:t>
            </a:r>
          </a:p>
          <a:p>
            <a:pPr marL="0" lvl="2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endParaRPr lang="en-US" sz="800" dirty="0"/>
          </a:p>
          <a:p>
            <a:pPr marL="0" lvl="2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000" kern="0" dirty="0"/>
              <a:t>*number of shares outstanding/issued indicated in statement of financial position</a:t>
            </a:r>
            <a:endParaRPr lang="en-US" kern="0" dirty="0">
              <a:latin typeface="+mj-lt"/>
            </a:endParaRPr>
          </a:p>
          <a:p>
            <a:pPr marL="0" lvl="2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000" dirty="0" err="1">
                <a:latin typeface="+mj-lt"/>
              </a:rPr>
              <a:t>Authorised</a:t>
            </a:r>
            <a:r>
              <a:rPr lang="en-US" sz="2000" dirty="0">
                <a:latin typeface="+mj-lt"/>
              </a:rPr>
              <a:t> shares – maximum number of shares allowed (</a:t>
            </a:r>
            <a:r>
              <a:rPr lang="en-US" sz="2000" dirty="0" err="1">
                <a:latin typeface="+mj-lt"/>
              </a:rPr>
              <a:t>authorised</a:t>
            </a:r>
            <a:r>
              <a:rPr lang="en-US" sz="2000" dirty="0">
                <a:latin typeface="+mj-lt"/>
              </a:rPr>
              <a:t>) to issue</a:t>
            </a:r>
            <a:endParaRPr lang="en-US" sz="20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F76150-B0C4-FB35-59A1-4438A0E9D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27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283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205D1E-0ADE-7D1C-29E6-AB6B6CF23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0DB9B429-67E1-C2E8-31CF-68B005FD4B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Securities market ratios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76E4E739-2961-AA60-3E05-ED73A10170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DPS			=</a:t>
            </a:r>
            <a:r>
              <a:rPr lang="en-US" sz="2400" dirty="0"/>
              <a:t> Dividends for ordinary shareholders /</a:t>
            </a:r>
            <a:r>
              <a:rPr lang="en-US" sz="2400" kern="0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		   </a:t>
            </a:r>
            <a:r>
              <a:rPr lang="en-US" sz="2400" kern="0" dirty="0"/>
              <a:t># of ordinary </a:t>
            </a:r>
            <a:r>
              <a:rPr lang="en-US" sz="2400" dirty="0"/>
              <a:t>shares </a:t>
            </a:r>
            <a:r>
              <a:rPr lang="en-US" sz="2400" b="1" dirty="0">
                <a:solidFill>
                  <a:schemeClr val="tx2"/>
                </a:solidFill>
              </a:rPr>
              <a:t>issued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Rondo’s	= 613m* / 100m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= </a:t>
            </a:r>
            <a:r>
              <a:rPr lang="en-US" sz="2400" b="1" kern="0" dirty="0">
                <a:solidFill>
                  <a:srgbClr val="C00000"/>
                </a:solidFill>
              </a:rPr>
              <a:t>…….. cents</a:t>
            </a:r>
            <a:endParaRPr lang="en-US" sz="2000" b="1" kern="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Interpretation: Shareholders receive 6c dividend per share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How can one improve this ratio?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Buy back some ordinary shares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Improve profitability of firm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Discontinuing </a:t>
            </a:r>
            <a:r>
              <a:rPr lang="en-US" sz="2400" kern="0" dirty="0"/>
              <a:t>use of preference share financing (if used)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endParaRPr lang="en-US" sz="2400" kern="0" dirty="0"/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15875" lvl="2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000" kern="0" dirty="0"/>
              <a:t>*amount given at bottom of statement of financial performance</a:t>
            </a:r>
          </a:p>
          <a:p>
            <a:pPr marL="0" indent="0">
              <a:lnSpc>
                <a:spcPct val="105000"/>
              </a:lnSpc>
              <a:spcAft>
                <a:spcPts val="600"/>
              </a:spcAft>
              <a:buSzPct val="100000"/>
              <a:buNone/>
            </a:pPr>
            <a:endParaRPr lang="en-US" sz="2400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5C0A3A-38A7-9BA9-6C54-BCFF77E2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28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814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C7654A4-B70A-1611-0E83-F96F7A620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CC5C377D-2F66-DE1D-1B84-F9975379D3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Securities market ratios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CD3BDB6B-8388-B653-0A3F-2EE7651125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P/E ratio		= Price per share / Earnings per share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Rondo’s	</a:t>
            </a:r>
            <a:r>
              <a:rPr lang="en-US" sz="2400" kern="0" dirty="0"/>
              <a:t>= 85.00* / 15.33**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= </a:t>
            </a:r>
            <a:r>
              <a:rPr lang="en-US" sz="2400" b="1" kern="0" dirty="0">
                <a:solidFill>
                  <a:srgbClr val="C00000"/>
                </a:solidFill>
              </a:rPr>
              <a:t>5.54 times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Interpretation: The shares of the firm are selling for more than 5.5 times the earnings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Higher P/E ratios signify prospects for future growth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Low P/E ratios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Improve profitability of firm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Reduce </a:t>
            </a:r>
            <a:r>
              <a:rPr lang="en-US" sz="2400" dirty="0"/>
              <a:t>number of shares</a:t>
            </a:r>
            <a:endParaRPr lang="en-US" sz="2400" kern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000" dirty="0"/>
              <a:t>*Assume the current market price per share is R85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000" dirty="0"/>
              <a:t>**calculated on slide 27</a:t>
            </a:r>
            <a:endParaRPr lang="en-US" sz="2000" kern="0" dirty="0"/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EE00A2-0A26-DF5F-3599-DE080D83A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29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123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E781707-CF03-77BA-6265-6CD703B70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A02189EB-13C9-09E1-FD6F-7B0C92396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Securities market ratios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F729EFA7-339B-3CAC-B59E-F39103823B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Earnings yield	= EPS / Price per share x 100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Rondo’s	</a:t>
            </a:r>
            <a:r>
              <a:rPr lang="en-US" sz="2400" kern="0" dirty="0"/>
              <a:t>= 15.33** / 85* x 100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= </a:t>
            </a:r>
            <a:r>
              <a:rPr lang="en-US" sz="2400" b="1" dirty="0">
                <a:solidFill>
                  <a:srgbClr val="C00000"/>
                </a:solidFill>
              </a:rPr>
              <a:t>18.04%</a:t>
            </a:r>
            <a:endParaRPr lang="en-US" sz="2400" b="1" kern="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Interpretation: The per share earning power is at 18.04% of the current share price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Low P/E ratios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Improve profitability of firm</a:t>
            </a:r>
          </a:p>
          <a:p>
            <a:pPr marL="715963" lvl="2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Use leverage (more debt) and reduce </a:t>
            </a:r>
            <a:r>
              <a:rPr lang="en-US" sz="2400" dirty="0"/>
              <a:t>number of shares</a:t>
            </a:r>
            <a:endParaRPr lang="en-US" sz="2400" kern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*Remember a yield will be a 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000" dirty="0"/>
              <a:t>*Assume the current market price per share is R85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000" dirty="0"/>
              <a:t>**calculated on slide 27</a:t>
            </a:r>
            <a:endParaRPr lang="en-US" sz="2000" kern="0" dirty="0"/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FA3FD0-C601-180E-B2B5-CCAFB7D7C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30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7473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0CC5C45-2761-12B5-3571-921BFF6AB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33D05756-02A8-77AA-285A-25D4B86E08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Securities market ratios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A1EA6DF9-6B34-AC0C-616C-56E14904C2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Dividend yield	= DPS / Price per share x 100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Rondo’s	</a:t>
            </a:r>
            <a:r>
              <a:rPr lang="en-US" sz="2400" kern="0" dirty="0"/>
              <a:t>= 6.13* / 85** x 100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kern="0" dirty="0"/>
              <a:t>			= </a:t>
            </a:r>
            <a:r>
              <a:rPr lang="en-US" sz="2400" b="1" kern="0" dirty="0">
                <a:solidFill>
                  <a:srgbClr val="C00000"/>
                </a:solidFill>
              </a:rPr>
              <a:t>7.21</a:t>
            </a:r>
            <a:r>
              <a:rPr lang="en-US" sz="2400" b="1" dirty="0">
                <a:solidFill>
                  <a:srgbClr val="C00000"/>
                </a:solidFill>
              </a:rPr>
              <a:t>%</a:t>
            </a:r>
            <a:endParaRPr lang="en-US" sz="2400" b="1" kern="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Interpretation: The shareholders receive a 7.12% dividend or cash flow return, in relation to current share price, on their investment in the firm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000" dirty="0"/>
              <a:t>*calculated on slide 28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000" dirty="0"/>
              <a:t>**Assume the current market price per share is R85</a:t>
            </a:r>
            <a:endParaRPr lang="en-US" sz="2000" kern="0" dirty="0"/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400" dirty="0">
              <a:latin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A31BED-B189-5A99-59F3-06F2637DD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31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599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F821DC-48D2-104C-8B58-C959D857C485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7" name="Rectangle 4"/>
          <p:cNvSpPr txBox="1">
            <a:spLocks noChangeArrowheads="1"/>
          </p:cNvSpPr>
          <p:nvPr/>
        </p:nvSpPr>
        <p:spPr bwMode="auto">
          <a:xfrm>
            <a:off x="228600" y="0"/>
            <a:ext cx="867770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Preparation for next session</a:t>
            </a:r>
          </a:p>
        </p:txBody>
      </p:sp>
      <p:sp>
        <p:nvSpPr>
          <p:cNvPr id="19" name="Rectangle 7"/>
          <p:cNvSpPr txBox="1">
            <a:spLocks noChangeArrowheads="1"/>
          </p:cNvSpPr>
          <p:nvPr/>
        </p:nvSpPr>
        <p:spPr>
          <a:xfrm>
            <a:off x="304799" y="1066800"/>
            <a:ext cx="8601501" cy="5562600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charset="-128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 2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Work through Chapter 4</a:t>
            </a:r>
          </a:p>
          <a:p>
            <a:pPr marL="682625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Questions in study guide</a:t>
            </a:r>
          </a:p>
          <a:p>
            <a:pPr marL="682625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Problems at the end of the chapter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Read through Chapter 5</a:t>
            </a:r>
            <a:r>
              <a:rPr lang="en-US" sz="2400" kern="0" dirty="0">
                <a:solidFill>
                  <a:prstClr val="black"/>
                </a:solidFill>
                <a:latin typeface="Tahoma"/>
                <a:ea typeface="ＭＳ Ｐゴシック"/>
              </a:rPr>
              <a:t> and download/print the slides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kern="0" dirty="0">
                <a:solidFill>
                  <a:srgbClr val="C00000"/>
                </a:solidFill>
                <a:latin typeface="Tahoma"/>
                <a:ea typeface="ＭＳ Ｐゴシック"/>
              </a:rPr>
              <a:t>Individual assignment opens 23 February 2026 (TODAY!) and closes 25 March 2026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Tut</a:t>
            </a:r>
            <a:r>
              <a:rPr lang="en-US" sz="2400" kern="0" dirty="0" err="1">
                <a:solidFill>
                  <a:prstClr val="black"/>
                </a:solidFill>
                <a:latin typeface="Tahoma"/>
                <a:ea typeface="ＭＳ Ｐゴシック"/>
              </a:rPr>
              <a:t>orial</a:t>
            </a:r>
            <a:r>
              <a:rPr lang="en-US" sz="2400" kern="0" dirty="0">
                <a:solidFill>
                  <a:prstClr val="black"/>
                </a:solidFill>
                <a:latin typeface="Tahoma"/>
                <a:ea typeface="ＭＳ Ｐゴシック"/>
              </a:rPr>
              <a:t> A opens 4 March 2026 and closes 11 March 2026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964624409"/>
      </p:ext>
    </p:extLst>
  </p:cSld>
  <p:clrMapOvr>
    <a:masterClrMapping/>
  </p:clrMapOvr>
  <p:transition advTm="56488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heme/theme1.xml><?xml version="1.0" encoding="utf-8"?>
<a:theme xmlns:a="http://schemas.openxmlformats.org/drawingml/2006/main" name="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5313</TotalTime>
  <Words>2960</Words>
  <Application>Microsoft Office PowerPoint</Application>
  <PresentationFormat>On-screen Show (4:3)</PresentationFormat>
  <Paragraphs>473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ＭＳ Ｐゴシック</vt:lpstr>
      <vt:lpstr>Arial</vt:lpstr>
      <vt:lpstr>Symbol</vt:lpstr>
      <vt:lpstr>Tahoma</vt:lpstr>
      <vt:lpstr>Times</vt:lpstr>
      <vt:lpstr>Wingdings</vt:lpstr>
      <vt:lpstr>Wingdings 2</vt:lpstr>
      <vt:lpstr>Blank Presentation</vt:lpstr>
      <vt:lpstr>1_Blank Presentation</vt:lpstr>
      <vt:lpstr>PowerPoint Presentation</vt:lpstr>
      <vt:lpstr>Learning outcomes: Chapter 4</vt:lpstr>
      <vt:lpstr>Introduction</vt:lpstr>
      <vt:lpstr>Types of comparison</vt:lpstr>
      <vt:lpstr>Types of comparison (cont.)</vt:lpstr>
      <vt:lpstr>Financial ratios</vt:lpstr>
      <vt:lpstr>PowerPoint Presentation</vt:lpstr>
      <vt:lpstr>PowerPoint Presentation</vt:lpstr>
      <vt:lpstr>Profitability ratios</vt:lpstr>
      <vt:lpstr>Profitability ratios (cont.)</vt:lpstr>
      <vt:lpstr>Profitability ratios (cont.)</vt:lpstr>
      <vt:lpstr>Profitability ratios (cont.)</vt:lpstr>
      <vt:lpstr>Profitability ratios (cont.)</vt:lpstr>
      <vt:lpstr>Profitability ratios (cont.)</vt:lpstr>
      <vt:lpstr>Profitability ratios (cont.)</vt:lpstr>
      <vt:lpstr>Liquidity</vt:lpstr>
      <vt:lpstr>Liquidity (cont.)</vt:lpstr>
      <vt:lpstr>Liquidity (cont.)</vt:lpstr>
      <vt:lpstr>Measures of activity</vt:lpstr>
      <vt:lpstr>Measures of activity (cont.)</vt:lpstr>
      <vt:lpstr>Measures of activity (cont.)</vt:lpstr>
      <vt:lpstr>Measures of activity (cont.)</vt:lpstr>
      <vt:lpstr>Measures of debt</vt:lpstr>
      <vt:lpstr>Measures of debt (cont.)</vt:lpstr>
      <vt:lpstr>Measures of debt (cont.)</vt:lpstr>
      <vt:lpstr>Measures of debt (cont.)</vt:lpstr>
      <vt:lpstr>Securities market ratios</vt:lpstr>
      <vt:lpstr>Securities market ratios (cont.)</vt:lpstr>
      <vt:lpstr>Securities market ratios (cont.)</vt:lpstr>
      <vt:lpstr>Securities market ratios (cont.)</vt:lpstr>
      <vt:lpstr>Securities market ratios (cont.)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Essentials of Finance</dc:title>
  <dc:creator>Susan Cook</dc:creator>
  <cp:lastModifiedBy>Rootman, Chantal (Prof) (Summerstrand Campus South)</cp:lastModifiedBy>
  <cp:revision>503</cp:revision>
  <cp:lastPrinted>2024-02-16T14:16:15Z</cp:lastPrinted>
  <dcterms:created xsi:type="dcterms:W3CDTF">2010-03-21T13:43:06Z</dcterms:created>
  <dcterms:modified xsi:type="dcterms:W3CDTF">2026-02-03T12:51:16Z</dcterms:modified>
</cp:coreProperties>
</file>