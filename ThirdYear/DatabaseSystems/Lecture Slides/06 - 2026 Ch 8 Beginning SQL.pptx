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65" r:id="rId2"/>
  </p:sldMasterIdLst>
  <p:notesMasterIdLst>
    <p:notesMasterId r:id="rId51"/>
  </p:notesMasterIdLst>
  <p:handoutMasterIdLst>
    <p:handoutMasterId r:id="rId52"/>
  </p:handoutMasterIdLst>
  <p:sldIdLst>
    <p:sldId id="256" r:id="rId3"/>
    <p:sldId id="374" r:id="rId4"/>
    <p:sldId id="376" r:id="rId5"/>
    <p:sldId id="378" r:id="rId6"/>
    <p:sldId id="417" r:id="rId7"/>
    <p:sldId id="377" r:id="rId8"/>
    <p:sldId id="380" r:id="rId9"/>
    <p:sldId id="382" r:id="rId10"/>
    <p:sldId id="383" r:id="rId11"/>
    <p:sldId id="384" r:id="rId12"/>
    <p:sldId id="385" r:id="rId13"/>
    <p:sldId id="386" r:id="rId14"/>
    <p:sldId id="387" r:id="rId15"/>
    <p:sldId id="388" r:id="rId16"/>
    <p:sldId id="418" r:id="rId17"/>
    <p:sldId id="419" r:id="rId18"/>
    <p:sldId id="420" r:id="rId19"/>
    <p:sldId id="421" r:id="rId20"/>
    <p:sldId id="422" r:id="rId21"/>
    <p:sldId id="389" r:id="rId22"/>
    <p:sldId id="390" r:id="rId23"/>
    <p:sldId id="391" r:id="rId24"/>
    <p:sldId id="392" r:id="rId25"/>
    <p:sldId id="393" r:id="rId26"/>
    <p:sldId id="394" r:id="rId27"/>
    <p:sldId id="395" r:id="rId28"/>
    <p:sldId id="396" r:id="rId29"/>
    <p:sldId id="397" r:id="rId30"/>
    <p:sldId id="398" r:id="rId31"/>
    <p:sldId id="399" r:id="rId32"/>
    <p:sldId id="401" r:id="rId33"/>
    <p:sldId id="402" r:id="rId34"/>
    <p:sldId id="400" r:id="rId35"/>
    <p:sldId id="403" r:id="rId36"/>
    <p:sldId id="404" r:id="rId37"/>
    <p:sldId id="405" r:id="rId38"/>
    <p:sldId id="406" r:id="rId39"/>
    <p:sldId id="407" r:id="rId40"/>
    <p:sldId id="408" r:id="rId41"/>
    <p:sldId id="409" r:id="rId42"/>
    <p:sldId id="410" r:id="rId43"/>
    <p:sldId id="411" r:id="rId44"/>
    <p:sldId id="412" r:id="rId45"/>
    <p:sldId id="413" r:id="rId46"/>
    <p:sldId id="414" r:id="rId47"/>
    <p:sldId id="415" r:id="rId48"/>
    <p:sldId id="416" r:id="rId49"/>
    <p:sldId id="423" r:id="rId50"/>
  </p:sldIdLst>
  <p:sldSz cx="12192000" cy="6858000"/>
  <p:notesSz cx="6797675" cy="9874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57" autoAdjust="0"/>
  </p:normalViewPr>
  <p:slideViewPr>
    <p:cSldViewPr snapToGrid="0">
      <p:cViewPr varScale="1">
        <p:scale>
          <a:sx n="98" d="100"/>
          <a:sy n="98" d="100"/>
        </p:scale>
        <p:origin x="96" y="180"/>
      </p:cViewPr>
      <p:guideLst/>
    </p:cSldViewPr>
  </p:slideViewPr>
  <p:outlineViewPr>
    <p:cViewPr>
      <p:scale>
        <a:sx n="33" d="100"/>
        <a:sy n="33" d="100"/>
      </p:scale>
      <p:origin x="0" y="-642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FF0761-7B33-441C-930D-13170C066F8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AA15879-D4A3-4E64-95CD-828948A045D7}">
      <dgm:prSet custT="1"/>
      <dgm:spPr/>
      <dgm:t>
        <a:bodyPr/>
        <a:lstStyle/>
        <a:p>
          <a:r>
            <a:rPr lang="en-ZA" sz="2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rPr>
            <a:t>SQL meets ideal database language requirements</a:t>
          </a:r>
          <a:endParaRPr lang="en-US" sz="2400" dirty="0">
            <a:solidFill>
              <a:schemeClr val="tx1">
                <a:lumMod val="65000"/>
                <a:lumOff val="35000"/>
              </a:schemeClr>
            </a:solidFill>
            <a:latin typeface="+mj-lt"/>
          </a:endParaRPr>
        </a:p>
      </dgm:t>
    </dgm:pt>
    <dgm:pt modelId="{6A7D00E0-4282-46BD-B9F1-8085B9120530}" type="parTrans" cxnId="{25574895-000F-479D-AFC9-2F0473670237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ECE005F6-6CF8-4A28-834B-EC208E88A542}" type="sibTrans" cxnId="{25574895-000F-479D-AFC9-2F0473670237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F7B274B9-D271-4F9D-93D3-EFFA8EFFFCE6}">
      <dgm:prSet custT="1"/>
      <dgm:spPr/>
      <dgm:t>
        <a:bodyPr/>
        <a:lstStyle/>
        <a:p>
          <a:r>
            <a:rPr lang="en-ZA" sz="2400" dirty="0">
              <a:latin typeface="+mj-lt"/>
            </a:rPr>
            <a:t>Create database and table structures</a:t>
          </a:r>
          <a:endParaRPr lang="en-US" sz="2400" dirty="0">
            <a:latin typeface="+mj-lt"/>
          </a:endParaRPr>
        </a:p>
      </dgm:t>
    </dgm:pt>
    <dgm:pt modelId="{F420A4D7-F84C-4712-A222-475DA689A357}" type="parTrans" cxnId="{06ACDFD3-A6EF-42E6-ADD1-6E3B7A850ADC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847680D0-D224-4062-8C49-E500D7BD9514}" type="sibTrans" cxnId="{06ACDFD3-A6EF-42E6-ADD1-6E3B7A850ADC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EF561C7B-956D-4A74-BE51-D43EEC0F9887}">
      <dgm:prSet custT="1"/>
      <dgm:spPr/>
      <dgm:t>
        <a:bodyPr/>
        <a:lstStyle/>
        <a:p>
          <a:r>
            <a:rPr lang="en-ZA" sz="2400" dirty="0">
              <a:latin typeface="+mj-lt"/>
            </a:rPr>
            <a:t>Perform basic data management (add/delete/modify)</a:t>
          </a:r>
          <a:endParaRPr lang="en-US" sz="2400" dirty="0">
            <a:latin typeface="+mj-lt"/>
          </a:endParaRPr>
        </a:p>
      </dgm:t>
    </dgm:pt>
    <dgm:pt modelId="{F3936DF2-04ED-4ACE-805A-F813473C19D7}" type="parTrans" cxnId="{2CD97514-13EF-4BA7-AC59-25B68077F748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EFC5A2B3-41D4-40FC-ACC2-D7BB56767020}" type="sibTrans" cxnId="{2CD97514-13EF-4BA7-AC59-25B68077F748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DED9EED0-217C-4DEC-8CFD-E60A0796C967}">
      <dgm:prSet custT="1"/>
      <dgm:spPr/>
      <dgm:t>
        <a:bodyPr/>
        <a:lstStyle/>
        <a:p>
          <a:r>
            <a:rPr lang="en-ZA" sz="2400" dirty="0">
              <a:latin typeface="+mj-lt"/>
            </a:rPr>
            <a:t>Perform complex queries (transform data into information)</a:t>
          </a:r>
          <a:endParaRPr lang="en-US" sz="2400" dirty="0">
            <a:latin typeface="+mj-lt"/>
          </a:endParaRPr>
        </a:p>
      </dgm:t>
    </dgm:pt>
    <dgm:pt modelId="{6113E02B-B701-41B7-9B84-32CF5EE29B9B}" type="parTrans" cxnId="{6B3675CA-7666-49CA-94E8-FC7A1A62CE6A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5DC3B987-7798-4447-81CD-E44DB0D6A8D2}" type="sibTrans" cxnId="{6B3675CA-7666-49CA-94E8-FC7A1A62CE6A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E26CFA80-A968-4670-845C-C1992BE4CEF5}">
      <dgm:prSet custT="1"/>
      <dgm:spPr/>
      <dgm:t>
        <a:bodyPr/>
        <a:lstStyle/>
        <a:p>
          <a:r>
            <a:rPr lang="en-ZA" sz="2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rPr>
            <a:t>All of the above should be</a:t>
          </a:r>
          <a:endParaRPr lang="en-US" sz="2400" dirty="0">
            <a:solidFill>
              <a:schemeClr val="tx1">
                <a:lumMod val="65000"/>
                <a:lumOff val="35000"/>
              </a:schemeClr>
            </a:solidFill>
            <a:latin typeface="+mj-lt"/>
          </a:endParaRPr>
        </a:p>
      </dgm:t>
    </dgm:pt>
    <dgm:pt modelId="{A76D05AD-A011-4B51-B6D0-760D194767E1}" type="parTrans" cxnId="{0B5DDAB8-02A8-4DC6-A515-377A97C37F9F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205105D5-F473-4538-9609-E10DCDF465A4}" type="sibTrans" cxnId="{0B5DDAB8-02A8-4DC6-A515-377A97C37F9F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C930DBDA-10DE-482C-994A-D236FFE37B6D}">
      <dgm:prSet custT="1"/>
      <dgm:spPr/>
      <dgm:t>
        <a:bodyPr/>
        <a:lstStyle/>
        <a:p>
          <a:r>
            <a:rPr lang="en-ZA" sz="2400" dirty="0">
              <a:latin typeface="+mj-lt"/>
            </a:rPr>
            <a:t>Minimal user effort</a:t>
          </a:r>
          <a:endParaRPr lang="en-US" sz="2400" dirty="0">
            <a:latin typeface="+mj-lt"/>
          </a:endParaRPr>
        </a:p>
      </dgm:t>
    </dgm:pt>
    <dgm:pt modelId="{4F33B53A-9676-4821-9BB1-CC78327F6676}" type="parTrans" cxnId="{B0F66A3B-07E8-49A3-A891-E08BFB79AE5A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E382F74B-FDF3-4992-93E3-E8C29477C1C3}" type="sibTrans" cxnId="{B0F66A3B-07E8-49A3-A891-E08BFB79AE5A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A924E404-0754-4560-8624-0944CF2CC00D}">
      <dgm:prSet custT="1"/>
      <dgm:spPr/>
      <dgm:t>
        <a:bodyPr/>
        <a:lstStyle/>
        <a:p>
          <a:r>
            <a:rPr lang="en-ZA" sz="2400" dirty="0">
              <a:latin typeface="+mj-lt"/>
            </a:rPr>
            <a:t>Easy to learn</a:t>
          </a:r>
          <a:endParaRPr lang="en-US" sz="2400" dirty="0">
            <a:latin typeface="+mj-lt"/>
          </a:endParaRPr>
        </a:p>
      </dgm:t>
    </dgm:pt>
    <dgm:pt modelId="{EAC3FB77-F7F1-4775-B2AB-8824ADEC479A}" type="parTrans" cxnId="{8B02A42E-F84D-4831-9949-5901120CEC23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5440B59D-7603-4090-B3E8-1C9A09AB61FB}" type="sibTrans" cxnId="{8B02A42E-F84D-4831-9949-5901120CEC23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909CD8A7-CC61-4747-AC22-B1C4C4108F64}">
      <dgm:prSet custT="1"/>
      <dgm:spPr/>
      <dgm:t>
        <a:bodyPr/>
        <a:lstStyle/>
        <a:p>
          <a:r>
            <a:rPr lang="en-ZA" sz="2400" dirty="0">
              <a:latin typeface="+mj-lt"/>
            </a:rPr>
            <a:t>Portable (conform to some standard)</a:t>
          </a:r>
          <a:endParaRPr lang="en-US" sz="2400" dirty="0">
            <a:latin typeface="+mj-lt"/>
          </a:endParaRPr>
        </a:p>
      </dgm:t>
    </dgm:pt>
    <dgm:pt modelId="{5D99A777-CE2A-4D31-AC8E-3E3885F65B4A}" type="parTrans" cxnId="{E177D258-2489-464B-A5CC-B4EB686BE51F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21F839D5-8A9D-4877-805C-2749DE143897}" type="sibTrans" cxnId="{E177D258-2489-464B-A5CC-B4EB686BE51F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D295441A-247B-4A0F-A5F5-F52470101F94}">
      <dgm:prSet custT="1"/>
      <dgm:spPr/>
      <dgm:t>
        <a:bodyPr/>
        <a:lstStyle/>
        <a:p>
          <a:r>
            <a:rPr lang="en-ZA" sz="2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rPr>
            <a:t>SQL is non-procedural</a:t>
          </a:r>
          <a:endParaRPr lang="en-US" sz="2400" dirty="0">
            <a:solidFill>
              <a:schemeClr val="tx1">
                <a:lumMod val="65000"/>
                <a:lumOff val="35000"/>
              </a:schemeClr>
            </a:solidFill>
            <a:latin typeface="+mj-lt"/>
          </a:endParaRPr>
        </a:p>
      </dgm:t>
    </dgm:pt>
    <dgm:pt modelId="{4973E092-4737-489F-9CE1-57FD0795F8EE}" type="parTrans" cxnId="{CC357C64-E804-4B69-8B72-341CDF3B4FFC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3D538695-B376-4FEC-BB6C-5B3EE9564D0A}" type="sibTrans" cxnId="{CC357C64-E804-4B69-8B72-341CDF3B4FFC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37582CDC-14E8-4ED9-95E3-0A77B47F6B4B}">
      <dgm:prSet custT="1"/>
      <dgm:spPr/>
      <dgm:t>
        <a:bodyPr/>
        <a:lstStyle/>
        <a:p>
          <a:r>
            <a:rPr lang="en-ZA" sz="2400" dirty="0">
              <a:latin typeface="+mj-lt"/>
            </a:rPr>
            <a:t>Specifies </a:t>
          </a:r>
          <a:r>
            <a:rPr lang="en-ZA" sz="2400" i="1" dirty="0">
              <a:latin typeface="+mj-lt"/>
            </a:rPr>
            <a:t>what</a:t>
          </a:r>
          <a:r>
            <a:rPr lang="en-ZA" sz="2400" dirty="0">
              <a:latin typeface="+mj-lt"/>
            </a:rPr>
            <a:t>, not </a:t>
          </a:r>
          <a:r>
            <a:rPr lang="en-ZA" sz="2400" i="1" dirty="0">
              <a:latin typeface="+mj-lt"/>
            </a:rPr>
            <a:t>how</a:t>
          </a:r>
          <a:endParaRPr lang="en-US" sz="2400" dirty="0">
            <a:latin typeface="+mj-lt"/>
          </a:endParaRPr>
        </a:p>
      </dgm:t>
    </dgm:pt>
    <dgm:pt modelId="{4387C461-AD7E-4709-8BAA-1CEB4075049F}" type="parTrans" cxnId="{BA59FF15-87A0-4784-9CFA-46B5B133A37D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FD77E99E-7531-4539-93DB-E7F4B8C23ACC}" type="sibTrans" cxnId="{BA59FF15-87A0-4784-9CFA-46B5B133A37D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0D06E97B-A58C-4DF9-9F7A-0124CCF4320D}" type="pres">
      <dgm:prSet presAssocID="{CDFF0761-7B33-441C-930D-13170C066F84}" presName="linear" presStyleCnt="0">
        <dgm:presLayoutVars>
          <dgm:animLvl val="lvl"/>
          <dgm:resizeHandles val="exact"/>
        </dgm:presLayoutVars>
      </dgm:prSet>
      <dgm:spPr/>
    </dgm:pt>
    <dgm:pt modelId="{E99CB2AF-6DD0-430F-95EA-D570EEF47741}" type="pres">
      <dgm:prSet presAssocID="{9AA15879-D4A3-4E64-95CD-828948A045D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9190CA3-43A6-442B-9D32-03774F0B900A}" type="pres">
      <dgm:prSet presAssocID="{9AA15879-D4A3-4E64-95CD-828948A045D7}" presName="childText" presStyleLbl="revTx" presStyleIdx="0" presStyleCnt="3">
        <dgm:presLayoutVars>
          <dgm:bulletEnabled val="1"/>
        </dgm:presLayoutVars>
      </dgm:prSet>
      <dgm:spPr/>
    </dgm:pt>
    <dgm:pt modelId="{114E01F6-95FB-4AE6-A296-2D5A227A4F40}" type="pres">
      <dgm:prSet presAssocID="{E26CFA80-A968-4670-845C-C1992BE4CEF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A17655B-68F1-4AC7-B7E1-C0B4DA9E1974}" type="pres">
      <dgm:prSet presAssocID="{E26CFA80-A968-4670-845C-C1992BE4CEF5}" presName="childText" presStyleLbl="revTx" presStyleIdx="1" presStyleCnt="3">
        <dgm:presLayoutVars>
          <dgm:bulletEnabled val="1"/>
        </dgm:presLayoutVars>
      </dgm:prSet>
      <dgm:spPr/>
    </dgm:pt>
    <dgm:pt modelId="{18F195B8-8883-4CED-BD09-FD7FC574E34E}" type="pres">
      <dgm:prSet presAssocID="{D295441A-247B-4A0F-A5F5-F52470101F9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7C89D2A-3431-49A2-885A-18DFD13FE98F}" type="pres">
      <dgm:prSet presAssocID="{D295441A-247B-4A0F-A5F5-F52470101F94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5AC17D01-5B94-4E68-8A95-917C4C414B5A}" type="presOf" srcId="{EF561C7B-956D-4A74-BE51-D43EEC0F9887}" destId="{D9190CA3-43A6-442B-9D32-03774F0B900A}" srcOrd="0" destOrd="1" presId="urn:microsoft.com/office/officeart/2005/8/layout/vList2"/>
    <dgm:cxn modelId="{E1E7EC01-9608-4958-BC45-05AC9A32B02A}" type="presOf" srcId="{9AA15879-D4A3-4E64-95CD-828948A045D7}" destId="{E99CB2AF-6DD0-430F-95EA-D570EEF47741}" srcOrd="0" destOrd="0" presId="urn:microsoft.com/office/officeart/2005/8/layout/vList2"/>
    <dgm:cxn modelId="{3F2BE510-DD43-4CA7-9594-D637AFFE509F}" type="presOf" srcId="{A924E404-0754-4560-8624-0944CF2CC00D}" destId="{CA17655B-68F1-4AC7-B7E1-C0B4DA9E1974}" srcOrd="0" destOrd="1" presId="urn:microsoft.com/office/officeart/2005/8/layout/vList2"/>
    <dgm:cxn modelId="{2CD97514-13EF-4BA7-AC59-25B68077F748}" srcId="{9AA15879-D4A3-4E64-95CD-828948A045D7}" destId="{EF561C7B-956D-4A74-BE51-D43EEC0F9887}" srcOrd="1" destOrd="0" parTransId="{F3936DF2-04ED-4ACE-805A-F813473C19D7}" sibTransId="{EFC5A2B3-41D4-40FC-ACC2-D7BB56767020}"/>
    <dgm:cxn modelId="{BA59FF15-87A0-4784-9CFA-46B5B133A37D}" srcId="{D295441A-247B-4A0F-A5F5-F52470101F94}" destId="{37582CDC-14E8-4ED9-95E3-0A77B47F6B4B}" srcOrd="0" destOrd="0" parTransId="{4387C461-AD7E-4709-8BAA-1CEB4075049F}" sibTransId="{FD77E99E-7531-4539-93DB-E7F4B8C23ACC}"/>
    <dgm:cxn modelId="{A0536B29-0E82-4BE3-B61D-22265208C9EE}" type="presOf" srcId="{909CD8A7-CC61-4747-AC22-B1C4C4108F64}" destId="{CA17655B-68F1-4AC7-B7E1-C0B4DA9E1974}" srcOrd="0" destOrd="2" presId="urn:microsoft.com/office/officeart/2005/8/layout/vList2"/>
    <dgm:cxn modelId="{FB8B322C-3DE8-4E9E-ACC2-EEFE98340AF6}" type="presOf" srcId="{D295441A-247B-4A0F-A5F5-F52470101F94}" destId="{18F195B8-8883-4CED-BD09-FD7FC574E34E}" srcOrd="0" destOrd="0" presId="urn:microsoft.com/office/officeart/2005/8/layout/vList2"/>
    <dgm:cxn modelId="{8B02A42E-F84D-4831-9949-5901120CEC23}" srcId="{E26CFA80-A968-4670-845C-C1992BE4CEF5}" destId="{A924E404-0754-4560-8624-0944CF2CC00D}" srcOrd="1" destOrd="0" parTransId="{EAC3FB77-F7F1-4775-B2AB-8824ADEC479A}" sibTransId="{5440B59D-7603-4090-B3E8-1C9A09AB61FB}"/>
    <dgm:cxn modelId="{C2DD0931-750F-43B0-9131-72C92EC80E3D}" type="presOf" srcId="{37582CDC-14E8-4ED9-95E3-0A77B47F6B4B}" destId="{E7C89D2A-3431-49A2-885A-18DFD13FE98F}" srcOrd="0" destOrd="0" presId="urn:microsoft.com/office/officeart/2005/8/layout/vList2"/>
    <dgm:cxn modelId="{B0F66A3B-07E8-49A3-A891-E08BFB79AE5A}" srcId="{E26CFA80-A968-4670-845C-C1992BE4CEF5}" destId="{C930DBDA-10DE-482C-994A-D236FFE37B6D}" srcOrd="0" destOrd="0" parTransId="{4F33B53A-9676-4821-9BB1-CC78327F6676}" sibTransId="{E382F74B-FDF3-4992-93E3-E8C29477C1C3}"/>
    <dgm:cxn modelId="{773ECF5C-C33C-4851-A7C4-FF8B1AC0DAAB}" type="presOf" srcId="{C930DBDA-10DE-482C-994A-D236FFE37B6D}" destId="{CA17655B-68F1-4AC7-B7E1-C0B4DA9E1974}" srcOrd="0" destOrd="0" presId="urn:microsoft.com/office/officeart/2005/8/layout/vList2"/>
    <dgm:cxn modelId="{CC357C64-E804-4B69-8B72-341CDF3B4FFC}" srcId="{CDFF0761-7B33-441C-930D-13170C066F84}" destId="{D295441A-247B-4A0F-A5F5-F52470101F94}" srcOrd="2" destOrd="0" parTransId="{4973E092-4737-489F-9CE1-57FD0795F8EE}" sibTransId="{3D538695-B376-4FEC-BB6C-5B3EE9564D0A}"/>
    <dgm:cxn modelId="{78B99067-5CFE-4C4F-9B2A-919020C8FBE7}" type="presOf" srcId="{F7B274B9-D271-4F9D-93D3-EFFA8EFFFCE6}" destId="{D9190CA3-43A6-442B-9D32-03774F0B900A}" srcOrd="0" destOrd="0" presId="urn:microsoft.com/office/officeart/2005/8/layout/vList2"/>
    <dgm:cxn modelId="{E177D258-2489-464B-A5CC-B4EB686BE51F}" srcId="{E26CFA80-A968-4670-845C-C1992BE4CEF5}" destId="{909CD8A7-CC61-4747-AC22-B1C4C4108F64}" srcOrd="2" destOrd="0" parTransId="{5D99A777-CE2A-4D31-AC8E-3E3885F65B4A}" sibTransId="{21F839D5-8A9D-4877-805C-2749DE143897}"/>
    <dgm:cxn modelId="{25574895-000F-479D-AFC9-2F0473670237}" srcId="{CDFF0761-7B33-441C-930D-13170C066F84}" destId="{9AA15879-D4A3-4E64-95CD-828948A045D7}" srcOrd="0" destOrd="0" parTransId="{6A7D00E0-4282-46BD-B9F1-8085B9120530}" sibTransId="{ECE005F6-6CF8-4A28-834B-EC208E88A542}"/>
    <dgm:cxn modelId="{A3760B96-D7F6-45AB-B370-588C878D13FB}" type="presOf" srcId="{E26CFA80-A968-4670-845C-C1992BE4CEF5}" destId="{114E01F6-95FB-4AE6-A296-2D5A227A4F40}" srcOrd="0" destOrd="0" presId="urn:microsoft.com/office/officeart/2005/8/layout/vList2"/>
    <dgm:cxn modelId="{0B5DDAB8-02A8-4DC6-A515-377A97C37F9F}" srcId="{CDFF0761-7B33-441C-930D-13170C066F84}" destId="{E26CFA80-A968-4670-845C-C1992BE4CEF5}" srcOrd="1" destOrd="0" parTransId="{A76D05AD-A011-4B51-B6D0-760D194767E1}" sibTransId="{205105D5-F473-4538-9609-E10DCDF465A4}"/>
    <dgm:cxn modelId="{6B3675CA-7666-49CA-94E8-FC7A1A62CE6A}" srcId="{9AA15879-D4A3-4E64-95CD-828948A045D7}" destId="{DED9EED0-217C-4DEC-8CFD-E60A0796C967}" srcOrd="2" destOrd="0" parTransId="{6113E02B-B701-41B7-9B84-32CF5EE29B9B}" sibTransId="{5DC3B987-7798-4447-81CD-E44DB0D6A8D2}"/>
    <dgm:cxn modelId="{E8C08BD1-C047-433F-A874-A0DB2411C0B2}" type="presOf" srcId="{DED9EED0-217C-4DEC-8CFD-E60A0796C967}" destId="{D9190CA3-43A6-442B-9D32-03774F0B900A}" srcOrd="0" destOrd="2" presId="urn:microsoft.com/office/officeart/2005/8/layout/vList2"/>
    <dgm:cxn modelId="{06ACDFD3-A6EF-42E6-ADD1-6E3B7A850ADC}" srcId="{9AA15879-D4A3-4E64-95CD-828948A045D7}" destId="{F7B274B9-D271-4F9D-93D3-EFFA8EFFFCE6}" srcOrd="0" destOrd="0" parTransId="{F420A4D7-F84C-4712-A222-475DA689A357}" sibTransId="{847680D0-D224-4062-8C49-E500D7BD9514}"/>
    <dgm:cxn modelId="{B18841DD-597B-4B13-A4D8-7B50B0B7E3FD}" type="presOf" srcId="{CDFF0761-7B33-441C-930D-13170C066F84}" destId="{0D06E97B-A58C-4DF9-9F7A-0124CCF4320D}" srcOrd="0" destOrd="0" presId="urn:microsoft.com/office/officeart/2005/8/layout/vList2"/>
    <dgm:cxn modelId="{FEF312EE-69F7-4B1E-BB5C-A2510599EEE3}" type="presParOf" srcId="{0D06E97B-A58C-4DF9-9F7A-0124CCF4320D}" destId="{E99CB2AF-6DD0-430F-95EA-D570EEF47741}" srcOrd="0" destOrd="0" presId="urn:microsoft.com/office/officeart/2005/8/layout/vList2"/>
    <dgm:cxn modelId="{6652C3F3-C57D-4C86-9A03-F1F9E46EBDF4}" type="presParOf" srcId="{0D06E97B-A58C-4DF9-9F7A-0124CCF4320D}" destId="{D9190CA3-43A6-442B-9D32-03774F0B900A}" srcOrd="1" destOrd="0" presId="urn:microsoft.com/office/officeart/2005/8/layout/vList2"/>
    <dgm:cxn modelId="{98317245-2C36-4B31-A213-C41FB7D2290D}" type="presParOf" srcId="{0D06E97B-A58C-4DF9-9F7A-0124CCF4320D}" destId="{114E01F6-95FB-4AE6-A296-2D5A227A4F40}" srcOrd="2" destOrd="0" presId="urn:microsoft.com/office/officeart/2005/8/layout/vList2"/>
    <dgm:cxn modelId="{78DA5C1D-AA49-4B76-9E96-F9599D7C72E7}" type="presParOf" srcId="{0D06E97B-A58C-4DF9-9F7A-0124CCF4320D}" destId="{CA17655B-68F1-4AC7-B7E1-C0B4DA9E1974}" srcOrd="3" destOrd="0" presId="urn:microsoft.com/office/officeart/2005/8/layout/vList2"/>
    <dgm:cxn modelId="{09951F11-2BC2-4D55-9093-3CA4C37A244B}" type="presParOf" srcId="{0D06E97B-A58C-4DF9-9F7A-0124CCF4320D}" destId="{18F195B8-8883-4CED-BD09-FD7FC574E34E}" srcOrd="4" destOrd="0" presId="urn:microsoft.com/office/officeart/2005/8/layout/vList2"/>
    <dgm:cxn modelId="{44A59ADD-F2EE-4B3D-862A-20F1DD172027}" type="presParOf" srcId="{0D06E97B-A58C-4DF9-9F7A-0124CCF4320D}" destId="{E7C89D2A-3431-49A2-885A-18DFD13FE98F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69B01F-E409-4E12-A3DC-C5824287D6A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95D39CE-A269-4E43-9B7E-52CEDCFAC81A}">
      <dgm:prSet custT="1"/>
      <dgm:spPr/>
      <dgm:t>
        <a:bodyPr/>
        <a:lstStyle/>
        <a:p>
          <a:r>
            <a:rPr lang="en-ZA" sz="3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rPr>
            <a:t>Several broad categories</a:t>
          </a:r>
          <a:endParaRPr lang="en-US" sz="3200" dirty="0">
            <a:solidFill>
              <a:schemeClr val="tx1">
                <a:lumMod val="65000"/>
                <a:lumOff val="35000"/>
              </a:schemeClr>
            </a:solidFill>
            <a:latin typeface="+mj-lt"/>
          </a:endParaRPr>
        </a:p>
      </dgm:t>
    </dgm:pt>
    <dgm:pt modelId="{67F9402E-3615-47E4-8B8F-6899C6646030}" type="parTrans" cxnId="{887B6D69-8682-456C-B796-76436EA79C3B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7B1B05F9-2318-4D19-8D4E-EA34352A6D9B}" type="sibTrans" cxnId="{887B6D69-8682-456C-B796-76436EA79C3B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BC4226DF-057D-400E-B402-9AC0E08A16B4}">
      <dgm:prSet custT="1"/>
      <dgm:spPr/>
      <dgm:t>
        <a:bodyPr/>
        <a:lstStyle/>
        <a:p>
          <a:r>
            <a:rPr lang="en-ZA" sz="2400" dirty="0">
              <a:latin typeface="+mj-lt"/>
            </a:rPr>
            <a:t>Data manipulation language (DML)</a:t>
          </a:r>
          <a:endParaRPr lang="en-US" sz="2400" dirty="0">
            <a:latin typeface="+mj-lt"/>
          </a:endParaRPr>
        </a:p>
      </dgm:t>
    </dgm:pt>
    <dgm:pt modelId="{51AC35C2-7822-41B9-90C1-9A99AD9C4A64}" type="parTrans" cxnId="{8D93224A-1F38-46C6-BD38-A203E8A56C82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7A146F1C-D8B5-42DF-9573-BFA39EA90B2E}" type="sibTrans" cxnId="{8D93224A-1F38-46C6-BD38-A203E8A56C82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5C2BF043-B256-447F-B8D9-6B05AD46F64D}">
      <dgm:prSet custT="1"/>
      <dgm:spPr/>
      <dgm:t>
        <a:bodyPr/>
        <a:lstStyle/>
        <a:p>
          <a:r>
            <a:rPr lang="en-ZA" sz="2400" dirty="0">
              <a:latin typeface="+mj-lt"/>
            </a:rPr>
            <a:t>Insert, update, delete, retrieve, …</a:t>
          </a:r>
          <a:endParaRPr lang="en-US" sz="2400" dirty="0">
            <a:latin typeface="+mj-lt"/>
          </a:endParaRPr>
        </a:p>
      </dgm:t>
    </dgm:pt>
    <dgm:pt modelId="{CF0234A1-9273-4B8C-AA67-3AEC8BB1AC23}" type="parTrans" cxnId="{2DDD5FCA-B2B7-454A-B263-429430807F25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EEFE9C92-3D38-482F-B811-7585CA275721}" type="sibTrans" cxnId="{2DDD5FCA-B2B7-454A-B263-429430807F25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2618429C-26FF-4FBB-98E8-EA63ED901A57}">
      <dgm:prSet custT="1"/>
      <dgm:spPr/>
      <dgm:t>
        <a:bodyPr/>
        <a:lstStyle/>
        <a:p>
          <a:r>
            <a:rPr lang="en-ZA" sz="2400" dirty="0">
              <a:latin typeface="+mj-lt"/>
            </a:rPr>
            <a:t>DML commands executed within context of transaction (logical unit of work)</a:t>
          </a:r>
          <a:endParaRPr lang="en-US" sz="2400" dirty="0">
            <a:latin typeface="+mj-lt"/>
          </a:endParaRPr>
        </a:p>
      </dgm:t>
    </dgm:pt>
    <dgm:pt modelId="{A8EBBC6F-C1AB-4C75-84DC-2A0BF835ABD6}" type="parTrans" cxnId="{300AC579-7DB8-4BF0-B21C-6DCEC28236E6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75939F11-8D7E-4E41-B844-C165B3FACB12}" type="sibTrans" cxnId="{300AC579-7DB8-4BF0-B21C-6DCEC28236E6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B6D821ED-D4BF-487C-97D0-FB2C2A4A3AAC}">
      <dgm:prSet custT="1"/>
      <dgm:spPr/>
      <dgm:t>
        <a:bodyPr/>
        <a:lstStyle/>
        <a:p>
          <a:r>
            <a:rPr lang="en-ZA" sz="2400" dirty="0">
              <a:latin typeface="+mj-lt"/>
            </a:rPr>
            <a:t>Data control language (DCL)</a:t>
          </a:r>
          <a:endParaRPr lang="en-US" sz="2400" dirty="0">
            <a:latin typeface="+mj-lt"/>
          </a:endParaRPr>
        </a:p>
      </dgm:t>
    </dgm:pt>
    <dgm:pt modelId="{4EF08E74-613B-45FB-8235-DCB35ABCFF27}" type="parTrans" cxnId="{76F59B52-787F-4654-9D6B-E17A905DD610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4D7234CC-5FBF-4D48-A23B-4DC00E145E62}" type="sibTrans" cxnId="{76F59B52-787F-4654-9D6B-E17A905DD610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42262826-BA24-40B0-B3B9-28AA6BE2197E}">
      <dgm:prSet custT="1"/>
      <dgm:spPr/>
      <dgm:t>
        <a:bodyPr/>
        <a:lstStyle/>
        <a:p>
          <a:r>
            <a:rPr lang="en-ZA" sz="2400" dirty="0">
              <a:latin typeface="+mj-lt"/>
            </a:rPr>
            <a:t>Grant / revoke access to data objects (permissions)</a:t>
          </a:r>
          <a:endParaRPr lang="en-US" sz="2400" dirty="0">
            <a:latin typeface="+mj-lt"/>
          </a:endParaRPr>
        </a:p>
      </dgm:t>
    </dgm:pt>
    <dgm:pt modelId="{696FC73D-81BA-4801-812C-060F5E283D83}" type="parTrans" cxnId="{AB62525D-2097-46F3-8891-5411CD8EBA4B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EE08E2D0-949D-46CD-8FCA-C10B3F017CA8}" type="sibTrans" cxnId="{AB62525D-2097-46F3-8891-5411CD8EBA4B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1D63D360-5FBA-42D3-995B-869DC124E61F}">
      <dgm:prSet custT="1"/>
      <dgm:spPr/>
      <dgm:t>
        <a:bodyPr/>
        <a:lstStyle/>
        <a:p>
          <a:r>
            <a:rPr lang="en-ZA" sz="28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rPr>
            <a:t>Several SQL “dialects”</a:t>
          </a:r>
          <a:endParaRPr lang="en-US" sz="2800" dirty="0">
            <a:solidFill>
              <a:schemeClr val="tx1">
                <a:lumMod val="65000"/>
                <a:lumOff val="35000"/>
              </a:schemeClr>
            </a:solidFill>
            <a:latin typeface="+mj-lt"/>
          </a:endParaRPr>
        </a:p>
      </dgm:t>
    </dgm:pt>
    <dgm:pt modelId="{A844D21B-14F0-42DE-81A9-398AEBF7120A}" type="parTrans" cxnId="{967E1B7D-9C15-4526-8146-B9C798C61D9F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8B7AA180-2700-455E-A356-68E07555E256}" type="sibTrans" cxnId="{967E1B7D-9C15-4526-8146-B9C798C61D9F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DE319482-2D5E-495B-8D84-B7AF435A5160}">
      <dgm:prSet custT="1"/>
      <dgm:spPr/>
      <dgm:t>
        <a:bodyPr/>
        <a:lstStyle/>
        <a:p>
          <a:r>
            <a:rPr lang="en-ZA" sz="2400" dirty="0">
              <a:latin typeface="+mj-lt"/>
            </a:rPr>
            <a:t>Minor differences</a:t>
          </a:r>
          <a:endParaRPr lang="en-US" sz="2400" dirty="0">
            <a:latin typeface="+mj-lt"/>
          </a:endParaRPr>
        </a:p>
      </dgm:t>
    </dgm:pt>
    <dgm:pt modelId="{96ADB0DD-99D0-42E1-8B1A-19E83DE14095}" type="parTrans" cxnId="{73968D2F-3571-4980-9357-AD73F6F1CADE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BEAB1A30-DAB0-4158-A18B-B0FD5F9CEFCD}" type="sibTrans" cxnId="{73968D2F-3571-4980-9357-AD73F6F1CADE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EFD682ED-CFC3-4391-826F-F27B85BD1FE3}">
      <dgm:prSet custT="1"/>
      <dgm:spPr/>
      <dgm:t>
        <a:bodyPr/>
        <a:lstStyle/>
        <a:p>
          <a:r>
            <a:rPr lang="en-ZA" sz="2400" dirty="0">
              <a:latin typeface="+mj-lt"/>
            </a:rPr>
            <a:t>Transaction control language (TCL)</a:t>
          </a:r>
          <a:endParaRPr lang="en-US" sz="2400" dirty="0">
            <a:latin typeface="+mj-lt"/>
          </a:endParaRPr>
        </a:p>
      </dgm:t>
    </dgm:pt>
    <dgm:pt modelId="{5130D7C3-8B85-4060-ADBB-0D0FAA02C1DD}" type="sibTrans" cxnId="{AF549387-AEC5-4BFC-8074-9E063EF2778E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6CBEFECB-935A-4B15-BA5C-9158CDFE55AA}" type="parTrans" cxnId="{AF549387-AEC5-4BFC-8074-9E063EF2778E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D062DB4F-2B32-4BFD-A5BD-626D59396F12}">
      <dgm:prSet custT="1"/>
      <dgm:spPr/>
      <dgm:t>
        <a:bodyPr/>
        <a:lstStyle/>
        <a:p>
          <a:r>
            <a:rPr lang="en-ZA" sz="2400" dirty="0">
              <a:latin typeface="+mj-lt"/>
            </a:rPr>
            <a:t>Create database objects, indexes, views, define access rights, …</a:t>
          </a:r>
          <a:endParaRPr lang="en-US" sz="2400" dirty="0">
            <a:latin typeface="+mj-lt"/>
          </a:endParaRPr>
        </a:p>
      </dgm:t>
    </dgm:pt>
    <dgm:pt modelId="{5EBACCC3-39C9-4584-9F89-A760F2BE8D55}" type="sibTrans" cxnId="{7863C8D3-0EF4-45F6-95D4-A54184959F1C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81D7CBB3-18E6-488F-BEB5-4E9F03998DD0}" type="parTrans" cxnId="{7863C8D3-0EF4-45F6-95D4-A54184959F1C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B3FCB730-E1E0-41B2-A03C-B9C4EAAA8EE5}">
      <dgm:prSet custT="1"/>
      <dgm:spPr/>
      <dgm:t>
        <a:bodyPr/>
        <a:lstStyle/>
        <a:p>
          <a:r>
            <a:rPr lang="en-ZA" sz="2400" dirty="0">
              <a:latin typeface="+mj-lt"/>
            </a:rPr>
            <a:t>Data definition language (DDL)</a:t>
          </a:r>
          <a:endParaRPr lang="en-US" sz="2400" dirty="0">
            <a:latin typeface="+mj-lt"/>
          </a:endParaRPr>
        </a:p>
      </dgm:t>
    </dgm:pt>
    <dgm:pt modelId="{B17B2774-4BC6-4068-9A4E-BD3F678C2A1E}" type="sibTrans" cxnId="{9A9E210C-48A7-45FC-A7BD-24C1B8C671AE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86C92996-2E21-4098-B483-DB1DE20F5D64}" type="parTrans" cxnId="{9A9E210C-48A7-45FC-A7BD-24C1B8C671AE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D9E8753D-A7A2-4C65-ACB2-4E7240DFEF51}" type="pres">
      <dgm:prSet presAssocID="{2369B01F-E409-4E12-A3DC-C5824287D6A0}" presName="linear" presStyleCnt="0">
        <dgm:presLayoutVars>
          <dgm:animLvl val="lvl"/>
          <dgm:resizeHandles val="exact"/>
        </dgm:presLayoutVars>
      </dgm:prSet>
      <dgm:spPr/>
    </dgm:pt>
    <dgm:pt modelId="{AAC53BAF-FA66-4781-BC1A-62544EE62424}" type="pres">
      <dgm:prSet presAssocID="{395D39CE-A269-4E43-9B7E-52CEDCFAC81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46582E0-BF8F-4360-BBE5-695CBDE0B1C7}" type="pres">
      <dgm:prSet presAssocID="{395D39CE-A269-4E43-9B7E-52CEDCFAC81A}" presName="childText" presStyleLbl="revTx" presStyleIdx="0" presStyleCnt="2">
        <dgm:presLayoutVars>
          <dgm:bulletEnabled val="1"/>
        </dgm:presLayoutVars>
      </dgm:prSet>
      <dgm:spPr/>
    </dgm:pt>
    <dgm:pt modelId="{C03BBAA3-1A06-4CF9-857D-92625F3832F1}" type="pres">
      <dgm:prSet presAssocID="{1D63D360-5FBA-42D3-995B-869DC124E61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3066619-D7A8-4FF8-8580-0B7A2AF92432}" type="pres">
      <dgm:prSet presAssocID="{1D63D360-5FBA-42D3-995B-869DC124E61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A9E210C-48A7-45FC-A7BD-24C1B8C671AE}" srcId="{395D39CE-A269-4E43-9B7E-52CEDCFAC81A}" destId="{B3FCB730-E1E0-41B2-A03C-B9C4EAAA8EE5}" srcOrd="0" destOrd="0" parTransId="{86C92996-2E21-4098-B483-DB1DE20F5D64}" sibTransId="{B17B2774-4BC6-4068-9A4E-BD3F678C2A1E}"/>
    <dgm:cxn modelId="{26F66221-4F9F-4C62-9AE0-932A139E3345}" type="presOf" srcId="{395D39CE-A269-4E43-9B7E-52CEDCFAC81A}" destId="{AAC53BAF-FA66-4781-BC1A-62544EE62424}" srcOrd="0" destOrd="0" presId="urn:microsoft.com/office/officeart/2005/8/layout/vList2"/>
    <dgm:cxn modelId="{155B0B25-2436-4F78-BD9A-B2EE5DE501C4}" type="presOf" srcId="{B3FCB730-E1E0-41B2-A03C-B9C4EAAA8EE5}" destId="{646582E0-BF8F-4360-BBE5-695CBDE0B1C7}" srcOrd="0" destOrd="0" presId="urn:microsoft.com/office/officeart/2005/8/layout/vList2"/>
    <dgm:cxn modelId="{73968D2F-3571-4980-9357-AD73F6F1CADE}" srcId="{1D63D360-5FBA-42D3-995B-869DC124E61F}" destId="{DE319482-2D5E-495B-8D84-B7AF435A5160}" srcOrd="0" destOrd="0" parTransId="{96ADB0DD-99D0-42E1-8B1A-19E83DE14095}" sibTransId="{BEAB1A30-DAB0-4158-A18B-B0FD5F9CEFCD}"/>
    <dgm:cxn modelId="{AB62525D-2097-46F3-8891-5411CD8EBA4B}" srcId="{B6D821ED-D4BF-487C-97D0-FB2C2A4A3AAC}" destId="{42262826-BA24-40B0-B3B9-28AA6BE2197E}" srcOrd="0" destOrd="0" parTransId="{696FC73D-81BA-4801-812C-060F5E283D83}" sibTransId="{EE08E2D0-949D-46CD-8FCA-C10B3F017CA8}"/>
    <dgm:cxn modelId="{2D9A0F5E-17F3-4F34-938E-5EB32CB5AA39}" type="presOf" srcId="{5C2BF043-B256-447F-B8D9-6B05AD46F64D}" destId="{646582E0-BF8F-4360-BBE5-695CBDE0B1C7}" srcOrd="0" destOrd="3" presId="urn:microsoft.com/office/officeart/2005/8/layout/vList2"/>
    <dgm:cxn modelId="{887B6D69-8682-456C-B796-76436EA79C3B}" srcId="{2369B01F-E409-4E12-A3DC-C5824287D6A0}" destId="{395D39CE-A269-4E43-9B7E-52CEDCFAC81A}" srcOrd="0" destOrd="0" parTransId="{67F9402E-3615-47E4-8B8F-6899C6646030}" sibTransId="{7B1B05F9-2318-4D19-8D4E-EA34352A6D9B}"/>
    <dgm:cxn modelId="{8D93224A-1F38-46C6-BD38-A203E8A56C82}" srcId="{395D39CE-A269-4E43-9B7E-52CEDCFAC81A}" destId="{BC4226DF-057D-400E-B402-9AC0E08A16B4}" srcOrd="1" destOrd="0" parTransId="{51AC35C2-7822-41B9-90C1-9A99AD9C4A64}" sibTransId="{7A146F1C-D8B5-42DF-9573-BFA39EA90B2E}"/>
    <dgm:cxn modelId="{F8357A71-996D-4B89-85BE-3E86229749DA}" type="presOf" srcId="{BC4226DF-057D-400E-B402-9AC0E08A16B4}" destId="{646582E0-BF8F-4360-BBE5-695CBDE0B1C7}" srcOrd="0" destOrd="2" presId="urn:microsoft.com/office/officeart/2005/8/layout/vList2"/>
    <dgm:cxn modelId="{76F59B52-787F-4654-9D6B-E17A905DD610}" srcId="{395D39CE-A269-4E43-9B7E-52CEDCFAC81A}" destId="{B6D821ED-D4BF-487C-97D0-FB2C2A4A3AAC}" srcOrd="3" destOrd="0" parTransId="{4EF08E74-613B-45FB-8235-DCB35ABCFF27}" sibTransId="{4D7234CC-5FBF-4D48-A23B-4DC00E145E62}"/>
    <dgm:cxn modelId="{BFF8DD57-63E8-45AE-A34F-B3B74682AA8C}" type="presOf" srcId="{B6D821ED-D4BF-487C-97D0-FB2C2A4A3AAC}" destId="{646582E0-BF8F-4360-BBE5-695CBDE0B1C7}" srcOrd="0" destOrd="6" presId="urn:microsoft.com/office/officeart/2005/8/layout/vList2"/>
    <dgm:cxn modelId="{300AC579-7DB8-4BF0-B21C-6DCEC28236E6}" srcId="{EFD682ED-CFC3-4391-826F-F27B85BD1FE3}" destId="{2618429C-26FF-4FBB-98E8-EA63ED901A57}" srcOrd="0" destOrd="0" parTransId="{A8EBBC6F-C1AB-4C75-84DC-2A0BF835ABD6}" sibTransId="{75939F11-8D7E-4E41-B844-C165B3FACB12}"/>
    <dgm:cxn modelId="{967E1B7D-9C15-4526-8146-B9C798C61D9F}" srcId="{2369B01F-E409-4E12-A3DC-C5824287D6A0}" destId="{1D63D360-5FBA-42D3-995B-869DC124E61F}" srcOrd="1" destOrd="0" parTransId="{A844D21B-14F0-42DE-81A9-398AEBF7120A}" sibTransId="{8B7AA180-2700-455E-A356-68E07555E256}"/>
    <dgm:cxn modelId="{F1CC387D-83D4-4569-BD0F-DE0789F59AC7}" type="presOf" srcId="{EFD682ED-CFC3-4391-826F-F27B85BD1FE3}" destId="{646582E0-BF8F-4360-BBE5-695CBDE0B1C7}" srcOrd="0" destOrd="4" presId="urn:microsoft.com/office/officeart/2005/8/layout/vList2"/>
    <dgm:cxn modelId="{EBF66A7D-9067-4FC7-B55A-7698481A2C6A}" type="presOf" srcId="{2618429C-26FF-4FBB-98E8-EA63ED901A57}" destId="{646582E0-BF8F-4360-BBE5-695CBDE0B1C7}" srcOrd="0" destOrd="5" presId="urn:microsoft.com/office/officeart/2005/8/layout/vList2"/>
    <dgm:cxn modelId="{E5404481-6AEA-4371-958B-5C547AD47B4D}" type="presOf" srcId="{2369B01F-E409-4E12-A3DC-C5824287D6A0}" destId="{D9E8753D-A7A2-4C65-ACB2-4E7240DFEF51}" srcOrd="0" destOrd="0" presId="urn:microsoft.com/office/officeart/2005/8/layout/vList2"/>
    <dgm:cxn modelId="{AF549387-AEC5-4BFC-8074-9E063EF2778E}" srcId="{395D39CE-A269-4E43-9B7E-52CEDCFAC81A}" destId="{EFD682ED-CFC3-4391-826F-F27B85BD1FE3}" srcOrd="2" destOrd="0" parTransId="{6CBEFECB-935A-4B15-BA5C-9158CDFE55AA}" sibTransId="{5130D7C3-8B85-4060-ADBB-0D0FAA02C1DD}"/>
    <dgm:cxn modelId="{D0D0BE9A-40CC-4A83-817F-1A93223579E1}" type="presOf" srcId="{DE319482-2D5E-495B-8D84-B7AF435A5160}" destId="{33066619-D7A8-4FF8-8580-0B7A2AF92432}" srcOrd="0" destOrd="0" presId="urn:microsoft.com/office/officeart/2005/8/layout/vList2"/>
    <dgm:cxn modelId="{0CF4BFA9-8787-4CDB-9EFA-E4D0FA9D1D87}" type="presOf" srcId="{42262826-BA24-40B0-B3B9-28AA6BE2197E}" destId="{646582E0-BF8F-4360-BBE5-695CBDE0B1C7}" srcOrd="0" destOrd="7" presId="urn:microsoft.com/office/officeart/2005/8/layout/vList2"/>
    <dgm:cxn modelId="{10FE20AF-7687-4874-B814-A79CCAB01805}" type="presOf" srcId="{D062DB4F-2B32-4BFD-A5BD-626D59396F12}" destId="{646582E0-BF8F-4360-BBE5-695CBDE0B1C7}" srcOrd="0" destOrd="1" presId="urn:microsoft.com/office/officeart/2005/8/layout/vList2"/>
    <dgm:cxn modelId="{77BF9AC9-FB7A-447B-823E-63427918C89F}" type="presOf" srcId="{1D63D360-5FBA-42D3-995B-869DC124E61F}" destId="{C03BBAA3-1A06-4CF9-857D-92625F3832F1}" srcOrd="0" destOrd="0" presId="urn:microsoft.com/office/officeart/2005/8/layout/vList2"/>
    <dgm:cxn modelId="{2DDD5FCA-B2B7-454A-B263-429430807F25}" srcId="{BC4226DF-057D-400E-B402-9AC0E08A16B4}" destId="{5C2BF043-B256-447F-B8D9-6B05AD46F64D}" srcOrd="0" destOrd="0" parTransId="{CF0234A1-9273-4B8C-AA67-3AEC8BB1AC23}" sibTransId="{EEFE9C92-3D38-482F-B811-7585CA275721}"/>
    <dgm:cxn modelId="{7863C8D3-0EF4-45F6-95D4-A54184959F1C}" srcId="{B3FCB730-E1E0-41B2-A03C-B9C4EAAA8EE5}" destId="{D062DB4F-2B32-4BFD-A5BD-626D59396F12}" srcOrd="0" destOrd="0" parTransId="{81D7CBB3-18E6-488F-BEB5-4E9F03998DD0}" sibTransId="{5EBACCC3-39C9-4584-9F89-A760F2BE8D55}"/>
    <dgm:cxn modelId="{102B0E08-76AC-4109-AEEE-3668D5112434}" type="presParOf" srcId="{D9E8753D-A7A2-4C65-ACB2-4E7240DFEF51}" destId="{AAC53BAF-FA66-4781-BC1A-62544EE62424}" srcOrd="0" destOrd="0" presId="urn:microsoft.com/office/officeart/2005/8/layout/vList2"/>
    <dgm:cxn modelId="{48D7CEDC-8AA3-4C24-8767-05A69BB9779D}" type="presParOf" srcId="{D9E8753D-A7A2-4C65-ACB2-4E7240DFEF51}" destId="{646582E0-BF8F-4360-BBE5-695CBDE0B1C7}" srcOrd="1" destOrd="0" presId="urn:microsoft.com/office/officeart/2005/8/layout/vList2"/>
    <dgm:cxn modelId="{83252099-25FF-4A12-AE43-125657E747BE}" type="presParOf" srcId="{D9E8753D-A7A2-4C65-ACB2-4E7240DFEF51}" destId="{C03BBAA3-1A06-4CF9-857D-92625F3832F1}" srcOrd="2" destOrd="0" presId="urn:microsoft.com/office/officeart/2005/8/layout/vList2"/>
    <dgm:cxn modelId="{84A18268-82EC-49DD-8E40-470C66EB0ED2}" type="presParOf" srcId="{D9E8753D-A7A2-4C65-ACB2-4E7240DFEF51}" destId="{33066619-D7A8-4FF8-8580-0B7A2AF92432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69B01F-E409-4E12-A3DC-C5824287D6A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95D39CE-A269-4E43-9B7E-52CEDCFAC81A}">
      <dgm:prSet custT="1"/>
      <dgm:spPr/>
      <dgm:t>
        <a:bodyPr/>
        <a:lstStyle/>
        <a:p>
          <a:r>
            <a:rPr lang="en-ZA" sz="3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rPr>
            <a:t>Several broad categories</a:t>
          </a:r>
          <a:endParaRPr lang="en-US" sz="3200" dirty="0">
            <a:solidFill>
              <a:schemeClr val="tx1">
                <a:lumMod val="65000"/>
                <a:lumOff val="35000"/>
              </a:schemeClr>
            </a:solidFill>
            <a:latin typeface="+mj-lt"/>
          </a:endParaRPr>
        </a:p>
      </dgm:t>
    </dgm:pt>
    <dgm:pt modelId="{67F9402E-3615-47E4-8B8F-6899C6646030}" type="parTrans" cxnId="{887B6D69-8682-456C-B796-76436EA79C3B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7B1B05F9-2318-4D19-8D4E-EA34352A6D9B}" type="sibTrans" cxnId="{887B6D69-8682-456C-B796-76436EA79C3B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BC4226DF-057D-400E-B402-9AC0E08A16B4}">
      <dgm:prSet custT="1"/>
      <dgm:spPr/>
      <dgm:t>
        <a:bodyPr/>
        <a:lstStyle/>
        <a:p>
          <a:r>
            <a:rPr lang="en-ZA" sz="2400" dirty="0">
              <a:latin typeface="+mj-lt"/>
            </a:rPr>
            <a:t>Data manipulation language (DML)</a:t>
          </a:r>
          <a:endParaRPr lang="en-US" sz="2400" dirty="0">
            <a:latin typeface="+mj-lt"/>
          </a:endParaRPr>
        </a:p>
      </dgm:t>
    </dgm:pt>
    <dgm:pt modelId="{51AC35C2-7822-41B9-90C1-9A99AD9C4A64}" type="parTrans" cxnId="{8D93224A-1F38-46C6-BD38-A203E8A56C82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7A146F1C-D8B5-42DF-9573-BFA39EA90B2E}" type="sibTrans" cxnId="{8D93224A-1F38-46C6-BD38-A203E8A56C82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5C2BF043-B256-447F-B8D9-6B05AD46F64D}">
      <dgm:prSet custT="1"/>
      <dgm:spPr/>
      <dgm:t>
        <a:bodyPr/>
        <a:lstStyle/>
        <a:p>
          <a:r>
            <a:rPr lang="en-ZA" sz="2400" dirty="0">
              <a:latin typeface="+mj-lt"/>
            </a:rPr>
            <a:t>Insert, update, delete, retrieve, …</a:t>
          </a:r>
          <a:endParaRPr lang="en-US" sz="2400" dirty="0">
            <a:latin typeface="+mj-lt"/>
          </a:endParaRPr>
        </a:p>
      </dgm:t>
    </dgm:pt>
    <dgm:pt modelId="{CF0234A1-9273-4B8C-AA67-3AEC8BB1AC23}" type="parTrans" cxnId="{2DDD5FCA-B2B7-454A-B263-429430807F25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EEFE9C92-3D38-482F-B811-7585CA275721}" type="sibTrans" cxnId="{2DDD5FCA-B2B7-454A-B263-429430807F25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2618429C-26FF-4FBB-98E8-EA63ED901A57}">
      <dgm:prSet custT="1"/>
      <dgm:spPr/>
      <dgm:t>
        <a:bodyPr/>
        <a:lstStyle/>
        <a:p>
          <a:r>
            <a:rPr lang="en-ZA" sz="2400" dirty="0">
              <a:latin typeface="+mj-lt"/>
            </a:rPr>
            <a:t>DML commands executed within context of transaction (logical unit of work)</a:t>
          </a:r>
          <a:endParaRPr lang="en-US" sz="2400" dirty="0">
            <a:latin typeface="+mj-lt"/>
          </a:endParaRPr>
        </a:p>
      </dgm:t>
    </dgm:pt>
    <dgm:pt modelId="{A8EBBC6F-C1AB-4C75-84DC-2A0BF835ABD6}" type="parTrans" cxnId="{300AC579-7DB8-4BF0-B21C-6DCEC28236E6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75939F11-8D7E-4E41-B844-C165B3FACB12}" type="sibTrans" cxnId="{300AC579-7DB8-4BF0-B21C-6DCEC28236E6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B6D821ED-D4BF-487C-97D0-FB2C2A4A3AAC}">
      <dgm:prSet custT="1"/>
      <dgm:spPr/>
      <dgm:t>
        <a:bodyPr/>
        <a:lstStyle/>
        <a:p>
          <a:r>
            <a:rPr lang="en-ZA" sz="2400" dirty="0">
              <a:latin typeface="+mj-lt"/>
            </a:rPr>
            <a:t>Data control language (DCL)</a:t>
          </a:r>
          <a:endParaRPr lang="en-US" sz="2400" dirty="0">
            <a:latin typeface="+mj-lt"/>
          </a:endParaRPr>
        </a:p>
      </dgm:t>
    </dgm:pt>
    <dgm:pt modelId="{4EF08E74-613B-45FB-8235-DCB35ABCFF27}" type="parTrans" cxnId="{76F59B52-787F-4654-9D6B-E17A905DD610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4D7234CC-5FBF-4D48-A23B-4DC00E145E62}" type="sibTrans" cxnId="{76F59B52-787F-4654-9D6B-E17A905DD610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42262826-BA24-40B0-B3B9-28AA6BE2197E}">
      <dgm:prSet custT="1"/>
      <dgm:spPr/>
      <dgm:t>
        <a:bodyPr/>
        <a:lstStyle/>
        <a:p>
          <a:r>
            <a:rPr lang="en-ZA" sz="2400" dirty="0">
              <a:latin typeface="+mj-lt"/>
            </a:rPr>
            <a:t>Grant / revoke access to data objects (permissions)</a:t>
          </a:r>
          <a:endParaRPr lang="en-US" sz="2400" dirty="0">
            <a:latin typeface="+mj-lt"/>
          </a:endParaRPr>
        </a:p>
      </dgm:t>
    </dgm:pt>
    <dgm:pt modelId="{696FC73D-81BA-4801-812C-060F5E283D83}" type="parTrans" cxnId="{AB62525D-2097-46F3-8891-5411CD8EBA4B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EE08E2D0-949D-46CD-8FCA-C10B3F017CA8}" type="sibTrans" cxnId="{AB62525D-2097-46F3-8891-5411CD8EBA4B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1D63D360-5FBA-42D3-995B-869DC124E61F}">
      <dgm:prSet custT="1"/>
      <dgm:spPr/>
      <dgm:t>
        <a:bodyPr/>
        <a:lstStyle/>
        <a:p>
          <a:r>
            <a:rPr lang="en-ZA" sz="28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rPr>
            <a:t>Several SQL “dialects”</a:t>
          </a:r>
          <a:endParaRPr lang="en-US" sz="2800" dirty="0">
            <a:solidFill>
              <a:schemeClr val="tx1">
                <a:lumMod val="65000"/>
                <a:lumOff val="35000"/>
              </a:schemeClr>
            </a:solidFill>
            <a:latin typeface="+mj-lt"/>
          </a:endParaRPr>
        </a:p>
      </dgm:t>
    </dgm:pt>
    <dgm:pt modelId="{A844D21B-14F0-42DE-81A9-398AEBF7120A}" type="parTrans" cxnId="{967E1B7D-9C15-4526-8146-B9C798C61D9F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8B7AA180-2700-455E-A356-68E07555E256}" type="sibTrans" cxnId="{967E1B7D-9C15-4526-8146-B9C798C61D9F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DE319482-2D5E-495B-8D84-B7AF435A5160}">
      <dgm:prSet custT="1"/>
      <dgm:spPr/>
      <dgm:t>
        <a:bodyPr/>
        <a:lstStyle/>
        <a:p>
          <a:r>
            <a:rPr lang="en-ZA" sz="2400" dirty="0">
              <a:latin typeface="+mj-lt"/>
            </a:rPr>
            <a:t>Minor differences</a:t>
          </a:r>
          <a:endParaRPr lang="en-US" sz="2400" dirty="0">
            <a:latin typeface="+mj-lt"/>
          </a:endParaRPr>
        </a:p>
      </dgm:t>
    </dgm:pt>
    <dgm:pt modelId="{96ADB0DD-99D0-42E1-8B1A-19E83DE14095}" type="parTrans" cxnId="{73968D2F-3571-4980-9357-AD73F6F1CADE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BEAB1A30-DAB0-4158-A18B-B0FD5F9CEFCD}" type="sibTrans" cxnId="{73968D2F-3571-4980-9357-AD73F6F1CADE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EFD682ED-CFC3-4391-826F-F27B85BD1FE3}">
      <dgm:prSet custT="1"/>
      <dgm:spPr/>
      <dgm:t>
        <a:bodyPr/>
        <a:lstStyle/>
        <a:p>
          <a:r>
            <a:rPr lang="en-ZA" sz="2400" dirty="0">
              <a:latin typeface="+mj-lt"/>
            </a:rPr>
            <a:t>Transaction control language (TCL)</a:t>
          </a:r>
          <a:endParaRPr lang="en-US" sz="2400" dirty="0">
            <a:latin typeface="+mj-lt"/>
          </a:endParaRPr>
        </a:p>
      </dgm:t>
    </dgm:pt>
    <dgm:pt modelId="{5130D7C3-8B85-4060-ADBB-0D0FAA02C1DD}" type="sibTrans" cxnId="{AF549387-AEC5-4BFC-8074-9E063EF2778E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6CBEFECB-935A-4B15-BA5C-9158CDFE55AA}" type="parTrans" cxnId="{AF549387-AEC5-4BFC-8074-9E063EF2778E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D062DB4F-2B32-4BFD-A5BD-626D59396F12}">
      <dgm:prSet custT="1"/>
      <dgm:spPr/>
      <dgm:t>
        <a:bodyPr/>
        <a:lstStyle/>
        <a:p>
          <a:r>
            <a:rPr lang="en-ZA" sz="2400" dirty="0">
              <a:latin typeface="+mj-lt"/>
            </a:rPr>
            <a:t>Create database objects, indexes, views, define access rights, …</a:t>
          </a:r>
          <a:endParaRPr lang="en-US" sz="2400" dirty="0">
            <a:latin typeface="+mj-lt"/>
          </a:endParaRPr>
        </a:p>
      </dgm:t>
    </dgm:pt>
    <dgm:pt modelId="{5EBACCC3-39C9-4584-9F89-A760F2BE8D55}" type="sibTrans" cxnId="{7863C8D3-0EF4-45F6-95D4-A54184959F1C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81D7CBB3-18E6-488F-BEB5-4E9F03998DD0}" type="parTrans" cxnId="{7863C8D3-0EF4-45F6-95D4-A54184959F1C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B3FCB730-E1E0-41B2-A03C-B9C4EAAA8EE5}">
      <dgm:prSet custT="1"/>
      <dgm:spPr/>
      <dgm:t>
        <a:bodyPr/>
        <a:lstStyle/>
        <a:p>
          <a:r>
            <a:rPr lang="en-ZA" sz="2400" dirty="0">
              <a:latin typeface="+mj-lt"/>
            </a:rPr>
            <a:t>Data definition language (DDL)</a:t>
          </a:r>
          <a:endParaRPr lang="en-US" sz="2400" dirty="0">
            <a:latin typeface="+mj-lt"/>
          </a:endParaRPr>
        </a:p>
      </dgm:t>
    </dgm:pt>
    <dgm:pt modelId="{B17B2774-4BC6-4068-9A4E-BD3F678C2A1E}" type="sibTrans" cxnId="{9A9E210C-48A7-45FC-A7BD-24C1B8C671AE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86C92996-2E21-4098-B483-DB1DE20F5D64}" type="parTrans" cxnId="{9A9E210C-48A7-45FC-A7BD-24C1B8C671AE}">
      <dgm:prSet/>
      <dgm:spPr/>
      <dgm:t>
        <a:bodyPr/>
        <a:lstStyle/>
        <a:p>
          <a:endParaRPr lang="en-US" sz="2400">
            <a:latin typeface="+mj-lt"/>
          </a:endParaRPr>
        </a:p>
      </dgm:t>
    </dgm:pt>
    <dgm:pt modelId="{D9E8753D-A7A2-4C65-ACB2-4E7240DFEF51}" type="pres">
      <dgm:prSet presAssocID="{2369B01F-E409-4E12-A3DC-C5824287D6A0}" presName="linear" presStyleCnt="0">
        <dgm:presLayoutVars>
          <dgm:animLvl val="lvl"/>
          <dgm:resizeHandles val="exact"/>
        </dgm:presLayoutVars>
      </dgm:prSet>
      <dgm:spPr/>
    </dgm:pt>
    <dgm:pt modelId="{AAC53BAF-FA66-4781-BC1A-62544EE62424}" type="pres">
      <dgm:prSet presAssocID="{395D39CE-A269-4E43-9B7E-52CEDCFAC81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46582E0-BF8F-4360-BBE5-695CBDE0B1C7}" type="pres">
      <dgm:prSet presAssocID="{395D39CE-A269-4E43-9B7E-52CEDCFAC81A}" presName="childText" presStyleLbl="revTx" presStyleIdx="0" presStyleCnt="2">
        <dgm:presLayoutVars>
          <dgm:bulletEnabled val="1"/>
        </dgm:presLayoutVars>
      </dgm:prSet>
      <dgm:spPr/>
    </dgm:pt>
    <dgm:pt modelId="{C03BBAA3-1A06-4CF9-857D-92625F3832F1}" type="pres">
      <dgm:prSet presAssocID="{1D63D360-5FBA-42D3-995B-869DC124E61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3066619-D7A8-4FF8-8580-0B7A2AF92432}" type="pres">
      <dgm:prSet presAssocID="{1D63D360-5FBA-42D3-995B-869DC124E61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A9E210C-48A7-45FC-A7BD-24C1B8C671AE}" srcId="{395D39CE-A269-4E43-9B7E-52CEDCFAC81A}" destId="{B3FCB730-E1E0-41B2-A03C-B9C4EAAA8EE5}" srcOrd="0" destOrd="0" parTransId="{86C92996-2E21-4098-B483-DB1DE20F5D64}" sibTransId="{B17B2774-4BC6-4068-9A4E-BD3F678C2A1E}"/>
    <dgm:cxn modelId="{26F66221-4F9F-4C62-9AE0-932A139E3345}" type="presOf" srcId="{395D39CE-A269-4E43-9B7E-52CEDCFAC81A}" destId="{AAC53BAF-FA66-4781-BC1A-62544EE62424}" srcOrd="0" destOrd="0" presId="urn:microsoft.com/office/officeart/2005/8/layout/vList2"/>
    <dgm:cxn modelId="{155B0B25-2436-4F78-BD9A-B2EE5DE501C4}" type="presOf" srcId="{B3FCB730-E1E0-41B2-A03C-B9C4EAAA8EE5}" destId="{646582E0-BF8F-4360-BBE5-695CBDE0B1C7}" srcOrd="0" destOrd="0" presId="urn:microsoft.com/office/officeart/2005/8/layout/vList2"/>
    <dgm:cxn modelId="{73968D2F-3571-4980-9357-AD73F6F1CADE}" srcId="{1D63D360-5FBA-42D3-995B-869DC124E61F}" destId="{DE319482-2D5E-495B-8D84-B7AF435A5160}" srcOrd="0" destOrd="0" parTransId="{96ADB0DD-99D0-42E1-8B1A-19E83DE14095}" sibTransId="{BEAB1A30-DAB0-4158-A18B-B0FD5F9CEFCD}"/>
    <dgm:cxn modelId="{AB62525D-2097-46F3-8891-5411CD8EBA4B}" srcId="{B6D821ED-D4BF-487C-97D0-FB2C2A4A3AAC}" destId="{42262826-BA24-40B0-B3B9-28AA6BE2197E}" srcOrd="0" destOrd="0" parTransId="{696FC73D-81BA-4801-812C-060F5E283D83}" sibTransId="{EE08E2D0-949D-46CD-8FCA-C10B3F017CA8}"/>
    <dgm:cxn modelId="{2D9A0F5E-17F3-4F34-938E-5EB32CB5AA39}" type="presOf" srcId="{5C2BF043-B256-447F-B8D9-6B05AD46F64D}" destId="{646582E0-BF8F-4360-BBE5-695CBDE0B1C7}" srcOrd="0" destOrd="3" presId="urn:microsoft.com/office/officeart/2005/8/layout/vList2"/>
    <dgm:cxn modelId="{887B6D69-8682-456C-B796-76436EA79C3B}" srcId="{2369B01F-E409-4E12-A3DC-C5824287D6A0}" destId="{395D39CE-A269-4E43-9B7E-52CEDCFAC81A}" srcOrd="0" destOrd="0" parTransId="{67F9402E-3615-47E4-8B8F-6899C6646030}" sibTransId="{7B1B05F9-2318-4D19-8D4E-EA34352A6D9B}"/>
    <dgm:cxn modelId="{8D93224A-1F38-46C6-BD38-A203E8A56C82}" srcId="{395D39CE-A269-4E43-9B7E-52CEDCFAC81A}" destId="{BC4226DF-057D-400E-B402-9AC0E08A16B4}" srcOrd="1" destOrd="0" parTransId="{51AC35C2-7822-41B9-90C1-9A99AD9C4A64}" sibTransId="{7A146F1C-D8B5-42DF-9573-BFA39EA90B2E}"/>
    <dgm:cxn modelId="{F8357A71-996D-4B89-85BE-3E86229749DA}" type="presOf" srcId="{BC4226DF-057D-400E-B402-9AC0E08A16B4}" destId="{646582E0-BF8F-4360-BBE5-695CBDE0B1C7}" srcOrd="0" destOrd="2" presId="urn:microsoft.com/office/officeart/2005/8/layout/vList2"/>
    <dgm:cxn modelId="{76F59B52-787F-4654-9D6B-E17A905DD610}" srcId="{395D39CE-A269-4E43-9B7E-52CEDCFAC81A}" destId="{B6D821ED-D4BF-487C-97D0-FB2C2A4A3AAC}" srcOrd="3" destOrd="0" parTransId="{4EF08E74-613B-45FB-8235-DCB35ABCFF27}" sibTransId="{4D7234CC-5FBF-4D48-A23B-4DC00E145E62}"/>
    <dgm:cxn modelId="{BFF8DD57-63E8-45AE-A34F-B3B74682AA8C}" type="presOf" srcId="{B6D821ED-D4BF-487C-97D0-FB2C2A4A3AAC}" destId="{646582E0-BF8F-4360-BBE5-695CBDE0B1C7}" srcOrd="0" destOrd="6" presId="urn:microsoft.com/office/officeart/2005/8/layout/vList2"/>
    <dgm:cxn modelId="{300AC579-7DB8-4BF0-B21C-6DCEC28236E6}" srcId="{EFD682ED-CFC3-4391-826F-F27B85BD1FE3}" destId="{2618429C-26FF-4FBB-98E8-EA63ED901A57}" srcOrd="0" destOrd="0" parTransId="{A8EBBC6F-C1AB-4C75-84DC-2A0BF835ABD6}" sibTransId="{75939F11-8D7E-4E41-B844-C165B3FACB12}"/>
    <dgm:cxn modelId="{967E1B7D-9C15-4526-8146-B9C798C61D9F}" srcId="{2369B01F-E409-4E12-A3DC-C5824287D6A0}" destId="{1D63D360-5FBA-42D3-995B-869DC124E61F}" srcOrd="1" destOrd="0" parTransId="{A844D21B-14F0-42DE-81A9-398AEBF7120A}" sibTransId="{8B7AA180-2700-455E-A356-68E07555E256}"/>
    <dgm:cxn modelId="{F1CC387D-83D4-4569-BD0F-DE0789F59AC7}" type="presOf" srcId="{EFD682ED-CFC3-4391-826F-F27B85BD1FE3}" destId="{646582E0-BF8F-4360-BBE5-695CBDE0B1C7}" srcOrd="0" destOrd="4" presId="urn:microsoft.com/office/officeart/2005/8/layout/vList2"/>
    <dgm:cxn modelId="{EBF66A7D-9067-4FC7-B55A-7698481A2C6A}" type="presOf" srcId="{2618429C-26FF-4FBB-98E8-EA63ED901A57}" destId="{646582E0-BF8F-4360-BBE5-695CBDE0B1C7}" srcOrd="0" destOrd="5" presId="urn:microsoft.com/office/officeart/2005/8/layout/vList2"/>
    <dgm:cxn modelId="{E5404481-6AEA-4371-958B-5C547AD47B4D}" type="presOf" srcId="{2369B01F-E409-4E12-A3DC-C5824287D6A0}" destId="{D9E8753D-A7A2-4C65-ACB2-4E7240DFEF51}" srcOrd="0" destOrd="0" presId="urn:microsoft.com/office/officeart/2005/8/layout/vList2"/>
    <dgm:cxn modelId="{AF549387-AEC5-4BFC-8074-9E063EF2778E}" srcId="{395D39CE-A269-4E43-9B7E-52CEDCFAC81A}" destId="{EFD682ED-CFC3-4391-826F-F27B85BD1FE3}" srcOrd="2" destOrd="0" parTransId="{6CBEFECB-935A-4B15-BA5C-9158CDFE55AA}" sibTransId="{5130D7C3-8B85-4060-ADBB-0D0FAA02C1DD}"/>
    <dgm:cxn modelId="{D0D0BE9A-40CC-4A83-817F-1A93223579E1}" type="presOf" srcId="{DE319482-2D5E-495B-8D84-B7AF435A5160}" destId="{33066619-D7A8-4FF8-8580-0B7A2AF92432}" srcOrd="0" destOrd="0" presId="urn:microsoft.com/office/officeart/2005/8/layout/vList2"/>
    <dgm:cxn modelId="{0CF4BFA9-8787-4CDB-9EFA-E4D0FA9D1D87}" type="presOf" srcId="{42262826-BA24-40B0-B3B9-28AA6BE2197E}" destId="{646582E0-BF8F-4360-BBE5-695CBDE0B1C7}" srcOrd="0" destOrd="7" presId="urn:microsoft.com/office/officeart/2005/8/layout/vList2"/>
    <dgm:cxn modelId="{10FE20AF-7687-4874-B814-A79CCAB01805}" type="presOf" srcId="{D062DB4F-2B32-4BFD-A5BD-626D59396F12}" destId="{646582E0-BF8F-4360-BBE5-695CBDE0B1C7}" srcOrd="0" destOrd="1" presId="urn:microsoft.com/office/officeart/2005/8/layout/vList2"/>
    <dgm:cxn modelId="{77BF9AC9-FB7A-447B-823E-63427918C89F}" type="presOf" srcId="{1D63D360-5FBA-42D3-995B-869DC124E61F}" destId="{C03BBAA3-1A06-4CF9-857D-92625F3832F1}" srcOrd="0" destOrd="0" presId="urn:microsoft.com/office/officeart/2005/8/layout/vList2"/>
    <dgm:cxn modelId="{2DDD5FCA-B2B7-454A-B263-429430807F25}" srcId="{BC4226DF-057D-400E-B402-9AC0E08A16B4}" destId="{5C2BF043-B256-447F-B8D9-6B05AD46F64D}" srcOrd="0" destOrd="0" parTransId="{CF0234A1-9273-4B8C-AA67-3AEC8BB1AC23}" sibTransId="{EEFE9C92-3D38-482F-B811-7585CA275721}"/>
    <dgm:cxn modelId="{7863C8D3-0EF4-45F6-95D4-A54184959F1C}" srcId="{B3FCB730-E1E0-41B2-A03C-B9C4EAAA8EE5}" destId="{D062DB4F-2B32-4BFD-A5BD-626D59396F12}" srcOrd="0" destOrd="0" parTransId="{81D7CBB3-18E6-488F-BEB5-4E9F03998DD0}" sibTransId="{5EBACCC3-39C9-4584-9F89-A760F2BE8D55}"/>
    <dgm:cxn modelId="{102B0E08-76AC-4109-AEEE-3668D5112434}" type="presParOf" srcId="{D9E8753D-A7A2-4C65-ACB2-4E7240DFEF51}" destId="{AAC53BAF-FA66-4781-BC1A-62544EE62424}" srcOrd="0" destOrd="0" presId="urn:microsoft.com/office/officeart/2005/8/layout/vList2"/>
    <dgm:cxn modelId="{48D7CEDC-8AA3-4C24-8767-05A69BB9779D}" type="presParOf" srcId="{D9E8753D-A7A2-4C65-ACB2-4E7240DFEF51}" destId="{646582E0-BF8F-4360-BBE5-695CBDE0B1C7}" srcOrd="1" destOrd="0" presId="urn:microsoft.com/office/officeart/2005/8/layout/vList2"/>
    <dgm:cxn modelId="{83252099-25FF-4A12-AE43-125657E747BE}" type="presParOf" srcId="{D9E8753D-A7A2-4C65-ACB2-4E7240DFEF51}" destId="{C03BBAA3-1A06-4CF9-857D-92625F3832F1}" srcOrd="2" destOrd="0" presId="urn:microsoft.com/office/officeart/2005/8/layout/vList2"/>
    <dgm:cxn modelId="{84A18268-82EC-49DD-8E40-470C66EB0ED2}" type="presParOf" srcId="{D9E8753D-A7A2-4C65-ACB2-4E7240DFEF51}" destId="{33066619-D7A8-4FF8-8580-0B7A2AF92432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06C99C7-E5C7-4ECB-8DE9-1C211BD73F90}" type="doc">
      <dgm:prSet loTypeId="urn:microsoft.com/office/officeart/2016/7/layout/VerticalHollowActionList" loCatId="List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6FB39EC-9D1B-45E7-8A7D-AE0396C21420}">
      <dgm:prSet custT="1"/>
      <dgm:spPr/>
      <dgm:t>
        <a:bodyPr/>
        <a:lstStyle/>
        <a:p>
          <a:r>
            <a:rPr lang="en-US" sz="3600"/>
            <a:t>ALTER</a:t>
          </a:r>
        </a:p>
      </dgm:t>
    </dgm:pt>
    <dgm:pt modelId="{B27F9245-CD13-411C-9473-A93378442768}" type="parTrans" cxnId="{55C4BC17-27A3-4A84-A759-59C837580D1F}">
      <dgm:prSet/>
      <dgm:spPr/>
      <dgm:t>
        <a:bodyPr/>
        <a:lstStyle/>
        <a:p>
          <a:endParaRPr lang="en-US" sz="3200"/>
        </a:p>
      </dgm:t>
    </dgm:pt>
    <dgm:pt modelId="{13E52326-8D14-4492-9280-8FFA16EEC006}" type="sibTrans" cxnId="{55C4BC17-27A3-4A84-A759-59C837580D1F}">
      <dgm:prSet/>
      <dgm:spPr/>
      <dgm:t>
        <a:bodyPr/>
        <a:lstStyle/>
        <a:p>
          <a:endParaRPr lang="en-US" sz="3200"/>
        </a:p>
      </dgm:t>
    </dgm:pt>
    <dgm:pt modelId="{1B2750C0-5AC6-44E0-8670-A7FC32759218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3200" dirty="0">
              <a:solidFill>
                <a:schemeClr val="tx1">
                  <a:lumMod val="65000"/>
                  <a:lumOff val="35000"/>
                </a:schemeClr>
              </a:solidFill>
            </a:rPr>
            <a:t>ALTER TABLE</a:t>
          </a:r>
        </a:p>
      </dgm:t>
    </dgm:pt>
    <dgm:pt modelId="{FDB436BF-1DB6-4828-8335-8BC45A7789D0}" type="parTrans" cxnId="{966FC8B4-6325-4760-939E-33D2BA97775C}">
      <dgm:prSet/>
      <dgm:spPr/>
      <dgm:t>
        <a:bodyPr/>
        <a:lstStyle/>
        <a:p>
          <a:endParaRPr lang="en-US" sz="3200"/>
        </a:p>
      </dgm:t>
    </dgm:pt>
    <dgm:pt modelId="{7635F54E-901E-4343-9BBE-1EABE11EC00F}" type="sibTrans" cxnId="{966FC8B4-6325-4760-939E-33D2BA97775C}">
      <dgm:prSet/>
      <dgm:spPr/>
      <dgm:t>
        <a:bodyPr/>
        <a:lstStyle/>
        <a:p>
          <a:endParaRPr lang="en-US" sz="3200"/>
        </a:p>
      </dgm:t>
    </dgm:pt>
    <dgm:pt modelId="{87637EC5-9765-47D5-AC05-48669F7DB73F}">
      <dgm:prSet custT="1"/>
      <dgm:spPr/>
      <dgm:t>
        <a:bodyPr/>
        <a:lstStyle/>
        <a:p>
          <a:pPr>
            <a:lnSpc>
              <a:spcPct val="90000"/>
            </a:lnSpc>
            <a:spcAft>
              <a:spcPct val="15000"/>
            </a:spcAft>
          </a:pPr>
          <a:r>
            <a:rPr lang="en-US" sz="2400" dirty="0">
              <a:solidFill>
                <a:schemeClr val="tx1">
                  <a:lumMod val="65000"/>
                  <a:lumOff val="35000"/>
                </a:schemeClr>
              </a:solidFill>
            </a:rPr>
            <a:t>ADD (new column; PK; FK)</a:t>
          </a:r>
        </a:p>
      </dgm:t>
    </dgm:pt>
    <dgm:pt modelId="{D698133B-8549-4C8C-8218-C4D98FF31B1B}" type="parTrans" cxnId="{A7C60FEB-5902-4BD8-90E3-BE0A9BFAD3A1}">
      <dgm:prSet/>
      <dgm:spPr/>
      <dgm:t>
        <a:bodyPr/>
        <a:lstStyle/>
        <a:p>
          <a:endParaRPr lang="en-US" sz="3200"/>
        </a:p>
      </dgm:t>
    </dgm:pt>
    <dgm:pt modelId="{BA8CD449-F92F-483D-A410-A22193582CAC}" type="sibTrans" cxnId="{A7C60FEB-5902-4BD8-90E3-BE0A9BFAD3A1}">
      <dgm:prSet/>
      <dgm:spPr/>
      <dgm:t>
        <a:bodyPr/>
        <a:lstStyle/>
        <a:p>
          <a:endParaRPr lang="en-US" sz="3200"/>
        </a:p>
      </dgm:t>
    </dgm:pt>
    <dgm:pt modelId="{482CD1A6-BB3A-4A5D-8606-9005425265D9}">
      <dgm:prSet custT="1"/>
      <dgm:spPr/>
      <dgm:t>
        <a:bodyPr/>
        <a:lstStyle/>
        <a:p>
          <a:pPr>
            <a:lnSpc>
              <a:spcPct val="90000"/>
            </a:lnSpc>
            <a:spcAft>
              <a:spcPct val="15000"/>
            </a:spcAft>
          </a:pPr>
          <a:r>
            <a:rPr lang="en-US" sz="2400" dirty="0">
              <a:solidFill>
                <a:schemeClr val="tx1">
                  <a:lumMod val="65000"/>
                  <a:lumOff val="35000"/>
                </a:schemeClr>
              </a:solidFill>
            </a:rPr>
            <a:t>MODIFY (change column characteristics)</a:t>
          </a:r>
        </a:p>
      </dgm:t>
    </dgm:pt>
    <dgm:pt modelId="{1E308929-8D31-4FF3-88AE-60A42E78EE0F}" type="parTrans" cxnId="{59A3B5A5-6595-4E2F-8C6A-A9CB9D3D6064}">
      <dgm:prSet/>
      <dgm:spPr/>
      <dgm:t>
        <a:bodyPr/>
        <a:lstStyle/>
        <a:p>
          <a:endParaRPr lang="en-US" sz="3200"/>
        </a:p>
      </dgm:t>
    </dgm:pt>
    <dgm:pt modelId="{9228DDA4-F233-46F8-A1E6-FAD7EA524229}" type="sibTrans" cxnId="{59A3B5A5-6595-4E2F-8C6A-A9CB9D3D6064}">
      <dgm:prSet/>
      <dgm:spPr/>
      <dgm:t>
        <a:bodyPr/>
        <a:lstStyle/>
        <a:p>
          <a:endParaRPr lang="en-US" sz="3200"/>
        </a:p>
      </dgm:t>
    </dgm:pt>
    <dgm:pt modelId="{A39B347E-71E3-4BC6-A769-5ACAA6DA97C8}">
      <dgm:prSet custT="1"/>
      <dgm:spPr/>
      <dgm:t>
        <a:bodyPr/>
        <a:lstStyle/>
        <a:p>
          <a:pPr>
            <a:lnSpc>
              <a:spcPct val="90000"/>
            </a:lnSpc>
            <a:spcAft>
              <a:spcPct val="15000"/>
            </a:spcAft>
          </a:pPr>
          <a:r>
            <a:rPr lang="en-US" sz="2400" dirty="0">
              <a:solidFill>
                <a:schemeClr val="tx1">
                  <a:lumMod val="65000"/>
                  <a:lumOff val="35000"/>
                </a:schemeClr>
              </a:solidFill>
            </a:rPr>
            <a:t>DROP (removes column)</a:t>
          </a:r>
        </a:p>
      </dgm:t>
    </dgm:pt>
    <dgm:pt modelId="{327C3B03-A9F2-409B-987F-7FBAFDA6302F}" type="parTrans" cxnId="{A68E622A-60CD-469B-9A60-9AA68D1C26AC}">
      <dgm:prSet/>
      <dgm:spPr/>
      <dgm:t>
        <a:bodyPr/>
        <a:lstStyle/>
        <a:p>
          <a:endParaRPr lang="en-US" sz="3200"/>
        </a:p>
      </dgm:t>
    </dgm:pt>
    <dgm:pt modelId="{B2FBBAD7-1283-457A-80D7-99759F225F21}" type="sibTrans" cxnId="{A68E622A-60CD-469B-9A60-9AA68D1C26AC}">
      <dgm:prSet/>
      <dgm:spPr/>
      <dgm:t>
        <a:bodyPr/>
        <a:lstStyle/>
        <a:p>
          <a:endParaRPr lang="en-US" sz="3200"/>
        </a:p>
      </dgm:t>
    </dgm:pt>
    <dgm:pt modelId="{73B3F929-4B1E-4DB8-9714-9EF9A7D67582}">
      <dgm:prSet custT="1"/>
      <dgm:spPr/>
      <dgm:t>
        <a:bodyPr/>
        <a:lstStyle/>
        <a:p>
          <a:r>
            <a:rPr lang="en-US" sz="3600"/>
            <a:t>DROP</a:t>
          </a:r>
        </a:p>
      </dgm:t>
    </dgm:pt>
    <dgm:pt modelId="{96C8CD5E-A69D-42F4-BEF8-36A6D29A8548}" type="parTrans" cxnId="{CDA66589-07EE-4877-8A9F-A0109787AF1D}">
      <dgm:prSet/>
      <dgm:spPr/>
      <dgm:t>
        <a:bodyPr/>
        <a:lstStyle/>
        <a:p>
          <a:endParaRPr lang="en-US" sz="3200"/>
        </a:p>
      </dgm:t>
    </dgm:pt>
    <dgm:pt modelId="{8057CC52-4712-4E94-955A-5729857AF5C1}" type="sibTrans" cxnId="{CDA66589-07EE-4877-8A9F-A0109787AF1D}">
      <dgm:prSet/>
      <dgm:spPr/>
      <dgm:t>
        <a:bodyPr/>
        <a:lstStyle/>
        <a:p>
          <a:endParaRPr lang="en-US" sz="3200"/>
        </a:p>
      </dgm:t>
    </dgm:pt>
    <dgm:pt modelId="{4A7486B3-21CB-4EDE-91A1-9E7953460B9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 dirty="0">
              <a:solidFill>
                <a:schemeClr val="tx1">
                  <a:lumMod val="65000"/>
                  <a:lumOff val="35000"/>
                </a:schemeClr>
              </a:solidFill>
            </a:rPr>
            <a:t>DROP also used to remove table from database</a:t>
          </a:r>
        </a:p>
      </dgm:t>
    </dgm:pt>
    <dgm:pt modelId="{46A7DE7D-8D66-4F3E-A5D2-3EDEB34AFB3F}" type="parTrans" cxnId="{5D7855B6-73A9-45C9-A959-0FB623A00B07}">
      <dgm:prSet/>
      <dgm:spPr/>
      <dgm:t>
        <a:bodyPr/>
        <a:lstStyle/>
        <a:p>
          <a:endParaRPr lang="en-US" sz="3200"/>
        </a:p>
      </dgm:t>
    </dgm:pt>
    <dgm:pt modelId="{86058190-C87E-41E6-9660-5C536045124B}" type="sibTrans" cxnId="{5D7855B6-73A9-45C9-A959-0FB623A00B07}">
      <dgm:prSet/>
      <dgm:spPr/>
      <dgm:t>
        <a:bodyPr/>
        <a:lstStyle/>
        <a:p>
          <a:endParaRPr lang="en-US" sz="3200"/>
        </a:p>
      </dgm:t>
    </dgm:pt>
    <dgm:pt modelId="{5F154292-9DAA-4BCB-8ECC-5C4255AE93E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>
              <a:solidFill>
                <a:schemeClr val="tx1">
                  <a:lumMod val="65000"/>
                  <a:lumOff val="35000"/>
                </a:schemeClr>
              </a:solidFill>
            </a:rPr>
            <a:t>DROP </a:t>
          </a:r>
          <a:r>
            <a:rPr lang="en-US" sz="2400" dirty="0" err="1">
              <a:solidFill>
                <a:schemeClr val="tx1">
                  <a:lumMod val="65000"/>
                  <a:lumOff val="35000"/>
                </a:schemeClr>
              </a:solidFill>
            </a:rPr>
            <a:t>tablename</a:t>
          </a:r>
          <a:endParaRPr lang="en-US" sz="2400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5B92C645-A3E6-4ADD-A2FA-C4778A8D44A4}" type="parTrans" cxnId="{F3868037-D7DF-4096-8F3D-4B143F161799}">
      <dgm:prSet/>
      <dgm:spPr/>
      <dgm:t>
        <a:bodyPr/>
        <a:lstStyle/>
        <a:p>
          <a:endParaRPr lang="en-US" sz="3200"/>
        </a:p>
      </dgm:t>
    </dgm:pt>
    <dgm:pt modelId="{AE419322-0CB3-4C3C-A00B-4485665CA6A4}" type="sibTrans" cxnId="{F3868037-D7DF-4096-8F3D-4B143F161799}">
      <dgm:prSet/>
      <dgm:spPr/>
      <dgm:t>
        <a:bodyPr/>
        <a:lstStyle/>
        <a:p>
          <a:endParaRPr lang="en-US" sz="3200"/>
        </a:p>
      </dgm:t>
    </dgm:pt>
    <dgm:pt modelId="{D1498FB1-3C73-49B3-9135-BF17B1613A7E}" type="pres">
      <dgm:prSet presAssocID="{E06C99C7-E5C7-4ECB-8DE9-1C211BD73F90}" presName="Name0" presStyleCnt="0">
        <dgm:presLayoutVars>
          <dgm:dir/>
          <dgm:animLvl val="lvl"/>
          <dgm:resizeHandles val="exact"/>
        </dgm:presLayoutVars>
      </dgm:prSet>
      <dgm:spPr/>
    </dgm:pt>
    <dgm:pt modelId="{F87C2C06-2F83-4652-B71E-3589598DF813}" type="pres">
      <dgm:prSet presAssocID="{A6FB39EC-9D1B-45E7-8A7D-AE0396C21420}" presName="linNode" presStyleCnt="0"/>
      <dgm:spPr/>
    </dgm:pt>
    <dgm:pt modelId="{EC66D25C-1209-4F2C-8B4B-ABC6F385A4FD}" type="pres">
      <dgm:prSet presAssocID="{A6FB39EC-9D1B-45E7-8A7D-AE0396C21420}" presName="parentText" presStyleLbl="solidFgAcc1" presStyleIdx="0" presStyleCnt="2">
        <dgm:presLayoutVars>
          <dgm:chMax val="1"/>
          <dgm:bulletEnabled/>
        </dgm:presLayoutVars>
      </dgm:prSet>
      <dgm:spPr/>
    </dgm:pt>
    <dgm:pt modelId="{81A7A8A3-CF03-4E0C-8D14-FC2C00BFA89E}" type="pres">
      <dgm:prSet presAssocID="{A6FB39EC-9D1B-45E7-8A7D-AE0396C21420}" presName="descendantText" presStyleLbl="alignNode1" presStyleIdx="0" presStyleCnt="2">
        <dgm:presLayoutVars>
          <dgm:bulletEnabled/>
        </dgm:presLayoutVars>
      </dgm:prSet>
      <dgm:spPr/>
    </dgm:pt>
    <dgm:pt modelId="{972BDA93-8B68-40B2-B86A-F7DFA6BC7A0B}" type="pres">
      <dgm:prSet presAssocID="{13E52326-8D14-4492-9280-8FFA16EEC006}" presName="sp" presStyleCnt="0"/>
      <dgm:spPr/>
    </dgm:pt>
    <dgm:pt modelId="{DA50580F-ABC7-4A43-AAF0-544EE6E08524}" type="pres">
      <dgm:prSet presAssocID="{73B3F929-4B1E-4DB8-9714-9EF9A7D67582}" presName="linNode" presStyleCnt="0"/>
      <dgm:spPr/>
    </dgm:pt>
    <dgm:pt modelId="{FECD37A9-6377-4DBC-BB96-9CFB291AF345}" type="pres">
      <dgm:prSet presAssocID="{73B3F929-4B1E-4DB8-9714-9EF9A7D67582}" presName="parentText" presStyleLbl="solidFgAcc1" presStyleIdx="1" presStyleCnt="2">
        <dgm:presLayoutVars>
          <dgm:chMax val="1"/>
          <dgm:bulletEnabled/>
        </dgm:presLayoutVars>
      </dgm:prSet>
      <dgm:spPr/>
    </dgm:pt>
    <dgm:pt modelId="{816A6D99-D0CC-473C-84C2-221368760FF1}" type="pres">
      <dgm:prSet presAssocID="{73B3F929-4B1E-4DB8-9714-9EF9A7D67582}" presName="descendantText" presStyleLbl="alignNode1" presStyleIdx="1" presStyleCnt="2">
        <dgm:presLayoutVars>
          <dgm:bulletEnabled/>
        </dgm:presLayoutVars>
      </dgm:prSet>
      <dgm:spPr/>
    </dgm:pt>
  </dgm:ptLst>
  <dgm:cxnLst>
    <dgm:cxn modelId="{55C4BC17-27A3-4A84-A759-59C837580D1F}" srcId="{E06C99C7-E5C7-4ECB-8DE9-1C211BD73F90}" destId="{A6FB39EC-9D1B-45E7-8A7D-AE0396C21420}" srcOrd="0" destOrd="0" parTransId="{B27F9245-CD13-411C-9473-A93378442768}" sibTransId="{13E52326-8D14-4492-9280-8FFA16EEC006}"/>
    <dgm:cxn modelId="{1C309425-554C-43EF-A18A-2F02AA86C3CC}" type="presOf" srcId="{E06C99C7-E5C7-4ECB-8DE9-1C211BD73F90}" destId="{D1498FB1-3C73-49B3-9135-BF17B1613A7E}" srcOrd="0" destOrd="0" presId="urn:microsoft.com/office/officeart/2016/7/layout/VerticalHollowActionList"/>
    <dgm:cxn modelId="{A54B4626-DEFD-4707-BFCC-35E4B28CD8D0}" type="presOf" srcId="{73B3F929-4B1E-4DB8-9714-9EF9A7D67582}" destId="{FECD37A9-6377-4DBC-BB96-9CFB291AF345}" srcOrd="0" destOrd="0" presId="urn:microsoft.com/office/officeart/2016/7/layout/VerticalHollowActionList"/>
    <dgm:cxn modelId="{A68E622A-60CD-469B-9A60-9AA68D1C26AC}" srcId="{1B2750C0-5AC6-44E0-8670-A7FC32759218}" destId="{A39B347E-71E3-4BC6-A769-5ACAA6DA97C8}" srcOrd="2" destOrd="0" parTransId="{327C3B03-A9F2-409B-987F-7FBAFDA6302F}" sibTransId="{B2FBBAD7-1283-457A-80D7-99759F225F21}"/>
    <dgm:cxn modelId="{F3868037-D7DF-4096-8F3D-4B143F161799}" srcId="{4A7486B3-21CB-4EDE-91A1-9E7953460B95}" destId="{5F154292-9DAA-4BCB-8ECC-5C4255AE93E3}" srcOrd="0" destOrd="0" parTransId="{5B92C645-A3E6-4ADD-A2FA-C4778A8D44A4}" sibTransId="{AE419322-0CB3-4C3C-A00B-4485665CA6A4}"/>
    <dgm:cxn modelId="{4C1DE03A-5B4B-47E9-8B56-5D11EF8E5CEA}" type="presOf" srcId="{4A7486B3-21CB-4EDE-91A1-9E7953460B95}" destId="{816A6D99-D0CC-473C-84C2-221368760FF1}" srcOrd="0" destOrd="0" presId="urn:microsoft.com/office/officeart/2016/7/layout/VerticalHollowActionList"/>
    <dgm:cxn modelId="{CDA66589-07EE-4877-8A9F-A0109787AF1D}" srcId="{E06C99C7-E5C7-4ECB-8DE9-1C211BD73F90}" destId="{73B3F929-4B1E-4DB8-9714-9EF9A7D67582}" srcOrd="1" destOrd="0" parTransId="{96C8CD5E-A69D-42F4-BEF8-36A6D29A8548}" sibTransId="{8057CC52-4712-4E94-955A-5729857AF5C1}"/>
    <dgm:cxn modelId="{59A3B5A5-6595-4E2F-8C6A-A9CB9D3D6064}" srcId="{1B2750C0-5AC6-44E0-8670-A7FC32759218}" destId="{482CD1A6-BB3A-4A5D-8606-9005425265D9}" srcOrd="1" destOrd="0" parTransId="{1E308929-8D31-4FF3-88AE-60A42E78EE0F}" sibTransId="{9228DDA4-F233-46F8-A1E6-FAD7EA524229}"/>
    <dgm:cxn modelId="{382177AA-3926-4373-A122-7D8DEE10E516}" type="presOf" srcId="{A6FB39EC-9D1B-45E7-8A7D-AE0396C21420}" destId="{EC66D25C-1209-4F2C-8B4B-ABC6F385A4FD}" srcOrd="0" destOrd="0" presId="urn:microsoft.com/office/officeart/2016/7/layout/VerticalHollowActionList"/>
    <dgm:cxn modelId="{FC3C95AB-3BA4-45C5-8B80-EF402131356F}" type="presOf" srcId="{1B2750C0-5AC6-44E0-8670-A7FC32759218}" destId="{81A7A8A3-CF03-4E0C-8D14-FC2C00BFA89E}" srcOrd="0" destOrd="0" presId="urn:microsoft.com/office/officeart/2016/7/layout/VerticalHollowActionList"/>
    <dgm:cxn modelId="{966FC8B4-6325-4760-939E-33D2BA97775C}" srcId="{A6FB39EC-9D1B-45E7-8A7D-AE0396C21420}" destId="{1B2750C0-5AC6-44E0-8670-A7FC32759218}" srcOrd="0" destOrd="0" parTransId="{FDB436BF-1DB6-4828-8335-8BC45A7789D0}" sibTransId="{7635F54E-901E-4343-9BBE-1EABE11EC00F}"/>
    <dgm:cxn modelId="{5D7855B6-73A9-45C9-A959-0FB623A00B07}" srcId="{73B3F929-4B1E-4DB8-9714-9EF9A7D67582}" destId="{4A7486B3-21CB-4EDE-91A1-9E7953460B95}" srcOrd="0" destOrd="0" parTransId="{46A7DE7D-8D66-4F3E-A5D2-3EDEB34AFB3F}" sibTransId="{86058190-C87E-41E6-9660-5C536045124B}"/>
    <dgm:cxn modelId="{AAAF3FBC-1835-41FA-B6F1-E8B97CEBC65B}" type="presOf" srcId="{A39B347E-71E3-4BC6-A769-5ACAA6DA97C8}" destId="{81A7A8A3-CF03-4E0C-8D14-FC2C00BFA89E}" srcOrd="0" destOrd="3" presId="urn:microsoft.com/office/officeart/2016/7/layout/VerticalHollowActionList"/>
    <dgm:cxn modelId="{3A9BD2E9-E631-4BA7-8FE7-A484BF843CBE}" type="presOf" srcId="{87637EC5-9765-47D5-AC05-48669F7DB73F}" destId="{81A7A8A3-CF03-4E0C-8D14-FC2C00BFA89E}" srcOrd="0" destOrd="1" presId="urn:microsoft.com/office/officeart/2016/7/layout/VerticalHollowActionList"/>
    <dgm:cxn modelId="{A7C60FEB-5902-4BD8-90E3-BE0A9BFAD3A1}" srcId="{1B2750C0-5AC6-44E0-8670-A7FC32759218}" destId="{87637EC5-9765-47D5-AC05-48669F7DB73F}" srcOrd="0" destOrd="0" parTransId="{D698133B-8549-4C8C-8218-C4D98FF31B1B}" sibTransId="{BA8CD449-F92F-483D-A410-A22193582CAC}"/>
    <dgm:cxn modelId="{265EE0F2-A65D-4317-BA94-A8D9838BE878}" type="presOf" srcId="{5F154292-9DAA-4BCB-8ECC-5C4255AE93E3}" destId="{816A6D99-D0CC-473C-84C2-221368760FF1}" srcOrd="0" destOrd="1" presId="urn:microsoft.com/office/officeart/2016/7/layout/VerticalHollowActionList"/>
    <dgm:cxn modelId="{BC4EFFF2-B22F-4E54-A523-466C52E384FD}" type="presOf" srcId="{482CD1A6-BB3A-4A5D-8606-9005425265D9}" destId="{81A7A8A3-CF03-4E0C-8D14-FC2C00BFA89E}" srcOrd="0" destOrd="2" presId="urn:microsoft.com/office/officeart/2016/7/layout/VerticalHollowActionList"/>
    <dgm:cxn modelId="{1D1CAF55-D013-49D2-B8E1-8E3DC4B1922A}" type="presParOf" srcId="{D1498FB1-3C73-49B3-9135-BF17B1613A7E}" destId="{F87C2C06-2F83-4652-B71E-3589598DF813}" srcOrd="0" destOrd="0" presId="urn:microsoft.com/office/officeart/2016/7/layout/VerticalHollowActionList"/>
    <dgm:cxn modelId="{6D301B27-B649-4C62-99F0-78B62EDA67D0}" type="presParOf" srcId="{F87C2C06-2F83-4652-B71E-3589598DF813}" destId="{EC66D25C-1209-4F2C-8B4B-ABC6F385A4FD}" srcOrd="0" destOrd="0" presId="urn:microsoft.com/office/officeart/2016/7/layout/VerticalHollowActionList"/>
    <dgm:cxn modelId="{B4CDF4A3-2CAF-47FE-8A8D-D31F5DA2950F}" type="presParOf" srcId="{F87C2C06-2F83-4652-B71E-3589598DF813}" destId="{81A7A8A3-CF03-4E0C-8D14-FC2C00BFA89E}" srcOrd="1" destOrd="0" presId="urn:microsoft.com/office/officeart/2016/7/layout/VerticalHollowActionList"/>
    <dgm:cxn modelId="{0EF2AF1B-13A2-446D-A438-B08EC7B4CBC9}" type="presParOf" srcId="{D1498FB1-3C73-49B3-9135-BF17B1613A7E}" destId="{972BDA93-8B68-40B2-B86A-F7DFA6BC7A0B}" srcOrd="1" destOrd="0" presId="urn:microsoft.com/office/officeart/2016/7/layout/VerticalHollowActionList"/>
    <dgm:cxn modelId="{5EB7287B-8589-4E16-BF23-AF83CC87D5C4}" type="presParOf" srcId="{D1498FB1-3C73-49B3-9135-BF17B1613A7E}" destId="{DA50580F-ABC7-4A43-AAF0-544EE6E08524}" srcOrd="2" destOrd="0" presId="urn:microsoft.com/office/officeart/2016/7/layout/VerticalHollowActionList"/>
    <dgm:cxn modelId="{6A0CEF2E-1517-4694-AC09-91ABAFECA81A}" type="presParOf" srcId="{DA50580F-ABC7-4A43-AAF0-544EE6E08524}" destId="{FECD37A9-6377-4DBC-BB96-9CFB291AF345}" srcOrd="0" destOrd="0" presId="urn:microsoft.com/office/officeart/2016/7/layout/VerticalHollowActionList"/>
    <dgm:cxn modelId="{0DAF2ECF-A435-448D-9D39-B06E4E73F07A}" type="presParOf" srcId="{DA50580F-ABC7-4A43-AAF0-544EE6E08524}" destId="{816A6D99-D0CC-473C-84C2-221368760FF1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9CB2AF-6DD0-430F-95EA-D570EEF47741}">
      <dsp:nvSpPr>
        <dsp:cNvPr id="0" name=""/>
        <dsp:cNvSpPr/>
      </dsp:nvSpPr>
      <dsp:spPr>
        <a:xfrm>
          <a:off x="0" y="13259"/>
          <a:ext cx="6515100" cy="6364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rPr>
            <a:t>SQL meets ideal database language requirements</a:t>
          </a:r>
          <a:endParaRPr lang="en-US" sz="2400" kern="1200" dirty="0">
            <a:solidFill>
              <a:schemeClr val="tx1">
                <a:lumMod val="65000"/>
                <a:lumOff val="35000"/>
              </a:schemeClr>
            </a:solidFill>
            <a:latin typeface="+mj-lt"/>
          </a:endParaRPr>
        </a:p>
      </dsp:txBody>
      <dsp:txXfrm>
        <a:off x="31070" y="44329"/>
        <a:ext cx="6452960" cy="574340"/>
      </dsp:txXfrm>
    </dsp:sp>
    <dsp:sp modelId="{D9190CA3-43A6-442B-9D32-03774F0B900A}">
      <dsp:nvSpPr>
        <dsp:cNvPr id="0" name=""/>
        <dsp:cNvSpPr/>
      </dsp:nvSpPr>
      <dsp:spPr>
        <a:xfrm>
          <a:off x="0" y="649739"/>
          <a:ext cx="6515100" cy="1689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854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Create database and table structures</a:t>
          </a:r>
          <a:endParaRPr lang="en-US" sz="2400" kern="1200" dirty="0">
            <a:latin typeface="+mj-lt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Perform basic data management (add/delete/modify)</a:t>
          </a:r>
          <a:endParaRPr lang="en-US" sz="2400" kern="1200" dirty="0">
            <a:latin typeface="+mj-lt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Perform complex queries (transform data into information)</a:t>
          </a:r>
          <a:endParaRPr lang="en-US" sz="2400" kern="1200" dirty="0">
            <a:latin typeface="+mj-lt"/>
          </a:endParaRPr>
        </a:p>
      </dsp:txBody>
      <dsp:txXfrm>
        <a:off x="0" y="649739"/>
        <a:ext cx="6515100" cy="1689120"/>
      </dsp:txXfrm>
    </dsp:sp>
    <dsp:sp modelId="{114E01F6-95FB-4AE6-A296-2D5A227A4F40}">
      <dsp:nvSpPr>
        <dsp:cNvPr id="0" name=""/>
        <dsp:cNvSpPr/>
      </dsp:nvSpPr>
      <dsp:spPr>
        <a:xfrm>
          <a:off x="0" y="2338859"/>
          <a:ext cx="6515100" cy="636480"/>
        </a:xfrm>
        <a:prstGeom prst="roundRect">
          <a:avLst/>
        </a:prstGeom>
        <a:solidFill>
          <a:schemeClr val="accent5">
            <a:hueOff val="-3202450"/>
            <a:satOff val="-6333"/>
            <a:lumOff val="-510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rPr>
            <a:t>All of the above should be</a:t>
          </a:r>
          <a:endParaRPr lang="en-US" sz="2400" kern="1200" dirty="0">
            <a:solidFill>
              <a:schemeClr val="tx1">
                <a:lumMod val="65000"/>
                <a:lumOff val="35000"/>
              </a:schemeClr>
            </a:solidFill>
            <a:latin typeface="+mj-lt"/>
          </a:endParaRPr>
        </a:p>
      </dsp:txBody>
      <dsp:txXfrm>
        <a:off x="31070" y="2369929"/>
        <a:ext cx="6452960" cy="574340"/>
      </dsp:txXfrm>
    </dsp:sp>
    <dsp:sp modelId="{CA17655B-68F1-4AC7-B7E1-C0B4DA9E1974}">
      <dsp:nvSpPr>
        <dsp:cNvPr id="0" name=""/>
        <dsp:cNvSpPr/>
      </dsp:nvSpPr>
      <dsp:spPr>
        <a:xfrm>
          <a:off x="0" y="2975339"/>
          <a:ext cx="6515100" cy="1090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854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Minimal user effort</a:t>
          </a:r>
          <a:endParaRPr lang="en-US" sz="2400" kern="1200" dirty="0">
            <a:latin typeface="+mj-lt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Easy to learn</a:t>
          </a:r>
          <a:endParaRPr lang="en-US" sz="2400" kern="1200" dirty="0">
            <a:latin typeface="+mj-lt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Portable (conform to some standard)</a:t>
          </a:r>
          <a:endParaRPr lang="en-US" sz="2400" kern="1200" dirty="0">
            <a:latin typeface="+mj-lt"/>
          </a:endParaRPr>
        </a:p>
      </dsp:txBody>
      <dsp:txXfrm>
        <a:off x="0" y="2975339"/>
        <a:ext cx="6515100" cy="1090890"/>
      </dsp:txXfrm>
    </dsp:sp>
    <dsp:sp modelId="{18F195B8-8883-4CED-BD09-FD7FC574E34E}">
      <dsp:nvSpPr>
        <dsp:cNvPr id="0" name=""/>
        <dsp:cNvSpPr/>
      </dsp:nvSpPr>
      <dsp:spPr>
        <a:xfrm>
          <a:off x="0" y="4066229"/>
          <a:ext cx="6515100" cy="636480"/>
        </a:xfrm>
        <a:prstGeom prst="roundRect">
          <a:avLst/>
        </a:prstGeom>
        <a:solidFill>
          <a:schemeClr val="accent5">
            <a:hueOff val="-6404900"/>
            <a:satOff val="-12665"/>
            <a:lumOff val="-1020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rPr>
            <a:t>SQL is non-procedural</a:t>
          </a:r>
          <a:endParaRPr lang="en-US" sz="2400" kern="1200" dirty="0">
            <a:solidFill>
              <a:schemeClr val="tx1">
                <a:lumMod val="65000"/>
                <a:lumOff val="35000"/>
              </a:schemeClr>
            </a:solidFill>
            <a:latin typeface="+mj-lt"/>
          </a:endParaRPr>
        </a:p>
      </dsp:txBody>
      <dsp:txXfrm>
        <a:off x="31070" y="4097299"/>
        <a:ext cx="6452960" cy="574340"/>
      </dsp:txXfrm>
    </dsp:sp>
    <dsp:sp modelId="{E7C89D2A-3431-49A2-885A-18DFD13FE98F}">
      <dsp:nvSpPr>
        <dsp:cNvPr id="0" name=""/>
        <dsp:cNvSpPr/>
      </dsp:nvSpPr>
      <dsp:spPr>
        <a:xfrm>
          <a:off x="0" y="4702710"/>
          <a:ext cx="6515100" cy="563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854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Specifies </a:t>
          </a:r>
          <a:r>
            <a:rPr lang="en-ZA" sz="2400" i="1" kern="1200" dirty="0">
              <a:latin typeface="+mj-lt"/>
            </a:rPr>
            <a:t>what</a:t>
          </a:r>
          <a:r>
            <a:rPr lang="en-ZA" sz="2400" kern="1200" dirty="0">
              <a:latin typeface="+mj-lt"/>
            </a:rPr>
            <a:t>, not </a:t>
          </a:r>
          <a:r>
            <a:rPr lang="en-ZA" sz="2400" i="1" kern="1200" dirty="0">
              <a:latin typeface="+mj-lt"/>
            </a:rPr>
            <a:t>how</a:t>
          </a:r>
          <a:endParaRPr lang="en-US" sz="2400" kern="1200" dirty="0">
            <a:latin typeface="+mj-lt"/>
          </a:endParaRPr>
        </a:p>
      </dsp:txBody>
      <dsp:txXfrm>
        <a:off x="0" y="4702710"/>
        <a:ext cx="6515100" cy="563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C53BAF-FA66-4781-BC1A-62544EE62424}">
      <dsp:nvSpPr>
        <dsp:cNvPr id="0" name=""/>
        <dsp:cNvSpPr/>
      </dsp:nvSpPr>
      <dsp:spPr>
        <a:xfrm>
          <a:off x="0" y="2636"/>
          <a:ext cx="7136877" cy="7137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200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rPr>
            <a:t>Several broad categories</a:t>
          </a:r>
          <a:endParaRPr lang="en-US" sz="3200" kern="1200" dirty="0">
            <a:solidFill>
              <a:schemeClr val="tx1">
                <a:lumMod val="65000"/>
                <a:lumOff val="35000"/>
              </a:schemeClr>
            </a:solidFill>
            <a:latin typeface="+mj-lt"/>
          </a:endParaRPr>
        </a:p>
      </dsp:txBody>
      <dsp:txXfrm>
        <a:off x="34840" y="37476"/>
        <a:ext cx="7067197" cy="644020"/>
      </dsp:txXfrm>
    </dsp:sp>
    <dsp:sp modelId="{646582E0-BF8F-4360-BBE5-695CBDE0B1C7}">
      <dsp:nvSpPr>
        <dsp:cNvPr id="0" name=""/>
        <dsp:cNvSpPr/>
      </dsp:nvSpPr>
      <dsp:spPr>
        <a:xfrm>
          <a:off x="0" y="716336"/>
          <a:ext cx="7136877" cy="3560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6596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Data definition language (DDL)</a:t>
          </a:r>
          <a:endParaRPr lang="en-US" sz="2400" kern="1200" dirty="0">
            <a:latin typeface="+mj-lt"/>
          </a:endParaRP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Create database objects, indexes, views, define access rights, …</a:t>
          </a:r>
          <a:endParaRPr lang="en-US" sz="2400" kern="1200" dirty="0">
            <a:latin typeface="+mj-lt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Data manipulation language (DML)</a:t>
          </a:r>
          <a:endParaRPr lang="en-US" sz="2400" kern="1200" dirty="0">
            <a:latin typeface="+mj-lt"/>
          </a:endParaRP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Insert, update, delete, retrieve, …</a:t>
          </a:r>
          <a:endParaRPr lang="en-US" sz="2400" kern="1200" dirty="0">
            <a:latin typeface="+mj-lt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Transaction control language (TCL)</a:t>
          </a:r>
          <a:endParaRPr lang="en-US" sz="2400" kern="1200" dirty="0">
            <a:latin typeface="+mj-lt"/>
          </a:endParaRP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DML commands executed within context of transaction (logical unit of work)</a:t>
          </a:r>
          <a:endParaRPr lang="en-US" sz="2400" kern="1200" dirty="0">
            <a:latin typeface="+mj-lt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Data control language (DCL)</a:t>
          </a:r>
          <a:endParaRPr lang="en-US" sz="2400" kern="1200" dirty="0">
            <a:latin typeface="+mj-lt"/>
          </a:endParaRP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Grant / revoke access to data objects (permissions)</a:t>
          </a:r>
          <a:endParaRPr lang="en-US" sz="2400" kern="1200" dirty="0">
            <a:latin typeface="+mj-lt"/>
          </a:endParaRPr>
        </a:p>
      </dsp:txBody>
      <dsp:txXfrm>
        <a:off x="0" y="716336"/>
        <a:ext cx="7136877" cy="3560400"/>
      </dsp:txXfrm>
    </dsp:sp>
    <dsp:sp modelId="{C03BBAA3-1A06-4CF9-857D-92625F3832F1}">
      <dsp:nvSpPr>
        <dsp:cNvPr id="0" name=""/>
        <dsp:cNvSpPr/>
      </dsp:nvSpPr>
      <dsp:spPr>
        <a:xfrm>
          <a:off x="0" y="4276736"/>
          <a:ext cx="7136877" cy="713700"/>
        </a:xfrm>
        <a:prstGeom prst="roundRect">
          <a:avLst/>
        </a:prstGeom>
        <a:solidFill>
          <a:schemeClr val="accent5">
            <a:hueOff val="-6404900"/>
            <a:satOff val="-12665"/>
            <a:lumOff val="-1020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800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rPr>
            <a:t>Several SQL “dialects”</a:t>
          </a:r>
          <a:endParaRPr lang="en-US" sz="2800" kern="1200" dirty="0">
            <a:solidFill>
              <a:schemeClr val="tx1">
                <a:lumMod val="65000"/>
                <a:lumOff val="35000"/>
              </a:schemeClr>
            </a:solidFill>
            <a:latin typeface="+mj-lt"/>
          </a:endParaRPr>
        </a:p>
      </dsp:txBody>
      <dsp:txXfrm>
        <a:off x="34840" y="4311576"/>
        <a:ext cx="7067197" cy="644020"/>
      </dsp:txXfrm>
    </dsp:sp>
    <dsp:sp modelId="{33066619-D7A8-4FF8-8580-0B7A2AF92432}">
      <dsp:nvSpPr>
        <dsp:cNvPr id="0" name=""/>
        <dsp:cNvSpPr/>
      </dsp:nvSpPr>
      <dsp:spPr>
        <a:xfrm>
          <a:off x="0" y="4990436"/>
          <a:ext cx="7136877" cy="362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6596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Minor differences</a:t>
          </a:r>
          <a:endParaRPr lang="en-US" sz="2400" kern="1200" dirty="0">
            <a:latin typeface="+mj-lt"/>
          </a:endParaRPr>
        </a:p>
      </dsp:txBody>
      <dsp:txXfrm>
        <a:off x="0" y="4990436"/>
        <a:ext cx="7136877" cy="3622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C53BAF-FA66-4781-BC1A-62544EE62424}">
      <dsp:nvSpPr>
        <dsp:cNvPr id="0" name=""/>
        <dsp:cNvSpPr/>
      </dsp:nvSpPr>
      <dsp:spPr>
        <a:xfrm>
          <a:off x="0" y="2636"/>
          <a:ext cx="7136877" cy="7137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200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rPr>
            <a:t>Several broad categories</a:t>
          </a:r>
          <a:endParaRPr lang="en-US" sz="3200" kern="1200" dirty="0">
            <a:solidFill>
              <a:schemeClr val="tx1">
                <a:lumMod val="65000"/>
                <a:lumOff val="35000"/>
              </a:schemeClr>
            </a:solidFill>
            <a:latin typeface="+mj-lt"/>
          </a:endParaRPr>
        </a:p>
      </dsp:txBody>
      <dsp:txXfrm>
        <a:off x="34840" y="37476"/>
        <a:ext cx="7067197" cy="644020"/>
      </dsp:txXfrm>
    </dsp:sp>
    <dsp:sp modelId="{646582E0-BF8F-4360-BBE5-695CBDE0B1C7}">
      <dsp:nvSpPr>
        <dsp:cNvPr id="0" name=""/>
        <dsp:cNvSpPr/>
      </dsp:nvSpPr>
      <dsp:spPr>
        <a:xfrm>
          <a:off x="0" y="716336"/>
          <a:ext cx="7136877" cy="3560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6596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Data definition language (DDL)</a:t>
          </a:r>
          <a:endParaRPr lang="en-US" sz="2400" kern="1200" dirty="0">
            <a:latin typeface="+mj-lt"/>
          </a:endParaRP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Create database objects, indexes, views, define access rights, …</a:t>
          </a:r>
          <a:endParaRPr lang="en-US" sz="2400" kern="1200" dirty="0">
            <a:latin typeface="+mj-lt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Data manipulation language (DML)</a:t>
          </a:r>
          <a:endParaRPr lang="en-US" sz="2400" kern="1200" dirty="0">
            <a:latin typeface="+mj-lt"/>
          </a:endParaRP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Insert, update, delete, retrieve, …</a:t>
          </a:r>
          <a:endParaRPr lang="en-US" sz="2400" kern="1200" dirty="0">
            <a:latin typeface="+mj-lt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Transaction control language (TCL)</a:t>
          </a:r>
          <a:endParaRPr lang="en-US" sz="2400" kern="1200" dirty="0">
            <a:latin typeface="+mj-lt"/>
          </a:endParaRP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DML commands executed within context of transaction (logical unit of work)</a:t>
          </a:r>
          <a:endParaRPr lang="en-US" sz="2400" kern="1200" dirty="0">
            <a:latin typeface="+mj-lt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Data control language (DCL)</a:t>
          </a:r>
          <a:endParaRPr lang="en-US" sz="2400" kern="1200" dirty="0">
            <a:latin typeface="+mj-lt"/>
          </a:endParaRP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Grant / revoke access to data objects (permissions)</a:t>
          </a:r>
          <a:endParaRPr lang="en-US" sz="2400" kern="1200" dirty="0">
            <a:latin typeface="+mj-lt"/>
          </a:endParaRPr>
        </a:p>
      </dsp:txBody>
      <dsp:txXfrm>
        <a:off x="0" y="716336"/>
        <a:ext cx="7136877" cy="3560400"/>
      </dsp:txXfrm>
    </dsp:sp>
    <dsp:sp modelId="{C03BBAA3-1A06-4CF9-857D-92625F3832F1}">
      <dsp:nvSpPr>
        <dsp:cNvPr id="0" name=""/>
        <dsp:cNvSpPr/>
      </dsp:nvSpPr>
      <dsp:spPr>
        <a:xfrm>
          <a:off x="0" y="4276736"/>
          <a:ext cx="7136877" cy="713700"/>
        </a:xfrm>
        <a:prstGeom prst="roundRect">
          <a:avLst/>
        </a:prstGeom>
        <a:solidFill>
          <a:schemeClr val="accent5">
            <a:hueOff val="-6404900"/>
            <a:satOff val="-12665"/>
            <a:lumOff val="-1020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800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rPr>
            <a:t>Several SQL “dialects”</a:t>
          </a:r>
          <a:endParaRPr lang="en-US" sz="2800" kern="1200" dirty="0">
            <a:solidFill>
              <a:schemeClr val="tx1">
                <a:lumMod val="65000"/>
                <a:lumOff val="35000"/>
              </a:schemeClr>
            </a:solidFill>
            <a:latin typeface="+mj-lt"/>
          </a:endParaRPr>
        </a:p>
      </dsp:txBody>
      <dsp:txXfrm>
        <a:off x="34840" y="4311576"/>
        <a:ext cx="7067197" cy="644020"/>
      </dsp:txXfrm>
    </dsp:sp>
    <dsp:sp modelId="{33066619-D7A8-4FF8-8580-0B7A2AF92432}">
      <dsp:nvSpPr>
        <dsp:cNvPr id="0" name=""/>
        <dsp:cNvSpPr/>
      </dsp:nvSpPr>
      <dsp:spPr>
        <a:xfrm>
          <a:off x="0" y="4990436"/>
          <a:ext cx="7136877" cy="362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6596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+mj-lt"/>
            </a:rPr>
            <a:t>Minor differences</a:t>
          </a:r>
          <a:endParaRPr lang="en-US" sz="2400" kern="1200" dirty="0">
            <a:latin typeface="+mj-lt"/>
          </a:endParaRPr>
        </a:p>
      </dsp:txBody>
      <dsp:txXfrm>
        <a:off x="0" y="4990436"/>
        <a:ext cx="7136877" cy="3622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A7A8A3-CF03-4E0C-8D14-FC2C00BFA89E}">
      <dsp:nvSpPr>
        <dsp:cNvPr id="0" name=""/>
        <dsp:cNvSpPr/>
      </dsp:nvSpPr>
      <dsp:spPr>
        <a:xfrm>
          <a:off x="2103120" y="382"/>
          <a:ext cx="8412480" cy="211192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225" tIns="536430" rIns="163225" bIns="53643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3200" kern="1200" dirty="0">
              <a:solidFill>
                <a:schemeClr val="tx1">
                  <a:lumMod val="65000"/>
                  <a:lumOff val="35000"/>
                </a:schemeClr>
              </a:solidFill>
            </a:rPr>
            <a:t>ALTER TABLE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solidFill>
                <a:schemeClr val="tx1">
                  <a:lumMod val="65000"/>
                  <a:lumOff val="35000"/>
                </a:schemeClr>
              </a:solidFill>
            </a:rPr>
            <a:t>ADD (new column; PK; FK)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solidFill>
                <a:schemeClr val="tx1">
                  <a:lumMod val="65000"/>
                  <a:lumOff val="35000"/>
                </a:schemeClr>
              </a:solidFill>
            </a:rPr>
            <a:t>MODIFY (change column characteristics)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solidFill>
                <a:schemeClr val="tx1">
                  <a:lumMod val="65000"/>
                  <a:lumOff val="35000"/>
                </a:schemeClr>
              </a:solidFill>
            </a:rPr>
            <a:t>DROP (removes column)</a:t>
          </a:r>
        </a:p>
      </dsp:txBody>
      <dsp:txXfrm>
        <a:off x="2103120" y="382"/>
        <a:ext cx="8412480" cy="2111928"/>
      </dsp:txXfrm>
    </dsp:sp>
    <dsp:sp modelId="{EC66D25C-1209-4F2C-8B4B-ABC6F385A4FD}">
      <dsp:nvSpPr>
        <dsp:cNvPr id="0" name=""/>
        <dsp:cNvSpPr/>
      </dsp:nvSpPr>
      <dsp:spPr>
        <a:xfrm>
          <a:off x="0" y="382"/>
          <a:ext cx="2103120" cy="21119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208612" rIns="111290" bIns="20861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ALTER</a:t>
          </a:r>
        </a:p>
      </dsp:txBody>
      <dsp:txXfrm>
        <a:off x="0" y="382"/>
        <a:ext cx="2103120" cy="2111928"/>
      </dsp:txXfrm>
    </dsp:sp>
    <dsp:sp modelId="{816A6D99-D0CC-473C-84C2-221368760FF1}">
      <dsp:nvSpPr>
        <dsp:cNvPr id="0" name=""/>
        <dsp:cNvSpPr/>
      </dsp:nvSpPr>
      <dsp:spPr>
        <a:xfrm>
          <a:off x="2103120" y="2239026"/>
          <a:ext cx="8412480" cy="2111928"/>
        </a:xfrm>
        <a:prstGeom prst="rect">
          <a:avLst/>
        </a:prstGeom>
        <a:solidFill>
          <a:schemeClr val="accent5">
            <a:hueOff val="-6404900"/>
            <a:satOff val="-12665"/>
            <a:lumOff val="-10200"/>
            <a:alphaOff val="0"/>
          </a:schemeClr>
        </a:solidFill>
        <a:ln w="12700" cap="flat" cmpd="sng" algn="ctr">
          <a:solidFill>
            <a:schemeClr val="accent5">
              <a:hueOff val="-6404900"/>
              <a:satOff val="-12665"/>
              <a:lumOff val="-1020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225" tIns="536430" rIns="163225" bIns="53643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>
                  <a:lumMod val="65000"/>
                  <a:lumOff val="35000"/>
                </a:schemeClr>
              </a:solidFill>
            </a:rPr>
            <a:t>DROP also used to remove table from database</a:t>
          </a:r>
        </a:p>
        <a:p>
          <a:pPr marL="228600" lvl="1" indent="-228600" algn="l" defTabSz="10668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solidFill>
                <a:schemeClr val="tx1">
                  <a:lumMod val="65000"/>
                  <a:lumOff val="35000"/>
                </a:schemeClr>
              </a:solidFill>
            </a:rPr>
            <a:t>DROP </a:t>
          </a:r>
          <a:r>
            <a:rPr lang="en-US" sz="2400" kern="1200" dirty="0" err="1">
              <a:solidFill>
                <a:schemeClr val="tx1">
                  <a:lumMod val="65000"/>
                  <a:lumOff val="35000"/>
                </a:schemeClr>
              </a:solidFill>
            </a:rPr>
            <a:t>tablename</a:t>
          </a:r>
          <a:endParaRPr lang="en-US" sz="24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2103120" y="2239026"/>
        <a:ext cx="8412480" cy="2111928"/>
      </dsp:txXfrm>
    </dsp:sp>
    <dsp:sp modelId="{FECD37A9-6377-4DBC-BB96-9CFB291AF345}">
      <dsp:nvSpPr>
        <dsp:cNvPr id="0" name=""/>
        <dsp:cNvSpPr/>
      </dsp:nvSpPr>
      <dsp:spPr>
        <a:xfrm>
          <a:off x="0" y="2239026"/>
          <a:ext cx="2103120" cy="211192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404900"/>
              <a:satOff val="-12665"/>
              <a:lumOff val="-1020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208612" rIns="111290" bIns="20861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DROP</a:t>
          </a:r>
        </a:p>
      </dsp:txBody>
      <dsp:txXfrm>
        <a:off x="0" y="2239026"/>
        <a:ext cx="2103120" cy="21119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873B9F-50A0-4622-8B27-9EA7B86E7C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17B71-78E5-4F1B-8D85-573B8AAD3E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A5925-1F73-40BA-85C9-D3AC61ACF64E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5D993-102A-4921-A12E-E8E8D0285A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94975-3B91-4B9C-9498-7DA766AE14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0B77D-D561-4A25-8C29-51CAB365A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429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28DB0-09F6-4366-A211-0FA9A757C8BD}" type="datetimeFigureOut">
              <a:rPr lang="en-US" noProof="0" smtClean="0"/>
              <a:t>3/18/2026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CE8F5-1341-475C-BF40-2E24D91E8058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0649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945AC3A-7D9B-423E-A2BF-B883C9B2D241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"/>
          <a:stretch/>
        </p:blipFill>
        <p:spPr>
          <a:xfrm>
            <a:off x="7801452" y="1"/>
            <a:ext cx="4389120" cy="66751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7524B29-B525-4E47-862B-FD57B403D539}"/>
              </a:ext>
            </a:extLst>
          </p:cNvPr>
          <p:cNvSpPr/>
          <p:nvPr userDrawn="1"/>
        </p:nvSpPr>
        <p:spPr>
          <a:xfrm>
            <a:off x="7804351" y="1"/>
            <a:ext cx="4386221" cy="667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40927D5-AE1A-4ABD-BD8F-2F78723FF0D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1284" y="1"/>
            <a:ext cx="7815636" cy="667702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Insert or Drag and Drop your Image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4C333A-735B-44F8-99E4-E73D8172DE35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9AA83-848B-4DFD-A644-A5D9CEFF95E3}"/>
              </a:ext>
            </a:extLst>
          </p:cNvPr>
          <p:cNvSpPr/>
          <p:nvPr userDrawn="1"/>
        </p:nvSpPr>
        <p:spPr>
          <a:xfrm>
            <a:off x="7804351" y="6678000"/>
            <a:ext cx="4224295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Tw Cen MT" panose="020B0602020104020603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2880EF2-ACF9-4D66-99FF-99CB3F61BE99}"/>
              </a:ext>
            </a:extLst>
          </p:cNvPr>
          <p:cNvSpPr txBox="1">
            <a:spLocks/>
          </p:cNvSpPr>
          <p:nvPr userDrawn="1"/>
        </p:nvSpPr>
        <p:spPr>
          <a:xfrm>
            <a:off x="12030074" y="6678000"/>
            <a:ext cx="161925" cy="144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72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3392" y="1962149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48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E8855-FE55-4351-B21B-FE33CB805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73391" y="3602038"/>
            <a:ext cx="3756943" cy="722312"/>
          </a:xfrm>
        </p:spPr>
        <p:txBody>
          <a:bodyPr/>
          <a:lstStyle>
            <a:lvl1pPr marL="0" indent="0" algn="l">
              <a:buNone/>
              <a:defRPr sz="1600" spc="-15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Graphic 11">
            <a:extLst>
              <a:ext uri="{FF2B5EF4-FFF2-40B4-BE49-F238E27FC236}">
                <a16:creationId xmlns:a16="http://schemas.microsoft.com/office/drawing/2014/main" id="{54BAE1D8-3DF8-48CA-92C4-2E2064E4A3C5}"/>
              </a:ext>
            </a:extLst>
          </p:cNvPr>
          <p:cNvSpPr/>
          <p:nvPr userDrawn="1"/>
        </p:nvSpPr>
        <p:spPr>
          <a:xfrm>
            <a:off x="8776606" y="3981146"/>
            <a:ext cx="3413965" cy="2695876"/>
          </a:xfrm>
          <a:custGeom>
            <a:avLst/>
            <a:gdLst>
              <a:gd name="connsiteX0" fmla="*/ 4121944 w 4124325"/>
              <a:gd name="connsiteY0" fmla="*/ 1555076 h 3257550"/>
              <a:gd name="connsiteX1" fmla="*/ 4118134 w 4124325"/>
              <a:gd name="connsiteY1" fmla="*/ 1533169 h 3257550"/>
              <a:gd name="connsiteX2" fmla="*/ 2782729 w 4124325"/>
              <a:gd name="connsiteY2" fmla="*/ 39649 h 3257550"/>
              <a:gd name="connsiteX3" fmla="*/ 2108359 w 4124325"/>
              <a:gd name="connsiteY3" fmla="*/ 2436139 h 3257550"/>
              <a:gd name="connsiteX4" fmla="*/ 1262539 w 4124325"/>
              <a:gd name="connsiteY4" fmla="*/ 1310284 h 3257550"/>
              <a:gd name="connsiteX5" fmla="*/ 717709 w 4124325"/>
              <a:gd name="connsiteY5" fmla="*/ 2358986 h 3257550"/>
              <a:gd name="connsiteX6" fmla="*/ 7144 w 4124325"/>
              <a:gd name="connsiteY6" fmla="*/ 3257194 h 3257550"/>
              <a:gd name="connsiteX7" fmla="*/ 4075271 w 4124325"/>
              <a:gd name="connsiteY7" fmla="*/ 3257194 h 3257550"/>
              <a:gd name="connsiteX8" fmla="*/ 4122896 w 4124325"/>
              <a:gd name="connsiteY8" fmla="*/ 3201949 h 3257550"/>
              <a:gd name="connsiteX9" fmla="*/ 4122896 w 4124325"/>
              <a:gd name="connsiteY9" fmla="*/ 1555076 h 3257550"/>
              <a:gd name="connsiteX0" fmla="*/ 4115752 w 4207192"/>
              <a:gd name="connsiteY0" fmla="*/ 3194805 h 3286245"/>
              <a:gd name="connsiteX1" fmla="*/ 4115752 w 4207192"/>
              <a:gd name="connsiteY1" fmla="*/ 1547932 h 3286245"/>
              <a:gd name="connsiteX2" fmla="*/ 4114800 w 4207192"/>
              <a:gd name="connsiteY2" fmla="*/ 1547932 h 3286245"/>
              <a:gd name="connsiteX3" fmla="*/ 4110990 w 4207192"/>
              <a:gd name="connsiteY3" fmla="*/ 1526025 h 3286245"/>
              <a:gd name="connsiteX4" fmla="*/ 2775585 w 4207192"/>
              <a:gd name="connsiteY4" fmla="*/ 32505 h 3286245"/>
              <a:gd name="connsiteX5" fmla="*/ 2101215 w 4207192"/>
              <a:gd name="connsiteY5" fmla="*/ 2428995 h 3286245"/>
              <a:gd name="connsiteX6" fmla="*/ 1255395 w 4207192"/>
              <a:gd name="connsiteY6" fmla="*/ 1303140 h 3286245"/>
              <a:gd name="connsiteX7" fmla="*/ 710565 w 4207192"/>
              <a:gd name="connsiteY7" fmla="*/ 2351842 h 3286245"/>
              <a:gd name="connsiteX8" fmla="*/ 0 w 4207192"/>
              <a:gd name="connsiteY8" fmla="*/ 3250050 h 3286245"/>
              <a:gd name="connsiteX9" fmla="*/ 4068127 w 4207192"/>
              <a:gd name="connsiteY9" fmla="*/ 3250050 h 3286245"/>
              <a:gd name="connsiteX10" fmla="*/ 4207192 w 4207192"/>
              <a:gd name="connsiteY10" fmla="*/ 3286245 h 3286245"/>
              <a:gd name="connsiteX0" fmla="*/ 4115752 w 4207192"/>
              <a:gd name="connsiteY0" fmla="*/ 3194805 h 3286245"/>
              <a:gd name="connsiteX1" fmla="*/ 4115752 w 4207192"/>
              <a:gd name="connsiteY1" fmla="*/ 1547932 h 3286245"/>
              <a:gd name="connsiteX2" fmla="*/ 4114800 w 4207192"/>
              <a:gd name="connsiteY2" fmla="*/ 1547932 h 3286245"/>
              <a:gd name="connsiteX3" fmla="*/ 4110990 w 4207192"/>
              <a:gd name="connsiteY3" fmla="*/ 1526025 h 3286245"/>
              <a:gd name="connsiteX4" fmla="*/ 2775585 w 4207192"/>
              <a:gd name="connsiteY4" fmla="*/ 32505 h 3286245"/>
              <a:gd name="connsiteX5" fmla="*/ 2101215 w 4207192"/>
              <a:gd name="connsiteY5" fmla="*/ 2428995 h 3286245"/>
              <a:gd name="connsiteX6" fmla="*/ 1255395 w 4207192"/>
              <a:gd name="connsiteY6" fmla="*/ 1303140 h 3286245"/>
              <a:gd name="connsiteX7" fmla="*/ 710565 w 4207192"/>
              <a:gd name="connsiteY7" fmla="*/ 2351842 h 3286245"/>
              <a:gd name="connsiteX8" fmla="*/ 0 w 4207192"/>
              <a:gd name="connsiteY8" fmla="*/ 3250050 h 3286245"/>
              <a:gd name="connsiteX9" fmla="*/ 4207192 w 4207192"/>
              <a:gd name="connsiteY9" fmla="*/ 3286245 h 3286245"/>
              <a:gd name="connsiteX0" fmla="*/ 4115752 w 4115752"/>
              <a:gd name="connsiteY0" fmla="*/ 3194805 h 3250050"/>
              <a:gd name="connsiteX1" fmla="*/ 4115752 w 4115752"/>
              <a:gd name="connsiteY1" fmla="*/ 1547932 h 3250050"/>
              <a:gd name="connsiteX2" fmla="*/ 4114800 w 4115752"/>
              <a:gd name="connsiteY2" fmla="*/ 1547932 h 3250050"/>
              <a:gd name="connsiteX3" fmla="*/ 4110990 w 4115752"/>
              <a:gd name="connsiteY3" fmla="*/ 1526025 h 3250050"/>
              <a:gd name="connsiteX4" fmla="*/ 2775585 w 4115752"/>
              <a:gd name="connsiteY4" fmla="*/ 32505 h 3250050"/>
              <a:gd name="connsiteX5" fmla="*/ 2101215 w 4115752"/>
              <a:gd name="connsiteY5" fmla="*/ 2428995 h 3250050"/>
              <a:gd name="connsiteX6" fmla="*/ 1255395 w 4115752"/>
              <a:gd name="connsiteY6" fmla="*/ 1303140 h 3250050"/>
              <a:gd name="connsiteX7" fmla="*/ 710565 w 4115752"/>
              <a:gd name="connsiteY7" fmla="*/ 2351842 h 3250050"/>
              <a:gd name="connsiteX8" fmla="*/ 0 w 4115752"/>
              <a:gd name="connsiteY8" fmla="*/ 3250050 h 3250050"/>
              <a:gd name="connsiteX0" fmla="*/ 4115752 w 4115752"/>
              <a:gd name="connsiteY0" fmla="*/ 1547932 h 3250050"/>
              <a:gd name="connsiteX1" fmla="*/ 4114800 w 4115752"/>
              <a:gd name="connsiteY1" fmla="*/ 1547932 h 3250050"/>
              <a:gd name="connsiteX2" fmla="*/ 4110990 w 4115752"/>
              <a:gd name="connsiteY2" fmla="*/ 1526025 h 3250050"/>
              <a:gd name="connsiteX3" fmla="*/ 2775585 w 4115752"/>
              <a:gd name="connsiteY3" fmla="*/ 32505 h 3250050"/>
              <a:gd name="connsiteX4" fmla="*/ 2101215 w 4115752"/>
              <a:gd name="connsiteY4" fmla="*/ 2428995 h 3250050"/>
              <a:gd name="connsiteX5" fmla="*/ 1255395 w 4115752"/>
              <a:gd name="connsiteY5" fmla="*/ 1303140 h 3250050"/>
              <a:gd name="connsiteX6" fmla="*/ 710565 w 4115752"/>
              <a:gd name="connsiteY6" fmla="*/ 2351842 h 3250050"/>
              <a:gd name="connsiteX7" fmla="*/ 0 w 4115752"/>
              <a:gd name="connsiteY7" fmla="*/ 3250050 h 325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15752" h="3250050">
                <a:moveTo>
                  <a:pt x="4115752" y="1547932"/>
                </a:moveTo>
                <a:lnTo>
                  <a:pt x="4114800" y="1547932"/>
                </a:lnTo>
                <a:cubicBezTo>
                  <a:pt x="4114800" y="1540312"/>
                  <a:pt x="4113847" y="1532692"/>
                  <a:pt x="4110990" y="1526025"/>
                </a:cubicBezTo>
                <a:cubicBezTo>
                  <a:pt x="4060507" y="1391722"/>
                  <a:pt x="3224212" y="-249435"/>
                  <a:pt x="2775585" y="32505"/>
                </a:cubicBezTo>
                <a:cubicBezTo>
                  <a:pt x="2375535" y="283965"/>
                  <a:pt x="2629852" y="2428995"/>
                  <a:pt x="2101215" y="2428995"/>
                </a:cubicBezTo>
                <a:cubicBezTo>
                  <a:pt x="1784985" y="2428995"/>
                  <a:pt x="1670685" y="1303140"/>
                  <a:pt x="1255395" y="1303140"/>
                </a:cubicBezTo>
                <a:cubicBezTo>
                  <a:pt x="1037272" y="1303140"/>
                  <a:pt x="710565" y="1554600"/>
                  <a:pt x="710565" y="2351842"/>
                </a:cubicBezTo>
                <a:cubicBezTo>
                  <a:pt x="710565" y="3149085"/>
                  <a:pt x="0" y="3250050"/>
                  <a:pt x="0" y="3250050"/>
                </a:cubicBez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4E860F-437F-442E-898C-244A0DD5D765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6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FB83C35-D975-48B4-8E79-AB7A1A80DF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99832" cy="66751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7E187E-6082-49C3-B795-CC4321FE39F8}"/>
              </a:ext>
            </a:extLst>
          </p:cNvPr>
          <p:cNvSpPr/>
          <p:nvPr userDrawn="1"/>
        </p:nvSpPr>
        <p:spPr>
          <a:xfrm>
            <a:off x="6671" y="0"/>
            <a:ext cx="7802524" cy="667764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FBFF6A8-5ABD-4191-81E4-C9F86380A56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01097" y="1"/>
            <a:ext cx="4389475" cy="667764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27D1E-1708-4D17-AB85-058EE0C3477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60000" y="6483329"/>
            <a:ext cx="2378438" cy="187367"/>
          </a:xfrm>
          <a:prstGeom prst="rect">
            <a:avLst/>
          </a:prstGeom>
          <a:gradFill>
            <a:gsLst>
              <a:gs pos="82000">
                <a:schemeClr val="tx1">
                  <a:lumMod val="85000"/>
                  <a:lumOff val="15000"/>
                </a:schemeClr>
              </a:gs>
              <a:gs pos="100000">
                <a:schemeClr val="tx1"/>
              </a:gs>
            </a:gsLst>
          </a:gra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Ch 8 - Beginning SQL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529A18-E6EB-4081-B804-B2FCF5287DF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A78464-8D00-4B94-90C7-90F1B54C8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834" y="2481141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4800" spc="-15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CDBDF0B-F377-47FD-9DA1-C3BDA7C1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3833" y="4220102"/>
            <a:ext cx="3756943" cy="722312"/>
          </a:xfrm>
        </p:spPr>
        <p:txBody>
          <a:bodyPr/>
          <a:lstStyle>
            <a:lvl1pPr marL="0" indent="0" algn="l">
              <a:buNone/>
              <a:defRPr sz="1600" spc="-15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F50292C9-54F6-4F7B-A885-34CE1E3B0351}"/>
              </a:ext>
            </a:extLst>
          </p:cNvPr>
          <p:cNvSpPr/>
          <p:nvPr/>
        </p:nvSpPr>
        <p:spPr>
          <a:xfrm flipH="1">
            <a:off x="-1428" y="4123811"/>
            <a:ext cx="6027420" cy="2599249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034564 w 6505575"/>
              <a:gd name="connsiteY11" fmla="*/ 69886 h 2609850"/>
              <a:gd name="connsiteX12" fmla="*/ 6507004 w 6505575"/>
              <a:gd name="connsiteY12" fmla="*/ 1395766 h 2609850"/>
              <a:gd name="connsiteX13" fmla="*/ 6507004 w 6505575"/>
              <a:gd name="connsiteY13" fmla="*/ 2605441 h 2609850"/>
              <a:gd name="connsiteX14" fmla="*/ 7144 w 6505575"/>
              <a:gd name="connsiteY14" fmla="*/ 2605441 h 2609850"/>
              <a:gd name="connsiteX0" fmla="*/ 6499860 w 6591300"/>
              <a:gd name="connsiteY0" fmla="*/ 1388622 h 2599249"/>
              <a:gd name="connsiteX1" fmla="*/ 6499860 w 6591300"/>
              <a:gd name="connsiteY1" fmla="*/ 2598297 h 2599249"/>
              <a:gd name="connsiteX2" fmla="*/ 0 w 6591300"/>
              <a:gd name="connsiteY2" fmla="*/ 2598297 h 2599249"/>
              <a:gd name="connsiteX3" fmla="*/ 0 w 6591300"/>
              <a:gd name="connsiteY3" fmla="*/ 2599249 h 2599249"/>
              <a:gd name="connsiteX4" fmla="*/ 874395 w 6591300"/>
              <a:gd name="connsiteY4" fmla="*/ 2055372 h 2599249"/>
              <a:gd name="connsiteX5" fmla="*/ 1470660 w 6591300"/>
              <a:gd name="connsiteY5" fmla="*/ 2049657 h 2599249"/>
              <a:gd name="connsiteX6" fmla="*/ 1562100 w 6591300"/>
              <a:gd name="connsiteY6" fmla="*/ 2104902 h 2599249"/>
              <a:gd name="connsiteX7" fmla="*/ 2532697 w 6591300"/>
              <a:gd name="connsiteY7" fmla="*/ 2077279 h 2599249"/>
              <a:gd name="connsiteX8" fmla="*/ 3231832 w 6591300"/>
              <a:gd name="connsiteY8" fmla="*/ 1603887 h 2599249"/>
              <a:gd name="connsiteX9" fmla="*/ 3635692 w 6591300"/>
              <a:gd name="connsiteY9" fmla="*/ 1582932 h 2599249"/>
              <a:gd name="connsiteX10" fmla="*/ 3956685 w 6591300"/>
              <a:gd name="connsiteY10" fmla="*/ 1755334 h 2599249"/>
              <a:gd name="connsiteX11" fmla="*/ 4855845 w 6591300"/>
              <a:gd name="connsiteY11" fmla="*/ 1448629 h 2599249"/>
              <a:gd name="connsiteX12" fmla="*/ 5099685 w 6591300"/>
              <a:gd name="connsiteY12" fmla="*/ 727587 h 2599249"/>
              <a:gd name="connsiteX13" fmla="*/ 6027420 w 6591300"/>
              <a:gd name="connsiteY13" fmla="*/ 62742 h 2599249"/>
              <a:gd name="connsiteX14" fmla="*/ 6027420 w 6591300"/>
              <a:gd name="connsiteY14" fmla="*/ 62742 h 2599249"/>
              <a:gd name="connsiteX15" fmla="*/ 6591300 w 6591300"/>
              <a:gd name="connsiteY15" fmla="*/ 1480062 h 2599249"/>
              <a:gd name="connsiteX0" fmla="*/ 6499860 w 6591300"/>
              <a:gd name="connsiteY0" fmla="*/ 2598297 h 2599249"/>
              <a:gd name="connsiteX1" fmla="*/ 0 w 6591300"/>
              <a:gd name="connsiteY1" fmla="*/ 2598297 h 2599249"/>
              <a:gd name="connsiteX2" fmla="*/ 0 w 6591300"/>
              <a:gd name="connsiteY2" fmla="*/ 2599249 h 2599249"/>
              <a:gd name="connsiteX3" fmla="*/ 874395 w 6591300"/>
              <a:gd name="connsiteY3" fmla="*/ 2055372 h 2599249"/>
              <a:gd name="connsiteX4" fmla="*/ 1470660 w 6591300"/>
              <a:gd name="connsiteY4" fmla="*/ 2049657 h 2599249"/>
              <a:gd name="connsiteX5" fmla="*/ 1562100 w 6591300"/>
              <a:gd name="connsiteY5" fmla="*/ 2104902 h 2599249"/>
              <a:gd name="connsiteX6" fmla="*/ 2532697 w 6591300"/>
              <a:gd name="connsiteY6" fmla="*/ 2077279 h 2599249"/>
              <a:gd name="connsiteX7" fmla="*/ 3231832 w 6591300"/>
              <a:gd name="connsiteY7" fmla="*/ 1603887 h 2599249"/>
              <a:gd name="connsiteX8" fmla="*/ 3635692 w 6591300"/>
              <a:gd name="connsiteY8" fmla="*/ 1582932 h 2599249"/>
              <a:gd name="connsiteX9" fmla="*/ 3956685 w 6591300"/>
              <a:gd name="connsiteY9" fmla="*/ 1755334 h 2599249"/>
              <a:gd name="connsiteX10" fmla="*/ 4855845 w 6591300"/>
              <a:gd name="connsiteY10" fmla="*/ 1448629 h 2599249"/>
              <a:gd name="connsiteX11" fmla="*/ 5099685 w 6591300"/>
              <a:gd name="connsiteY11" fmla="*/ 727587 h 2599249"/>
              <a:gd name="connsiteX12" fmla="*/ 6027420 w 6591300"/>
              <a:gd name="connsiteY12" fmla="*/ 62742 h 2599249"/>
              <a:gd name="connsiteX13" fmla="*/ 6027420 w 6591300"/>
              <a:gd name="connsiteY13" fmla="*/ 62742 h 2599249"/>
              <a:gd name="connsiteX14" fmla="*/ 6591300 w 6591300"/>
              <a:gd name="connsiteY14" fmla="*/ 1480062 h 2599249"/>
              <a:gd name="connsiteX0" fmla="*/ 0 w 6591300"/>
              <a:gd name="connsiteY0" fmla="*/ 2598297 h 2599249"/>
              <a:gd name="connsiteX1" fmla="*/ 0 w 6591300"/>
              <a:gd name="connsiteY1" fmla="*/ 2599249 h 2599249"/>
              <a:gd name="connsiteX2" fmla="*/ 874395 w 6591300"/>
              <a:gd name="connsiteY2" fmla="*/ 2055372 h 2599249"/>
              <a:gd name="connsiteX3" fmla="*/ 1470660 w 6591300"/>
              <a:gd name="connsiteY3" fmla="*/ 2049657 h 2599249"/>
              <a:gd name="connsiteX4" fmla="*/ 1562100 w 6591300"/>
              <a:gd name="connsiteY4" fmla="*/ 2104902 h 2599249"/>
              <a:gd name="connsiteX5" fmla="*/ 2532697 w 6591300"/>
              <a:gd name="connsiteY5" fmla="*/ 2077279 h 2599249"/>
              <a:gd name="connsiteX6" fmla="*/ 3231832 w 6591300"/>
              <a:gd name="connsiteY6" fmla="*/ 1603887 h 2599249"/>
              <a:gd name="connsiteX7" fmla="*/ 3635692 w 6591300"/>
              <a:gd name="connsiteY7" fmla="*/ 1582932 h 2599249"/>
              <a:gd name="connsiteX8" fmla="*/ 3956685 w 6591300"/>
              <a:gd name="connsiteY8" fmla="*/ 1755334 h 2599249"/>
              <a:gd name="connsiteX9" fmla="*/ 4855845 w 6591300"/>
              <a:gd name="connsiteY9" fmla="*/ 1448629 h 2599249"/>
              <a:gd name="connsiteX10" fmla="*/ 5099685 w 6591300"/>
              <a:gd name="connsiteY10" fmla="*/ 727587 h 2599249"/>
              <a:gd name="connsiteX11" fmla="*/ 6027420 w 6591300"/>
              <a:gd name="connsiteY11" fmla="*/ 62742 h 2599249"/>
              <a:gd name="connsiteX12" fmla="*/ 6027420 w 6591300"/>
              <a:gd name="connsiteY12" fmla="*/ 62742 h 2599249"/>
              <a:gd name="connsiteX13" fmla="*/ 6591300 w 6591300"/>
              <a:gd name="connsiteY13" fmla="*/ 1480062 h 2599249"/>
              <a:gd name="connsiteX0" fmla="*/ 0 w 6027420"/>
              <a:gd name="connsiteY0" fmla="*/ 2598297 h 2599249"/>
              <a:gd name="connsiteX1" fmla="*/ 0 w 6027420"/>
              <a:gd name="connsiteY1" fmla="*/ 2599249 h 2599249"/>
              <a:gd name="connsiteX2" fmla="*/ 874395 w 6027420"/>
              <a:gd name="connsiteY2" fmla="*/ 2055372 h 2599249"/>
              <a:gd name="connsiteX3" fmla="*/ 1470660 w 6027420"/>
              <a:gd name="connsiteY3" fmla="*/ 2049657 h 2599249"/>
              <a:gd name="connsiteX4" fmla="*/ 1562100 w 6027420"/>
              <a:gd name="connsiteY4" fmla="*/ 2104902 h 2599249"/>
              <a:gd name="connsiteX5" fmla="*/ 2532697 w 6027420"/>
              <a:gd name="connsiteY5" fmla="*/ 2077279 h 2599249"/>
              <a:gd name="connsiteX6" fmla="*/ 3231832 w 6027420"/>
              <a:gd name="connsiteY6" fmla="*/ 1603887 h 2599249"/>
              <a:gd name="connsiteX7" fmla="*/ 3635692 w 6027420"/>
              <a:gd name="connsiteY7" fmla="*/ 1582932 h 2599249"/>
              <a:gd name="connsiteX8" fmla="*/ 3956685 w 6027420"/>
              <a:gd name="connsiteY8" fmla="*/ 1755334 h 2599249"/>
              <a:gd name="connsiteX9" fmla="*/ 4855845 w 6027420"/>
              <a:gd name="connsiteY9" fmla="*/ 1448629 h 2599249"/>
              <a:gd name="connsiteX10" fmla="*/ 5099685 w 6027420"/>
              <a:gd name="connsiteY10" fmla="*/ 727587 h 2599249"/>
              <a:gd name="connsiteX11" fmla="*/ 6027420 w 6027420"/>
              <a:gd name="connsiteY11" fmla="*/ 62742 h 2599249"/>
              <a:gd name="connsiteX12" fmla="*/ 6027420 w 6027420"/>
              <a:gd name="connsiteY12" fmla="*/ 62742 h 2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7420" h="2599249">
                <a:moveTo>
                  <a:pt x="0" y="2598297"/>
                </a:moveTo>
                <a:lnTo>
                  <a:pt x="0" y="2599249"/>
                </a:lnTo>
                <a:lnTo>
                  <a:pt x="874395" y="2055372"/>
                </a:lnTo>
                <a:cubicBezTo>
                  <a:pt x="1056322" y="1942024"/>
                  <a:pt x="1286827" y="1940119"/>
                  <a:pt x="1470660" y="2049657"/>
                </a:cubicBezTo>
                <a:lnTo>
                  <a:pt x="1562100" y="2104902"/>
                </a:lnTo>
                <a:cubicBezTo>
                  <a:pt x="1863090" y="2284924"/>
                  <a:pt x="2241232" y="2273494"/>
                  <a:pt x="2532697" y="2077279"/>
                </a:cubicBezTo>
                <a:lnTo>
                  <a:pt x="3231832" y="1603887"/>
                </a:lnTo>
                <a:cubicBezTo>
                  <a:pt x="3351847" y="1521972"/>
                  <a:pt x="3508057" y="1514352"/>
                  <a:pt x="3635692" y="1582932"/>
                </a:cubicBezTo>
                <a:lnTo>
                  <a:pt x="3956685" y="1755334"/>
                </a:lnTo>
                <a:cubicBezTo>
                  <a:pt x="4288155" y="1933452"/>
                  <a:pt x="4701540" y="1792482"/>
                  <a:pt x="4855845" y="1448629"/>
                </a:cubicBezTo>
                <a:lnTo>
                  <a:pt x="5099685" y="727587"/>
                </a:lnTo>
                <a:cubicBezTo>
                  <a:pt x="5228273" y="156087"/>
                  <a:pt x="5863590" y="-137283"/>
                  <a:pt x="6027420" y="62742"/>
                </a:cubicBezTo>
                <a:lnTo>
                  <a:pt x="6027420" y="62742"/>
                </a:ln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20236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69933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6992937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6992936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04150" y="1"/>
            <a:ext cx="4387850" cy="667948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63EBA-2C46-40FB-9D48-819ED0C899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60000" y="6539216"/>
            <a:ext cx="2719102" cy="104083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30BC-20AB-4DD9-AF5C-47BA72E569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42857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5A87C21-15CD-48D8-B583-89B110156879}"/>
              </a:ext>
            </a:extLst>
          </p:cNvPr>
          <p:cNvSpPr/>
          <p:nvPr userDrawn="1"/>
        </p:nvSpPr>
        <p:spPr>
          <a:xfrm>
            <a:off x="7804351" y="0"/>
            <a:ext cx="4386221" cy="6677022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69933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6992937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6992936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7752" y="4320000"/>
            <a:ext cx="1800000" cy="1800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63EBA-2C46-40FB-9D48-819ED0C899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60000" y="6483329"/>
            <a:ext cx="2378438" cy="18736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 8 - Beginning SQL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30BC-20AB-4DD9-AF5C-47BA72E569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5092E684-C621-4F92-A05A-A167EEF4627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057037" y="4320000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958D132-F2A9-41E1-BDD8-067D52CE5F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7752" y="2395565"/>
            <a:ext cx="1800000" cy="1800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88FD4DB-5089-4686-B4F7-A26163146C9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057037" y="2395565"/>
            <a:ext cx="1800000" cy="180000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324023AF-AB97-4B60-86FA-5DC8DA1B5C4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27752" y="471129"/>
            <a:ext cx="1800000" cy="1800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8210F231-568A-4348-B33F-9EBB4A5CF9E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0057037" y="471129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</p:spTree>
    <p:extLst>
      <p:ext uri="{BB962C8B-B14F-4D97-AF65-F5344CB8AC3E}">
        <p14:creationId xmlns:p14="http://schemas.microsoft.com/office/powerpoint/2010/main" val="2445114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980000"/>
            <a:ext cx="5580000" cy="414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Left Header">
            <a:extLst>
              <a:ext uri="{FF2B5EF4-FFF2-40B4-BE49-F238E27FC236}">
                <a16:creationId xmlns:a16="http://schemas.microsoft.com/office/drawing/2014/main" id="{2241B0A0-0033-49FF-89B8-142165C8E9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620000"/>
            <a:ext cx="5580000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noProof="0"/>
              <a:t>Compare A</a:t>
            </a:r>
          </a:p>
        </p:txBody>
      </p:sp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980000"/>
            <a:ext cx="5580000" cy="414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Right Header">
            <a:extLst>
              <a:ext uri="{FF2B5EF4-FFF2-40B4-BE49-F238E27FC236}">
                <a16:creationId xmlns:a16="http://schemas.microsoft.com/office/drawing/2014/main" id="{069A9930-1B94-49BC-B4A6-B597F155D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3200" y="1620000"/>
            <a:ext cx="5580000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noProof="0"/>
              <a:t>Compare B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AC535-CCE6-472A-BA3D-DDE92DFF0ED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60000" y="6483329"/>
            <a:ext cx="2378438" cy="18736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 8 - Beginning SQL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2F890-EB29-4A5B-A499-BB0FC04447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88888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667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9A41AC-399F-4B25-A28A-F7679843C3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Caption">
            <a:extLst>
              <a:ext uri="{FF2B5EF4-FFF2-40B4-BE49-F238E27FC236}">
                <a16:creationId xmlns:a16="http://schemas.microsoft.com/office/drawing/2014/main" id="{E1C65CF6-B529-468F-B46C-1D1C2E71A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1275" y="6156000"/>
            <a:ext cx="3793125" cy="3960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845FB-DCB7-4844-B346-98986ADF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8807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FB784EBA-F0C5-4F6F-9426-185FBA239203}"/>
              </a:ext>
            </a:extLst>
          </p:cNvPr>
          <p:cNvSpPr>
            <a:spLocks noGrp="1"/>
          </p:cNvSpPr>
          <p:nvPr>
            <p:ph type="media" sz="quarter" idx="15" hasCustomPrompt="1"/>
          </p:nvPr>
        </p:nvSpPr>
        <p:spPr>
          <a:xfrm>
            <a:off x="0" y="0"/>
            <a:ext cx="12192000" cy="6678000"/>
          </a:xfrm>
          <a:pattFill prst="dkUpDiag">
            <a:fgClr>
              <a:schemeClr val="bg1">
                <a:lumMod val="8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Your Video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172090C5-61AC-430F-AA33-8EF3902C46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1275" y="6156000"/>
            <a:ext cx="3793125" cy="3960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7EBDA-221D-4CBD-8DBF-E03A370015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2508FC-366E-44DA-80A8-28048E1E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158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111E4563-E2FC-4D6F-B759-AB4FB77D2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7799832" cy="667512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2FE8913-A018-418C-99FB-2DF342B9B5A0}"/>
              </a:ext>
            </a:extLst>
          </p:cNvPr>
          <p:cNvSpPr/>
          <p:nvPr userDrawn="1"/>
        </p:nvSpPr>
        <p:spPr>
          <a:xfrm>
            <a:off x="0" y="0"/>
            <a:ext cx="7802524" cy="667764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AF7702AD-1968-4CE6-BC7C-02C0637069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01097" y="1"/>
            <a:ext cx="4389475" cy="667764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Insert or Drag and Drop your Image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A78464-8D00-4B94-90C7-90F1B54C8A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4862" y="3032684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66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F50292C9-54F6-4F7B-A885-34CE1E3B0351}"/>
              </a:ext>
            </a:extLst>
          </p:cNvPr>
          <p:cNvSpPr/>
          <p:nvPr userDrawn="1"/>
        </p:nvSpPr>
        <p:spPr>
          <a:xfrm>
            <a:off x="1774391" y="4123811"/>
            <a:ext cx="6027420" cy="2599249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034564 w 6505575"/>
              <a:gd name="connsiteY11" fmla="*/ 69886 h 2609850"/>
              <a:gd name="connsiteX12" fmla="*/ 6507004 w 6505575"/>
              <a:gd name="connsiteY12" fmla="*/ 1395766 h 2609850"/>
              <a:gd name="connsiteX13" fmla="*/ 6507004 w 6505575"/>
              <a:gd name="connsiteY13" fmla="*/ 2605441 h 2609850"/>
              <a:gd name="connsiteX14" fmla="*/ 7144 w 6505575"/>
              <a:gd name="connsiteY14" fmla="*/ 2605441 h 2609850"/>
              <a:gd name="connsiteX0" fmla="*/ 6499860 w 6591300"/>
              <a:gd name="connsiteY0" fmla="*/ 1388622 h 2599249"/>
              <a:gd name="connsiteX1" fmla="*/ 6499860 w 6591300"/>
              <a:gd name="connsiteY1" fmla="*/ 2598297 h 2599249"/>
              <a:gd name="connsiteX2" fmla="*/ 0 w 6591300"/>
              <a:gd name="connsiteY2" fmla="*/ 2598297 h 2599249"/>
              <a:gd name="connsiteX3" fmla="*/ 0 w 6591300"/>
              <a:gd name="connsiteY3" fmla="*/ 2599249 h 2599249"/>
              <a:gd name="connsiteX4" fmla="*/ 874395 w 6591300"/>
              <a:gd name="connsiteY4" fmla="*/ 2055372 h 2599249"/>
              <a:gd name="connsiteX5" fmla="*/ 1470660 w 6591300"/>
              <a:gd name="connsiteY5" fmla="*/ 2049657 h 2599249"/>
              <a:gd name="connsiteX6" fmla="*/ 1562100 w 6591300"/>
              <a:gd name="connsiteY6" fmla="*/ 2104902 h 2599249"/>
              <a:gd name="connsiteX7" fmla="*/ 2532697 w 6591300"/>
              <a:gd name="connsiteY7" fmla="*/ 2077279 h 2599249"/>
              <a:gd name="connsiteX8" fmla="*/ 3231832 w 6591300"/>
              <a:gd name="connsiteY8" fmla="*/ 1603887 h 2599249"/>
              <a:gd name="connsiteX9" fmla="*/ 3635692 w 6591300"/>
              <a:gd name="connsiteY9" fmla="*/ 1582932 h 2599249"/>
              <a:gd name="connsiteX10" fmla="*/ 3956685 w 6591300"/>
              <a:gd name="connsiteY10" fmla="*/ 1755334 h 2599249"/>
              <a:gd name="connsiteX11" fmla="*/ 4855845 w 6591300"/>
              <a:gd name="connsiteY11" fmla="*/ 1448629 h 2599249"/>
              <a:gd name="connsiteX12" fmla="*/ 5099685 w 6591300"/>
              <a:gd name="connsiteY12" fmla="*/ 727587 h 2599249"/>
              <a:gd name="connsiteX13" fmla="*/ 6027420 w 6591300"/>
              <a:gd name="connsiteY13" fmla="*/ 62742 h 2599249"/>
              <a:gd name="connsiteX14" fmla="*/ 6027420 w 6591300"/>
              <a:gd name="connsiteY14" fmla="*/ 62742 h 2599249"/>
              <a:gd name="connsiteX15" fmla="*/ 6591300 w 6591300"/>
              <a:gd name="connsiteY15" fmla="*/ 1480062 h 2599249"/>
              <a:gd name="connsiteX0" fmla="*/ 6499860 w 6591300"/>
              <a:gd name="connsiteY0" fmla="*/ 2598297 h 2599249"/>
              <a:gd name="connsiteX1" fmla="*/ 0 w 6591300"/>
              <a:gd name="connsiteY1" fmla="*/ 2598297 h 2599249"/>
              <a:gd name="connsiteX2" fmla="*/ 0 w 6591300"/>
              <a:gd name="connsiteY2" fmla="*/ 2599249 h 2599249"/>
              <a:gd name="connsiteX3" fmla="*/ 874395 w 6591300"/>
              <a:gd name="connsiteY3" fmla="*/ 2055372 h 2599249"/>
              <a:gd name="connsiteX4" fmla="*/ 1470660 w 6591300"/>
              <a:gd name="connsiteY4" fmla="*/ 2049657 h 2599249"/>
              <a:gd name="connsiteX5" fmla="*/ 1562100 w 6591300"/>
              <a:gd name="connsiteY5" fmla="*/ 2104902 h 2599249"/>
              <a:gd name="connsiteX6" fmla="*/ 2532697 w 6591300"/>
              <a:gd name="connsiteY6" fmla="*/ 2077279 h 2599249"/>
              <a:gd name="connsiteX7" fmla="*/ 3231832 w 6591300"/>
              <a:gd name="connsiteY7" fmla="*/ 1603887 h 2599249"/>
              <a:gd name="connsiteX8" fmla="*/ 3635692 w 6591300"/>
              <a:gd name="connsiteY8" fmla="*/ 1582932 h 2599249"/>
              <a:gd name="connsiteX9" fmla="*/ 3956685 w 6591300"/>
              <a:gd name="connsiteY9" fmla="*/ 1755334 h 2599249"/>
              <a:gd name="connsiteX10" fmla="*/ 4855845 w 6591300"/>
              <a:gd name="connsiteY10" fmla="*/ 1448629 h 2599249"/>
              <a:gd name="connsiteX11" fmla="*/ 5099685 w 6591300"/>
              <a:gd name="connsiteY11" fmla="*/ 727587 h 2599249"/>
              <a:gd name="connsiteX12" fmla="*/ 6027420 w 6591300"/>
              <a:gd name="connsiteY12" fmla="*/ 62742 h 2599249"/>
              <a:gd name="connsiteX13" fmla="*/ 6027420 w 6591300"/>
              <a:gd name="connsiteY13" fmla="*/ 62742 h 2599249"/>
              <a:gd name="connsiteX14" fmla="*/ 6591300 w 6591300"/>
              <a:gd name="connsiteY14" fmla="*/ 1480062 h 2599249"/>
              <a:gd name="connsiteX0" fmla="*/ 0 w 6591300"/>
              <a:gd name="connsiteY0" fmla="*/ 2598297 h 2599249"/>
              <a:gd name="connsiteX1" fmla="*/ 0 w 6591300"/>
              <a:gd name="connsiteY1" fmla="*/ 2599249 h 2599249"/>
              <a:gd name="connsiteX2" fmla="*/ 874395 w 6591300"/>
              <a:gd name="connsiteY2" fmla="*/ 2055372 h 2599249"/>
              <a:gd name="connsiteX3" fmla="*/ 1470660 w 6591300"/>
              <a:gd name="connsiteY3" fmla="*/ 2049657 h 2599249"/>
              <a:gd name="connsiteX4" fmla="*/ 1562100 w 6591300"/>
              <a:gd name="connsiteY4" fmla="*/ 2104902 h 2599249"/>
              <a:gd name="connsiteX5" fmla="*/ 2532697 w 6591300"/>
              <a:gd name="connsiteY5" fmla="*/ 2077279 h 2599249"/>
              <a:gd name="connsiteX6" fmla="*/ 3231832 w 6591300"/>
              <a:gd name="connsiteY6" fmla="*/ 1603887 h 2599249"/>
              <a:gd name="connsiteX7" fmla="*/ 3635692 w 6591300"/>
              <a:gd name="connsiteY7" fmla="*/ 1582932 h 2599249"/>
              <a:gd name="connsiteX8" fmla="*/ 3956685 w 6591300"/>
              <a:gd name="connsiteY8" fmla="*/ 1755334 h 2599249"/>
              <a:gd name="connsiteX9" fmla="*/ 4855845 w 6591300"/>
              <a:gd name="connsiteY9" fmla="*/ 1448629 h 2599249"/>
              <a:gd name="connsiteX10" fmla="*/ 5099685 w 6591300"/>
              <a:gd name="connsiteY10" fmla="*/ 727587 h 2599249"/>
              <a:gd name="connsiteX11" fmla="*/ 6027420 w 6591300"/>
              <a:gd name="connsiteY11" fmla="*/ 62742 h 2599249"/>
              <a:gd name="connsiteX12" fmla="*/ 6027420 w 6591300"/>
              <a:gd name="connsiteY12" fmla="*/ 62742 h 2599249"/>
              <a:gd name="connsiteX13" fmla="*/ 6591300 w 6591300"/>
              <a:gd name="connsiteY13" fmla="*/ 1480062 h 2599249"/>
              <a:gd name="connsiteX0" fmla="*/ 0 w 6027420"/>
              <a:gd name="connsiteY0" fmla="*/ 2598297 h 2599249"/>
              <a:gd name="connsiteX1" fmla="*/ 0 w 6027420"/>
              <a:gd name="connsiteY1" fmla="*/ 2599249 h 2599249"/>
              <a:gd name="connsiteX2" fmla="*/ 874395 w 6027420"/>
              <a:gd name="connsiteY2" fmla="*/ 2055372 h 2599249"/>
              <a:gd name="connsiteX3" fmla="*/ 1470660 w 6027420"/>
              <a:gd name="connsiteY3" fmla="*/ 2049657 h 2599249"/>
              <a:gd name="connsiteX4" fmla="*/ 1562100 w 6027420"/>
              <a:gd name="connsiteY4" fmla="*/ 2104902 h 2599249"/>
              <a:gd name="connsiteX5" fmla="*/ 2532697 w 6027420"/>
              <a:gd name="connsiteY5" fmla="*/ 2077279 h 2599249"/>
              <a:gd name="connsiteX6" fmla="*/ 3231832 w 6027420"/>
              <a:gd name="connsiteY6" fmla="*/ 1603887 h 2599249"/>
              <a:gd name="connsiteX7" fmla="*/ 3635692 w 6027420"/>
              <a:gd name="connsiteY7" fmla="*/ 1582932 h 2599249"/>
              <a:gd name="connsiteX8" fmla="*/ 3956685 w 6027420"/>
              <a:gd name="connsiteY8" fmla="*/ 1755334 h 2599249"/>
              <a:gd name="connsiteX9" fmla="*/ 4855845 w 6027420"/>
              <a:gd name="connsiteY9" fmla="*/ 1448629 h 2599249"/>
              <a:gd name="connsiteX10" fmla="*/ 5099685 w 6027420"/>
              <a:gd name="connsiteY10" fmla="*/ 727587 h 2599249"/>
              <a:gd name="connsiteX11" fmla="*/ 6027420 w 6027420"/>
              <a:gd name="connsiteY11" fmla="*/ 62742 h 2599249"/>
              <a:gd name="connsiteX12" fmla="*/ 6027420 w 6027420"/>
              <a:gd name="connsiteY12" fmla="*/ 62742 h 2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7420" h="2599249">
                <a:moveTo>
                  <a:pt x="0" y="2598297"/>
                </a:moveTo>
                <a:lnTo>
                  <a:pt x="0" y="2599249"/>
                </a:lnTo>
                <a:lnTo>
                  <a:pt x="874395" y="2055372"/>
                </a:lnTo>
                <a:cubicBezTo>
                  <a:pt x="1056322" y="1942024"/>
                  <a:pt x="1286827" y="1940119"/>
                  <a:pt x="1470660" y="2049657"/>
                </a:cubicBezTo>
                <a:lnTo>
                  <a:pt x="1562100" y="2104902"/>
                </a:lnTo>
                <a:cubicBezTo>
                  <a:pt x="1863090" y="2284924"/>
                  <a:pt x="2241232" y="2273494"/>
                  <a:pt x="2532697" y="2077279"/>
                </a:cubicBezTo>
                <a:lnTo>
                  <a:pt x="3231832" y="1603887"/>
                </a:lnTo>
                <a:cubicBezTo>
                  <a:pt x="3351847" y="1521972"/>
                  <a:pt x="3508057" y="1514352"/>
                  <a:pt x="3635692" y="1582932"/>
                </a:cubicBezTo>
                <a:lnTo>
                  <a:pt x="3956685" y="1755334"/>
                </a:lnTo>
                <a:cubicBezTo>
                  <a:pt x="4288155" y="1933452"/>
                  <a:pt x="4701540" y="1792482"/>
                  <a:pt x="4855845" y="1448629"/>
                </a:cubicBezTo>
                <a:lnTo>
                  <a:pt x="5099685" y="727587"/>
                </a:lnTo>
                <a:cubicBezTo>
                  <a:pt x="5228273" y="156087"/>
                  <a:pt x="5863590" y="-137283"/>
                  <a:pt x="6027420" y="62742"/>
                </a:cubicBezTo>
                <a:lnTo>
                  <a:pt x="6027420" y="62742"/>
                </a:ln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5" name="Name">
            <a:extLst>
              <a:ext uri="{FF2B5EF4-FFF2-40B4-BE49-F238E27FC236}">
                <a16:creationId xmlns:a16="http://schemas.microsoft.com/office/drawing/2014/main" id="{B8C48821-0D90-416C-873E-50587E8A0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4861" y="4741677"/>
            <a:ext cx="3756943" cy="252000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  <a:endParaRPr lang="en-US" dirty="0"/>
          </a:p>
        </p:txBody>
      </p:sp>
      <p:sp>
        <p:nvSpPr>
          <p:cNvPr id="16" name="Email">
            <a:extLst>
              <a:ext uri="{FF2B5EF4-FFF2-40B4-BE49-F238E27FC236}">
                <a16:creationId xmlns:a16="http://schemas.microsoft.com/office/drawing/2014/main" id="{42450180-8D19-405E-97F0-2A309B58D0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8990" y="5147137"/>
            <a:ext cx="3462814" cy="25200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Email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37F23B-0C4D-4D27-BF83-0B10D1CFFDCD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9551A1-FBAD-4CC8-AA99-F9F4D4281782}"/>
              </a:ext>
            </a:extLst>
          </p:cNvPr>
          <p:cNvSpPr/>
          <p:nvPr userDrawn="1"/>
        </p:nvSpPr>
        <p:spPr>
          <a:xfrm>
            <a:off x="7804351" y="6678000"/>
            <a:ext cx="4224296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Tw Cen MT" panose="020B0602020104020603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F695C6B-DBEE-447E-B106-7351E00BD0AF}"/>
              </a:ext>
            </a:extLst>
          </p:cNvPr>
          <p:cNvSpPr txBox="1">
            <a:spLocks/>
          </p:cNvSpPr>
          <p:nvPr userDrawn="1"/>
        </p:nvSpPr>
        <p:spPr>
          <a:xfrm>
            <a:off x="12030074" y="6678000"/>
            <a:ext cx="161925" cy="144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72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A38929-6316-4332-83F8-9E95386C7C42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472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21DB-2DD6-4869-9104-BE40FBBC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1CC9B96F-1A0A-4B16-BDF7-48B289CD53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A7081-42C5-4F4E-8A26-E7788CCF4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20000"/>
            <a:ext cx="114732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8FCAA-94B1-47BD-AD46-123D3404BBB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60000" y="6483329"/>
            <a:ext cx="2709771" cy="19467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11CEA-C130-40E5-A858-8D4FE6E586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08772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55800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5800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F9123-1F0C-4BD2-8233-FEE5B2A4661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60000" y="6483329"/>
            <a:ext cx="2378438" cy="18736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 8 - Beginning SQL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E8981-59A6-4480-80A6-5619C220178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1192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DDF3-2E7E-4175-ACE9-B214DCE4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5302A3D4-CF60-41AF-924C-B30D3FD997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E8FCF-8FC7-49D2-9516-7662294E35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60000" y="6483329"/>
            <a:ext cx="2378438" cy="18736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 8 - Beginning SQL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208B4-CFD5-4FAE-9519-74EFAC0B036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2122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ED074E-AB07-44D1-8B4E-189EAEF798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0000" y="6483329"/>
            <a:ext cx="2378438" cy="18736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Ch 8 - Beginning SQL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01D44B-9877-40D1-B788-EE3BFD57C5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46637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945AC3A-7D9B-423E-A2BF-B883C9B2D241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"/>
          <a:stretch/>
        </p:blipFill>
        <p:spPr>
          <a:xfrm>
            <a:off x="7801452" y="1"/>
            <a:ext cx="4389120" cy="66751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7524B29-B525-4E47-862B-FD57B403D539}"/>
              </a:ext>
            </a:extLst>
          </p:cNvPr>
          <p:cNvSpPr/>
          <p:nvPr userDrawn="1"/>
        </p:nvSpPr>
        <p:spPr>
          <a:xfrm>
            <a:off x="7804351" y="1"/>
            <a:ext cx="4386221" cy="667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40927D5-AE1A-4ABD-BD8F-2F78723FF0D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1284" y="1"/>
            <a:ext cx="7815636" cy="667702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Insert or Drag and Drop your Image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4C333A-735B-44F8-99E4-E73D8172DE35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9AA83-848B-4DFD-A644-A5D9CEFF95E3}"/>
              </a:ext>
            </a:extLst>
          </p:cNvPr>
          <p:cNvSpPr/>
          <p:nvPr userDrawn="1"/>
        </p:nvSpPr>
        <p:spPr>
          <a:xfrm>
            <a:off x="7804351" y="6678000"/>
            <a:ext cx="4224295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Tw Cen MT" panose="020B0602020104020603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2880EF2-ACF9-4D66-99FF-99CB3F61BE99}"/>
              </a:ext>
            </a:extLst>
          </p:cNvPr>
          <p:cNvSpPr txBox="1">
            <a:spLocks/>
          </p:cNvSpPr>
          <p:nvPr userDrawn="1"/>
        </p:nvSpPr>
        <p:spPr>
          <a:xfrm>
            <a:off x="12030074" y="6678000"/>
            <a:ext cx="161925" cy="144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72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3392" y="1962149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48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E8855-FE55-4351-B21B-FE33CB805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73391" y="3602038"/>
            <a:ext cx="3756943" cy="722312"/>
          </a:xfrm>
        </p:spPr>
        <p:txBody>
          <a:bodyPr/>
          <a:lstStyle>
            <a:lvl1pPr marL="0" indent="0" algn="l">
              <a:buNone/>
              <a:defRPr sz="1600" spc="-15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Graphic 11">
            <a:extLst>
              <a:ext uri="{FF2B5EF4-FFF2-40B4-BE49-F238E27FC236}">
                <a16:creationId xmlns:a16="http://schemas.microsoft.com/office/drawing/2014/main" id="{54BAE1D8-3DF8-48CA-92C4-2E2064E4A3C5}"/>
              </a:ext>
            </a:extLst>
          </p:cNvPr>
          <p:cNvSpPr/>
          <p:nvPr userDrawn="1"/>
        </p:nvSpPr>
        <p:spPr>
          <a:xfrm>
            <a:off x="8776606" y="3981146"/>
            <a:ext cx="3413965" cy="2695876"/>
          </a:xfrm>
          <a:custGeom>
            <a:avLst/>
            <a:gdLst>
              <a:gd name="connsiteX0" fmla="*/ 4121944 w 4124325"/>
              <a:gd name="connsiteY0" fmla="*/ 1555076 h 3257550"/>
              <a:gd name="connsiteX1" fmla="*/ 4118134 w 4124325"/>
              <a:gd name="connsiteY1" fmla="*/ 1533169 h 3257550"/>
              <a:gd name="connsiteX2" fmla="*/ 2782729 w 4124325"/>
              <a:gd name="connsiteY2" fmla="*/ 39649 h 3257550"/>
              <a:gd name="connsiteX3" fmla="*/ 2108359 w 4124325"/>
              <a:gd name="connsiteY3" fmla="*/ 2436139 h 3257550"/>
              <a:gd name="connsiteX4" fmla="*/ 1262539 w 4124325"/>
              <a:gd name="connsiteY4" fmla="*/ 1310284 h 3257550"/>
              <a:gd name="connsiteX5" fmla="*/ 717709 w 4124325"/>
              <a:gd name="connsiteY5" fmla="*/ 2358986 h 3257550"/>
              <a:gd name="connsiteX6" fmla="*/ 7144 w 4124325"/>
              <a:gd name="connsiteY6" fmla="*/ 3257194 h 3257550"/>
              <a:gd name="connsiteX7" fmla="*/ 4075271 w 4124325"/>
              <a:gd name="connsiteY7" fmla="*/ 3257194 h 3257550"/>
              <a:gd name="connsiteX8" fmla="*/ 4122896 w 4124325"/>
              <a:gd name="connsiteY8" fmla="*/ 3201949 h 3257550"/>
              <a:gd name="connsiteX9" fmla="*/ 4122896 w 4124325"/>
              <a:gd name="connsiteY9" fmla="*/ 1555076 h 3257550"/>
              <a:gd name="connsiteX0" fmla="*/ 4115752 w 4207192"/>
              <a:gd name="connsiteY0" fmla="*/ 3194805 h 3286245"/>
              <a:gd name="connsiteX1" fmla="*/ 4115752 w 4207192"/>
              <a:gd name="connsiteY1" fmla="*/ 1547932 h 3286245"/>
              <a:gd name="connsiteX2" fmla="*/ 4114800 w 4207192"/>
              <a:gd name="connsiteY2" fmla="*/ 1547932 h 3286245"/>
              <a:gd name="connsiteX3" fmla="*/ 4110990 w 4207192"/>
              <a:gd name="connsiteY3" fmla="*/ 1526025 h 3286245"/>
              <a:gd name="connsiteX4" fmla="*/ 2775585 w 4207192"/>
              <a:gd name="connsiteY4" fmla="*/ 32505 h 3286245"/>
              <a:gd name="connsiteX5" fmla="*/ 2101215 w 4207192"/>
              <a:gd name="connsiteY5" fmla="*/ 2428995 h 3286245"/>
              <a:gd name="connsiteX6" fmla="*/ 1255395 w 4207192"/>
              <a:gd name="connsiteY6" fmla="*/ 1303140 h 3286245"/>
              <a:gd name="connsiteX7" fmla="*/ 710565 w 4207192"/>
              <a:gd name="connsiteY7" fmla="*/ 2351842 h 3286245"/>
              <a:gd name="connsiteX8" fmla="*/ 0 w 4207192"/>
              <a:gd name="connsiteY8" fmla="*/ 3250050 h 3286245"/>
              <a:gd name="connsiteX9" fmla="*/ 4068127 w 4207192"/>
              <a:gd name="connsiteY9" fmla="*/ 3250050 h 3286245"/>
              <a:gd name="connsiteX10" fmla="*/ 4207192 w 4207192"/>
              <a:gd name="connsiteY10" fmla="*/ 3286245 h 3286245"/>
              <a:gd name="connsiteX0" fmla="*/ 4115752 w 4207192"/>
              <a:gd name="connsiteY0" fmla="*/ 3194805 h 3286245"/>
              <a:gd name="connsiteX1" fmla="*/ 4115752 w 4207192"/>
              <a:gd name="connsiteY1" fmla="*/ 1547932 h 3286245"/>
              <a:gd name="connsiteX2" fmla="*/ 4114800 w 4207192"/>
              <a:gd name="connsiteY2" fmla="*/ 1547932 h 3286245"/>
              <a:gd name="connsiteX3" fmla="*/ 4110990 w 4207192"/>
              <a:gd name="connsiteY3" fmla="*/ 1526025 h 3286245"/>
              <a:gd name="connsiteX4" fmla="*/ 2775585 w 4207192"/>
              <a:gd name="connsiteY4" fmla="*/ 32505 h 3286245"/>
              <a:gd name="connsiteX5" fmla="*/ 2101215 w 4207192"/>
              <a:gd name="connsiteY5" fmla="*/ 2428995 h 3286245"/>
              <a:gd name="connsiteX6" fmla="*/ 1255395 w 4207192"/>
              <a:gd name="connsiteY6" fmla="*/ 1303140 h 3286245"/>
              <a:gd name="connsiteX7" fmla="*/ 710565 w 4207192"/>
              <a:gd name="connsiteY7" fmla="*/ 2351842 h 3286245"/>
              <a:gd name="connsiteX8" fmla="*/ 0 w 4207192"/>
              <a:gd name="connsiteY8" fmla="*/ 3250050 h 3286245"/>
              <a:gd name="connsiteX9" fmla="*/ 4207192 w 4207192"/>
              <a:gd name="connsiteY9" fmla="*/ 3286245 h 3286245"/>
              <a:gd name="connsiteX0" fmla="*/ 4115752 w 4115752"/>
              <a:gd name="connsiteY0" fmla="*/ 3194805 h 3250050"/>
              <a:gd name="connsiteX1" fmla="*/ 4115752 w 4115752"/>
              <a:gd name="connsiteY1" fmla="*/ 1547932 h 3250050"/>
              <a:gd name="connsiteX2" fmla="*/ 4114800 w 4115752"/>
              <a:gd name="connsiteY2" fmla="*/ 1547932 h 3250050"/>
              <a:gd name="connsiteX3" fmla="*/ 4110990 w 4115752"/>
              <a:gd name="connsiteY3" fmla="*/ 1526025 h 3250050"/>
              <a:gd name="connsiteX4" fmla="*/ 2775585 w 4115752"/>
              <a:gd name="connsiteY4" fmla="*/ 32505 h 3250050"/>
              <a:gd name="connsiteX5" fmla="*/ 2101215 w 4115752"/>
              <a:gd name="connsiteY5" fmla="*/ 2428995 h 3250050"/>
              <a:gd name="connsiteX6" fmla="*/ 1255395 w 4115752"/>
              <a:gd name="connsiteY6" fmla="*/ 1303140 h 3250050"/>
              <a:gd name="connsiteX7" fmla="*/ 710565 w 4115752"/>
              <a:gd name="connsiteY7" fmla="*/ 2351842 h 3250050"/>
              <a:gd name="connsiteX8" fmla="*/ 0 w 4115752"/>
              <a:gd name="connsiteY8" fmla="*/ 3250050 h 3250050"/>
              <a:gd name="connsiteX0" fmla="*/ 4115752 w 4115752"/>
              <a:gd name="connsiteY0" fmla="*/ 1547932 h 3250050"/>
              <a:gd name="connsiteX1" fmla="*/ 4114800 w 4115752"/>
              <a:gd name="connsiteY1" fmla="*/ 1547932 h 3250050"/>
              <a:gd name="connsiteX2" fmla="*/ 4110990 w 4115752"/>
              <a:gd name="connsiteY2" fmla="*/ 1526025 h 3250050"/>
              <a:gd name="connsiteX3" fmla="*/ 2775585 w 4115752"/>
              <a:gd name="connsiteY3" fmla="*/ 32505 h 3250050"/>
              <a:gd name="connsiteX4" fmla="*/ 2101215 w 4115752"/>
              <a:gd name="connsiteY4" fmla="*/ 2428995 h 3250050"/>
              <a:gd name="connsiteX5" fmla="*/ 1255395 w 4115752"/>
              <a:gd name="connsiteY5" fmla="*/ 1303140 h 3250050"/>
              <a:gd name="connsiteX6" fmla="*/ 710565 w 4115752"/>
              <a:gd name="connsiteY6" fmla="*/ 2351842 h 3250050"/>
              <a:gd name="connsiteX7" fmla="*/ 0 w 4115752"/>
              <a:gd name="connsiteY7" fmla="*/ 3250050 h 325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15752" h="3250050">
                <a:moveTo>
                  <a:pt x="4115752" y="1547932"/>
                </a:moveTo>
                <a:lnTo>
                  <a:pt x="4114800" y="1547932"/>
                </a:lnTo>
                <a:cubicBezTo>
                  <a:pt x="4114800" y="1540312"/>
                  <a:pt x="4113847" y="1532692"/>
                  <a:pt x="4110990" y="1526025"/>
                </a:cubicBezTo>
                <a:cubicBezTo>
                  <a:pt x="4060507" y="1391722"/>
                  <a:pt x="3224212" y="-249435"/>
                  <a:pt x="2775585" y="32505"/>
                </a:cubicBezTo>
                <a:cubicBezTo>
                  <a:pt x="2375535" y="283965"/>
                  <a:pt x="2629852" y="2428995"/>
                  <a:pt x="2101215" y="2428995"/>
                </a:cubicBezTo>
                <a:cubicBezTo>
                  <a:pt x="1784985" y="2428995"/>
                  <a:pt x="1670685" y="1303140"/>
                  <a:pt x="1255395" y="1303140"/>
                </a:cubicBezTo>
                <a:cubicBezTo>
                  <a:pt x="1037272" y="1303140"/>
                  <a:pt x="710565" y="1554600"/>
                  <a:pt x="710565" y="2351842"/>
                </a:cubicBezTo>
                <a:cubicBezTo>
                  <a:pt x="710565" y="3149085"/>
                  <a:pt x="0" y="3250050"/>
                  <a:pt x="0" y="3250050"/>
                </a:cubicBez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4E860F-437F-442E-898C-244A0DD5D765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0338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FB83C35-D975-48B4-8E79-AB7A1A80DF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99832" cy="66751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7E187E-6082-49C3-B795-CC4321FE39F8}"/>
              </a:ext>
            </a:extLst>
          </p:cNvPr>
          <p:cNvSpPr/>
          <p:nvPr userDrawn="1"/>
        </p:nvSpPr>
        <p:spPr>
          <a:xfrm>
            <a:off x="6671" y="0"/>
            <a:ext cx="7802524" cy="667764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FBFF6A8-5ABD-4191-81E4-C9F86380A56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01097" y="1"/>
            <a:ext cx="4389475" cy="667764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27D1E-1708-4D17-AB85-058EE0C3477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gradFill>
            <a:gsLst>
              <a:gs pos="82000">
                <a:schemeClr val="tx1">
                  <a:lumMod val="85000"/>
                  <a:lumOff val="15000"/>
                </a:schemeClr>
              </a:gs>
              <a:gs pos="100000">
                <a:schemeClr val="tx1"/>
              </a:gs>
            </a:gsLst>
          </a:gra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Ch 8 - Beginning SQL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529A18-E6EB-4081-B804-B2FCF5287DF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A78464-8D00-4B94-90C7-90F1B54C8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834" y="2481141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4800" spc="-15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CDBDF0B-F377-47FD-9DA1-C3BDA7C1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3833" y="4220102"/>
            <a:ext cx="3756943" cy="722312"/>
          </a:xfrm>
        </p:spPr>
        <p:txBody>
          <a:bodyPr/>
          <a:lstStyle>
            <a:lvl1pPr marL="0" indent="0" algn="l">
              <a:buNone/>
              <a:defRPr sz="1600" spc="-15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F50292C9-54F6-4F7B-A885-34CE1E3B0351}"/>
              </a:ext>
            </a:extLst>
          </p:cNvPr>
          <p:cNvSpPr/>
          <p:nvPr/>
        </p:nvSpPr>
        <p:spPr>
          <a:xfrm flipH="1">
            <a:off x="-1428" y="4123811"/>
            <a:ext cx="6027420" cy="2599249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034564 w 6505575"/>
              <a:gd name="connsiteY11" fmla="*/ 69886 h 2609850"/>
              <a:gd name="connsiteX12" fmla="*/ 6507004 w 6505575"/>
              <a:gd name="connsiteY12" fmla="*/ 1395766 h 2609850"/>
              <a:gd name="connsiteX13" fmla="*/ 6507004 w 6505575"/>
              <a:gd name="connsiteY13" fmla="*/ 2605441 h 2609850"/>
              <a:gd name="connsiteX14" fmla="*/ 7144 w 6505575"/>
              <a:gd name="connsiteY14" fmla="*/ 2605441 h 2609850"/>
              <a:gd name="connsiteX0" fmla="*/ 6499860 w 6591300"/>
              <a:gd name="connsiteY0" fmla="*/ 1388622 h 2599249"/>
              <a:gd name="connsiteX1" fmla="*/ 6499860 w 6591300"/>
              <a:gd name="connsiteY1" fmla="*/ 2598297 h 2599249"/>
              <a:gd name="connsiteX2" fmla="*/ 0 w 6591300"/>
              <a:gd name="connsiteY2" fmla="*/ 2598297 h 2599249"/>
              <a:gd name="connsiteX3" fmla="*/ 0 w 6591300"/>
              <a:gd name="connsiteY3" fmla="*/ 2599249 h 2599249"/>
              <a:gd name="connsiteX4" fmla="*/ 874395 w 6591300"/>
              <a:gd name="connsiteY4" fmla="*/ 2055372 h 2599249"/>
              <a:gd name="connsiteX5" fmla="*/ 1470660 w 6591300"/>
              <a:gd name="connsiteY5" fmla="*/ 2049657 h 2599249"/>
              <a:gd name="connsiteX6" fmla="*/ 1562100 w 6591300"/>
              <a:gd name="connsiteY6" fmla="*/ 2104902 h 2599249"/>
              <a:gd name="connsiteX7" fmla="*/ 2532697 w 6591300"/>
              <a:gd name="connsiteY7" fmla="*/ 2077279 h 2599249"/>
              <a:gd name="connsiteX8" fmla="*/ 3231832 w 6591300"/>
              <a:gd name="connsiteY8" fmla="*/ 1603887 h 2599249"/>
              <a:gd name="connsiteX9" fmla="*/ 3635692 w 6591300"/>
              <a:gd name="connsiteY9" fmla="*/ 1582932 h 2599249"/>
              <a:gd name="connsiteX10" fmla="*/ 3956685 w 6591300"/>
              <a:gd name="connsiteY10" fmla="*/ 1755334 h 2599249"/>
              <a:gd name="connsiteX11" fmla="*/ 4855845 w 6591300"/>
              <a:gd name="connsiteY11" fmla="*/ 1448629 h 2599249"/>
              <a:gd name="connsiteX12" fmla="*/ 5099685 w 6591300"/>
              <a:gd name="connsiteY12" fmla="*/ 727587 h 2599249"/>
              <a:gd name="connsiteX13" fmla="*/ 6027420 w 6591300"/>
              <a:gd name="connsiteY13" fmla="*/ 62742 h 2599249"/>
              <a:gd name="connsiteX14" fmla="*/ 6027420 w 6591300"/>
              <a:gd name="connsiteY14" fmla="*/ 62742 h 2599249"/>
              <a:gd name="connsiteX15" fmla="*/ 6591300 w 6591300"/>
              <a:gd name="connsiteY15" fmla="*/ 1480062 h 2599249"/>
              <a:gd name="connsiteX0" fmla="*/ 6499860 w 6591300"/>
              <a:gd name="connsiteY0" fmla="*/ 2598297 h 2599249"/>
              <a:gd name="connsiteX1" fmla="*/ 0 w 6591300"/>
              <a:gd name="connsiteY1" fmla="*/ 2598297 h 2599249"/>
              <a:gd name="connsiteX2" fmla="*/ 0 w 6591300"/>
              <a:gd name="connsiteY2" fmla="*/ 2599249 h 2599249"/>
              <a:gd name="connsiteX3" fmla="*/ 874395 w 6591300"/>
              <a:gd name="connsiteY3" fmla="*/ 2055372 h 2599249"/>
              <a:gd name="connsiteX4" fmla="*/ 1470660 w 6591300"/>
              <a:gd name="connsiteY4" fmla="*/ 2049657 h 2599249"/>
              <a:gd name="connsiteX5" fmla="*/ 1562100 w 6591300"/>
              <a:gd name="connsiteY5" fmla="*/ 2104902 h 2599249"/>
              <a:gd name="connsiteX6" fmla="*/ 2532697 w 6591300"/>
              <a:gd name="connsiteY6" fmla="*/ 2077279 h 2599249"/>
              <a:gd name="connsiteX7" fmla="*/ 3231832 w 6591300"/>
              <a:gd name="connsiteY7" fmla="*/ 1603887 h 2599249"/>
              <a:gd name="connsiteX8" fmla="*/ 3635692 w 6591300"/>
              <a:gd name="connsiteY8" fmla="*/ 1582932 h 2599249"/>
              <a:gd name="connsiteX9" fmla="*/ 3956685 w 6591300"/>
              <a:gd name="connsiteY9" fmla="*/ 1755334 h 2599249"/>
              <a:gd name="connsiteX10" fmla="*/ 4855845 w 6591300"/>
              <a:gd name="connsiteY10" fmla="*/ 1448629 h 2599249"/>
              <a:gd name="connsiteX11" fmla="*/ 5099685 w 6591300"/>
              <a:gd name="connsiteY11" fmla="*/ 727587 h 2599249"/>
              <a:gd name="connsiteX12" fmla="*/ 6027420 w 6591300"/>
              <a:gd name="connsiteY12" fmla="*/ 62742 h 2599249"/>
              <a:gd name="connsiteX13" fmla="*/ 6027420 w 6591300"/>
              <a:gd name="connsiteY13" fmla="*/ 62742 h 2599249"/>
              <a:gd name="connsiteX14" fmla="*/ 6591300 w 6591300"/>
              <a:gd name="connsiteY14" fmla="*/ 1480062 h 2599249"/>
              <a:gd name="connsiteX0" fmla="*/ 0 w 6591300"/>
              <a:gd name="connsiteY0" fmla="*/ 2598297 h 2599249"/>
              <a:gd name="connsiteX1" fmla="*/ 0 w 6591300"/>
              <a:gd name="connsiteY1" fmla="*/ 2599249 h 2599249"/>
              <a:gd name="connsiteX2" fmla="*/ 874395 w 6591300"/>
              <a:gd name="connsiteY2" fmla="*/ 2055372 h 2599249"/>
              <a:gd name="connsiteX3" fmla="*/ 1470660 w 6591300"/>
              <a:gd name="connsiteY3" fmla="*/ 2049657 h 2599249"/>
              <a:gd name="connsiteX4" fmla="*/ 1562100 w 6591300"/>
              <a:gd name="connsiteY4" fmla="*/ 2104902 h 2599249"/>
              <a:gd name="connsiteX5" fmla="*/ 2532697 w 6591300"/>
              <a:gd name="connsiteY5" fmla="*/ 2077279 h 2599249"/>
              <a:gd name="connsiteX6" fmla="*/ 3231832 w 6591300"/>
              <a:gd name="connsiteY6" fmla="*/ 1603887 h 2599249"/>
              <a:gd name="connsiteX7" fmla="*/ 3635692 w 6591300"/>
              <a:gd name="connsiteY7" fmla="*/ 1582932 h 2599249"/>
              <a:gd name="connsiteX8" fmla="*/ 3956685 w 6591300"/>
              <a:gd name="connsiteY8" fmla="*/ 1755334 h 2599249"/>
              <a:gd name="connsiteX9" fmla="*/ 4855845 w 6591300"/>
              <a:gd name="connsiteY9" fmla="*/ 1448629 h 2599249"/>
              <a:gd name="connsiteX10" fmla="*/ 5099685 w 6591300"/>
              <a:gd name="connsiteY10" fmla="*/ 727587 h 2599249"/>
              <a:gd name="connsiteX11" fmla="*/ 6027420 w 6591300"/>
              <a:gd name="connsiteY11" fmla="*/ 62742 h 2599249"/>
              <a:gd name="connsiteX12" fmla="*/ 6027420 w 6591300"/>
              <a:gd name="connsiteY12" fmla="*/ 62742 h 2599249"/>
              <a:gd name="connsiteX13" fmla="*/ 6591300 w 6591300"/>
              <a:gd name="connsiteY13" fmla="*/ 1480062 h 2599249"/>
              <a:gd name="connsiteX0" fmla="*/ 0 w 6027420"/>
              <a:gd name="connsiteY0" fmla="*/ 2598297 h 2599249"/>
              <a:gd name="connsiteX1" fmla="*/ 0 w 6027420"/>
              <a:gd name="connsiteY1" fmla="*/ 2599249 h 2599249"/>
              <a:gd name="connsiteX2" fmla="*/ 874395 w 6027420"/>
              <a:gd name="connsiteY2" fmla="*/ 2055372 h 2599249"/>
              <a:gd name="connsiteX3" fmla="*/ 1470660 w 6027420"/>
              <a:gd name="connsiteY3" fmla="*/ 2049657 h 2599249"/>
              <a:gd name="connsiteX4" fmla="*/ 1562100 w 6027420"/>
              <a:gd name="connsiteY4" fmla="*/ 2104902 h 2599249"/>
              <a:gd name="connsiteX5" fmla="*/ 2532697 w 6027420"/>
              <a:gd name="connsiteY5" fmla="*/ 2077279 h 2599249"/>
              <a:gd name="connsiteX6" fmla="*/ 3231832 w 6027420"/>
              <a:gd name="connsiteY6" fmla="*/ 1603887 h 2599249"/>
              <a:gd name="connsiteX7" fmla="*/ 3635692 w 6027420"/>
              <a:gd name="connsiteY7" fmla="*/ 1582932 h 2599249"/>
              <a:gd name="connsiteX8" fmla="*/ 3956685 w 6027420"/>
              <a:gd name="connsiteY8" fmla="*/ 1755334 h 2599249"/>
              <a:gd name="connsiteX9" fmla="*/ 4855845 w 6027420"/>
              <a:gd name="connsiteY9" fmla="*/ 1448629 h 2599249"/>
              <a:gd name="connsiteX10" fmla="*/ 5099685 w 6027420"/>
              <a:gd name="connsiteY10" fmla="*/ 727587 h 2599249"/>
              <a:gd name="connsiteX11" fmla="*/ 6027420 w 6027420"/>
              <a:gd name="connsiteY11" fmla="*/ 62742 h 2599249"/>
              <a:gd name="connsiteX12" fmla="*/ 6027420 w 6027420"/>
              <a:gd name="connsiteY12" fmla="*/ 62742 h 2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7420" h="2599249">
                <a:moveTo>
                  <a:pt x="0" y="2598297"/>
                </a:moveTo>
                <a:lnTo>
                  <a:pt x="0" y="2599249"/>
                </a:lnTo>
                <a:lnTo>
                  <a:pt x="874395" y="2055372"/>
                </a:lnTo>
                <a:cubicBezTo>
                  <a:pt x="1056322" y="1942024"/>
                  <a:pt x="1286827" y="1940119"/>
                  <a:pt x="1470660" y="2049657"/>
                </a:cubicBezTo>
                <a:lnTo>
                  <a:pt x="1562100" y="2104902"/>
                </a:lnTo>
                <a:cubicBezTo>
                  <a:pt x="1863090" y="2284924"/>
                  <a:pt x="2241232" y="2273494"/>
                  <a:pt x="2532697" y="2077279"/>
                </a:cubicBezTo>
                <a:lnTo>
                  <a:pt x="3231832" y="1603887"/>
                </a:lnTo>
                <a:cubicBezTo>
                  <a:pt x="3351847" y="1521972"/>
                  <a:pt x="3508057" y="1514352"/>
                  <a:pt x="3635692" y="1582932"/>
                </a:cubicBezTo>
                <a:lnTo>
                  <a:pt x="3956685" y="1755334"/>
                </a:lnTo>
                <a:cubicBezTo>
                  <a:pt x="4288155" y="1933452"/>
                  <a:pt x="4701540" y="1792482"/>
                  <a:pt x="4855845" y="1448629"/>
                </a:cubicBezTo>
                <a:lnTo>
                  <a:pt x="5099685" y="727587"/>
                </a:lnTo>
                <a:cubicBezTo>
                  <a:pt x="5228273" y="156087"/>
                  <a:pt x="5863590" y="-137283"/>
                  <a:pt x="6027420" y="62742"/>
                </a:cubicBezTo>
                <a:lnTo>
                  <a:pt x="6027420" y="62742"/>
                </a:ln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267908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69933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6992937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6992936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04150" y="1"/>
            <a:ext cx="4387850" cy="667948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30BC-20AB-4DD9-AF5C-47BA72E569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70172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5A87C21-15CD-48D8-B583-89B110156879}"/>
              </a:ext>
            </a:extLst>
          </p:cNvPr>
          <p:cNvSpPr/>
          <p:nvPr userDrawn="1"/>
        </p:nvSpPr>
        <p:spPr>
          <a:xfrm>
            <a:off x="7804351" y="0"/>
            <a:ext cx="4386221" cy="6677022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69933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6992937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6992936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7752" y="4320000"/>
            <a:ext cx="1800000" cy="1800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63EBA-2C46-40FB-9D48-819ED0C899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30BC-20AB-4DD9-AF5C-47BA72E569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5092E684-C621-4F92-A05A-A167EEF4627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057037" y="4320000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958D132-F2A9-41E1-BDD8-067D52CE5F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7752" y="2395565"/>
            <a:ext cx="1800000" cy="1800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88FD4DB-5089-4686-B4F7-A26163146C9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057037" y="2395565"/>
            <a:ext cx="1800000" cy="180000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324023AF-AB97-4B60-86FA-5DC8DA1B5C4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27752" y="471129"/>
            <a:ext cx="1800000" cy="1800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8210F231-568A-4348-B33F-9EBB4A5CF9E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0057037" y="471129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</p:spTree>
    <p:extLst>
      <p:ext uri="{BB962C8B-B14F-4D97-AF65-F5344CB8AC3E}">
        <p14:creationId xmlns:p14="http://schemas.microsoft.com/office/powerpoint/2010/main" val="15021686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980000"/>
            <a:ext cx="5580000" cy="414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Left Header">
            <a:extLst>
              <a:ext uri="{FF2B5EF4-FFF2-40B4-BE49-F238E27FC236}">
                <a16:creationId xmlns:a16="http://schemas.microsoft.com/office/drawing/2014/main" id="{2241B0A0-0033-49FF-89B8-142165C8E9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620000"/>
            <a:ext cx="5580000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noProof="0"/>
              <a:t>Compare A</a:t>
            </a:r>
          </a:p>
        </p:txBody>
      </p:sp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980000"/>
            <a:ext cx="5580000" cy="414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Right Header">
            <a:extLst>
              <a:ext uri="{FF2B5EF4-FFF2-40B4-BE49-F238E27FC236}">
                <a16:creationId xmlns:a16="http://schemas.microsoft.com/office/drawing/2014/main" id="{069A9930-1B94-49BC-B4A6-B597F155D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3200" y="1620000"/>
            <a:ext cx="5580000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noProof="0"/>
              <a:t>Compare B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AC535-CCE6-472A-BA3D-DDE92DFF0ED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2F890-EB29-4A5B-A499-BB0FC04447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447961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667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9A41AC-399F-4B25-A28A-F7679843C3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Caption">
            <a:extLst>
              <a:ext uri="{FF2B5EF4-FFF2-40B4-BE49-F238E27FC236}">
                <a16:creationId xmlns:a16="http://schemas.microsoft.com/office/drawing/2014/main" id="{E1C65CF6-B529-468F-B46C-1D1C2E71A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1275" y="6156000"/>
            <a:ext cx="3793125" cy="3960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845FB-DCB7-4844-B346-98986ADF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53441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FB784EBA-F0C5-4F6F-9426-185FBA239203}"/>
              </a:ext>
            </a:extLst>
          </p:cNvPr>
          <p:cNvSpPr>
            <a:spLocks noGrp="1"/>
          </p:cNvSpPr>
          <p:nvPr>
            <p:ph type="media" sz="quarter" idx="15" hasCustomPrompt="1"/>
          </p:nvPr>
        </p:nvSpPr>
        <p:spPr>
          <a:xfrm>
            <a:off x="0" y="0"/>
            <a:ext cx="12192000" cy="6678000"/>
          </a:xfrm>
          <a:pattFill prst="dkUpDiag">
            <a:fgClr>
              <a:schemeClr val="bg1">
                <a:lumMod val="8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Your Video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172090C5-61AC-430F-AA33-8EF3902C46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1275" y="6156000"/>
            <a:ext cx="3793125" cy="3960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7EBDA-221D-4CBD-8DBF-E03A370015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2508FC-366E-44DA-80A8-28048E1E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29519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111E4563-E2FC-4D6F-B759-AB4FB77D2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7799832" cy="667512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2FE8913-A018-418C-99FB-2DF342B9B5A0}"/>
              </a:ext>
            </a:extLst>
          </p:cNvPr>
          <p:cNvSpPr/>
          <p:nvPr userDrawn="1"/>
        </p:nvSpPr>
        <p:spPr>
          <a:xfrm>
            <a:off x="0" y="0"/>
            <a:ext cx="7802524" cy="667764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AF7702AD-1968-4CE6-BC7C-02C0637069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01097" y="1"/>
            <a:ext cx="4389475" cy="667764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Insert or Drag and Drop your Image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A78464-8D00-4B94-90C7-90F1B54C8A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4862" y="3032684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66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F50292C9-54F6-4F7B-A885-34CE1E3B0351}"/>
              </a:ext>
            </a:extLst>
          </p:cNvPr>
          <p:cNvSpPr/>
          <p:nvPr userDrawn="1"/>
        </p:nvSpPr>
        <p:spPr>
          <a:xfrm>
            <a:off x="1774391" y="4123811"/>
            <a:ext cx="6027420" cy="2599249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034564 w 6505575"/>
              <a:gd name="connsiteY11" fmla="*/ 69886 h 2609850"/>
              <a:gd name="connsiteX12" fmla="*/ 6507004 w 6505575"/>
              <a:gd name="connsiteY12" fmla="*/ 1395766 h 2609850"/>
              <a:gd name="connsiteX13" fmla="*/ 6507004 w 6505575"/>
              <a:gd name="connsiteY13" fmla="*/ 2605441 h 2609850"/>
              <a:gd name="connsiteX14" fmla="*/ 7144 w 6505575"/>
              <a:gd name="connsiteY14" fmla="*/ 2605441 h 2609850"/>
              <a:gd name="connsiteX0" fmla="*/ 6499860 w 6591300"/>
              <a:gd name="connsiteY0" fmla="*/ 1388622 h 2599249"/>
              <a:gd name="connsiteX1" fmla="*/ 6499860 w 6591300"/>
              <a:gd name="connsiteY1" fmla="*/ 2598297 h 2599249"/>
              <a:gd name="connsiteX2" fmla="*/ 0 w 6591300"/>
              <a:gd name="connsiteY2" fmla="*/ 2598297 h 2599249"/>
              <a:gd name="connsiteX3" fmla="*/ 0 w 6591300"/>
              <a:gd name="connsiteY3" fmla="*/ 2599249 h 2599249"/>
              <a:gd name="connsiteX4" fmla="*/ 874395 w 6591300"/>
              <a:gd name="connsiteY4" fmla="*/ 2055372 h 2599249"/>
              <a:gd name="connsiteX5" fmla="*/ 1470660 w 6591300"/>
              <a:gd name="connsiteY5" fmla="*/ 2049657 h 2599249"/>
              <a:gd name="connsiteX6" fmla="*/ 1562100 w 6591300"/>
              <a:gd name="connsiteY6" fmla="*/ 2104902 h 2599249"/>
              <a:gd name="connsiteX7" fmla="*/ 2532697 w 6591300"/>
              <a:gd name="connsiteY7" fmla="*/ 2077279 h 2599249"/>
              <a:gd name="connsiteX8" fmla="*/ 3231832 w 6591300"/>
              <a:gd name="connsiteY8" fmla="*/ 1603887 h 2599249"/>
              <a:gd name="connsiteX9" fmla="*/ 3635692 w 6591300"/>
              <a:gd name="connsiteY9" fmla="*/ 1582932 h 2599249"/>
              <a:gd name="connsiteX10" fmla="*/ 3956685 w 6591300"/>
              <a:gd name="connsiteY10" fmla="*/ 1755334 h 2599249"/>
              <a:gd name="connsiteX11" fmla="*/ 4855845 w 6591300"/>
              <a:gd name="connsiteY11" fmla="*/ 1448629 h 2599249"/>
              <a:gd name="connsiteX12" fmla="*/ 5099685 w 6591300"/>
              <a:gd name="connsiteY12" fmla="*/ 727587 h 2599249"/>
              <a:gd name="connsiteX13" fmla="*/ 6027420 w 6591300"/>
              <a:gd name="connsiteY13" fmla="*/ 62742 h 2599249"/>
              <a:gd name="connsiteX14" fmla="*/ 6027420 w 6591300"/>
              <a:gd name="connsiteY14" fmla="*/ 62742 h 2599249"/>
              <a:gd name="connsiteX15" fmla="*/ 6591300 w 6591300"/>
              <a:gd name="connsiteY15" fmla="*/ 1480062 h 2599249"/>
              <a:gd name="connsiteX0" fmla="*/ 6499860 w 6591300"/>
              <a:gd name="connsiteY0" fmla="*/ 2598297 h 2599249"/>
              <a:gd name="connsiteX1" fmla="*/ 0 w 6591300"/>
              <a:gd name="connsiteY1" fmla="*/ 2598297 h 2599249"/>
              <a:gd name="connsiteX2" fmla="*/ 0 w 6591300"/>
              <a:gd name="connsiteY2" fmla="*/ 2599249 h 2599249"/>
              <a:gd name="connsiteX3" fmla="*/ 874395 w 6591300"/>
              <a:gd name="connsiteY3" fmla="*/ 2055372 h 2599249"/>
              <a:gd name="connsiteX4" fmla="*/ 1470660 w 6591300"/>
              <a:gd name="connsiteY4" fmla="*/ 2049657 h 2599249"/>
              <a:gd name="connsiteX5" fmla="*/ 1562100 w 6591300"/>
              <a:gd name="connsiteY5" fmla="*/ 2104902 h 2599249"/>
              <a:gd name="connsiteX6" fmla="*/ 2532697 w 6591300"/>
              <a:gd name="connsiteY6" fmla="*/ 2077279 h 2599249"/>
              <a:gd name="connsiteX7" fmla="*/ 3231832 w 6591300"/>
              <a:gd name="connsiteY7" fmla="*/ 1603887 h 2599249"/>
              <a:gd name="connsiteX8" fmla="*/ 3635692 w 6591300"/>
              <a:gd name="connsiteY8" fmla="*/ 1582932 h 2599249"/>
              <a:gd name="connsiteX9" fmla="*/ 3956685 w 6591300"/>
              <a:gd name="connsiteY9" fmla="*/ 1755334 h 2599249"/>
              <a:gd name="connsiteX10" fmla="*/ 4855845 w 6591300"/>
              <a:gd name="connsiteY10" fmla="*/ 1448629 h 2599249"/>
              <a:gd name="connsiteX11" fmla="*/ 5099685 w 6591300"/>
              <a:gd name="connsiteY11" fmla="*/ 727587 h 2599249"/>
              <a:gd name="connsiteX12" fmla="*/ 6027420 w 6591300"/>
              <a:gd name="connsiteY12" fmla="*/ 62742 h 2599249"/>
              <a:gd name="connsiteX13" fmla="*/ 6027420 w 6591300"/>
              <a:gd name="connsiteY13" fmla="*/ 62742 h 2599249"/>
              <a:gd name="connsiteX14" fmla="*/ 6591300 w 6591300"/>
              <a:gd name="connsiteY14" fmla="*/ 1480062 h 2599249"/>
              <a:gd name="connsiteX0" fmla="*/ 0 w 6591300"/>
              <a:gd name="connsiteY0" fmla="*/ 2598297 h 2599249"/>
              <a:gd name="connsiteX1" fmla="*/ 0 w 6591300"/>
              <a:gd name="connsiteY1" fmla="*/ 2599249 h 2599249"/>
              <a:gd name="connsiteX2" fmla="*/ 874395 w 6591300"/>
              <a:gd name="connsiteY2" fmla="*/ 2055372 h 2599249"/>
              <a:gd name="connsiteX3" fmla="*/ 1470660 w 6591300"/>
              <a:gd name="connsiteY3" fmla="*/ 2049657 h 2599249"/>
              <a:gd name="connsiteX4" fmla="*/ 1562100 w 6591300"/>
              <a:gd name="connsiteY4" fmla="*/ 2104902 h 2599249"/>
              <a:gd name="connsiteX5" fmla="*/ 2532697 w 6591300"/>
              <a:gd name="connsiteY5" fmla="*/ 2077279 h 2599249"/>
              <a:gd name="connsiteX6" fmla="*/ 3231832 w 6591300"/>
              <a:gd name="connsiteY6" fmla="*/ 1603887 h 2599249"/>
              <a:gd name="connsiteX7" fmla="*/ 3635692 w 6591300"/>
              <a:gd name="connsiteY7" fmla="*/ 1582932 h 2599249"/>
              <a:gd name="connsiteX8" fmla="*/ 3956685 w 6591300"/>
              <a:gd name="connsiteY8" fmla="*/ 1755334 h 2599249"/>
              <a:gd name="connsiteX9" fmla="*/ 4855845 w 6591300"/>
              <a:gd name="connsiteY9" fmla="*/ 1448629 h 2599249"/>
              <a:gd name="connsiteX10" fmla="*/ 5099685 w 6591300"/>
              <a:gd name="connsiteY10" fmla="*/ 727587 h 2599249"/>
              <a:gd name="connsiteX11" fmla="*/ 6027420 w 6591300"/>
              <a:gd name="connsiteY11" fmla="*/ 62742 h 2599249"/>
              <a:gd name="connsiteX12" fmla="*/ 6027420 w 6591300"/>
              <a:gd name="connsiteY12" fmla="*/ 62742 h 2599249"/>
              <a:gd name="connsiteX13" fmla="*/ 6591300 w 6591300"/>
              <a:gd name="connsiteY13" fmla="*/ 1480062 h 2599249"/>
              <a:gd name="connsiteX0" fmla="*/ 0 w 6027420"/>
              <a:gd name="connsiteY0" fmla="*/ 2598297 h 2599249"/>
              <a:gd name="connsiteX1" fmla="*/ 0 w 6027420"/>
              <a:gd name="connsiteY1" fmla="*/ 2599249 h 2599249"/>
              <a:gd name="connsiteX2" fmla="*/ 874395 w 6027420"/>
              <a:gd name="connsiteY2" fmla="*/ 2055372 h 2599249"/>
              <a:gd name="connsiteX3" fmla="*/ 1470660 w 6027420"/>
              <a:gd name="connsiteY3" fmla="*/ 2049657 h 2599249"/>
              <a:gd name="connsiteX4" fmla="*/ 1562100 w 6027420"/>
              <a:gd name="connsiteY4" fmla="*/ 2104902 h 2599249"/>
              <a:gd name="connsiteX5" fmla="*/ 2532697 w 6027420"/>
              <a:gd name="connsiteY5" fmla="*/ 2077279 h 2599249"/>
              <a:gd name="connsiteX6" fmla="*/ 3231832 w 6027420"/>
              <a:gd name="connsiteY6" fmla="*/ 1603887 h 2599249"/>
              <a:gd name="connsiteX7" fmla="*/ 3635692 w 6027420"/>
              <a:gd name="connsiteY7" fmla="*/ 1582932 h 2599249"/>
              <a:gd name="connsiteX8" fmla="*/ 3956685 w 6027420"/>
              <a:gd name="connsiteY8" fmla="*/ 1755334 h 2599249"/>
              <a:gd name="connsiteX9" fmla="*/ 4855845 w 6027420"/>
              <a:gd name="connsiteY9" fmla="*/ 1448629 h 2599249"/>
              <a:gd name="connsiteX10" fmla="*/ 5099685 w 6027420"/>
              <a:gd name="connsiteY10" fmla="*/ 727587 h 2599249"/>
              <a:gd name="connsiteX11" fmla="*/ 6027420 w 6027420"/>
              <a:gd name="connsiteY11" fmla="*/ 62742 h 2599249"/>
              <a:gd name="connsiteX12" fmla="*/ 6027420 w 6027420"/>
              <a:gd name="connsiteY12" fmla="*/ 62742 h 2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7420" h="2599249">
                <a:moveTo>
                  <a:pt x="0" y="2598297"/>
                </a:moveTo>
                <a:lnTo>
                  <a:pt x="0" y="2599249"/>
                </a:lnTo>
                <a:lnTo>
                  <a:pt x="874395" y="2055372"/>
                </a:lnTo>
                <a:cubicBezTo>
                  <a:pt x="1056322" y="1942024"/>
                  <a:pt x="1286827" y="1940119"/>
                  <a:pt x="1470660" y="2049657"/>
                </a:cubicBezTo>
                <a:lnTo>
                  <a:pt x="1562100" y="2104902"/>
                </a:lnTo>
                <a:cubicBezTo>
                  <a:pt x="1863090" y="2284924"/>
                  <a:pt x="2241232" y="2273494"/>
                  <a:pt x="2532697" y="2077279"/>
                </a:cubicBezTo>
                <a:lnTo>
                  <a:pt x="3231832" y="1603887"/>
                </a:lnTo>
                <a:cubicBezTo>
                  <a:pt x="3351847" y="1521972"/>
                  <a:pt x="3508057" y="1514352"/>
                  <a:pt x="3635692" y="1582932"/>
                </a:cubicBezTo>
                <a:lnTo>
                  <a:pt x="3956685" y="1755334"/>
                </a:lnTo>
                <a:cubicBezTo>
                  <a:pt x="4288155" y="1933452"/>
                  <a:pt x="4701540" y="1792482"/>
                  <a:pt x="4855845" y="1448629"/>
                </a:cubicBezTo>
                <a:lnTo>
                  <a:pt x="5099685" y="727587"/>
                </a:lnTo>
                <a:cubicBezTo>
                  <a:pt x="5228273" y="156087"/>
                  <a:pt x="5863590" y="-137283"/>
                  <a:pt x="6027420" y="62742"/>
                </a:cubicBezTo>
                <a:lnTo>
                  <a:pt x="6027420" y="62742"/>
                </a:ln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5" name="Name">
            <a:extLst>
              <a:ext uri="{FF2B5EF4-FFF2-40B4-BE49-F238E27FC236}">
                <a16:creationId xmlns:a16="http://schemas.microsoft.com/office/drawing/2014/main" id="{B8C48821-0D90-416C-873E-50587E8A0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4861" y="4741677"/>
            <a:ext cx="3756943" cy="252000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  <a:endParaRPr lang="en-US" dirty="0"/>
          </a:p>
        </p:txBody>
      </p:sp>
      <p:sp>
        <p:nvSpPr>
          <p:cNvPr id="16" name="Email">
            <a:extLst>
              <a:ext uri="{FF2B5EF4-FFF2-40B4-BE49-F238E27FC236}">
                <a16:creationId xmlns:a16="http://schemas.microsoft.com/office/drawing/2014/main" id="{42450180-8D19-405E-97F0-2A309B58D0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8990" y="5147137"/>
            <a:ext cx="3462814" cy="25200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Email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37F23B-0C4D-4D27-BF83-0B10D1CFFDCD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9551A1-FBAD-4CC8-AA99-F9F4D4281782}"/>
              </a:ext>
            </a:extLst>
          </p:cNvPr>
          <p:cNvSpPr/>
          <p:nvPr userDrawn="1"/>
        </p:nvSpPr>
        <p:spPr>
          <a:xfrm>
            <a:off x="7804351" y="6678000"/>
            <a:ext cx="4224296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Tw Cen MT" panose="020B0602020104020603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F695C6B-DBEE-447E-B106-7351E00BD0AF}"/>
              </a:ext>
            </a:extLst>
          </p:cNvPr>
          <p:cNvSpPr txBox="1">
            <a:spLocks/>
          </p:cNvSpPr>
          <p:nvPr userDrawn="1"/>
        </p:nvSpPr>
        <p:spPr>
          <a:xfrm>
            <a:off x="12030074" y="6678000"/>
            <a:ext cx="161925" cy="144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72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A38929-6316-4332-83F8-9E95386C7C42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830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21DB-2DD6-4869-9104-BE40FBBC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1CC9B96F-1A0A-4B16-BDF7-48B289CD53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A7081-42C5-4F4E-8A26-E7788CCF4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20000"/>
            <a:ext cx="114732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8FCAA-94B1-47BD-AD46-123D3404BBB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11CEA-C130-40E5-A858-8D4FE6E586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918924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55800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5800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F9123-1F0C-4BD2-8233-FEE5B2A4661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E8981-59A6-4480-80A6-5619C220178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79844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DDF3-2E7E-4175-ACE9-B214DCE4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5302A3D4-CF60-41AF-924C-B30D3FD997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E8FCF-8FC7-49D2-9516-7662294E35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208B4-CFD5-4FAE-9519-74EFAC0B036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485344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ED074E-AB07-44D1-8B4E-189EAEF798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01D44B-9877-40D1-B788-EE3BFD57C5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09610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99CE02-8616-40B2-85FF-B06E192752AB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3DF8E0-6324-45B7-8B0A-24383EF1B915}"/>
              </a:ext>
            </a:extLst>
          </p:cNvPr>
          <p:cNvSpPr/>
          <p:nvPr userDrawn="1"/>
        </p:nvSpPr>
        <p:spPr>
          <a:xfrm>
            <a:off x="7804351" y="6678000"/>
            <a:ext cx="3789833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E718F-2F10-41F1-8E9F-18DD53EF065F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581A5-A75E-41FB-A68A-70BA1AB5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A9B02-6E3D-4037-BE18-E02B78663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260000"/>
            <a:ext cx="11473200" cy="48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54C2B-6B0B-4286-BFA4-F6131386B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6483329"/>
            <a:ext cx="2775086" cy="144001"/>
          </a:xfrm>
          <a:prstGeom prst="rect">
            <a:avLst/>
          </a:prstGeom>
          <a:noFill/>
        </p:spPr>
        <p:txBody>
          <a:bodyPr vert="horz" lIns="3600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Ch 8 - Beginning SQL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5D258-5720-4517-B8DE-EB5AA5C4F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4400" y="6678000"/>
            <a:ext cx="597600" cy="144000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47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1"/>
              </a:gs>
            </a:gsLst>
            <a:lin ang="10800000" scaled="0"/>
          </a:gradFill>
        </p:spPr>
        <p:txBody>
          <a:bodyPr vert="horz" lIns="0" tIns="0" rIns="72000" bIns="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58DB212-BFA2-403F-85EF-DFD3FF6D97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71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63" r:id="rId4"/>
    <p:sldLayoutId id="2147483656" r:id="rId5"/>
    <p:sldLayoutId id="2147483660" r:id="rId6"/>
    <p:sldLayoutId id="2147483661" r:id="rId7"/>
    <p:sldLayoutId id="2147483664" r:id="rId8"/>
    <p:sldLayoutId id="2147483650" r:id="rId9"/>
    <p:sldLayoutId id="2147483652" r:id="rId10"/>
    <p:sldLayoutId id="2147483654" r:id="rId11"/>
    <p:sldLayoutId id="2147483655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3525" indent="-263525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1pPr>
      <a:lvl2pPr marL="536575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2pPr>
      <a:lvl3pPr marL="811213" indent="-2746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3pPr>
      <a:lvl4pPr marL="1074738" indent="-2635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4pPr>
      <a:lvl5pPr marL="1347788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99CE02-8616-40B2-85FF-B06E192752AB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3DF8E0-6324-45B7-8B0A-24383EF1B915}"/>
              </a:ext>
            </a:extLst>
          </p:cNvPr>
          <p:cNvSpPr/>
          <p:nvPr userDrawn="1"/>
        </p:nvSpPr>
        <p:spPr>
          <a:xfrm>
            <a:off x="7804351" y="6678000"/>
            <a:ext cx="3789833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E718F-2F10-41F1-8E9F-18DD53EF065F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581A5-A75E-41FB-A68A-70BA1AB5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A9B02-6E3D-4037-BE18-E02B78663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260000"/>
            <a:ext cx="11473200" cy="48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54C2B-6B0B-4286-BFA4-F6131386B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6483329"/>
            <a:ext cx="2378438" cy="187367"/>
          </a:xfrm>
          <a:prstGeom prst="rect">
            <a:avLst/>
          </a:prstGeom>
          <a:gradFill>
            <a:gsLst>
              <a:gs pos="8200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0"/>
          </a:gradFill>
        </p:spPr>
        <p:txBody>
          <a:bodyPr vert="horz" lIns="3600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Ch 8 - Beginning SQL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5D258-5720-4517-B8DE-EB5AA5C4F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4400" y="6678000"/>
            <a:ext cx="597600" cy="144000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47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1"/>
              </a:gs>
            </a:gsLst>
            <a:lin ang="10800000" scaled="0"/>
          </a:gradFill>
        </p:spPr>
        <p:txBody>
          <a:bodyPr vert="horz" lIns="0" tIns="0" rIns="72000" bIns="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58DB212-BFA2-403F-85EF-DFD3FF6D97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250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3525" indent="-263525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1pPr>
      <a:lvl2pPr marL="536575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2pPr>
      <a:lvl3pPr marL="811213" indent="-2746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3pPr>
      <a:lvl4pPr marL="1074738" indent="-2635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4pPr>
      <a:lvl5pPr marL="1347788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5A836F-346F-4099-BC7B-0D8F3B27F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3392" y="701965"/>
            <a:ext cx="4007769" cy="2807998"/>
          </a:xfrm>
        </p:spPr>
        <p:txBody>
          <a:bodyPr/>
          <a:lstStyle/>
          <a:p>
            <a:r>
              <a:rPr lang="en-ZA" sz="4800" dirty="0"/>
              <a:t>Beginning SQL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FF39718-6251-4A5A-AAC7-7672293178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19 </a:t>
            </a:r>
            <a:r>
              <a:rPr lang="en-US" dirty="0"/>
              <a:t>March 2026</a:t>
            </a:r>
          </a:p>
          <a:p>
            <a:r>
              <a:rPr lang="en-US" noProof="1"/>
              <a:t>Lynette Barnard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B17638D-56AE-48AD-96C8-EE46229C7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804352" y="1204506"/>
            <a:ext cx="0" cy="4093388"/>
          </a:xfrm>
          <a:prstGeom prst="line">
            <a:avLst/>
          </a:prstGeom>
          <a:ln w="635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D243359-CBEA-4C3C-8024-4EDF4953F8F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73519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D728C-A2CA-3EE3-2900-952AB3B31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4862" y="2413262"/>
            <a:ext cx="3759807" cy="2167235"/>
          </a:xfrm>
        </p:spPr>
        <p:txBody>
          <a:bodyPr/>
          <a:lstStyle/>
          <a:p>
            <a:pPr>
              <a:lnSpc>
                <a:spcPct val="114000"/>
              </a:lnSpc>
            </a:pPr>
            <a:r>
              <a:rPr lang="en-ZA" dirty="0"/>
              <a:t>Resources reminder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11E9EBE-8528-9AC2-EFCD-BE3C29B7FE8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538913"/>
            <a:ext cx="2719388" cy="104775"/>
          </a:xfrm>
        </p:spPr>
        <p:txBody>
          <a:bodyPr/>
          <a:lstStyle/>
          <a:p>
            <a:r>
              <a:rPr lang="en-US" noProof="0"/>
              <a:t>Ch 8 - Beginning SQL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A21B4-5487-ECA4-4ADF-92501F0ED67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95100" y="6678613"/>
            <a:ext cx="596900" cy="142875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2</a:t>
            </a:fld>
            <a:endParaRPr lang="en-US" noProof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3ADF707-B745-07F5-B7C8-54EDDE759DBE}"/>
              </a:ext>
            </a:extLst>
          </p:cNvPr>
          <p:cNvSpPr txBox="1">
            <a:spLocks/>
          </p:cNvSpPr>
          <p:nvPr/>
        </p:nvSpPr>
        <p:spPr>
          <a:xfrm>
            <a:off x="7833674" y="36511"/>
            <a:ext cx="4190063" cy="6642101"/>
          </a:xfrm>
          <a:prstGeom prst="rect">
            <a:avLst/>
          </a:prstGeom>
        </p:spPr>
        <p:txBody>
          <a:bodyPr/>
          <a:lstStyle>
            <a:lvl1pPr marL="263525" indent="-263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536575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811213" indent="-2746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07473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34778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ZA" sz="2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2132521-DF48-8211-2CB9-48EDD099A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684" y="788648"/>
            <a:ext cx="4033208" cy="23658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93BC82A-3B30-864D-2246-C4AA9C10C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4840" y="3703503"/>
            <a:ext cx="4068897" cy="175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31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252D-4634-E3FB-1086-4DB73770B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Intro to SQL</a:t>
            </a:r>
          </a:p>
        </p:txBody>
      </p:sp>
      <p:pic>
        <p:nvPicPr>
          <p:cNvPr id="9" name="Picture Placeholder 8" descr="A diagram of a database&#10;&#10;Description automatically generated">
            <a:extLst>
              <a:ext uri="{FF2B5EF4-FFF2-40B4-BE49-F238E27FC236}">
                <a16:creationId xmlns:a16="http://schemas.microsoft.com/office/drawing/2014/main" id="{FF38531C-5322-97E1-6FDE-8FB0FB1C029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CE18B-A387-CA94-E629-78402A7A010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44D9C-4692-CBC5-AD15-C7510EA3E53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3</a:t>
            </a:fld>
            <a:endParaRPr lang="en-US" noProof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E66850-A7E4-FD8E-2E63-A3F0076528FE}"/>
              </a:ext>
            </a:extLst>
          </p:cNvPr>
          <p:cNvSpPr txBox="1"/>
          <p:nvPr/>
        </p:nvSpPr>
        <p:spPr>
          <a:xfrm>
            <a:off x="10178628" y="6626889"/>
            <a:ext cx="14157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000" dirty="0">
                <a:solidFill>
                  <a:schemeClr val="bg1">
                    <a:lumMod val="50000"/>
                  </a:schemeClr>
                </a:solidFill>
              </a:rPr>
              <a:t>Image by </a:t>
            </a:r>
            <a:r>
              <a:rPr lang="en-ZA" sz="1000" dirty="0" err="1">
                <a:solidFill>
                  <a:schemeClr val="bg1">
                    <a:lumMod val="50000"/>
                  </a:schemeClr>
                </a:solidFill>
              </a:rPr>
              <a:t>Freepik</a:t>
            </a:r>
            <a:endParaRPr lang="en-ZA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852DAEB8-141D-D18C-9D0D-9540BE4CD9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4415428"/>
              </p:ext>
            </p:extLst>
          </p:nvPr>
        </p:nvGraphicFramePr>
        <p:xfrm>
          <a:off x="360000" y="1080103"/>
          <a:ext cx="6515100" cy="5279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1887EF3-223A-7EF0-A8CA-DC41F7F60E8A}"/>
              </a:ext>
            </a:extLst>
          </p:cNvPr>
          <p:cNvSpPr/>
          <p:nvPr/>
        </p:nvSpPr>
        <p:spPr>
          <a:xfrm>
            <a:off x="9021452" y="3429000"/>
            <a:ext cx="2158738" cy="37000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16118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252D-4634-E3FB-1086-4DB73770B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Intro to SQL</a:t>
            </a:r>
          </a:p>
        </p:txBody>
      </p:sp>
      <p:pic>
        <p:nvPicPr>
          <p:cNvPr id="9" name="Picture Placeholder 8" descr="A diagram of a database&#10;&#10;Description automatically generated">
            <a:extLst>
              <a:ext uri="{FF2B5EF4-FFF2-40B4-BE49-F238E27FC236}">
                <a16:creationId xmlns:a16="http://schemas.microsoft.com/office/drawing/2014/main" id="{FF38531C-5322-97E1-6FDE-8FB0FB1C029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CE18B-A387-CA94-E629-78402A7A010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44D9C-4692-CBC5-AD15-C7510EA3E53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E66850-A7E4-FD8E-2E63-A3F0076528FE}"/>
              </a:ext>
            </a:extLst>
          </p:cNvPr>
          <p:cNvSpPr txBox="1"/>
          <p:nvPr/>
        </p:nvSpPr>
        <p:spPr>
          <a:xfrm>
            <a:off x="10178628" y="6626889"/>
            <a:ext cx="14157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000" dirty="0">
                <a:solidFill>
                  <a:schemeClr val="bg1">
                    <a:lumMod val="50000"/>
                  </a:schemeClr>
                </a:solidFill>
              </a:rPr>
              <a:t>Image by </a:t>
            </a:r>
            <a:r>
              <a:rPr lang="en-ZA" sz="1000" dirty="0" err="1">
                <a:solidFill>
                  <a:schemeClr val="bg1">
                    <a:lumMod val="50000"/>
                  </a:schemeClr>
                </a:solidFill>
              </a:rPr>
              <a:t>Freepik</a:t>
            </a:r>
            <a:endParaRPr lang="en-ZA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CDB5FCD8-CB57-DED6-8252-85807A3191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4276005"/>
              </p:ext>
            </p:extLst>
          </p:nvPr>
        </p:nvGraphicFramePr>
        <p:xfrm>
          <a:off x="479980" y="972747"/>
          <a:ext cx="7136877" cy="5355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7F805C-C2EC-46E0-2B08-9BE06AF41C90}"/>
              </a:ext>
            </a:extLst>
          </p:cNvPr>
          <p:cNvSpPr/>
          <p:nvPr/>
        </p:nvSpPr>
        <p:spPr>
          <a:xfrm>
            <a:off x="9021452" y="3429000"/>
            <a:ext cx="2158738" cy="37000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07800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252D-4634-E3FB-1086-4DB73770B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Intro to SQL</a:t>
            </a:r>
          </a:p>
        </p:txBody>
      </p:sp>
      <p:pic>
        <p:nvPicPr>
          <p:cNvPr id="9" name="Picture Placeholder 8" descr="A diagram of a database&#10;&#10;Description automatically generated">
            <a:extLst>
              <a:ext uri="{FF2B5EF4-FFF2-40B4-BE49-F238E27FC236}">
                <a16:creationId xmlns:a16="http://schemas.microsoft.com/office/drawing/2014/main" id="{FF38531C-5322-97E1-6FDE-8FB0FB1C029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CE18B-A387-CA94-E629-78402A7A010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44D9C-4692-CBC5-AD15-C7510EA3E53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E66850-A7E4-FD8E-2E63-A3F0076528FE}"/>
              </a:ext>
            </a:extLst>
          </p:cNvPr>
          <p:cNvSpPr txBox="1"/>
          <p:nvPr/>
        </p:nvSpPr>
        <p:spPr>
          <a:xfrm>
            <a:off x="10178628" y="6626889"/>
            <a:ext cx="14157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000" dirty="0">
                <a:solidFill>
                  <a:schemeClr val="bg1">
                    <a:lumMod val="50000"/>
                  </a:schemeClr>
                </a:solidFill>
              </a:rPr>
              <a:t>Image by </a:t>
            </a:r>
            <a:r>
              <a:rPr lang="en-ZA" sz="1000" dirty="0" err="1">
                <a:solidFill>
                  <a:schemeClr val="bg1">
                    <a:lumMod val="50000"/>
                  </a:schemeClr>
                </a:solidFill>
              </a:rPr>
              <a:t>Freepik</a:t>
            </a:r>
            <a:endParaRPr lang="en-ZA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CDB5FCD8-CB57-DED6-8252-85807A31917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79980" y="972747"/>
          <a:ext cx="7136877" cy="5355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DCF5E07-A35F-ADFA-2EEE-B4487F82BBC9}"/>
              </a:ext>
            </a:extLst>
          </p:cNvPr>
          <p:cNvSpPr/>
          <p:nvPr/>
        </p:nvSpPr>
        <p:spPr>
          <a:xfrm>
            <a:off x="9021452" y="3429000"/>
            <a:ext cx="2158738" cy="37000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1FE490-E943-4805-AADE-D5F8BB1437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6501" y="900000"/>
            <a:ext cx="9537246" cy="254555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6894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AB1F804-5CF0-48AC-B15F-7DD80EE0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Data definition commands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5D448-2D00-F9F6-6A2F-A0C8825EBF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400" dirty="0"/>
              <a:t>Creating table structures: syntax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AB69D22-BAA5-B9DF-827D-6580B7A5E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tabLst>
                <a:tab pos="2155825" algn="l"/>
                <a:tab pos="4484688" algn="l"/>
              </a:tabLst>
            </a:pPr>
            <a:r>
              <a:rPr lang="en-ZA" sz="2400" dirty="0">
                <a:latin typeface="Consolas" panose="020B0609020204030204" pitchFamily="49" charset="0"/>
              </a:rPr>
              <a:t>CREATE	TABLE VENDOR	(</a:t>
            </a:r>
          </a:p>
          <a:p>
            <a:pPr marL="0" indent="0">
              <a:buNone/>
              <a:tabLst>
                <a:tab pos="2155825" algn="l"/>
                <a:tab pos="4484688" algn="l"/>
              </a:tabLst>
            </a:pPr>
            <a:r>
              <a:rPr lang="en-ZA" sz="24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vCode</a:t>
            </a:r>
            <a:r>
              <a:rPr lang="en-ZA" sz="2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	INTEGER	NOT NULL	UNIQUE,</a:t>
            </a:r>
          </a:p>
          <a:p>
            <a:pPr marL="0" indent="0">
              <a:buNone/>
              <a:tabLst>
                <a:tab pos="2155825" algn="l"/>
                <a:tab pos="4484688" algn="l"/>
              </a:tabLst>
            </a:pPr>
            <a:r>
              <a:rPr lang="en-ZA" sz="2400" dirty="0" err="1">
                <a:latin typeface="Consolas" panose="020B0609020204030204" pitchFamily="49" charset="0"/>
              </a:rPr>
              <a:t>vContact</a:t>
            </a:r>
            <a:r>
              <a:rPr lang="en-ZA" sz="2400" dirty="0">
                <a:latin typeface="Consolas" panose="020B0609020204030204" pitchFamily="49" charset="0"/>
              </a:rPr>
              <a:t>	VARCHAR(15)	NOT NULL,</a:t>
            </a:r>
          </a:p>
          <a:p>
            <a:pPr marL="0" indent="0">
              <a:buNone/>
              <a:tabLst>
                <a:tab pos="2155825" algn="l"/>
                <a:tab pos="4484688" algn="l"/>
              </a:tabLst>
            </a:pPr>
            <a:r>
              <a:rPr lang="en-ZA" sz="2400" dirty="0" err="1">
                <a:latin typeface="Consolas" panose="020B0609020204030204" pitchFamily="49" charset="0"/>
              </a:rPr>
              <a:t>vAreacode</a:t>
            </a:r>
            <a:r>
              <a:rPr lang="en-ZA" sz="2400" dirty="0">
                <a:latin typeface="Consolas" panose="020B0609020204030204" pitchFamily="49" charset="0"/>
              </a:rPr>
              <a:t>	CHAR(5)	NOT NULL,</a:t>
            </a:r>
          </a:p>
          <a:p>
            <a:pPr marL="0" indent="0">
              <a:buNone/>
              <a:tabLst>
                <a:tab pos="2155825" algn="l"/>
                <a:tab pos="4484688" algn="l"/>
              </a:tabLst>
            </a:pPr>
            <a:r>
              <a:rPr lang="en-ZA" sz="2400" dirty="0" err="1">
                <a:latin typeface="Consolas" panose="020B0609020204030204" pitchFamily="49" charset="0"/>
              </a:rPr>
              <a:t>vPhone</a:t>
            </a:r>
            <a:r>
              <a:rPr lang="en-ZA" sz="2400" dirty="0">
                <a:latin typeface="Consolas" panose="020B0609020204030204" pitchFamily="49" charset="0"/>
              </a:rPr>
              <a:t>	CHAR(12)	NOT NULL,</a:t>
            </a:r>
          </a:p>
          <a:p>
            <a:pPr marL="0" indent="0">
              <a:buNone/>
              <a:tabLst>
                <a:tab pos="2155825" algn="l"/>
                <a:tab pos="4484688" algn="l"/>
              </a:tabLst>
            </a:pPr>
            <a:r>
              <a:rPr lang="en-ZA" sz="2400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countryCode</a:t>
            </a:r>
            <a:r>
              <a:rPr lang="en-ZA" sz="2400" b="1" dirty="0">
                <a:solidFill>
                  <a:schemeClr val="accent1"/>
                </a:solidFill>
                <a:latin typeface="Consolas" panose="020B0609020204030204" pitchFamily="49" charset="0"/>
              </a:rPr>
              <a:t>	CHAR(2)	NOT NULL,</a:t>
            </a:r>
          </a:p>
          <a:p>
            <a:pPr marL="0" indent="0">
              <a:buNone/>
              <a:tabLst>
                <a:tab pos="2155825" algn="l"/>
                <a:tab pos="4484688" algn="l"/>
              </a:tabLst>
            </a:pPr>
            <a:r>
              <a:rPr lang="en-ZA" sz="2400" dirty="0" err="1">
                <a:latin typeface="Consolas" panose="020B0609020204030204" pitchFamily="49" charset="0"/>
              </a:rPr>
              <a:t>vOrder</a:t>
            </a:r>
            <a:r>
              <a:rPr lang="en-ZA" sz="2400" dirty="0">
                <a:latin typeface="Consolas" panose="020B0609020204030204" pitchFamily="49" charset="0"/>
              </a:rPr>
              <a:t>	CHAR(1)	NOT NULL,</a:t>
            </a:r>
          </a:p>
          <a:p>
            <a:pPr marL="0" indent="0">
              <a:buNone/>
              <a:tabLst>
                <a:tab pos="2155825" algn="l"/>
                <a:tab pos="4484688" algn="l"/>
              </a:tabLst>
            </a:pPr>
            <a:r>
              <a:rPr lang="en-ZA" sz="2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PRIMARY KEY 	(</a:t>
            </a:r>
            <a:r>
              <a:rPr lang="en-ZA" sz="24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vCode</a:t>
            </a:r>
            <a:r>
              <a:rPr lang="en-ZA" sz="2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2155825" algn="l"/>
                <a:tab pos="4484688" algn="l"/>
              </a:tabLst>
            </a:pPr>
            <a:r>
              <a:rPr lang="en-ZA" sz="2400" b="1" dirty="0">
                <a:solidFill>
                  <a:schemeClr val="accent1"/>
                </a:solidFill>
                <a:latin typeface="Consolas" panose="020B0609020204030204" pitchFamily="49" charset="0"/>
              </a:rPr>
              <a:t>FOREIGN KEY 	(</a:t>
            </a:r>
            <a:r>
              <a:rPr lang="en-ZA" sz="2400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countryCode</a:t>
            </a:r>
            <a:r>
              <a:rPr lang="en-ZA" sz="2400" b="1" dirty="0">
                <a:solidFill>
                  <a:schemeClr val="accent1"/>
                </a:solidFill>
                <a:latin typeface="Consolas" panose="020B0609020204030204" pitchFamily="49" charset="0"/>
              </a:rPr>
              <a:t>) REFERENCES COUNTRY</a:t>
            </a:r>
          </a:p>
          <a:p>
            <a:pPr marL="0" indent="0">
              <a:buNone/>
              <a:tabLst>
                <a:tab pos="2155825" algn="l"/>
                <a:tab pos="4484688" algn="l"/>
              </a:tabLst>
            </a:pPr>
            <a:r>
              <a:rPr lang="en-ZA" sz="2400" dirty="0">
                <a:latin typeface="Consolas" panose="020B0609020204030204" pitchFamily="49" charset="0"/>
              </a:rPr>
              <a:t>ON UPDATE CASCADE);</a:t>
            </a:r>
            <a:endParaRPr lang="en-ZA" sz="24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624C8-0B4C-D4C3-1BA0-5354A42BDFF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35E1A-C4E7-72F0-4C20-0F94053507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52792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70A9D-3368-A2B2-CF7A-AD135F359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Tips and Tricks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C5045AE-ACB8-D967-6E9C-018540145B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A56B7-62A8-4980-4B22-9A7561F29C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800" dirty="0"/>
              <a:t>Column names</a:t>
            </a:r>
          </a:p>
          <a:p>
            <a:pPr marL="265113" lvl="1"/>
            <a:r>
              <a:rPr lang="en-ZA" sz="2400" dirty="0"/>
              <a:t>No mathematical symbols, e.g. COUNTRY-CODE</a:t>
            </a:r>
          </a:p>
          <a:p>
            <a:pPr lvl="2"/>
            <a:r>
              <a:rPr lang="en-ZA" sz="2400" dirty="0"/>
              <a:t>COUNTRY_CODE is acceptable</a:t>
            </a:r>
          </a:p>
          <a:p>
            <a:pPr lvl="1"/>
            <a:r>
              <a:rPr lang="en-ZA" sz="2400" dirty="0"/>
              <a:t>Be wary of reserved words</a:t>
            </a:r>
          </a:p>
          <a:p>
            <a:pPr lvl="2"/>
            <a:r>
              <a:rPr lang="en-ZA" sz="2400" dirty="0"/>
              <a:t>E.g. some RDBMS’ have INITIAL as a reserved word</a:t>
            </a:r>
          </a:p>
          <a:p>
            <a:pPr marL="0" indent="0">
              <a:buNone/>
            </a:pPr>
            <a:r>
              <a:rPr lang="en-ZA" sz="2800" dirty="0"/>
              <a:t>Composite PKs</a:t>
            </a:r>
          </a:p>
          <a:p>
            <a:pPr lvl="1"/>
            <a:r>
              <a:rPr lang="en-ZA" sz="2400" dirty="0"/>
              <a:t>Order of key components important</a:t>
            </a:r>
          </a:p>
          <a:p>
            <a:pPr lvl="2"/>
            <a:r>
              <a:rPr lang="en-ZA" sz="2400" dirty="0"/>
              <a:t>Index starts with first attribute, then next</a:t>
            </a:r>
          </a:p>
        </p:txBody>
      </p:sp>
      <p:pic>
        <p:nvPicPr>
          <p:cNvPr id="14" name="Picture Placeholder 13" descr="A logo for a helpful tips&#10;&#10;Description automatically generated">
            <a:extLst>
              <a:ext uri="{FF2B5EF4-FFF2-40B4-BE49-F238E27FC236}">
                <a16:creationId xmlns:a16="http://schemas.microsoft.com/office/drawing/2014/main" id="{ADA08D7E-E315-2BEA-EAE9-285F31CAC68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D5B25-BCB8-A50C-5ADA-37E1FCB06AB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0C3EB-5A23-6ECE-130E-C6620248783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7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2636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70A9D-3368-A2B2-CF7A-AD135F359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Tips and Tricks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C5045AE-ACB8-D967-6E9C-018540145B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A56B7-62A8-4980-4B22-9A7561F29C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800" dirty="0"/>
              <a:t>Column names</a:t>
            </a:r>
          </a:p>
          <a:p>
            <a:pPr marL="265113" lvl="1"/>
            <a:r>
              <a:rPr lang="en-ZA" sz="2400" dirty="0"/>
              <a:t>No mathematical symbols, e.g. COUNTRY-CODE</a:t>
            </a:r>
          </a:p>
          <a:p>
            <a:pPr lvl="2"/>
            <a:r>
              <a:rPr lang="en-ZA" sz="2400" dirty="0"/>
              <a:t>COUNTRY_CODE is acceptable</a:t>
            </a:r>
          </a:p>
          <a:p>
            <a:pPr lvl="1"/>
            <a:r>
              <a:rPr lang="en-ZA" sz="2400" dirty="0"/>
              <a:t>Be wary of reserved words</a:t>
            </a:r>
          </a:p>
          <a:p>
            <a:pPr lvl="2"/>
            <a:r>
              <a:rPr lang="en-ZA" sz="2400" dirty="0"/>
              <a:t>E.g. some RDBMS’ have INITIAL as a reserved word</a:t>
            </a:r>
          </a:p>
          <a:p>
            <a:pPr marL="0" indent="0">
              <a:buNone/>
            </a:pPr>
            <a:r>
              <a:rPr lang="en-ZA" sz="2800" dirty="0"/>
              <a:t>Composite PKs</a:t>
            </a:r>
          </a:p>
          <a:p>
            <a:pPr lvl="1"/>
            <a:r>
              <a:rPr lang="en-ZA" sz="2400" dirty="0"/>
              <a:t>Order of key components important</a:t>
            </a:r>
          </a:p>
          <a:p>
            <a:pPr lvl="2"/>
            <a:r>
              <a:rPr lang="en-ZA" sz="2400" dirty="0"/>
              <a:t>Index starts with first attribute, then next</a:t>
            </a:r>
          </a:p>
        </p:txBody>
      </p:sp>
      <p:pic>
        <p:nvPicPr>
          <p:cNvPr id="14" name="Picture Placeholder 13" descr="A logo for a helpful tips&#10;&#10;Description automatically generated">
            <a:extLst>
              <a:ext uri="{FF2B5EF4-FFF2-40B4-BE49-F238E27FC236}">
                <a16:creationId xmlns:a16="http://schemas.microsoft.com/office/drawing/2014/main" id="{ADA08D7E-E315-2BEA-EAE9-285F31CAC68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D5B25-BCB8-A50C-5ADA-37E1FCB06AB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0C3EB-5A23-6ECE-130E-C6620248783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8</a:t>
            </a:fld>
            <a:endParaRPr lang="en-US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8E3B1D-4CDA-CB05-0DEE-F7B288227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71" y="738000"/>
            <a:ext cx="9145276" cy="39343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723A9A2D-E339-7BAC-2646-6840699452EC}"/>
              </a:ext>
            </a:extLst>
          </p:cNvPr>
          <p:cNvSpPr/>
          <p:nvPr/>
        </p:nvSpPr>
        <p:spPr>
          <a:xfrm>
            <a:off x="6345121" y="1369620"/>
            <a:ext cx="2220686" cy="1698001"/>
          </a:xfrm>
          <a:prstGeom prst="roundRect">
            <a:avLst/>
          </a:prstGeom>
          <a:noFill/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0305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CC218-5B39-0142-311E-AED2D3854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Data manipulation commands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C1ADB-A925-8A32-D9DD-CAC8DA8414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400" dirty="0"/>
              <a:t>Adding table rows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8551B-A0C2-B632-2E51-3F3A0325D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INSERT used to enter data into table</a:t>
            </a:r>
          </a:p>
          <a:p>
            <a:pPr marL="457200" lvl="1" indent="0">
              <a:buNone/>
            </a:pPr>
            <a:r>
              <a:rPr lang="en-US" sz="2400" dirty="0"/>
              <a:t>INSERT INTO </a:t>
            </a:r>
            <a:r>
              <a:rPr lang="en-US" sz="2400" dirty="0" err="1"/>
              <a:t>tablename</a:t>
            </a:r>
            <a:br>
              <a:rPr lang="en-US" sz="2400" dirty="0"/>
            </a:br>
            <a:r>
              <a:rPr lang="en-US" sz="2400" dirty="0"/>
              <a:t>	VALUES (value</a:t>
            </a:r>
            <a:r>
              <a:rPr lang="en-US" sz="2400" baseline="-25000" dirty="0"/>
              <a:t>1</a:t>
            </a:r>
            <a:r>
              <a:rPr lang="en-US" sz="2400" dirty="0"/>
              <a:t>, value</a:t>
            </a:r>
            <a:r>
              <a:rPr lang="en-US" sz="2400" baseline="-25000" dirty="0"/>
              <a:t>2</a:t>
            </a:r>
            <a:r>
              <a:rPr lang="en-US" sz="2400" dirty="0"/>
              <a:t>, … , </a:t>
            </a:r>
            <a:r>
              <a:rPr lang="en-US" sz="2400" dirty="0" err="1"/>
              <a:t>value</a:t>
            </a:r>
            <a:r>
              <a:rPr lang="en-US" sz="2400" baseline="-25000" dirty="0" err="1"/>
              <a:t>n</a:t>
            </a:r>
            <a:r>
              <a:rPr lang="en-US" sz="2400" dirty="0"/>
              <a:t>);</a:t>
            </a:r>
          </a:p>
          <a:p>
            <a:pPr marL="0" indent="0">
              <a:buNone/>
            </a:pPr>
            <a:r>
              <a:rPr lang="en-US" sz="2800" dirty="0"/>
              <a:t>If some attributes are optional (no </a:t>
            </a:r>
            <a:r>
              <a:rPr lang="en-US" sz="2800" dirty="0" err="1"/>
              <a:t>empMname</a:t>
            </a:r>
            <a:r>
              <a:rPr lang="en-US" sz="2800" dirty="0"/>
              <a:t>, </a:t>
            </a:r>
            <a:r>
              <a:rPr lang="en-US" sz="2800" dirty="0" err="1"/>
              <a:t>deptNo</a:t>
            </a:r>
            <a:r>
              <a:rPr lang="en-US" sz="2800" dirty="0"/>
              <a:t>)</a:t>
            </a:r>
          </a:p>
          <a:p>
            <a:pPr marL="457200" lvl="1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INSERT INTO employee (</a:t>
            </a:r>
            <a:r>
              <a:rPr lang="en-US" sz="2400" dirty="0" err="1">
                <a:latin typeface="Consolas" panose="020B0609020204030204" pitchFamily="49" charset="0"/>
              </a:rPr>
              <a:t>empID</a:t>
            </a:r>
            <a:r>
              <a:rPr lang="en-US" sz="2400" dirty="0">
                <a:latin typeface="Consolas" panose="020B0609020204030204" pitchFamily="49" charset="0"/>
              </a:rPr>
              <a:t>, </a:t>
            </a:r>
            <a:r>
              <a:rPr lang="en-US" sz="2400" dirty="0" err="1">
                <a:latin typeface="Consolas" panose="020B0609020204030204" pitchFamily="49" charset="0"/>
              </a:rPr>
              <a:t>empFname</a:t>
            </a:r>
            <a:r>
              <a:rPr lang="en-US" sz="2400" dirty="0">
                <a:latin typeface="Consolas" panose="020B0609020204030204" pitchFamily="49" charset="0"/>
              </a:rPr>
              <a:t>, </a:t>
            </a:r>
            <a:r>
              <a:rPr lang="en-US" sz="2400" dirty="0" err="1">
                <a:latin typeface="Consolas" panose="020B0609020204030204" pitchFamily="49" charset="0"/>
              </a:rPr>
              <a:t>empLname</a:t>
            </a:r>
            <a:r>
              <a:rPr lang="en-US" sz="2400" dirty="0">
                <a:latin typeface="Consolas" panose="020B0609020204030204" pitchFamily="49" charset="0"/>
              </a:rPr>
              <a:t>) </a:t>
            </a:r>
          </a:p>
          <a:p>
            <a:pPr marL="895350" lvl="1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VALUES (‘25612’, ‘Joe’, ‘Soap’);</a:t>
            </a:r>
          </a:p>
          <a:p>
            <a:endParaRPr lang="en-ZA" sz="3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16FF0-9F80-1447-0CCF-DAFF5125A32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8946C-48A3-45E3-B333-865DBC89B20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9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9F706C-1812-0E87-14B2-78F3A8220F3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3086" y="360000"/>
            <a:ext cx="3588551" cy="24303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1464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CC218-5B39-0142-311E-AED2D3854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Data manipulation commands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C1ADB-A925-8A32-D9DD-CAC8DA8414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400" dirty="0"/>
              <a:t>Adding table rows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8551B-A0C2-B632-2E51-3F3A0325D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Can also add rows with Select subquery, e.g.</a:t>
            </a:r>
          </a:p>
          <a:p>
            <a:pPr marL="457200" lvl="1" indent="0">
              <a:buNone/>
            </a:pPr>
            <a:r>
              <a:rPr lang="en-US" sz="2400" dirty="0"/>
              <a:t>INSERT INTO </a:t>
            </a:r>
            <a:r>
              <a:rPr lang="en-US" sz="2400" dirty="0" err="1"/>
              <a:t>tablename</a:t>
            </a:r>
            <a:r>
              <a:rPr lang="en-US" sz="2400" dirty="0"/>
              <a:t> </a:t>
            </a:r>
          </a:p>
          <a:p>
            <a:pPr marL="457200" lvl="1" indent="0">
              <a:buNone/>
            </a:pPr>
            <a:r>
              <a:rPr lang="en-US" sz="2400" dirty="0"/>
              <a:t>SELECT </a:t>
            </a:r>
            <a:r>
              <a:rPr lang="en-US" sz="2400" dirty="0" err="1"/>
              <a:t>columnlist</a:t>
            </a:r>
            <a:r>
              <a:rPr lang="en-US" sz="2400" dirty="0"/>
              <a:t> FROM </a:t>
            </a:r>
            <a:r>
              <a:rPr lang="en-US" sz="2400" dirty="0" err="1"/>
              <a:t>tablename</a:t>
            </a:r>
            <a:r>
              <a:rPr lang="en-US" sz="2400" dirty="0"/>
              <a:t>;</a:t>
            </a:r>
          </a:p>
          <a:p>
            <a:pPr marL="0" indent="0">
              <a:buNone/>
            </a:pPr>
            <a:r>
              <a:rPr lang="en-US" sz="2800" dirty="0"/>
              <a:t>E.g. add all employees working in </a:t>
            </a:r>
            <a:r>
              <a:rPr lang="en-US" sz="2800" dirty="0" err="1"/>
              <a:t>deptNo</a:t>
            </a:r>
            <a:r>
              <a:rPr lang="en-US" sz="2800" dirty="0"/>
              <a:t> 5 to </a:t>
            </a:r>
            <a:r>
              <a:rPr lang="en-US" sz="2800" dirty="0" err="1"/>
              <a:t>deptFive</a:t>
            </a:r>
            <a:r>
              <a:rPr lang="en-US" sz="2800" dirty="0"/>
              <a:t> table</a:t>
            </a:r>
          </a:p>
          <a:p>
            <a:pPr marL="457200" lvl="1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INSERT INTO </a:t>
            </a:r>
            <a:r>
              <a:rPr lang="en-US" sz="2400" dirty="0" err="1">
                <a:latin typeface="Consolas" panose="020B0609020204030204" pitchFamily="49" charset="0"/>
              </a:rPr>
              <a:t>deptFive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SELECT * FROM employee 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WHERE </a:t>
            </a:r>
            <a:r>
              <a:rPr lang="en-US" sz="2400" dirty="0" err="1">
                <a:latin typeface="Consolas" panose="020B0609020204030204" pitchFamily="49" charset="0"/>
              </a:rPr>
              <a:t>deptNo</a:t>
            </a:r>
            <a:r>
              <a:rPr lang="en-US" sz="2400" dirty="0">
                <a:latin typeface="Consolas" panose="020B0609020204030204" pitchFamily="49" charset="0"/>
              </a:rPr>
              <a:t>=5;</a:t>
            </a:r>
          </a:p>
          <a:p>
            <a:endParaRPr lang="en-ZA" sz="4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16FF0-9F80-1447-0CCF-DAFF5125A32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8946C-48A3-45E3-B333-865DBC89B20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10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9F706C-1812-0E87-14B2-78F3A8220F3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3086" y="360000"/>
            <a:ext cx="3588551" cy="24303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1604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CC218-5B39-0142-311E-AED2D3854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Data manipulation commands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C1ADB-A925-8A32-D9DD-CAC8DA8414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400" dirty="0"/>
              <a:t>Updating table rows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8551B-A0C2-B632-2E51-3F3A0325D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UPDATE used to modify data in a table</a:t>
            </a:r>
          </a:p>
          <a:p>
            <a:pPr marL="0" indent="0">
              <a:buNone/>
            </a:pPr>
            <a:r>
              <a:rPr lang="en-US" sz="2800" dirty="0"/>
              <a:t>Syntax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UPDATE </a:t>
            </a:r>
            <a:r>
              <a:rPr lang="en-US" sz="2400" dirty="0" err="1"/>
              <a:t>tablename</a:t>
            </a:r>
            <a:endParaRPr lang="en-US" sz="2400" dirty="0"/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SET </a:t>
            </a:r>
            <a:r>
              <a:rPr lang="en-US" sz="2400" dirty="0" err="1"/>
              <a:t>columnname</a:t>
            </a:r>
            <a:r>
              <a:rPr lang="en-US" sz="2400" dirty="0"/>
              <a:t>=expression [,</a:t>
            </a:r>
            <a:r>
              <a:rPr lang="en-US" sz="2400" dirty="0" err="1"/>
              <a:t>columnname</a:t>
            </a:r>
            <a:r>
              <a:rPr lang="en-US" sz="2400" dirty="0"/>
              <a:t>=expression]</a:t>
            </a:r>
            <a:br>
              <a:rPr lang="en-US" sz="2400" dirty="0"/>
            </a:br>
            <a:r>
              <a:rPr lang="en-US" sz="2400" dirty="0"/>
              <a:t>[WHERE </a:t>
            </a:r>
            <a:r>
              <a:rPr lang="en-US" sz="2400" dirty="0" err="1"/>
              <a:t>conditionlist</a:t>
            </a:r>
            <a:r>
              <a:rPr lang="en-US" sz="2400" dirty="0"/>
              <a:t>];</a:t>
            </a:r>
          </a:p>
          <a:p>
            <a:pPr marL="0" indent="0">
              <a:buNone/>
            </a:pPr>
            <a:r>
              <a:rPr lang="en-ZA" sz="2800" dirty="0"/>
              <a:t>E.g.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Consolas" panose="020B0609020204030204" pitchFamily="49" charset="0"/>
              </a:rPr>
              <a:t>UPDATE DEPARTMENT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Consolas" panose="020B0609020204030204" pitchFamily="49" charset="0"/>
              </a:rPr>
              <a:t>SET </a:t>
            </a:r>
            <a:r>
              <a:rPr lang="en-US" sz="2400" dirty="0" err="1">
                <a:latin typeface="Consolas" panose="020B0609020204030204" pitchFamily="49" charset="0"/>
              </a:rPr>
              <a:t>empID</a:t>
            </a:r>
            <a:r>
              <a:rPr lang="en-US" sz="2400" dirty="0">
                <a:latin typeface="Consolas" panose="020B0609020204030204" pitchFamily="49" charset="0"/>
              </a:rPr>
              <a:t> = ‘54812’, Building = ‘</a:t>
            </a:r>
            <a:r>
              <a:rPr lang="en-US" sz="2400" dirty="0" err="1">
                <a:latin typeface="Consolas" panose="020B0609020204030204" pitchFamily="49" charset="0"/>
              </a:rPr>
              <a:t>Embizweni</a:t>
            </a:r>
            <a:r>
              <a:rPr lang="en-US" sz="2400" dirty="0">
                <a:latin typeface="Consolas" panose="020B0609020204030204" pitchFamily="49" charset="0"/>
              </a:rPr>
              <a:t>’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WHERE </a:t>
            </a:r>
            <a:r>
              <a:rPr lang="en-US" sz="2400" dirty="0" err="1">
                <a:latin typeface="Consolas" panose="020B0609020204030204" pitchFamily="49" charset="0"/>
              </a:rPr>
              <a:t>deptNo</a:t>
            </a:r>
            <a:r>
              <a:rPr lang="en-US" sz="2400" dirty="0">
                <a:latin typeface="Consolas" panose="020B0609020204030204" pitchFamily="49" charset="0"/>
              </a:rPr>
              <a:t> = ‘1241’;</a:t>
            </a:r>
          </a:p>
          <a:p>
            <a:endParaRPr lang="en-ZA" sz="6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16FF0-9F80-1447-0CCF-DAFF5125A32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8946C-48A3-45E3-B333-865DBC89B20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11</a:t>
            </a:fld>
            <a:endParaRPr lang="en-US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DC097C-EC48-AA69-D999-ACFFAA73C70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57994" y="231603"/>
            <a:ext cx="3035206" cy="21250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3197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CC218-5B39-0142-311E-AED2D3854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Data manipulation commands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C1ADB-A925-8A32-D9DD-CAC8DA8414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400" dirty="0"/>
              <a:t>Deleting table rows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8551B-A0C2-B632-2E51-3F3A0325D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Syntax</a:t>
            </a:r>
          </a:p>
          <a:p>
            <a:pPr marL="273050" lvl="1" indent="0">
              <a:spcBef>
                <a:spcPts val="1000"/>
              </a:spcBef>
              <a:spcAft>
                <a:spcPts val="600"/>
              </a:spcAft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DELETE FROM 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tablename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73050" lvl="1" indent="0">
              <a:spcBef>
                <a:spcPts val="1000"/>
              </a:spcBef>
              <a:spcAft>
                <a:spcPts val="600"/>
              </a:spcAft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[WHERE 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conditionlist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None/>
              <a:tabLst/>
              <a:defRPr/>
            </a:pPr>
            <a:r>
              <a:rPr kumimoji="0" lang="en-ZA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E.g.</a:t>
            </a:r>
          </a:p>
          <a:p>
            <a:pPr marL="273050" lvl="1" indent="0">
              <a:spcBef>
                <a:spcPts val="1000"/>
              </a:spcBef>
              <a:spcAft>
                <a:spcPts val="600"/>
              </a:spcAft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DELETE FROM CUSTOMER</a:t>
            </a:r>
          </a:p>
          <a:p>
            <a:pPr marL="273050" lvl="1" indent="0">
              <a:spcBef>
                <a:spcPts val="1000"/>
              </a:spcBef>
              <a:spcAft>
                <a:spcPts val="600"/>
              </a:spcAft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WHERE 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creditAvailable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&lt; 0;</a:t>
            </a:r>
          </a:p>
          <a:p>
            <a:endParaRPr lang="en-ZA" sz="6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16FF0-9F80-1447-0CCF-DAFF5125A32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8946C-48A3-45E3-B333-865DBC89B20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12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664B51-6114-E98D-5996-C9444DD2E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732" y="630000"/>
            <a:ext cx="5270863" cy="20904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D28C23B-D126-4972-BA93-07D14D240CE7}"/>
              </a:ext>
            </a:extLst>
          </p:cNvPr>
          <p:cNvSpPr/>
          <p:nvPr/>
        </p:nvSpPr>
        <p:spPr>
          <a:xfrm>
            <a:off x="315437" y="5041499"/>
            <a:ext cx="11445158" cy="816427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88900" lvl="1"/>
            <a:r>
              <a:rPr lang="en-US" sz="2800" dirty="0">
                <a:sym typeface="Wingdings" panose="05000000000000000000" pitchFamily="2" charset="2"/>
              </a:rPr>
              <a:t>WHERE optional (but if NOT added, ALL rows deleted)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6669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D52686A-EDB0-C9E0-DEC5-6B04EC816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Data manipulation commands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2450247-6A12-1232-669E-BE2BA3A038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dirty="0"/>
              <a:t>(not available in Access: single-user database)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8EF160-335F-9AE9-57AC-F1B3A42FC7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810722"/>
            <a:ext cx="6992936" cy="4309277"/>
          </a:xfrm>
        </p:spPr>
        <p:txBody>
          <a:bodyPr/>
          <a:lstStyle/>
          <a:p>
            <a:pPr marL="0" indent="0">
              <a:buNone/>
            </a:pPr>
            <a:r>
              <a:rPr lang="en-ZA" sz="2800" dirty="0"/>
              <a:t>COMMIT</a:t>
            </a:r>
          </a:p>
          <a:p>
            <a:pPr marL="0" indent="0">
              <a:buNone/>
              <a:tabLst>
                <a:tab pos="536575" algn="l"/>
              </a:tabLst>
            </a:pPr>
            <a:r>
              <a:rPr lang="en-ZA" sz="2800" dirty="0"/>
              <a:t>	Save table changes</a:t>
            </a:r>
          </a:p>
          <a:p>
            <a:pPr marL="0" indent="0">
              <a:buNone/>
            </a:pPr>
            <a:r>
              <a:rPr lang="en-ZA" sz="2800" dirty="0"/>
              <a:t>ROLLBACK</a:t>
            </a:r>
          </a:p>
          <a:p>
            <a:pPr marL="0" indent="0">
              <a:buNone/>
              <a:tabLst>
                <a:tab pos="536575" algn="l"/>
              </a:tabLst>
            </a:pPr>
            <a:r>
              <a:rPr lang="en-ZA" sz="2800" dirty="0"/>
              <a:t>	Restore table contents</a:t>
            </a:r>
          </a:p>
        </p:txBody>
      </p:sp>
      <p:pic>
        <p:nvPicPr>
          <p:cNvPr id="12" name="Picture Placeholder 11" descr="A hand holding a paper with a circular arrow&#10;&#10;Description automatically generated">
            <a:extLst>
              <a:ext uri="{FF2B5EF4-FFF2-40B4-BE49-F238E27FC236}">
                <a16:creationId xmlns:a16="http://schemas.microsoft.com/office/drawing/2014/main" id="{B2645DCD-2CBF-D51C-7BF1-43DEDB3EAEF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F76BE-3D46-0F08-8D70-7AF4BA4DA66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9695C-904D-73C0-1255-FA6B2148111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13</a:t>
            </a:fld>
            <a:endParaRPr lang="en-US" noProof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F6EE9B-3E37-CFF8-B7D4-26B0C5F7DE3C}"/>
              </a:ext>
            </a:extLst>
          </p:cNvPr>
          <p:cNvSpPr txBox="1"/>
          <p:nvPr/>
        </p:nvSpPr>
        <p:spPr>
          <a:xfrm>
            <a:off x="10178628" y="6626889"/>
            <a:ext cx="14157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000" dirty="0">
                <a:solidFill>
                  <a:schemeClr val="bg1">
                    <a:lumMod val="50000"/>
                  </a:schemeClr>
                </a:solidFill>
              </a:rPr>
              <a:t>Image by </a:t>
            </a:r>
            <a:r>
              <a:rPr lang="en-ZA" sz="1000" dirty="0" err="1">
                <a:solidFill>
                  <a:schemeClr val="bg1">
                    <a:lumMod val="50000"/>
                  </a:schemeClr>
                </a:solidFill>
              </a:rPr>
              <a:t>Freepik</a:t>
            </a:r>
            <a:endParaRPr lang="en-ZA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508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92951-6135-1132-C1E5-B84E85901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Basic SELECT queries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C18EFA0-C1E1-D2CB-F1AE-5D66054D58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1895611"/>
              </p:ext>
            </p:extLst>
          </p:nvPr>
        </p:nvGraphicFramePr>
        <p:xfrm>
          <a:off x="359569" y="942569"/>
          <a:ext cx="11472862" cy="530352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1807802">
                  <a:extLst>
                    <a:ext uri="{9D8B030D-6E8A-4147-A177-3AD203B41FA5}">
                      <a16:colId xmlns:a16="http://schemas.microsoft.com/office/drawing/2014/main" val="1540205524"/>
                    </a:ext>
                  </a:extLst>
                </a:gridCol>
                <a:gridCol w="9665060">
                  <a:extLst>
                    <a:ext uri="{9D8B030D-6E8A-4147-A177-3AD203B41FA5}">
                      <a16:colId xmlns:a16="http://schemas.microsoft.com/office/drawing/2014/main" val="279347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A" sz="2400" dirty="0"/>
                        <a:t>SELECT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/>
                        <a:t>Specifies</a:t>
                      </a:r>
                      <a:r>
                        <a:rPr lang="en-ZA" sz="2400" baseline="0" dirty="0"/>
                        <a:t> attributes to be returned in resultant table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480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FROM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Identifies table(s)</a:t>
                      </a:r>
                      <a:r>
                        <a:rPr lang="en-ZA" sz="240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 from which data will be retrieved (include join condition if &gt;1 table)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661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WHERE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Indicates the criteria used to filter retrieved data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33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GROUP BY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Groups</a:t>
                      </a:r>
                      <a:r>
                        <a:rPr lang="en-ZA" sz="240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 resultant rows, based on same value in one (or more) attributes (only if you have aggregate in SELECT)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581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HAVING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Filters groups formed by GROUP BY, based on provided criteria 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471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ORDER BY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Sorts final result</a:t>
                      </a:r>
                      <a:r>
                        <a:rPr lang="en-ZA" sz="240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 based on stated attribute(s) (default </a:t>
                      </a:r>
                      <a:r>
                        <a:rPr lang="en-ZA" sz="2400" baseline="0" dirty="0" err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Asc</a:t>
                      </a:r>
                      <a:r>
                        <a:rPr lang="en-ZA" sz="240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)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846950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CEAD6-15C6-3DD8-3486-062FBAB0ACE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19170-AD35-C24A-719C-E5C32875592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89842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92951-6135-1132-C1E5-B84E85901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Basic SELECT queries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C18EFA0-C1E1-D2CB-F1AE-5D66054D58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7054700"/>
              </p:ext>
            </p:extLst>
          </p:nvPr>
        </p:nvGraphicFramePr>
        <p:xfrm>
          <a:off x="359569" y="942569"/>
          <a:ext cx="11472862" cy="530352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1807802">
                  <a:extLst>
                    <a:ext uri="{9D8B030D-6E8A-4147-A177-3AD203B41FA5}">
                      <a16:colId xmlns:a16="http://schemas.microsoft.com/office/drawing/2014/main" val="1540205524"/>
                    </a:ext>
                  </a:extLst>
                </a:gridCol>
                <a:gridCol w="9665060">
                  <a:extLst>
                    <a:ext uri="{9D8B030D-6E8A-4147-A177-3AD203B41FA5}">
                      <a16:colId xmlns:a16="http://schemas.microsoft.com/office/drawing/2014/main" val="279347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A" sz="2400" dirty="0"/>
                        <a:t>SELECT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/>
                        <a:t>Specifies</a:t>
                      </a:r>
                      <a:r>
                        <a:rPr lang="en-ZA" sz="2400" baseline="0" dirty="0"/>
                        <a:t> attributes to be returned in resultant table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480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/>
                        <a:t>FROM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/>
                        <a:t>Identifies table(s)</a:t>
                      </a:r>
                      <a:r>
                        <a:rPr lang="en-ZA" sz="2400" baseline="0" dirty="0"/>
                        <a:t> from which data will be retrieved (include join condition if &gt;1 table)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661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WHERE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Indicates the criteria used to filter retrieved data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33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GROUP BY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Groups</a:t>
                      </a:r>
                      <a:r>
                        <a:rPr lang="en-ZA" sz="240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 resultant rows, based on same value in one (or more) attributes (only if you have aggregate in SELECT)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581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HAVING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Filters groups formed by GROUP BY, based on provided criteria 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471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ORDER BY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Sorts final result</a:t>
                      </a:r>
                      <a:r>
                        <a:rPr lang="en-ZA" sz="240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 based on stated attribute(s) (default </a:t>
                      </a:r>
                      <a:r>
                        <a:rPr lang="en-ZA" sz="2400" baseline="0" dirty="0" err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Asc</a:t>
                      </a:r>
                      <a:r>
                        <a:rPr lang="en-ZA" sz="240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)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846950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CEAD6-15C6-3DD8-3486-062FBAB0ACE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19170-AD35-C24A-719C-E5C32875592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23514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92951-6135-1132-C1E5-B84E85901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Basic SELECT queries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C18EFA0-C1E1-D2CB-F1AE-5D66054D58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1614149"/>
              </p:ext>
            </p:extLst>
          </p:nvPr>
        </p:nvGraphicFramePr>
        <p:xfrm>
          <a:off x="359569" y="942569"/>
          <a:ext cx="11472862" cy="530352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1807802">
                  <a:extLst>
                    <a:ext uri="{9D8B030D-6E8A-4147-A177-3AD203B41FA5}">
                      <a16:colId xmlns:a16="http://schemas.microsoft.com/office/drawing/2014/main" val="1540205524"/>
                    </a:ext>
                  </a:extLst>
                </a:gridCol>
                <a:gridCol w="9665060">
                  <a:extLst>
                    <a:ext uri="{9D8B030D-6E8A-4147-A177-3AD203B41FA5}">
                      <a16:colId xmlns:a16="http://schemas.microsoft.com/office/drawing/2014/main" val="279347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A" sz="2400" dirty="0"/>
                        <a:t>SELECT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/>
                        <a:t>Specifies</a:t>
                      </a:r>
                      <a:r>
                        <a:rPr lang="en-ZA" sz="2400" baseline="0" dirty="0"/>
                        <a:t> attributes to be returned in resultant table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480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/>
                        <a:t>FROM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/>
                        <a:t>Identifies table(s)</a:t>
                      </a:r>
                      <a:r>
                        <a:rPr lang="en-ZA" sz="2400" baseline="0" dirty="0"/>
                        <a:t> from which data will be retrieved (include join condition if &gt;1 table)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661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/>
                        <a:t>WHERE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/>
                        <a:t>Indicates the criteria used to filter retrieved data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33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GROUP BY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Groups</a:t>
                      </a:r>
                      <a:r>
                        <a:rPr lang="en-ZA" sz="240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 resultant rows, based on same value in one (or more) attributes (only if you have aggregate in SELECT)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581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HAVING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Filters groups formed by GROUP BY, based on provided criteria 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471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ORDER BY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Sorts final result</a:t>
                      </a:r>
                      <a:r>
                        <a:rPr lang="en-ZA" sz="240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 based on stated attribute(s) (default </a:t>
                      </a:r>
                      <a:r>
                        <a:rPr lang="en-ZA" sz="2400" baseline="0" dirty="0" err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Asc</a:t>
                      </a:r>
                      <a:r>
                        <a:rPr lang="en-ZA" sz="240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)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846950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CEAD6-15C6-3DD8-3486-062FBAB0ACE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19170-AD35-C24A-719C-E5C32875592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92415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92951-6135-1132-C1E5-B84E85901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Basic SELECT queries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C18EFA0-C1E1-D2CB-F1AE-5D66054D58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1326995"/>
              </p:ext>
            </p:extLst>
          </p:nvPr>
        </p:nvGraphicFramePr>
        <p:xfrm>
          <a:off x="359569" y="942569"/>
          <a:ext cx="11472862" cy="530352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1807802">
                  <a:extLst>
                    <a:ext uri="{9D8B030D-6E8A-4147-A177-3AD203B41FA5}">
                      <a16:colId xmlns:a16="http://schemas.microsoft.com/office/drawing/2014/main" val="1540205524"/>
                    </a:ext>
                  </a:extLst>
                </a:gridCol>
                <a:gridCol w="9665060">
                  <a:extLst>
                    <a:ext uri="{9D8B030D-6E8A-4147-A177-3AD203B41FA5}">
                      <a16:colId xmlns:a16="http://schemas.microsoft.com/office/drawing/2014/main" val="279347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A" sz="2400" dirty="0"/>
                        <a:t>SELECT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/>
                        <a:t>Specifies</a:t>
                      </a:r>
                      <a:r>
                        <a:rPr lang="en-ZA" sz="2400" baseline="0" dirty="0"/>
                        <a:t> attributes to be returned in resultant table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480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/>
                        <a:t>FROM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/>
                        <a:t>Identifies table(s)</a:t>
                      </a:r>
                      <a:r>
                        <a:rPr lang="en-ZA" sz="2400" baseline="0" dirty="0"/>
                        <a:t> from which data will be retrieved (include join condition if &gt;1 table)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661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/>
                        <a:t>WHERE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/>
                        <a:t>Indicates the criteria used to filter retrieved data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33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/>
                        <a:t>GROUP BY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/>
                        <a:t>Groups</a:t>
                      </a:r>
                      <a:r>
                        <a:rPr lang="en-ZA" sz="2400" baseline="0" dirty="0"/>
                        <a:t> resultant rows, based on same value in one (or more) attributes (only if you have aggregate in SELECT)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581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HAVING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Filters groups formed by GROUP BY, based on provided criteria 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471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ORDER BY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Sorts final result</a:t>
                      </a:r>
                      <a:r>
                        <a:rPr lang="en-ZA" sz="240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 based on stated attribute(s) (default </a:t>
                      </a:r>
                      <a:r>
                        <a:rPr lang="en-ZA" sz="2400" baseline="0" dirty="0" err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Asc</a:t>
                      </a:r>
                      <a:r>
                        <a:rPr lang="en-ZA" sz="240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)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846950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CEAD6-15C6-3DD8-3486-062FBAB0ACE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19170-AD35-C24A-719C-E5C32875592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17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05509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92951-6135-1132-C1E5-B84E85901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Basic SELECT queries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C18EFA0-C1E1-D2CB-F1AE-5D66054D58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9985872"/>
              </p:ext>
            </p:extLst>
          </p:nvPr>
        </p:nvGraphicFramePr>
        <p:xfrm>
          <a:off x="359569" y="942569"/>
          <a:ext cx="11472862" cy="530352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1807802">
                  <a:extLst>
                    <a:ext uri="{9D8B030D-6E8A-4147-A177-3AD203B41FA5}">
                      <a16:colId xmlns:a16="http://schemas.microsoft.com/office/drawing/2014/main" val="1540205524"/>
                    </a:ext>
                  </a:extLst>
                </a:gridCol>
                <a:gridCol w="9665060">
                  <a:extLst>
                    <a:ext uri="{9D8B030D-6E8A-4147-A177-3AD203B41FA5}">
                      <a16:colId xmlns:a16="http://schemas.microsoft.com/office/drawing/2014/main" val="279347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A" sz="2400" dirty="0"/>
                        <a:t>SELECT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/>
                        <a:t>Specifies</a:t>
                      </a:r>
                      <a:r>
                        <a:rPr lang="en-ZA" sz="2400" baseline="0" dirty="0"/>
                        <a:t> attributes to be returned in resultant table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480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/>
                        <a:t>FROM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/>
                        <a:t>Identifies table(s)</a:t>
                      </a:r>
                      <a:r>
                        <a:rPr lang="en-ZA" sz="2400" baseline="0" dirty="0"/>
                        <a:t> from which data will be retrieved (include join condition if &gt;1 table)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661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/>
                        <a:t>WHERE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/>
                        <a:t>Indicates the criteria used to filter retrieved data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33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/>
                        <a:t>GROUP BY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/>
                        <a:t>Groups</a:t>
                      </a:r>
                      <a:r>
                        <a:rPr lang="en-ZA" sz="2400" baseline="0" dirty="0"/>
                        <a:t> resultant rows, based on same value in one (or more) attributes (only if you have aggregate in SELECT)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581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/>
                        <a:t>HAVING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/>
                        <a:t>Filters groups formed by GROUP BY, based on provided criteria 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471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ORDER BY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Sorts final result</a:t>
                      </a:r>
                      <a:r>
                        <a:rPr lang="en-ZA" sz="240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 based on stated attribute(s) (default </a:t>
                      </a:r>
                      <a:r>
                        <a:rPr lang="en-ZA" sz="2400" baseline="0" dirty="0" err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Asc</a:t>
                      </a:r>
                      <a:r>
                        <a:rPr lang="en-ZA" sz="2400" baseline="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)</a:t>
                      </a:r>
                      <a:endParaRPr lang="en-ZA" sz="24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846950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CEAD6-15C6-3DD8-3486-062FBAB0ACE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19170-AD35-C24A-719C-E5C32875592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18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9257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92951-6135-1132-C1E5-B84E85901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Basic SELECT queries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C18EFA0-C1E1-D2CB-F1AE-5D66054D584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59569" y="942569"/>
          <a:ext cx="11472862" cy="530352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1807802">
                  <a:extLst>
                    <a:ext uri="{9D8B030D-6E8A-4147-A177-3AD203B41FA5}">
                      <a16:colId xmlns:a16="http://schemas.microsoft.com/office/drawing/2014/main" val="1540205524"/>
                    </a:ext>
                  </a:extLst>
                </a:gridCol>
                <a:gridCol w="9665060">
                  <a:extLst>
                    <a:ext uri="{9D8B030D-6E8A-4147-A177-3AD203B41FA5}">
                      <a16:colId xmlns:a16="http://schemas.microsoft.com/office/drawing/2014/main" val="279347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A" sz="2400" dirty="0"/>
                        <a:t>SELECT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/>
                        <a:t>Specifies</a:t>
                      </a:r>
                      <a:r>
                        <a:rPr lang="en-ZA" sz="2400" baseline="0" dirty="0"/>
                        <a:t> attributes to be returned in resultant table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480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/>
                        <a:t>FROM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/>
                        <a:t>Identifies table(s)</a:t>
                      </a:r>
                      <a:r>
                        <a:rPr lang="en-ZA" sz="2400" baseline="0" dirty="0"/>
                        <a:t> from which data will be retrieved (include join condition if &gt;1 table)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661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/>
                        <a:t>WHERE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/>
                        <a:t>Indicates the criteria used to filter retrieved data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33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/>
                        <a:t>GROUP BY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/>
                        <a:t>Groups</a:t>
                      </a:r>
                      <a:r>
                        <a:rPr lang="en-ZA" sz="2400" baseline="0" dirty="0"/>
                        <a:t> resultant rows, based on same value in one (or more) attributes (only if you have aggregate in SELECT)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581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/>
                        <a:t>HAVING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/>
                        <a:t>Filters groups formed by GROUP BY, based on provided criteria 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471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dirty="0"/>
                        <a:t>ORDER BY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/>
                        <a:t>Sorts final result</a:t>
                      </a:r>
                      <a:r>
                        <a:rPr lang="en-ZA" sz="2400" baseline="0" dirty="0"/>
                        <a:t> based on stated attribute(s) (default </a:t>
                      </a:r>
                      <a:r>
                        <a:rPr lang="en-ZA" sz="2400" baseline="0" dirty="0" err="1"/>
                        <a:t>Asc</a:t>
                      </a:r>
                      <a:r>
                        <a:rPr lang="en-ZA" sz="2400" baseline="0" dirty="0"/>
                        <a:t>)</a:t>
                      </a:r>
                      <a:endParaRPr lang="en-ZA" sz="2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846950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CEAD6-15C6-3DD8-3486-062FBAB0ACE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19170-AD35-C24A-719C-E5C32875592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19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57543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0F0E5-B2E1-EFE2-9A5B-08042263F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SELECT statement options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DFCA7-37BB-CC5F-6408-F562DB6826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8AEF7-BC98-0700-FFC9-34D69B218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800" dirty="0"/>
              <a:t>Purpose of SELECT</a:t>
            </a:r>
          </a:p>
          <a:p>
            <a:pPr lvl="1"/>
            <a:r>
              <a:rPr lang="en-ZA" sz="2400" dirty="0"/>
              <a:t>Specifies attributes to be retrieved in </a:t>
            </a:r>
            <a:r>
              <a:rPr lang="en-ZA" sz="2400" dirty="0" err="1">
                <a:latin typeface="Consolas" panose="020B0609020204030204" pitchFamily="49" charset="0"/>
              </a:rPr>
              <a:t>columnlist</a:t>
            </a:r>
            <a:endParaRPr lang="en-ZA" sz="2400" dirty="0">
              <a:latin typeface="Consolas" panose="020B0609020204030204" pitchFamily="49" charset="0"/>
            </a:endParaRPr>
          </a:p>
          <a:p>
            <a:r>
              <a:rPr lang="en-ZA" sz="2800" dirty="0"/>
              <a:t>Use </a:t>
            </a:r>
            <a:r>
              <a:rPr lang="en-ZA" sz="2800" dirty="0">
                <a:solidFill>
                  <a:srgbClr val="C00000"/>
                </a:solidFill>
              </a:rPr>
              <a:t>alias</a:t>
            </a:r>
            <a:r>
              <a:rPr lang="en-ZA" sz="2800" dirty="0"/>
              <a:t> to replace attribute name as label (e.g. computed column)</a:t>
            </a:r>
          </a:p>
          <a:p>
            <a:pPr marL="457200" lvl="1" indent="0">
              <a:buNone/>
            </a:pPr>
            <a:r>
              <a:rPr lang="en-ZA" sz="2400" dirty="0">
                <a:latin typeface="Consolas" panose="020B0609020204030204" pitchFamily="49" charset="0"/>
              </a:rPr>
              <a:t>SELECT </a:t>
            </a:r>
            <a:r>
              <a:rPr lang="en-ZA" sz="2400" dirty="0" err="1">
                <a:latin typeface="Consolas" panose="020B0609020204030204" pitchFamily="49" charset="0"/>
              </a:rPr>
              <a:t>clientID</a:t>
            </a:r>
            <a:r>
              <a:rPr lang="en-ZA" sz="2400" dirty="0">
                <a:latin typeface="Consolas" panose="020B0609020204030204" pitchFamily="49" charset="0"/>
              </a:rPr>
              <a:t>, </a:t>
            </a:r>
            <a:r>
              <a:rPr lang="en-ZA" sz="2400" dirty="0" err="1">
                <a:latin typeface="Consolas" panose="020B0609020204030204" pitchFamily="49" charset="0"/>
              </a:rPr>
              <a:t>creditLimit</a:t>
            </a:r>
            <a:r>
              <a:rPr lang="en-ZA" sz="2400" dirty="0">
                <a:latin typeface="Consolas" panose="020B0609020204030204" pitchFamily="49" charset="0"/>
              </a:rPr>
              <a:t>-balance </a:t>
            </a:r>
            <a:r>
              <a:rPr lang="en-ZA" sz="2400" dirty="0">
                <a:solidFill>
                  <a:srgbClr val="C00000"/>
                </a:solidFill>
                <a:latin typeface="Consolas" panose="020B0609020204030204" pitchFamily="49" charset="0"/>
              </a:rPr>
              <a:t>as </a:t>
            </a:r>
            <a:r>
              <a:rPr lang="en-ZA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creditAvailable</a:t>
            </a:r>
            <a:endParaRPr lang="en-ZA" sz="24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ZA" sz="2800" dirty="0"/>
              <a:t>Conditional restrictions to restrict output rows (</a:t>
            </a:r>
            <a:r>
              <a:rPr lang="en-ZA" sz="2800" dirty="0">
                <a:solidFill>
                  <a:schemeClr val="accent3"/>
                </a:solidFill>
              </a:rPr>
              <a:t>WHERE</a:t>
            </a:r>
            <a:r>
              <a:rPr lang="en-ZA" sz="2800" dirty="0"/>
              <a:t> clause)</a:t>
            </a:r>
          </a:p>
          <a:p>
            <a:pPr marL="457200" lvl="1" indent="0">
              <a:buNone/>
            </a:pPr>
            <a:r>
              <a:rPr lang="en-ZA" sz="2400" dirty="0">
                <a:latin typeface="Consolas" panose="020B0609020204030204" pitchFamily="49" charset="0"/>
              </a:rPr>
              <a:t>SELECT </a:t>
            </a:r>
            <a:r>
              <a:rPr lang="en-ZA" sz="2400" dirty="0" err="1">
                <a:latin typeface="Consolas" panose="020B0609020204030204" pitchFamily="49" charset="0"/>
              </a:rPr>
              <a:t>clientID</a:t>
            </a:r>
            <a:r>
              <a:rPr lang="en-ZA" sz="2400" dirty="0">
                <a:latin typeface="Consolas" panose="020B0609020204030204" pitchFamily="49" charset="0"/>
              </a:rPr>
              <a:t>, </a:t>
            </a:r>
            <a:r>
              <a:rPr lang="en-ZA" sz="2400" dirty="0" err="1">
                <a:latin typeface="Consolas" panose="020B0609020204030204" pitchFamily="49" charset="0"/>
              </a:rPr>
              <a:t>creditLimit</a:t>
            </a:r>
            <a:r>
              <a:rPr lang="en-ZA" sz="2400" dirty="0">
                <a:latin typeface="Consolas" panose="020B0609020204030204" pitchFamily="49" charset="0"/>
              </a:rPr>
              <a:t>-balance </a:t>
            </a:r>
            <a:r>
              <a:rPr lang="en-ZA" sz="2400" dirty="0">
                <a:solidFill>
                  <a:srgbClr val="C00000"/>
                </a:solidFill>
                <a:latin typeface="Consolas" panose="020B0609020204030204" pitchFamily="49" charset="0"/>
              </a:rPr>
              <a:t>as </a:t>
            </a:r>
            <a:r>
              <a:rPr lang="en-ZA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creditAvailable</a:t>
            </a:r>
            <a:endParaRPr lang="en-ZA" sz="24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ZA" sz="2400" dirty="0"/>
              <a:t>	</a:t>
            </a:r>
            <a:r>
              <a:rPr lang="en-ZA" sz="2400" dirty="0">
                <a:solidFill>
                  <a:schemeClr val="accent3"/>
                </a:solidFill>
                <a:latin typeface="Consolas" panose="020B0609020204030204" pitchFamily="49" charset="0"/>
              </a:rPr>
              <a:t>WHERE balance &gt; </a:t>
            </a:r>
            <a:r>
              <a:rPr lang="en-ZA" sz="2400" dirty="0" err="1">
                <a:solidFill>
                  <a:schemeClr val="accent3"/>
                </a:solidFill>
                <a:latin typeface="Consolas" panose="020B0609020204030204" pitchFamily="49" charset="0"/>
              </a:rPr>
              <a:t>creditLimit</a:t>
            </a:r>
            <a:r>
              <a:rPr lang="en-ZA" sz="2400" dirty="0">
                <a:latin typeface="Consolas" panose="020B0609020204030204" pitchFamily="49" charset="0"/>
              </a:rPr>
              <a:t>;</a:t>
            </a:r>
          </a:p>
          <a:p>
            <a:endParaRPr lang="en-Z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211E4-247D-B0CA-B17E-BA806A1D515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0E8FD-016E-3F91-1321-4489DA62BB2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20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6B02CF-2073-7651-0858-D3799B74A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946" y="189915"/>
            <a:ext cx="4397691" cy="17441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238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4315E-70C8-D6E9-BBA5-7005BE689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FROM clause options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375E5-FDCE-A246-643E-AB56C2E5C9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A3C8A-4D59-9DC6-C00E-EFEEBED73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800" dirty="0"/>
              <a:t>Most SELECT queries require data from &gt;1 table</a:t>
            </a:r>
          </a:p>
          <a:p>
            <a:pPr lvl="1"/>
            <a:r>
              <a:rPr lang="en-ZA" sz="2400" dirty="0"/>
              <a:t>FROM clause contains tables to be joined &amp; join conditions</a:t>
            </a:r>
          </a:p>
          <a:p>
            <a:pPr lvl="1"/>
            <a:r>
              <a:rPr lang="en-ZA" sz="2400" dirty="0"/>
              <a:t>WHERE clause filters rows on condition(s)</a:t>
            </a:r>
          </a:p>
          <a:p>
            <a:pPr marL="0" indent="0">
              <a:buNone/>
            </a:pPr>
            <a:r>
              <a:rPr lang="en-ZA" sz="2800" dirty="0"/>
              <a:t>Join condition</a:t>
            </a:r>
          </a:p>
          <a:p>
            <a:pPr lvl="1"/>
            <a:r>
              <a:rPr lang="en-ZA" sz="2400" dirty="0"/>
              <a:t>Often equality comparison of PK in 1</a:t>
            </a:r>
            <a:r>
              <a:rPr lang="en-ZA" sz="2400" baseline="30000" dirty="0"/>
              <a:t>st</a:t>
            </a:r>
            <a:r>
              <a:rPr lang="en-ZA" sz="2400" dirty="0"/>
              <a:t> table and related FK in 2</a:t>
            </a:r>
            <a:r>
              <a:rPr lang="en-ZA" sz="2400" baseline="30000" dirty="0"/>
              <a:t>nd</a:t>
            </a:r>
            <a:r>
              <a:rPr lang="en-ZA" sz="2400" dirty="0"/>
              <a:t> table</a:t>
            </a:r>
          </a:p>
          <a:p>
            <a:pPr lvl="1"/>
            <a:r>
              <a:rPr lang="en-ZA" sz="2400" dirty="0"/>
              <a:t>Number of join conditions always number of tables to be joined minus 1</a:t>
            </a:r>
          </a:p>
          <a:p>
            <a:pPr marL="0" indent="0">
              <a:buNone/>
            </a:pPr>
            <a:r>
              <a:rPr lang="en-ZA" sz="2800" dirty="0"/>
              <a:t>Tables don’t always have unique attribute names</a:t>
            </a:r>
          </a:p>
          <a:p>
            <a:pPr lvl="1"/>
            <a:r>
              <a:rPr lang="en-ZA" sz="2400" dirty="0"/>
              <a:t>Manage duplicate attribute names via </a:t>
            </a:r>
            <a:r>
              <a:rPr lang="en-ZA" sz="2400" dirty="0">
                <a:solidFill>
                  <a:srgbClr val="C00000"/>
                </a:solidFill>
              </a:rPr>
              <a:t>table qualifier</a:t>
            </a:r>
          </a:p>
          <a:p>
            <a:pPr marL="457200" lvl="1" indent="0">
              <a:buNone/>
            </a:pPr>
            <a:r>
              <a:rPr lang="en-ZA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employee</a:t>
            </a:r>
            <a:r>
              <a:rPr lang="en-ZA" sz="2400" dirty="0" err="1">
                <a:latin typeface="Consolas" panose="020B0609020204030204" pitchFamily="49" charset="0"/>
              </a:rPr>
              <a:t>.empID</a:t>
            </a:r>
            <a:r>
              <a:rPr lang="en-ZA" sz="2400" dirty="0">
                <a:latin typeface="Consolas" panose="020B0609020204030204" pitchFamily="49" charset="0"/>
              </a:rPr>
              <a:t>; </a:t>
            </a:r>
            <a:r>
              <a:rPr lang="en-ZA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department</a:t>
            </a:r>
            <a:r>
              <a:rPr lang="en-ZA" sz="2400" dirty="0" err="1">
                <a:latin typeface="Consolas" panose="020B0609020204030204" pitchFamily="49" charset="0"/>
              </a:rPr>
              <a:t>.empID</a:t>
            </a:r>
            <a:endParaRPr lang="en-ZA" sz="2400" dirty="0">
              <a:latin typeface="Consolas" panose="020B0609020204030204" pitchFamily="49" charset="0"/>
            </a:endParaRPr>
          </a:p>
          <a:p>
            <a:endParaRPr lang="en-Z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48876-DFA6-E847-58D6-5010C30D8C5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8BE00-DB74-5662-86E3-08D9B635B4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91294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7AAF2-B16F-77DC-D39D-C9741C279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Rule of precedence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033B3-9792-861B-ED65-D9BEB09747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800" dirty="0"/>
              <a:t>SQL often used together with arithmetic operators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DE166-AFFF-88FE-6723-9E227ADA4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13640"/>
            <a:ext cx="6502713" cy="4206359"/>
          </a:xfrm>
        </p:spPr>
        <p:txBody>
          <a:bodyPr/>
          <a:lstStyle/>
          <a:p>
            <a:r>
              <a:rPr lang="en-ZA" sz="2800" dirty="0"/>
              <a:t>Note: * is used for multiplication</a:t>
            </a:r>
          </a:p>
          <a:p>
            <a:r>
              <a:rPr lang="en-ZA" sz="2800" dirty="0"/>
              <a:t>Calculate:</a:t>
            </a:r>
          </a:p>
          <a:p>
            <a:pPr lvl="1"/>
            <a:r>
              <a:rPr lang="en-ZA" sz="2400" dirty="0">
                <a:latin typeface="Consolas" panose="020B0609020204030204" pitchFamily="49" charset="0"/>
              </a:rPr>
              <a:t>30÷6x2-3x2+12÷2=</a:t>
            </a:r>
          </a:p>
          <a:p>
            <a:pPr lvl="1"/>
            <a:endParaRPr lang="en-ZA" sz="2400" dirty="0">
              <a:latin typeface="Consolas" panose="020B0609020204030204" pitchFamily="49" charset="0"/>
            </a:endParaRPr>
          </a:p>
          <a:p>
            <a:pPr lvl="1"/>
            <a:r>
              <a:rPr lang="en-ZA" sz="2400" dirty="0">
                <a:latin typeface="Consolas" panose="020B0609020204030204" pitchFamily="49" charset="0"/>
              </a:rPr>
              <a:t>30÷6x(2-3)x2+12÷2=</a:t>
            </a:r>
          </a:p>
          <a:p>
            <a:endParaRPr lang="en-Z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52536-6D0C-1287-ECE8-C0075027E50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99AAD-E8C6-4601-CEDB-9D7D7ABCB01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22</a:t>
            </a:fld>
            <a:endParaRPr lang="en-US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903C3-A61E-93D5-8846-7822EACF6C39}"/>
              </a:ext>
            </a:extLst>
          </p:cNvPr>
          <p:cNvSpPr/>
          <p:nvPr/>
        </p:nvSpPr>
        <p:spPr>
          <a:xfrm>
            <a:off x="3674485" y="2818966"/>
            <a:ext cx="815546" cy="501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 dirty="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85A8B9-67B7-A5D7-F0AD-30B9B120BE2C}"/>
              </a:ext>
            </a:extLst>
          </p:cNvPr>
          <p:cNvSpPr/>
          <p:nvPr/>
        </p:nvSpPr>
        <p:spPr>
          <a:xfrm>
            <a:off x="3950283" y="3538966"/>
            <a:ext cx="815546" cy="501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 dirty="0">
                <a:solidFill>
                  <a:schemeClr val="tx1"/>
                </a:solidFill>
                <a:latin typeface="Consolas" panose="020B0609020204030204" pitchFamily="49" charset="0"/>
              </a:rPr>
              <a:t>-4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6E8BD12-FBB1-B171-D757-2785732026F7}"/>
              </a:ext>
            </a:extLst>
          </p:cNvPr>
          <p:cNvGrpSpPr/>
          <p:nvPr/>
        </p:nvGrpSpPr>
        <p:grpSpPr>
          <a:xfrm>
            <a:off x="7107221" y="2130516"/>
            <a:ext cx="4785979" cy="2096448"/>
            <a:chOff x="2847975" y="2290762"/>
            <a:chExt cx="6496050" cy="249898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61D46D7-0AD7-38CA-C4E0-70E064837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7975" y="2290762"/>
              <a:ext cx="6496050" cy="227647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BD0514B-ACD9-8FBA-DB5E-65D66A15A830}"/>
                </a:ext>
              </a:extLst>
            </p:cNvPr>
            <p:cNvSpPr txBox="1"/>
            <p:nvPr/>
          </p:nvSpPr>
          <p:spPr>
            <a:xfrm>
              <a:off x="5427257" y="4569622"/>
              <a:ext cx="2878893" cy="220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https://byjus.com/maths/bodmas-rule/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2416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C969D-7B99-7461-4176-7B19A63C1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Use of operators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53390-91D9-D600-3E72-0E47640B86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914DD7-CD94-D15B-1473-6B9BEA196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800" dirty="0"/>
              <a:t>Comparison operators can be used on characters and dates</a:t>
            </a:r>
          </a:p>
          <a:p>
            <a:pPr marL="0" indent="0">
              <a:buNone/>
            </a:pPr>
            <a:r>
              <a:rPr lang="en-US" sz="2800" dirty="0"/>
              <a:t>Logical operators: AND, OR, and NOT</a:t>
            </a:r>
          </a:p>
          <a:p>
            <a:pPr lvl="1"/>
            <a:r>
              <a:rPr lang="en-US" sz="2400" dirty="0"/>
              <a:t>Can be combined (parentheses enforce precedence order)</a:t>
            </a:r>
          </a:p>
          <a:p>
            <a:pPr lvl="1"/>
            <a:r>
              <a:rPr lang="en-US" sz="2400" dirty="0"/>
              <a:t>NOT negates result of conditional expression</a:t>
            </a:r>
          </a:p>
          <a:p>
            <a:pPr lvl="2"/>
            <a:r>
              <a:rPr lang="en-US" sz="2000" dirty="0"/>
              <a:t>&lt;&gt; or != in some dialects</a:t>
            </a:r>
          </a:p>
          <a:p>
            <a:endParaRPr lang="en-Z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6E181-0DAF-4509-621A-EE1A948CDC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F7911-DCEC-120E-E5E7-8F03BD3051E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03597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8988D-CB9F-3E7A-95E7-7837F8D4F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Use of operators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DC79F-0091-C7F9-9117-806C3EB8CC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B5344E7-CB9A-2F32-08C7-D84B0ADB13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27435"/>
              </p:ext>
            </p:extLst>
          </p:nvPr>
        </p:nvGraphicFramePr>
        <p:xfrm>
          <a:off x="360363" y="1619250"/>
          <a:ext cx="11472862" cy="464707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69715">
                  <a:extLst>
                    <a:ext uri="{9D8B030D-6E8A-4147-A177-3AD203B41FA5}">
                      <a16:colId xmlns:a16="http://schemas.microsoft.com/office/drawing/2014/main" val="2384136951"/>
                    </a:ext>
                  </a:extLst>
                </a:gridCol>
                <a:gridCol w="9203147">
                  <a:extLst>
                    <a:ext uri="{9D8B030D-6E8A-4147-A177-3AD203B41FA5}">
                      <a16:colId xmlns:a16="http://schemas.microsoft.com/office/drawing/2014/main" val="1775733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A" sz="3200" cap="none" spc="0" dirty="0"/>
                        <a:t>Operator</a:t>
                      </a:r>
                      <a:endParaRPr lang="en-ZA" sz="32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4639" marR="90685" marT="24183" marB="181369" anchor="b"/>
                </a:tc>
                <a:tc>
                  <a:txBody>
                    <a:bodyPr/>
                    <a:lstStyle/>
                    <a:p>
                      <a:r>
                        <a:rPr lang="en-ZA" sz="3200" cap="none" spc="0" dirty="0"/>
                        <a:t>Description</a:t>
                      </a:r>
                      <a:endParaRPr lang="en-ZA" sz="32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4639" marR="90685" marT="24183" marB="181369" anchor="b"/>
                </a:tc>
                <a:extLst>
                  <a:ext uri="{0D108BD9-81ED-4DB2-BD59-A6C34878D82A}">
                    <a16:rowId xmlns:a16="http://schemas.microsoft.com/office/drawing/2014/main" val="1151213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cap="none" spc="0" dirty="0"/>
                        <a:t>BETWEEN</a:t>
                      </a:r>
                      <a:endParaRPr lang="en-ZA" sz="24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4639" marR="90685" marT="24183" marB="181369" anchor="ctr"/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/>
                        <a:t>attribute value within a range, </a:t>
                      </a:r>
                      <a:r>
                        <a:rPr lang="en-US" sz="2400" cap="none" spc="0" baseline="0" dirty="0"/>
                        <a:t>including lower &amp; upper limit of range</a:t>
                      </a:r>
                      <a:endParaRPr lang="en-ZA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4639" marR="90685" marT="24183" marB="181369"/>
                </a:tc>
                <a:extLst>
                  <a:ext uri="{0D108BD9-81ED-4DB2-BD59-A6C34878D82A}">
                    <a16:rowId xmlns:a16="http://schemas.microsoft.com/office/drawing/2014/main" val="3249722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cap="none" spc="0" dirty="0"/>
                        <a:t>IS</a:t>
                      </a:r>
                      <a:r>
                        <a:rPr lang="en-ZA" sz="2400" cap="none" spc="0" baseline="0" dirty="0"/>
                        <a:t> NULL</a:t>
                      </a:r>
                      <a:endParaRPr lang="en-ZA" sz="24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4639" marR="90685" marT="24183" marB="181369" anchor="ctr"/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/>
                        <a:t>attribute value is null</a:t>
                      </a:r>
                      <a:endParaRPr lang="en-ZA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4639" marR="90685" marT="24183" marB="181369"/>
                </a:tc>
                <a:extLst>
                  <a:ext uri="{0D108BD9-81ED-4DB2-BD59-A6C34878D82A}">
                    <a16:rowId xmlns:a16="http://schemas.microsoft.com/office/drawing/2014/main" val="36130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cap="none" spc="0" dirty="0"/>
                        <a:t>LIKE</a:t>
                      </a:r>
                      <a:endParaRPr lang="en-ZA" sz="24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4639" marR="90685" marT="24183" marB="181369" anchor="ctr"/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/>
                        <a:t>attribute value matches given string pattern </a:t>
                      </a:r>
                    </a:p>
                    <a:p>
                      <a:r>
                        <a:rPr lang="en-US" sz="2400" cap="none" spc="0" dirty="0"/>
                        <a:t>wildcards: % and _ ;</a:t>
                      </a:r>
                      <a:r>
                        <a:rPr lang="en-US" sz="2400" cap="none" spc="0" baseline="0" dirty="0"/>
                        <a:t> or * and ?</a:t>
                      </a:r>
                      <a:endParaRPr lang="en-ZA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4639" marR="90685" marT="24183" marB="181369"/>
                </a:tc>
                <a:extLst>
                  <a:ext uri="{0D108BD9-81ED-4DB2-BD59-A6C34878D82A}">
                    <a16:rowId xmlns:a16="http://schemas.microsoft.com/office/drawing/2014/main" val="2481354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cap="none" spc="0" dirty="0"/>
                        <a:t>IN</a:t>
                      </a:r>
                      <a:endParaRPr lang="en-ZA" sz="24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4639" marR="90685" marT="24183" marB="181369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cap="none" spc="0" dirty="0"/>
                        <a:t>attribute value matches any value within a value list</a:t>
                      </a:r>
                      <a:endParaRPr lang="en-US" sz="2400" cap="none" spc="0" dirty="0">
                        <a:solidFill>
                          <a:schemeClr val="tx1"/>
                        </a:solidFill>
                        <a:ea typeface="ＭＳ Ｐゴシック"/>
                      </a:endParaRPr>
                    </a:p>
                  </a:txBody>
                  <a:tcPr marL="84639" marR="90685" marT="24183" marB="181369"/>
                </a:tc>
                <a:extLst>
                  <a:ext uri="{0D108BD9-81ED-4DB2-BD59-A6C34878D82A}">
                    <a16:rowId xmlns:a16="http://schemas.microsoft.com/office/drawing/2014/main" val="4170502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400" cap="none" spc="0" dirty="0"/>
                        <a:t>EXISTS</a:t>
                      </a:r>
                      <a:endParaRPr lang="en-ZA" sz="24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4639" marR="90685" marT="24183" marB="181369" anchor="ctr"/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/>
                        <a:t>checks if subquery returns any rows</a:t>
                      </a:r>
                      <a:endParaRPr lang="en-ZA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4639" marR="90685" marT="24183" marB="181369"/>
                </a:tc>
                <a:extLst>
                  <a:ext uri="{0D108BD9-81ED-4DB2-BD59-A6C34878D82A}">
                    <a16:rowId xmlns:a16="http://schemas.microsoft.com/office/drawing/2014/main" val="2618672442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336F7-B4A8-BC93-1406-AF948B2C7F2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9F2D4-F8E2-9EF6-C2B9-F2C4295F858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26213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8074A-FC48-E7B9-90F8-9BCFD4A75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DATE arithmetic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BFB15-40E4-1B77-E46B-6D1A1A1A8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400" dirty="0"/>
              <a:t>Dates stored in numeric format (day number from point in history)</a:t>
            </a:r>
          </a:p>
          <a:p>
            <a:pPr marL="0" indent="0">
              <a:buNone/>
            </a:pPr>
            <a:r>
              <a:rPr lang="en-ZA" sz="2400" dirty="0"/>
              <a:t>Example</a:t>
            </a:r>
          </a:p>
          <a:p>
            <a:pPr marL="457200" lvl="1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SELECT </a:t>
            </a:r>
            <a:r>
              <a:rPr lang="en-US" sz="2000" dirty="0" err="1">
                <a:latin typeface="Consolas" panose="020B0609020204030204" pitchFamily="49" charset="0"/>
              </a:rPr>
              <a:t>stuNo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modCode</a:t>
            </a:r>
            <a:r>
              <a:rPr lang="en-US" sz="2000" dirty="0">
                <a:latin typeface="Consolas" panose="020B0609020204030204" pitchFamily="49" charset="0"/>
              </a:rPr>
              <a:t>, year(</a:t>
            </a:r>
            <a:r>
              <a:rPr lang="en-US" sz="2000" dirty="0" err="1">
                <a:latin typeface="Consolas" panose="020B0609020204030204" pitchFamily="49" charset="0"/>
              </a:rPr>
              <a:t>getdate</a:t>
            </a:r>
            <a:r>
              <a:rPr lang="en-US" sz="2000" dirty="0">
                <a:latin typeface="Consolas" panose="020B0609020204030204" pitchFamily="49" charset="0"/>
              </a:rPr>
              <a:t>())-year as </a:t>
            </a:r>
            <a:r>
              <a:rPr lang="en-US" sz="2000" dirty="0" err="1">
                <a:latin typeface="Consolas" panose="020B0609020204030204" pitchFamily="49" charset="0"/>
              </a:rPr>
              <a:t>creditAge</a:t>
            </a:r>
            <a:endParaRPr lang="en-US" sz="2000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FROM Takes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ZA" sz="2400" dirty="0"/>
              <a:t>Current date syntax examples</a:t>
            </a:r>
          </a:p>
          <a:p>
            <a:pPr lvl="1"/>
            <a:r>
              <a:rPr lang="en-ZA" sz="2000" dirty="0"/>
              <a:t>DATE() – MS Access</a:t>
            </a:r>
          </a:p>
          <a:p>
            <a:pPr lvl="1"/>
            <a:r>
              <a:rPr lang="en-ZA" sz="2000" dirty="0"/>
              <a:t>GETDATE() – SQL Server</a:t>
            </a:r>
          </a:p>
          <a:p>
            <a:pPr lvl="1"/>
            <a:r>
              <a:rPr lang="en-ZA" sz="2000" dirty="0"/>
              <a:t>CURDATE() – MySQL</a:t>
            </a:r>
          </a:p>
          <a:p>
            <a:pPr lvl="1"/>
            <a:r>
              <a:rPr lang="en-ZA" sz="2000" dirty="0"/>
              <a:t>SYSDATE – Oracle </a:t>
            </a:r>
          </a:p>
          <a:p>
            <a:endParaRPr lang="en-ZA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347E3-2057-02AD-B98C-A4E77178D05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0EA4F-E3CA-3523-2FF5-638A3B9528E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25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01883D-555B-8D23-04C8-D1DD3FB8EA8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807"/>
          <a:stretch/>
        </p:blipFill>
        <p:spPr>
          <a:xfrm>
            <a:off x="8791952" y="1546962"/>
            <a:ext cx="3281534" cy="19037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4474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C442D-785B-C5AF-75F4-9B88E0489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Data definition commands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4F755-756E-F35E-C936-8E45D61351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CDFAB-7108-94EE-D352-81CCCF72C52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26</a:t>
            </a:fld>
            <a:endParaRPr lang="en-US" noProof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5D3736F-E26C-E63F-BB6E-E499128F00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0608980"/>
              </p:ext>
            </p:extLst>
          </p:nvPr>
        </p:nvGraphicFramePr>
        <p:xfrm>
          <a:off x="838200" y="125333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26917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6D487-D884-5BA3-BB39-ECB7196E9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Example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576C0-2F3B-235F-0DA9-C002BC60F82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353D0-EC42-645F-A600-5CFDA595248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27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13DB61-653C-4198-7113-68160E01C05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1685" y="975243"/>
            <a:ext cx="12020315" cy="5432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7765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6FDF0-6E9F-6A2D-73C1-7B0011E46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Select queries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38831-B4B3-BAB2-A136-D4A6A012E5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dirty="0"/>
              <a:t>ORDER BY clause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A79572-F8DF-0773-9608-0FFAB59F0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2628406"/>
            <a:ext cx="11473200" cy="3491593"/>
          </a:xfrm>
        </p:spPr>
        <p:txBody>
          <a:bodyPr/>
          <a:lstStyle/>
          <a:p>
            <a:pPr marL="0" indent="0">
              <a:buNone/>
              <a:tabLst>
                <a:tab pos="1703388" algn="l"/>
              </a:tabLst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SELECT	</a:t>
            </a:r>
            <a:r>
              <a:rPr lang="en-GB" sz="2800" dirty="0" err="1">
                <a:latin typeface="Consolas" panose="020B0609020204030204" pitchFamily="49" charset="0"/>
              </a:rPr>
              <a:t>lectFName</a:t>
            </a:r>
            <a:r>
              <a:rPr lang="en-GB" sz="2800" dirty="0">
                <a:latin typeface="Consolas" panose="020B0609020204030204" pitchFamily="49" charset="0"/>
              </a:rPr>
              <a:t>, </a:t>
            </a:r>
            <a:r>
              <a:rPr lang="en-GB" sz="2800" dirty="0" err="1">
                <a:latin typeface="Consolas" panose="020B0609020204030204" pitchFamily="49" charset="0"/>
              </a:rPr>
              <a:t>lectLName</a:t>
            </a:r>
            <a:r>
              <a:rPr lang="en-GB" sz="2800" dirty="0">
                <a:latin typeface="Consolas" panose="020B0609020204030204" pitchFamily="49" charset="0"/>
              </a:rPr>
              <a:t>, </a:t>
            </a:r>
            <a:r>
              <a:rPr lang="en-GB" sz="2800" dirty="0" err="1">
                <a:latin typeface="Consolas" panose="020B0609020204030204" pitchFamily="49" charset="0"/>
              </a:rPr>
              <a:t>deptName</a:t>
            </a:r>
            <a:endParaRPr lang="en-ZA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1703388" algn="l"/>
              </a:tabLst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FROM	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Lecturer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Department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 err="1">
                <a:latin typeface="Consolas" panose="020B0609020204030204" pitchFamily="49" charset="0"/>
              </a:rPr>
              <a:t>lectDNo</a:t>
            </a:r>
            <a:r>
              <a:rPr lang="en-ZA" sz="2800" dirty="0">
                <a:latin typeface="Consolas" panose="020B0609020204030204" pitchFamily="49" charset="0"/>
              </a:rPr>
              <a:t>=</a:t>
            </a:r>
            <a:r>
              <a:rPr lang="en-ZA" sz="2800" dirty="0" err="1">
                <a:latin typeface="Consolas" panose="020B0609020204030204" pitchFamily="49" charset="0"/>
              </a:rPr>
              <a:t>deptNo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1703388" algn="l"/>
              </a:tabLst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BY	</a:t>
            </a:r>
            <a:r>
              <a:rPr lang="en-ZA" sz="2800" dirty="0" err="1">
                <a:latin typeface="Consolas" panose="020B0609020204030204" pitchFamily="49" charset="0"/>
              </a:rPr>
              <a:t>deptName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desc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ZA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Z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29F65-66EA-6164-FE82-CBD27C16954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8E7F2-DA8B-6C1C-8693-5FB5B868CD4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28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F7D130-E4B0-C2AB-4E2B-F7B460364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0771"/>
            <a:ext cx="2460939" cy="23976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EE3218-AF7C-EAB9-F08B-E8EB9D843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8742" y="87264"/>
            <a:ext cx="2987753" cy="236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815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3B591-9E39-0B18-7BD7-B585D363F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Unique values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79D2C-91F6-4E5F-9DF6-24B3950D54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400" dirty="0"/>
              <a:t>DISTINCT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B3683-434D-087B-2B4A-522C81A00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02510"/>
            <a:ext cx="11473200" cy="4217490"/>
          </a:xfrm>
        </p:spPr>
        <p:txBody>
          <a:bodyPr/>
          <a:lstStyle/>
          <a:p>
            <a:pPr marL="0" indent="0">
              <a:buNone/>
            </a:pPr>
            <a:r>
              <a:rPr lang="en-ZA" sz="2800" dirty="0"/>
              <a:t>Produces list of unique values (i.e. no duplicates)</a:t>
            </a:r>
          </a:p>
          <a:p>
            <a:pPr marL="0" indent="0">
              <a:buNone/>
              <a:tabLst>
                <a:tab pos="1436688" algn="l"/>
              </a:tabLst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SELECT	distinct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stuNo</a:t>
            </a:r>
            <a:endParaRPr lang="en-ZA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1436688" algn="l"/>
              </a:tabLst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FROM	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Takes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2800" dirty="0"/>
          </a:p>
          <a:p>
            <a:pPr marL="0" indent="0">
              <a:buNone/>
            </a:pPr>
            <a:endParaRPr lang="en-Z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897EB-12E9-F714-7BBD-5657ABB1F25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CE472-7B5A-2917-87A9-6ED860F4C63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29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809AA6-B741-A290-1355-A0C9D4E8900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16399" y="2442872"/>
            <a:ext cx="2686736" cy="221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8592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FE3D-7E77-B1EE-1B5E-4267820F4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Aggregate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5BBCB-E63B-85C8-C02A-3E65FD5BA8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400" dirty="0"/>
              <a:t>Review video on Funda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1D043-3655-3634-6E11-0293DD14D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All aggregate functions yield a </a:t>
            </a:r>
            <a:r>
              <a:rPr lang="en-US" sz="3200" dirty="0">
                <a:solidFill>
                  <a:srgbClr val="FF0000"/>
                </a:solidFill>
              </a:rPr>
              <a:t>single</a:t>
            </a:r>
            <a:r>
              <a:rPr lang="en-US" sz="3200" dirty="0"/>
              <a:t> value</a:t>
            </a:r>
          </a:p>
          <a:p>
            <a:pPr lvl="1"/>
            <a:r>
              <a:rPr lang="en-US" sz="2800" dirty="0"/>
              <a:t>COUNT function tallies number of non-null values of an attribute</a:t>
            </a:r>
          </a:p>
          <a:p>
            <a:pPr lvl="2"/>
            <a:r>
              <a:rPr lang="en-US" sz="2400" dirty="0"/>
              <a:t>COUNT(*) – all rows returned by query</a:t>
            </a:r>
          </a:p>
          <a:p>
            <a:pPr lvl="2"/>
            <a:r>
              <a:rPr lang="en-US" sz="2400" dirty="0"/>
              <a:t>COUNT(column) - number of non-null values in column</a:t>
            </a:r>
          </a:p>
          <a:p>
            <a:pPr lvl="1"/>
            <a:r>
              <a:rPr lang="en-US" sz="2800" dirty="0"/>
              <a:t>MAX/MIN</a:t>
            </a:r>
          </a:p>
          <a:p>
            <a:pPr lvl="1"/>
            <a:r>
              <a:rPr lang="en-US" sz="2800" dirty="0"/>
              <a:t>SUM</a:t>
            </a:r>
          </a:p>
          <a:p>
            <a:pPr lvl="1"/>
            <a:r>
              <a:rPr lang="en-US" sz="2800" dirty="0"/>
              <a:t>AVG</a:t>
            </a:r>
          </a:p>
          <a:p>
            <a:endParaRPr lang="en-ZA" sz="4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9D010-4EAC-00EA-32B1-BCA7F3968EA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3F3E3-43DF-E213-D7AD-30C0687B9B7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30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794444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FE3D-7E77-B1EE-1B5E-4267820F4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Aggregate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5BBCB-E63B-85C8-C02A-3E65FD5BA8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400" dirty="0"/>
              <a:t>Examples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1D043-3655-3634-6E11-0293DD14D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3200" dirty="0"/>
              <a:t>Number of module codes starting with WR</a:t>
            </a:r>
          </a:p>
          <a:p>
            <a:pPr marL="0" indent="0">
              <a:buNone/>
              <a:tabLst>
                <a:tab pos="1790700" algn="l"/>
              </a:tabLst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SELECT	</a:t>
            </a:r>
            <a:r>
              <a:rPr lang="en-ZA" sz="2800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modCode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ZA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1790700" algn="l"/>
              </a:tabLst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FROM	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Module</a:t>
            </a:r>
          </a:p>
          <a:p>
            <a:pPr marL="0" indent="0">
              <a:buNone/>
              <a:tabLst>
                <a:tab pos="1790700" algn="l"/>
              </a:tabLst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modCode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like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>
                <a:solidFill>
                  <a:srgbClr val="FF0000"/>
                </a:solidFill>
                <a:latin typeface="Consolas" panose="020B0609020204030204" pitchFamily="49" charset="0"/>
              </a:rPr>
              <a:t>'WR%'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ZA" dirty="0"/>
          </a:p>
          <a:p>
            <a:endParaRPr lang="en-ZA" sz="4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9D010-4EAC-00EA-32B1-BCA7F3968EA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3F3E3-43DF-E213-D7AD-30C0687B9B7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31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48933C-D15E-252C-CC17-9155CF5B6BF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52564" y="1440362"/>
            <a:ext cx="3098144" cy="219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923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FE3D-7E77-B1EE-1B5E-4267820F4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Aggregate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5BBCB-E63B-85C8-C02A-3E65FD5BA8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400" dirty="0"/>
              <a:t>Examples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1D043-3655-3634-6E11-0293DD14D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2080664"/>
            <a:ext cx="11473200" cy="4500000"/>
          </a:xfrm>
        </p:spPr>
        <p:txBody>
          <a:bodyPr/>
          <a:lstStyle/>
          <a:p>
            <a:pPr marL="0" indent="0">
              <a:buNone/>
            </a:pPr>
            <a:r>
              <a:rPr lang="en-ZA" sz="3200" dirty="0"/>
              <a:t>Total credit value of modules passed by student number 123456789</a:t>
            </a:r>
          </a:p>
          <a:p>
            <a:pPr marL="1795463" indent="-1795463">
              <a:buNone/>
              <a:tabLst>
                <a:tab pos="1795463" algn="l"/>
              </a:tabLst>
            </a:pPr>
            <a:r>
              <a:rPr lang="en-ZA" sz="3200" dirty="0">
                <a:solidFill>
                  <a:srgbClr val="0000FF"/>
                </a:solidFill>
                <a:latin typeface="Consolas" panose="020B0609020204030204" pitchFamily="49" charset="0"/>
              </a:rPr>
              <a:t>SELECT	</a:t>
            </a:r>
            <a:r>
              <a:rPr lang="en-ZA" sz="32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ZA" sz="3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ZA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modCredit</a:t>
            </a:r>
            <a:r>
              <a:rPr lang="en-ZA" sz="32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ZA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795463" indent="-1795463">
              <a:buNone/>
              <a:tabLst>
                <a:tab pos="1795463" algn="l"/>
              </a:tabLst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FROM	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Module 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Takes 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module</a:t>
            </a:r>
            <a:r>
              <a:rPr lang="en-US" sz="32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modCode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takes</a:t>
            </a:r>
            <a:r>
              <a:rPr lang="en-US" sz="32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modCode</a:t>
            </a: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795463" indent="-1795463">
              <a:buNone/>
              <a:tabLst>
                <a:tab pos="1795463" algn="l"/>
              </a:tabLst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stuNo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‘123456789'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Mark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&gt;=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50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ZA" sz="3200" dirty="0"/>
          </a:p>
          <a:p>
            <a:pPr marL="0" indent="0">
              <a:buNone/>
            </a:pPr>
            <a:r>
              <a:rPr lang="en-ZA" sz="3200" b="1" dirty="0"/>
              <a:t>How many modules </a:t>
            </a:r>
            <a:r>
              <a:rPr lang="en-ZA" sz="3200" dirty="0"/>
              <a:t>did student number 123456789 pass?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9D010-4EAC-00EA-32B1-BCA7F3968EA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3F3E3-43DF-E213-D7AD-30C0687B9B7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32</a:t>
            </a:fld>
            <a:endParaRPr lang="en-US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02C323-C341-E9CB-6588-779E003E7FD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8990" y="173181"/>
            <a:ext cx="4626785" cy="183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4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FC3FD-C88D-995A-710C-09A899E2B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62" y="360000"/>
            <a:ext cx="11473200" cy="540000"/>
          </a:xfrm>
        </p:spPr>
        <p:txBody>
          <a:bodyPr/>
          <a:lstStyle/>
          <a:p>
            <a:r>
              <a:rPr lang="en-ZA" sz="3600" dirty="0"/>
              <a:t>Grouping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911C3-4265-7655-9B32-6996671267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1925" y="1080000"/>
            <a:ext cx="11471275" cy="360362"/>
          </a:xfrm>
        </p:spPr>
        <p:txBody>
          <a:bodyPr/>
          <a:lstStyle/>
          <a:p>
            <a:r>
              <a:rPr lang="en-ZA" sz="2400" dirty="0"/>
              <a:t>Use GROUP BY clause with SELECT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556448-B1FE-FD71-4199-83A9A40FB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355" y="2026762"/>
            <a:ext cx="11473200" cy="4087747"/>
          </a:xfrm>
        </p:spPr>
        <p:txBody>
          <a:bodyPr/>
          <a:lstStyle/>
          <a:p>
            <a:pPr marL="0" indent="-9525">
              <a:buNone/>
            </a:pPr>
            <a:r>
              <a:rPr lang="en-ZA" sz="2400" dirty="0"/>
              <a:t>SELECT to contain </a:t>
            </a:r>
            <a:r>
              <a:rPr lang="en-ZA" sz="2400" dirty="0">
                <a:solidFill>
                  <a:srgbClr val="FF28FF"/>
                </a:solidFill>
              </a:rPr>
              <a:t>aggregate</a:t>
            </a:r>
            <a:r>
              <a:rPr lang="en-ZA" sz="2400" dirty="0"/>
              <a:t> function (</a:t>
            </a:r>
            <a:r>
              <a:rPr lang="en-ZA" sz="2400" dirty="0" err="1"/>
              <a:t>avg</a:t>
            </a:r>
            <a:r>
              <a:rPr lang="en-ZA" sz="2400" dirty="0"/>
              <a:t>, max, min, count, sum)</a:t>
            </a:r>
          </a:p>
          <a:p>
            <a:pPr marL="0" indent="-9525">
              <a:buNone/>
            </a:pPr>
            <a:r>
              <a:rPr lang="en-ZA" sz="2400" dirty="0">
                <a:solidFill>
                  <a:srgbClr val="0000FF"/>
                </a:solidFill>
                <a:latin typeface="Consolas" panose="020B0609020204030204" pitchFamily="49" charset="0"/>
              </a:rPr>
              <a:t>GROUP BY </a:t>
            </a:r>
            <a:r>
              <a:rPr lang="en-ZA" sz="2400" dirty="0"/>
              <a:t>list must include all </a:t>
            </a:r>
            <a:r>
              <a:rPr lang="en-ZA" sz="2400" b="1" dirty="0">
                <a:solidFill>
                  <a:srgbClr val="C00000"/>
                </a:solidFill>
              </a:rPr>
              <a:t>non-aggregate columns </a:t>
            </a:r>
            <a:r>
              <a:rPr lang="en-ZA" sz="2400" dirty="0"/>
              <a:t>specified in </a:t>
            </a:r>
            <a:r>
              <a:rPr lang="en-ZA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ZA" sz="2400" dirty="0"/>
              <a:t> </a:t>
            </a:r>
            <a:r>
              <a:rPr lang="en-ZA" sz="2400" dirty="0" err="1"/>
              <a:t>columnlist</a:t>
            </a:r>
            <a:endParaRPr lang="en-ZA" sz="2400" dirty="0"/>
          </a:p>
          <a:p>
            <a:pPr lvl="1"/>
            <a:endParaRPr lang="en-ZA" sz="2000" dirty="0"/>
          </a:p>
          <a:p>
            <a:pPr marL="1793875" indent="-1793875">
              <a:buNone/>
              <a:tabLst>
                <a:tab pos="1793875" algn="l"/>
              </a:tabLst>
            </a:pPr>
            <a:r>
              <a:rPr lang="en-ZA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	</a:t>
            </a:r>
            <a:r>
              <a:rPr lang="en-ZA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</a:t>
            </a:r>
            <a:r>
              <a:rPr lang="en-ZA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cust_code</a:t>
            </a:r>
            <a:r>
              <a:rPr lang="en-ZA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ZA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cust_lname</a:t>
            </a:r>
            <a:r>
              <a:rPr lang="en-ZA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ZA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400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ZA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ZA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inv_num</a:t>
            </a:r>
            <a:r>
              <a:rPr lang="en-ZA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ZA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793875" indent="-1793875">
              <a:buNone/>
              <a:tabLst>
                <a:tab pos="1793875" algn="l"/>
              </a:tabLst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customer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invoice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cust_code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INVOICE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cust_code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793875" indent="-1793875">
              <a:buNone/>
              <a:tabLst>
                <a:tab pos="1793875" algn="l"/>
              </a:tabLst>
            </a:pPr>
            <a:r>
              <a:rPr lang="en-ZA" sz="24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ZA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4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ZA" sz="2400" dirty="0">
                <a:solidFill>
                  <a:srgbClr val="000000"/>
                </a:solidFill>
                <a:latin typeface="Consolas" panose="020B0609020204030204" pitchFamily="49" charset="0"/>
              </a:rPr>
              <a:t> 	</a:t>
            </a:r>
            <a:r>
              <a:rPr lang="en-ZA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</a:t>
            </a:r>
            <a:r>
              <a:rPr lang="en-ZA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cust_code</a:t>
            </a:r>
            <a:r>
              <a:rPr lang="en-ZA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ZA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cust_lname</a:t>
            </a:r>
            <a:r>
              <a:rPr lang="en-ZA" sz="2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en-ZA" sz="2400" dirty="0"/>
              <a:t> </a:t>
            </a:r>
          </a:p>
          <a:p>
            <a:endParaRPr lang="en-ZA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42A86-282B-2602-AA96-F57F2A72058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3567E-36C2-F179-773D-E74881609E5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33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EBB940-F1FF-6F38-B9D2-E4A755A6003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3171" y="53339"/>
            <a:ext cx="4832141" cy="2017395"/>
          </a:xfrm>
          <a:prstGeom prst="rect">
            <a:avLst/>
          </a:prstGeom>
        </p:spPr>
      </p:pic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D5AB6C88-84AA-E977-0F86-CF5E1E4F4F4D}"/>
              </a:ext>
            </a:extLst>
          </p:cNvPr>
          <p:cNvSpPr/>
          <p:nvPr/>
        </p:nvSpPr>
        <p:spPr>
          <a:xfrm>
            <a:off x="4139467" y="2424721"/>
            <a:ext cx="3138026" cy="487680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42536A43-A6A9-1E38-E024-ED816A431016}"/>
              </a:ext>
            </a:extLst>
          </p:cNvPr>
          <p:cNvSpPr/>
          <p:nvPr/>
        </p:nvSpPr>
        <p:spPr>
          <a:xfrm>
            <a:off x="2076568" y="3185160"/>
            <a:ext cx="5304620" cy="487680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36E0B35F-A7FD-0A1C-A1A2-A13262CE930C}"/>
              </a:ext>
            </a:extLst>
          </p:cNvPr>
          <p:cNvSpPr/>
          <p:nvPr/>
        </p:nvSpPr>
        <p:spPr>
          <a:xfrm>
            <a:off x="2076568" y="4453129"/>
            <a:ext cx="5304620" cy="487680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7AD6364-3FF9-6D58-B3B7-E8AC89FCD778}"/>
              </a:ext>
            </a:extLst>
          </p:cNvPr>
          <p:cNvSpPr/>
          <p:nvPr/>
        </p:nvSpPr>
        <p:spPr>
          <a:xfrm>
            <a:off x="2507530" y="2070734"/>
            <a:ext cx="1404594" cy="334137"/>
          </a:xfrm>
          <a:prstGeom prst="roundRect">
            <a:avLst/>
          </a:prstGeom>
          <a:noFill/>
          <a:ln w="5715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495C287-9589-D94F-473F-D943A276DFB6}"/>
              </a:ext>
            </a:extLst>
          </p:cNvPr>
          <p:cNvSpPr/>
          <p:nvPr/>
        </p:nvSpPr>
        <p:spPr>
          <a:xfrm>
            <a:off x="7496479" y="3261931"/>
            <a:ext cx="2429945" cy="334137"/>
          </a:xfrm>
          <a:prstGeom prst="roundRect">
            <a:avLst/>
          </a:prstGeom>
          <a:noFill/>
          <a:ln w="5715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39504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E9ECA-6E4F-59B7-B647-B6E06013F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GROUP BY error in SSMS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1B9E1-9BE6-D669-8018-6B789B82D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197204"/>
            <a:ext cx="11473200" cy="4922796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Msg 8120, Level 16, State 1, Line 1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 '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customer.CUST_LNAME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is invalid in the select list because it is not contained in either an aggregate function or the GROUP BY clause.</a:t>
            </a:r>
            <a:endParaRPr lang="en-ZA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884363" indent="-1884363">
              <a:buNone/>
              <a:tabLst>
                <a:tab pos="1884363" algn="l"/>
              </a:tabLst>
            </a:pPr>
            <a:endParaRPr lang="en-ZA" sz="2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1884363" indent="-1884363">
              <a:buNone/>
              <a:tabLst>
                <a:tab pos="1884363" algn="l"/>
              </a:tabLst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SELECT	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</a:t>
            </a:r>
            <a:r>
              <a:rPr lang="en-ZA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cust_code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cust_lname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inv_num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ZA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884363" indent="-1884363">
              <a:buNone/>
              <a:tabLst>
                <a:tab pos="1884363" algn="l"/>
              </a:tabLst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customer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invoice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cust_code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INVOICE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cust_code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884363" indent="-1884363">
              <a:buNone/>
              <a:tabLst>
                <a:tab pos="1884363" algn="l"/>
              </a:tabLst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</a:t>
            </a:r>
            <a:r>
              <a:rPr lang="en-ZA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cust_code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ZA" sz="2800" dirty="0"/>
          </a:p>
          <a:p>
            <a:pPr marL="0" indent="0">
              <a:buNone/>
            </a:pPr>
            <a:endParaRPr lang="en-Z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4F78D-F1F6-E3C7-A3EB-38E98523EFF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ED68E-ADC5-AA12-FF14-8277E2B7267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34</a:t>
            </a:fld>
            <a:endParaRPr lang="en-US" noProof="0"/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FD78FAFF-5FFC-97C3-24DB-72012039599A}"/>
              </a:ext>
            </a:extLst>
          </p:cNvPr>
          <p:cNvSpPr/>
          <p:nvPr/>
        </p:nvSpPr>
        <p:spPr>
          <a:xfrm>
            <a:off x="6096000" y="3208706"/>
            <a:ext cx="2091840" cy="537029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Left Arrow 8">
            <a:extLst>
              <a:ext uri="{FF2B5EF4-FFF2-40B4-BE49-F238E27FC236}">
                <a16:creationId xmlns:a16="http://schemas.microsoft.com/office/drawing/2014/main" id="{6E7207FF-030C-CFC9-C280-2DFDE3948B68}"/>
              </a:ext>
            </a:extLst>
          </p:cNvPr>
          <p:cNvSpPr/>
          <p:nvPr/>
        </p:nvSpPr>
        <p:spPr>
          <a:xfrm>
            <a:off x="6445012" y="4914833"/>
            <a:ext cx="1296607" cy="203199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Left Arrow 9">
            <a:extLst>
              <a:ext uri="{FF2B5EF4-FFF2-40B4-BE49-F238E27FC236}">
                <a16:creationId xmlns:a16="http://schemas.microsoft.com/office/drawing/2014/main" id="{9405D379-CCDF-9F02-3237-EF506B8B47B6}"/>
              </a:ext>
            </a:extLst>
          </p:cNvPr>
          <p:cNvSpPr/>
          <p:nvPr/>
        </p:nvSpPr>
        <p:spPr>
          <a:xfrm rot="16200000">
            <a:off x="6535074" y="4269018"/>
            <a:ext cx="1118620" cy="173010"/>
          </a:xfrm>
          <a:prstGeom prst="leftArrow">
            <a:avLst>
              <a:gd name="adj1" fmla="val 54762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1958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ABB1E-163D-BEF2-F96C-F7D8B806B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HAVING clause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136D5-51CD-49D1-5BE2-75FB81452C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400" dirty="0"/>
              <a:t>Useful extension of GROUP BY</a:t>
            </a:r>
          </a:p>
          <a:p>
            <a:endParaRPr lang="en-ZA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5C077-3B5E-89E0-8B2B-FCE51E08E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800" dirty="0"/>
              <a:t>Restrict data based on </a:t>
            </a:r>
            <a:r>
              <a:rPr lang="en-ZA" sz="2800" dirty="0">
                <a:solidFill>
                  <a:srgbClr val="FF28FF"/>
                </a:solidFill>
              </a:rPr>
              <a:t>aggregate</a:t>
            </a:r>
            <a:r>
              <a:rPr lang="en-ZA" sz="2800" dirty="0"/>
              <a:t> value</a:t>
            </a:r>
          </a:p>
          <a:p>
            <a:pPr marL="0" indent="0">
              <a:buNone/>
            </a:pPr>
            <a:r>
              <a:rPr lang="en-ZA" sz="2800" dirty="0"/>
              <a:t>Restricts groups (not individual rows)</a:t>
            </a:r>
          </a:p>
          <a:p>
            <a:pPr marL="0" indent="0">
              <a:buNone/>
            </a:pPr>
            <a:r>
              <a:rPr lang="en-ZA" sz="2800" dirty="0"/>
              <a:t>May have both HAVING and ORDER BY clauses</a:t>
            </a:r>
          </a:p>
          <a:p>
            <a:pPr lvl="1"/>
            <a:r>
              <a:rPr lang="en-ZA" sz="2400" dirty="0"/>
              <a:t>Specify column expression used in SELECT statement </a:t>
            </a:r>
            <a:r>
              <a:rPr lang="en-ZA" sz="2400" dirty="0" err="1"/>
              <a:t>columnlist</a:t>
            </a:r>
            <a:endParaRPr lang="en-ZA" sz="2400" dirty="0"/>
          </a:p>
          <a:p>
            <a:endParaRPr lang="en-Z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087E7-0C2A-1EB7-0F3A-73A4B9C3B0B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516C9-5EF9-2B4C-2669-D219E58FE8C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35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747143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718DD-886A-7795-FFE0-863AA660D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HAVING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7EF7B-A882-5C02-E917-6750C8B09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857080"/>
            <a:ext cx="11473200" cy="4262920"/>
          </a:xfrm>
        </p:spPr>
        <p:txBody>
          <a:bodyPr/>
          <a:lstStyle/>
          <a:p>
            <a:pPr marL="1795463" indent="-1795463">
              <a:buNone/>
              <a:tabLst>
                <a:tab pos="1795463" algn="l"/>
              </a:tabLst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SELECT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stuFname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stuLname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modCredit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TotalCredit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795463" indent="-1795463">
              <a:buNone/>
              <a:tabLst>
                <a:tab pos="1795463" algn="l"/>
              </a:tabLst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	Module 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takes </a:t>
            </a: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Module</a:t>
            </a:r>
            <a:r>
              <a:rPr lang="en-ZA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modCode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takes</a:t>
            </a:r>
            <a:r>
              <a:rPr lang="en-ZA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modCode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student </a:t>
            </a: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takes</a:t>
            </a:r>
            <a:r>
              <a:rPr lang="en-ZA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stuNo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</a:t>
            </a:r>
            <a:r>
              <a:rPr lang="en-ZA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stuNo</a:t>
            </a:r>
            <a:endParaRPr lang="en-ZA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795463" indent="-1795463">
              <a:buNone/>
              <a:tabLst>
                <a:tab pos="1795463" algn="l"/>
              </a:tabLst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BY	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stuFname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stuLname</a:t>
            </a:r>
            <a:endParaRPr lang="en-ZA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795463" indent="-1795463">
              <a:buNone/>
              <a:tabLst>
                <a:tab pos="1795463" algn="l"/>
              </a:tabLst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HAVING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ZA" sz="28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modCredit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)&gt;=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16</a:t>
            </a:r>
          </a:p>
          <a:p>
            <a:pPr marL="1795463" indent="-1795463">
              <a:buNone/>
              <a:tabLst>
                <a:tab pos="1795463" algn="l"/>
              </a:tabLst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BY	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stuLname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DESC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ZA" sz="2800" dirty="0"/>
          </a:p>
          <a:p>
            <a:endParaRPr lang="en-Z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180F4-7C29-518C-C203-3852D5CDA02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33041-E8A6-539F-4BC7-6AF6C84A514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36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384CC7-CADD-6F14-42D9-2B0A538F2F5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8070" y="36000"/>
            <a:ext cx="6200809" cy="16884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70F374-731D-DDA6-2099-A9437C792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825" y="3336030"/>
            <a:ext cx="5660375" cy="2517527"/>
          </a:xfrm>
          <a:prstGeom prst="rect">
            <a:avLst/>
          </a:prstGeom>
          <a:ln w="38100" cap="sq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817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718DD-886A-7795-FFE0-863AA660D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HAVING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7EF7B-A882-5C02-E917-6750C8B09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857080"/>
            <a:ext cx="11473200" cy="4262920"/>
          </a:xfrm>
        </p:spPr>
        <p:txBody>
          <a:bodyPr/>
          <a:lstStyle/>
          <a:p>
            <a:pPr marL="1795463" indent="-1795463">
              <a:buNone/>
              <a:tabLst>
                <a:tab pos="1795463" algn="l"/>
              </a:tabLst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SELECT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stuFname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stuLname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modCredit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TotalCredit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795463" indent="-1795463">
              <a:buNone/>
              <a:tabLst>
                <a:tab pos="1795463" algn="l"/>
              </a:tabLst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	Module 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takes </a:t>
            </a: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Module</a:t>
            </a:r>
            <a:r>
              <a:rPr lang="en-ZA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modCode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takes</a:t>
            </a:r>
            <a:r>
              <a:rPr lang="en-ZA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modCode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student </a:t>
            </a: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takes</a:t>
            </a:r>
            <a:r>
              <a:rPr lang="en-ZA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stuNo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</a:t>
            </a:r>
            <a:r>
              <a:rPr lang="en-ZA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stuNo</a:t>
            </a:r>
            <a:endParaRPr lang="en-ZA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795463" indent="-1795463">
              <a:buNone/>
              <a:tabLst>
                <a:tab pos="1795463" algn="l"/>
              </a:tabLst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BY	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stuFname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stuLname</a:t>
            </a:r>
            <a:endParaRPr lang="en-ZA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795463" indent="-1795463">
              <a:buNone/>
              <a:tabLst>
                <a:tab pos="1790700" algn="l"/>
              </a:tabLst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HAVING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TotalCredit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&gt;=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16</a:t>
            </a:r>
          </a:p>
          <a:p>
            <a:pPr marL="1795463" indent="-1795463">
              <a:buNone/>
              <a:tabLst>
                <a:tab pos="1795463" algn="l"/>
              </a:tabLst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BY	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stuLname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DESC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ZA" sz="2800" dirty="0"/>
          </a:p>
          <a:p>
            <a:endParaRPr lang="en-Z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180F4-7C29-518C-C203-3852D5CDA02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33041-E8A6-539F-4BC7-6AF6C84A514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37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384CC7-CADD-6F14-42D9-2B0A538F2F5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8070" y="36000"/>
            <a:ext cx="6200809" cy="16884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46A8D6-A93A-7CF6-30EB-67B54301DEC6}"/>
              </a:ext>
            </a:extLst>
          </p:cNvPr>
          <p:cNvSpPr txBox="1"/>
          <p:nvPr/>
        </p:nvSpPr>
        <p:spPr>
          <a:xfrm>
            <a:off x="5194572" y="3633637"/>
            <a:ext cx="6997428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Msg</a:t>
            </a: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207, Level 16, State 1, Line 4</a:t>
            </a:r>
          </a:p>
          <a:p>
            <a:r>
              <a:rPr lang="en-ZA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Invalid column name '</a:t>
            </a:r>
            <a:r>
              <a:rPr lang="en-ZA" sz="2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totalcredit</a:t>
            </a:r>
            <a:r>
              <a:rPr lang="en-ZA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'.</a:t>
            </a:r>
          </a:p>
        </p:txBody>
      </p:sp>
      <p:sp>
        <p:nvSpPr>
          <p:cNvPr id="9" name="Rounded Rectangle 13">
            <a:extLst>
              <a:ext uri="{FF2B5EF4-FFF2-40B4-BE49-F238E27FC236}">
                <a16:creationId xmlns:a16="http://schemas.microsoft.com/office/drawing/2014/main" id="{91CBA1BD-97F3-69D4-4EE0-A087167780B9}"/>
              </a:ext>
            </a:extLst>
          </p:cNvPr>
          <p:cNvSpPr/>
          <p:nvPr/>
        </p:nvSpPr>
        <p:spPr>
          <a:xfrm>
            <a:off x="237762" y="3704695"/>
            <a:ext cx="4956810" cy="56769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925322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9DAA6-5689-D70D-4B9D-E47412797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HAVING and WHERE clauses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A63E96-F849-FDDB-88CF-A2719AE2D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866506"/>
            <a:ext cx="11473200" cy="4253493"/>
          </a:xfrm>
        </p:spPr>
        <p:txBody>
          <a:bodyPr/>
          <a:lstStyle/>
          <a:p>
            <a:pPr marL="1793875" indent="-1793875">
              <a:buNone/>
              <a:tabLst>
                <a:tab pos="1793875" algn="l"/>
              </a:tabLst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SELECT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stuFName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stuLname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takes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modCode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modCredit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TotalCredit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793875" indent="-1793875">
              <a:buNone/>
              <a:tabLst>
                <a:tab pos="1793875" algn="l"/>
              </a:tabLst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	Module 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takes </a:t>
            </a: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Module</a:t>
            </a:r>
            <a:r>
              <a:rPr lang="en-ZA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modCode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takes</a:t>
            </a:r>
            <a:r>
              <a:rPr lang="en-ZA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modCode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student </a:t>
            </a: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takes</a:t>
            </a:r>
            <a:r>
              <a:rPr lang="en-ZA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stuNo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</a:t>
            </a:r>
            <a:r>
              <a:rPr lang="en-ZA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stuNo</a:t>
            </a:r>
            <a:endParaRPr lang="en-ZA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793875" indent="-1793875">
              <a:buNone/>
              <a:tabLst>
                <a:tab pos="1793875" algn="l"/>
              </a:tabLst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	Mark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&gt;=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50</a:t>
            </a:r>
          </a:p>
          <a:p>
            <a:pPr marL="1793875" indent="-1793875">
              <a:buNone/>
              <a:tabLst>
                <a:tab pos="1793875" algn="l"/>
              </a:tabLst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BY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stuFName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stuLname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takes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modCode</a:t>
            </a:r>
            <a:endParaRPr lang="en-ZA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793875" indent="-1793875">
              <a:buNone/>
              <a:tabLst>
                <a:tab pos="1793875" algn="l"/>
              </a:tabLst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HAVING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ZA" sz="28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modCredit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)&gt;=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16</a:t>
            </a:r>
          </a:p>
          <a:p>
            <a:pPr marL="1793875" indent="-1793875">
              <a:buNone/>
              <a:tabLst>
                <a:tab pos="1793875" algn="l"/>
              </a:tabLst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BY	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stuLname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DESC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ZA" sz="2800" dirty="0"/>
          </a:p>
          <a:p>
            <a:endParaRPr lang="en-Z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3837E-B465-13A6-43E6-83F24D35824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B8D81-B6A6-F863-5624-B982466F0CF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38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71B514-77E5-9A7D-0A74-13F0D9646FE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1191" y="55778"/>
            <a:ext cx="6200809" cy="168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4582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D1C053-51A4-4EA0-C07A-A27EF89D6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2111604"/>
            <a:ext cx="11473200" cy="4008396"/>
          </a:xfrm>
        </p:spPr>
        <p:txBody>
          <a:bodyPr/>
          <a:lstStyle/>
          <a:p>
            <a:pPr marL="1795463" indent="-1795463">
              <a:buNone/>
              <a:tabLst>
                <a:tab pos="1795463" algn="l"/>
              </a:tabLst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SELECT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stuFname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stuLname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795463" indent="-1795463">
              <a:buNone/>
              <a:tabLst>
                <a:tab pos="1795463" algn="l"/>
              </a:tabLst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	Module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takes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student</a:t>
            </a:r>
          </a:p>
          <a:p>
            <a:pPr marL="1795463" indent="-1795463">
              <a:buNone/>
              <a:tabLst>
                <a:tab pos="1795463" algn="l"/>
              </a:tabLst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ZA" sz="2800" dirty="0"/>
              <a:t>	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Module</a:t>
            </a:r>
            <a:r>
              <a:rPr lang="en-ZA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modCode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takes</a:t>
            </a:r>
            <a:r>
              <a:rPr lang="en-ZA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modCode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takes</a:t>
            </a:r>
            <a:r>
              <a:rPr lang="en-ZA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stuNo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</a:t>
            </a:r>
            <a:r>
              <a:rPr lang="en-ZA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stuNo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takes.Year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&lt; 2001</a:t>
            </a:r>
          </a:p>
          <a:p>
            <a:endParaRPr lang="en-Z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919E9-7F45-B960-D7E5-70FF655D986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77354-B73E-BA50-C56B-9AF52482FBB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39</a:t>
            </a:fld>
            <a:endParaRPr lang="en-US" noProof="0"/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084F0FB2-7D1C-AEA8-E0D2-8E54DA0C3B18}"/>
              </a:ext>
            </a:extLst>
          </p:cNvPr>
          <p:cNvSpPr/>
          <p:nvPr/>
        </p:nvSpPr>
        <p:spPr>
          <a:xfrm>
            <a:off x="625324" y="92552"/>
            <a:ext cx="10941352" cy="166961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 NOT use old-style joins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(i.e. join condition in WHERE clause)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C86B722-C5A2-346F-DB3A-4883D1E77E13}"/>
              </a:ext>
            </a:extLst>
          </p:cNvPr>
          <p:cNvSpPr/>
          <p:nvPr/>
        </p:nvSpPr>
        <p:spPr>
          <a:xfrm>
            <a:off x="2016420" y="3055603"/>
            <a:ext cx="5767754" cy="918102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8129188-341E-FAA1-28D1-050B9F21DC01}"/>
              </a:ext>
            </a:extLst>
          </p:cNvPr>
          <p:cNvSpPr/>
          <p:nvPr/>
        </p:nvSpPr>
        <p:spPr>
          <a:xfrm rot="20787454">
            <a:off x="2390808" y="3359112"/>
            <a:ext cx="4873658" cy="31108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172E33-992E-5560-C92D-CD170ECAE55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4183" y="4323145"/>
            <a:ext cx="6200809" cy="168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60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0CC3-D10B-D153-A4BE-C48462ED3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Table joins with an alias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1E76C-BBF4-3439-9D58-FB5C784F99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400" dirty="0"/>
              <a:t>Alias used to identify source table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9627B9-DCBB-4A3C-C9B3-D628E2E59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2139886"/>
            <a:ext cx="11473200" cy="3980114"/>
          </a:xfrm>
        </p:spPr>
        <p:txBody>
          <a:bodyPr/>
          <a:lstStyle/>
          <a:p>
            <a:pPr marL="0" indent="0">
              <a:buNone/>
            </a:pPr>
            <a:r>
              <a:rPr lang="en-ZA" sz="2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ZA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stuNo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ZA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stuFname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ZA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stuLname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lang="en-ZA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modCode</a:t>
            </a:r>
            <a:r>
              <a:rPr lang="en-ZA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ZA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lang="en-ZA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ZA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Mark</a:t>
            </a:r>
            <a:endParaRPr lang="en-ZA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student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s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takes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t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stuNo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stuNo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ZA" sz="2800" dirty="0"/>
          </a:p>
          <a:p>
            <a:endParaRPr lang="en-Z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BCBE6-DD9F-1D76-C3E1-42D7655AD2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437D5-340D-D97F-375A-0780636A840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40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90F529-0B4F-4FB2-9FE4-F58BB70E82B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37097" y="36000"/>
            <a:ext cx="4056103" cy="168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2284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512E-7D3E-5A2B-1AF9-5872C693B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Recursive (self) join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AE08C-E1E2-ABDE-20A9-D7B9DDCA0B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400" dirty="0"/>
              <a:t>Employee table (emp) lists manager information and employee information</a:t>
            </a:r>
          </a:p>
          <a:p>
            <a:endParaRPr lang="en-ZA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61672-2275-341A-248E-0479F043D76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A4BE1-3064-8358-9DEB-C9B8FC7E5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41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656736-A78F-83FD-EC95-D6614C86B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8" y="1578105"/>
            <a:ext cx="12097344" cy="403244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6C2B757-7F48-4F4C-8D0A-E10061A0325D}"/>
              </a:ext>
            </a:extLst>
          </p:cNvPr>
          <p:cNvSpPr/>
          <p:nvPr/>
        </p:nvSpPr>
        <p:spPr>
          <a:xfrm>
            <a:off x="0" y="1828800"/>
            <a:ext cx="12192000" cy="289667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6AC782-5F55-49C6-A9A8-785AA777C0F0}"/>
              </a:ext>
            </a:extLst>
          </p:cNvPr>
          <p:cNvSpPr/>
          <p:nvPr/>
        </p:nvSpPr>
        <p:spPr>
          <a:xfrm>
            <a:off x="0" y="2938652"/>
            <a:ext cx="12192000" cy="289667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2C5A556-5E5E-43EA-9D2C-925DF9F7CB7B}"/>
              </a:ext>
            </a:extLst>
          </p:cNvPr>
          <p:cNvSpPr/>
          <p:nvPr/>
        </p:nvSpPr>
        <p:spPr>
          <a:xfrm>
            <a:off x="0" y="3588602"/>
            <a:ext cx="12192000" cy="289667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507F7EA-7F16-4874-9388-FDCD656036F6}"/>
              </a:ext>
            </a:extLst>
          </p:cNvPr>
          <p:cNvSpPr/>
          <p:nvPr/>
        </p:nvSpPr>
        <p:spPr>
          <a:xfrm>
            <a:off x="47328" y="1578105"/>
            <a:ext cx="11204605" cy="4199895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1365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0" grpId="0" animBg="1"/>
      <p:bldP spid="10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6E29E-697D-D2E9-106B-CC1864A41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Who manages whom?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43A2FF-DF8D-5EC1-88F4-110864465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800" dirty="0"/>
              <a:t>Get list of </a:t>
            </a:r>
          </a:p>
          <a:p>
            <a:r>
              <a:rPr lang="en-ZA" sz="2400" dirty="0"/>
              <a:t>employee numbers and last names of managers AND </a:t>
            </a:r>
          </a:p>
          <a:p>
            <a:r>
              <a:rPr lang="en-ZA" sz="2400" dirty="0"/>
              <a:t>employee numbers and last names of managed employees; </a:t>
            </a:r>
          </a:p>
          <a:p>
            <a:r>
              <a:rPr lang="en-ZA" sz="2400" dirty="0"/>
              <a:t>order by manager number. </a:t>
            </a:r>
          </a:p>
          <a:p>
            <a:endParaRPr lang="en-ZA" sz="2800" dirty="0"/>
          </a:p>
          <a:p>
            <a:pPr marL="0" indent="0">
              <a:buNone/>
            </a:pPr>
            <a:r>
              <a:rPr lang="en-ZA" sz="2800" dirty="0"/>
              <a:t>Table to be joined to itself (i.e. work with 2 copies of same table)</a:t>
            </a:r>
          </a:p>
          <a:p>
            <a:r>
              <a:rPr lang="en-ZA" sz="2400" dirty="0"/>
              <a:t>One copy representing “managers”</a:t>
            </a:r>
          </a:p>
          <a:p>
            <a:r>
              <a:rPr lang="en-ZA" sz="2400" dirty="0"/>
              <a:t>One copy representing “employees being managed”</a:t>
            </a:r>
          </a:p>
          <a:p>
            <a:endParaRPr lang="en-Z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C0DCA-6C38-4E52-D386-F85F74D6FBF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A2163-242A-2468-1D0D-71A713B0BEF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42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0077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BFA0D-2854-5B36-27DC-42C500902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3712379" cy="540000"/>
          </a:xfrm>
        </p:spPr>
        <p:txBody>
          <a:bodyPr/>
          <a:lstStyle/>
          <a:p>
            <a:r>
              <a:rPr lang="en-ZA" dirty="0"/>
              <a:t>Who manages whom?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9ACE1-E46E-0080-C1A3-826FF7706C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74" y="169682"/>
            <a:ext cx="7655564" cy="127068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ZA" sz="2000" dirty="0"/>
              <a:t>Get list of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ZA" sz="2000" dirty="0"/>
              <a:t>emp numbers and last names of managers AND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ZA" sz="2000" dirty="0"/>
              <a:t>emp numbers and last names of managed employees;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ZA" sz="2000" dirty="0"/>
              <a:t>order by manager number.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B9C13-029D-C440-83AC-8A8F88267C9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10C4C-CFCA-C462-C983-C5DAF797D73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43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66546D-108B-D376-32CA-0F94A0DB0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3" y="1440362"/>
            <a:ext cx="12030474" cy="401015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AA34BF5-677A-490B-AB34-D62ECC784BB3}"/>
              </a:ext>
            </a:extLst>
          </p:cNvPr>
          <p:cNvSpPr/>
          <p:nvPr/>
        </p:nvSpPr>
        <p:spPr>
          <a:xfrm>
            <a:off x="11092636" y="1373603"/>
            <a:ext cx="1016517" cy="4143676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274C2C-F7A0-49DA-942E-CC6CE69B8879}"/>
              </a:ext>
            </a:extLst>
          </p:cNvPr>
          <p:cNvSpPr/>
          <p:nvPr/>
        </p:nvSpPr>
        <p:spPr>
          <a:xfrm>
            <a:off x="2185708" y="1357163"/>
            <a:ext cx="1016517" cy="4143676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1046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87005-CFC6-D153-E228-AD860F108A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06D02-0CDA-0419-1E96-6DB6F0D9FA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44</a:t>
            </a:fld>
            <a:endParaRPr lang="en-US" noProof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A9B4CB-3A09-5188-569D-3724DEA6F726}"/>
              </a:ext>
            </a:extLst>
          </p:cNvPr>
          <p:cNvSpPr txBox="1">
            <a:spLocks/>
          </p:cNvSpPr>
          <p:nvPr/>
        </p:nvSpPr>
        <p:spPr>
          <a:xfrm>
            <a:off x="40722" y="1391418"/>
            <a:ext cx="12110556" cy="1904383"/>
          </a:xfrm>
          <a:prstGeom prst="rect">
            <a:avLst/>
          </a:prstGeom>
        </p:spPr>
        <p:txBody>
          <a:bodyPr>
            <a:normAutofit/>
          </a:bodyPr>
          <a:lstStyle>
            <a:lvl1pPr marL="263525" indent="-263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536575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811213" indent="-2746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07473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34778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36688" indent="-1436688">
              <a:buFont typeface="Arial" panose="020B0604020202020204" pitchFamily="34" charset="0"/>
              <a:buNone/>
              <a:tabLst>
                <a:tab pos="1436688" algn="l"/>
              </a:tabLst>
            </a:pPr>
            <a:r>
              <a:rPr lang="en-ZA" sz="2400" dirty="0">
                <a:latin typeface="Consolas" panose="020B0609020204030204" pitchFamily="49" charset="0"/>
              </a:rPr>
              <a:t>SELECT	</a:t>
            </a:r>
            <a:r>
              <a:rPr lang="en-ZA" sz="2400" dirty="0" err="1">
                <a:solidFill>
                  <a:schemeClr val="accent3"/>
                </a:solidFill>
                <a:latin typeface="Consolas" panose="020B0609020204030204" pitchFamily="49" charset="0"/>
              </a:rPr>
              <a:t>e.emp_mgr</a:t>
            </a:r>
            <a:r>
              <a:rPr lang="en-ZA" sz="2400" dirty="0">
                <a:latin typeface="Consolas" panose="020B0609020204030204" pitchFamily="49" charset="0"/>
              </a:rPr>
              <a:t>, </a:t>
            </a:r>
            <a:r>
              <a:rPr lang="en-ZA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m.emp_lname</a:t>
            </a:r>
            <a:r>
              <a:rPr lang="en-ZA" sz="2400" dirty="0">
                <a:latin typeface="Consolas" panose="020B0609020204030204" pitchFamily="49" charset="0"/>
              </a:rPr>
              <a:t>, </a:t>
            </a:r>
            <a:r>
              <a:rPr lang="en-ZA" sz="2400" dirty="0" err="1">
                <a:solidFill>
                  <a:schemeClr val="accent3"/>
                </a:solidFill>
                <a:latin typeface="Consolas" panose="020B0609020204030204" pitchFamily="49" charset="0"/>
              </a:rPr>
              <a:t>e.emp_num</a:t>
            </a:r>
            <a:r>
              <a:rPr lang="en-ZA" sz="2400" dirty="0">
                <a:latin typeface="Consolas" panose="020B0609020204030204" pitchFamily="49" charset="0"/>
              </a:rPr>
              <a:t>, </a:t>
            </a:r>
            <a:r>
              <a:rPr lang="en-ZA" sz="2400" dirty="0" err="1">
                <a:solidFill>
                  <a:schemeClr val="accent3"/>
                </a:solidFill>
                <a:latin typeface="Consolas" panose="020B0609020204030204" pitchFamily="49" charset="0"/>
              </a:rPr>
              <a:t>e.emp_lname</a:t>
            </a:r>
            <a:endParaRPr lang="en-ZA" sz="2400" dirty="0">
              <a:solidFill>
                <a:schemeClr val="accent3"/>
              </a:solidFill>
              <a:latin typeface="Consolas" panose="020B0609020204030204" pitchFamily="49" charset="0"/>
            </a:endParaRPr>
          </a:p>
          <a:p>
            <a:pPr marL="1436688" indent="-1436688">
              <a:buFont typeface="Arial" panose="020B0604020202020204" pitchFamily="34" charset="0"/>
              <a:buNone/>
              <a:tabLst>
                <a:tab pos="1436688" algn="l"/>
              </a:tabLst>
            </a:pPr>
            <a:r>
              <a:rPr lang="en-ZA" sz="2400" dirty="0">
                <a:latin typeface="Consolas" panose="020B0609020204030204" pitchFamily="49" charset="0"/>
              </a:rPr>
              <a:t>FROM	</a:t>
            </a:r>
            <a:r>
              <a:rPr lang="en-ZA" sz="2400" dirty="0">
                <a:solidFill>
                  <a:schemeClr val="accent3"/>
                </a:solidFill>
                <a:latin typeface="Consolas" panose="020B0609020204030204" pitchFamily="49" charset="0"/>
              </a:rPr>
              <a:t>emp as e </a:t>
            </a:r>
            <a:r>
              <a:rPr lang="en-ZA" sz="2400" dirty="0">
                <a:latin typeface="Consolas" panose="020B0609020204030204" pitchFamily="49" charset="0"/>
              </a:rPr>
              <a:t>inner join </a:t>
            </a:r>
            <a:r>
              <a:rPr lang="en-ZA" sz="2400" dirty="0">
                <a:solidFill>
                  <a:srgbClr val="00B050"/>
                </a:solidFill>
                <a:latin typeface="Consolas" panose="020B0609020204030204" pitchFamily="49" charset="0"/>
              </a:rPr>
              <a:t>emp as m </a:t>
            </a:r>
            <a:r>
              <a:rPr lang="en-ZA" sz="2400" dirty="0">
                <a:latin typeface="Consolas" panose="020B0609020204030204" pitchFamily="49" charset="0"/>
              </a:rPr>
              <a:t>on </a:t>
            </a:r>
            <a:r>
              <a:rPr lang="en-ZA" sz="2400" dirty="0" err="1">
                <a:solidFill>
                  <a:schemeClr val="accent3"/>
                </a:solidFill>
                <a:latin typeface="Consolas" panose="020B0609020204030204" pitchFamily="49" charset="0"/>
              </a:rPr>
              <a:t>e.emp_mgr</a:t>
            </a:r>
            <a:r>
              <a:rPr lang="en-ZA" sz="2400" dirty="0">
                <a:solidFill>
                  <a:schemeClr val="accent3"/>
                </a:solidFill>
                <a:latin typeface="Consolas" panose="020B0609020204030204" pitchFamily="49" charset="0"/>
              </a:rPr>
              <a:t> </a:t>
            </a:r>
            <a:r>
              <a:rPr lang="en-ZA" sz="2400" dirty="0">
                <a:latin typeface="Consolas" panose="020B0609020204030204" pitchFamily="49" charset="0"/>
              </a:rPr>
              <a:t>= </a:t>
            </a:r>
            <a:r>
              <a:rPr lang="en-ZA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m.emp_num</a:t>
            </a:r>
            <a:endParaRPr lang="en-ZA" sz="24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1436688" indent="-1436688">
              <a:buFont typeface="Arial" panose="020B0604020202020204" pitchFamily="34" charset="0"/>
              <a:buNone/>
              <a:tabLst>
                <a:tab pos="1436688" algn="l"/>
              </a:tabLst>
            </a:pPr>
            <a:r>
              <a:rPr lang="en-ZA" sz="2400" dirty="0">
                <a:latin typeface="Consolas" panose="020B0609020204030204" pitchFamily="49" charset="0"/>
              </a:rPr>
              <a:t>ORDER BY	</a:t>
            </a:r>
            <a:r>
              <a:rPr lang="en-ZA" sz="2400" dirty="0" err="1">
                <a:solidFill>
                  <a:schemeClr val="accent3"/>
                </a:solidFill>
                <a:latin typeface="Consolas" panose="020B0609020204030204" pitchFamily="49" charset="0"/>
              </a:rPr>
              <a:t>e.emp_mgr</a:t>
            </a:r>
            <a:r>
              <a:rPr lang="en-ZA" sz="2400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6993E1-179D-446C-804A-40C85447FBF0}"/>
              </a:ext>
            </a:extLst>
          </p:cNvPr>
          <p:cNvSpPr txBox="1"/>
          <p:nvPr/>
        </p:nvSpPr>
        <p:spPr>
          <a:xfrm>
            <a:off x="5293880" y="67979"/>
            <a:ext cx="701826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ZA" dirty="0"/>
              <a:t>Get list of </a:t>
            </a:r>
          </a:p>
          <a:p>
            <a:r>
              <a:rPr lang="en-ZA" dirty="0" err="1">
                <a:solidFill>
                  <a:srgbClr val="00B050"/>
                </a:solidFill>
              </a:rPr>
              <a:t>emp</a:t>
            </a:r>
            <a:r>
              <a:rPr lang="en-ZA" dirty="0">
                <a:solidFill>
                  <a:srgbClr val="00B050"/>
                </a:solidFill>
              </a:rPr>
              <a:t> numbers and last names of managers</a:t>
            </a:r>
            <a:r>
              <a:rPr lang="en-ZA" dirty="0"/>
              <a:t> AND </a:t>
            </a:r>
          </a:p>
          <a:p>
            <a:r>
              <a:rPr lang="en-ZA" dirty="0" err="1">
                <a:solidFill>
                  <a:schemeClr val="accent3"/>
                </a:solidFill>
              </a:rPr>
              <a:t>emp</a:t>
            </a:r>
            <a:r>
              <a:rPr lang="en-ZA" dirty="0">
                <a:solidFill>
                  <a:schemeClr val="accent3"/>
                </a:solidFill>
              </a:rPr>
              <a:t> numbers and last names of managed employees</a:t>
            </a:r>
            <a:r>
              <a:rPr lang="en-ZA" dirty="0"/>
              <a:t>; </a:t>
            </a:r>
          </a:p>
          <a:p>
            <a:r>
              <a:rPr lang="en-ZA" dirty="0"/>
              <a:t>order by manager number. 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B177911-542B-96D8-2525-DA2F9D4BF74C}"/>
              </a:ext>
            </a:extLst>
          </p:cNvPr>
          <p:cNvSpPr/>
          <p:nvPr/>
        </p:nvSpPr>
        <p:spPr>
          <a:xfrm>
            <a:off x="1456957" y="1759538"/>
            <a:ext cx="4906136" cy="52939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448B2E-79BD-380F-368C-81011CA151FD}"/>
              </a:ext>
            </a:extLst>
          </p:cNvPr>
          <p:cNvSpPr txBox="1"/>
          <p:nvPr/>
        </p:nvSpPr>
        <p:spPr>
          <a:xfrm>
            <a:off x="40722" y="109395"/>
            <a:ext cx="5086582" cy="9233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ZA" dirty="0">
                <a:solidFill>
                  <a:srgbClr val="C00000"/>
                </a:solidFill>
              </a:rPr>
              <a:t>Table to be joined to itself (have 2 copies of same table)</a:t>
            </a:r>
          </a:p>
          <a:p>
            <a:endParaRPr lang="en-ZA" dirty="0">
              <a:solidFill>
                <a:srgbClr val="C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9C8743-4646-2CB2-0414-7A946BB9C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4" y="2722316"/>
            <a:ext cx="11867052" cy="395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166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8E4ED5-4C90-3DC3-BFBA-907F1E6CD1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5A7945-4FBE-0EB7-3708-B3EBC49E57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45</a:t>
            </a:fld>
            <a:endParaRPr lang="en-US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C33B51-9371-F29C-3D4D-0CCA36EE3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924" y="1922272"/>
            <a:ext cx="7090884" cy="4895127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92A5B37-A69B-56C6-BDA9-CFD5D694AEDD}"/>
              </a:ext>
            </a:extLst>
          </p:cNvPr>
          <p:cNvSpPr txBox="1">
            <a:spLocks/>
          </p:cNvSpPr>
          <p:nvPr/>
        </p:nvSpPr>
        <p:spPr>
          <a:xfrm>
            <a:off x="81444" y="76116"/>
            <a:ext cx="12110556" cy="1904383"/>
          </a:xfrm>
          <a:prstGeom prst="rect">
            <a:avLst/>
          </a:prstGeom>
        </p:spPr>
        <p:txBody>
          <a:bodyPr>
            <a:normAutofit/>
          </a:bodyPr>
          <a:lstStyle>
            <a:lvl1pPr marL="263525" indent="-263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536575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811213" indent="-2746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07473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34778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36688" indent="-1436688">
              <a:buFont typeface="Arial" panose="020B0604020202020204" pitchFamily="34" charset="0"/>
              <a:buNone/>
              <a:tabLst>
                <a:tab pos="1436688" algn="l"/>
              </a:tabLst>
            </a:pPr>
            <a:r>
              <a:rPr lang="en-ZA" sz="2400" dirty="0">
                <a:latin typeface="Consolas" panose="020B0609020204030204" pitchFamily="49" charset="0"/>
              </a:rPr>
              <a:t>SELECT	</a:t>
            </a:r>
            <a:r>
              <a:rPr lang="en-ZA" sz="2400" dirty="0" err="1">
                <a:solidFill>
                  <a:schemeClr val="accent3"/>
                </a:solidFill>
                <a:latin typeface="Consolas" panose="020B0609020204030204" pitchFamily="49" charset="0"/>
              </a:rPr>
              <a:t>e.emp_mgr</a:t>
            </a:r>
            <a:r>
              <a:rPr lang="en-ZA" sz="2400" dirty="0">
                <a:latin typeface="Consolas" panose="020B0609020204030204" pitchFamily="49" charset="0"/>
              </a:rPr>
              <a:t>, </a:t>
            </a:r>
            <a:r>
              <a:rPr lang="en-ZA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m.emp_lname</a:t>
            </a:r>
            <a:r>
              <a:rPr lang="en-ZA" sz="2400" dirty="0">
                <a:latin typeface="Consolas" panose="020B0609020204030204" pitchFamily="49" charset="0"/>
              </a:rPr>
              <a:t>, </a:t>
            </a:r>
            <a:r>
              <a:rPr lang="en-ZA" sz="2400" dirty="0" err="1">
                <a:solidFill>
                  <a:schemeClr val="accent3"/>
                </a:solidFill>
                <a:latin typeface="Consolas" panose="020B0609020204030204" pitchFamily="49" charset="0"/>
              </a:rPr>
              <a:t>e.emp_num</a:t>
            </a:r>
            <a:r>
              <a:rPr lang="en-ZA" sz="2400" dirty="0">
                <a:latin typeface="Consolas" panose="020B0609020204030204" pitchFamily="49" charset="0"/>
              </a:rPr>
              <a:t>, </a:t>
            </a:r>
            <a:r>
              <a:rPr lang="en-ZA" sz="2400" dirty="0" err="1">
                <a:solidFill>
                  <a:schemeClr val="accent3"/>
                </a:solidFill>
                <a:latin typeface="Consolas" panose="020B0609020204030204" pitchFamily="49" charset="0"/>
              </a:rPr>
              <a:t>e.emp_lname</a:t>
            </a:r>
            <a:endParaRPr lang="en-ZA" sz="2400" dirty="0">
              <a:solidFill>
                <a:schemeClr val="accent3"/>
              </a:solidFill>
              <a:latin typeface="Consolas" panose="020B0609020204030204" pitchFamily="49" charset="0"/>
            </a:endParaRPr>
          </a:p>
          <a:p>
            <a:pPr marL="1436688" indent="-1436688">
              <a:buFont typeface="Arial" panose="020B0604020202020204" pitchFamily="34" charset="0"/>
              <a:buNone/>
              <a:tabLst>
                <a:tab pos="1436688" algn="l"/>
              </a:tabLst>
            </a:pPr>
            <a:r>
              <a:rPr lang="en-ZA" sz="2400" dirty="0">
                <a:latin typeface="Consolas" panose="020B0609020204030204" pitchFamily="49" charset="0"/>
              </a:rPr>
              <a:t>FROM	</a:t>
            </a:r>
            <a:r>
              <a:rPr lang="en-ZA" sz="2400" dirty="0">
                <a:solidFill>
                  <a:schemeClr val="accent3"/>
                </a:solidFill>
                <a:latin typeface="Consolas" panose="020B0609020204030204" pitchFamily="49" charset="0"/>
              </a:rPr>
              <a:t>emp as e </a:t>
            </a:r>
            <a:r>
              <a:rPr lang="en-ZA" sz="2400" dirty="0">
                <a:latin typeface="Consolas" panose="020B0609020204030204" pitchFamily="49" charset="0"/>
              </a:rPr>
              <a:t>inner join </a:t>
            </a:r>
            <a:r>
              <a:rPr lang="en-ZA" sz="2400" dirty="0">
                <a:solidFill>
                  <a:srgbClr val="00B050"/>
                </a:solidFill>
                <a:latin typeface="Consolas" panose="020B0609020204030204" pitchFamily="49" charset="0"/>
              </a:rPr>
              <a:t>emp as m </a:t>
            </a:r>
            <a:r>
              <a:rPr lang="en-ZA" sz="2400" dirty="0">
                <a:latin typeface="Consolas" panose="020B0609020204030204" pitchFamily="49" charset="0"/>
              </a:rPr>
              <a:t>on </a:t>
            </a:r>
            <a:r>
              <a:rPr lang="en-ZA" sz="2400" dirty="0" err="1">
                <a:solidFill>
                  <a:schemeClr val="accent3"/>
                </a:solidFill>
                <a:latin typeface="Consolas" panose="020B0609020204030204" pitchFamily="49" charset="0"/>
              </a:rPr>
              <a:t>e.emp_mgr</a:t>
            </a:r>
            <a:r>
              <a:rPr lang="en-ZA" sz="2400" dirty="0">
                <a:solidFill>
                  <a:schemeClr val="accent3"/>
                </a:solidFill>
                <a:latin typeface="Consolas" panose="020B0609020204030204" pitchFamily="49" charset="0"/>
              </a:rPr>
              <a:t> </a:t>
            </a:r>
            <a:r>
              <a:rPr lang="en-ZA" sz="2400" dirty="0">
                <a:latin typeface="Consolas" panose="020B0609020204030204" pitchFamily="49" charset="0"/>
              </a:rPr>
              <a:t>= </a:t>
            </a:r>
            <a:r>
              <a:rPr lang="en-ZA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m.emp_num</a:t>
            </a:r>
            <a:endParaRPr lang="en-ZA" sz="24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1436688" indent="-1436688">
              <a:buFont typeface="Arial" panose="020B0604020202020204" pitchFamily="34" charset="0"/>
              <a:buNone/>
              <a:tabLst>
                <a:tab pos="1436688" algn="l"/>
              </a:tabLst>
            </a:pPr>
            <a:r>
              <a:rPr lang="en-ZA" sz="2400" dirty="0">
                <a:latin typeface="Consolas" panose="020B0609020204030204" pitchFamily="49" charset="0"/>
              </a:rPr>
              <a:t>ORDER BY	</a:t>
            </a:r>
            <a:r>
              <a:rPr lang="en-ZA" sz="2400" dirty="0" err="1">
                <a:solidFill>
                  <a:schemeClr val="accent3"/>
                </a:solidFill>
                <a:latin typeface="Consolas" panose="020B0609020204030204" pitchFamily="49" charset="0"/>
              </a:rPr>
              <a:t>e.emp_mgr</a:t>
            </a:r>
            <a:r>
              <a:rPr lang="en-ZA" sz="2400" dirty="0"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234107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AA7127-D70F-51EA-BBAE-A80680B72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Outer joins – recap slides of 2026-02-19: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6997D2-9FB8-FE33-33A6-BF41210EDB2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86A3BE-F807-208F-46CC-B7AA4099DC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46</a:t>
            </a:fld>
            <a:endParaRPr lang="en-US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1585AE-F3CC-BFD8-6904-FAD9922B973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4114" y="929175"/>
            <a:ext cx="4915326" cy="27624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92FDB0-BC39-23B7-8CCE-D2AC0E66329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7269" y="929174"/>
            <a:ext cx="4915326" cy="27624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6550D3-FFFD-8E8D-6D8A-A79ECFA4AB0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4114" y="3749971"/>
            <a:ext cx="4915326" cy="27624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3FC2E40-BA3A-4863-6869-5503C6F9AF7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7269" y="3749971"/>
            <a:ext cx="4915326" cy="277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9317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BBAC6-6CC5-C300-43FB-FBAC9BBF6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Assignment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0F256-37F6-420C-4A15-213CD7B32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2347274"/>
            <a:ext cx="11473200" cy="3772725"/>
          </a:xfrm>
        </p:spPr>
        <p:txBody>
          <a:bodyPr/>
          <a:lstStyle/>
          <a:p>
            <a:pPr marL="0" indent="0">
              <a:buNone/>
            </a:pPr>
            <a:r>
              <a:rPr lang="en-ZA" sz="2800" dirty="0"/>
              <a:t>Assignment 3</a:t>
            </a:r>
          </a:p>
          <a:p>
            <a:pPr marL="0" indent="0">
              <a:buNone/>
            </a:pPr>
            <a:r>
              <a:rPr lang="en-ZA" sz="2800" dirty="0"/>
              <a:t>Take note of final submission: 6 April (in recess)</a:t>
            </a:r>
          </a:p>
          <a:p>
            <a:pPr marL="0" indent="0">
              <a:buNone/>
            </a:pPr>
            <a:r>
              <a:rPr lang="en-ZA" sz="2800" dirty="0"/>
              <a:t>Available for consultation (ideally via appointment) up to 26 March @ 12:30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04C60-5A84-0905-B5CF-70867678956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93C9B-F6D1-1B4D-9A88-75E9986D48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47</a:t>
            </a:fld>
            <a:endParaRPr lang="en-US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BAA173-7688-D2A0-F3D5-A6F63A9F12B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752"/>
          <a:stretch/>
        </p:blipFill>
        <p:spPr>
          <a:xfrm>
            <a:off x="2988691" y="413124"/>
            <a:ext cx="9104775" cy="170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2670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word written in sand on a beach&#10;&#10;Description automatically generated">
            <a:extLst>
              <a:ext uri="{FF2B5EF4-FFF2-40B4-BE49-F238E27FC236}">
                <a16:creationId xmlns:a16="http://schemas.microsoft.com/office/drawing/2014/main" id="{9A4780A6-1FD1-A688-B5E8-4342D2774E5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A0AF6-54F8-F537-2381-B3C73DFD9F9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48</a:t>
            </a:fld>
            <a:endParaRPr lang="en-US" noProof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B2CB420-D096-7E62-6244-E8BDA217D4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557292" y="6580981"/>
            <a:ext cx="1089805" cy="327350"/>
          </a:xfrm>
          <a:noFill/>
        </p:spPr>
        <p:txBody>
          <a:bodyPr/>
          <a:lstStyle/>
          <a:p>
            <a:r>
              <a:rPr lang="en-US" sz="1000" b="0" i="0" u="sng" dirty="0">
                <a:solidFill>
                  <a:schemeClr val="bg1">
                    <a:lumMod val="65000"/>
                  </a:schemeClr>
                </a:solidFill>
                <a:effectLst/>
                <a:latin typeface="Tw Cen MT" panose="020B0602020104020603" pitchFamily="34" charset="0"/>
              </a:rPr>
              <a:t>Image by </a:t>
            </a:r>
            <a:r>
              <a:rPr lang="en-US" sz="1000" b="0" i="0" u="sng" dirty="0" err="1">
                <a:solidFill>
                  <a:schemeClr val="bg1">
                    <a:lumMod val="65000"/>
                  </a:schemeClr>
                </a:solidFill>
                <a:effectLst/>
                <a:latin typeface="Tw Cen MT" panose="020B0602020104020603" pitchFamily="34" charset="0"/>
              </a:rPr>
              <a:t>freepik</a:t>
            </a:r>
            <a:endParaRPr lang="en-ZA" sz="1000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B13F8-E9BB-1CCB-268F-5D155FA23EC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483350"/>
            <a:ext cx="2709863" cy="195263"/>
          </a:xfrm>
        </p:spPr>
        <p:txBody>
          <a:bodyPr/>
          <a:lstStyle/>
          <a:p>
            <a:r>
              <a:rPr lang="en-US" noProof="0"/>
              <a:t>Ch 8 - Beginning SQL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7233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5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0F0"/>
      </a:accent1>
      <a:accent2>
        <a:srgbClr val="0B6CD9"/>
      </a:accent2>
      <a:accent3>
        <a:srgbClr val="0C3DF8"/>
      </a:accent3>
      <a:accent4>
        <a:srgbClr val="F2194A"/>
      </a:accent4>
      <a:accent5>
        <a:srgbClr val="0CF8B6"/>
      </a:accent5>
      <a:accent6>
        <a:srgbClr val="BDB313"/>
      </a:accent6>
      <a:hlink>
        <a:srgbClr val="00B0F0"/>
      </a:hlink>
      <a:folHlink>
        <a:srgbClr val="00B0F0"/>
      </a:folHlink>
    </a:clrScheme>
    <a:fontScheme name="Custom 162">
      <a:majorFont>
        <a:latin typeface="Tw Cen MT"/>
        <a:ea typeface=""/>
        <a:cs typeface=""/>
      </a:majorFont>
      <a:minorFont>
        <a:latin typeface="Lucida Sans Typewri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78043420_Science fair presentation_RVA_v3.potx" id="{29D4BD8F-7488-49D9-BFBB-7DF8C2B0292D}" vid="{799E8309-D02B-4451-A1B1-915D5FF07E1C}"/>
    </a:ext>
  </a:extLst>
</a:theme>
</file>

<file path=ppt/theme/theme2.xml><?xml version="1.0" encoding="utf-8"?>
<a:theme xmlns:a="http://schemas.openxmlformats.org/drawingml/2006/main" name="1_Office Theme">
  <a:themeElements>
    <a:clrScheme name="Custom 15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0F0"/>
      </a:accent1>
      <a:accent2>
        <a:srgbClr val="0B6CD9"/>
      </a:accent2>
      <a:accent3>
        <a:srgbClr val="0C3DF8"/>
      </a:accent3>
      <a:accent4>
        <a:srgbClr val="F2194A"/>
      </a:accent4>
      <a:accent5>
        <a:srgbClr val="0CF8B6"/>
      </a:accent5>
      <a:accent6>
        <a:srgbClr val="BDB313"/>
      </a:accent6>
      <a:hlink>
        <a:srgbClr val="00B0F0"/>
      </a:hlink>
      <a:folHlink>
        <a:srgbClr val="00B0F0"/>
      </a:folHlink>
    </a:clrScheme>
    <a:fontScheme name="Custom 162">
      <a:majorFont>
        <a:latin typeface="Tw Cen MT"/>
        <a:ea typeface=""/>
        <a:cs typeface=""/>
      </a:majorFont>
      <a:minorFont>
        <a:latin typeface="Lucida Sans Typewri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78043420_Science fair presentation_RVA_v3.potx" id="{29D4BD8F-7488-49D9-BFBB-7DF8C2B0292D}" vid="{799E8309-D02B-4451-A1B1-915D5FF07E1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Science fair presentation</Template>
  <TotalTime>1489</TotalTime>
  <Words>2877</Words>
  <Application>Microsoft Office PowerPoint</Application>
  <PresentationFormat>Widescreen</PresentationFormat>
  <Paragraphs>467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60" baseType="lpstr">
      <vt:lpstr>ＭＳ Ｐゴシック</vt:lpstr>
      <vt:lpstr>Arial</vt:lpstr>
      <vt:lpstr>Calibri</vt:lpstr>
      <vt:lpstr>Calibri Light</vt:lpstr>
      <vt:lpstr>Consolas</vt:lpstr>
      <vt:lpstr>Courier New</vt:lpstr>
      <vt:lpstr>Lucida Sans Typewriter</vt:lpstr>
      <vt:lpstr>Times New Roman</vt:lpstr>
      <vt:lpstr>Tw Cen MT</vt:lpstr>
      <vt:lpstr>Wingdings</vt:lpstr>
      <vt:lpstr>Office Theme</vt:lpstr>
      <vt:lpstr>1_Office Theme</vt:lpstr>
      <vt:lpstr>Beginning SQL</vt:lpstr>
      <vt:lpstr>Resources reminder</vt:lpstr>
      <vt:lpstr>Intro to SQL</vt:lpstr>
      <vt:lpstr>Intro to SQL</vt:lpstr>
      <vt:lpstr>Intro to SQL</vt:lpstr>
      <vt:lpstr>Data definition commands</vt:lpstr>
      <vt:lpstr>Tips and Tricks</vt:lpstr>
      <vt:lpstr>Tips and Tricks</vt:lpstr>
      <vt:lpstr>Data manipulation commands</vt:lpstr>
      <vt:lpstr>Data manipulation commands</vt:lpstr>
      <vt:lpstr>Data manipulation commands</vt:lpstr>
      <vt:lpstr>Data manipulation commands</vt:lpstr>
      <vt:lpstr>Data manipulation commands</vt:lpstr>
      <vt:lpstr>Basic SELECT queries</vt:lpstr>
      <vt:lpstr>Basic SELECT queries</vt:lpstr>
      <vt:lpstr>Basic SELECT queries</vt:lpstr>
      <vt:lpstr>Basic SELECT queries</vt:lpstr>
      <vt:lpstr>Basic SELECT queries</vt:lpstr>
      <vt:lpstr>Basic SELECT queries</vt:lpstr>
      <vt:lpstr>SELECT statement options</vt:lpstr>
      <vt:lpstr>FROM clause options</vt:lpstr>
      <vt:lpstr>Rule of precedence</vt:lpstr>
      <vt:lpstr>Use of operators</vt:lpstr>
      <vt:lpstr>Use of operators</vt:lpstr>
      <vt:lpstr>DATE arithmetic</vt:lpstr>
      <vt:lpstr>Data definition commands</vt:lpstr>
      <vt:lpstr>Example</vt:lpstr>
      <vt:lpstr>Select queries</vt:lpstr>
      <vt:lpstr>Unique values</vt:lpstr>
      <vt:lpstr>Aggregate functions</vt:lpstr>
      <vt:lpstr>Aggregate functions</vt:lpstr>
      <vt:lpstr>Aggregate functions</vt:lpstr>
      <vt:lpstr>Grouping data</vt:lpstr>
      <vt:lpstr>GROUP BY error in SSMS</vt:lpstr>
      <vt:lpstr>HAVING clause</vt:lpstr>
      <vt:lpstr>HAVING example</vt:lpstr>
      <vt:lpstr>HAVING example</vt:lpstr>
      <vt:lpstr>HAVING and WHERE clauses</vt:lpstr>
      <vt:lpstr>PowerPoint Presentation</vt:lpstr>
      <vt:lpstr>Table joins with an alias</vt:lpstr>
      <vt:lpstr>Recursive (self) join</vt:lpstr>
      <vt:lpstr>Who manages whom?</vt:lpstr>
      <vt:lpstr>Who manages whom?</vt:lpstr>
      <vt:lpstr>PowerPoint Presentation</vt:lpstr>
      <vt:lpstr>PowerPoint Presentation</vt:lpstr>
      <vt:lpstr>Outer joins – recap slides of 2026-02-19:</vt:lpstr>
      <vt:lpstr>Assignment 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Cover Title</dc:title>
  <dc:creator>Barnard, Lynette (Dr) (Summerstrand Campus South)</dc:creator>
  <cp:lastModifiedBy>Barnard, Lynette (Dr) (Summerstrand Campus South)</cp:lastModifiedBy>
  <cp:revision>258</cp:revision>
  <dcterms:created xsi:type="dcterms:W3CDTF">2026-01-27T08:37:41Z</dcterms:created>
  <dcterms:modified xsi:type="dcterms:W3CDTF">2026-03-18T18:58:16Z</dcterms:modified>
</cp:coreProperties>
</file>