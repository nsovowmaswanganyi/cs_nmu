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65" r:id="rId2"/>
  </p:sldMasterIdLst>
  <p:notesMasterIdLst>
    <p:notesMasterId r:id="rId20"/>
  </p:notesMasterIdLst>
  <p:handoutMasterIdLst>
    <p:handoutMasterId r:id="rId21"/>
  </p:handoutMasterIdLst>
  <p:sldIdLst>
    <p:sldId id="256" r:id="rId3"/>
    <p:sldId id="258" r:id="rId4"/>
    <p:sldId id="279" r:id="rId5"/>
    <p:sldId id="280" r:id="rId6"/>
    <p:sldId id="281" r:id="rId7"/>
    <p:sldId id="282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397" r:id="rId16"/>
    <p:sldId id="396" r:id="rId17"/>
    <p:sldId id="291" r:id="rId18"/>
    <p:sldId id="399" r:id="rId19"/>
  </p:sldIdLst>
  <p:sldSz cx="12192000" cy="6858000"/>
  <p:notesSz cx="6797675" cy="98742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57" autoAdjust="0"/>
  </p:normalViewPr>
  <p:slideViewPr>
    <p:cSldViewPr snapToGrid="0">
      <p:cViewPr varScale="1">
        <p:scale>
          <a:sx n="76" d="100"/>
          <a:sy n="76" d="100"/>
        </p:scale>
        <p:origin x="886" y="22"/>
      </p:cViewPr>
      <p:guideLst/>
    </p:cSldViewPr>
  </p:slideViewPr>
  <p:outlineViewPr>
    <p:cViewPr>
      <p:scale>
        <a:sx n="33" d="100"/>
        <a:sy n="33" d="100"/>
      </p:scale>
      <p:origin x="0" y="-642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320133-CEA7-49EE-BCDA-9149012CFAAE}" type="doc">
      <dgm:prSet loTypeId="urn:microsoft.com/office/officeart/2005/8/layout/process2" loCatId="process" qsTypeId="urn:microsoft.com/office/officeart/2005/8/quickstyle/3d3" qsCatId="3D" csTypeId="urn:microsoft.com/office/officeart/2005/8/colors/accent6_4" csCatId="accent6" phldr="1"/>
      <dgm:spPr/>
    </dgm:pt>
    <dgm:pt modelId="{FC1EC847-264D-4C28-BE01-06E96E7F2AEF}">
      <dgm:prSet phldrT="[Text]"/>
      <dgm:spPr/>
      <dgm:t>
        <a:bodyPr/>
        <a:lstStyle/>
        <a:p>
          <a:r>
            <a:rPr lang="en-US"/>
            <a:t>Planning</a:t>
          </a:r>
          <a:endParaRPr lang="en-US" dirty="0"/>
        </a:p>
      </dgm:t>
    </dgm:pt>
    <dgm:pt modelId="{F2D004D5-4E74-4206-9FAB-A10289A1B97C}" type="parTrans" cxnId="{CC5125AD-8D13-4B1D-AB1C-339AFFBB03C3}">
      <dgm:prSet/>
      <dgm:spPr/>
      <dgm:t>
        <a:bodyPr/>
        <a:lstStyle/>
        <a:p>
          <a:endParaRPr lang="en-US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F46E4A51-0D21-4B89-8E9C-214277D104EC}" type="sibTrans" cxnId="{CC5125AD-8D13-4B1D-AB1C-339AFFBB03C3}">
      <dgm:prSet/>
      <dgm:spPr/>
      <dgm:t>
        <a:bodyPr/>
        <a:lstStyle/>
        <a:p>
          <a:endParaRPr lang="en-US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24DB4D88-6195-4AC5-A95E-0BF12267D6AF}">
      <dgm:prSet phldrT="[Text]"/>
      <dgm:spPr/>
      <dgm:t>
        <a:bodyPr/>
        <a:lstStyle/>
        <a:p>
          <a:r>
            <a:rPr lang="en-US"/>
            <a:t>Analysis</a:t>
          </a:r>
          <a:endParaRPr lang="en-US" dirty="0"/>
        </a:p>
      </dgm:t>
    </dgm:pt>
    <dgm:pt modelId="{7E8672E4-B8BE-44A6-BB6D-E1586EDCD63F}" type="parTrans" cxnId="{1B4A3887-FCEF-46D6-8FAE-3FEB63A7168B}">
      <dgm:prSet/>
      <dgm:spPr/>
      <dgm:t>
        <a:bodyPr/>
        <a:lstStyle/>
        <a:p>
          <a:endParaRPr lang="en-US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F87C669D-1766-4B7D-8FA7-CC364394470A}" type="sibTrans" cxnId="{1B4A3887-FCEF-46D6-8FAE-3FEB63A7168B}">
      <dgm:prSet/>
      <dgm:spPr/>
      <dgm:t>
        <a:bodyPr/>
        <a:lstStyle/>
        <a:p>
          <a:endParaRPr lang="en-US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030EC746-D982-4558-9A50-71621423D7ED}">
      <dgm:prSet phldrT="[Text]"/>
      <dgm:spPr/>
      <dgm:t>
        <a:bodyPr/>
        <a:lstStyle/>
        <a:p>
          <a:r>
            <a:rPr lang="en-US"/>
            <a:t>Detailed system design</a:t>
          </a:r>
          <a:endParaRPr lang="en-US" dirty="0"/>
        </a:p>
      </dgm:t>
    </dgm:pt>
    <dgm:pt modelId="{6863E260-838E-44BC-91E4-D5AE4487A965}" type="parTrans" cxnId="{4CD37604-2ADF-4010-9EE5-47844E9F1692}">
      <dgm:prSet/>
      <dgm:spPr/>
      <dgm:t>
        <a:bodyPr/>
        <a:lstStyle/>
        <a:p>
          <a:endParaRPr lang="en-US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D67C861A-A185-4F76-A91B-DE96C48633B6}" type="sibTrans" cxnId="{4CD37604-2ADF-4010-9EE5-47844E9F1692}">
      <dgm:prSet/>
      <dgm:spPr/>
      <dgm:t>
        <a:bodyPr/>
        <a:lstStyle/>
        <a:p>
          <a:endParaRPr lang="en-US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EFDC65A4-B436-484A-9C83-EF608083B0E5}">
      <dgm:prSet/>
      <dgm:spPr/>
      <dgm:t>
        <a:bodyPr/>
        <a:lstStyle/>
        <a:p>
          <a:r>
            <a:rPr lang="en-US"/>
            <a:t>Implementation</a:t>
          </a:r>
          <a:endParaRPr lang="en-US" dirty="0"/>
        </a:p>
      </dgm:t>
    </dgm:pt>
    <dgm:pt modelId="{8D7BFCE2-559A-4035-AB66-74F7B6ECA7EE}" type="parTrans" cxnId="{2A9D0A55-0E67-47A3-BC1A-1231CA660F90}">
      <dgm:prSet/>
      <dgm:spPr/>
      <dgm:t>
        <a:bodyPr/>
        <a:lstStyle/>
        <a:p>
          <a:endParaRPr lang="en-US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ABA2E565-E58F-4914-BA46-A4B2F21DCB17}" type="sibTrans" cxnId="{2A9D0A55-0E67-47A3-BC1A-1231CA660F90}">
      <dgm:prSet/>
      <dgm:spPr/>
      <dgm:t>
        <a:bodyPr/>
        <a:lstStyle/>
        <a:p>
          <a:endParaRPr lang="en-US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3679ABDD-5FFE-4884-82A3-EDABD79825FF}">
      <dgm:prSet/>
      <dgm:spPr/>
      <dgm:t>
        <a:bodyPr/>
        <a:lstStyle/>
        <a:p>
          <a:r>
            <a:rPr lang="en-US"/>
            <a:t>Maintenance</a:t>
          </a:r>
          <a:endParaRPr lang="en-US" dirty="0"/>
        </a:p>
      </dgm:t>
    </dgm:pt>
    <dgm:pt modelId="{CE5F9598-7855-4760-9F93-63D70545E4B9}" type="parTrans" cxnId="{284157F0-D23A-480C-BC04-AE99A2004FCB}">
      <dgm:prSet/>
      <dgm:spPr/>
      <dgm:t>
        <a:bodyPr/>
        <a:lstStyle/>
        <a:p>
          <a:endParaRPr lang="en-US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D64A17C6-3C59-4CB9-A226-AB710CD4E4E5}" type="sibTrans" cxnId="{284157F0-D23A-480C-BC04-AE99A2004FCB}">
      <dgm:prSet/>
      <dgm:spPr/>
      <dgm:t>
        <a:bodyPr/>
        <a:lstStyle/>
        <a:p>
          <a:endParaRPr lang="en-US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F15C70EC-FF2C-4C58-87C5-615E43EC5DE6}" type="pres">
      <dgm:prSet presAssocID="{1F320133-CEA7-49EE-BCDA-9149012CFAAE}" presName="linearFlow" presStyleCnt="0">
        <dgm:presLayoutVars>
          <dgm:resizeHandles val="exact"/>
        </dgm:presLayoutVars>
      </dgm:prSet>
      <dgm:spPr/>
    </dgm:pt>
    <dgm:pt modelId="{B2C20C9A-AC77-44DF-884F-D9504E9A4222}" type="pres">
      <dgm:prSet presAssocID="{FC1EC847-264D-4C28-BE01-06E96E7F2AEF}" presName="node" presStyleLbl="node1" presStyleIdx="0" presStyleCnt="5">
        <dgm:presLayoutVars>
          <dgm:bulletEnabled val="1"/>
        </dgm:presLayoutVars>
      </dgm:prSet>
      <dgm:spPr/>
    </dgm:pt>
    <dgm:pt modelId="{87BEA151-2FFE-45AF-8B1C-CF71FD0A1A62}" type="pres">
      <dgm:prSet presAssocID="{F46E4A51-0D21-4B89-8E9C-214277D104EC}" presName="sibTrans" presStyleLbl="sibTrans2D1" presStyleIdx="0" presStyleCnt="4"/>
      <dgm:spPr/>
    </dgm:pt>
    <dgm:pt modelId="{B6BD2199-8844-428F-93EB-EDFD6B28B193}" type="pres">
      <dgm:prSet presAssocID="{F46E4A51-0D21-4B89-8E9C-214277D104EC}" presName="connectorText" presStyleLbl="sibTrans2D1" presStyleIdx="0" presStyleCnt="4"/>
      <dgm:spPr/>
    </dgm:pt>
    <dgm:pt modelId="{39F16384-BBA1-4402-A83F-E14E7DBF0173}" type="pres">
      <dgm:prSet presAssocID="{24DB4D88-6195-4AC5-A95E-0BF12267D6AF}" presName="node" presStyleLbl="node1" presStyleIdx="1" presStyleCnt="5">
        <dgm:presLayoutVars>
          <dgm:bulletEnabled val="1"/>
        </dgm:presLayoutVars>
      </dgm:prSet>
      <dgm:spPr/>
    </dgm:pt>
    <dgm:pt modelId="{6B15E3C4-C72D-4B2E-A69A-B10998E15ADF}" type="pres">
      <dgm:prSet presAssocID="{F87C669D-1766-4B7D-8FA7-CC364394470A}" presName="sibTrans" presStyleLbl="sibTrans2D1" presStyleIdx="1" presStyleCnt="4"/>
      <dgm:spPr/>
    </dgm:pt>
    <dgm:pt modelId="{3E92FC51-9E1D-42B4-9D43-F2EAF3D06AF5}" type="pres">
      <dgm:prSet presAssocID="{F87C669D-1766-4B7D-8FA7-CC364394470A}" presName="connectorText" presStyleLbl="sibTrans2D1" presStyleIdx="1" presStyleCnt="4"/>
      <dgm:spPr/>
    </dgm:pt>
    <dgm:pt modelId="{59938DB0-3A30-466F-BF06-DBBAFA8F0C11}" type="pres">
      <dgm:prSet presAssocID="{030EC746-D982-4558-9A50-71621423D7ED}" presName="node" presStyleLbl="node1" presStyleIdx="2" presStyleCnt="5">
        <dgm:presLayoutVars>
          <dgm:bulletEnabled val="1"/>
        </dgm:presLayoutVars>
      </dgm:prSet>
      <dgm:spPr/>
    </dgm:pt>
    <dgm:pt modelId="{AC9D30D1-F803-422D-ABB3-43C368908CD7}" type="pres">
      <dgm:prSet presAssocID="{D67C861A-A185-4F76-A91B-DE96C48633B6}" presName="sibTrans" presStyleLbl="sibTrans2D1" presStyleIdx="2" presStyleCnt="4"/>
      <dgm:spPr/>
    </dgm:pt>
    <dgm:pt modelId="{FAA89E03-DEB1-448B-AF20-3DCA76B5C8A7}" type="pres">
      <dgm:prSet presAssocID="{D67C861A-A185-4F76-A91B-DE96C48633B6}" presName="connectorText" presStyleLbl="sibTrans2D1" presStyleIdx="2" presStyleCnt="4"/>
      <dgm:spPr/>
    </dgm:pt>
    <dgm:pt modelId="{5A0E2425-5C95-450F-A67E-E07887BE8586}" type="pres">
      <dgm:prSet presAssocID="{EFDC65A4-B436-484A-9C83-EF608083B0E5}" presName="node" presStyleLbl="node1" presStyleIdx="3" presStyleCnt="5">
        <dgm:presLayoutVars>
          <dgm:bulletEnabled val="1"/>
        </dgm:presLayoutVars>
      </dgm:prSet>
      <dgm:spPr/>
    </dgm:pt>
    <dgm:pt modelId="{BB3261E0-723C-4FD9-8189-99A891F2FE32}" type="pres">
      <dgm:prSet presAssocID="{ABA2E565-E58F-4914-BA46-A4B2F21DCB17}" presName="sibTrans" presStyleLbl="sibTrans2D1" presStyleIdx="3" presStyleCnt="4"/>
      <dgm:spPr/>
    </dgm:pt>
    <dgm:pt modelId="{023AA7A2-9CDC-4883-A861-A7637D3B0B4E}" type="pres">
      <dgm:prSet presAssocID="{ABA2E565-E58F-4914-BA46-A4B2F21DCB17}" presName="connectorText" presStyleLbl="sibTrans2D1" presStyleIdx="3" presStyleCnt="4"/>
      <dgm:spPr/>
    </dgm:pt>
    <dgm:pt modelId="{88F1595A-EE3F-4CD0-B6D8-F7ED6E5A36DF}" type="pres">
      <dgm:prSet presAssocID="{3679ABDD-5FFE-4884-82A3-EDABD79825FF}" presName="node" presStyleLbl="node1" presStyleIdx="4" presStyleCnt="5">
        <dgm:presLayoutVars>
          <dgm:bulletEnabled val="1"/>
        </dgm:presLayoutVars>
      </dgm:prSet>
      <dgm:spPr/>
    </dgm:pt>
  </dgm:ptLst>
  <dgm:cxnLst>
    <dgm:cxn modelId="{4CD37604-2ADF-4010-9EE5-47844E9F1692}" srcId="{1F320133-CEA7-49EE-BCDA-9149012CFAAE}" destId="{030EC746-D982-4558-9A50-71621423D7ED}" srcOrd="2" destOrd="0" parTransId="{6863E260-838E-44BC-91E4-D5AE4487A965}" sibTransId="{D67C861A-A185-4F76-A91B-DE96C48633B6}"/>
    <dgm:cxn modelId="{0FC57D1B-5EA3-4C7A-A01D-D4C8A2CB7EA1}" type="presOf" srcId="{030EC746-D982-4558-9A50-71621423D7ED}" destId="{59938DB0-3A30-466F-BF06-DBBAFA8F0C11}" srcOrd="0" destOrd="0" presId="urn:microsoft.com/office/officeart/2005/8/layout/process2"/>
    <dgm:cxn modelId="{2A9D0A55-0E67-47A3-BC1A-1231CA660F90}" srcId="{1F320133-CEA7-49EE-BCDA-9149012CFAAE}" destId="{EFDC65A4-B436-484A-9C83-EF608083B0E5}" srcOrd="3" destOrd="0" parTransId="{8D7BFCE2-559A-4035-AB66-74F7B6ECA7EE}" sibTransId="{ABA2E565-E58F-4914-BA46-A4B2F21DCB17}"/>
    <dgm:cxn modelId="{603F8456-B7B7-4E1F-9A26-F85D045AC320}" type="presOf" srcId="{3679ABDD-5FFE-4884-82A3-EDABD79825FF}" destId="{88F1595A-EE3F-4CD0-B6D8-F7ED6E5A36DF}" srcOrd="0" destOrd="0" presId="urn:microsoft.com/office/officeart/2005/8/layout/process2"/>
    <dgm:cxn modelId="{C6D6BE56-147A-4E80-B5D3-40EE8C2EC40A}" type="presOf" srcId="{EFDC65A4-B436-484A-9C83-EF608083B0E5}" destId="{5A0E2425-5C95-450F-A67E-E07887BE8586}" srcOrd="0" destOrd="0" presId="urn:microsoft.com/office/officeart/2005/8/layout/process2"/>
    <dgm:cxn modelId="{2F4B807F-9ED1-4348-BEC4-755B9C67F3AE}" type="presOf" srcId="{F87C669D-1766-4B7D-8FA7-CC364394470A}" destId="{6B15E3C4-C72D-4B2E-A69A-B10998E15ADF}" srcOrd="0" destOrd="0" presId="urn:microsoft.com/office/officeart/2005/8/layout/process2"/>
    <dgm:cxn modelId="{83D38382-C608-4793-B105-A72B46D86787}" type="presOf" srcId="{F87C669D-1766-4B7D-8FA7-CC364394470A}" destId="{3E92FC51-9E1D-42B4-9D43-F2EAF3D06AF5}" srcOrd="1" destOrd="0" presId="urn:microsoft.com/office/officeart/2005/8/layout/process2"/>
    <dgm:cxn modelId="{9ECDD584-796D-488C-85DC-9F08A8F20BB3}" type="presOf" srcId="{D67C861A-A185-4F76-A91B-DE96C48633B6}" destId="{AC9D30D1-F803-422D-ABB3-43C368908CD7}" srcOrd="0" destOrd="0" presId="urn:microsoft.com/office/officeart/2005/8/layout/process2"/>
    <dgm:cxn modelId="{1B4A3887-FCEF-46D6-8FAE-3FEB63A7168B}" srcId="{1F320133-CEA7-49EE-BCDA-9149012CFAAE}" destId="{24DB4D88-6195-4AC5-A95E-0BF12267D6AF}" srcOrd="1" destOrd="0" parTransId="{7E8672E4-B8BE-44A6-BB6D-E1586EDCD63F}" sibTransId="{F87C669D-1766-4B7D-8FA7-CC364394470A}"/>
    <dgm:cxn modelId="{44E7529B-1183-4D48-A9CB-5ACD7B5F872A}" type="presOf" srcId="{1F320133-CEA7-49EE-BCDA-9149012CFAAE}" destId="{F15C70EC-FF2C-4C58-87C5-615E43EC5DE6}" srcOrd="0" destOrd="0" presId="urn:microsoft.com/office/officeart/2005/8/layout/process2"/>
    <dgm:cxn modelId="{8CB9A29C-BA49-4339-91DD-45A21E542890}" type="presOf" srcId="{F46E4A51-0D21-4B89-8E9C-214277D104EC}" destId="{87BEA151-2FFE-45AF-8B1C-CF71FD0A1A62}" srcOrd="0" destOrd="0" presId="urn:microsoft.com/office/officeart/2005/8/layout/process2"/>
    <dgm:cxn modelId="{E096A4A3-B5AF-4289-9FA0-580D3573E6D2}" type="presOf" srcId="{ABA2E565-E58F-4914-BA46-A4B2F21DCB17}" destId="{023AA7A2-9CDC-4883-A861-A7637D3B0B4E}" srcOrd="1" destOrd="0" presId="urn:microsoft.com/office/officeart/2005/8/layout/process2"/>
    <dgm:cxn modelId="{6B9DDDA8-249C-4AAC-940A-FC92996831D4}" type="presOf" srcId="{ABA2E565-E58F-4914-BA46-A4B2F21DCB17}" destId="{BB3261E0-723C-4FD9-8189-99A891F2FE32}" srcOrd="0" destOrd="0" presId="urn:microsoft.com/office/officeart/2005/8/layout/process2"/>
    <dgm:cxn modelId="{CC5125AD-8D13-4B1D-AB1C-339AFFBB03C3}" srcId="{1F320133-CEA7-49EE-BCDA-9149012CFAAE}" destId="{FC1EC847-264D-4C28-BE01-06E96E7F2AEF}" srcOrd="0" destOrd="0" parTransId="{F2D004D5-4E74-4206-9FAB-A10289A1B97C}" sibTransId="{F46E4A51-0D21-4B89-8E9C-214277D104EC}"/>
    <dgm:cxn modelId="{D44B20B0-043E-4E03-935E-0E3F17413F6A}" type="presOf" srcId="{D67C861A-A185-4F76-A91B-DE96C48633B6}" destId="{FAA89E03-DEB1-448B-AF20-3DCA76B5C8A7}" srcOrd="1" destOrd="0" presId="urn:microsoft.com/office/officeart/2005/8/layout/process2"/>
    <dgm:cxn modelId="{EE0A7AB6-1A2A-40BA-81E3-7724CB48C348}" type="presOf" srcId="{24DB4D88-6195-4AC5-A95E-0BF12267D6AF}" destId="{39F16384-BBA1-4402-A83F-E14E7DBF0173}" srcOrd="0" destOrd="0" presId="urn:microsoft.com/office/officeart/2005/8/layout/process2"/>
    <dgm:cxn modelId="{E7B7DADA-AD1A-42CC-9C1E-2874C63A9AC1}" type="presOf" srcId="{FC1EC847-264D-4C28-BE01-06E96E7F2AEF}" destId="{B2C20C9A-AC77-44DF-884F-D9504E9A4222}" srcOrd="0" destOrd="0" presId="urn:microsoft.com/office/officeart/2005/8/layout/process2"/>
    <dgm:cxn modelId="{534946F0-B465-4640-83B5-46B9DFCAD1CF}" type="presOf" srcId="{F46E4A51-0D21-4B89-8E9C-214277D104EC}" destId="{B6BD2199-8844-428F-93EB-EDFD6B28B193}" srcOrd="1" destOrd="0" presId="urn:microsoft.com/office/officeart/2005/8/layout/process2"/>
    <dgm:cxn modelId="{284157F0-D23A-480C-BC04-AE99A2004FCB}" srcId="{1F320133-CEA7-49EE-BCDA-9149012CFAAE}" destId="{3679ABDD-5FFE-4884-82A3-EDABD79825FF}" srcOrd="4" destOrd="0" parTransId="{CE5F9598-7855-4760-9F93-63D70545E4B9}" sibTransId="{D64A17C6-3C59-4CB9-A226-AB710CD4E4E5}"/>
    <dgm:cxn modelId="{6A521A7B-62DF-452F-83FD-26D1D5854BDF}" type="presParOf" srcId="{F15C70EC-FF2C-4C58-87C5-615E43EC5DE6}" destId="{B2C20C9A-AC77-44DF-884F-D9504E9A4222}" srcOrd="0" destOrd="0" presId="urn:microsoft.com/office/officeart/2005/8/layout/process2"/>
    <dgm:cxn modelId="{CFCCD7CC-B93B-4DF9-AB06-6F715D5AAAF7}" type="presParOf" srcId="{F15C70EC-FF2C-4C58-87C5-615E43EC5DE6}" destId="{87BEA151-2FFE-45AF-8B1C-CF71FD0A1A62}" srcOrd="1" destOrd="0" presId="urn:microsoft.com/office/officeart/2005/8/layout/process2"/>
    <dgm:cxn modelId="{D073D30C-605E-473E-95A1-30A091D86370}" type="presParOf" srcId="{87BEA151-2FFE-45AF-8B1C-CF71FD0A1A62}" destId="{B6BD2199-8844-428F-93EB-EDFD6B28B193}" srcOrd="0" destOrd="0" presId="urn:microsoft.com/office/officeart/2005/8/layout/process2"/>
    <dgm:cxn modelId="{1F92998D-B41A-4F63-AB53-E2C734C278B9}" type="presParOf" srcId="{F15C70EC-FF2C-4C58-87C5-615E43EC5DE6}" destId="{39F16384-BBA1-4402-A83F-E14E7DBF0173}" srcOrd="2" destOrd="0" presId="urn:microsoft.com/office/officeart/2005/8/layout/process2"/>
    <dgm:cxn modelId="{38756E80-6392-40BE-ADEB-341A02D46BAD}" type="presParOf" srcId="{F15C70EC-FF2C-4C58-87C5-615E43EC5DE6}" destId="{6B15E3C4-C72D-4B2E-A69A-B10998E15ADF}" srcOrd="3" destOrd="0" presId="urn:microsoft.com/office/officeart/2005/8/layout/process2"/>
    <dgm:cxn modelId="{A2F252B8-D23B-41E2-8764-934F03178720}" type="presParOf" srcId="{6B15E3C4-C72D-4B2E-A69A-B10998E15ADF}" destId="{3E92FC51-9E1D-42B4-9D43-F2EAF3D06AF5}" srcOrd="0" destOrd="0" presId="urn:microsoft.com/office/officeart/2005/8/layout/process2"/>
    <dgm:cxn modelId="{62D291DB-816D-48C1-954D-3C16133BFEAA}" type="presParOf" srcId="{F15C70EC-FF2C-4C58-87C5-615E43EC5DE6}" destId="{59938DB0-3A30-466F-BF06-DBBAFA8F0C11}" srcOrd="4" destOrd="0" presId="urn:microsoft.com/office/officeart/2005/8/layout/process2"/>
    <dgm:cxn modelId="{21C0A724-327E-43B5-8CA5-0DC2AAA96B3F}" type="presParOf" srcId="{F15C70EC-FF2C-4C58-87C5-615E43EC5DE6}" destId="{AC9D30D1-F803-422D-ABB3-43C368908CD7}" srcOrd="5" destOrd="0" presId="urn:microsoft.com/office/officeart/2005/8/layout/process2"/>
    <dgm:cxn modelId="{69013E31-26C4-4401-BD7C-ACF279FE0FE7}" type="presParOf" srcId="{AC9D30D1-F803-422D-ABB3-43C368908CD7}" destId="{FAA89E03-DEB1-448B-AF20-3DCA76B5C8A7}" srcOrd="0" destOrd="0" presId="urn:microsoft.com/office/officeart/2005/8/layout/process2"/>
    <dgm:cxn modelId="{2A379DD2-1B0E-4A93-ADE6-1257D4622AEC}" type="presParOf" srcId="{F15C70EC-FF2C-4C58-87C5-615E43EC5DE6}" destId="{5A0E2425-5C95-450F-A67E-E07887BE8586}" srcOrd="6" destOrd="0" presId="urn:microsoft.com/office/officeart/2005/8/layout/process2"/>
    <dgm:cxn modelId="{E4639106-8453-46A5-AD06-33E433C87118}" type="presParOf" srcId="{F15C70EC-FF2C-4C58-87C5-615E43EC5DE6}" destId="{BB3261E0-723C-4FD9-8189-99A891F2FE32}" srcOrd="7" destOrd="0" presId="urn:microsoft.com/office/officeart/2005/8/layout/process2"/>
    <dgm:cxn modelId="{6BAE004D-3D01-477B-91B2-31919E53F072}" type="presParOf" srcId="{BB3261E0-723C-4FD9-8189-99A891F2FE32}" destId="{023AA7A2-9CDC-4883-A861-A7637D3B0B4E}" srcOrd="0" destOrd="0" presId="urn:microsoft.com/office/officeart/2005/8/layout/process2"/>
    <dgm:cxn modelId="{308B83F0-CF62-4818-93F3-F3349B9C02F4}" type="presParOf" srcId="{F15C70EC-FF2C-4C58-87C5-615E43EC5DE6}" destId="{88F1595A-EE3F-4CD0-B6D8-F7ED6E5A36DF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320133-CEA7-49EE-BCDA-9149012CFAAE}" type="doc">
      <dgm:prSet loTypeId="urn:microsoft.com/office/officeart/2005/8/layout/process2" loCatId="process" qsTypeId="urn:microsoft.com/office/officeart/2005/8/quickstyle/3d3" qsCatId="3D" csTypeId="urn:microsoft.com/office/officeart/2005/8/colors/accent6_4" csCatId="accent6" phldr="1"/>
      <dgm:spPr/>
    </dgm:pt>
    <dgm:pt modelId="{FC1EC847-264D-4C28-BE01-06E96E7F2AEF}">
      <dgm:prSet phldrT="[Text]"/>
      <dgm:spPr/>
      <dgm:t>
        <a:bodyPr/>
        <a:lstStyle/>
        <a:p>
          <a:r>
            <a:rPr lang="en-US" dirty="0"/>
            <a:t>Database initial study</a:t>
          </a:r>
        </a:p>
      </dgm:t>
    </dgm:pt>
    <dgm:pt modelId="{F2D004D5-4E74-4206-9FAB-A10289A1B97C}" type="parTrans" cxnId="{CC5125AD-8D13-4B1D-AB1C-339AFFBB03C3}">
      <dgm:prSet/>
      <dgm:spPr/>
      <dgm:t>
        <a:bodyPr/>
        <a:lstStyle/>
        <a:p>
          <a:endParaRPr lang="en-US"/>
        </a:p>
      </dgm:t>
    </dgm:pt>
    <dgm:pt modelId="{F46E4A51-0D21-4B89-8E9C-214277D104EC}" type="sibTrans" cxnId="{CC5125AD-8D13-4B1D-AB1C-339AFFBB03C3}">
      <dgm:prSet/>
      <dgm:spPr/>
      <dgm:t>
        <a:bodyPr/>
        <a:lstStyle/>
        <a:p>
          <a:endParaRPr lang="en-US"/>
        </a:p>
      </dgm:t>
    </dgm:pt>
    <dgm:pt modelId="{24DB4D88-6195-4AC5-A95E-0BF12267D6AF}">
      <dgm:prSet phldrT="[Text]"/>
      <dgm:spPr/>
      <dgm:t>
        <a:bodyPr/>
        <a:lstStyle/>
        <a:p>
          <a:r>
            <a:rPr lang="en-US" dirty="0"/>
            <a:t>Database design</a:t>
          </a:r>
        </a:p>
      </dgm:t>
    </dgm:pt>
    <dgm:pt modelId="{7E8672E4-B8BE-44A6-BB6D-E1586EDCD63F}" type="parTrans" cxnId="{1B4A3887-FCEF-46D6-8FAE-3FEB63A7168B}">
      <dgm:prSet/>
      <dgm:spPr/>
      <dgm:t>
        <a:bodyPr/>
        <a:lstStyle/>
        <a:p>
          <a:endParaRPr lang="en-US"/>
        </a:p>
      </dgm:t>
    </dgm:pt>
    <dgm:pt modelId="{F87C669D-1766-4B7D-8FA7-CC364394470A}" type="sibTrans" cxnId="{1B4A3887-FCEF-46D6-8FAE-3FEB63A7168B}">
      <dgm:prSet/>
      <dgm:spPr/>
      <dgm:t>
        <a:bodyPr/>
        <a:lstStyle/>
        <a:p>
          <a:endParaRPr lang="en-US"/>
        </a:p>
      </dgm:t>
    </dgm:pt>
    <dgm:pt modelId="{030EC746-D982-4558-9A50-71621423D7ED}">
      <dgm:prSet phldrT="[Text]"/>
      <dgm:spPr/>
      <dgm:t>
        <a:bodyPr/>
        <a:lstStyle/>
        <a:p>
          <a:r>
            <a:rPr lang="en-US" dirty="0"/>
            <a:t>Implementation and loading</a:t>
          </a:r>
        </a:p>
      </dgm:t>
    </dgm:pt>
    <dgm:pt modelId="{6863E260-838E-44BC-91E4-D5AE4487A965}" type="parTrans" cxnId="{4CD37604-2ADF-4010-9EE5-47844E9F1692}">
      <dgm:prSet/>
      <dgm:spPr/>
      <dgm:t>
        <a:bodyPr/>
        <a:lstStyle/>
        <a:p>
          <a:endParaRPr lang="en-US"/>
        </a:p>
      </dgm:t>
    </dgm:pt>
    <dgm:pt modelId="{D67C861A-A185-4F76-A91B-DE96C48633B6}" type="sibTrans" cxnId="{4CD37604-2ADF-4010-9EE5-47844E9F1692}">
      <dgm:prSet/>
      <dgm:spPr/>
      <dgm:t>
        <a:bodyPr/>
        <a:lstStyle/>
        <a:p>
          <a:endParaRPr lang="en-US"/>
        </a:p>
      </dgm:t>
    </dgm:pt>
    <dgm:pt modelId="{EFDC65A4-B436-484A-9C83-EF608083B0E5}">
      <dgm:prSet/>
      <dgm:spPr/>
      <dgm:t>
        <a:bodyPr/>
        <a:lstStyle/>
        <a:p>
          <a:r>
            <a:rPr lang="en-US" dirty="0"/>
            <a:t>Testing and evaluation</a:t>
          </a:r>
        </a:p>
      </dgm:t>
    </dgm:pt>
    <dgm:pt modelId="{8D7BFCE2-559A-4035-AB66-74F7B6ECA7EE}" type="parTrans" cxnId="{2A9D0A55-0E67-47A3-BC1A-1231CA660F90}">
      <dgm:prSet/>
      <dgm:spPr/>
      <dgm:t>
        <a:bodyPr/>
        <a:lstStyle/>
        <a:p>
          <a:endParaRPr lang="en-US"/>
        </a:p>
      </dgm:t>
    </dgm:pt>
    <dgm:pt modelId="{ABA2E565-E58F-4914-BA46-A4B2F21DCB17}" type="sibTrans" cxnId="{2A9D0A55-0E67-47A3-BC1A-1231CA660F90}">
      <dgm:prSet/>
      <dgm:spPr/>
      <dgm:t>
        <a:bodyPr/>
        <a:lstStyle/>
        <a:p>
          <a:endParaRPr lang="en-US"/>
        </a:p>
      </dgm:t>
    </dgm:pt>
    <dgm:pt modelId="{3679ABDD-5FFE-4884-82A3-EDABD79825FF}">
      <dgm:prSet/>
      <dgm:spPr/>
      <dgm:t>
        <a:bodyPr/>
        <a:lstStyle/>
        <a:p>
          <a:r>
            <a:rPr lang="en-US" dirty="0"/>
            <a:t>Maintenance and evolution</a:t>
          </a:r>
        </a:p>
      </dgm:t>
    </dgm:pt>
    <dgm:pt modelId="{CE5F9598-7855-4760-9F93-63D70545E4B9}" type="parTrans" cxnId="{284157F0-D23A-480C-BC04-AE99A2004FCB}">
      <dgm:prSet/>
      <dgm:spPr/>
      <dgm:t>
        <a:bodyPr/>
        <a:lstStyle/>
        <a:p>
          <a:endParaRPr lang="en-US"/>
        </a:p>
      </dgm:t>
    </dgm:pt>
    <dgm:pt modelId="{D64A17C6-3C59-4CB9-A226-AB710CD4E4E5}" type="sibTrans" cxnId="{284157F0-D23A-480C-BC04-AE99A2004FCB}">
      <dgm:prSet/>
      <dgm:spPr/>
      <dgm:t>
        <a:bodyPr/>
        <a:lstStyle/>
        <a:p>
          <a:endParaRPr lang="en-US"/>
        </a:p>
      </dgm:t>
    </dgm:pt>
    <dgm:pt modelId="{44A0E440-A74F-42FC-A5EB-C2EF7F25971A}">
      <dgm:prSet/>
      <dgm:spPr/>
      <dgm:t>
        <a:bodyPr/>
        <a:lstStyle/>
        <a:p>
          <a:r>
            <a:rPr lang="en-US" dirty="0"/>
            <a:t>Operation</a:t>
          </a:r>
        </a:p>
      </dgm:t>
    </dgm:pt>
    <dgm:pt modelId="{174475BA-3803-4DCB-9099-D2F1D9B77ED0}" type="parTrans" cxnId="{6F733B5E-8125-42D2-9B8B-7ACB01FB9ECD}">
      <dgm:prSet/>
      <dgm:spPr/>
      <dgm:t>
        <a:bodyPr/>
        <a:lstStyle/>
        <a:p>
          <a:endParaRPr lang="en-US"/>
        </a:p>
      </dgm:t>
    </dgm:pt>
    <dgm:pt modelId="{7947F8E2-5561-440E-B8E6-0712C3DE7137}" type="sibTrans" cxnId="{6F733B5E-8125-42D2-9B8B-7ACB01FB9ECD}">
      <dgm:prSet/>
      <dgm:spPr/>
      <dgm:t>
        <a:bodyPr/>
        <a:lstStyle/>
        <a:p>
          <a:endParaRPr lang="en-US"/>
        </a:p>
      </dgm:t>
    </dgm:pt>
    <dgm:pt modelId="{F15C70EC-FF2C-4C58-87C5-615E43EC5DE6}" type="pres">
      <dgm:prSet presAssocID="{1F320133-CEA7-49EE-BCDA-9149012CFAAE}" presName="linearFlow" presStyleCnt="0">
        <dgm:presLayoutVars>
          <dgm:resizeHandles val="exact"/>
        </dgm:presLayoutVars>
      </dgm:prSet>
      <dgm:spPr/>
    </dgm:pt>
    <dgm:pt modelId="{B2C20C9A-AC77-44DF-884F-D9504E9A4222}" type="pres">
      <dgm:prSet presAssocID="{FC1EC847-264D-4C28-BE01-06E96E7F2AEF}" presName="node" presStyleLbl="node1" presStyleIdx="0" presStyleCnt="6">
        <dgm:presLayoutVars>
          <dgm:bulletEnabled val="1"/>
        </dgm:presLayoutVars>
      </dgm:prSet>
      <dgm:spPr/>
    </dgm:pt>
    <dgm:pt modelId="{87BEA151-2FFE-45AF-8B1C-CF71FD0A1A62}" type="pres">
      <dgm:prSet presAssocID="{F46E4A51-0D21-4B89-8E9C-214277D104EC}" presName="sibTrans" presStyleLbl="sibTrans2D1" presStyleIdx="0" presStyleCnt="5"/>
      <dgm:spPr/>
    </dgm:pt>
    <dgm:pt modelId="{B6BD2199-8844-428F-93EB-EDFD6B28B193}" type="pres">
      <dgm:prSet presAssocID="{F46E4A51-0D21-4B89-8E9C-214277D104EC}" presName="connectorText" presStyleLbl="sibTrans2D1" presStyleIdx="0" presStyleCnt="5"/>
      <dgm:spPr/>
    </dgm:pt>
    <dgm:pt modelId="{39F16384-BBA1-4402-A83F-E14E7DBF0173}" type="pres">
      <dgm:prSet presAssocID="{24DB4D88-6195-4AC5-A95E-0BF12267D6AF}" presName="node" presStyleLbl="node1" presStyleIdx="1" presStyleCnt="6">
        <dgm:presLayoutVars>
          <dgm:bulletEnabled val="1"/>
        </dgm:presLayoutVars>
      </dgm:prSet>
      <dgm:spPr/>
    </dgm:pt>
    <dgm:pt modelId="{6B15E3C4-C72D-4B2E-A69A-B10998E15ADF}" type="pres">
      <dgm:prSet presAssocID="{F87C669D-1766-4B7D-8FA7-CC364394470A}" presName="sibTrans" presStyleLbl="sibTrans2D1" presStyleIdx="1" presStyleCnt="5"/>
      <dgm:spPr/>
    </dgm:pt>
    <dgm:pt modelId="{3E92FC51-9E1D-42B4-9D43-F2EAF3D06AF5}" type="pres">
      <dgm:prSet presAssocID="{F87C669D-1766-4B7D-8FA7-CC364394470A}" presName="connectorText" presStyleLbl="sibTrans2D1" presStyleIdx="1" presStyleCnt="5"/>
      <dgm:spPr/>
    </dgm:pt>
    <dgm:pt modelId="{59938DB0-3A30-466F-BF06-DBBAFA8F0C11}" type="pres">
      <dgm:prSet presAssocID="{030EC746-D982-4558-9A50-71621423D7ED}" presName="node" presStyleLbl="node1" presStyleIdx="2" presStyleCnt="6">
        <dgm:presLayoutVars>
          <dgm:bulletEnabled val="1"/>
        </dgm:presLayoutVars>
      </dgm:prSet>
      <dgm:spPr/>
    </dgm:pt>
    <dgm:pt modelId="{AC9D30D1-F803-422D-ABB3-43C368908CD7}" type="pres">
      <dgm:prSet presAssocID="{D67C861A-A185-4F76-A91B-DE96C48633B6}" presName="sibTrans" presStyleLbl="sibTrans2D1" presStyleIdx="2" presStyleCnt="5"/>
      <dgm:spPr/>
    </dgm:pt>
    <dgm:pt modelId="{FAA89E03-DEB1-448B-AF20-3DCA76B5C8A7}" type="pres">
      <dgm:prSet presAssocID="{D67C861A-A185-4F76-A91B-DE96C48633B6}" presName="connectorText" presStyleLbl="sibTrans2D1" presStyleIdx="2" presStyleCnt="5"/>
      <dgm:spPr/>
    </dgm:pt>
    <dgm:pt modelId="{5A0E2425-5C95-450F-A67E-E07887BE8586}" type="pres">
      <dgm:prSet presAssocID="{EFDC65A4-B436-484A-9C83-EF608083B0E5}" presName="node" presStyleLbl="node1" presStyleIdx="3" presStyleCnt="6">
        <dgm:presLayoutVars>
          <dgm:bulletEnabled val="1"/>
        </dgm:presLayoutVars>
      </dgm:prSet>
      <dgm:spPr/>
    </dgm:pt>
    <dgm:pt modelId="{BB3261E0-723C-4FD9-8189-99A891F2FE32}" type="pres">
      <dgm:prSet presAssocID="{ABA2E565-E58F-4914-BA46-A4B2F21DCB17}" presName="sibTrans" presStyleLbl="sibTrans2D1" presStyleIdx="3" presStyleCnt="5"/>
      <dgm:spPr/>
    </dgm:pt>
    <dgm:pt modelId="{023AA7A2-9CDC-4883-A861-A7637D3B0B4E}" type="pres">
      <dgm:prSet presAssocID="{ABA2E565-E58F-4914-BA46-A4B2F21DCB17}" presName="connectorText" presStyleLbl="sibTrans2D1" presStyleIdx="3" presStyleCnt="5"/>
      <dgm:spPr/>
    </dgm:pt>
    <dgm:pt modelId="{D29FC737-930F-4F37-8BDC-0DAC5253F26F}" type="pres">
      <dgm:prSet presAssocID="{44A0E440-A74F-42FC-A5EB-C2EF7F25971A}" presName="node" presStyleLbl="node1" presStyleIdx="4" presStyleCnt="6">
        <dgm:presLayoutVars>
          <dgm:bulletEnabled val="1"/>
        </dgm:presLayoutVars>
      </dgm:prSet>
      <dgm:spPr/>
    </dgm:pt>
    <dgm:pt modelId="{C2462F91-C086-451D-AEB6-A28B92F534BB}" type="pres">
      <dgm:prSet presAssocID="{7947F8E2-5561-440E-B8E6-0712C3DE7137}" presName="sibTrans" presStyleLbl="sibTrans2D1" presStyleIdx="4" presStyleCnt="5"/>
      <dgm:spPr/>
    </dgm:pt>
    <dgm:pt modelId="{E68FB742-52AA-429F-A62A-870DC444883A}" type="pres">
      <dgm:prSet presAssocID="{7947F8E2-5561-440E-B8E6-0712C3DE7137}" presName="connectorText" presStyleLbl="sibTrans2D1" presStyleIdx="4" presStyleCnt="5"/>
      <dgm:spPr/>
    </dgm:pt>
    <dgm:pt modelId="{88F1595A-EE3F-4CD0-B6D8-F7ED6E5A36DF}" type="pres">
      <dgm:prSet presAssocID="{3679ABDD-5FFE-4884-82A3-EDABD79825FF}" presName="node" presStyleLbl="node1" presStyleIdx="5" presStyleCnt="6">
        <dgm:presLayoutVars>
          <dgm:bulletEnabled val="1"/>
        </dgm:presLayoutVars>
      </dgm:prSet>
      <dgm:spPr/>
    </dgm:pt>
  </dgm:ptLst>
  <dgm:cxnLst>
    <dgm:cxn modelId="{4CD37604-2ADF-4010-9EE5-47844E9F1692}" srcId="{1F320133-CEA7-49EE-BCDA-9149012CFAAE}" destId="{030EC746-D982-4558-9A50-71621423D7ED}" srcOrd="2" destOrd="0" parTransId="{6863E260-838E-44BC-91E4-D5AE4487A965}" sibTransId="{D67C861A-A185-4F76-A91B-DE96C48633B6}"/>
    <dgm:cxn modelId="{0FC57D1B-5EA3-4C7A-A01D-D4C8A2CB7EA1}" type="presOf" srcId="{030EC746-D982-4558-9A50-71621423D7ED}" destId="{59938DB0-3A30-466F-BF06-DBBAFA8F0C11}" srcOrd="0" destOrd="0" presId="urn:microsoft.com/office/officeart/2005/8/layout/process2"/>
    <dgm:cxn modelId="{6F733B5E-8125-42D2-9B8B-7ACB01FB9ECD}" srcId="{1F320133-CEA7-49EE-BCDA-9149012CFAAE}" destId="{44A0E440-A74F-42FC-A5EB-C2EF7F25971A}" srcOrd="4" destOrd="0" parTransId="{174475BA-3803-4DCB-9099-D2F1D9B77ED0}" sibTransId="{7947F8E2-5561-440E-B8E6-0712C3DE7137}"/>
    <dgm:cxn modelId="{01F46A4C-D53C-4EBF-8BBE-3B049E56E89A}" type="presOf" srcId="{7947F8E2-5561-440E-B8E6-0712C3DE7137}" destId="{E68FB742-52AA-429F-A62A-870DC444883A}" srcOrd="1" destOrd="0" presId="urn:microsoft.com/office/officeart/2005/8/layout/process2"/>
    <dgm:cxn modelId="{7826606D-7A03-4A31-9AF9-37110A2DD97F}" type="presOf" srcId="{7947F8E2-5561-440E-B8E6-0712C3DE7137}" destId="{C2462F91-C086-451D-AEB6-A28B92F534BB}" srcOrd="0" destOrd="0" presId="urn:microsoft.com/office/officeart/2005/8/layout/process2"/>
    <dgm:cxn modelId="{2A9D0A55-0E67-47A3-BC1A-1231CA660F90}" srcId="{1F320133-CEA7-49EE-BCDA-9149012CFAAE}" destId="{EFDC65A4-B436-484A-9C83-EF608083B0E5}" srcOrd="3" destOrd="0" parTransId="{8D7BFCE2-559A-4035-AB66-74F7B6ECA7EE}" sibTransId="{ABA2E565-E58F-4914-BA46-A4B2F21DCB17}"/>
    <dgm:cxn modelId="{603F8456-B7B7-4E1F-9A26-F85D045AC320}" type="presOf" srcId="{3679ABDD-5FFE-4884-82A3-EDABD79825FF}" destId="{88F1595A-EE3F-4CD0-B6D8-F7ED6E5A36DF}" srcOrd="0" destOrd="0" presId="urn:microsoft.com/office/officeart/2005/8/layout/process2"/>
    <dgm:cxn modelId="{C6D6BE56-147A-4E80-B5D3-40EE8C2EC40A}" type="presOf" srcId="{EFDC65A4-B436-484A-9C83-EF608083B0E5}" destId="{5A0E2425-5C95-450F-A67E-E07887BE8586}" srcOrd="0" destOrd="0" presId="urn:microsoft.com/office/officeart/2005/8/layout/process2"/>
    <dgm:cxn modelId="{2F4B807F-9ED1-4348-BEC4-755B9C67F3AE}" type="presOf" srcId="{F87C669D-1766-4B7D-8FA7-CC364394470A}" destId="{6B15E3C4-C72D-4B2E-A69A-B10998E15ADF}" srcOrd="0" destOrd="0" presId="urn:microsoft.com/office/officeart/2005/8/layout/process2"/>
    <dgm:cxn modelId="{83D38382-C608-4793-B105-A72B46D86787}" type="presOf" srcId="{F87C669D-1766-4B7D-8FA7-CC364394470A}" destId="{3E92FC51-9E1D-42B4-9D43-F2EAF3D06AF5}" srcOrd="1" destOrd="0" presId="urn:microsoft.com/office/officeart/2005/8/layout/process2"/>
    <dgm:cxn modelId="{9ECDD584-796D-488C-85DC-9F08A8F20BB3}" type="presOf" srcId="{D67C861A-A185-4F76-A91B-DE96C48633B6}" destId="{AC9D30D1-F803-422D-ABB3-43C368908CD7}" srcOrd="0" destOrd="0" presId="urn:microsoft.com/office/officeart/2005/8/layout/process2"/>
    <dgm:cxn modelId="{1B4A3887-FCEF-46D6-8FAE-3FEB63A7168B}" srcId="{1F320133-CEA7-49EE-BCDA-9149012CFAAE}" destId="{24DB4D88-6195-4AC5-A95E-0BF12267D6AF}" srcOrd="1" destOrd="0" parTransId="{7E8672E4-B8BE-44A6-BB6D-E1586EDCD63F}" sibTransId="{F87C669D-1766-4B7D-8FA7-CC364394470A}"/>
    <dgm:cxn modelId="{44E7529B-1183-4D48-A9CB-5ACD7B5F872A}" type="presOf" srcId="{1F320133-CEA7-49EE-BCDA-9149012CFAAE}" destId="{F15C70EC-FF2C-4C58-87C5-615E43EC5DE6}" srcOrd="0" destOrd="0" presId="urn:microsoft.com/office/officeart/2005/8/layout/process2"/>
    <dgm:cxn modelId="{8CB9A29C-BA49-4339-91DD-45A21E542890}" type="presOf" srcId="{F46E4A51-0D21-4B89-8E9C-214277D104EC}" destId="{87BEA151-2FFE-45AF-8B1C-CF71FD0A1A62}" srcOrd="0" destOrd="0" presId="urn:microsoft.com/office/officeart/2005/8/layout/process2"/>
    <dgm:cxn modelId="{E096A4A3-B5AF-4289-9FA0-580D3573E6D2}" type="presOf" srcId="{ABA2E565-E58F-4914-BA46-A4B2F21DCB17}" destId="{023AA7A2-9CDC-4883-A861-A7637D3B0B4E}" srcOrd="1" destOrd="0" presId="urn:microsoft.com/office/officeart/2005/8/layout/process2"/>
    <dgm:cxn modelId="{6B9DDDA8-249C-4AAC-940A-FC92996831D4}" type="presOf" srcId="{ABA2E565-E58F-4914-BA46-A4B2F21DCB17}" destId="{BB3261E0-723C-4FD9-8189-99A891F2FE32}" srcOrd="0" destOrd="0" presId="urn:microsoft.com/office/officeart/2005/8/layout/process2"/>
    <dgm:cxn modelId="{CC5125AD-8D13-4B1D-AB1C-339AFFBB03C3}" srcId="{1F320133-CEA7-49EE-BCDA-9149012CFAAE}" destId="{FC1EC847-264D-4C28-BE01-06E96E7F2AEF}" srcOrd="0" destOrd="0" parTransId="{F2D004D5-4E74-4206-9FAB-A10289A1B97C}" sibTransId="{F46E4A51-0D21-4B89-8E9C-214277D104EC}"/>
    <dgm:cxn modelId="{D44B20B0-043E-4E03-935E-0E3F17413F6A}" type="presOf" srcId="{D67C861A-A185-4F76-A91B-DE96C48633B6}" destId="{FAA89E03-DEB1-448B-AF20-3DCA76B5C8A7}" srcOrd="1" destOrd="0" presId="urn:microsoft.com/office/officeart/2005/8/layout/process2"/>
    <dgm:cxn modelId="{EE0A7AB6-1A2A-40BA-81E3-7724CB48C348}" type="presOf" srcId="{24DB4D88-6195-4AC5-A95E-0BF12267D6AF}" destId="{39F16384-BBA1-4402-A83F-E14E7DBF0173}" srcOrd="0" destOrd="0" presId="urn:microsoft.com/office/officeart/2005/8/layout/process2"/>
    <dgm:cxn modelId="{DE3A2BD7-E43C-429C-B466-52E67D1A50D3}" type="presOf" srcId="{44A0E440-A74F-42FC-A5EB-C2EF7F25971A}" destId="{D29FC737-930F-4F37-8BDC-0DAC5253F26F}" srcOrd="0" destOrd="0" presId="urn:microsoft.com/office/officeart/2005/8/layout/process2"/>
    <dgm:cxn modelId="{E7B7DADA-AD1A-42CC-9C1E-2874C63A9AC1}" type="presOf" srcId="{FC1EC847-264D-4C28-BE01-06E96E7F2AEF}" destId="{B2C20C9A-AC77-44DF-884F-D9504E9A4222}" srcOrd="0" destOrd="0" presId="urn:microsoft.com/office/officeart/2005/8/layout/process2"/>
    <dgm:cxn modelId="{534946F0-B465-4640-83B5-46B9DFCAD1CF}" type="presOf" srcId="{F46E4A51-0D21-4B89-8E9C-214277D104EC}" destId="{B6BD2199-8844-428F-93EB-EDFD6B28B193}" srcOrd="1" destOrd="0" presId="urn:microsoft.com/office/officeart/2005/8/layout/process2"/>
    <dgm:cxn modelId="{284157F0-D23A-480C-BC04-AE99A2004FCB}" srcId="{1F320133-CEA7-49EE-BCDA-9149012CFAAE}" destId="{3679ABDD-5FFE-4884-82A3-EDABD79825FF}" srcOrd="5" destOrd="0" parTransId="{CE5F9598-7855-4760-9F93-63D70545E4B9}" sibTransId="{D64A17C6-3C59-4CB9-A226-AB710CD4E4E5}"/>
    <dgm:cxn modelId="{6A521A7B-62DF-452F-83FD-26D1D5854BDF}" type="presParOf" srcId="{F15C70EC-FF2C-4C58-87C5-615E43EC5DE6}" destId="{B2C20C9A-AC77-44DF-884F-D9504E9A4222}" srcOrd="0" destOrd="0" presId="urn:microsoft.com/office/officeart/2005/8/layout/process2"/>
    <dgm:cxn modelId="{CFCCD7CC-B93B-4DF9-AB06-6F715D5AAAF7}" type="presParOf" srcId="{F15C70EC-FF2C-4C58-87C5-615E43EC5DE6}" destId="{87BEA151-2FFE-45AF-8B1C-CF71FD0A1A62}" srcOrd="1" destOrd="0" presId="urn:microsoft.com/office/officeart/2005/8/layout/process2"/>
    <dgm:cxn modelId="{D073D30C-605E-473E-95A1-30A091D86370}" type="presParOf" srcId="{87BEA151-2FFE-45AF-8B1C-CF71FD0A1A62}" destId="{B6BD2199-8844-428F-93EB-EDFD6B28B193}" srcOrd="0" destOrd="0" presId="urn:microsoft.com/office/officeart/2005/8/layout/process2"/>
    <dgm:cxn modelId="{1F92998D-B41A-4F63-AB53-E2C734C278B9}" type="presParOf" srcId="{F15C70EC-FF2C-4C58-87C5-615E43EC5DE6}" destId="{39F16384-BBA1-4402-A83F-E14E7DBF0173}" srcOrd="2" destOrd="0" presId="urn:microsoft.com/office/officeart/2005/8/layout/process2"/>
    <dgm:cxn modelId="{38756E80-6392-40BE-ADEB-341A02D46BAD}" type="presParOf" srcId="{F15C70EC-FF2C-4C58-87C5-615E43EC5DE6}" destId="{6B15E3C4-C72D-4B2E-A69A-B10998E15ADF}" srcOrd="3" destOrd="0" presId="urn:microsoft.com/office/officeart/2005/8/layout/process2"/>
    <dgm:cxn modelId="{A2F252B8-D23B-41E2-8764-934F03178720}" type="presParOf" srcId="{6B15E3C4-C72D-4B2E-A69A-B10998E15ADF}" destId="{3E92FC51-9E1D-42B4-9D43-F2EAF3D06AF5}" srcOrd="0" destOrd="0" presId="urn:microsoft.com/office/officeart/2005/8/layout/process2"/>
    <dgm:cxn modelId="{62D291DB-816D-48C1-954D-3C16133BFEAA}" type="presParOf" srcId="{F15C70EC-FF2C-4C58-87C5-615E43EC5DE6}" destId="{59938DB0-3A30-466F-BF06-DBBAFA8F0C11}" srcOrd="4" destOrd="0" presId="urn:microsoft.com/office/officeart/2005/8/layout/process2"/>
    <dgm:cxn modelId="{21C0A724-327E-43B5-8CA5-0DC2AAA96B3F}" type="presParOf" srcId="{F15C70EC-FF2C-4C58-87C5-615E43EC5DE6}" destId="{AC9D30D1-F803-422D-ABB3-43C368908CD7}" srcOrd="5" destOrd="0" presId="urn:microsoft.com/office/officeart/2005/8/layout/process2"/>
    <dgm:cxn modelId="{69013E31-26C4-4401-BD7C-ACF279FE0FE7}" type="presParOf" srcId="{AC9D30D1-F803-422D-ABB3-43C368908CD7}" destId="{FAA89E03-DEB1-448B-AF20-3DCA76B5C8A7}" srcOrd="0" destOrd="0" presId="urn:microsoft.com/office/officeart/2005/8/layout/process2"/>
    <dgm:cxn modelId="{2A379DD2-1B0E-4A93-ADE6-1257D4622AEC}" type="presParOf" srcId="{F15C70EC-FF2C-4C58-87C5-615E43EC5DE6}" destId="{5A0E2425-5C95-450F-A67E-E07887BE8586}" srcOrd="6" destOrd="0" presId="urn:microsoft.com/office/officeart/2005/8/layout/process2"/>
    <dgm:cxn modelId="{E4639106-8453-46A5-AD06-33E433C87118}" type="presParOf" srcId="{F15C70EC-FF2C-4C58-87C5-615E43EC5DE6}" destId="{BB3261E0-723C-4FD9-8189-99A891F2FE32}" srcOrd="7" destOrd="0" presId="urn:microsoft.com/office/officeart/2005/8/layout/process2"/>
    <dgm:cxn modelId="{6BAE004D-3D01-477B-91B2-31919E53F072}" type="presParOf" srcId="{BB3261E0-723C-4FD9-8189-99A891F2FE32}" destId="{023AA7A2-9CDC-4883-A861-A7637D3B0B4E}" srcOrd="0" destOrd="0" presId="urn:microsoft.com/office/officeart/2005/8/layout/process2"/>
    <dgm:cxn modelId="{DA216BAF-AD62-4B6A-AF81-D56744A7AD6E}" type="presParOf" srcId="{F15C70EC-FF2C-4C58-87C5-615E43EC5DE6}" destId="{D29FC737-930F-4F37-8BDC-0DAC5253F26F}" srcOrd="8" destOrd="0" presId="urn:microsoft.com/office/officeart/2005/8/layout/process2"/>
    <dgm:cxn modelId="{C7EB7F33-7B3E-4FAB-9DEA-6DDE234CC089}" type="presParOf" srcId="{F15C70EC-FF2C-4C58-87C5-615E43EC5DE6}" destId="{C2462F91-C086-451D-AEB6-A28B92F534BB}" srcOrd="9" destOrd="0" presId="urn:microsoft.com/office/officeart/2005/8/layout/process2"/>
    <dgm:cxn modelId="{85DB4E8A-6D0C-4062-8968-4E24B4B8A087}" type="presParOf" srcId="{C2462F91-C086-451D-AEB6-A28B92F534BB}" destId="{E68FB742-52AA-429F-A62A-870DC444883A}" srcOrd="0" destOrd="0" presId="urn:microsoft.com/office/officeart/2005/8/layout/process2"/>
    <dgm:cxn modelId="{308B83F0-CF62-4818-93F3-F3349B9C02F4}" type="presParOf" srcId="{F15C70EC-FF2C-4C58-87C5-615E43EC5DE6}" destId="{88F1595A-EE3F-4CD0-B6D8-F7ED6E5A36DF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0511802-A1D6-42E0-BF99-CF6B7916EE9C}" type="doc">
      <dgm:prSet loTypeId="urn:microsoft.com/office/officeart/2005/8/layout/chevron2" loCatId="process" qsTypeId="urn:microsoft.com/office/officeart/2005/8/quickstyle/3d2" qsCatId="3D" csTypeId="urn:microsoft.com/office/officeart/2005/8/colors/accent6_1" csCatId="accent6" phldr="1"/>
      <dgm:spPr/>
      <dgm:t>
        <a:bodyPr/>
        <a:lstStyle/>
        <a:p>
          <a:endParaRPr lang="en-ZA"/>
        </a:p>
      </dgm:t>
    </dgm:pt>
    <dgm:pt modelId="{AD9B6195-74CB-461A-9942-0212ADFD8DFA}">
      <dgm:prSet phldrT="[Text]" custT="1"/>
      <dgm:spPr/>
      <dgm:t>
        <a:bodyPr/>
        <a:lstStyle/>
        <a:p>
          <a:r>
            <a:rPr lang="en-ZA" sz="2000" dirty="0">
              <a:latin typeface="Tw Cen MT" panose="020B0602020104020603" pitchFamily="34" charset="0"/>
            </a:rPr>
            <a:t>Conceptual</a:t>
          </a:r>
        </a:p>
      </dgm:t>
    </dgm:pt>
    <dgm:pt modelId="{3F4060FD-1AF5-4633-9102-78921F3F7B92}" type="parTrans" cxnId="{E023FA6C-0880-4FC8-861C-AA87CA69D79E}">
      <dgm:prSet/>
      <dgm:spPr/>
      <dgm:t>
        <a:bodyPr/>
        <a:lstStyle/>
        <a:p>
          <a:endParaRPr lang="en-ZA" sz="2000"/>
        </a:p>
      </dgm:t>
    </dgm:pt>
    <dgm:pt modelId="{97DBB94D-81F5-4126-AE0F-43047A8F6970}" type="sibTrans" cxnId="{E023FA6C-0880-4FC8-861C-AA87CA69D79E}">
      <dgm:prSet/>
      <dgm:spPr/>
      <dgm:t>
        <a:bodyPr/>
        <a:lstStyle/>
        <a:p>
          <a:endParaRPr lang="en-ZA" sz="2000"/>
        </a:p>
      </dgm:t>
    </dgm:pt>
    <dgm:pt modelId="{B3A17AC5-340B-4B28-9684-5DE61F0BA026}">
      <dgm:prSet phldrT="[Text]" custT="1"/>
      <dgm:spPr/>
      <dgm:t>
        <a:bodyPr/>
        <a:lstStyle/>
        <a:p>
          <a:r>
            <a:rPr lang="en-ZA" sz="2000" dirty="0">
              <a:latin typeface="Tw Cen MT" panose="020B0602020104020603" pitchFamily="34" charset="0"/>
            </a:rPr>
            <a:t>Data analysis and requirements</a:t>
          </a:r>
        </a:p>
      </dgm:t>
    </dgm:pt>
    <dgm:pt modelId="{A3BF830C-50C3-4B46-B474-2BA1A8DDE341}" type="parTrans" cxnId="{41826F76-1B38-4FE4-9862-142AB4B15A0D}">
      <dgm:prSet/>
      <dgm:spPr/>
      <dgm:t>
        <a:bodyPr/>
        <a:lstStyle/>
        <a:p>
          <a:endParaRPr lang="en-ZA" sz="2000"/>
        </a:p>
      </dgm:t>
    </dgm:pt>
    <dgm:pt modelId="{14C0743E-C3BD-4908-BFD6-12FCC15AFB4B}" type="sibTrans" cxnId="{41826F76-1B38-4FE4-9862-142AB4B15A0D}">
      <dgm:prSet/>
      <dgm:spPr/>
      <dgm:t>
        <a:bodyPr/>
        <a:lstStyle/>
        <a:p>
          <a:endParaRPr lang="en-ZA" sz="2000"/>
        </a:p>
      </dgm:t>
    </dgm:pt>
    <dgm:pt modelId="{03C7F3CA-2108-4C4E-B464-DA60748F8B44}">
      <dgm:prSet phldrT="[Text]" custT="1"/>
      <dgm:spPr/>
      <dgm:t>
        <a:bodyPr/>
        <a:lstStyle/>
        <a:p>
          <a:r>
            <a:rPr lang="en-ZA" sz="2000" dirty="0">
              <a:latin typeface="Tw Cen MT" panose="020B0602020104020603" pitchFamily="34" charset="0"/>
            </a:rPr>
            <a:t>ER modelling and normalisations</a:t>
          </a:r>
        </a:p>
      </dgm:t>
    </dgm:pt>
    <dgm:pt modelId="{CC5AE570-0835-457F-92D1-EF78E77E6EA0}" type="parTrans" cxnId="{928D8E01-5D67-4551-8FCA-FF2A20E9B121}">
      <dgm:prSet/>
      <dgm:spPr/>
      <dgm:t>
        <a:bodyPr/>
        <a:lstStyle/>
        <a:p>
          <a:endParaRPr lang="en-ZA" sz="2000"/>
        </a:p>
      </dgm:t>
    </dgm:pt>
    <dgm:pt modelId="{C27421A0-F8BD-44E2-97E3-C6D2B9833024}" type="sibTrans" cxnId="{928D8E01-5D67-4551-8FCA-FF2A20E9B121}">
      <dgm:prSet/>
      <dgm:spPr/>
      <dgm:t>
        <a:bodyPr/>
        <a:lstStyle/>
        <a:p>
          <a:endParaRPr lang="en-ZA" sz="2000"/>
        </a:p>
      </dgm:t>
    </dgm:pt>
    <dgm:pt modelId="{1297A4B9-808E-4C0C-9616-2E7BB50B832F}">
      <dgm:prSet phldrT="[Text]" custT="1"/>
      <dgm:spPr/>
      <dgm:t>
        <a:bodyPr/>
        <a:lstStyle/>
        <a:p>
          <a:r>
            <a:rPr lang="en-ZA" sz="2000" dirty="0">
              <a:latin typeface="Tw Cen MT" panose="020B0602020104020603" pitchFamily="34" charset="0"/>
            </a:rPr>
            <a:t>Logical</a:t>
          </a:r>
        </a:p>
      </dgm:t>
    </dgm:pt>
    <dgm:pt modelId="{D4F52A9D-AD53-4433-AFC1-93FFC2303E8D}" type="parTrans" cxnId="{191699AD-48F0-41A2-9234-88E06EDC5DF4}">
      <dgm:prSet/>
      <dgm:spPr/>
      <dgm:t>
        <a:bodyPr/>
        <a:lstStyle/>
        <a:p>
          <a:endParaRPr lang="en-ZA" sz="2000"/>
        </a:p>
      </dgm:t>
    </dgm:pt>
    <dgm:pt modelId="{FAF59F09-BEBA-496A-9D3D-9161C6DE1B26}" type="sibTrans" cxnId="{191699AD-48F0-41A2-9234-88E06EDC5DF4}">
      <dgm:prSet/>
      <dgm:spPr/>
      <dgm:t>
        <a:bodyPr/>
        <a:lstStyle/>
        <a:p>
          <a:endParaRPr lang="en-ZA" sz="2000"/>
        </a:p>
      </dgm:t>
    </dgm:pt>
    <dgm:pt modelId="{44CF9857-6278-406C-B23E-EB0A2A6F055E}">
      <dgm:prSet phldrT="[Text]" custT="1"/>
      <dgm:spPr/>
      <dgm:t>
        <a:bodyPr/>
        <a:lstStyle/>
        <a:p>
          <a:r>
            <a:rPr lang="en-ZA" sz="2000" dirty="0">
              <a:latin typeface="Tw Cen MT" panose="020B0602020104020603" pitchFamily="34" charset="0"/>
            </a:rPr>
            <a:t>Map conceptual model to logical model components</a:t>
          </a:r>
        </a:p>
      </dgm:t>
    </dgm:pt>
    <dgm:pt modelId="{134FAD43-4D33-4EE8-9F95-DD0C01D49DAB}" type="parTrans" cxnId="{57153948-B4A4-44BC-A816-C5A90C93276A}">
      <dgm:prSet/>
      <dgm:spPr/>
      <dgm:t>
        <a:bodyPr/>
        <a:lstStyle/>
        <a:p>
          <a:endParaRPr lang="en-ZA" sz="2000"/>
        </a:p>
      </dgm:t>
    </dgm:pt>
    <dgm:pt modelId="{CA996503-9377-47E9-9B55-56D84C8D038E}" type="sibTrans" cxnId="{57153948-B4A4-44BC-A816-C5A90C93276A}">
      <dgm:prSet/>
      <dgm:spPr/>
      <dgm:t>
        <a:bodyPr/>
        <a:lstStyle/>
        <a:p>
          <a:endParaRPr lang="en-ZA" sz="2000"/>
        </a:p>
      </dgm:t>
    </dgm:pt>
    <dgm:pt modelId="{2B2CBA18-1CA9-4872-B7EC-4E4F7DE1DF91}">
      <dgm:prSet phldrT="[Text]" custT="1"/>
      <dgm:spPr/>
      <dgm:t>
        <a:bodyPr/>
        <a:lstStyle/>
        <a:p>
          <a:r>
            <a:rPr lang="en-ZA" sz="2000" dirty="0">
              <a:latin typeface="Tw Cen MT" panose="020B0602020104020603" pitchFamily="34" charset="0"/>
            </a:rPr>
            <a:t>Physical</a:t>
          </a:r>
        </a:p>
      </dgm:t>
    </dgm:pt>
    <dgm:pt modelId="{DF0907BE-6247-4605-8680-3E784845FE88}" type="parTrans" cxnId="{FFABD473-CD51-4200-BD4A-C8FB195E276A}">
      <dgm:prSet/>
      <dgm:spPr/>
      <dgm:t>
        <a:bodyPr/>
        <a:lstStyle/>
        <a:p>
          <a:endParaRPr lang="en-ZA" sz="2000"/>
        </a:p>
      </dgm:t>
    </dgm:pt>
    <dgm:pt modelId="{AE69DEFB-5133-4F37-8711-D35CDDFA52CF}" type="sibTrans" cxnId="{FFABD473-CD51-4200-BD4A-C8FB195E276A}">
      <dgm:prSet/>
      <dgm:spPr/>
      <dgm:t>
        <a:bodyPr/>
        <a:lstStyle/>
        <a:p>
          <a:endParaRPr lang="en-ZA" sz="2000"/>
        </a:p>
      </dgm:t>
    </dgm:pt>
    <dgm:pt modelId="{943FFB1F-7BCF-47FF-B9BD-228037010E7B}">
      <dgm:prSet phldrT="[Text]" custT="1"/>
      <dgm:spPr/>
      <dgm:t>
        <a:bodyPr/>
        <a:lstStyle/>
        <a:p>
          <a:r>
            <a:rPr lang="en-ZA" sz="2000" dirty="0">
              <a:latin typeface="Tw Cen MT" panose="020B0602020104020603" pitchFamily="34" charset="0"/>
            </a:rPr>
            <a:t>Define data storage organisation</a:t>
          </a:r>
        </a:p>
      </dgm:t>
    </dgm:pt>
    <dgm:pt modelId="{B810F3A9-7D06-4B8D-B612-66558625AEDA}" type="parTrans" cxnId="{8160F46D-1FA7-45E0-A3EB-A15A473C5D28}">
      <dgm:prSet/>
      <dgm:spPr/>
      <dgm:t>
        <a:bodyPr/>
        <a:lstStyle/>
        <a:p>
          <a:endParaRPr lang="en-ZA" sz="2000"/>
        </a:p>
      </dgm:t>
    </dgm:pt>
    <dgm:pt modelId="{2270B281-9A77-4155-9638-1153889855EB}" type="sibTrans" cxnId="{8160F46D-1FA7-45E0-A3EB-A15A473C5D28}">
      <dgm:prSet/>
      <dgm:spPr/>
      <dgm:t>
        <a:bodyPr/>
        <a:lstStyle/>
        <a:p>
          <a:endParaRPr lang="en-ZA" sz="2000"/>
        </a:p>
      </dgm:t>
    </dgm:pt>
    <dgm:pt modelId="{B2DC7315-0804-472C-BCCE-0F414977FAA0}">
      <dgm:prSet phldrT="[Text]" custT="1"/>
      <dgm:spPr/>
      <dgm:t>
        <a:bodyPr/>
        <a:lstStyle/>
        <a:p>
          <a:r>
            <a:rPr lang="en-ZA" sz="2000" dirty="0">
              <a:latin typeface="Tw Cen MT" panose="020B0602020104020603" pitchFamily="34" charset="0"/>
            </a:rPr>
            <a:t>Data model verification</a:t>
          </a:r>
        </a:p>
      </dgm:t>
    </dgm:pt>
    <dgm:pt modelId="{54FCB213-C991-4499-BB99-4202EE3E9453}" type="parTrans" cxnId="{62837CFD-5FF2-47FE-A422-B48081F18AC4}">
      <dgm:prSet/>
      <dgm:spPr/>
      <dgm:t>
        <a:bodyPr/>
        <a:lstStyle/>
        <a:p>
          <a:endParaRPr lang="en-ZA" sz="2000"/>
        </a:p>
      </dgm:t>
    </dgm:pt>
    <dgm:pt modelId="{E5BFEE6E-3FD0-4692-89E5-C164332FA285}" type="sibTrans" cxnId="{62837CFD-5FF2-47FE-A422-B48081F18AC4}">
      <dgm:prSet/>
      <dgm:spPr/>
      <dgm:t>
        <a:bodyPr/>
        <a:lstStyle/>
        <a:p>
          <a:endParaRPr lang="en-ZA" sz="2000"/>
        </a:p>
      </dgm:t>
    </dgm:pt>
    <dgm:pt modelId="{CFA49FE2-CA17-446A-A9AE-0EB0A7655198}">
      <dgm:prSet phldrT="[Text]" custT="1"/>
      <dgm:spPr/>
      <dgm:t>
        <a:bodyPr/>
        <a:lstStyle/>
        <a:p>
          <a:r>
            <a:rPr lang="en-ZA" sz="2000" dirty="0">
              <a:latin typeface="Tw Cen MT" panose="020B0602020104020603" pitchFamily="34" charset="0"/>
            </a:rPr>
            <a:t>Distributed database design</a:t>
          </a:r>
        </a:p>
      </dgm:t>
    </dgm:pt>
    <dgm:pt modelId="{865A2E86-E44F-4FC5-B149-E4AD4EE8AEE2}" type="parTrans" cxnId="{56E3C55A-A251-4B9C-A845-CF9E1DB90C12}">
      <dgm:prSet/>
      <dgm:spPr/>
      <dgm:t>
        <a:bodyPr/>
        <a:lstStyle/>
        <a:p>
          <a:endParaRPr lang="en-ZA" sz="2000"/>
        </a:p>
      </dgm:t>
    </dgm:pt>
    <dgm:pt modelId="{8A46CEE2-2308-4878-945B-151BD2CA4988}" type="sibTrans" cxnId="{56E3C55A-A251-4B9C-A845-CF9E1DB90C12}">
      <dgm:prSet/>
      <dgm:spPr/>
      <dgm:t>
        <a:bodyPr/>
        <a:lstStyle/>
        <a:p>
          <a:endParaRPr lang="en-ZA" sz="2000"/>
        </a:p>
      </dgm:t>
    </dgm:pt>
    <dgm:pt modelId="{6A258641-E8DB-4E84-B665-309211AA7E13}">
      <dgm:prSet phldrT="[Text]" custT="1"/>
      <dgm:spPr/>
      <dgm:t>
        <a:bodyPr/>
        <a:lstStyle/>
        <a:p>
          <a:r>
            <a:rPr lang="en-ZA" sz="2000" dirty="0">
              <a:latin typeface="Tw Cen MT" panose="020B0602020104020603" pitchFamily="34" charset="0"/>
            </a:rPr>
            <a:t>Validate logical model using normalisation</a:t>
          </a:r>
        </a:p>
      </dgm:t>
    </dgm:pt>
    <dgm:pt modelId="{391CA113-5BE7-4979-A294-4217402CE4A6}" type="parTrans" cxnId="{EDD39BE1-2B7E-479B-8DFD-771204DD99BB}">
      <dgm:prSet/>
      <dgm:spPr/>
      <dgm:t>
        <a:bodyPr/>
        <a:lstStyle/>
        <a:p>
          <a:endParaRPr lang="en-ZA" sz="2000"/>
        </a:p>
      </dgm:t>
    </dgm:pt>
    <dgm:pt modelId="{E8B7DB0B-295A-4ED6-B49A-747D2AEE14A5}" type="sibTrans" cxnId="{EDD39BE1-2B7E-479B-8DFD-771204DD99BB}">
      <dgm:prSet/>
      <dgm:spPr/>
      <dgm:t>
        <a:bodyPr/>
        <a:lstStyle/>
        <a:p>
          <a:endParaRPr lang="en-ZA" sz="2000"/>
        </a:p>
      </dgm:t>
    </dgm:pt>
    <dgm:pt modelId="{937A467B-D0C3-4AAD-B9B5-6BF2FCF85166}">
      <dgm:prSet phldrT="[Text]" custT="1"/>
      <dgm:spPr/>
      <dgm:t>
        <a:bodyPr/>
        <a:lstStyle/>
        <a:p>
          <a:r>
            <a:rPr lang="en-ZA" sz="2000" dirty="0">
              <a:latin typeface="Tw Cen MT" panose="020B0602020104020603" pitchFamily="34" charset="0"/>
            </a:rPr>
            <a:t>Validate logical model integrity constraints</a:t>
          </a:r>
        </a:p>
      </dgm:t>
    </dgm:pt>
    <dgm:pt modelId="{4A9342E2-B39E-4C4E-A518-ADC98836E8B0}" type="parTrans" cxnId="{31E2C6BE-0CC4-4652-8ECF-2D12172CD60A}">
      <dgm:prSet/>
      <dgm:spPr/>
      <dgm:t>
        <a:bodyPr/>
        <a:lstStyle/>
        <a:p>
          <a:endParaRPr lang="en-ZA" sz="2000"/>
        </a:p>
      </dgm:t>
    </dgm:pt>
    <dgm:pt modelId="{7B61941B-ECB7-469A-AE7B-EDF10E577719}" type="sibTrans" cxnId="{31E2C6BE-0CC4-4652-8ECF-2D12172CD60A}">
      <dgm:prSet/>
      <dgm:spPr/>
      <dgm:t>
        <a:bodyPr/>
        <a:lstStyle/>
        <a:p>
          <a:endParaRPr lang="en-ZA" sz="2000"/>
        </a:p>
      </dgm:t>
    </dgm:pt>
    <dgm:pt modelId="{5FD880D1-B1DF-4327-A19C-36332E1BFB40}">
      <dgm:prSet phldrT="[Text]" custT="1"/>
      <dgm:spPr/>
      <dgm:t>
        <a:bodyPr/>
        <a:lstStyle/>
        <a:p>
          <a:r>
            <a:rPr lang="en-ZA" sz="2000" dirty="0">
              <a:latin typeface="Tw Cen MT" panose="020B0602020104020603" pitchFamily="34" charset="0"/>
            </a:rPr>
            <a:t>Validate logical model against user requirements </a:t>
          </a:r>
        </a:p>
      </dgm:t>
    </dgm:pt>
    <dgm:pt modelId="{1A54A19F-6EED-4503-897A-4A112DDE1850}" type="parTrans" cxnId="{CEA065BA-BC97-44BA-8250-60D8FB0C91C2}">
      <dgm:prSet/>
      <dgm:spPr/>
      <dgm:t>
        <a:bodyPr/>
        <a:lstStyle/>
        <a:p>
          <a:endParaRPr lang="en-ZA" sz="2000"/>
        </a:p>
      </dgm:t>
    </dgm:pt>
    <dgm:pt modelId="{CB8B5085-5FA6-4BCC-80B6-F88DEAE5B995}" type="sibTrans" cxnId="{CEA065BA-BC97-44BA-8250-60D8FB0C91C2}">
      <dgm:prSet/>
      <dgm:spPr/>
      <dgm:t>
        <a:bodyPr/>
        <a:lstStyle/>
        <a:p>
          <a:endParaRPr lang="en-ZA" sz="2000"/>
        </a:p>
      </dgm:t>
    </dgm:pt>
    <dgm:pt modelId="{09BC8662-59B5-4EBC-A19E-A598B762D457}">
      <dgm:prSet phldrT="[Text]" custT="1"/>
      <dgm:spPr/>
      <dgm:t>
        <a:bodyPr/>
        <a:lstStyle/>
        <a:p>
          <a:r>
            <a:rPr lang="en-ZA" sz="2000" dirty="0">
              <a:latin typeface="Tw Cen MT" panose="020B0602020104020603" pitchFamily="34" charset="0"/>
            </a:rPr>
            <a:t>Define integrity and security measures</a:t>
          </a:r>
        </a:p>
      </dgm:t>
    </dgm:pt>
    <dgm:pt modelId="{BE56C82B-18A4-44E5-BF17-13ABDE7D714C}" type="parTrans" cxnId="{8CAC6FBA-E909-4E12-89BF-EA9885E11FCE}">
      <dgm:prSet/>
      <dgm:spPr/>
      <dgm:t>
        <a:bodyPr/>
        <a:lstStyle/>
        <a:p>
          <a:endParaRPr lang="en-ZA" sz="2000"/>
        </a:p>
      </dgm:t>
    </dgm:pt>
    <dgm:pt modelId="{B06E4C6D-B890-4366-B525-B45C1A9BAEAE}" type="sibTrans" cxnId="{8CAC6FBA-E909-4E12-89BF-EA9885E11FCE}">
      <dgm:prSet/>
      <dgm:spPr/>
      <dgm:t>
        <a:bodyPr/>
        <a:lstStyle/>
        <a:p>
          <a:endParaRPr lang="en-ZA" sz="2000"/>
        </a:p>
      </dgm:t>
    </dgm:pt>
    <dgm:pt modelId="{71C0238A-4817-49F5-8464-B9650F0DA0A0}">
      <dgm:prSet phldrT="[Text]" custT="1"/>
      <dgm:spPr/>
      <dgm:t>
        <a:bodyPr/>
        <a:lstStyle/>
        <a:p>
          <a:r>
            <a:rPr lang="en-ZA" sz="2000" dirty="0">
              <a:latin typeface="Tw Cen MT" panose="020B0602020104020603" pitchFamily="34" charset="0"/>
            </a:rPr>
            <a:t>Determine performance measures</a:t>
          </a:r>
        </a:p>
      </dgm:t>
    </dgm:pt>
    <dgm:pt modelId="{DE7D765D-8C20-4BAD-A948-07748E6B73F6}" type="parTrans" cxnId="{FE2C092B-8EF0-48BD-AF51-4E0123B42652}">
      <dgm:prSet/>
      <dgm:spPr/>
      <dgm:t>
        <a:bodyPr/>
        <a:lstStyle/>
        <a:p>
          <a:endParaRPr lang="en-ZA" sz="2000"/>
        </a:p>
      </dgm:t>
    </dgm:pt>
    <dgm:pt modelId="{68170561-4E0E-496C-BB7F-5E0D87D75D1E}" type="sibTrans" cxnId="{FE2C092B-8EF0-48BD-AF51-4E0123B42652}">
      <dgm:prSet/>
      <dgm:spPr/>
      <dgm:t>
        <a:bodyPr/>
        <a:lstStyle/>
        <a:p>
          <a:endParaRPr lang="en-ZA" sz="2000"/>
        </a:p>
      </dgm:t>
    </dgm:pt>
    <dgm:pt modelId="{23EEA064-1695-4AA4-938F-1037E39E5C80}" type="pres">
      <dgm:prSet presAssocID="{20511802-A1D6-42E0-BF99-CF6B7916EE9C}" presName="linearFlow" presStyleCnt="0">
        <dgm:presLayoutVars>
          <dgm:dir/>
          <dgm:animLvl val="lvl"/>
          <dgm:resizeHandles val="exact"/>
        </dgm:presLayoutVars>
      </dgm:prSet>
      <dgm:spPr/>
    </dgm:pt>
    <dgm:pt modelId="{A735168F-DD77-4F3A-B782-5441D8CE0BDF}" type="pres">
      <dgm:prSet presAssocID="{AD9B6195-74CB-461A-9942-0212ADFD8DFA}" presName="composite" presStyleCnt="0"/>
      <dgm:spPr/>
    </dgm:pt>
    <dgm:pt modelId="{68A5964D-C8A9-4BB5-A971-E2CE34C4FCB0}" type="pres">
      <dgm:prSet presAssocID="{AD9B6195-74CB-461A-9942-0212ADFD8DFA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339AFDC7-E418-4BCC-BCE0-23556E11EFD5}" type="pres">
      <dgm:prSet presAssocID="{AD9B6195-74CB-461A-9942-0212ADFD8DFA}" presName="descendantText" presStyleLbl="alignAcc1" presStyleIdx="0" presStyleCnt="3">
        <dgm:presLayoutVars>
          <dgm:bulletEnabled val="1"/>
        </dgm:presLayoutVars>
      </dgm:prSet>
      <dgm:spPr/>
    </dgm:pt>
    <dgm:pt modelId="{CC8F03B2-5614-49C9-B9FA-56666257B710}" type="pres">
      <dgm:prSet presAssocID="{97DBB94D-81F5-4126-AE0F-43047A8F6970}" presName="sp" presStyleCnt="0"/>
      <dgm:spPr/>
    </dgm:pt>
    <dgm:pt modelId="{CED3BF05-AF5D-4DE6-83E6-6EB78A7A7788}" type="pres">
      <dgm:prSet presAssocID="{1297A4B9-808E-4C0C-9616-2E7BB50B832F}" presName="composite" presStyleCnt="0"/>
      <dgm:spPr/>
    </dgm:pt>
    <dgm:pt modelId="{66C4C4DF-BB8B-4A3E-BEDE-6552896179BD}" type="pres">
      <dgm:prSet presAssocID="{1297A4B9-808E-4C0C-9616-2E7BB50B832F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798BBCA8-AE7A-4255-B2E7-68EA5B5EC2B0}" type="pres">
      <dgm:prSet presAssocID="{1297A4B9-808E-4C0C-9616-2E7BB50B832F}" presName="descendantText" presStyleLbl="alignAcc1" presStyleIdx="1" presStyleCnt="3">
        <dgm:presLayoutVars>
          <dgm:bulletEnabled val="1"/>
        </dgm:presLayoutVars>
      </dgm:prSet>
      <dgm:spPr/>
    </dgm:pt>
    <dgm:pt modelId="{7C89866E-C2A1-41B5-B56C-84E0E3C60475}" type="pres">
      <dgm:prSet presAssocID="{FAF59F09-BEBA-496A-9D3D-9161C6DE1B26}" presName="sp" presStyleCnt="0"/>
      <dgm:spPr/>
    </dgm:pt>
    <dgm:pt modelId="{0A7D9DDD-AA6B-4607-A9F3-4459E88390B8}" type="pres">
      <dgm:prSet presAssocID="{2B2CBA18-1CA9-4872-B7EC-4E4F7DE1DF91}" presName="composite" presStyleCnt="0"/>
      <dgm:spPr/>
    </dgm:pt>
    <dgm:pt modelId="{876F28EF-1924-40ED-A058-358AE755F741}" type="pres">
      <dgm:prSet presAssocID="{2B2CBA18-1CA9-4872-B7EC-4E4F7DE1DF91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68A3F751-978A-423D-A689-31E5B7F97B3A}" type="pres">
      <dgm:prSet presAssocID="{2B2CBA18-1CA9-4872-B7EC-4E4F7DE1DF91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928D8E01-5D67-4551-8FCA-FF2A20E9B121}" srcId="{AD9B6195-74CB-461A-9942-0212ADFD8DFA}" destId="{03C7F3CA-2108-4C4E-B464-DA60748F8B44}" srcOrd="1" destOrd="0" parTransId="{CC5AE570-0835-457F-92D1-EF78E77E6EA0}" sibTransId="{C27421A0-F8BD-44E2-97E3-C6D2B9833024}"/>
    <dgm:cxn modelId="{6C35C211-C638-4B32-908A-5288D0930E41}" type="presOf" srcId="{943FFB1F-7BCF-47FF-B9BD-228037010E7B}" destId="{68A3F751-978A-423D-A689-31E5B7F97B3A}" srcOrd="0" destOrd="0" presId="urn:microsoft.com/office/officeart/2005/8/layout/chevron2"/>
    <dgm:cxn modelId="{CF999612-9D35-4E71-8E23-12041BE1C4E9}" type="presOf" srcId="{937A467B-D0C3-4AAD-B9B5-6BF2FCF85166}" destId="{798BBCA8-AE7A-4255-B2E7-68EA5B5EC2B0}" srcOrd="0" destOrd="2" presId="urn:microsoft.com/office/officeart/2005/8/layout/chevron2"/>
    <dgm:cxn modelId="{63E3911C-FFF6-4C0A-9229-6DD7164D8C0C}" type="presOf" srcId="{5FD880D1-B1DF-4327-A19C-36332E1BFB40}" destId="{798BBCA8-AE7A-4255-B2E7-68EA5B5EC2B0}" srcOrd="0" destOrd="3" presId="urn:microsoft.com/office/officeart/2005/8/layout/chevron2"/>
    <dgm:cxn modelId="{FB95F824-E3AF-48CE-9760-46A7BE864265}" type="presOf" srcId="{44CF9857-6278-406C-B23E-EB0A2A6F055E}" destId="{798BBCA8-AE7A-4255-B2E7-68EA5B5EC2B0}" srcOrd="0" destOrd="0" presId="urn:microsoft.com/office/officeart/2005/8/layout/chevron2"/>
    <dgm:cxn modelId="{FE2C092B-8EF0-48BD-AF51-4E0123B42652}" srcId="{2B2CBA18-1CA9-4872-B7EC-4E4F7DE1DF91}" destId="{71C0238A-4817-49F5-8464-B9650F0DA0A0}" srcOrd="2" destOrd="0" parTransId="{DE7D765D-8C20-4BAD-A948-07748E6B73F6}" sibTransId="{68170561-4E0E-496C-BB7F-5E0D87D75D1E}"/>
    <dgm:cxn modelId="{AE31D231-D190-4F97-993F-DC0D9187DB37}" type="presOf" srcId="{B2DC7315-0804-472C-BCCE-0F414977FAA0}" destId="{339AFDC7-E418-4BCC-BCE0-23556E11EFD5}" srcOrd="0" destOrd="2" presId="urn:microsoft.com/office/officeart/2005/8/layout/chevron2"/>
    <dgm:cxn modelId="{53F33E62-D5D2-4BC2-A0C4-FC8042B59351}" type="presOf" srcId="{03C7F3CA-2108-4C4E-B464-DA60748F8B44}" destId="{339AFDC7-E418-4BCC-BCE0-23556E11EFD5}" srcOrd="0" destOrd="1" presId="urn:microsoft.com/office/officeart/2005/8/layout/chevron2"/>
    <dgm:cxn modelId="{57153948-B4A4-44BC-A816-C5A90C93276A}" srcId="{1297A4B9-808E-4C0C-9616-2E7BB50B832F}" destId="{44CF9857-6278-406C-B23E-EB0A2A6F055E}" srcOrd="0" destOrd="0" parTransId="{134FAD43-4D33-4EE8-9F95-DD0C01D49DAB}" sibTransId="{CA996503-9377-47E9-9B55-56D84C8D038E}"/>
    <dgm:cxn modelId="{7033AB49-E60C-4969-8ED4-A8D444BC3A01}" type="presOf" srcId="{20511802-A1D6-42E0-BF99-CF6B7916EE9C}" destId="{23EEA064-1695-4AA4-938F-1037E39E5C80}" srcOrd="0" destOrd="0" presId="urn:microsoft.com/office/officeart/2005/8/layout/chevron2"/>
    <dgm:cxn modelId="{E023FA6C-0880-4FC8-861C-AA87CA69D79E}" srcId="{20511802-A1D6-42E0-BF99-CF6B7916EE9C}" destId="{AD9B6195-74CB-461A-9942-0212ADFD8DFA}" srcOrd="0" destOrd="0" parTransId="{3F4060FD-1AF5-4633-9102-78921F3F7B92}" sibTransId="{97DBB94D-81F5-4126-AE0F-43047A8F6970}"/>
    <dgm:cxn modelId="{8160F46D-1FA7-45E0-A3EB-A15A473C5D28}" srcId="{2B2CBA18-1CA9-4872-B7EC-4E4F7DE1DF91}" destId="{943FFB1F-7BCF-47FF-B9BD-228037010E7B}" srcOrd="0" destOrd="0" parTransId="{B810F3A9-7D06-4B8D-B612-66558625AEDA}" sibTransId="{2270B281-9A77-4155-9638-1153889855EB}"/>
    <dgm:cxn modelId="{F315C94E-EED9-4EE1-838E-B7B1FC41D02A}" type="presOf" srcId="{09BC8662-59B5-4EBC-A19E-A598B762D457}" destId="{68A3F751-978A-423D-A689-31E5B7F97B3A}" srcOrd="0" destOrd="1" presId="urn:microsoft.com/office/officeart/2005/8/layout/chevron2"/>
    <dgm:cxn modelId="{1601BB4F-3AF6-463E-8170-A9B9728CC4A6}" type="presOf" srcId="{6A258641-E8DB-4E84-B665-309211AA7E13}" destId="{798BBCA8-AE7A-4255-B2E7-68EA5B5EC2B0}" srcOrd="0" destOrd="1" presId="urn:microsoft.com/office/officeart/2005/8/layout/chevron2"/>
    <dgm:cxn modelId="{FFABD473-CD51-4200-BD4A-C8FB195E276A}" srcId="{20511802-A1D6-42E0-BF99-CF6B7916EE9C}" destId="{2B2CBA18-1CA9-4872-B7EC-4E4F7DE1DF91}" srcOrd="2" destOrd="0" parTransId="{DF0907BE-6247-4605-8680-3E784845FE88}" sibTransId="{AE69DEFB-5133-4F37-8711-D35CDDFA52CF}"/>
    <dgm:cxn modelId="{41826F76-1B38-4FE4-9862-142AB4B15A0D}" srcId="{AD9B6195-74CB-461A-9942-0212ADFD8DFA}" destId="{B3A17AC5-340B-4B28-9684-5DE61F0BA026}" srcOrd="0" destOrd="0" parTransId="{A3BF830C-50C3-4B46-B474-2BA1A8DDE341}" sibTransId="{14C0743E-C3BD-4908-BFD6-12FCC15AFB4B}"/>
    <dgm:cxn modelId="{56E3C55A-A251-4B9C-A845-CF9E1DB90C12}" srcId="{AD9B6195-74CB-461A-9942-0212ADFD8DFA}" destId="{CFA49FE2-CA17-446A-A9AE-0EB0A7655198}" srcOrd="3" destOrd="0" parTransId="{865A2E86-E44F-4FC5-B149-E4AD4EE8AEE2}" sibTransId="{8A46CEE2-2308-4878-945B-151BD2CA4988}"/>
    <dgm:cxn modelId="{413D9B8B-AF27-4D58-B184-20030E890D49}" type="presOf" srcId="{B3A17AC5-340B-4B28-9684-5DE61F0BA026}" destId="{339AFDC7-E418-4BCC-BCE0-23556E11EFD5}" srcOrd="0" destOrd="0" presId="urn:microsoft.com/office/officeart/2005/8/layout/chevron2"/>
    <dgm:cxn modelId="{191699AD-48F0-41A2-9234-88E06EDC5DF4}" srcId="{20511802-A1D6-42E0-BF99-CF6B7916EE9C}" destId="{1297A4B9-808E-4C0C-9616-2E7BB50B832F}" srcOrd="1" destOrd="0" parTransId="{D4F52A9D-AD53-4433-AFC1-93FFC2303E8D}" sibTransId="{FAF59F09-BEBA-496A-9D3D-9161C6DE1B26}"/>
    <dgm:cxn modelId="{967618B0-61D6-4619-9457-064C1488C706}" type="presOf" srcId="{1297A4B9-808E-4C0C-9616-2E7BB50B832F}" destId="{66C4C4DF-BB8B-4A3E-BEDE-6552896179BD}" srcOrd="0" destOrd="0" presId="urn:microsoft.com/office/officeart/2005/8/layout/chevron2"/>
    <dgm:cxn modelId="{CEA065BA-BC97-44BA-8250-60D8FB0C91C2}" srcId="{1297A4B9-808E-4C0C-9616-2E7BB50B832F}" destId="{5FD880D1-B1DF-4327-A19C-36332E1BFB40}" srcOrd="3" destOrd="0" parTransId="{1A54A19F-6EED-4503-897A-4A112DDE1850}" sibTransId="{CB8B5085-5FA6-4BCC-80B6-F88DEAE5B995}"/>
    <dgm:cxn modelId="{8CAC6FBA-E909-4E12-89BF-EA9885E11FCE}" srcId="{2B2CBA18-1CA9-4872-B7EC-4E4F7DE1DF91}" destId="{09BC8662-59B5-4EBC-A19E-A598B762D457}" srcOrd="1" destOrd="0" parTransId="{BE56C82B-18A4-44E5-BF17-13ABDE7D714C}" sibTransId="{B06E4C6D-B890-4366-B525-B45C1A9BAEAE}"/>
    <dgm:cxn modelId="{31E2C6BE-0CC4-4652-8ECF-2D12172CD60A}" srcId="{1297A4B9-808E-4C0C-9616-2E7BB50B832F}" destId="{937A467B-D0C3-4AAD-B9B5-6BF2FCF85166}" srcOrd="2" destOrd="0" parTransId="{4A9342E2-B39E-4C4E-A518-ADC98836E8B0}" sibTransId="{7B61941B-ECB7-469A-AE7B-EDF10E577719}"/>
    <dgm:cxn modelId="{9138BAC1-272B-4DFE-8A6E-DBEAEE0F92AF}" type="presOf" srcId="{71C0238A-4817-49F5-8464-B9650F0DA0A0}" destId="{68A3F751-978A-423D-A689-31E5B7F97B3A}" srcOrd="0" destOrd="2" presId="urn:microsoft.com/office/officeart/2005/8/layout/chevron2"/>
    <dgm:cxn modelId="{490622C7-08A8-47E1-B0D8-A9A5407759D3}" type="presOf" srcId="{2B2CBA18-1CA9-4872-B7EC-4E4F7DE1DF91}" destId="{876F28EF-1924-40ED-A058-358AE755F741}" srcOrd="0" destOrd="0" presId="urn:microsoft.com/office/officeart/2005/8/layout/chevron2"/>
    <dgm:cxn modelId="{0B84F8D2-BF11-45DE-AD7E-5D87053A4F66}" type="presOf" srcId="{AD9B6195-74CB-461A-9942-0212ADFD8DFA}" destId="{68A5964D-C8A9-4BB5-A971-E2CE34C4FCB0}" srcOrd="0" destOrd="0" presId="urn:microsoft.com/office/officeart/2005/8/layout/chevron2"/>
    <dgm:cxn modelId="{EDD39BE1-2B7E-479B-8DFD-771204DD99BB}" srcId="{1297A4B9-808E-4C0C-9616-2E7BB50B832F}" destId="{6A258641-E8DB-4E84-B665-309211AA7E13}" srcOrd="1" destOrd="0" parTransId="{391CA113-5BE7-4979-A294-4217402CE4A6}" sibTransId="{E8B7DB0B-295A-4ED6-B49A-747D2AEE14A5}"/>
    <dgm:cxn modelId="{BA8D03ED-E1CB-4F81-B009-1BCBCFC5490F}" type="presOf" srcId="{CFA49FE2-CA17-446A-A9AE-0EB0A7655198}" destId="{339AFDC7-E418-4BCC-BCE0-23556E11EFD5}" srcOrd="0" destOrd="3" presId="urn:microsoft.com/office/officeart/2005/8/layout/chevron2"/>
    <dgm:cxn modelId="{62837CFD-5FF2-47FE-A422-B48081F18AC4}" srcId="{AD9B6195-74CB-461A-9942-0212ADFD8DFA}" destId="{B2DC7315-0804-472C-BCCE-0F414977FAA0}" srcOrd="2" destOrd="0" parTransId="{54FCB213-C991-4499-BB99-4202EE3E9453}" sibTransId="{E5BFEE6E-3FD0-4692-89E5-C164332FA285}"/>
    <dgm:cxn modelId="{87C2261D-956A-480D-9CAF-DE539AC924EB}" type="presParOf" srcId="{23EEA064-1695-4AA4-938F-1037E39E5C80}" destId="{A735168F-DD77-4F3A-B782-5441D8CE0BDF}" srcOrd="0" destOrd="0" presId="urn:microsoft.com/office/officeart/2005/8/layout/chevron2"/>
    <dgm:cxn modelId="{CC729969-5EE7-48E0-8DD1-D1277938DC63}" type="presParOf" srcId="{A735168F-DD77-4F3A-B782-5441D8CE0BDF}" destId="{68A5964D-C8A9-4BB5-A971-E2CE34C4FCB0}" srcOrd="0" destOrd="0" presId="urn:microsoft.com/office/officeart/2005/8/layout/chevron2"/>
    <dgm:cxn modelId="{8C1AD557-36A7-45E5-8EA9-54BE9F7580FC}" type="presParOf" srcId="{A735168F-DD77-4F3A-B782-5441D8CE0BDF}" destId="{339AFDC7-E418-4BCC-BCE0-23556E11EFD5}" srcOrd="1" destOrd="0" presId="urn:microsoft.com/office/officeart/2005/8/layout/chevron2"/>
    <dgm:cxn modelId="{EE8454C6-C0DF-4331-A352-146784859547}" type="presParOf" srcId="{23EEA064-1695-4AA4-938F-1037E39E5C80}" destId="{CC8F03B2-5614-49C9-B9FA-56666257B710}" srcOrd="1" destOrd="0" presId="urn:microsoft.com/office/officeart/2005/8/layout/chevron2"/>
    <dgm:cxn modelId="{1A422FFA-A63E-4354-8BF5-AA1E44B0D430}" type="presParOf" srcId="{23EEA064-1695-4AA4-938F-1037E39E5C80}" destId="{CED3BF05-AF5D-4DE6-83E6-6EB78A7A7788}" srcOrd="2" destOrd="0" presId="urn:microsoft.com/office/officeart/2005/8/layout/chevron2"/>
    <dgm:cxn modelId="{CA1A6EAF-7F13-46B0-BAF0-91601C1396A1}" type="presParOf" srcId="{CED3BF05-AF5D-4DE6-83E6-6EB78A7A7788}" destId="{66C4C4DF-BB8B-4A3E-BEDE-6552896179BD}" srcOrd="0" destOrd="0" presId="urn:microsoft.com/office/officeart/2005/8/layout/chevron2"/>
    <dgm:cxn modelId="{0CCDB2BB-EFC1-453E-9D12-3E8DBF3E47BE}" type="presParOf" srcId="{CED3BF05-AF5D-4DE6-83E6-6EB78A7A7788}" destId="{798BBCA8-AE7A-4255-B2E7-68EA5B5EC2B0}" srcOrd="1" destOrd="0" presId="urn:microsoft.com/office/officeart/2005/8/layout/chevron2"/>
    <dgm:cxn modelId="{28625A03-CE1A-4CF5-80A2-00976D401F83}" type="presParOf" srcId="{23EEA064-1695-4AA4-938F-1037E39E5C80}" destId="{7C89866E-C2A1-41B5-B56C-84E0E3C60475}" srcOrd="3" destOrd="0" presId="urn:microsoft.com/office/officeart/2005/8/layout/chevron2"/>
    <dgm:cxn modelId="{AD269E95-05AD-4FE1-BD52-910F38AAF3C2}" type="presParOf" srcId="{23EEA064-1695-4AA4-938F-1037E39E5C80}" destId="{0A7D9DDD-AA6B-4607-A9F3-4459E88390B8}" srcOrd="4" destOrd="0" presId="urn:microsoft.com/office/officeart/2005/8/layout/chevron2"/>
    <dgm:cxn modelId="{71EFCACC-7F0B-414F-9B99-136350673902}" type="presParOf" srcId="{0A7D9DDD-AA6B-4607-A9F3-4459E88390B8}" destId="{876F28EF-1924-40ED-A058-358AE755F741}" srcOrd="0" destOrd="0" presId="urn:microsoft.com/office/officeart/2005/8/layout/chevron2"/>
    <dgm:cxn modelId="{AE941F7C-DDD3-4E9A-BF96-D72D560AD456}" type="presParOf" srcId="{0A7D9DDD-AA6B-4607-A9F3-4459E88390B8}" destId="{68A3F751-978A-423D-A689-31E5B7F97B3A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350C171-CFA4-4723-B794-E9C45EC4A8E9}" type="doc">
      <dgm:prSet loTypeId="urn:microsoft.com/office/officeart/2005/8/layout/hierarchy1" loCatId="hierarchy" qsTypeId="urn:microsoft.com/office/officeart/2005/8/quickstyle/3d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1DFF29E-FD4F-479F-80F5-28AFE8C48153}">
      <dgm:prSet phldrT="[Text]"/>
      <dgm:spPr/>
      <dgm:t>
        <a:bodyPr/>
        <a:lstStyle/>
        <a:p>
          <a:r>
            <a:rPr lang="en-US" dirty="0"/>
            <a:t>Conceptual model</a:t>
          </a:r>
        </a:p>
      </dgm:t>
    </dgm:pt>
    <dgm:pt modelId="{74AC7B77-2D52-4724-8212-DE7AE2F10943}" type="parTrans" cxnId="{4558A180-2AAF-4CC4-BDE2-FACB250AC6FC}">
      <dgm:prSet/>
      <dgm:spPr/>
      <dgm:t>
        <a:bodyPr/>
        <a:lstStyle/>
        <a:p>
          <a:endParaRPr lang="en-US"/>
        </a:p>
      </dgm:t>
    </dgm:pt>
    <dgm:pt modelId="{C1182267-5F7D-47CA-AA48-15ADAEDB0404}" type="sibTrans" cxnId="{4558A180-2AAF-4CC4-BDE2-FACB250AC6FC}">
      <dgm:prSet/>
      <dgm:spPr/>
      <dgm:t>
        <a:bodyPr/>
        <a:lstStyle/>
        <a:p>
          <a:endParaRPr lang="en-US"/>
        </a:p>
      </dgm:t>
    </dgm:pt>
    <dgm:pt modelId="{CFFC4A9E-BD6F-45D2-BF23-8BEABFCDFA2B}">
      <dgm:prSet phldrT="[Text]"/>
      <dgm:spPr/>
      <dgm:t>
        <a:bodyPr/>
        <a:lstStyle/>
        <a:p>
          <a:r>
            <a:rPr lang="en-US" dirty="0"/>
            <a:t>Entity</a:t>
          </a:r>
        </a:p>
      </dgm:t>
    </dgm:pt>
    <dgm:pt modelId="{936E20CA-53A6-4D95-A011-28336D0872CA}" type="parTrans" cxnId="{650B63E0-740E-4CD1-81F2-D3DDDDB67AA3}">
      <dgm:prSet/>
      <dgm:spPr/>
      <dgm:t>
        <a:bodyPr/>
        <a:lstStyle/>
        <a:p>
          <a:endParaRPr lang="en-US"/>
        </a:p>
      </dgm:t>
    </dgm:pt>
    <dgm:pt modelId="{672E7924-7A80-42D9-8F86-79D06EFA9207}" type="sibTrans" cxnId="{650B63E0-740E-4CD1-81F2-D3DDDDB67AA3}">
      <dgm:prSet/>
      <dgm:spPr/>
      <dgm:t>
        <a:bodyPr/>
        <a:lstStyle/>
        <a:p>
          <a:endParaRPr lang="en-US"/>
        </a:p>
      </dgm:t>
    </dgm:pt>
    <dgm:pt modelId="{FAE43AAC-7951-4FB3-A1D3-02575391AF6C}">
      <dgm:prSet phldrT="[Text]"/>
      <dgm:spPr/>
      <dgm:t>
        <a:bodyPr/>
        <a:lstStyle/>
        <a:p>
          <a:r>
            <a:rPr lang="en-US" dirty="0"/>
            <a:t>Attribute</a:t>
          </a:r>
        </a:p>
      </dgm:t>
    </dgm:pt>
    <dgm:pt modelId="{AAA532B1-2F0E-4556-80EE-9C4115FC9DD1}" type="parTrans" cxnId="{523359A2-3958-4A14-9A4E-95D6FEE27DA4}">
      <dgm:prSet/>
      <dgm:spPr/>
      <dgm:t>
        <a:bodyPr/>
        <a:lstStyle/>
        <a:p>
          <a:endParaRPr lang="en-US"/>
        </a:p>
      </dgm:t>
    </dgm:pt>
    <dgm:pt modelId="{F806E3AB-8F80-4D6B-80C1-D87BD93458B9}" type="sibTrans" cxnId="{523359A2-3958-4A14-9A4E-95D6FEE27DA4}">
      <dgm:prSet/>
      <dgm:spPr/>
      <dgm:t>
        <a:bodyPr/>
        <a:lstStyle/>
        <a:p>
          <a:endParaRPr lang="en-US"/>
        </a:p>
      </dgm:t>
    </dgm:pt>
    <dgm:pt modelId="{ADACDA3C-A9D1-43F1-AE0A-C386DB9D8C57}">
      <dgm:prSet phldrT="[Text]"/>
      <dgm:spPr/>
      <dgm:t>
        <a:bodyPr/>
        <a:lstStyle/>
        <a:p>
          <a:r>
            <a:rPr lang="en-US" dirty="0"/>
            <a:t>Attribute</a:t>
          </a:r>
        </a:p>
      </dgm:t>
    </dgm:pt>
    <dgm:pt modelId="{2E945F88-2C41-405F-AFE0-00157203F1DA}" type="parTrans" cxnId="{9EF11E0E-B5DD-4F74-B350-DCEC8907B85A}">
      <dgm:prSet/>
      <dgm:spPr/>
      <dgm:t>
        <a:bodyPr/>
        <a:lstStyle/>
        <a:p>
          <a:endParaRPr lang="en-US"/>
        </a:p>
      </dgm:t>
    </dgm:pt>
    <dgm:pt modelId="{F2786525-90B9-4744-A287-1FD2804D6307}" type="sibTrans" cxnId="{9EF11E0E-B5DD-4F74-B350-DCEC8907B85A}">
      <dgm:prSet/>
      <dgm:spPr/>
      <dgm:t>
        <a:bodyPr/>
        <a:lstStyle/>
        <a:p>
          <a:endParaRPr lang="en-US"/>
        </a:p>
      </dgm:t>
    </dgm:pt>
    <dgm:pt modelId="{876A9D82-EE6E-41A3-9B19-6B1F0BCA7305}">
      <dgm:prSet phldrT="[Text]"/>
      <dgm:spPr/>
      <dgm:t>
        <a:bodyPr/>
        <a:lstStyle/>
        <a:p>
          <a:r>
            <a:rPr lang="en-US" dirty="0"/>
            <a:t>Entity</a:t>
          </a:r>
        </a:p>
      </dgm:t>
    </dgm:pt>
    <dgm:pt modelId="{EDD77D50-1AD9-4390-A0D4-998BD1B72D67}" type="parTrans" cxnId="{E9B43001-662F-493E-8BA3-BEEE55ED3A9E}">
      <dgm:prSet/>
      <dgm:spPr/>
      <dgm:t>
        <a:bodyPr/>
        <a:lstStyle/>
        <a:p>
          <a:endParaRPr lang="en-US"/>
        </a:p>
      </dgm:t>
    </dgm:pt>
    <dgm:pt modelId="{9339090A-2CE8-4BE6-A497-1C3C882548EF}" type="sibTrans" cxnId="{E9B43001-662F-493E-8BA3-BEEE55ED3A9E}">
      <dgm:prSet/>
      <dgm:spPr/>
      <dgm:t>
        <a:bodyPr/>
        <a:lstStyle/>
        <a:p>
          <a:endParaRPr lang="en-US"/>
        </a:p>
      </dgm:t>
    </dgm:pt>
    <dgm:pt modelId="{F94112F5-194A-423C-8113-64CE32792C5C}">
      <dgm:prSet phldrT="[Text]"/>
      <dgm:spPr/>
      <dgm:t>
        <a:bodyPr/>
        <a:lstStyle/>
        <a:p>
          <a:r>
            <a:rPr lang="en-US" dirty="0"/>
            <a:t>Attribute</a:t>
          </a:r>
        </a:p>
      </dgm:t>
    </dgm:pt>
    <dgm:pt modelId="{F7D27430-A022-460E-A14D-29FA38A931F2}" type="parTrans" cxnId="{44C00E99-9B6F-4E18-90C4-B6572C56B30E}">
      <dgm:prSet/>
      <dgm:spPr/>
      <dgm:t>
        <a:bodyPr/>
        <a:lstStyle/>
        <a:p>
          <a:endParaRPr lang="en-US"/>
        </a:p>
      </dgm:t>
    </dgm:pt>
    <dgm:pt modelId="{43A98329-155A-4E99-AAE4-494E526820DA}" type="sibTrans" cxnId="{44C00E99-9B6F-4E18-90C4-B6572C56B30E}">
      <dgm:prSet/>
      <dgm:spPr/>
      <dgm:t>
        <a:bodyPr/>
        <a:lstStyle/>
        <a:p>
          <a:endParaRPr lang="en-US"/>
        </a:p>
      </dgm:t>
    </dgm:pt>
    <dgm:pt modelId="{7392A8C4-AEC8-41F0-BC81-55AFD22E2D26}">
      <dgm:prSet/>
      <dgm:spPr/>
      <dgm:t>
        <a:bodyPr/>
        <a:lstStyle/>
        <a:p>
          <a:r>
            <a:rPr lang="en-US" dirty="0"/>
            <a:t>Attribute</a:t>
          </a:r>
        </a:p>
      </dgm:t>
    </dgm:pt>
    <dgm:pt modelId="{9BACCBD4-8361-45B8-97D8-7A75D695EB60}" type="parTrans" cxnId="{458984FE-A6E0-41E0-9C2A-D7F7C2F634D8}">
      <dgm:prSet/>
      <dgm:spPr/>
      <dgm:t>
        <a:bodyPr/>
        <a:lstStyle/>
        <a:p>
          <a:endParaRPr lang="en-US"/>
        </a:p>
      </dgm:t>
    </dgm:pt>
    <dgm:pt modelId="{9E282596-551E-448F-AB2B-7CDF166354C0}" type="sibTrans" cxnId="{458984FE-A6E0-41E0-9C2A-D7F7C2F634D8}">
      <dgm:prSet/>
      <dgm:spPr/>
      <dgm:t>
        <a:bodyPr/>
        <a:lstStyle/>
        <a:p>
          <a:endParaRPr lang="en-US"/>
        </a:p>
      </dgm:t>
    </dgm:pt>
    <dgm:pt modelId="{BD433462-A1FE-4FE6-B54B-C6582AAF3163}" type="pres">
      <dgm:prSet presAssocID="{1350C171-CFA4-4723-B794-E9C45EC4A8E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5140343-BF78-44B6-8F60-192C148E19B3}" type="pres">
      <dgm:prSet presAssocID="{11DFF29E-FD4F-479F-80F5-28AFE8C48153}" presName="hierRoot1" presStyleCnt="0"/>
      <dgm:spPr/>
    </dgm:pt>
    <dgm:pt modelId="{6FD28FBB-BC9C-48E1-AE74-94A423E42771}" type="pres">
      <dgm:prSet presAssocID="{11DFF29E-FD4F-479F-80F5-28AFE8C48153}" presName="composite" presStyleCnt="0"/>
      <dgm:spPr/>
    </dgm:pt>
    <dgm:pt modelId="{810B3663-FA58-4611-AA30-C8B7F8592038}" type="pres">
      <dgm:prSet presAssocID="{11DFF29E-FD4F-479F-80F5-28AFE8C48153}" presName="background" presStyleLbl="node0" presStyleIdx="0" presStyleCnt="1"/>
      <dgm:spPr/>
    </dgm:pt>
    <dgm:pt modelId="{0B3C58F1-A734-41BC-ACFA-F35CEB6937F2}" type="pres">
      <dgm:prSet presAssocID="{11DFF29E-FD4F-479F-80F5-28AFE8C48153}" presName="text" presStyleLbl="fgAcc0" presStyleIdx="0" presStyleCnt="1">
        <dgm:presLayoutVars>
          <dgm:chPref val="3"/>
        </dgm:presLayoutVars>
      </dgm:prSet>
      <dgm:spPr/>
    </dgm:pt>
    <dgm:pt modelId="{71ECA69B-6DCB-4801-AD9D-73064C9B3483}" type="pres">
      <dgm:prSet presAssocID="{11DFF29E-FD4F-479F-80F5-28AFE8C48153}" presName="hierChild2" presStyleCnt="0"/>
      <dgm:spPr/>
    </dgm:pt>
    <dgm:pt modelId="{63EC1426-95AE-40B1-BA88-D88E0B73D656}" type="pres">
      <dgm:prSet presAssocID="{936E20CA-53A6-4D95-A011-28336D0872CA}" presName="Name10" presStyleLbl="parChTrans1D2" presStyleIdx="0" presStyleCnt="2"/>
      <dgm:spPr/>
    </dgm:pt>
    <dgm:pt modelId="{8EE0BC44-DACD-479A-8A53-3719976E9CA3}" type="pres">
      <dgm:prSet presAssocID="{CFFC4A9E-BD6F-45D2-BF23-8BEABFCDFA2B}" presName="hierRoot2" presStyleCnt="0"/>
      <dgm:spPr/>
    </dgm:pt>
    <dgm:pt modelId="{90C05D5F-9253-44AD-8D47-47E250E943F0}" type="pres">
      <dgm:prSet presAssocID="{CFFC4A9E-BD6F-45D2-BF23-8BEABFCDFA2B}" presName="composite2" presStyleCnt="0"/>
      <dgm:spPr/>
    </dgm:pt>
    <dgm:pt modelId="{3B58038B-0E47-4BC7-8C3C-D3BE52534284}" type="pres">
      <dgm:prSet presAssocID="{CFFC4A9E-BD6F-45D2-BF23-8BEABFCDFA2B}" presName="background2" presStyleLbl="node2" presStyleIdx="0" presStyleCnt="2"/>
      <dgm:spPr/>
    </dgm:pt>
    <dgm:pt modelId="{1631A117-2AC6-4CCD-8EEB-3DBB33000339}" type="pres">
      <dgm:prSet presAssocID="{CFFC4A9E-BD6F-45D2-BF23-8BEABFCDFA2B}" presName="text2" presStyleLbl="fgAcc2" presStyleIdx="0" presStyleCnt="2">
        <dgm:presLayoutVars>
          <dgm:chPref val="3"/>
        </dgm:presLayoutVars>
      </dgm:prSet>
      <dgm:spPr/>
    </dgm:pt>
    <dgm:pt modelId="{41BB187B-963E-4977-89E1-8A05FB6CFDC8}" type="pres">
      <dgm:prSet presAssocID="{CFFC4A9E-BD6F-45D2-BF23-8BEABFCDFA2B}" presName="hierChild3" presStyleCnt="0"/>
      <dgm:spPr/>
    </dgm:pt>
    <dgm:pt modelId="{1F6B61D4-CCA0-4E3D-BA6A-48B4EBB03D24}" type="pres">
      <dgm:prSet presAssocID="{AAA532B1-2F0E-4556-80EE-9C4115FC9DD1}" presName="Name17" presStyleLbl="parChTrans1D3" presStyleIdx="0" presStyleCnt="4"/>
      <dgm:spPr/>
    </dgm:pt>
    <dgm:pt modelId="{A1A1559C-D102-46E9-8EED-47A9BEBAB908}" type="pres">
      <dgm:prSet presAssocID="{FAE43AAC-7951-4FB3-A1D3-02575391AF6C}" presName="hierRoot3" presStyleCnt="0"/>
      <dgm:spPr/>
    </dgm:pt>
    <dgm:pt modelId="{A7BA4926-4325-4152-94B5-BE960E76DDE5}" type="pres">
      <dgm:prSet presAssocID="{FAE43AAC-7951-4FB3-A1D3-02575391AF6C}" presName="composite3" presStyleCnt="0"/>
      <dgm:spPr/>
    </dgm:pt>
    <dgm:pt modelId="{A1214BA6-8398-4155-9450-C55866539111}" type="pres">
      <dgm:prSet presAssocID="{FAE43AAC-7951-4FB3-A1D3-02575391AF6C}" presName="background3" presStyleLbl="node3" presStyleIdx="0" presStyleCnt="4"/>
      <dgm:spPr/>
    </dgm:pt>
    <dgm:pt modelId="{19146C2B-77FC-48E8-BFFF-CB078EFC67CA}" type="pres">
      <dgm:prSet presAssocID="{FAE43AAC-7951-4FB3-A1D3-02575391AF6C}" presName="text3" presStyleLbl="fgAcc3" presStyleIdx="0" presStyleCnt="4">
        <dgm:presLayoutVars>
          <dgm:chPref val="3"/>
        </dgm:presLayoutVars>
      </dgm:prSet>
      <dgm:spPr/>
    </dgm:pt>
    <dgm:pt modelId="{44475A58-CB76-4021-B070-5ABEB1EA7C61}" type="pres">
      <dgm:prSet presAssocID="{FAE43AAC-7951-4FB3-A1D3-02575391AF6C}" presName="hierChild4" presStyleCnt="0"/>
      <dgm:spPr/>
    </dgm:pt>
    <dgm:pt modelId="{B07FB4B1-7404-41D3-95C7-B133E5941CF9}" type="pres">
      <dgm:prSet presAssocID="{2E945F88-2C41-405F-AFE0-00157203F1DA}" presName="Name17" presStyleLbl="parChTrans1D3" presStyleIdx="1" presStyleCnt="4"/>
      <dgm:spPr/>
    </dgm:pt>
    <dgm:pt modelId="{AFEB2F2B-3E1B-4145-8EC6-C72266502B71}" type="pres">
      <dgm:prSet presAssocID="{ADACDA3C-A9D1-43F1-AE0A-C386DB9D8C57}" presName="hierRoot3" presStyleCnt="0"/>
      <dgm:spPr/>
    </dgm:pt>
    <dgm:pt modelId="{08BB46C1-675A-4266-803E-AFC294248E8A}" type="pres">
      <dgm:prSet presAssocID="{ADACDA3C-A9D1-43F1-AE0A-C386DB9D8C57}" presName="composite3" presStyleCnt="0"/>
      <dgm:spPr/>
    </dgm:pt>
    <dgm:pt modelId="{6236AE09-7929-4EC4-A2CF-DAF294691D32}" type="pres">
      <dgm:prSet presAssocID="{ADACDA3C-A9D1-43F1-AE0A-C386DB9D8C57}" presName="background3" presStyleLbl="node3" presStyleIdx="1" presStyleCnt="4"/>
      <dgm:spPr/>
    </dgm:pt>
    <dgm:pt modelId="{716D9C11-9FAD-436D-A75A-2A87B13B984D}" type="pres">
      <dgm:prSet presAssocID="{ADACDA3C-A9D1-43F1-AE0A-C386DB9D8C57}" presName="text3" presStyleLbl="fgAcc3" presStyleIdx="1" presStyleCnt="4">
        <dgm:presLayoutVars>
          <dgm:chPref val="3"/>
        </dgm:presLayoutVars>
      </dgm:prSet>
      <dgm:spPr/>
    </dgm:pt>
    <dgm:pt modelId="{A3851E44-763D-4AE1-AB0C-1170112C9C1E}" type="pres">
      <dgm:prSet presAssocID="{ADACDA3C-A9D1-43F1-AE0A-C386DB9D8C57}" presName="hierChild4" presStyleCnt="0"/>
      <dgm:spPr/>
    </dgm:pt>
    <dgm:pt modelId="{63CC6CA9-4F17-4049-B66A-FCDCB7FA46B5}" type="pres">
      <dgm:prSet presAssocID="{EDD77D50-1AD9-4390-A0D4-998BD1B72D67}" presName="Name10" presStyleLbl="parChTrans1D2" presStyleIdx="1" presStyleCnt="2"/>
      <dgm:spPr/>
    </dgm:pt>
    <dgm:pt modelId="{24B0E77B-000C-40C0-A1CA-9C644D5B7A8D}" type="pres">
      <dgm:prSet presAssocID="{876A9D82-EE6E-41A3-9B19-6B1F0BCA7305}" presName="hierRoot2" presStyleCnt="0"/>
      <dgm:spPr/>
    </dgm:pt>
    <dgm:pt modelId="{0D497290-485D-4C31-80D2-E81B7BDEC2CA}" type="pres">
      <dgm:prSet presAssocID="{876A9D82-EE6E-41A3-9B19-6B1F0BCA7305}" presName="composite2" presStyleCnt="0"/>
      <dgm:spPr/>
    </dgm:pt>
    <dgm:pt modelId="{53D49730-D6D8-4609-BCF1-C641448C3128}" type="pres">
      <dgm:prSet presAssocID="{876A9D82-EE6E-41A3-9B19-6B1F0BCA7305}" presName="background2" presStyleLbl="node2" presStyleIdx="1" presStyleCnt="2"/>
      <dgm:spPr/>
    </dgm:pt>
    <dgm:pt modelId="{C9AAB88D-B109-4CA8-846C-A90418FD5521}" type="pres">
      <dgm:prSet presAssocID="{876A9D82-EE6E-41A3-9B19-6B1F0BCA7305}" presName="text2" presStyleLbl="fgAcc2" presStyleIdx="1" presStyleCnt="2">
        <dgm:presLayoutVars>
          <dgm:chPref val="3"/>
        </dgm:presLayoutVars>
      </dgm:prSet>
      <dgm:spPr/>
    </dgm:pt>
    <dgm:pt modelId="{E68FE11C-04D4-4D7F-A153-22F3C3D73550}" type="pres">
      <dgm:prSet presAssocID="{876A9D82-EE6E-41A3-9B19-6B1F0BCA7305}" presName="hierChild3" presStyleCnt="0"/>
      <dgm:spPr/>
    </dgm:pt>
    <dgm:pt modelId="{AEDC64BE-CD17-4032-B1C3-1FC06DE2F824}" type="pres">
      <dgm:prSet presAssocID="{F7D27430-A022-460E-A14D-29FA38A931F2}" presName="Name17" presStyleLbl="parChTrans1D3" presStyleIdx="2" presStyleCnt="4"/>
      <dgm:spPr/>
    </dgm:pt>
    <dgm:pt modelId="{806A8259-8650-43D2-B02A-21B89AEC2D7A}" type="pres">
      <dgm:prSet presAssocID="{F94112F5-194A-423C-8113-64CE32792C5C}" presName="hierRoot3" presStyleCnt="0"/>
      <dgm:spPr/>
    </dgm:pt>
    <dgm:pt modelId="{82ACF101-697C-4990-A4B3-84EC74D37EEC}" type="pres">
      <dgm:prSet presAssocID="{F94112F5-194A-423C-8113-64CE32792C5C}" presName="composite3" presStyleCnt="0"/>
      <dgm:spPr/>
    </dgm:pt>
    <dgm:pt modelId="{036D3CE2-C230-4BF3-89A2-5F2461E22AC4}" type="pres">
      <dgm:prSet presAssocID="{F94112F5-194A-423C-8113-64CE32792C5C}" presName="background3" presStyleLbl="node3" presStyleIdx="2" presStyleCnt="4"/>
      <dgm:spPr/>
    </dgm:pt>
    <dgm:pt modelId="{E469C2E5-2FBE-49C1-BF47-B65D750EB80D}" type="pres">
      <dgm:prSet presAssocID="{F94112F5-194A-423C-8113-64CE32792C5C}" presName="text3" presStyleLbl="fgAcc3" presStyleIdx="2" presStyleCnt="4">
        <dgm:presLayoutVars>
          <dgm:chPref val="3"/>
        </dgm:presLayoutVars>
      </dgm:prSet>
      <dgm:spPr/>
    </dgm:pt>
    <dgm:pt modelId="{0CFFA2CA-7F8A-40D8-A245-0FB3AAFB520A}" type="pres">
      <dgm:prSet presAssocID="{F94112F5-194A-423C-8113-64CE32792C5C}" presName="hierChild4" presStyleCnt="0"/>
      <dgm:spPr/>
    </dgm:pt>
    <dgm:pt modelId="{A573492F-9FBF-4B83-A341-73B85378F9E1}" type="pres">
      <dgm:prSet presAssocID="{9BACCBD4-8361-45B8-97D8-7A75D695EB60}" presName="Name17" presStyleLbl="parChTrans1D3" presStyleIdx="3" presStyleCnt="4"/>
      <dgm:spPr/>
    </dgm:pt>
    <dgm:pt modelId="{2DCDA664-AAEF-4164-8F90-4CD03F844DC0}" type="pres">
      <dgm:prSet presAssocID="{7392A8C4-AEC8-41F0-BC81-55AFD22E2D26}" presName="hierRoot3" presStyleCnt="0"/>
      <dgm:spPr/>
    </dgm:pt>
    <dgm:pt modelId="{10155BFC-6880-423C-AD43-5B4D7FFF9DD5}" type="pres">
      <dgm:prSet presAssocID="{7392A8C4-AEC8-41F0-BC81-55AFD22E2D26}" presName="composite3" presStyleCnt="0"/>
      <dgm:spPr/>
    </dgm:pt>
    <dgm:pt modelId="{56E67920-FC08-4F72-9106-CABA5DBD6440}" type="pres">
      <dgm:prSet presAssocID="{7392A8C4-AEC8-41F0-BC81-55AFD22E2D26}" presName="background3" presStyleLbl="node3" presStyleIdx="3" presStyleCnt="4"/>
      <dgm:spPr/>
    </dgm:pt>
    <dgm:pt modelId="{9418C1FA-B9B1-4733-AB26-0F32F797DE2B}" type="pres">
      <dgm:prSet presAssocID="{7392A8C4-AEC8-41F0-BC81-55AFD22E2D26}" presName="text3" presStyleLbl="fgAcc3" presStyleIdx="3" presStyleCnt="4">
        <dgm:presLayoutVars>
          <dgm:chPref val="3"/>
        </dgm:presLayoutVars>
      </dgm:prSet>
      <dgm:spPr/>
    </dgm:pt>
    <dgm:pt modelId="{EAC95D62-0ED5-4F42-A874-E69801F86FC4}" type="pres">
      <dgm:prSet presAssocID="{7392A8C4-AEC8-41F0-BC81-55AFD22E2D26}" presName="hierChild4" presStyleCnt="0"/>
      <dgm:spPr/>
    </dgm:pt>
  </dgm:ptLst>
  <dgm:cxnLst>
    <dgm:cxn modelId="{E9B43001-662F-493E-8BA3-BEEE55ED3A9E}" srcId="{11DFF29E-FD4F-479F-80F5-28AFE8C48153}" destId="{876A9D82-EE6E-41A3-9B19-6B1F0BCA7305}" srcOrd="1" destOrd="0" parTransId="{EDD77D50-1AD9-4390-A0D4-998BD1B72D67}" sibTransId="{9339090A-2CE8-4BE6-A497-1C3C882548EF}"/>
    <dgm:cxn modelId="{9EF11E0E-B5DD-4F74-B350-DCEC8907B85A}" srcId="{CFFC4A9E-BD6F-45D2-BF23-8BEABFCDFA2B}" destId="{ADACDA3C-A9D1-43F1-AE0A-C386DB9D8C57}" srcOrd="1" destOrd="0" parTransId="{2E945F88-2C41-405F-AFE0-00157203F1DA}" sibTransId="{F2786525-90B9-4744-A287-1FD2804D6307}"/>
    <dgm:cxn modelId="{EEFCE120-9DDC-42D3-A7C3-88C496F4C5F5}" type="presOf" srcId="{FAE43AAC-7951-4FB3-A1D3-02575391AF6C}" destId="{19146C2B-77FC-48E8-BFFF-CB078EFC67CA}" srcOrd="0" destOrd="0" presId="urn:microsoft.com/office/officeart/2005/8/layout/hierarchy1"/>
    <dgm:cxn modelId="{D7874D3B-0326-4E70-81E7-866308B7494A}" type="presOf" srcId="{11DFF29E-FD4F-479F-80F5-28AFE8C48153}" destId="{0B3C58F1-A734-41BC-ACFA-F35CEB6937F2}" srcOrd="0" destOrd="0" presId="urn:microsoft.com/office/officeart/2005/8/layout/hierarchy1"/>
    <dgm:cxn modelId="{82C72842-4D41-436F-BE32-8C87CF4E0B21}" type="presOf" srcId="{CFFC4A9E-BD6F-45D2-BF23-8BEABFCDFA2B}" destId="{1631A117-2AC6-4CCD-8EEB-3DBB33000339}" srcOrd="0" destOrd="0" presId="urn:microsoft.com/office/officeart/2005/8/layout/hierarchy1"/>
    <dgm:cxn modelId="{A6B9A462-11C6-4F79-AA80-CDFB48E66E5D}" type="presOf" srcId="{936E20CA-53A6-4D95-A011-28336D0872CA}" destId="{63EC1426-95AE-40B1-BA88-D88E0B73D656}" srcOrd="0" destOrd="0" presId="urn:microsoft.com/office/officeart/2005/8/layout/hierarchy1"/>
    <dgm:cxn modelId="{4558A180-2AAF-4CC4-BDE2-FACB250AC6FC}" srcId="{1350C171-CFA4-4723-B794-E9C45EC4A8E9}" destId="{11DFF29E-FD4F-479F-80F5-28AFE8C48153}" srcOrd="0" destOrd="0" parTransId="{74AC7B77-2D52-4724-8212-DE7AE2F10943}" sibTransId="{C1182267-5F7D-47CA-AA48-15ADAEDB0404}"/>
    <dgm:cxn modelId="{03686298-0682-4DD1-9EC2-1A8DF66E7A99}" type="presOf" srcId="{EDD77D50-1AD9-4390-A0D4-998BD1B72D67}" destId="{63CC6CA9-4F17-4049-B66A-FCDCB7FA46B5}" srcOrd="0" destOrd="0" presId="urn:microsoft.com/office/officeart/2005/8/layout/hierarchy1"/>
    <dgm:cxn modelId="{44C00E99-9B6F-4E18-90C4-B6572C56B30E}" srcId="{876A9D82-EE6E-41A3-9B19-6B1F0BCA7305}" destId="{F94112F5-194A-423C-8113-64CE32792C5C}" srcOrd="0" destOrd="0" parTransId="{F7D27430-A022-460E-A14D-29FA38A931F2}" sibTransId="{43A98329-155A-4E99-AAE4-494E526820DA}"/>
    <dgm:cxn modelId="{523359A2-3958-4A14-9A4E-95D6FEE27DA4}" srcId="{CFFC4A9E-BD6F-45D2-BF23-8BEABFCDFA2B}" destId="{FAE43AAC-7951-4FB3-A1D3-02575391AF6C}" srcOrd="0" destOrd="0" parTransId="{AAA532B1-2F0E-4556-80EE-9C4115FC9DD1}" sibTransId="{F806E3AB-8F80-4D6B-80C1-D87BD93458B9}"/>
    <dgm:cxn modelId="{6BAEC6A3-0080-4E1D-8767-BE715461BCBD}" type="presOf" srcId="{2E945F88-2C41-405F-AFE0-00157203F1DA}" destId="{B07FB4B1-7404-41D3-95C7-B133E5941CF9}" srcOrd="0" destOrd="0" presId="urn:microsoft.com/office/officeart/2005/8/layout/hierarchy1"/>
    <dgm:cxn modelId="{972A7CB2-F060-488F-B660-E8452B05977B}" type="presOf" srcId="{876A9D82-EE6E-41A3-9B19-6B1F0BCA7305}" destId="{C9AAB88D-B109-4CA8-846C-A90418FD5521}" srcOrd="0" destOrd="0" presId="urn:microsoft.com/office/officeart/2005/8/layout/hierarchy1"/>
    <dgm:cxn modelId="{D14BDDB6-849E-4439-A43F-583F599C9C77}" type="presOf" srcId="{7392A8C4-AEC8-41F0-BC81-55AFD22E2D26}" destId="{9418C1FA-B9B1-4733-AB26-0F32F797DE2B}" srcOrd="0" destOrd="0" presId="urn:microsoft.com/office/officeart/2005/8/layout/hierarchy1"/>
    <dgm:cxn modelId="{529D65CB-5E43-4745-A521-74FFD77247DB}" type="presOf" srcId="{1350C171-CFA4-4723-B794-E9C45EC4A8E9}" destId="{BD433462-A1FE-4FE6-B54B-C6582AAF3163}" srcOrd="0" destOrd="0" presId="urn:microsoft.com/office/officeart/2005/8/layout/hierarchy1"/>
    <dgm:cxn modelId="{171524D6-6717-49E3-8F58-83B775ACE30B}" type="presOf" srcId="{F7D27430-A022-460E-A14D-29FA38A931F2}" destId="{AEDC64BE-CD17-4032-B1C3-1FC06DE2F824}" srcOrd="0" destOrd="0" presId="urn:microsoft.com/office/officeart/2005/8/layout/hierarchy1"/>
    <dgm:cxn modelId="{5D833AE0-C15B-4032-8415-7E8570ADA9B1}" type="presOf" srcId="{9BACCBD4-8361-45B8-97D8-7A75D695EB60}" destId="{A573492F-9FBF-4B83-A341-73B85378F9E1}" srcOrd="0" destOrd="0" presId="urn:microsoft.com/office/officeart/2005/8/layout/hierarchy1"/>
    <dgm:cxn modelId="{650B63E0-740E-4CD1-81F2-D3DDDDB67AA3}" srcId="{11DFF29E-FD4F-479F-80F5-28AFE8C48153}" destId="{CFFC4A9E-BD6F-45D2-BF23-8BEABFCDFA2B}" srcOrd="0" destOrd="0" parTransId="{936E20CA-53A6-4D95-A011-28336D0872CA}" sibTransId="{672E7924-7A80-42D9-8F86-79D06EFA9207}"/>
    <dgm:cxn modelId="{6EC660E6-FD5F-4EA0-A853-62808DD9AC5B}" type="presOf" srcId="{ADACDA3C-A9D1-43F1-AE0A-C386DB9D8C57}" destId="{716D9C11-9FAD-436D-A75A-2A87B13B984D}" srcOrd="0" destOrd="0" presId="urn:microsoft.com/office/officeart/2005/8/layout/hierarchy1"/>
    <dgm:cxn modelId="{CF216EF2-CA3D-40A0-8CE7-AD21E83E0083}" type="presOf" srcId="{F94112F5-194A-423C-8113-64CE32792C5C}" destId="{E469C2E5-2FBE-49C1-BF47-B65D750EB80D}" srcOrd="0" destOrd="0" presId="urn:microsoft.com/office/officeart/2005/8/layout/hierarchy1"/>
    <dgm:cxn modelId="{252228FA-940E-4055-A2CF-06D7A120842E}" type="presOf" srcId="{AAA532B1-2F0E-4556-80EE-9C4115FC9DD1}" destId="{1F6B61D4-CCA0-4E3D-BA6A-48B4EBB03D24}" srcOrd="0" destOrd="0" presId="urn:microsoft.com/office/officeart/2005/8/layout/hierarchy1"/>
    <dgm:cxn modelId="{458984FE-A6E0-41E0-9C2A-D7F7C2F634D8}" srcId="{876A9D82-EE6E-41A3-9B19-6B1F0BCA7305}" destId="{7392A8C4-AEC8-41F0-BC81-55AFD22E2D26}" srcOrd="1" destOrd="0" parTransId="{9BACCBD4-8361-45B8-97D8-7A75D695EB60}" sibTransId="{9E282596-551E-448F-AB2B-7CDF166354C0}"/>
    <dgm:cxn modelId="{40EF4556-1204-4A0D-BF12-D5A80B2F7595}" type="presParOf" srcId="{BD433462-A1FE-4FE6-B54B-C6582AAF3163}" destId="{45140343-BF78-44B6-8F60-192C148E19B3}" srcOrd="0" destOrd="0" presId="urn:microsoft.com/office/officeart/2005/8/layout/hierarchy1"/>
    <dgm:cxn modelId="{BCCB9FCB-63FB-4856-9596-1B2C5B066DE2}" type="presParOf" srcId="{45140343-BF78-44B6-8F60-192C148E19B3}" destId="{6FD28FBB-BC9C-48E1-AE74-94A423E42771}" srcOrd="0" destOrd="0" presId="urn:microsoft.com/office/officeart/2005/8/layout/hierarchy1"/>
    <dgm:cxn modelId="{9C6B5CA7-46DC-4089-AC69-D21C63385A0A}" type="presParOf" srcId="{6FD28FBB-BC9C-48E1-AE74-94A423E42771}" destId="{810B3663-FA58-4611-AA30-C8B7F8592038}" srcOrd="0" destOrd="0" presId="urn:microsoft.com/office/officeart/2005/8/layout/hierarchy1"/>
    <dgm:cxn modelId="{6673F13B-F721-4FE0-8E9C-7B05E16E02D5}" type="presParOf" srcId="{6FD28FBB-BC9C-48E1-AE74-94A423E42771}" destId="{0B3C58F1-A734-41BC-ACFA-F35CEB6937F2}" srcOrd="1" destOrd="0" presId="urn:microsoft.com/office/officeart/2005/8/layout/hierarchy1"/>
    <dgm:cxn modelId="{2CB01B14-F24F-4C1E-9A3B-91A161F430D1}" type="presParOf" srcId="{45140343-BF78-44B6-8F60-192C148E19B3}" destId="{71ECA69B-6DCB-4801-AD9D-73064C9B3483}" srcOrd="1" destOrd="0" presId="urn:microsoft.com/office/officeart/2005/8/layout/hierarchy1"/>
    <dgm:cxn modelId="{0487F86B-F9AD-4663-A17B-BD53A6C4EDC0}" type="presParOf" srcId="{71ECA69B-6DCB-4801-AD9D-73064C9B3483}" destId="{63EC1426-95AE-40B1-BA88-D88E0B73D656}" srcOrd="0" destOrd="0" presId="urn:microsoft.com/office/officeart/2005/8/layout/hierarchy1"/>
    <dgm:cxn modelId="{4861E84B-B819-41F2-81C3-6413D5303318}" type="presParOf" srcId="{71ECA69B-6DCB-4801-AD9D-73064C9B3483}" destId="{8EE0BC44-DACD-479A-8A53-3719976E9CA3}" srcOrd="1" destOrd="0" presId="urn:microsoft.com/office/officeart/2005/8/layout/hierarchy1"/>
    <dgm:cxn modelId="{45D97164-0443-4629-A153-6DE8F7E47107}" type="presParOf" srcId="{8EE0BC44-DACD-479A-8A53-3719976E9CA3}" destId="{90C05D5F-9253-44AD-8D47-47E250E943F0}" srcOrd="0" destOrd="0" presId="urn:microsoft.com/office/officeart/2005/8/layout/hierarchy1"/>
    <dgm:cxn modelId="{C0FFE376-0FB0-4612-BDB8-1C7C6EE8DED7}" type="presParOf" srcId="{90C05D5F-9253-44AD-8D47-47E250E943F0}" destId="{3B58038B-0E47-4BC7-8C3C-D3BE52534284}" srcOrd="0" destOrd="0" presId="urn:microsoft.com/office/officeart/2005/8/layout/hierarchy1"/>
    <dgm:cxn modelId="{D962FA5E-51A4-451B-9FB2-8789D191B83F}" type="presParOf" srcId="{90C05D5F-9253-44AD-8D47-47E250E943F0}" destId="{1631A117-2AC6-4CCD-8EEB-3DBB33000339}" srcOrd="1" destOrd="0" presId="urn:microsoft.com/office/officeart/2005/8/layout/hierarchy1"/>
    <dgm:cxn modelId="{20AE258F-9949-489E-80F3-05166B2171DF}" type="presParOf" srcId="{8EE0BC44-DACD-479A-8A53-3719976E9CA3}" destId="{41BB187B-963E-4977-89E1-8A05FB6CFDC8}" srcOrd="1" destOrd="0" presId="urn:microsoft.com/office/officeart/2005/8/layout/hierarchy1"/>
    <dgm:cxn modelId="{39B3E853-C807-43C9-BB82-DAA2CB66189B}" type="presParOf" srcId="{41BB187B-963E-4977-89E1-8A05FB6CFDC8}" destId="{1F6B61D4-CCA0-4E3D-BA6A-48B4EBB03D24}" srcOrd="0" destOrd="0" presId="urn:microsoft.com/office/officeart/2005/8/layout/hierarchy1"/>
    <dgm:cxn modelId="{2D76A1EB-043D-4192-8A8E-00A576B36FE2}" type="presParOf" srcId="{41BB187B-963E-4977-89E1-8A05FB6CFDC8}" destId="{A1A1559C-D102-46E9-8EED-47A9BEBAB908}" srcOrd="1" destOrd="0" presId="urn:microsoft.com/office/officeart/2005/8/layout/hierarchy1"/>
    <dgm:cxn modelId="{7910E9BA-A01F-4EDD-9BAF-9E1C84953B7F}" type="presParOf" srcId="{A1A1559C-D102-46E9-8EED-47A9BEBAB908}" destId="{A7BA4926-4325-4152-94B5-BE960E76DDE5}" srcOrd="0" destOrd="0" presId="urn:microsoft.com/office/officeart/2005/8/layout/hierarchy1"/>
    <dgm:cxn modelId="{58746F70-7535-45F3-AF5C-45CD265887E3}" type="presParOf" srcId="{A7BA4926-4325-4152-94B5-BE960E76DDE5}" destId="{A1214BA6-8398-4155-9450-C55866539111}" srcOrd="0" destOrd="0" presId="urn:microsoft.com/office/officeart/2005/8/layout/hierarchy1"/>
    <dgm:cxn modelId="{15CF357C-BB8B-4638-A3E3-9C77E9505FF2}" type="presParOf" srcId="{A7BA4926-4325-4152-94B5-BE960E76DDE5}" destId="{19146C2B-77FC-48E8-BFFF-CB078EFC67CA}" srcOrd="1" destOrd="0" presId="urn:microsoft.com/office/officeart/2005/8/layout/hierarchy1"/>
    <dgm:cxn modelId="{AFDD5821-331E-4D39-AF99-88553EE8CEC7}" type="presParOf" srcId="{A1A1559C-D102-46E9-8EED-47A9BEBAB908}" destId="{44475A58-CB76-4021-B070-5ABEB1EA7C61}" srcOrd="1" destOrd="0" presId="urn:microsoft.com/office/officeart/2005/8/layout/hierarchy1"/>
    <dgm:cxn modelId="{C3875180-7F68-47DD-A674-5ED9CCFE9593}" type="presParOf" srcId="{41BB187B-963E-4977-89E1-8A05FB6CFDC8}" destId="{B07FB4B1-7404-41D3-95C7-B133E5941CF9}" srcOrd="2" destOrd="0" presId="urn:microsoft.com/office/officeart/2005/8/layout/hierarchy1"/>
    <dgm:cxn modelId="{39DE6D62-F9A6-4407-8A35-EB005F818C68}" type="presParOf" srcId="{41BB187B-963E-4977-89E1-8A05FB6CFDC8}" destId="{AFEB2F2B-3E1B-4145-8EC6-C72266502B71}" srcOrd="3" destOrd="0" presId="urn:microsoft.com/office/officeart/2005/8/layout/hierarchy1"/>
    <dgm:cxn modelId="{2B4350C8-47F4-475C-98C9-6680AD675455}" type="presParOf" srcId="{AFEB2F2B-3E1B-4145-8EC6-C72266502B71}" destId="{08BB46C1-675A-4266-803E-AFC294248E8A}" srcOrd="0" destOrd="0" presId="urn:microsoft.com/office/officeart/2005/8/layout/hierarchy1"/>
    <dgm:cxn modelId="{94633756-88AD-4FCE-B021-E2202639490B}" type="presParOf" srcId="{08BB46C1-675A-4266-803E-AFC294248E8A}" destId="{6236AE09-7929-4EC4-A2CF-DAF294691D32}" srcOrd="0" destOrd="0" presId="urn:microsoft.com/office/officeart/2005/8/layout/hierarchy1"/>
    <dgm:cxn modelId="{E205CB89-7E2F-4D77-9297-50F67938CA64}" type="presParOf" srcId="{08BB46C1-675A-4266-803E-AFC294248E8A}" destId="{716D9C11-9FAD-436D-A75A-2A87B13B984D}" srcOrd="1" destOrd="0" presId="urn:microsoft.com/office/officeart/2005/8/layout/hierarchy1"/>
    <dgm:cxn modelId="{969100B8-0B03-4BF9-BC8C-ECBDC9F17B96}" type="presParOf" srcId="{AFEB2F2B-3E1B-4145-8EC6-C72266502B71}" destId="{A3851E44-763D-4AE1-AB0C-1170112C9C1E}" srcOrd="1" destOrd="0" presId="urn:microsoft.com/office/officeart/2005/8/layout/hierarchy1"/>
    <dgm:cxn modelId="{36DAAE8C-1A09-4D0E-B05D-D97A1E472A83}" type="presParOf" srcId="{71ECA69B-6DCB-4801-AD9D-73064C9B3483}" destId="{63CC6CA9-4F17-4049-B66A-FCDCB7FA46B5}" srcOrd="2" destOrd="0" presId="urn:microsoft.com/office/officeart/2005/8/layout/hierarchy1"/>
    <dgm:cxn modelId="{BD15C79B-CEAD-4B83-85A0-7E3C95598C87}" type="presParOf" srcId="{71ECA69B-6DCB-4801-AD9D-73064C9B3483}" destId="{24B0E77B-000C-40C0-A1CA-9C644D5B7A8D}" srcOrd="3" destOrd="0" presId="urn:microsoft.com/office/officeart/2005/8/layout/hierarchy1"/>
    <dgm:cxn modelId="{4C0B4EB1-2126-4632-ACE0-4267A848F61C}" type="presParOf" srcId="{24B0E77B-000C-40C0-A1CA-9C644D5B7A8D}" destId="{0D497290-485D-4C31-80D2-E81B7BDEC2CA}" srcOrd="0" destOrd="0" presId="urn:microsoft.com/office/officeart/2005/8/layout/hierarchy1"/>
    <dgm:cxn modelId="{3D89E07B-E7FE-43CF-A77A-BFD20DA30AD8}" type="presParOf" srcId="{0D497290-485D-4C31-80D2-E81B7BDEC2CA}" destId="{53D49730-D6D8-4609-BCF1-C641448C3128}" srcOrd="0" destOrd="0" presId="urn:microsoft.com/office/officeart/2005/8/layout/hierarchy1"/>
    <dgm:cxn modelId="{38E15B2F-0267-4054-A3CD-1D7AF77D51F5}" type="presParOf" srcId="{0D497290-485D-4C31-80D2-E81B7BDEC2CA}" destId="{C9AAB88D-B109-4CA8-846C-A90418FD5521}" srcOrd="1" destOrd="0" presId="urn:microsoft.com/office/officeart/2005/8/layout/hierarchy1"/>
    <dgm:cxn modelId="{6D03732D-DF9E-42F9-A1EC-37C468F2CDD6}" type="presParOf" srcId="{24B0E77B-000C-40C0-A1CA-9C644D5B7A8D}" destId="{E68FE11C-04D4-4D7F-A153-22F3C3D73550}" srcOrd="1" destOrd="0" presId="urn:microsoft.com/office/officeart/2005/8/layout/hierarchy1"/>
    <dgm:cxn modelId="{2DD69C3F-04FF-49E3-B043-4BA976FC3D6B}" type="presParOf" srcId="{E68FE11C-04D4-4D7F-A153-22F3C3D73550}" destId="{AEDC64BE-CD17-4032-B1C3-1FC06DE2F824}" srcOrd="0" destOrd="0" presId="urn:microsoft.com/office/officeart/2005/8/layout/hierarchy1"/>
    <dgm:cxn modelId="{E03FB714-31A3-4C6A-93C9-EEC86BEB54D3}" type="presParOf" srcId="{E68FE11C-04D4-4D7F-A153-22F3C3D73550}" destId="{806A8259-8650-43D2-B02A-21B89AEC2D7A}" srcOrd="1" destOrd="0" presId="urn:microsoft.com/office/officeart/2005/8/layout/hierarchy1"/>
    <dgm:cxn modelId="{D9BFD10F-52C0-4562-BCB0-E3DEFEA9FFA1}" type="presParOf" srcId="{806A8259-8650-43D2-B02A-21B89AEC2D7A}" destId="{82ACF101-697C-4990-A4B3-84EC74D37EEC}" srcOrd="0" destOrd="0" presId="urn:microsoft.com/office/officeart/2005/8/layout/hierarchy1"/>
    <dgm:cxn modelId="{5EE6C7AD-961B-4F87-87D8-3277E96A09B2}" type="presParOf" srcId="{82ACF101-697C-4990-A4B3-84EC74D37EEC}" destId="{036D3CE2-C230-4BF3-89A2-5F2461E22AC4}" srcOrd="0" destOrd="0" presId="urn:microsoft.com/office/officeart/2005/8/layout/hierarchy1"/>
    <dgm:cxn modelId="{DAEC1881-6B1B-4277-9E15-1E2E914CBEE1}" type="presParOf" srcId="{82ACF101-697C-4990-A4B3-84EC74D37EEC}" destId="{E469C2E5-2FBE-49C1-BF47-B65D750EB80D}" srcOrd="1" destOrd="0" presId="urn:microsoft.com/office/officeart/2005/8/layout/hierarchy1"/>
    <dgm:cxn modelId="{5D327711-2592-47FF-A785-D957FDE017D5}" type="presParOf" srcId="{806A8259-8650-43D2-B02A-21B89AEC2D7A}" destId="{0CFFA2CA-7F8A-40D8-A245-0FB3AAFB520A}" srcOrd="1" destOrd="0" presId="urn:microsoft.com/office/officeart/2005/8/layout/hierarchy1"/>
    <dgm:cxn modelId="{24B731EB-E53C-4B26-BB1E-506363DF36DC}" type="presParOf" srcId="{E68FE11C-04D4-4D7F-A153-22F3C3D73550}" destId="{A573492F-9FBF-4B83-A341-73B85378F9E1}" srcOrd="2" destOrd="0" presId="urn:microsoft.com/office/officeart/2005/8/layout/hierarchy1"/>
    <dgm:cxn modelId="{B9C78DB1-66D3-46F3-9020-2FE8B6883D7B}" type="presParOf" srcId="{E68FE11C-04D4-4D7F-A153-22F3C3D73550}" destId="{2DCDA664-AAEF-4164-8F90-4CD03F844DC0}" srcOrd="3" destOrd="0" presId="urn:microsoft.com/office/officeart/2005/8/layout/hierarchy1"/>
    <dgm:cxn modelId="{6899C31B-0153-449F-BE55-758382496810}" type="presParOf" srcId="{2DCDA664-AAEF-4164-8F90-4CD03F844DC0}" destId="{10155BFC-6880-423C-AD43-5B4D7FFF9DD5}" srcOrd="0" destOrd="0" presId="urn:microsoft.com/office/officeart/2005/8/layout/hierarchy1"/>
    <dgm:cxn modelId="{31119DA5-999A-49E0-B935-B0CE89737C78}" type="presParOf" srcId="{10155BFC-6880-423C-AD43-5B4D7FFF9DD5}" destId="{56E67920-FC08-4F72-9106-CABA5DBD6440}" srcOrd="0" destOrd="0" presId="urn:microsoft.com/office/officeart/2005/8/layout/hierarchy1"/>
    <dgm:cxn modelId="{CD6AE3B7-1EB8-467A-91FB-EC332FEE9C79}" type="presParOf" srcId="{10155BFC-6880-423C-AD43-5B4D7FFF9DD5}" destId="{9418C1FA-B9B1-4733-AB26-0F32F797DE2B}" srcOrd="1" destOrd="0" presId="urn:microsoft.com/office/officeart/2005/8/layout/hierarchy1"/>
    <dgm:cxn modelId="{F11062B4-5A57-40AC-A8CD-E5915DF57464}" type="presParOf" srcId="{2DCDA664-AAEF-4164-8F90-4CD03F844DC0}" destId="{EAC95D62-0ED5-4F42-A874-E69801F86FC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8F28F7A-81DA-4F73-B7AB-E42C9322E702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331E4E1E-90A6-4CF6-8EC5-102295A644C5}">
      <dgm:prSet/>
      <dgm:spPr/>
      <dgm:t>
        <a:bodyPr/>
        <a:lstStyle/>
        <a:p>
          <a:pPr>
            <a:defRPr b="1"/>
          </a:pPr>
          <a:r>
            <a:rPr lang="en-ZA">
              <a:latin typeface="Tw Cen MT" panose="020B0602020104020603" pitchFamily="34" charset="0"/>
            </a:rPr>
            <a:t>Centralised</a:t>
          </a:r>
          <a:endParaRPr lang="en-US">
            <a:latin typeface="Tw Cen MT" panose="020B0602020104020603" pitchFamily="34" charset="0"/>
          </a:endParaRPr>
        </a:p>
      </dgm:t>
    </dgm:pt>
    <dgm:pt modelId="{9531AEEA-1C9A-4D37-B811-F74191D9F7A4}" type="parTrans" cxnId="{F9BD525C-C208-4112-99F8-A8EDE0DC2305}">
      <dgm:prSet/>
      <dgm:spPr/>
      <dgm:t>
        <a:bodyPr/>
        <a:lstStyle/>
        <a:p>
          <a:endParaRPr lang="en-US" sz="2000">
            <a:latin typeface="Tw Cen MT" panose="020B0602020104020603" pitchFamily="34" charset="0"/>
          </a:endParaRPr>
        </a:p>
      </dgm:t>
    </dgm:pt>
    <dgm:pt modelId="{605FD156-15DF-4528-8C71-2CF2B2CE9C22}" type="sibTrans" cxnId="{F9BD525C-C208-4112-99F8-A8EDE0DC2305}">
      <dgm:prSet/>
      <dgm:spPr/>
      <dgm:t>
        <a:bodyPr/>
        <a:lstStyle/>
        <a:p>
          <a:endParaRPr lang="en-US">
            <a:latin typeface="Tw Cen MT" panose="020B0602020104020603" pitchFamily="34" charset="0"/>
          </a:endParaRPr>
        </a:p>
      </dgm:t>
    </dgm:pt>
    <dgm:pt modelId="{9D26C281-1202-4B8E-AA4E-58353CB77E20}">
      <dgm:prSet/>
      <dgm:spPr/>
      <dgm:t>
        <a:bodyPr/>
        <a:lstStyle/>
        <a:p>
          <a:r>
            <a:rPr lang="en-ZA" dirty="0">
              <a:latin typeface="Tw Cen MT" panose="020B0602020104020603" pitchFamily="34" charset="0"/>
            </a:rPr>
            <a:t>Small number of objects and procedures</a:t>
          </a:r>
          <a:endParaRPr lang="en-US" dirty="0">
            <a:latin typeface="Tw Cen MT" panose="020B0602020104020603" pitchFamily="34" charset="0"/>
          </a:endParaRPr>
        </a:p>
      </dgm:t>
    </dgm:pt>
    <dgm:pt modelId="{6197537E-FCBE-4A63-84F8-4C8A7FE079E4}" type="parTrans" cxnId="{F360D035-262A-4870-B8AA-2599DB81366A}">
      <dgm:prSet/>
      <dgm:spPr/>
      <dgm:t>
        <a:bodyPr/>
        <a:lstStyle/>
        <a:p>
          <a:endParaRPr lang="en-US" sz="2000">
            <a:latin typeface="Tw Cen MT" panose="020B0602020104020603" pitchFamily="34" charset="0"/>
          </a:endParaRPr>
        </a:p>
      </dgm:t>
    </dgm:pt>
    <dgm:pt modelId="{B1757EED-D016-4E65-AACD-D45C1EC8073F}" type="sibTrans" cxnId="{F360D035-262A-4870-B8AA-2599DB81366A}">
      <dgm:prSet/>
      <dgm:spPr/>
      <dgm:t>
        <a:bodyPr/>
        <a:lstStyle/>
        <a:p>
          <a:endParaRPr lang="en-US">
            <a:latin typeface="Tw Cen MT" panose="020B0602020104020603" pitchFamily="34" charset="0"/>
          </a:endParaRPr>
        </a:p>
      </dgm:t>
    </dgm:pt>
    <dgm:pt modelId="{DAB8D763-44D3-429D-8D63-7443EA598F9E}">
      <dgm:prSet/>
      <dgm:spPr/>
      <dgm:t>
        <a:bodyPr/>
        <a:lstStyle/>
        <a:p>
          <a:r>
            <a:rPr lang="en-ZA" dirty="0">
              <a:latin typeface="Tw Cen MT" panose="020B0602020104020603" pitchFamily="34" charset="0"/>
            </a:rPr>
            <a:t>Typical of relatively simple (not necessarily small) databases</a:t>
          </a:r>
          <a:endParaRPr lang="en-US" dirty="0">
            <a:latin typeface="Tw Cen MT" panose="020B0602020104020603" pitchFamily="34" charset="0"/>
          </a:endParaRPr>
        </a:p>
      </dgm:t>
    </dgm:pt>
    <dgm:pt modelId="{823E8007-20B9-481B-A4EE-AE8643520D86}" type="parTrans" cxnId="{BFC74DFB-29DF-4A60-A3F2-02F089DE38F8}">
      <dgm:prSet/>
      <dgm:spPr/>
      <dgm:t>
        <a:bodyPr/>
        <a:lstStyle/>
        <a:p>
          <a:endParaRPr lang="en-US" sz="2000">
            <a:latin typeface="Tw Cen MT" panose="020B0602020104020603" pitchFamily="34" charset="0"/>
          </a:endParaRPr>
        </a:p>
      </dgm:t>
    </dgm:pt>
    <dgm:pt modelId="{CBFC0F85-6C00-472D-92EF-B0F16F01485E}" type="sibTrans" cxnId="{BFC74DFB-29DF-4A60-A3F2-02F089DE38F8}">
      <dgm:prSet/>
      <dgm:spPr/>
      <dgm:t>
        <a:bodyPr/>
        <a:lstStyle/>
        <a:p>
          <a:endParaRPr lang="en-US">
            <a:latin typeface="Tw Cen MT" panose="020B0602020104020603" pitchFamily="34" charset="0"/>
          </a:endParaRPr>
        </a:p>
      </dgm:t>
    </dgm:pt>
    <dgm:pt modelId="{D95416AF-FE90-4DAD-AB91-18889ED08005}">
      <dgm:prSet/>
      <dgm:spPr/>
      <dgm:t>
        <a:bodyPr/>
        <a:lstStyle/>
        <a:p>
          <a:r>
            <a:rPr lang="en-ZA">
              <a:latin typeface="Tw Cen MT" panose="020B0602020104020603" pitchFamily="34" charset="0"/>
            </a:rPr>
            <a:t>Single designer can design and manage</a:t>
          </a:r>
          <a:endParaRPr lang="en-US">
            <a:latin typeface="Tw Cen MT" panose="020B0602020104020603" pitchFamily="34" charset="0"/>
          </a:endParaRPr>
        </a:p>
      </dgm:t>
    </dgm:pt>
    <dgm:pt modelId="{54C43D83-02C7-41C2-A0D1-445ADA65A9D9}" type="parTrans" cxnId="{8582265C-AAA0-47F1-B74A-2B2CC811FD12}">
      <dgm:prSet/>
      <dgm:spPr/>
      <dgm:t>
        <a:bodyPr/>
        <a:lstStyle/>
        <a:p>
          <a:endParaRPr lang="en-US" sz="2000">
            <a:latin typeface="Tw Cen MT" panose="020B0602020104020603" pitchFamily="34" charset="0"/>
          </a:endParaRPr>
        </a:p>
      </dgm:t>
    </dgm:pt>
    <dgm:pt modelId="{DF1FECCD-2A14-4F50-A51B-2514AFA1B5A1}" type="sibTrans" cxnId="{8582265C-AAA0-47F1-B74A-2B2CC811FD12}">
      <dgm:prSet/>
      <dgm:spPr/>
      <dgm:t>
        <a:bodyPr/>
        <a:lstStyle/>
        <a:p>
          <a:endParaRPr lang="en-US">
            <a:latin typeface="Tw Cen MT" panose="020B0602020104020603" pitchFamily="34" charset="0"/>
          </a:endParaRPr>
        </a:p>
      </dgm:t>
    </dgm:pt>
    <dgm:pt modelId="{5FA6AADD-69B6-41E6-B20E-CE26F87D2963}">
      <dgm:prSet/>
      <dgm:spPr/>
      <dgm:t>
        <a:bodyPr/>
        <a:lstStyle/>
        <a:p>
          <a:r>
            <a:rPr lang="en-ZA">
              <a:latin typeface="Tw Cen MT" panose="020B0602020104020603" pitchFamily="34" charset="0"/>
            </a:rPr>
            <a:t>NOT limited to small companies</a:t>
          </a:r>
          <a:endParaRPr lang="en-US">
            <a:latin typeface="Tw Cen MT" panose="020B0602020104020603" pitchFamily="34" charset="0"/>
          </a:endParaRPr>
        </a:p>
      </dgm:t>
    </dgm:pt>
    <dgm:pt modelId="{924F95F3-84CC-41FA-AEF3-392EA6D6CCE0}" type="parTrans" cxnId="{83AF3560-9B9F-47CB-8A5F-11F71476A505}">
      <dgm:prSet/>
      <dgm:spPr/>
      <dgm:t>
        <a:bodyPr/>
        <a:lstStyle/>
        <a:p>
          <a:endParaRPr lang="en-US" sz="2000">
            <a:latin typeface="Tw Cen MT" panose="020B0602020104020603" pitchFamily="34" charset="0"/>
          </a:endParaRPr>
        </a:p>
      </dgm:t>
    </dgm:pt>
    <dgm:pt modelId="{AECA1DD5-73D7-41ED-B75D-7416C1C5CC05}" type="sibTrans" cxnId="{83AF3560-9B9F-47CB-8A5F-11F71476A505}">
      <dgm:prSet/>
      <dgm:spPr/>
      <dgm:t>
        <a:bodyPr/>
        <a:lstStyle/>
        <a:p>
          <a:endParaRPr lang="en-US">
            <a:latin typeface="Tw Cen MT" panose="020B0602020104020603" pitchFamily="34" charset="0"/>
          </a:endParaRPr>
        </a:p>
      </dgm:t>
    </dgm:pt>
    <dgm:pt modelId="{5E28C5EF-2A0B-4FF2-8F27-05A4230F60FA}">
      <dgm:prSet/>
      <dgm:spPr/>
      <dgm:t>
        <a:bodyPr/>
        <a:lstStyle/>
        <a:p>
          <a:pPr>
            <a:defRPr b="1"/>
          </a:pPr>
          <a:r>
            <a:rPr lang="en-ZA">
              <a:latin typeface="Tw Cen MT" panose="020B0602020104020603" pitchFamily="34" charset="0"/>
            </a:rPr>
            <a:t>Decentralised</a:t>
          </a:r>
          <a:endParaRPr lang="en-US">
            <a:latin typeface="Tw Cen MT" panose="020B0602020104020603" pitchFamily="34" charset="0"/>
          </a:endParaRPr>
        </a:p>
      </dgm:t>
    </dgm:pt>
    <dgm:pt modelId="{BDBE3DBB-8A3B-46CB-981C-22CF3A9FA3B2}" type="parTrans" cxnId="{FFDEB426-75F3-4350-A1D7-D191D5F760B5}">
      <dgm:prSet/>
      <dgm:spPr/>
      <dgm:t>
        <a:bodyPr/>
        <a:lstStyle/>
        <a:p>
          <a:endParaRPr lang="en-US" sz="2000">
            <a:latin typeface="Tw Cen MT" panose="020B0602020104020603" pitchFamily="34" charset="0"/>
          </a:endParaRPr>
        </a:p>
      </dgm:t>
    </dgm:pt>
    <dgm:pt modelId="{C1DB79CF-CBBB-4EB8-9068-DF999A33B103}" type="sibTrans" cxnId="{FFDEB426-75F3-4350-A1D7-D191D5F760B5}">
      <dgm:prSet/>
      <dgm:spPr/>
      <dgm:t>
        <a:bodyPr/>
        <a:lstStyle/>
        <a:p>
          <a:endParaRPr lang="en-US">
            <a:latin typeface="Tw Cen MT" panose="020B0602020104020603" pitchFamily="34" charset="0"/>
          </a:endParaRPr>
        </a:p>
      </dgm:t>
    </dgm:pt>
    <dgm:pt modelId="{329D5BAA-F56C-43AB-99C8-D3ADE270C622}">
      <dgm:prSet/>
      <dgm:spPr/>
      <dgm:t>
        <a:bodyPr/>
        <a:lstStyle/>
        <a:p>
          <a:r>
            <a:rPr lang="en-ZA">
              <a:latin typeface="Tw Cen MT" panose="020B0602020104020603" pitchFamily="34" charset="0"/>
            </a:rPr>
            <a:t>Considerable number of entities and complex relations, complex operations</a:t>
          </a:r>
          <a:endParaRPr lang="en-US">
            <a:latin typeface="Tw Cen MT" panose="020B0602020104020603" pitchFamily="34" charset="0"/>
          </a:endParaRPr>
        </a:p>
      </dgm:t>
    </dgm:pt>
    <dgm:pt modelId="{DF7F98C5-0CC6-46B8-9D19-B09E134CF637}" type="parTrans" cxnId="{3315C310-7C81-4D06-99E2-FE9BBF1736A4}">
      <dgm:prSet/>
      <dgm:spPr/>
      <dgm:t>
        <a:bodyPr/>
        <a:lstStyle/>
        <a:p>
          <a:endParaRPr lang="en-US" sz="2000">
            <a:latin typeface="Tw Cen MT" panose="020B0602020104020603" pitchFamily="34" charset="0"/>
          </a:endParaRPr>
        </a:p>
      </dgm:t>
    </dgm:pt>
    <dgm:pt modelId="{4C48A840-9252-4C75-8958-827CBE647116}" type="sibTrans" cxnId="{3315C310-7C81-4D06-99E2-FE9BBF1736A4}">
      <dgm:prSet/>
      <dgm:spPr/>
      <dgm:t>
        <a:bodyPr/>
        <a:lstStyle/>
        <a:p>
          <a:endParaRPr lang="en-US">
            <a:latin typeface="Tw Cen MT" panose="020B0602020104020603" pitchFamily="34" charset="0"/>
          </a:endParaRPr>
        </a:p>
      </dgm:t>
    </dgm:pt>
    <dgm:pt modelId="{83118F80-3612-47C1-AA1F-8A54955D076A}">
      <dgm:prSet/>
      <dgm:spPr/>
      <dgm:t>
        <a:bodyPr/>
        <a:lstStyle/>
        <a:p>
          <a:r>
            <a:rPr lang="en-ZA">
              <a:latin typeface="Tw Cen MT" panose="020B0602020104020603" pitchFamily="34" charset="0"/>
            </a:rPr>
            <a:t>Often spread across several operational sites</a:t>
          </a:r>
          <a:endParaRPr lang="en-US">
            <a:latin typeface="Tw Cen MT" panose="020B0602020104020603" pitchFamily="34" charset="0"/>
          </a:endParaRPr>
        </a:p>
      </dgm:t>
    </dgm:pt>
    <dgm:pt modelId="{558F3E2D-5F4D-44E4-A962-A4ADFA26963C}" type="parTrans" cxnId="{D6E47196-C5A6-4663-9524-1180C195A664}">
      <dgm:prSet/>
      <dgm:spPr/>
      <dgm:t>
        <a:bodyPr/>
        <a:lstStyle/>
        <a:p>
          <a:endParaRPr lang="en-US" sz="2000">
            <a:latin typeface="Tw Cen MT" panose="020B0602020104020603" pitchFamily="34" charset="0"/>
          </a:endParaRPr>
        </a:p>
      </dgm:t>
    </dgm:pt>
    <dgm:pt modelId="{F262636C-8580-4F5A-AB08-B6FCE6E37E3E}" type="sibTrans" cxnId="{D6E47196-C5A6-4663-9524-1180C195A664}">
      <dgm:prSet/>
      <dgm:spPr/>
      <dgm:t>
        <a:bodyPr/>
        <a:lstStyle/>
        <a:p>
          <a:endParaRPr lang="en-US">
            <a:latin typeface="Tw Cen MT" panose="020B0602020104020603" pitchFamily="34" charset="0"/>
          </a:endParaRPr>
        </a:p>
      </dgm:t>
    </dgm:pt>
    <dgm:pt modelId="{8EBCB266-ABBC-4631-8FC6-6E69726B42FA}">
      <dgm:prSet/>
      <dgm:spPr/>
      <dgm:t>
        <a:bodyPr/>
        <a:lstStyle/>
        <a:p>
          <a:r>
            <a:rPr lang="en-ZA">
              <a:latin typeface="Tw Cen MT" panose="020B0602020104020603" pitchFamily="34" charset="0"/>
            </a:rPr>
            <a:t>Requires design team, working with several modules</a:t>
          </a:r>
          <a:endParaRPr lang="en-US">
            <a:latin typeface="Tw Cen MT" panose="020B0602020104020603" pitchFamily="34" charset="0"/>
          </a:endParaRPr>
        </a:p>
      </dgm:t>
    </dgm:pt>
    <dgm:pt modelId="{02975904-8ECF-4964-AAC6-B63A5D3BDA3F}" type="parTrans" cxnId="{8379F44C-21C3-4CCE-9A31-A010ED6F8C80}">
      <dgm:prSet/>
      <dgm:spPr/>
      <dgm:t>
        <a:bodyPr/>
        <a:lstStyle/>
        <a:p>
          <a:endParaRPr lang="en-US" sz="2000">
            <a:latin typeface="Tw Cen MT" panose="020B0602020104020603" pitchFamily="34" charset="0"/>
          </a:endParaRPr>
        </a:p>
      </dgm:t>
    </dgm:pt>
    <dgm:pt modelId="{4EC27A62-2947-4AC2-BC06-C9FA042CC10F}" type="sibTrans" cxnId="{8379F44C-21C3-4CCE-9A31-A010ED6F8C80}">
      <dgm:prSet/>
      <dgm:spPr/>
      <dgm:t>
        <a:bodyPr/>
        <a:lstStyle/>
        <a:p>
          <a:endParaRPr lang="en-US">
            <a:latin typeface="Tw Cen MT" panose="020B0602020104020603" pitchFamily="34" charset="0"/>
          </a:endParaRPr>
        </a:p>
      </dgm:t>
    </dgm:pt>
    <dgm:pt modelId="{57B3C4E2-023F-4388-80A7-1E6D3DFDDCC9}" type="pres">
      <dgm:prSet presAssocID="{E8F28F7A-81DA-4F73-B7AB-E42C9322E702}" presName="linear" presStyleCnt="0">
        <dgm:presLayoutVars>
          <dgm:dir/>
          <dgm:animLvl val="lvl"/>
          <dgm:resizeHandles val="exact"/>
        </dgm:presLayoutVars>
      </dgm:prSet>
      <dgm:spPr/>
    </dgm:pt>
    <dgm:pt modelId="{8507EFE0-6B3A-4ED6-A779-809FC1265526}" type="pres">
      <dgm:prSet presAssocID="{331E4E1E-90A6-4CF6-8EC5-102295A644C5}" presName="parentLin" presStyleCnt="0"/>
      <dgm:spPr/>
    </dgm:pt>
    <dgm:pt modelId="{15BE63B5-EEE8-41EB-BF8C-A922E1C1BFBC}" type="pres">
      <dgm:prSet presAssocID="{331E4E1E-90A6-4CF6-8EC5-102295A644C5}" presName="parentLeftMargin" presStyleLbl="node1" presStyleIdx="0" presStyleCnt="2"/>
      <dgm:spPr/>
    </dgm:pt>
    <dgm:pt modelId="{8AC34A29-F130-4E31-AA67-DD20E462D602}" type="pres">
      <dgm:prSet presAssocID="{331E4E1E-90A6-4CF6-8EC5-102295A644C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338493E-9470-4D3A-B6B3-92F05DE4F2E7}" type="pres">
      <dgm:prSet presAssocID="{331E4E1E-90A6-4CF6-8EC5-102295A644C5}" presName="negativeSpace" presStyleCnt="0"/>
      <dgm:spPr/>
    </dgm:pt>
    <dgm:pt modelId="{10A02AD0-6F32-4E5D-880D-090CE82C4AA6}" type="pres">
      <dgm:prSet presAssocID="{331E4E1E-90A6-4CF6-8EC5-102295A644C5}" presName="childText" presStyleLbl="conFgAcc1" presStyleIdx="0" presStyleCnt="2">
        <dgm:presLayoutVars>
          <dgm:bulletEnabled val="1"/>
        </dgm:presLayoutVars>
      </dgm:prSet>
      <dgm:spPr/>
    </dgm:pt>
    <dgm:pt modelId="{D7A154D1-32A7-464D-9F8C-411A24456C21}" type="pres">
      <dgm:prSet presAssocID="{605FD156-15DF-4528-8C71-2CF2B2CE9C22}" presName="spaceBetweenRectangles" presStyleCnt="0"/>
      <dgm:spPr/>
    </dgm:pt>
    <dgm:pt modelId="{23505329-A4DB-46F2-B02E-A88543540552}" type="pres">
      <dgm:prSet presAssocID="{5E28C5EF-2A0B-4FF2-8F27-05A4230F60FA}" presName="parentLin" presStyleCnt="0"/>
      <dgm:spPr/>
    </dgm:pt>
    <dgm:pt modelId="{2C330722-F2E4-4DC6-BBD5-541382BCAA3C}" type="pres">
      <dgm:prSet presAssocID="{5E28C5EF-2A0B-4FF2-8F27-05A4230F60FA}" presName="parentLeftMargin" presStyleLbl="node1" presStyleIdx="0" presStyleCnt="2"/>
      <dgm:spPr/>
    </dgm:pt>
    <dgm:pt modelId="{69DB4A1D-8ACA-401C-959A-74DBC85B57D2}" type="pres">
      <dgm:prSet presAssocID="{5E28C5EF-2A0B-4FF2-8F27-05A4230F60F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6D7D803-7EBB-4108-B5D3-05ADFE0ADBE0}" type="pres">
      <dgm:prSet presAssocID="{5E28C5EF-2A0B-4FF2-8F27-05A4230F60FA}" presName="negativeSpace" presStyleCnt="0"/>
      <dgm:spPr/>
    </dgm:pt>
    <dgm:pt modelId="{F14E32FD-C4E6-457D-B46C-5E806BAC87AA}" type="pres">
      <dgm:prSet presAssocID="{5E28C5EF-2A0B-4FF2-8F27-05A4230F60F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3315C310-7C81-4D06-99E2-FE9BBF1736A4}" srcId="{5E28C5EF-2A0B-4FF2-8F27-05A4230F60FA}" destId="{329D5BAA-F56C-43AB-99C8-D3ADE270C622}" srcOrd="0" destOrd="0" parTransId="{DF7F98C5-0CC6-46B8-9D19-B09E134CF637}" sibTransId="{4C48A840-9252-4C75-8958-827CBE647116}"/>
    <dgm:cxn modelId="{6F132817-2A19-4E4D-B361-FDFBB9CE9B82}" type="presOf" srcId="{5FA6AADD-69B6-41E6-B20E-CE26F87D2963}" destId="{10A02AD0-6F32-4E5D-880D-090CE82C4AA6}" srcOrd="0" destOrd="3" presId="urn:microsoft.com/office/officeart/2005/8/layout/list1"/>
    <dgm:cxn modelId="{AC49D917-475C-4235-AFCD-063B40ABF8A5}" type="presOf" srcId="{5E28C5EF-2A0B-4FF2-8F27-05A4230F60FA}" destId="{2C330722-F2E4-4DC6-BBD5-541382BCAA3C}" srcOrd="0" destOrd="0" presId="urn:microsoft.com/office/officeart/2005/8/layout/list1"/>
    <dgm:cxn modelId="{D64AB11E-FB9E-41B7-877F-920AA1627A51}" type="presOf" srcId="{83118F80-3612-47C1-AA1F-8A54955D076A}" destId="{F14E32FD-C4E6-457D-B46C-5E806BAC87AA}" srcOrd="0" destOrd="1" presId="urn:microsoft.com/office/officeart/2005/8/layout/list1"/>
    <dgm:cxn modelId="{84380A21-7637-46B8-9D30-95F1A64345DB}" type="presOf" srcId="{E8F28F7A-81DA-4F73-B7AB-E42C9322E702}" destId="{57B3C4E2-023F-4388-80A7-1E6D3DFDDCC9}" srcOrd="0" destOrd="0" presId="urn:microsoft.com/office/officeart/2005/8/layout/list1"/>
    <dgm:cxn modelId="{FFDEB426-75F3-4350-A1D7-D191D5F760B5}" srcId="{E8F28F7A-81DA-4F73-B7AB-E42C9322E702}" destId="{5E28C5EF-2A0B-4FF2-8F27-05A4230F60FA}" srcOrd="1" destOrd="0" parTransId="{BDBE3DBB-8A3B-46CB-981C-22CF3A9FA3B2}" sibTransId="{C1DB79CF-CBBB-4EB8-9068-DF999A33B103}"/>
    <dgm:cxn modelId="{86FE6234-03D4-48EF-92F7-34DC42EBC616}" type="presOf" srcId="{331E4E1E-90A6-4CF6-8EC5-102295A644C5}" destId="{8AC34A29-F130-4E31-AA67-DD20E462D602}" srcOrd="1" destOrd="0" presId="urn:microsoft.com/office/officeart/2005/8/layout/list1"/>
    <dgm:cxn modelId="{F360D035-262A-4870-B8AA-2599DB81366A}" srcId="{331E4E1E-90A6-4CF6-8EC5-102295A644C5}" destId="{9D26C281-1202-4B8E-AA4E-58353CB77E20}" srcOrd="0" destOrd="0" parTransId="{6197537E-FCBE-4A63-84F8-4C8A7FE079E4}" sibTransId="{B1757EED-D016-4E65-AACD-D45C1EC8073F}"/>
    <dgm:cxn modelId="{8582265C-AAA0-47F1-B74A-2B2CC811FD12}" srcId="{331E4E1E-90A6-4CF6-8EC5-102295A644C5}" destId="{D95416AF-FE90-4DAD-AB91-18889ED08005}" srcOrd="2" destOrd="0" parTransId="{54C43D83-02C7-41C2-A0D1-445ADA65A9D9}" sibTransId="{DF1FECCD-2A14-4F50-A51B-2514AFA1B5A1}"/>
    <dgm:cxn modelId="{C1EB6A5C-B1AC-4021-A591-3FDF954EFE3E}" type="presOf" srcId="{331E4E1E-90A6-4CF6-8EC5-102295A644C5}" destId="{15BE63B5-EEE8-41EB-BF8C-A922E1C1BFBC}" srcOrd="0" destOrd="0" presId="urn:microsoft.com/office/officeart/2005/8/layout/list1"/>
    <dgm:cxn modelId="{F9BD525C-C208-4112-99F8-A8EDE0DC2305}" srcId="{E8F28F7A-81DA-4F73-B7AB-E42C9322E702}" destId="{331E4E1E-90A6-4CF6-8EC5-102295A644C5}" srcOrd="0" destOrd="0" parTransId="{9531AEEA-1C9A-4D37-B811-F74191D9F7A4}" sibTransId="{605FD156-15DF-4528-8C71-2CF2B2CE9C22}"/>
    <dgm:cxn modelId="{83AF3560-9B9F-47CB-8A5F-11F71476A505}" srcId="{331E4E1E-90A6-4CF6-8EC5-102295A644C5}" destId="{5FA6AADD-69B6-41E6-B20E-CE26F87D2963}" srcOrd="3" destOrd="0" parTransId="{924F95F3-84CC-41FA-AEF3-392EA6D6CCE0}" sibTransId="{AECA1DD5-73D7-41ED-B75D-7416C1C5CC05}"/>
    <dgm:cxn modelId="{29423249-B5F4-487B-A85B-218A4596E730}" type="presOf" srcId="{D95416AF-FE90-4DAD-AB91-18889ED08005}" destId="{10A02AD0-6F32-4E5D-880D-090CE82C4AA6}" srcOrd="0" destOrd="2" presId="urn:microsoft.com/office/officeart/2005/8/layout/list1"/>
    <dgm:cxn modelId="{8379F44C-21C3-4CCE-9A31-A010ED6F8C80}" srcId="{5E28C5EF-2A0B-4FF2-8F27-05A4230F60FA}" destId="{8EBCB266-ABBC-4631-8FC6-6E69726B42FA}" srcOrd="2" destOrd="0" parTransId="{02975904-8ECF-4964-AAC6-B63A5D3BDA3F}" sibTransId="{4EC27A62-2947-4AC2-BC06-C9FA042CC10F}"/>
    <dgm:cxn modelId="{FF622556-471A-417F-A53E-6F2B820CDB9A}" type="presOf" srcId="{DAB8D763-44D3-429D-8D63-7443EA598F9E}" destId="{10A02AD0-6F32-4E5D-880D-090CE82C4AA6}" srcOrd="0" destOrd="1" presId="urn:microsoft.com/office/officeart/2005/8/layout/list1"/>
    <dgm:cxn modelId="{70E33378-CE79-4482-8EEA-A7E1637B9A58}" type="presOf" srcId="{329D5BAA-F56C-43AB-99C8-D3ADE270C622}" destId="{F14E32FD-C4E6-457D-B46C-5E806BAC87AA}" srcOrd="0" destOrd="0" presId="urn:microsoft.com/office/officeart/2005/8/layout/list1"/>
    <dgm:cxn modelId="{D6E47196-C5A6-4663-9524-1180C195A664}" srcId="{5E28C5EF-2A0B-4FF2-8F27-05A4230F60FA}" destId="{83118F80-3612-47C1-AA1F-8A54955D076A}" srcOrd="1" destOrd="0" parTransId="{558F3E2D-5F4D-44E4-A962-A4ADFA26963C}" sibTransId="{F262636C-8580-4F5A-AB08-B6FCE6E37E3E}"/>
    <dgm:cxn modelId="{DAEE1DA6-DDE3-4138-987E-0D8A2FC6165A}" type="presOf" srcId="{5E28C5EF-2A0B-4FF2-8F27-05A4230F60FA}" destId="{69DB4A1D-8ACA-401C-959A-74DBC85B57D2}" srcOrd="1" destOrd="0" presId="urn:microsoft.com/office/officeart/2005/8/layout/list1"/>
    <dgm:cxn modelId="{3B58B9AF-16C2-4202-A7C4-331D30F0EB35}" type="presOf" srcId="{9D26C281-1202-4B8E-AA4E-58353CB77E20}" destId="{10A02AD0-6F32-4E5D-880D-090CE82C4AA6}" srcOrd="0" destOrd="0" presId="urn:microsoft.com/office/officeart/2005/8/layout/list1"/>
    <dgm:cxn modelId="{EE98F7EF-4358-4460-8EB7-8811CAB44702}" type="presOf" srcId="{8EBCB266-ABBC-4631-8FC6-6E69726B42FA}" destId="{F14E32FD-C4E6-457D-B46C-5E806BAC87AA}" srcOrd="0" destOrd="2" presId="urn:microsoft.com/office/officeart/2005/8/layout/list1"/>
    <dgm:cxn modelId="{BFC74DFB-29DF-4A60-A3F2-02F089DE38F8}" srcId="{331E4E1E-90A6-4CF6-8EC5-102295A644C5}" destId="{DAB8D763-44D3-429D-8D63-7443EA598F9E}" srcOrd="1" destOrd="0" parTransId="{823E8007-20B9-481B-A4EE-AE8643520D86}" sibTransId="{CBFC0F85-6C00-472D-92EF-B0F16F01485E}"/>
    <dgm:cxn modelId="{71C3DCDA-F2C7-4581-954A-B26D50858E49}" type="presParOf" srcId="{57B3C4E2-023F-4388-80A7-1E6D3DFDDCC9}" destId="{8507EFE0-6B3A-4ED6-A779-809FC1265526}" srcOrd="0" destOrd="0" presId="urn:microsoft.com/office/officeart/2005/8/layout/list1"/>
    <dgm:cxn modelId="{D0AC5AD2-FE29-4C94-A45E-04A94AF29BD3}" type="presParOf" srcId="{8507EFE0-6B3A-4ED6-A779-809FC1265526}" destId="{15BE63B5-EEE8-41EB-BF8C-A922E1C1BFBC}" srcOrd="0" destOrd="0" presId="urn:microsoft.com/office/officeart/2005/8/layout/list1"/>
    <dgm:cxn modelId="{2E5BA4F1-A8D0-4CFE-86C5-BACA07322908}" type="presParOf" srcId="{8507EFE0-6B3A-4ED6-A779-809FC1265526}" destId="{8AC34A29-F130-4E31-AA67-DD20E462D602}" srcOrd="1" destOrd="0" presId="urn:microsoft.com/office/officeart/2005/8/layout/list1"/>
    <dgm:cxn modelId="{90F83CED-E191-4182-AABD-029DB603A416}" type="presParOf" srcId="{57B3C4E2-023F-4388-80A7-1E6D3DFDDCC9}" destId="{F338493E-9470-4D3A-B6B3-92F05DE4F2E7}" srcOrd="1" destOrd="0" presId="urn:microsoft.com/office/officeart/2005/8/layout/list1"/>
    <dgm:cxn modelId="{08B60ACC-A6F1-4FF1-BF07-2EAA2453EDA5}" type="presParOf" srcId="{57B3C4E2-023F-4388-80A7-1E6D3DFDDCC9}" destId="{10A02AD0-6F32-4E5D-880D-090CE82C4AA6}" srcOrd="2" destOrd="0" presId="urn:microsoft.com/office/officeart/2005/8/layout/list1"/>
    <dgm:cxn modelId="{A4CC0845-C9AB-49C9-AB7E-A3D83C349634}" type="presParOf" srcId="{57B3C4E2-023F-4388-80A7-1E6D3DFDDCC9}" destId="{D7A154D1-32A7-464D-9F8C-411A24456C21}" srcOrd="3" destOrd="0" presId="urn:microsoft.com/office/officeart/2005/8/layout/list1"/>
    <dgm:cxn modelId="{CA8F40B9-CE36-4C6E-B305-DEDC45241617}" type="presParOf" srcId="{57B3C4E2-023F-4388-80A7-1E6D3DFDDCC9}" destId="{23505329-A4DB-46F2-B02E-A88543540552}" srcOrd="4" destOrd="0" presId="urn:microsoft.com/office/officeart/2005/8/layout/list1"/>
    <dgm:cxn modelId="{0B235F57-0F99-4EEC-AE75-319A75D246BF}" type="presParOf" srcId="{23505329-A4DB-46F2-B02E-A88543540552}" destId="{2C330722-F2E4-4DC6-BBD5-541382BCAA3C}" srcOrd="0" destOrd="0" presId="urn:microsoft.com/office/officeart/2005/8/layout/list1"/>
    <dgm:cxn modelId="{38BAD4DA-BAD4-4412-A8DC-DE0A37BAEED3}" type="presParOf" srcId="{23505329-A4DB-46F2-B02E-A88543540552}" destId="{69DB4A1D-8ACA-401C-959A-74DBC85B57D2}" srcOrd="1" destOrd="0" presId="urn:microsoft.com/office/officeart/2005/8/layout/list1"/>
    <dgm:cxn modelId="{4E696218-5661-40B5-B211-B9D7C70A68BD}" type="presParOf" srcId="{57B3C4E2-023F-4388-80A7-1E6D3DFDDCC9}" destId="{06D7D803-7EBB-4108-B5D3-05ADFE0ADBE0}" srcOrd="5" destOrd="0" presId="urn:microsoft.com/office/officeart/2005/8/layout/list1"/>
    <dgm:cxn modelId="{C192E74E-C0B7-402D-8AC2-A2D9F848EEB0}" type="presParOf" srcId="{57B3C4E2-023F-4388-80A7-1E6D3DFDDCC9}" destId="{F14E32FD-C4E6-457D-B46C-5E806BAC87A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06E7CF7-2E41-4225-B85F-AC515F4A9A8E}" type="doc">
      <dgm:prSet loTypeId="urn:microsoft.com/office/officeart/2005/8/layout/vList5" loCatId="list" qsTypeId="urn:microsoft.com/office/officeart/2005/8/quickstyle/3d3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4D9BB6C5-D068-405B-8EF4-9CB196238605}">
      <dgm:prSet/>
      <dgm:spPr/>
      <dgm:t>
        <a:bodyPr/>
        <a:lstStyle/>
        <a:p>
          <a:r>
            <a:rPr lang="en-ZA">
              <a:latin typeface="Tw Cen MT" panose="020B0602020104020603" pitchFamily="34" charset="0"/>
            </a:rPr>
            <a:t>Synonyms and homonyms</a:t>
          </a:r>
          <a:endParaRPr lang="en-US">
            <a:latin typeface="Tw Cen MT" panose="020B0602020104020603" pitchFamily="34" charset="0"/>
          </a:endParaRPr>
        </a:p>
      </dgm:t>
    </dgm:pt>
    <dgm:pt modelId="{142CA475-6024-4190-8585-CA6F8EEC4E8A}" type="parTrans" cxnId="{B5D20DB7-D5F0-4826-A544-C571342E596C}">
      <dgm:prSet/>
      <dgm:spPr/>
      <dgm:t>
        <a:bodyPr/>
        <a:lstStyle/>
        <a:p>
          <a:endParaRPr lang="en-US" sz="2400">
            <a:latin typeface="Tw Cen MT" panose="020B0602020104020603" pitchFamily="34" charset="0"/>
          </a:endParaRPr>
        </a:p>
      </dgm:t>
    </dgm:pt>
    <dgm:pt modelId="{D99CFC08-6F3D-461C-AAF8-23F30E4BB626}" type="sibTrans" cxnId="{B5D20DB7-D5F0-4826-A544-C571342E596C}">
      <dgm:prSet/>
      <dgm:spPr/>
      <dgm:t>
        <a:bodyPr/>
        <a:lstStyle/>
        <a:p>
          <a:endParaRPr lang="en-US">
            <a:latin typeface="Tw Cen MT" panose="020B0602020104020603" pitchFamily="34" charset="0"/>
          </a:endParaRPr>
        </a:p>
      </dgm:t>
    </dgm:pt>
    <dgm:pt modelId="{7CA26B26-8C1C-4F82-8B05-9647FB3E1743}">
      <dgm:prSet custT="1"/>
      <dgm:spPr/>
      <dgm:t>
        <a:bodyPr/>
        <a:lstStyle/>
        <a:p>
          <a:r>
            <a:rPr lang="en-ZA" sz="2400" dirty="0">
              <a:latin typeface="Tw Cen MT" panose="020B0602020104020603" pitchFamily="34" charset="0"/>
            </a:rPr>
            <a:t>Know same object by different name (synonym)</a:t>
          </a:r>
          <a:endParaRPr lang="en-US" sz="2400" dirty="0">
            <a:latin typeface="Tw Cen MT" panose="020B0602020104020603" pitchFamily="34" charset="0"/>
          </a:endParaRPr>
        </a:p>
      </dgm:t>
    </dgm:pt>
    <dgm:pt modelId="{C01F035F-3F71-40CD-A585-202901512287}" type="parTrans" cxnId="{75403F58-E314-4695-99DA-CA7A63B5FA0E}">
      <dgm:prSet/>
      <dgm:spPr/>
      <dgm:t>
        <a:bodyPr/>
        <a:lstStyle/>
        <a:p>
          <a:endParaRPr lang="en-US" sz="2400">
            <a:latin typeface="Tw Cen MT" panose="020B0602020104020603" pitchFamily="34" charset="0"/>
          </a:endParaRPr>
        </a:p>
      </dgm:t>
    </dgm:pt>
    <dgm:pt modelId="{8E0215BD-1F1D-4960-922E-044E1D8F88F6}" type="sibTrans" cxnId="{75403F58-E314-4695-99DA-CA7A63B5FA0E}">
      <dgm:prSet/>
      <dgm:spPr/>
      <dgm:t>
        <a:bodyPr/>
        <a:lstStyle/>
        <a:p>
          <a:endParaRPr lang="en-US">
            <a:latin typeface="Tw Cen MT" panose="020B0602020104020603" pitchFamily="34" charset="0"/>
          </a:endParaRPr>
        </a:p>
      </dgm:t>
    </dgm:pt>
    <dgm:pt modelId="{63383B0C-8EA5-4A2A-87AD-067FB5D75E3F}">
      <dgm:prSet custT="1"/>
      <dgm:spPr/>
      <dgm:t>
        <a:bodyPr/>
        <a:lstStyle/>
        <a:p>
          <a:r>
            <a:rPr lang="en-ZA" sz="2400">
              <a:latin typeface="Tw Cen MT" panose="020B0602020104020603" pitchFamily="34" charset="0"/>
            </a:rPr>
            <a:t>Same name for different objects (homonyms)</a:t>
          </a:r>
          <a:endParaRPr lang="en-US" sz="2400">
            <a:latin typeface="Tw Cen MT" panose="020B0602020104020603" pitchFamily="34" charset="0"/>
          </a:endParaRPr>
        </a:p>
      </dgm:t>
    </dgm:pt>
    <dgm:pt modelId="{A3BF046D-5CA7-4697-85D8-1D42EAD8C099}" type="parTrans" cxnId="{C3567F02-ACD1-4894-8656-BB9C124C966C}">
      <dgm:prSet/>
      <dgm:spPr/>
      <dgm:t>
        <a:bodyPr/>
        <a:lstStyle/>
        <a:p>
          <a:endParaRPr lang="en-US" sz="2400">
            <a:latin typeface="Tw Cen MT" panose="020B0602020104020603" pitchFamily="34" charset="0"/>
          </a:endParaRPr>
        </a:p>
      </dgm:t>
    </dgm:pt>
    <dgm:pt modelId="{124D1FCA-5CF2-4A8C-A0B2-0C1B382AF9E5}" type="sibTrans" cxnId="{C3567F02-ACD1-4894-8656-BB9C124C966C}">
      <dgm:prSet/>
      <dgm:spPr/>
      <dgm:t>
        <a:bodyPr/>
        <a:lstStyle/>
        <a:p>
          <a:endParaRPr lang="en-US">
            <a:latin typeface="Tw Cen MT" panose="020B0602020104020603" pitchFamily="34" charset="0"/>
          </a:endParaRPr>
        </a:p>
      </dgm:t>
    </dgm:pt>
    <dgm:pt modelId="{81AD14A2-7CEC-411B-A6CE-FCFB6918B43E}">
      <dgm:prSet/>
      <dgm:spPr/>
      <dgm:t>
        <a:bodyPr/>
        <a:lstStyle/>
        <a:p>
          <a:r>
            <a:rPr lang="en-ZA">
              <a:latin typeface="Tw Cen MT" panose="020B0602020104020603" pitchFamily="34" charset="0"/>
            </a:rPr>
            <a:t>Entity and entity subtypes</a:t>
          </a:r>
          <a:endParaRPr lang="en-US">
            <a:latin typeface="Tw Cen MT" panose="020B0602020104020603" pitchFamily="34" charset="0"/>
          </a:endParaRPr>
        </a:p>
      </dgm:t>
    </dgm:pt>
    <dgm:pt modelId="{68B668D0-B003-4469-B775-05BF31F82F52}" type="parTrans" cxnId="{C599630F-24A7-4C6F-BE51-D7F73DA26ED0}">
      <dgm:prSet/>
      <dgm:spPr/>
      <dgm:t>
        <a:bodyPr/>
        <a:lstStyle/>
        <a:p>
          <a:endParaRPr lang="en-US" sz="2400">
            <a:latin typeface="Tw Cen MT" panose="020B0602020104020603" pitchFamily="34" charset="0"/>
          </a:endParaRPr>
        </a:p>
      </dgm:t>
    </dgm:pt>
    <dgm:pt modelId="{2F99BAF8-E45A-4209-BD7E-AD315B637B0D}" type="sibTrans" cxnId="{C599630F-24A7-4C6F-BE51-D7F73DA26ED0}">
      <dgm:prSet/>
      <dgm:spPr/>
      <dgm:t>
        <a:bodyPr/>
        <a:lstStyle/>
        <a:p>
          <a:endParaRPr lang="en-US">
            <a:latin typeface="Tw Cen MT" panose="020B0602020104020603" pitchFamily="34" charset="0"/>
          </a:endParaRPr>
        </a:p>
      </dgm:t>
    </dgm:pt>
    <dgm:pt modelId="{36A3EAAF-9501-4EF4-8D88-A3F4375EFA51}">
      <dgm:prSet custT="1"/>
      <dgm:spPr/>
      <dgm:t>
        <a:bodyPr/>
        <a:lstStyle/>
        <a:p>
          <a:r>
            <a:rPr lang="en-ZA" sz="2400">
              <a:latin typeface="Tw Cen MT" panose="020B0602020104020603" pitchFamily="34" charset="0"/>
            </a:rPr>
            <a:t>Subtypes can be viewed as separate entities in different departments</a:t>
          </a:r>
          <a:endParaRPr lang="en-US" sz="2400">
            <a:latin typeface="Tw Cen MT" panose="020B0602020104020603" pitchFamily="34" charset="0"/>
          </a:endParaRPr>
        </a:p>
      </dgm:t>
    </dgm:pt>
    <dgm:pt modelId="{BDC6BD51-593D-4ABE-BD13-1CD6FF8D3E0C}" type="parTrans" cxnId="{A66B3351-4670-4099-9623-9B5795C328E6}">
      <dgm:prSet/>
      <dgm:spPr/>
      <dgm:t>
        <a:bodyPr/>
        <a:lstStyle/>
        <a:p>
          <a:endParaRPr lang="en-US" sz="2400">
            <a:latin typeface="Tw Cen MT" panose="020B0602020104020603" pitchFamily="34" charset="0"/>
          </a:endParaRPr>
        </a:p>
      </dgm:t>
    </dgm:pt>
    <dgm:pt modelId="{AAEC5677-B9EE-4E9A-94DB-0F73E392D77A}" type="sibTrans" cxnId="{A66B3351-4670-4099-9623-9B5795C328E6}">
      <dgm:prSet/>
      <dgm:spPr/>
      <dgm:t>
        <a:bodyPr/>
        <a:lstStyle/>
        <a:p>
          <a:endParaRPr lang="en-US">
            <a:latin typeface="Tw Cen MT" panose="020B0602020104020603" pitchFamily="34" charset="0"/>
          </a:endParaRPr>
        </a:p>
      </dgm:t>
    </dgm:pt>
    <dgm:pt modelId="{C24138CE-7201-4C8D-9161-ABE0D8BAC62D}">
      <dgm:prSet/>
      <dgm:spPr/>
      <dgm:t>
        <a:bodyPr/>
        <a:lstStyle/>
        <a:p>
          <a:r>
            <a:rPr lang="en-ZA">
              <a:latin typeface="Tw Cen MT" panose="020B0602020104020603" pitchFamily="34" charset="0"/>
            </a:rPr>
            <a:t>Conflicting object definitions</a:t>
          </a:r>
          <a:endParaRPr lang="en-US">
            <a:latin typeface="Tw Cen MT" panose="020B0602020104020603" pitchFamily="34" charset="0"/>
          </a:endParaRPr>
        </a:p>
      </dgm:t>
    </dgm:pt>
    <dgm:pt modelId="{C9D0E63F-B32F-40A9-8D66-E98465C91D9B}" type="parTrans" cxnId="{CBC1A9FC-84E4-4072-9E14-7A85883602AB}">
      <dgm:prSet/>
      <dgm:spPr/>
      <dgm:t>
        <a:bodyPr/>
        <a:lstStyle/>
        <a:p>
          <a:endParaRPr lang="en-US" sz="2400">
            <a:latin typeface="Tw Cen MT" panose="020B0602020104020603" pitchFamily="34" charset="0"/>
          </a:endParaRPr>
        </a:p>
      </dgm:t>
    </dgm:pt>
    <dgm:pt modelId="{794813AF-3561-4903-9FAC-03668456E5BE}" type="sibTrans" cxnId="{CBC1A9FC-84E4-4072-9E14-7A85883602AB}">
      <dgm:prSet/>
      <dgm:spPr/>
      <dgm:t>
        <a:bodyPr/>
        <a:lstStyle/>
        <a:p>
          <a:endParaRPr lang="en-US">
            <a:latin typeface="Tw Cen MT" panose="020B0602020104020603" pitchFamily="34" charset="0"/>
          </a:endParaRPr>
        </a:p>
      </dgm:t>
    </dgm:pt>
    <dgm:pt modelId="{82399005-A5CF-478A-A066-F82673923C56}">
      <dgm:prSet custT="1"/>
      <dgm:spPr/>
      <dgm:t>
        <a:bodyPr/>
        <a:lstStyle/>
        <a:p>
          <a:r>
            <a:rPr lang="en-ZA" sz="2400">
              <a:latin typeface="Tw Cen MT" panose="020B0602020104020603" pitchFamily="34" charset="0"/>
            </a:rPr>
            <a:t>Different data types</a:t>
          </a:r>
          <a:endParaRPr lang="en-US" sz="2400">
            <a:latin typeface="Tw Cen MT" panose="020B0602020104020603" pitchFamily="34" charset="0"/>
          </a:endParaRPr>
        </a:p>
      </dgm:t>
    </dgm:pt>
    <dgm:pt modelId="{D3DD4310-F464-4E00-AA29-58E545CAE07B}" type="parTrans" cxnId="{ADE31F39-33F2-438E-AA38-FA8664A9B0B6}">
      <dgm:prSet/>
      <dgm:spPr/>
      <dgm:t>
        <a:bodyPr/>
        <a:lstStyle/>
        <a:p>
          <a:endParaRPr lang="en-US" sz="2400">
            <a:latin typeface="Tw Cen MT" panose="020B0602020104020603" pitchFamily="34" charset="0"/>
          </a:endParaRPr>
        </a:p>
      </dgm:t>
    </dgm:pt>
    <dgm:pt modelId="{55EEEF8D-776D-44F1-ABF9-A5CD13ED94FE}" type="sibTrans" cxnId="{ADE31F39-33F2-438E-AA38-FA8664A9B0B6}">
      <dgm:prSet/>
      <dgm:spPr/>
      <dgm:t>
        <a:bodyPr/>
        <a:lstStyle/>
        <a:p>
          <a:endParaRPr lang="en-US">
            <a:latin typeface="Tw Cen MT" panose="020B0602020104020603" pitchFamily="34" charset="0"/>
          </a:endParaRPr>
        </a:p>
      </dgm:t>
    </dgm:pt>
    <dgm:pt modelId="{39E8CC8B-D7CF-4884-959C-8F82BDAF05C6}">
      <dgm:prSet custT="1"/>
      <dgm:spPr/>
      <dgm:t>
        <a:bodyPr/>
        <a:lstStyle/>
        <a:p>
          <a:r>
            <a:rPr lang="en-ZA" sz="2400">
              <a:latin typeface="Tw Cen MT" panose="020B0602020104020603" pitchFamily="34" charset="0"/>
            </a:rPr>
            <a:t>Different domains</a:t>
          </a:r>
          <a:endParaRPr lang="en-US" sz="2400">
            <a:latin typeface="Tw Cen MT" panose="020B0602020104020603" pitchFamily="34" charset="0"/>
          </a:endParaRPr>
        </a:p>
      </dgm:t>
    </dgm:pt>
    <dgm:pt modelId="{CDA36E94-F020-442D-A543-22C02A186CFC}" type="parTrans" cxnId="{C6A698D0-EDC2-4DF4-BCD7-7438CDD2474A}">
      <dgm:prSet/>
      <dgm:spPr/>
      <dgm:t>
        <a:bodyPr/>
        <a:lstStyle/>
        <a:p>
          <a:endParaRPr lang="en-US" sz="2400">
            <a:latin typeface="Tw Cen MT" panose="020B0602020104020603" pitchFamily="34" charset="0"/>
          </a:endParaRPr>
        </a:p>
      </dgm:t>
    </dgm:pt>
    <dgm:pt modelId="{1AF579F5-0B5B-44A0-A5E1-6B7F1F0AD885}" type="sibTrans" cxnId="{C6A698D0-EDC2-4DF4-BCD7-7438CDD2474A}">
      <dgm:prSet/>
      <dgm:spPr/>
      <dgm:t>
        <a:bodyPr/>
        <a:lstStyle/>
        <a:p>
          <a:endParaRPr lang="en-US">
            <a:latin typeface="Tw Cen MT" panose="020B0602020104020603" pitchFamily="34" charset="0"/>
          </a:endParaRPr>
        </a:p>
      </dgm:t>
    </dgm:pt>
    <dgm:pt modelId="{F472F6C9-56BC-4041-BE03-AF2426DE06F6}">
      <dgm:prSet custT="1"/>
      <dgm:spPr/>
      <dgm:t>
        <a:bodyPr/>
        <a:lstStyle/>
        <a:p>
          <a:r>
            <a:rPr lang="en-ZA" sz="2400">
              <a:latin typeface="Tw Cen MT" panose="020B0602020104020603" pitchFamily="34" charset="0"/>
            </a:rPr>
            <a:t>Varying constraint definitions</a:t>
          </a:r>
          <a:endParaRPr lang="en-US" sz="2400">
            <a:latin typeface="Tw Cen MT" panose="020B0602020104020603" pitchFamily="34" charset="0"/>
          </a:endParaRPr>
        </a:p>
      </dgm:t>
    </dgm:pt>
    <dgm:pt modelId="{803A4A64-B3FE-478D-9043-C81027A4B8BB}" type="parTrans" cxnId="{38335EB1-3AB3-4EC9-9AD7-E51FD24A488B}">
      <dgm:prSet/>
      <dgm:spPr/>
      <dgm:t>
        <a:bodyPr/>
        <a:lstStyle/>
        <a:p>
          <a:endParaRPr lang="en-US" sz="2400">
            <a:latin typeface="Tw Cen MT" panose="020B0602020104020603" pitchFamily="34" charset="0"/>
          </a:endParaRPr>
        </a:p>
      </dgm:t>
    </dgm:pt>
    <dgm:pt modelId="{DA2F8E46-D434-4E5F-BCF0-4F836EC4311F}" type="sibTrans" cxnId="{38335EB1-3AB3-4EC9-9AD7-E51FD24A488B}">
      <dgm:prSet/>
      <dgm:spPr/>
      <dgm:t>
        <a:bodyPr/>
        <a:lstStyle/>
        <a:p>
          <a:endParaRPr lang="en-US">
            <a:latin typeface="Tw Cen MT" panose="020B0602020104020603" pitchFamily="34" charset="0"/>
          </a:endParaRPr>
        </a:p>
      </dgm:t>
    </dgm:pt>
    <dgm:pt modelId="{689CFF63-7A80-460F-B858-85D06D4F5C48}" type="pres">
      <dgm:prSet presAssocID="{106E7CF7-2E41-4225-B85F-AC515F4A9A8E}" presName="Name0" presStyleCnt="0">
        <dgm:presLayoutVars>
          <dgm:dir/>
          <dgm:animLvl val="lvl"/>
          <dgm:resizeHandles val="exact"/>
        </dgm:presLayoutVars>
      </dgm:prSet>
      <dgm:spPr/>
    </dgm:pt>
    <dgm:pt modelId="{2E478C02-8902-4EF0-B759-D5C943383A17}" type="pres">
      <dgm:prSet presAssocID="{4D9BB6C5-D068-405B-8EF4-9CB196238605}" presName="linNode" presStyleCnt="0"/>
      <dgm:spPr/>
    </dgm:pt>
    <dgm:pt modelId="{02D854E5-635D-4755-A89A-0AB0F32D1357}" type="pres">
      <dgm:prSet presAssocID="{4D9BB6C5-D068-405B-8EF4-9CB196238605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91E775BE-A430-4B45-954B-5B1A64D44271}" type="pres">
      <dgm:prSet presAssocID="{4D9BB6C5-D068-405B-8EF4-9CB196238605}" presName="descendantText" presStyleLbl="alignAccFollowNode1" presStyleIdx="0" presStyleCnt="3" custLinFactNeighborY="0">
        <dgm:presLayoutVars>
          <dgm:bulletEnabled val="1"/>
        </dgm:presLayoutVars>
      </dgm:prSet>
      <dgm:spPr/>
    </dgm:pt>
    <dgm:pt modelId="{1E0A0658-B112-41B0-AACC-80C26C2A5C1A}" type="pres">
      <dgm:prSet presAssocID="{D99CFC08-6F3D-461C-AAF8-23F30E4BB626}" presName="sp" presStyleCnt="0"/>
      <dgm:spPr/>
    </dgm:pt>
    <dgm:pt modelId="{5DD5CFD7-8D5A-4BC4-BED9-3761C3DC3D1B}" type="pres">
      <dgm:prSet presAssocID="{81AD14A2-7CEC-411B-A6CE-FCFB6918B43E}" presName="linNode" presStyleCnt="0"/>
      <dgm:spPr/>
    </dgm:pt>
    <dgm:pt modelId="{76365B2C-E3D4-4F29-9A61-2895505EA2D6}" type="pres">
      <dgm:prSet presAssocID="{81AD14A2-7CEC-411B-A6CE-FCFB6918B43E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51824177-7861-4AFC-BA1A-F1FC9CC7B344}" type="pres">
      <dgm:prSet presAssocID="{81AD14A2-7CEC-411B-A6CE-FCFB6918B43E}" presName="descendantText" presStyleLbl="alignAccFollowNode1" presStyleIdx="1" presStyleCnt="3" custLinFactNeighborY="0">
        <dgm:presLayoutVars>
          <dgm:bulletEnabled val="1"/>
        </dgm:presLayoutVars>
      </dgm:prSet>
      <dgm:spPr/>
    </dgm:pt>
    <dgm:pt modelId="{E16ADCB0-EEEF-4798-BDA1-1F2DC718CF39}" type="pres">
      <dgm:prSet presAssocID="{2F99BAF8-E45A-4209-BD7E-AD315B637B0D}" presName="sp" presStyleCnt="0"/>
      <dgm:spPr/>
    </dgm:pt>
    <dgm:pt modelId="{4180913D-60AF-41AD-8745-EBE1719A87F0}" type="pres">
      <dgm:prSet presAssocID="{C24138CE-7201-4C8D-9161-ABE0D8BAC62D}" presName="linNode" presStyleCnt="0"/>
      <dgm:spPr/>
    </dgm:pt>
    <dgm:pt modelId="{5824DD53-A15C-47E0-98F4-3155CF4CD56E}" type="pres">
      <dgm:prSet presAssocID="{C24138CE-7201-4C8D-9161-ABE0D8BAC62D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0FBE6D07-5BC5-442C-8658-6582DD0953C3}" type="pres">
      <dgm:prSet presAssocID="{C24138CE-7201-4C8D-9161-ABE0D8BAC62D}" presName="descendantText" presStyleLbl="alignAccFollowNode1" presStyleIdx="2" presStyleCnt="3" custLinFactNeighborY="0">
        <dgm:presLayoutVars>
          <dgm:bulletEnabled val="1"/>
        </dgm:presLayoutVars>
      </dgm:prSet>
      <dgm:spPr/>
    </dgm:pt>
  </dgm:ptLst>
  <dgm:cxnLst>
    <dgm:cxn modelId="{C3567F02-ACD1-4894-8656-BB9C124C966C}" srcId="{4D9BB6C5-D068-405B-8EF4-9CB196238605}" destId="{63383B0C-8EA5-4A2A-87AD-067FB5D75E3F}" srcOrd="1" destOrd="0" parTransId="{A3BF046D-5CA7-4697-85D8-1D42EAD8C099}" sibTransId="{124D1FCA-5CF2-4A8C-A0B2-0C1B382AF9E5}"/>
    <dgm:cxn modelId="{E8486903-8486-487D-8522-6D53A441AB0B}" type="presOf" srcId="{82399005-A5CF-478A-A066-F82673923C56}" destId="{0FBE6D07-5BC5-442C-8658-6582DD0953C3}" srcOrd="0" destOrd="0" presId="urn:microsoft.com/office/officeart/2005/8/layout/vList5"/>
    <dgm:cxn modelId="{C599630F-24A7-4C6F-BE51-D7F73DA26ED0}" srcId="{106E7CF7-2E41-4225-B85F-AC515F4A9A8E}" destId="{81AD14A2-7CEC-411B-A6CE-FCFB6918B43E}" srcOrd="1" destOrd="0" parTransId="{68B668D0-B003-4469-B775-05BF31F82F52}" sibTransId="{2F99BAF8-E45A-4209-BD7E-AD315B637B0D}"/>
    <dgm:cxn modelId="{59E2B429-9D2D-4261-9405-1496EF11E70F}" type="presOf" srcId="{F472F6C9-56BC-4041-BE03-AF2426DE06F6}" destId="{0FBE6D07-5BC5-442C-8658-6582DD0953C3}" srcOrd="0" destOrd="2" presId="urn:microsoft.com/office/officeart/2005/8/layout/vList5"/>
    <dgm:cxn modelId="{ADE31F39-33F2-438E-AA38-FA8664A9B0B6}" srcId="{C24138CE-7201-4C8D-9161-ABE0D8BAC62D}" destId="{82399005-A5CF-478A-A066-F82673923C56}" srcOrd="0" destOrd="0" parTransId="{D3DD4310-F464-4E00-AA29-58E545CAE07B}" sibTransId="{55EEEF8D-776D-44F1-ABF9-A5CD13ED94FE}"/>
    <dgm:cxn modelId="{0C52275D-8C5F-47DB-AFAA-29F697B786D2}" type="presOf" srcId="{81AD14A2-7CEC-411B-A6CE-FCFB6918B43E}" destId="{76365B2C-E3D4-4F29-9A61-2895505EA2D6}" srcOrd="0" destOrd="0" presId="urn:microsoft.com/office/officeart/2005/8/layout/vList5"/>
    <dgm:cxn modelId="{A66B3351-4670-4099-9623-9B5795C328E6}" srcId="{81AD14A2-7CEC-411B-A6CE-FCFB6918B43E}" destId="{36A3EAAF-9501-4EF4-8D88-A3F4375EFA51}" srcOrd="0" destOrd="0" parTransId="{BDC6BD51-593D-4ABE-BD13-1CD6FF8D3E0C}" sibTransId="{AAEC5677-B9EE-4E9A-94DB-0F73E392D77A}"/>
    <dgm:cxn modelId="{2C042254-369D-4813-BCA1-00755E70F62F}" type="presOf" srcId="{7CA26B26-8C1C-4F82-8B05-9647FB3E1743}" destId="{91E775BE-A430-4B45-954B-5B1A64D44271}" srcOrd="0" destOrd="0" presId="urn:microsoft.com/office/officeart/2005/8/layout/vList5"/>
    <dgm:cxn modelId="{75403F58-E314-4695-99DA-CA7A63B5FA0E}" srcId="{4D9BB6C5-D068-405B-8EF4-9CB196238605}" destId="{7CA26B26-8C1C-4F82-8B05-9647FB3E1743}" srcOrd="0" destOrd="0" parTransId="{C01F035F-3F71-40CD-A585-202901512287}" sibTransId="{8E0215BD-1F1D-4960-922E-044E1D8F88F6}"/>
    <dgm:cxn modelId="{38335EB1-3AB3-4EC9-9AD7-E51FD24A488B}" srcId="{C24138CE-7201-4C8D-9161-ABE0D8BAC62D}" destId="{F472F6C9-56BC-4041-BE03-AF2426DE06F6}" srcOrd="2" destOrd="0" parTransId="{803A4A64-B3FE-478D-9043-C81027A4B8BB}" sibTransId="{DA2F8E46-D434-4E5F-BCF0-4F836EC4311F}"/>
    <dgm:cxn modelId="{B5D20DB7-D5F0-4826-A544-C571342E596C}" srcId="{106E7CF7-2E41-4225-B85F-AC515F4A9A8E}" destId="{4D9BB6C5-D068-405B-8EF4-9CB196238605}" srcOrd="0" destOrd="0" parTransId="{142CA475-6024-4190-8585-CA6F8EEC4E8A}" sibTransId="{D99CFC08-6F3D-461C-AAF8-23F30E4BB626}"/>
    <dgm:cxn modelId="{5E16AEC9-C24A-48A4-9593-F9E5F8072EA5}" type="presOf" srcId="{106E7CF7-2E41-4225-B85F-AC515F4A9A8E}" destId="{689CFF63-7A80-460F-B858-85D06D4F5C48}" srcOrd="0" destOrd="0" presId="urn:microsoft.com/office/officeart/2005/8/layout/vList5"/>
    <dgm:cxn modelId="{DEA5A3CA-8956-41CC-A82D-564F9B66DD19}" type="presOf" srcId="{36A3EAAF-9501-4EF4-8D88-A3F4375EFA51}" destId="{51824177-7861-4AFC-BA1A-F1FC9CC7B344}" srcOrd="0" destOrd="0" presId="urn:microsoft.com/office/officeart/2005/8/layout/vList5"/>
    <dgm:cxn modelId="{A7B5C2CC-6940-4F2D-BBD3-7DD4C6DCC31F}" type="presOf" srcId="{4D9BB6C5-D068-405B-8EF4-9CB196238605}" destId="{02D854E5-635D-4755-A89A-0AB0F32D1357}" srcOrd="0" destOrd="0" presId="urn:microsoft.com/office/officeart/2005/8/layout/vList5"/>
    <dgm:cxn modelId="{C6A698D0-EDC2-4DF4-BCD7-7438CDD2474A}" srcId="{C24138CE-7201-4C8D-9161-ABE0D8BAC62D}" destId="{39E8CC8B-D7CF-4884-959C-8F82BDAF05C6}" srcOrd="1" destOrd="0" parTransId="{CDA36E94-F020-442D-A543-22C02A186CFC}" sibTransId="{1AF579F5-0B5B-44A0-A5E1-6B7F1F0AD885}"/>
    <dgm:cxn modelId="{A50B2AF1-8677-4B61-AAFA-5BA6D4B7D3B1}" type="presOf" srcId="{63383B0C-8EA5-4A2A-87AD-067FB5D75E3F}" destId="{91E775BE-A430-4B45-954B-5B1A64D44271}" srcOrd="0" destOrd="1" presId="urn:microsoft.com/office/officeart/2005/8/layout/vList5"/>
    <dgm:cxn modelId="{8AB218FA-EF45-4795-92C0-6B62AA7B6592}" type="presOf" srcId="{39E8CC8B-D7CF-4884-959C-8F82BDAF05C6}" destId="{0FBE6D07-5BC5-442C-8658-6582DD0953C3}" srcOrd="0" destOrd="1" presId="urn:microsoft.com/office/officeart/2005/8/layout/vList5"/>
    <dgm:cxn modelId="{CBC1A9FC-84E4-4072-9E14-7A85883602AB}" srcId="{106E7CF7-2E41-4225-B85F-AC515F4A9A8E}" destId="{C24138CE-7201-4C8D-9161-ABE0D8BAC62D}" srcOrd="2" destOrd="0" parTransId="{C9D0E63F-B32F-40A9-8D66-E98465C91D9B}" sibTransId="{794813AF-3561-4903-9FAC-03668456E5BE}"/>
    <dgm:cxn modelId="{AD71C2FD-BB8C-48B7-9654-53871453EF5E}" type="presOf" srcId="{C24138CE-7201-4C8D-9161-ABE0D8BAC62D}" destId="{5824DD53-A15C-47E0-98F4-3155CF4CD56E}" srcOrd="0" destOrd="0" presId="urn:microsoft.com/office/officeart/2005/8/layout/vList5"/>
    <dgm:cxn modelId="{E7B11F0F-CC78-46E9-8128-2B94C9DE8E31}" type="presParOf" srcId="{689CFF63-7A80-460F-B858-85D06D4F5C48}" destId="{2E478C02-8902-4EF0-B759-D5C943383A17}" srcOrd="0" destOrd="0" presId="urn:microsoft.com/office/officeart/2005/8/layout/vList5"/>
    <dgm:cxn modelId="{DCEC8899-E5F6-4BD8-A472-B8DC0D275A7D}" type="presParOf" srcId="{2E478C02-8902-4EF0-B759-D5C943383A17}" destId="{02D854E5-635D-4755-A89A-0AB0F32D1357}" srcOrd="0" destOrd="0" presId="urn:microsoft.com/office/officeart/2005/8/layout/vList5"/>
    <dgm:cxn modelId="{C0932880-6655-479C-B601-042DD585077D}" type="presParOf" srcId="{2E478C02-8902-4EF0-B759-D5C943383A17}" destId="{91E775BE-A430-4B45-954B-5B1A64D44271}" srcOrd="1" destOrd="0" presId="urn:microsoft.com/office/officeart/2005/8/layout/vList5"/>
    <dgm:cxn modelId="{66ED4547-DBBD-4B3D-819B-4B93783F11AF}" type="presParOf" srcId="{689CFF63-7A80-460F-B858-85D06D4F5C48}" destId="{1E0A0658-B112-41B0-AACC-80C26C2A5C1A}" srcOrd="1" destOrd="0" presId="urn:microsoft.com/office/officeart/2005/8/layout/vList5"/>
    <dgm:cxn modelId="{3A509A5E-377C-4A0B-BC84-52278194EFEE}" type="presParOf" srcId="{689CFF63-7A80-460F-B858-85D06D4F5C48}" destId="{5DD5CFD7-8D5A-4BC4-BED9-3761C3DC3D1B}" srcOrd="2" destOrd="0" presId="urn:microsoft.com/office/officeart/2005/8/layout/vList5"/>
    <dgm:cxn modelId="{5E6ACF2D-F278-4330-8B55-8BFA90351384}" type="presParOf" srcId="{5DD5CFD7-8D5A-4BC4-BED9-3761C3DC3D1B}" destId="{76365B2C-E3D4-4F29-9A61-2895505EA2D6}" srcOrd="0" destOrd="0" presId="urn:microsoft.com/office/officeart/2005/8/layout/vList5"/>
    <dgm:cxn modelId="{CB6065E3-029A-4783-90B9-25D805633815}" type="presParOf" srcId="{5DD5CFD7-8D5A-4BC4-BED9-3761C3DC3D1B}" destId="{51824177-7861-4AFC-BA1A-F1FC9CC7B344}" srcOrd="1" destOrd="0" presId="urn:microsoft.com/office/officeart/2005/8/layout/vList5"/>
    <dgm:cxn modelId="{A3F56113-DDA3-44B7-87BE-332793DCD820}" type="presParOf" srcId="{689CFF63-7A80-460F-B858-85D06D4F5C48}" destId="{E16ADCB0-EEEF-4798-BDA1-1F2DC718CF39}" srcOrd="3" destOrd="0" presId="urn:microsoft.com/office/officeart/2005/8/layout/vList5"/>
    <dgm:cxn modelId="{D79DEA7D-03A9-4318-AE41-074D48398EE2}" type="presParOf" srcId="{689CFF63-7A80-460F-B858-85D06D4F5C48}" destId="{4180913D-60AF-41AD-8745-EBE1719A87F0}" srcOrd="4" destOrd="0" presId="urn:microsoft.com/office/officeart/2005/8/layout/vList5"/>
    <dgm:cxn modelId="{FC7F6833-3B1E-4A53-9669-E3DEB9353CD8}" type="presParOf" srcId="{4180913D-60AF-41AD-8745-EBE1719A87F0}" destId="{5824DD53-A15C-47E0-98F4-3155CF4CD56E}" srcOrd="0" destOrd="0" presId="urn:microsoft.com/office/officeart/2005/8/layout/vList5"/>
    <dgm:cxn modelId="{B3E7788F-78BC-40E5-8700-CB9478F22114}" type="presParOf" srcId="{4180913D-60AF-41AD-8745-EBE1719A87F0}" destId="{0FBE6D07-5BC5-442C-8658-6582DD0953C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C20C9A-AC77-44DF-884F-D9504E9A4222}">
      <dsp:nvSpPr>
        <dsp:cNvPr id="0" name=""/>
        <dsp:cNvSpPr/>
      </dsp:nvSpPr>
      <dsp:spPr>
        <a:xfrm>
          <a:off x="47592" y="661"/>
          <a:ext cx="2117963" cy="773906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Planning</a:t>
          </a:r>
          <a:endParaRPr lang="en-US" sz="1800" kern="1200" dirty="0"/>
        </a:p>
      </dsp:txBody>
      <dsp:txXfrm>
        <a:off x="70259" y="23328"/>
        <a:ext cx="2072629" cy="728572"/>
      </dsp:txXfrm>
    </dsp:sp>
    <dsp:sp modelId="{87BEA151-2FFE-45AF-8B1C-CF71FD0A1A62}">
      <dsp:nvSpPr>
        <dsp:cNvPr id="0" name=""/>
        <dsp:cNvSpPr/>
      </dsp:nvSpPr>
      <dsp:spPr>
        <a:xfrm rot="5400000">
          <a:off x="961466" y="793915"/>
          <a:ext cx="290214" cy="3482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 rot="-5400000">
        <a:off x="1002096" y="822936"/>
        <a:ext cx="208955" cy="203150"/>
      </dsp:txXfrm>
    </dsp:sp>
    <dsp:sp modelId="{39F16384-BBA1-4402-A83F-E14E7DBF0173}">
      <dsp:nvSpPr>
        <dsp:cNvPr id="0" name=""/>
        <dsp:cNvSpPr/>
      </dsp:nvSpPr>
      <dsp:spPr>
        <a:xfrm>
          <a:off x="47592" y="1161520"/>
          <a:ext cx="2117963" cy="773906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63262"/>
            <a:satOff val="-18603"/>
            <a:lumOff val="1981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Analysis</a:t>
          </a:r>
          <a:endParaRPr lang="en-US" sz="1800" kern="1200" dirty="0"/>
        </a:p>
      </dsp:txBody>
      <dsp:txXfrm>
        <a:off x="70259" y="1184187"/>
        <a:ext cx="2072629" cy="728572"/>
      </dsp:txXfrm>
    </dsp:sp>
    <dsp:sp modelId="{6B15E3C4-C72D-4B2E-A69A-B10998E15ADF}">
      <dsp:nvSpPr>
        <dsp:cNvPr id="0" name=""/>
        <dsp:cNvSpPr/>
      </dsp:nvSpPr>
      <dsp:spPr>
        <a:xfrm rot="5400000">
          <a:off x="961466" y="1954774"/>
          <a:ext cx="290214" cy="3482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82299"/>
            <a:satOff val="-21922"/>
            <a:lumOff val="2111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 rot="-5400000">
        <a:off x="1002096" y="1983795"/>
        <a:ext cx="208955" cy="203150"/>
      </dsp:txXfrm>
    </dsp:sp>
    <dsp:sp modelId="{59938DB0-3A30-466F-BF06-DBBAFA8F0C11}">
      <dsp:nvSpPr>
        <dsp:cNvPr id="0" name=""/>
        <dsp:cNvSpPr/>
      </dsp:nvSpPr>
      <dsp:spPr>
        <a:xfrm>
          <a:off x="47592" y="2322380"/>
          <a:ext cx="2117963" cy="773906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26524"/>
            <a:satOff val="-37206"/>
            <a:lumOff val="3962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Detailed system design</a:t>
          </a:r>
          <a:endParaRPr lang="en-US" sz="1800" kern="1200" dirty="0"/>
        </a:p>
      </dsp:txBody>
      <dsp:txXfrm>
        <a:off x="70259" y="2345047"/>
        <a:ext cx="2072629" cy="728572"/>
      </dsp:txXfrm>
    </dsp:sp>
    <dsp:sp modelId="{AC9D30D1-F803-422D-ABB3-43C368908CD7}">
      <dsp:nvSpPr>
        <dsp:cNvPr id="0" name=""/>
        <dsp:cNvSpPr/>
      </dsp:nvSpPr>
      <dsp:spPr>
        <a:xfrm rot="5400000">
          <a:off x="961466" y="3115634"/>
          <a:ext cx="290214" cy="3482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64598"/>
            <a:satOff val="-43843"/>
            <a:lumOff val="4223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 rot="-5400000">
        <a:off x="1002096" y="3144655"/>
        <a:ext cx="208955" cy="203150"/>
      </dsp:txXfrm>
    </dsp:sp>
    <dsp:sp modelId="{5A0E2425-5C95-450F-A67E-E07887BE8586}">
      <dsp:nvSpPr>
        <dsp:cNvPr id="0" name=""/>
        <dsp:cNvSpPr/>
      </dsp:nvSpPr>
      <dsp:spPr>
        <a:xfrm>
          <a:off x="47592" y="3483239"/>
          <a:ext cx="2117963" cy="773906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26524"/>
            <a:satOff val="-37206"/>
            <a:lumOff val="3962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Implementation</a:t>
          </a:r>
          <a:endParaRPr lang="en-US" sz="1800" kern="1200" dirty="0"/>
        </a:p>
      </dsp:txBody>
      <dsp:txXfrm>
        <a:off x="70259" y="3505906"/>
        <a:ext cx="2072629" cy="728572"/>
      </dsp:txXfrm>
    </dsp:sp>
    <dsp:sp modelId="{BB3261E0-723C-4FD9-8189-99A891F2FE32}">
      <dsp:nvSpPr>
        <dsp:cNvPr id="0" name=""/>
        <dsp:cNvSpPr/>
      </dsp:nvSpPr>
      <dsp:spPr>
        <a:xfrm rot="5400000">
          <a:off x="961466" y="4276493"/>
          <a:ext cx="290214" cy="3482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82299"/>
            <a:satOff val="-21922"/>
            <a:lumOff val="2111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 rot="-5400000">
        <a:off x="1002096" y="4305514"/>
        <a:ext cx="208955" cy="203150"/>
      </dsp:txXfrm>
    </dsp:sp>
    <dsp:sp modelId="{88F1595A-EE3F-4CD0-B6D8-F7ED6E5A36DF}">
      <dsp:nvSpPr>
        <dsp:cNvPr id="0" name=""/>
        <dsp:cNvSpPr/>
      </dsp:nvSpPr>
      <dsp:spPr>
        <a:xfrm>
          <a:off x="47592" y="4644099"/>
          <a:ext cx="2117963" cy="773906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63262"/>
            <a:satOff val="-18603"/>
            <a:lumOff val="1981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Maintenance</a:t>
          </a:r>
          <a:endParaRPr lang="en-US" sz="1800" kern="1200" dirty="0"/>
        </a:p>
      </dsp:txBody>
      <dsp:txXfrm>
        <a:off x="70259" y="4666766"/>
        <a:ext cx="2072629" cy="7285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C20C9A-AC77-44DF-884F-D9504E9A4222}">
      <dsp:nvSpPr>
        <dsp:cNvPr id="0" name=""/>
        <dsp:cNvSpPr/>
      </dsp:nvSpPr>
      <dsp:spPr>
        <a:xfrm>
          <a:off x="109730" y="2149"/>
          <a:ext cx="1993686" cy="636984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Database initial study</a:t>
          </a:r>
        </a:p>
      </dsp:txBody>
      <dsp:txXfrm>
        <a:off x="128387" y="20806"/>
        <a:ext cx="1956372" cy="599670"/>
      </dsp:txXfrm>
    </dsp:sp>
    <dsp:sp modelId="{87BEA151-2FFE-45AF-8B1C-CF71FD0A1A62}">
      <dsp:nvSpPr>
        <dsp:cNvPr id="0" name=""/>
        <dsp:cNvSpPr/>
      </dsp:nvSpPr>
      <dsp:spPr>
        <a:xfrm rot="5400000">
          <a:off x="987139" y="655058"/>
          <a:ext cx="238869" cy="2866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1020581" y="678945"/>
        <a:ext cx="171986" cy="167208"/>
      </dsp:txXfrm>
    </dsp:sp>
    <dsp:sp modelId="{39F16384-BBA1-4402-A83F-E14E7DBF0173}">
      <dsp:nvSpPr>
        <dsp:cNvPr id="0" name=""/>
        <dsp:cNvSpPr/>
      </dsp:nvSpPr>
      <dsp:spPr>
        <a:xfrm>
          <a:off x="109730" y="957626"/>
          <a:ext cx="1993686" cy="636984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52718"/>
            <a:satOff val="-15503"/>
            <a:lumOff val="1651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Database design</a:t>
          </a:r>
        </a:p>
      </dsp:txBody>
      <dsp:txXfrm>
        <a:off x="128387" y="976283"/>
        <a:ext cx="1956372" cy="599670"/>
      </dsp:txXfrm>
    </dsp:sp>
    <dsp:sp modelId="{6B15E3C4-C72D-4B2E-A69A-B10998E15ADF}">
      <dsp:nvSpPr>
        <dsp:cNvPr id="0" name=""/>
        <dsp:cNvSpPr/>
      </dsp:nvSpPr>
      <dsp:spPr>
        <a:xfrm rot="5400000">
          <a:off x="987139" y="1610535"/>
          <a:ext cx="238869" cy="2866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65839"/>
            <a:satOff val="-17537"/>
            <a:lumOff val="1689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1020581" y="1634422"/>
        <a:ext cx="171986" cy="167208"/>
      </dsp:txXfrm>
    </dsp:sp>
    <dsp:sp modelId="{59938DB0-3A30-466F-BF06-DBBAFA8F0C11}">
      <dsp:nvSpPr>
        <dsp:cNvPr id="0" name=""/>
        <dsp:cNvSpPr/>
      </dsp:nvSpPr>
      <dsp:spPr>
        <a:xfrm>
          <a:off x="109730" y="1913102"/>
          <a:ext cx="1993686" cy="636984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05437"/>
            <a:satOff val="-31005"/>
            <a:lumOff val="3302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Implementation and loading</a:t>
          </a:r>
        </a:p>
      </dsp:txBody>
      <dsp:txXfrm>
        <a:off x="128387" y="1931759"/>
        <a:ext cx="1956372" cy="599670"/>
      </dsp:txXfrm>
    </dsp:sp>
    <dsp:sp modelId="{AC9D30D1-F803-422D-ABB3-43C368908CD7}">
      <dsp:nvSpPr>
        <dsp:cNvPr id="0" name=""/>
        <dsp:cNvSpPr/>
      </dsp:nvSpPr>
      <dsp:spPr>
        <a:xfrm rot="5400000">
          <a:off x="987139" y="2566012"/>
          <a:ext cx="238869" cy="2866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31678"/>
            <a:satOff val="-35074"/>
            <a:lumOff val="3378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1020581" y="2589899"/>
        <a:ext cx="171986" cy="167208"/>
      </dsp:txXfrm>
    </dsp:sp>
    <dsp:sp modelId="{5A0E2425-5C95-450F-A67E-E07887BE8586}">
      <dsp:nvSpPr>
        <dsp:cNvPr id="0" name=""/>
        <dsp:cNvSpPr/>
      </dsp:nvSpPr>
      <dsp:spPr>
        <a:xfrm>
          <a:off x="109730" y="2868579"/>
          <a:ext cx="1993686" cy="636984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58155"/>
            <a:satOff val="-46508"/>
            <a:lumOff val="4953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Testing and evaluation</a:t>
          </a:r>
        </a:p>
      </dsp:txBody>
      <dsp:txXfrm>
        <a:off x="128387" y="2887236"/>
        <a:ext cx="1956372" cy="599670"/>
      </dsp:txXfrm>
    </dsp:sp>
    <dsp:sp modelId="{BB3261E0-723C-4FD9-8189-99A891F2FE32}">
      <dsp:nvSpPr>
        <dsp:cNvPr id="0" name=""/>
        <dsp:cNvSpPr/>
      </dsp:nvSpPr>
      <dsp:spPr>
        <a:xfrm rot="5400000">
          <a:off x="987139" y="3521488"/>
          <a:ext cx="238869" cy="2866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31678"/>
            <a:satOff val="-35074"/>
            <a:lumOff val="3378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1020581" y="3545375"/>
        <a:ext cx="171986" cy="167208"/>
      </dsp:txXfrm>
    </dsp:sp>
    <dsp:sp modelId="{D29FC737-930F-4F37-8BDC-0DAC5253F26F}">
      <dsp:nvSpPr>
        <dsp:cNvPr id="0" name=""/>
        <dsp:cNvSpPr/>
      </dsp:nvSpPr>
      <dsp:spPr>
        <a:xfrm>
          <a:off x="109730" y="3824056"/>
          <a:ext cx="1993686" cy="636984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05437"/>
            <a:satOff val="-31005"/>
            <a:lumOff val="3302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Operation</a:t>
          </a:r>
        </a:p>
      </dsp:txBody>
      <dsp:txXfrm>
        <a:off x="128387" y="3842713"/>
        <a:ext cx="1956372" cy="599670"/>
      </dsp:txXfrm>
    </dsp:sp>
    <dsp:sp modelId="{C2462F91-C086-451D-AEB6-A28B92F534BB}">
      <dsp:nvSpPr>
        <dsp:cNvPr id="0" name=""/>
        <dsp:cNvSpPr/>
      </dsp:nvSpPr>
      <dsp:spPr>
        <a:xfrm rot="5400000">
          <a:off x="987139" y="4476965"/>
          <a:ext cx="238869" cy="2866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65839"/>
            <a:satOff val="-17537"/>
            <a:lumOff val="1689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1020581" y="4500852"/>
        <a:ext cx="171986" cy="167208"/>
      </dsp:txXfrm>
    </dsp:sp>
    <dsp:sp modelId="{88F1595A-EE3F-4CD0-B6D8-F7ED6E5A36DF}">
      <dsp:nvSpPr>
        <dsp:cNvPr id="0" name=""/>
        <dsp:cNvSpPr/>
      </dsp:nvSpPr>
      <dsp:spPr>
        <a:xfrm>
          <a:off x="109730" y="4779532"/>
          <a:ext cx="1993686" cy="636984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52718"/>
            <a:satOff val="-15503"/>
            <a:lumOff val="1651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Maintenance and evolution</a:t>
          </a:r>
        </a:p>
      </dsp:txBody>
      <dsp:txXfrm>
        <a:off x="128387" y="4798189"/>
        <a:ext cx="1956372" cy="5996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A5964D-C8A9-4BB5-A971-E2CE34C4FCB0}">
      <dsp:nvSpPr>
        <dsp:cNvPr id="0" name=""/>
        <dsp:cNvSpPr/>
      </dsp:nvSpPr>
      <dsp:spPr>
        <a:xfrm rot="5400000">
          <a:off x="-299883" y="303560"/>
          <a:ext cx="1999225" cy="139945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dirty="0">
              <a:latin typeface="Tw Cen MT" panose="020B0602020104020603" pitchFamily="34" charset="0"/>
            </a:rPr>
            <a:t>Conceptual</a:t>
          </a:r>
        </a:p>
      </dsp:txBody>
      <dsp:txXfrm rot="-5400000">
        <a:off x="2" y="703405"/>
        <a:ext cx="1399457" cy="599768"/>
      </dsp:txXfrm>
    </dsp:sp>
    <dsp:sp modelId="{339AFDC7-E418-4BCC-BCE0-23556E11EFD5}">
      <dsp:nvSpPr>
        <dsp:cNvPr id="0" name=""/>
        <dsp:cNvSpPr/>
      </dsp:nvSpPr>
      <dsp:spPr>
        <a:xfrm rot="5400000">
          <a:off x="3890059" y="-2486925"/>
          <a:ext cx="1299496" cy="6280700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>
              <a:latin typeface="Tw Cen MT" panose="020B0602020104020603" pitchFamily="34" charset="0"/>
            </a:rPr>
            <a:t>Data analysis and requirements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>
              <a:latin typeface="Tw Cen MT" panose="020B0602020104020603" pitchFamily="34" charset="0"/>
            </a:rPr>
            <a:t>ER modelling and normalisations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>
              <a:latin typeface="Tw Cen MT" panose="020B0602020104020603" pitchFamily="34" charset="0"/>
            </a:rPr>
            <a:t>Data model verification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>
              <a:latin typeface="Tw Cen MT" panose="020B0602020104020603" pitchFamily="34" charset="0"/>
            </a:rPr>
            <a:t>Distributed database design</a:t>
          </a:r>
        </a:p>
      </dsp:txBody>
      <dsp:txXfrm rot="-5400000">
        <a:off x="1399457" y="67113"/>
        <a:ext cx="6217264" cy="1172624"/>
      </dsp:txXfrm>
    </dsp:sp>
    <dsp:sp modelId="{66C4C4DF-BB8B-4A3E-BEDE-6552896179BD}">
      <dsp:nvSpPr>
        <dsp:cNvPr id="0" name=""/>
        <dsp:cNvSpPr/>
      </dsp:nvSpPr>
      <dsp:spPr>
        <a:xfrm rot="5400000">
          <a:off x="-299883" y="2112368"/>
          <a:ext cx="1999225" cy="139945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dirty="0">
              <a:latin typeface="Tw Cen MT" panose="020B0602020104020603" pitchFamily="34" charset="0"/>
            </a:rPr>
            <a:t>Logical</a:t>
          </a:r>
        </a:p>
      </dsp:txBody>
      <dsp:txXfrm rot="-5400000">
        <a:off x="2" y="2512213"/>
        <a:ext cx="1399457" cy="599768"/>
      </dsp:txXfrm>
    </dsp:sp>
    <dsp:sp modelId="{798BBCA8-AE7A-4255-B2E7-68EA5B5EC2B0}">
      <dsp:nvSpPr>
        <dsp:cNvPr id="0" name=""/>
        <dsp:cNvSpPr/>
      </dsp:nvSpPr>
      <dsp:spPr>
        <a:xfrm rot="5400000">
          <a:off x="3890059" y="-678117"/>
          <a:ext cx="1299496" cy="6280700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>
              <a:latin typeface="Tw Cen MT" panose="020B0602020104020603" pitchFamily="34" charset="0"/>
            </a:rPr>
            <a:t>Map conceptual model to logical model components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>
              <a:latin typeface="Tw Cen MT" panose="020B0602020104020603" pitchFamily="34" charset="0"/>
            </a:rPr>
            <a:t>Validate logical model using normalisation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>
              <a:latin typeface="Tw Cen MT" panose="020B0602020104020603" pitchFamily="34" charset="0"/>
            </a:rPr>
            <a:t>Validate logical model integrity constraints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>
              <a:latin typeface="Tw Cen MT" panose="020B0602020104020603" pitchFamily="34" charset="0"/>
            </a:rPr>
            <a:t>Validate logical model against user requirements </a:t>
          </a:r>
        </a:p>
      </dsp:txBody>
      <dsp:txXfrm rot="-5400000">
        <a:off x="1399457" y="1875921"/>
        <a:ext cx="6217264" cy="1172624"/>
      </dsp:txXfrm>
    </dsp:sp>
    <dsp:sp modelId="{876F28EF-1924-40ED-A058-358AE755F741}">
      <dsp:nvSpPr>
        <dsp:cNvPr id="0" name=""/>
        <dsp:cNvSpPr/>
      </dsp:nvSpPr>
      <dsp:spPr>
        <a:xfrm rot="5400000">
          <a:off x="-299883" y="3921176"/>
          <a:ext cx="1999225" cy="139945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dirty="0">
              <a:latin typeface="Tw Cen MT" panose="020B0602020104020603" pitchFamily="34" charset="0"/>
            </a:rPr>
            <a:t>Physical</a:t>
          </a:r>
        </a:p>
      </dsp:txBody>
      <dsp:txXfrm rot="-5400000">
        <a:off x="2" y="4321021"/>
        <a:ext cx="1399457" cy="599768"/>
      </dsp:txXfrm>
    </dsp:sp>
    <dsp:sp modelId="{68A3F751-978A-423D-A689-31E5B7F97B3A}">
      <dsp:nvSpPr>
        <dsp:cNvPr id="0" name=""/>
        <dsp:cNvSpPr/>
      </dsp:nvSpPr>
      <dsp:spPr>
        <a:xfrm rot="5400000">
          <a:off x="3890059" y="1130691"/>
          <a:ext cx="1299496" cy="6280700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>
              <a:latin typeface="Tw Cen MT" panose="020B0602020104020603" pitchFamily="34" charset="0"/>
            </a:rPr>
            <a:t>Define data storage organisation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>
              <a:latin typeface="Tw Cen MT" panose="020B0602020104020603" pitchFamily="34" charset="0"/>
            </a:rPr>
            <a:t>Define integrity and security measures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>
              <a:latin typeface="Tw Cen MT" panose="020B0602020104020603" pitchFamily="34" charset="0"/>
            </a:rPr>
            <a:t>Determine performance measures</a:t>
          </a:r>
        </a:p>
      </dsp:txBody>
      <dsp:txXfrm rot="-5400000">
        <a:off x="1399457" y="3684729"/>
        <a:ext cx="6217264" cy="11726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73492F-9FBF-4B83-A341-73B85378F9E1}">
      <dsp:nvSpPr>
        <dsp:cNvPr id="0" name=""/>
        <dsp:cNvSpPr/>
      </dsp:nvSpPr>
      <dsp:spPr>
        <a:xfrm>
          <a:off x="4890462" y="2243593"/>
          <a:ext cx="840217" cy="3998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2497"/>
              </a:lnTo>
              <a:lnTo>
                <a:pt x="840217" y="272497"/>
              </a:lnTo>
              <a:lnTo>
                <a:pt x="840217" y="399867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DC64BE-CD17-4032-B1C3-1FC06DE2F824}">
      <dsp:nvSpPr>
        <dsp:cNvPr id="0" name=""/>
        <dsp:cNvSpPr/>
      </dsp:nvSpPr>
      <dsp:spPr>
        <a:xfrm>
          <a:off x="4050245" y="2243593"/>
          <a:ext cx="840217" cy="399867"/>
        </a:xfrm>
        <a:custGeom>
          <a:avLst/>
          <a:gdLst/>
          <a:ahLst/>
          <a:cxnLst/>
          <a:rect l="0" t="0" r="0" b="0"/>
          <a:pathLst>
            <a:path>
              <a:moveTo>
                <a:pt x="840217" y="0"/>
              </a:moveTo>
              <a:lnTo>
                <a:pt x="840217" y="272497"/>
              </a:lnTo>
              <a:lnTo>
                <a:pt x="0" y="272497"/>
              </a:lnTo>
              <a:lnTo>
                <a:pt x="0" y="399867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CC6CA9-4F17-4049-B66A-FCDCB7FA46B5}">
      <dsp:nvSpPr>
        <dsp:cNvPr id="0" name=""/>
        <dsp:cNvSpPr/>
      </dsp:nvSpPr>
      <dsp:spPr>
        <a:xfrm>
          <a:off x="3210028" y="970664"/>
          <a:ext cx="1680434" cy="3998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2497"/>
              </a:lnTo>
              <a:lnTo>
                <a:pt x="1680434" y="272497"/>
              </a:lnTo>
              <a:lnTo>
                <a:pt x="1680434" y="399867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7FB4B1-7404-41D3-95C7-B133E5941CF9}">
      <dsp:nvSpPr>
        <dsp:cNvPr id="0" name=""/>
        <dsp:cNvSpPr/>
      </dsp:nvSpPr>
      <dsp:spPr>
        <a:xfrm>
          <a:off x="1529593" y="2243593"/>
          <a:ext cx="840217" cy="3998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2497"/>
              </a:lnTo>
              <a:lnTo>
                <a:pt x="840217" y="272497"/>
              </a:lnTo>
              <a:lnTo>
                <a:pt x="840217" y="399867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6B61D4-CCA0-4E3D-BA6A-48B4EBB03D24}">
      <dsp:nvSpPr>
        <dsp:cNvPr id="0" name=""/>
        <dsp:cNvSpPr/>
      </dsp:nvSpPr>
      <dsp:spPr>
        <a:xfrm>
          <a:off x="689376" y="2243593"/>
          <a:ext cx="840217" cy="399867"/>
        </a:xfrm>
        <a:custGeom>
          <a:avLst/>
          <a:gdLst/>
          <a:ahLst/>
          <a:cxnLst/>
          <a:rect l="0" t="0" r="0" b="0"/>
          <a:pathLst>
            <a:path>
              <a:moveTo>
                <a:pt x="840217" y="0"/>
              </a:moveTo>
              <a:lnTo>
                <a:pt x="840217" y="272497"/>
              </a:lnTo>
              <a:lnTo>
                <a:pt x="0" y="272497"/>
              </a:lnTo>
              <a:lnTo>
                <a:pt x="0" y="399867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EC1426-95AE-40B1-BA88-D88E0B73D656}">
      <dsp:nvSpPr>
        <dsp:cNvPr id="0" name=""/>
        <dsp:cNvSpPr/>
      </dsp:nvSpPr>
      <dsp:spPr>
        <a:xfrm>
          <a:off x="1529593" y="970664"/>
          <a:ext cx="1680434" cy="399867"/>
        </a:xfrm>
        <a:custGeom>
          <a:avLst/>
          <a:gdLst/>
          <a:ahLst/>
          <a:cxnLst/>
          <a:rect l="0" t="0" r="0" b="0"/>
          <a:pathLst>
            <a:path>
              <a:moveTo>
                <a:pt x="1680434" y="0"/>
              </a:moveTo>
              <a:lnTo>
                <a:pt x="1680434" y="272497"/>
              </a:lnTo>
              <a:lnTo>
                <a:pt x="0" y="272497"/>
              </a:lnTo>
              <a:lnTo>
                <a:pt x="0" y="399867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0B3663-FA58-4611-AA30-C8B7F8592038}">
      <dsp:nvSpPr>
        <dsp:cNvPr id="0" name=""/>
        <dsp:cNvSpPr/>
      </dsp:nvSpPr>
      <dsp:spPr>
        <a:xfrm>
          <a:off x="2522577" y="97601"/>
          <a:ext cx="1374901" cy="8730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3C58F1-A734-41BC-ACFA-F35CEB6937F2}">
      <dsp:nvSpPr>
        <dsp:cNvPr id="0" name=""/>
        <dsp:cNvSpPr/>
      </dsp:nvSpPr>
      <dsp:spPr>
        <a:xfrm>
          <a:off x="2675344" y="242730"/>
          <a:ext cx="1374901" cy="8730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Conceptual model</a:t>
          </a:r>
        </a:p>
      </dsp:txBody>
      <dsp:txXfrm>
        <a:off x="2700915" y="268301"/>
        <a:ext cx="1323759" cy="821920"/>
      </dsp:txXfrm>
    </dsp:sp>
    <dsp:sp modelId="{3B58038B-0E47-4BC7-8C3C-D3BE52534284}">
      <dsp:nvSpPr>
        <dsp:cNvPr id="0" name=""/>
        <dsp:cNvSpPr/>
      </dsp:nvSpPr>
      <dsp:spPr>
        <a:xfrm>
          <a:off x="842142" y="1370531"/>
          <a:ext cx="1374901" cy="8730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631A117-2AC6-4CCD-8EEB-3DBB33000339}">
      <dsp:nvSpPr>
        <dsp:cNvPr id="0" name=""/>
        <dsp:cNvSpPr/>
      </dsp:nvSpPr>
      <dsp:spPr>
        <a:xfrm>
          <a:off x="994909" y="1515659"/>
          <a:ext cx="1374901" cy="8730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Entity</a:t>
          </a:r>
        </a:p>
      </dsp:txBody>
      <dsp:txXfrm>
        <a:off x="1020480" y="1541230"/>
        <a:ext cx="1323759" cy="821920"/>
      </dsp:txXfrm>
    </dsp:sp>
    <dsp:sp modelId="{A1214BA6-8398-4155-9450-C55866539111}">
      <dsp:nvSpPr>
        <dsp:cNvPr id="0" name=""/>
        <dsp:cNvSpPr/>
      </dsp:nvSpPr>
      <dsp:spPr>
        <a:xfrm>
          <a:off x="1925" y="2643460"/>
          <a:ext cx="1374901" cy="8730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9146C2B-77FC-48E8-BFFF-CB078EFC67CA}">
      <dsp:nvSpPr>
        <dsp:cNvPr id="0" name=""/>
        <dsp:cNvSpPr/>
      </dsp:nvSpPr>
      <dsp:spPr>
        <a:xfrm>
          <a:off x="154692" y="2788588"/>
          <a:ext cx="1374901" cy="8730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Attribute</a:t>
          </a:r>
        </a:p>
      </dsp:txBody>
      <dsp:txXfrm>
        <a:off x="180263" y="2814159"/>
        <a:ext cx="1323759" cy="821920"/>
      </dsp:txXfrm>
    </dsp:sp>
    <dsp:sp modelId="{6236AE09-7929-4EC4-A2CF-DAF294691D32}">
      <dsp:nvSpPr>
        <dsp:cNvPr id="0" name=""/>
        <dsp:cNvSpPr/>
      </dsp:nvSpPr>
      <dsp:spPr>
        <a:xfrm>
          <a:off x="1682360" y="2643460"/>
          <a:ext cx="1374901" cy="8730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16D9C11-9FAD-436D-A75A-2A87B13B984D}">
      <dsp:nvSpPr>
        <dsp:cNvPr id="0" name=""/>
        <dsp:cNvSpPr/>
      </dsp:nvSpPr>
      <dsp:spPr>
        <a:xfrm>
          <a:off x="1835127" y="2788588"/>
          <a:ext cx="1374901" cy="8730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Attribute</a:t>
          </a:r>
        </a:p>
      </dsp:txBody>
      <dsp:txXfrm>
        <a:off x="1860698" y="2814159"/>
        <a:ext cx="1323759" cy="821920"/>
      </dsp:txXfrm>
    </dsp:sp>
    <dsp:sp modelId="{53D49730-D6D8-4609-BCF1-C641448C3128}">
      <dsp:nvSpPr>
        <dsp:cNvPr id="0" name=""/>
        <dsp:cNvSpPr/>
      </dsp:nvSpPr>
      <dsp:spPr>
        <a:xfrm>
          <a:off x="4203012" y="1370531"/>
          <a:ext cx="1374901" cy="8730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AAB88D-B109-4CA8-846C-A90418FD5521}">
      <dsp:nvSpPr>
        <dsp:cNvPr id="0" name=""/>
        <dsp:cNvSpPr/>
      </dsp:nvSpPr>
      <dsp:spPr>
        <a:xfrm>
          <a:off x="4355778" y="1515659"/>
          <a:ext cx="1374901" cy="8730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Entity</a:t>
          </a:r>
        </a:p>
      </dsp:txBody>
      <dsp:txXfrm>
        <a:off x="4381349" y="1541230"/>
        <a:ext cx="1323759" cy="821920"/>
      </dsp:txXfrm>
    </dsp:sp>
    <dsp:sp modelId="{036D3CE2-C230-4BF3-89A2-5F2461E22AC4}">
      <dsp:nvSpPr>
        <dsp:cNvPr id="0" name=""/>
        <dsp:cNvSpPr/>
      </dsp:nvSpPr>
      <dsp:spPr>
        <a:xfrm>
          <a:off x="3362794" y="2643460"/>
          <a:ext cx="1374901" cy="8730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469C2E5-2FBE-49C1-BF47-B65D750EB80D}">
      <dsp:nvSpPr>
        <dsp:cNvPr id="0" name=""/>
        <dsp:cNvSpPr/>
      </dsp:nvSpPr>
      <dsp:spPr>
        <a:xfrm>
          <a:off x="3515561" y="2788588"/>
          <a:ext cx="1374901" cy="8730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Attribute</a:t>
          </a:r>
        </a:p>
      </dsp:txBody>
      <dsp:txXfrm>
        <a:off x="3541132" y="2814159"/>
        <a:ext cx="1323759" cy="821920"/>
      </dsp:txXfrm>
    </dsp:sp>
    <dsp:sp modelId="{56E67920-FC08-4F72-9106-CABA5DBD6440}">
      <dsp:nvSpPr>
        <dsp:cNvPr id="0" name=""/>
        <dsp:cNvSpPr/>
      </dsp:nvSpPr>
      <dsp:spPr>
        <a:xfrm>
          <a:off x="5043229" y="2643460"/>
          <a:ext cx="1374901" cy="8730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418C1FA-B9B1-4733-AB26-0F32F797DE2B}">
      <dsp:nvSpPr>
        <dsp:cNvPr id="0" name=""/>
        <dsp:cNvSpPr/>
      </dsp:nvSpPr>
      <dsp:spPr>
        <a:xfrm>
          <a:off x="5195996" y="2788588"/>
          <a:ext cx="1374901" cy="8730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Attribute</a:t>
          </a:r>
        </a:p>
      </dsp:txBody>
      <dsp:txXfrm>
        <a:off x="5221567" y="2814159"/>
        <a:ext cx="1323759" cy="8219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A02AD0-6F32-4E5D-880D-090CE82C4AA6}">
      <dsp:nvSpPr>
        <dsp:cNvPr id="0" name=""/>
        <dsp:cNvSpPr/>
      </dsp:nvSpPr>
      <dsp:spPr>
        <a:xfrm>
          <a:off x="0" y="397470"/>
          <a:ext cx="6900512" cy="2343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499872" rIns="535556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400" kern="1200" dirty="0">
              <a:latin typeface="Tw Cen MT" panose="020B0602020104020603" pitchFamily="34" charset="0"/>
            </a:rPr>
            <a:t>Small number of objects and procedures</a:t>
          </a:r>
          <a:endParaRPr lang="en-US" sz="2400" kern="1200" dirty="0">
            <a:latin typeface="Tw Cen MT" panose="020B0602020104020603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400" kern="1200" dirty="0">
              <a:latin typeface="Tw Cen MT" panose="020B0602020104020603" pitchFamily="34" charset="0"/>
            </a:rPr>
            <a:t>Typical of relatively simple (not necessarily small) databases</a:t>
          </a:r>
          <a:endParaRPr lang="en-US" sz="2400" kern="1200" dirty="0">
            <a:latin typeface="Tw Cen MT" panose="020B0602020104020603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400" kern="1200">
              <a:latin typeface="Tw Cen MT" panose="020B0602020104020603" pitchFamily="34" charset="0"/>
            </a:rPr>
            <a:t>Single designer can design and manage</a:t>
          </a:r>
          <a:endParaRPr lang="en-US" sz="2400" kern="1200">
            <a:latin typeface="Tw Cen MT" panose="020B0602020104020603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400" kern="1200">
              <a:latin typeface="Tw Cen MT" panose="020B0602020104020603" pitchFamily="34" charset="0"/>
            </a:rPr>
            <a:t>NOT limited to small companies</a:t>
          </a:r>
          <a:endParaRPr lang="en-US" sz="2400" kern="1200">
            <a:latin typeface="Tw Cen MT" panose="020B0602020104020603" pitchFamily="34" charset="0"/>
          </a:endParaRPr>
        </a:p>
      </dsp:txBody>
      <dsp:txXfrm>
        <a:off x="0" y="397470"/>
        <a:ext cx="6900512" cy="2343600"/>
      </dsp:txXfrm>
    </dsp:sp>
    <dsp:sp modelId="{8AC34A29-F130-4E31-AA67-DD20E462D602}">
      <dsp:nvSpPr>
        <dsp:cNvPr id="0" name=""/>
        <dsp:cNvSpPr/>
      </dsp:nvSpPr>
      <dsp:spPr>
        <a:xfrm>
          <a:off x="345025" y="43230"/>
          <a:ext cx="4830358" cy="708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ZA" sz="2400" kern="1200">
              <a:latin typeface="Tw Cen MT" panose="020B0602020104020603" pitchFamily="34" charset="0"/>
            </a:rPr>
            <a:t>Centralised</a:t>
          </a:r>
          <a:endParaRPr lang="en-US" sz="2400" kern="1200">
            <a:latin typeface="Tw Cen MT" panose="020B0602020104020603" pitchFamily="34" charset="0"/>
          </a:endParaRPr>
        </a:p>
      </dsp:txBody>
      <dsp:txXfrm>
        <a:off x="379610" y="77815"/>
        <a:ext cx="4761188" cy="639310"/>
      </dsp:txXfrm>
    </dsp:sp>
    <dsp:sp modelId="{F14E32FD-C4E6-457D-B46C-5E806BAC87AA}">
      <dsp:nvSpPr>
        <dsp:cNvPr id="0" name=""/>
        <dsp:cNvSpPr/>
      </dsp:nvSpPr>
      <dsp:spPr>
        <a:xfrm>
          <a:off x="0" y="3224910"/>
          <a:ext cx="6900512" cy="22680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499872" rIns="535556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400" kern="1200">
              <a:latin typeface="Tw Cen MT" panose="020B0602020104020603" pitchFamily="34" charset="0"/>
            </a:rPr>
            <a:t>Considerable number of entities and complex relations, complex operations</a:t>
          </a:r>
          <a:endParaRPr lang="en-US" sz="2400" kern="1200">
            <a:latin typeface="Tw Cen MT" panose="020B0602020104020603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400" kern="1200">
              <a:latin typeface="Tw Cen MT" panose="020B0602020104020603" pitchFamily="34" charset="0"/>
            </a:rPr>
            <a:t>Often spread across several operational sites</a:t>
          </a:r>
          <a:endParaRPr lang="en-US" sz="2400" kern="1200">
            <a:latin typeface="Tw Cen MT" panose="020B0602020104020603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400" kern="1200">
              <a:latin typeface="Tw Cen MT" panose="020B0602020104020603" pitchFamily="34" charset="0"/>
            </a:rPr>
            <a:t>Requires design team, working with several modules</a:t>
          </a:r>
          <a:endParaRPr lang="en-US" sz="2400" kern="1200">
            <a:latin typeface="Tw Cen MT" panose="020B0602020104020603" pitchFamily="34" charset="0"/>
          </a:endParaRPr>
        </a:p>
      </dsp:txBody>
      <dsp:txXfrm>
        <a:off x="0" y="3224910"/>
        <a:ext cx="6900512" cy="2268000"/>
      </dsp:txXfrm>
    </dsp:sp>
    <dsp:sp modelId="{69DB4A1D-8ACA-401C-959A-74DBC85B57D2}">
      <dsp:nvSpPr>
        <dsp:cNvPr id="0" name=""/>
        <dsp:cNvSpPr/>
      </dsp:nvSpPr>
      <dsp:spPr>
        <a:xfrm>
          <a:off x="345025" y="2870670"/>
          <a:ext cx="4830358" cy="708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ZA" sz="2400" kern="1200">
              <a:latin typeface="Tw Cen MT" panose="020B0602020104020603" pitchFamily="34" charset="0"/>
            </a:rPr>
            <a:t>Decentralised</a:t>
          </a:r>
          <a:endParaRPr lang="en-US" sz="2400" kern="1200">
            <a:latin typeface="Tw Cen MT" panose="020B0602020104020603" pitchFamily="34" charset="0"/>
          </a:endParaRPr>
        </a:p>
      </dsp:txBody>
      <dsp:txXfrm>
        <a:off x="379610" y="2905255"/>
        <a:ext cx="4761188" cy="6393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E775BE-A430-4B45-954B-5B1A64D44271}">
      <dsp:nvSpPr>
        <dsp:cNvPr id="0" name=""/>
        <dsp:cNvSpPr/>
      </dsp:nvSpPr>
      <dsp:spPr>
        <a:xfrm rot="5400000">
          <a:off x="6553834" y="-2616764"/>
          <a:ext cx="1193547" cy="6729984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400" kern="1200" dirty="0">
              <a:latin typeface="Tw Cen MT" panose="020B0602020104020603" pitchFamily="34" charset="0"/>
            </a:rPr>
            <a:t>Know same object by different name (synonym)</a:t>
          </a:r>
          <a:endParaRPr lang="en-US" sz="2400" kern="1200" dirty="0">
            <a:latin typeface="Tw Cen MT" panose="020B0602020104020603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400" kern="1200">
              <a:latin typeface="Tw Cen MT" panose="020B0602020104020603" pitchFamily="34" charset="0"/>
            </a:rPr>
            <a:t>Same name for different objects (homonyms)</a:t>
          </a:r>
          <a:endParaRPr lang="en-US" sz="2400" kern="1200">
            <a:latin typeface="Tw Cen MT" panose="020B0602020104020603" pitchFamily="34" charset="0"/>
          </a:endParaRPr>
        </a:p>
      </dsp:txBody>
      <dsp:txXfrm rot="-5400000">
        <a:off x="3785616" y="209718"/>
        <a:ext cx="6671720" cy="1077019"/>
      </dsp:txXfrm>
    </dsp:sp>
    <dsp:sp modelId="{02D854E5-635D-4755-A89A-0AB0F32D1357}">
      <dsp:nvSpPr>
        <dsp:cNvPr id="0" name=""/>
        <dsp:cNvSpPr/>
      </dsp:nvSpPr>
      <dsp:spPr>
        <a:xfrm>
          <a:off x="0" y="2260"/>
          <a:ext cx="3785616" cy="1491934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900" kern="1200">
              <a:latin typeface="Tw Cen MT" panose="020B0602020104020603" pitchFamily="34" charset="0"/>
            </a:rPr>
            <a:t>Synonyms and homonyms</a:t>
          </a:r>
          <a:endParaRPr lang="en-US" sz="3900" kern="1200">
            <a:latin typeface="Tw Cen MT" panose="020B0602020104020603" pitchFamily="34" charset="0"/>
          </a:endParaRPr>
        </a:p>
      </dsp:txBody>
      <dsp:txXfrm>
        <a:off x="72830" y="75090"/>
        <a:ext cx="3639956" cy="1346274"/>
      </dsp:txXfrm>
    </dsp:sp>
    <dsp:sp modelId="{51824177-7861-4AFC-BA1A-F1FC9CC7B344}">
      <dsp:nvSpPr>
        <dsp:cNvPr id="0" name=""/>
        <dsp:cNvSpPr/>
      </dsp:nvSpPr>
      <dsp:spPr>
        <a:xfrm rot="5400000">
          <a:off x="6553834" y="-1050233"/>
          <a:ext cx="1193547" cy="6729984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400" kern="1200">
              <a:latin typeface="Tw Cen MT" panose="020B0602020104020603" pitchFamily="34" charset="0"/>
            </a:rPr>
            <a:t>Subtypes can be viewed as separate entities in different departments</a:t>
          </a:r>
          <a:endParaRPr lang="en-US" sz="2400" kern="1200">
            <a:latin typeface="Tw Cen MT" panose="020B0602020104020603" pitchFamily="34" charset="0"/>
          </a:endParaRPr>
        </a:p>
      </dsp:txBody>
      <dsp:txXfrm rot="-5400000">
        <a:off x="3785616" y="1776249"/>
        <a:ext cx="6671720" cy="1077019"/>
      </dsp:txXfrm>
    </dsp:sp>
    <dsp:sp modelId="{76365B2C-E3D4-4F29-9A61-2895505EA2D6}">
      <dsp:nvSpPr>
        <dsp:cNvPr id="0" name=""/>
        <dsp:cNvSpPr/>
      </dsp:nvSpPr>
      <dsp:spPr>
        <a:xfrm>
          <a:off x="0" y="1568791"/>
          <a:ext cx="3785616" cy="1491934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900" kern="1200">
              <a:latin typeface="Tw Cen MT" panose="020B0602020104020603" pitchFamily="34" charset="0"/>
            </a:rPr>
            <a:t>Entity and entity subtypes</a:t>
          </a:r>
          <a:endParaRPr lang="en-US" sz="3900" kern="1200">
            <a:latin typeface="Tw Cen MT" panose="020B0602020104020603" pitchFamily="34" charset="0"/>
          </a:endParaRPr>
        </a:p>
      </dsp:txBody>
      <dsp:txXfrm>
        <a:off x="72830" y="1641621"/>
        <a:ext cx="3639956" cy="1346274"/>
      </dsp:txXfrm>
    </dsp:sp>
    <dsp:sp modelId="{0FBE6D07-5BC5-442C-8658-6582DD0953C3}">
      <dsp:nvSpPr>
        <dsp:cNvPr id="0" name=""/>
        <dsp:cNvSpPr/>
      </dsp:nvSpPr>
      <dsp:spPr>
        <a:xfrm rot="5400000">
          <a:off x="6553834" y="516297"/>
          <a:ext cx="1193547" cy="6729984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400" kern="1200">
              <a:latin typeface="Tw Cen MT" panose="020B0602020104020603" pitchFamily="34" charset="0"/>
            </a:rPr>
            <a:t>Different data types</a:t>
          </a:r>
          <a:endParaRPr lang="en-US" sz="2400" kern="1200">
            <a:latin typeface="Tw Cen MT" panose="020B0602020104020603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400" kern="1200">
              <a:latin typeface="Tw Cen MT" panose="020B0602020104020603" pitchFamily="34" charset="0"/>
            </a:rPr>
            <a:t>Different domains</a:t>
          </a:r>
          <a:endParaRPr lang="en-US" sz="2400" kern="1200">
            <a:latin typeface="Tw Cen MT" panose="020B0602020104020603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400" kern="1200">
              <a:latin typeface="Tw Cen MT" panose="020B0602020104020603" pitchFamily="34" charset="0"/>
            </a:rPr>
            <a:t>Varying constraint definitions</a:t>
          </a:r>
          <a:endParaRPr lang="en-US" sz="2400" kern="1200">
            <a:latin typeface="Tw Cen MT" panose="020B0602020104020603" pitchFamily="34" charset="0"/>
          </a:endParaRPr>
        </a:p>
      </dsp:txBody>
      <dsp:txXfrm rot="-5400000">
        <a:off x="3785616" y="3342779"/>
        <a:ext cx="6671720" cy="1077019"/>
      </dsp:txXfrm>
    </dsp:sp>
    <dsp:sp modelId="{5824DD53-A15C-47E0-98F4-3155CF4CD56E}">
      <dsp:nvSpPr>
        <dsp:cNvPr id="0" name=""/>
        <dsp:cNvSpPr/>
      </dsp:nvSpPr>
      <dsp:spPr>
        <a:xfrm>
          <a:off x="0" y="3135322"/>
          <a:ext cx="3785616" cy="1491934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900" kern="1200">
              <a:latin typeface="Tw Cen MT" panose="020B0602020104020603" pitchFamily="34" charset="0"/>
            </a:rPr>
            <a:t>Conflicting object definitions</a:t>
          </a:r>
          <a:endParaRPr lang="en-US" sz="3900" kern="1200">
            <a:latin typeface="Tw Cen MT" panose="020B0602020104020603" pitchFamily="34" charset="0"/>
          </a:endParaRPr>
        </a:p>
      </dsp:txBody>
      <dsp:txXfrm>
        <a:off x="72830" y="3208152"/>
        <a:ext cx="3639956" cy="13462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873B9F-50A0-4622-8B27-9EA7B86E7C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217B71-78E5-4F1B-8D85-573B8AAD3E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A5925-1F73-40BA-85C9-D3AC61ACF64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5D993-102A-4921-A12E-E8E8D0285A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94975-3B91-4B9C-9498-7DA766AE14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10B77D-D561-4A25-8C29-51CAB365A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429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28DB0-09F6-4366-A211-0FA9A757C8BD}" type="datetimeFigureOut">
              <a:rPr lang="en-US" noProof="0" smtClean="0"/>
              <a:t>4/15/2026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CE8F5-1341-475C-BF40-2E24D91E8058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0649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945AC3A-7D9B-423E-A2BF-B883C9B2D241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"/>
          <a:stretch/>
        </p:blipFill>
        <p:spPr>
          <a:xfrm>
            <a:off x="7801452" y="1"/>
            <a:ext cx="4389120" cy="66751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7524B29-B525-4E47-862B-FD57B403D539}"/>
              </a:ext>
            </a:extLst>
          </p:cNvPr>
          <p:cNvSpPr/>
          <p:nvPr userDrawn="1"/>
        </p:nvSpPr>
        <p:spPr>
          <a:xfrm>
            <a:off x="7804351" y="1"/>
            <a:ext cx="4386221" cy="667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40927D5-AE1A-4ABD-BD8F-2F78723FF0D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1284" y="1"/>
            <a:ext cx="7815636" cy="667702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Insert or Drag and Drop your Image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4C333A-735B-44F8-99E4-E73D8172DE35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9AA83-848B-4DFD-A644-A5D9CEFF95E3}"/>
              </a:ext>
            </a:extLst>
          </p:cNvPr>
          <p:cNvSpPr/>
          <p:nvPr userDrawn="1"/>
        </p:nvSpPr>
        <p:spPr>
          <a:xfrm>
            <a:off x="7804351" y="6678000"/>
            <a:ext cx="4224295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Tw Cen MT" panose="020B0602020104020603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2880EF2-ACF9-4D66-99FF-99CB3F61BE99}"/>
              </a:ext>
            </a:extLst>
          </p:cNvPr>
          <p:cNvSpPr txBox="1">
            <a:spLocks/>
          </p:cNvSpPr>
          <p:nvPr userDrawn="1"/>
        </p:nvSpPr>
        <p:spPr>
          <a:xfrm>
            <a:off x="12030074" y="6678000"/>
            <a:ext cx="161925" cy="144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72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3392" y="1962149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4800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E8855-FE55-4351-B21B-FE33CB805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73391" y="3602038"/>
            <a:ext cx="3756943" cy="722312"/>
          </a:xfrm>
        </p:spPr>
        <p:txBody>
          <a:bodyPr/>
          <a:lstStyle>
            <a:lvl1pPr marL="0" indent="0" algn="l">
              <a:buNone/>
              <a:defRPr sz="1600" spc="-15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Graphic 11">
            <a:extLst>
              <a:ext uri="{FF2B5EF4-FFF2-40B4-BE49-F238E27FC236}">
                <a16:creationId xmlns:a16="http://schemas.microsoft.com/office/drawing/2014/main" id="{54BAE1D8-3DF8-48CA-92C4-2E2064E4A3C5}"/>
              </a:ext>
            </a:extLst>
          </p:cNvPr>
          <p:cNvSpPr/>
          <p:nvPr userDrawn="1"/>
        </p:nvSpPr>
        <p:spPr>
          <a:xfrm>
            <a:off x="8776606" y="3981146"/>
            <a:ext cx="3413965" cy="2695876"/>
          </a:xfrm>
          <a:custGeom>
            <a:avLst/>
            <a:gdLst>
              <a:gd name="connsiteX0" fmla="*/ 4121944 w 4124325"/>
              <a:gd name="connsiteY0" fmla="*/ 1555076 h 3257550"/>
              <a:gd name="connsiteX1" fmla="*/ 4118134 w 4124325"/>
              <a:gd name="connsiteY1" fmla="*/ 1533169 h 3257550"/>
              <a:gd name="connsiteX2" fmla="*/ 2782729 w 4124325"/>
              <a:gd name="connsiteY2" fmla="*/ 39649 h 3257550"/>
              <a:gd name="connsiteX3" fmla="*/ 2108359 w 4124325"/>
              <a:gd name="connsiteY3" fmla="*/ 2436139 h 3257550"/>
              <a:gd name="connsiteX4" fmla="*/ 1262539 w 4124325"/>
              <a:gd name="connsiteY4" fmla="*/ 1310284 h 3257550"/>
              <a:gd name="connsiteX5" fmla="*/ 717709 w 4124325"/>
              <a:gd name="connsiteY5" fmla="*/ 2358986 h 3257550"/>
              <a:gd name="connsiteX6" fmla="*/ 7144 w 4124325"/>
              <a:gd name="connsiteY6" fmla="*/ 3257194 h 3257550"/>
              <a:gd name="connsiteX7" fmla="*/ 4075271 w 4124325"/>
              <a:gd name="connsiteY7" fmla="*/ 3257194 h 3257550"/>
              <a:gd name="connsiteX8" fmla="*/ 4122896 w 4124325"/>
              <a:gd name="connsiteY8" fmla="*/ 3201949 h 3257550"/>
              <a:gd name="connsiteX9" fmla="*/ 4122896 w 4124325"/>
              <a:gd name="connsiteY9" fmla="*/ 1555076 h 3257550"/>
              <a:gd name="connsiteX0" fmla="*/ 4115752 w 4207192"/>
              <a:gd name="connsiteY0" fmla="*/ 3194805 h 3286245"/>
              <a:gd name="connsiteX1" fmla="*/ 4115752 w 4207192"/>
              <a:gd name="connsiteY1" fmla="*/ 1547932 h 3286245"/>
              <a:gd name="connsiteX2" fmla="*/ 4114800 w 4207192"/>
              <a:gd name="connsiteY2" fmla="*/ 1547932 h 3286245"/>
              <a:gd name="connsiteX3" fmla="*/ 4110990 w 4207192"/>
              <a:gd name="connsiteY3" fmla="*/ 1526025 h 3286245"/>
              <a:gd name="connsiteX4" fmla="*/ 2775585 w 4207192"/>
              <a:gd name="connsiteY4" fmla="*/ 32505 h 3286245"/>
              <a:gd name="connsiteX5" fmla="*/ 2101215 w 4207192"/>
              <a:gd name="connsiteY5" fmla="*/ 2428995 h 3286245"/>
              <a:gd name="connsiteX6" fmla="*/ 1255395 w 4207192"/>
              <a:gd name="connsiteY6" fmla="*/ 1303140 h 3286245"/>
              <a:gd name="connsiteX7" fmla="*/ 710565 w 4207192"/>
              <a:gd name="connsiteY7" fmla="*/ 2351842 h 3286245"/>
              <a:gd name="connsiteX8" fmla="*/ 0 w 4207192"/>
              <a:gd name="connsiteY8" fmla="*/ 3250050 h 3286245"/>
              <a:gd name="connsiteX9" fmla="*/ 4068127 w 4207192"/>
              <a:gd name="connsiteY9" fmla="*/ 3250050 h 3286245"/>
              <a:gd name="connsiteX10" fmla="*/ 4207192 w 4207192"/>
              <a:gd name="connsiteY10" fmla="*/ 3286245 h 3286245"/>
              <a:gd name="connsiteX0" fmla="*/ 4115752 w 4207192"/>
              <a:gd name="connsiteY0" fmla="*/ 3194805 h 3286245"/>
              <a:gd name="connsiteX1" fmla="*/ 4115752 w 4207192"/>
              <a:gd name="connsiteY1" fmla="*/ 1547932 h 3286245"/>
              <a:gd name="connsiteX2" fmla="*/ 4114800 w 4207192"/>
              <a:gd name="connsiteY2" fmla="*/ 1547932 h 3286245"/>
              <a:gd name="connsiteX3" fmla="*/ 4110990 w 4207192"/>
              <a:gd name="connsiteY3" fmla="*/ 1526025 h 3286245"/>
              <a:gd name="connsiteX4" fmla="*/ 2775585 w 4207192"/>
              <a:gd name="connsiteY4" fmla="*/ 32505 h 3286245"/>
              <a:gd name="connsiteX5" fmla="*/ 2101215 w 4207192"/>
              <a:gd name="connsiteY5" fmla="*/ 2428995 h 3286245"/>
              <a:gd name="connsiteX6" fmla="*/ 1255395 w 4207192"/>
              <a:gd name="connsiteY6" fmla="*/ 1303140 h 3286245"/>
              <a:gd name="connsiteX7" fmla="*/ 710565 w 4207192"/>
              <a:gd name="connsiteY7" fmla="*/ 2351842 h 3286245"/>
              <a:gd name="connsiteX8" fmla="*/ 0 w 4207192"/>
              <a:gd name="connsiteY8" fmla="*/ 3250050 h 3286245"/>
              <a:gd name="connsiteX9" fmla="*/ 4207192 w 4207192"/>
              <a:gd name="connsiteY9" fmla="*/ 3286245 h 3286245"/>
              <a:gd name="connsiteX0" fmla="*/ 4115752 w 4115752"/>
              <a:gd name="connsiteY0" fmla="*/ 3194805 h 3250050"/>
              <a:gd name="connsiteX1" fmla="*/ 4115752 w 4115752"/>
              <a:gd name="connsiteY1" fmla="*/ 1547932 h 3250050"/>
              <a:gd name="connsiteX2" fmla="*/ 4114800 w 4115752"/>
              <a:gd name="connsiteY2" fmla="*/ 1547932 h 3250050"/>
              <a:gd name="connsiteX3" fmla="*/ 4110990 w 4115752"/>
              <a:gd name="connsiteY3" fmla="*/ 1526025 h 3250050"/>
              <a:gd name="connsiteX4" fmla="*/ 2775585 w 4115752"/>
              <a:gd name="connsiteY4" fmla="*/ 32505 h 3250050"/>
              <a:gd name="connsiteX5" fmla="*/ 2101215 w 4115752"/>
              <a:gd name="connsiteY5" fmla="*/ 2428995 h 3250050"/>
              <a:gd name="connsiteX6" fmla="*/ 1255395 w 4115752"/>
              <a:gd name="connsiteY6" fmla="*/ 1303140 h 3250050"/>
              <a:gd name="connsiteX7" fmla="*/ 710565 w 4115752"/>
              <a:gd name="connsiteY7" fmla="*/ 2351842 h 3250050"/>
              <a:gd name="connsiteX8" fmla="*/ 0 w 4115752"/>
              <a:gd name="connsiteY8" fmla="*/ 3250050 h 3250050"/>
              <a:gd name="connsiteX0" fmla="*/ 4115752 w 4115752"/>
              <a:gd name="connsiteY0" fmla="*/ 1547932 h 3250050"/>
              <a:gd name="connsiteX1" fmla="*/ 4114800 w 4115752"/>
              <a:gd name="connsiteY1" fmla="*/ 1547932 h 3250050"/>
              <a:gd name="connsiteX2" fmla="*/ 4110990 w 4115752"/>
              <a:gd name="connsiteY2" fmla="*/ 1526025 h 3250050"/>
              <a:gd name="connsiteX3" fmla="*/ 2775585 w 4115752"/>
              <a:gd name="connsiteY3" fmla="*/ 32505 h 3250050"/>
              <a:gd name="connsiteX4" fmla="*/ 2101215 w 4115752"/>
              <a:gd name="connsiteY4" fmla="*/ 2428995 h 3250050"/>
              <a:gd name="connsiteX5" fmla="*/ 1255395 w 4115752"/>
              <a:gd name="connsiteY5" fmla="*/ 1303140 h 3250050"/>
              <a:gd name="connsiteX6" fmla="*/ 710565 w 4115752"/>
              <a:gd name="connsiteY6" fmla="*/ 2351842 h 3250050"/>
              <a:gd name="connsiteX7" fmla="*/ 0 w 4115752"/>
              <a:gd name="connsiteY7" fmla="*/ 3250050 h 325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15752" h="3250050">
                <a:moveTo>
                  <a:pt x="4115752" y="1547932"/>
                </a:moveTo>
                <a:lnTo>
                  <a:pt x="4114800" y="1547932"/>
                </a:lnTo>
                <a:cubicBezTo>
                  <a:pt x="4114800" y="1540312"/>
                  <a:pt x="4113847" y="1532692"/>
                  <a:pt x="4110990" y="1526025"/>
                </a:cubicBezTo>
                <a:cubicBezTo>
                  <a:pt x="4060507" y="1391722"/>
                  <a:pt x="3224212" y="-249435"/>
                  <a:pt x="2775585" y="32505"/>
                </a:cubicBezTo>
                <a:cubicBezTo>
                  <a:pt x="2375535" y="283965"/>
                  <a:pt x="2629852" y="2428995"/>
                  <a:pt x="2101215" y="2428995"/>
                </a:cubicBezTo>
                <a:cubicBezTo>
                  <a:pt x="1784985" y="2428995"/>
                  <a:pt x="1670685" y="1303140"/>
                  <a:pt x="1255395" y="1303140"/>
                </a:cubicBezTo>
                <a:cubicBezTo>
                  <a:pt x="1037272" y="1303140"/>
                  <a:pt x="710565" y="1554600"/>
                  <a:pt x="710565" y="2351842"/>
                </a:cubicBezTo>
                <a:cubicBezTo>
                  <a:pt x="710565" y="3149085"/>
                  <a:pt x="0" y="3250050"/>
                  <a:pt x="0" y="3250050"/>
                </a:cubicBez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4E860F-437F-442E-898C-244A0DD5D765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26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FB83C35-D975-48B4-8E79-AB7A1A80DF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99832" cy="66751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7E187E-6082-49C3-B795-CC4321FE39F8}"/>
              </a:ext>
            </a:extLst>
          </p:cNvPr>
          <p:cNvSpPr/>
          <p:nvPr userDrawn="1"/>
        </p:nvSpPr>
        <p:spPr>
          <a:xfrm>
            <a:off x="6671" y="0"/>
            <a:ext cx="7802524" cy="667764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8FBFF6A8-5ABD-4191-81E4-C9F86380A56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01097" y="1"/>
            <a:ext cx="4389475" cy="667764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27D1E-1708-4D17-AB85-058EE0C3477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60000" y="6483329"/>
            <a:ext cx="2378438" cy="187367"/>
          </a:xfrm>
          <a:prstGeom prst="rect">
            <a:avLst/>
          </a:prstGeom>
          <a:gradFill>
            <a:gsLst>
              <a:gs pos="82000">
                <a:schemeClr val="tx1">
                  <a:lumMod val="85000"/>
                  <a:lumOff val="15000"/>
                </a:schemeClr>
              </a:gs>
              <a:gs pos="100000">
                <a:schemeClr val="tx1"/>
              </a:gs>
            </a:gsLst>
          </a:gra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Chapter 10 &amp; 11 - Database Design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529A18-E6EB-4081-B804-B2FCF5287DF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A78464-8D00-4B94-90C7-90F1B54C8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834" y="2481141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4800" spc="-15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CDBDF0B-F377-47FD-9DA1-C3BDA7C1D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3833" y="4220102"/>
            <a:ext cx="3756943" cy="722312"/>
          </a:xfrm>
        </p:spPr>
        <p:txBody>
          <a:bodyPr/>
          <a:lstStyle>
            <a:lvl1pPr marL="0" indent="0" algn="l">
              <a:buNone/>
              <a:defRPr sz="1600" spc="-15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F50292C9-54F6-4F7B-A885-34CE1E3B0351}"/>
              </a:ext>
            </a:extLst>
          </p:cNvPr>
          <p:cNvSpPr/>
          <p:nvPr/>
        </p:nvSpPr>
        <p:spPr>
          <a:xfrm flipH="1">
            <a:off x="-1428" y="4123811"/>
            <a:ext cx="6027420" cy="2599249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034564 w 6505575"/>
              <a:gd name="connsiteY11" fmla="*/ 69886 h 2609850"/>
              <a:gd name="connsiteX12" fmla="*/ 6507004 w 6505575"/>
              <a:gd name="connsiteY12" fmla="*/ 1395766 h 2609850"/>
              <a:gd name="connsiteX13" fmla="*/ 6507004 w 6505575"/>
              <a:gd name="connsiteY13" fmla="*/ 2605441 h 2609850"/>
              <a:gd name="connsiteX14" fmla="*/ 7144 w 6505575"/>
              <a:gd name="connsiteY14" fmla="*/ 2605441 h 2609850"/>
              <a:gd name="connsiteX0" fmla="*/ 6499860 w 6591300"/>
              <a:gd name="connsiteY0" fmla="*/ 1388622 h 2599249"/>
              <a:gd name="connsiteX1" fmla="*/ 6499860 w 6591300"/>
              <a:gd name="connsiteY1" fmla="*/ 2598297 h 2599249"/>
              <a:gd name="connsiteX2" fmla="*/ 0 w 6591300"/>
              <a:gd name="connsiteY2" fmla="*/ 2598297 h 2599249"/>
              <a:gd name="connsiteX3" fmla="*/ 0 w 6591300"/>
              <a:gd name="connsiteY3" fmla="*/ 2599249 h 2599249"/>
              <a:gd name="connsiteX4" fmla="*/ 874395 w 6591300"/>
              <a:gd name="connsiteY4" fmla="*/ 2055372 h 2599249"/>
              <a:gd name="connsiteX5" fmla="*/ 1470660 w 6591300"/>
              <a:gd name="connsiteY5" fmla="*/ 2049657 h 2599249"/>
              <a:gd name="connsiteX6" fmla="*/ 1562100 w 6591300"/>
              <a:gd name="connsiteY6" fmla="*/ 2104902 h 2599249"/>
              <a:gd name="connsiteX7" fmla="*/ 2532697 w 6591300"/>
              <a:gd name="connsiteY7" fmla="*/ 2077279 h 2599249"/>
              <a:gd name="connsiteX8" fmla="*/ 3231832 w 6591300"/>
              <a:gd name="connsiteY8" fmla="*/ 1603887 h 2599249"/>
              <a:gd name="connsiteX9" fmla="*/ 3635692 w 6591300"/>
              <a:gd name="connsiteY9" fmla="*/ 1582932 h 2599249"/>
              <a:gd name="connsiteX10" fmla="*/ 3956685 w 6591300"/>
              <a:gd name="connsiteY10" fmla="*/ 1755334 h 2599249"/>
              <a:gd name="connsiteX11" fmla="*/ 4855845 w 6591300"/>
              <a:gd name="connsiteY11" fmla="*/ 1448629 h 2599249"/>
              <a:gd name="connsiteX12" fmla="*/ 5099685 w 6591300"/>
              <a:gd name="connsiteY12" fmla="*/ 727587 h 2599249"/>
              <a:gd name="connsiteX13" fmla="*/ 6027420 w 6591300"/>
              <a:gd name="connsiteY13" fmla="*/ 62742 h 2599249"/>
              <a:gd name="connsiteX14" fmla="*/ 6027420 w 6591300"/>
              <a:gd name="connsiteY14" fmla="*/ 62742 h 2599249"/>
              <a:gd name="connsiteX15" fmla="*/ 6591300 w 6591300"/>
              <a:gd name="connsiteY15" fmla="*/ 1480062 h 2599249"/>
              <a:gd name="connsiteX0" fmla="*/ 6499860 w 6591300"/>
              <a:gd name="connsiteY0" fmla="*/ 2598297 h 2599249"/>
              <a:gd name="connsiteX1" fmla="*/ 0 w 6591300"/>
              <a:gd name="connsiteY1" fmla="*/ 2598297 h 2599249"/>
              <a:gd name="connsiteX2" fmla="*/ 0 w 6591300"/>
              <a:gd name="connsiteY2" fmla="*/ 2599249 h 2599249"/>
              <a:gd name="connsiteX3" fmla="*/ 874395 w 6591300"/>
              <a:gd name="connsiteY3" fmla="*/ 2055372 h 2599249"/>
              <a:gd name="connsiteX4" fmla="*/ 1470660 w 6591300"/>
              <a:gd name="connsiteY4" fmla="*/ 2049657 h 2599249"/>
              <a:gd name="connsiteX5" fmla="*/ 1562100 w 6591300"/>
              <a:gd name="connsiteY5" fmla="*/ 2104902 h 2599249"/>
              <a:gd name="connsiteX6" fmla="*/ 2532697 w 6591300"/>
              <a:gd name="connsiteY6" fmla="*/ 2077279 h 2599249"/>
              <a:gd name="connsiteX7" fmla="*/ 3231832 w 6591300"/>
              <a:gd name="connsiteY7" fmla="*/ 1603887 h 2599249"/>
              <a:gd name="connsiteX8" fmla="*/ 3635692 w 6591300"/>
              <a:gd name="connsiteY8" fmla="*/ 1582932 h 2599249"/>
              <a:gd name="connsiteX9" fmla="*/ 3956685 w 6591300"/>
              <a:gd name="connsiteY9" fmla="*/ 1755334 h 2599249"/>
              <a:gd name="connsiteX10" fmla="*/ 4855845 w 6591300"/>
              <a:gd name="connsiteY10" fmla="*/ 1448629 h 2599249"/>
              <a:gd name="connsiteX11" fmla="*/ 5099685 w 6591300"/>
              <a:gd name="connsiteY11" fmla="*/ 727587 h 2599249"/>
              <a:gd name="connsiteX12" fmla="*/ 6027420 w 6591300"/>
              <a:gd name="connsiteY12" fmla="*/ 62742 h 2599249"/>
              <a:gd name="connsiteX13" fmla="*/ 6027420 w 6591300"/>
              <a:gd name="connsiteY13" fmla="*/ 62742 h 2599249"/>
              <a:gd name="connsiteX14" fmla="*/ 6591300 w 6591300"/>
              <a:gd name="connsiteY14" fmla="*/ 1480062 h 2599249"/>
              <a:gd name="connsiteX0" fmla="*/ 0 w 6591300"/>
              <a:gd name="connsiteY0" fmla="*/ 2598297 h 2599249"/>
              <a:gd name="connsiteX1" fmla="*/ 0 w 6591300"/>
              <a:gd name="connsiteY1" fmla="*/ 2599249 h 2599249"/>
              <a:gd name="connsiteX2" fmla="*/ 874395 w 6591300"/>
              <a:gd name="connsiteY2" fmla="*/ 2055372 h 2599249"/>
              <a:gd name="connsiteX3" fmla="*/ 1470660 w 6591300"/>
              <a:gd name="connsiteY3" fmla="*/ 2049657 h 2599249"/>
              <a:gd name="connsiteX4" fmla="*/ 1562100 w 6591300"/>
              <a:gd name="connsiteY4" fmla="*/ 2104902 h 2599249"/>
              <a:gd name="connsiteX5" fmla="*/ 2532697 w 6591300"/>
              <a:gd name="connsiteY5" fmla="*/ 2077279 h 2599249"/>
              <a:gd name="connsiteX6" fmla="*/ 3231832 w 6591300"/>
              <a:gd name="connsiteY6" fmla="*/ 1603887 h 2599249"/>
              <a:gd name="connsiteX7" fmla="*/ 3635692 w 6591300"/>
              <a:gd name="connsiteY7" fmla="*/ 1582932 h 2599249"/>
              <a:gd name="connsiteX8" fmla="*/ 3956685 w 6591300"/>
              <a:gd name="connsiteY8" fmla="*/ 1755334 h 2599249"/>
              <a:gd name="connsiteX9" fmla="*/ 4855845 w 6591300"/>
              <a:gd name="connsiteY9" fmla="*/ 1448629 h 2599249"/>
              <a:gd name="connsiteX10" fmla="*/ 5099685 w 6591300"/>
              <a:gd name="connsiteY10" fmla="*/ 727587 h 2599249"/>
              <a:gd name="connsiteX11" fmla="*/ 6027420 w 6591300"/>
              <a:gd name="connsiteY11" fmla="*/ 62742 h 2599249"/>
              <a:gd name="connsiteX12" fmla="*/ 6027420 w 6591300"/>
              <a:gd name="connsiteY12" fmla="*/ 62742 h 2599249"/>
              <a:gd name="connsiteX13" fmla="*/ 6591300 w 6591300"/>
              <a:gd name="connsiteY13" fmla="*/ 1480062 h 2599249"/>
              <a:gd name="connsiteX0" fmla="*/ 0 w 6027420"/>
              <a:gd name="connsiteY0" fmla="*/ 2598297 h 2599249"/>
              <a:gd name="connsiteX1" fmla="*/ 0 w 6027420"/>
              <a:gd name="connsiteY1" fmla="*/ 2599249 h 2599249"/>
              <a:gd name="connsiteX2" fmla="*/ 874395 w 6027420"/>
              <a:gd name="connsiteY2" fmla="*/ 2055372 h 2599249"/>
              <a:gd name="connsiteX3" fmla="*/ 1470660 w 6027420"/>
              <a:gd name="connsiteY3" fmla="*/ 2049657 h 2599249"/>
              <a:gd name="connsiteX4" fmla="*/ 1562100 w 6027420"/>
              <a:gd name="connsiteY4" fmla="*/ 2104902 h 2599249"/>
              <a:gd name="connsiteX5" fmla="*/ 2532697 w 6027420"/>
              <a:gd name="connsiteY5" fmla="*/ 2077279 h 2599249"/>
              <a:gd name="connsiteX6" fmla="*/ 3231832 w 6027420"/>
              <a:gd name="connsiteY6" fmla="*/ 1603887 h 2599249"/>
              <a:gd name="connsiteX7" fmla="*/ 3635692 w 6027420"/>
              <a:gd name="connsiteY7" fmla="*/ 1582932 h 2599249"/>
              <a:gd name="connsiteX8" fmla="*/ 3956685 w 6027420"/>
              <a:gd name="connsiteY8" fmla="*/ 1755334 h 2599249"/>
              <a:gd name="connsiteX9" fmla="*/ 4855845 w 6027420"/>
              <a:gd name="connsiteY9" fmla="*/ 1448629 h 2599249"/>
              <a:gd name="connsiteX10" fmla="*/ 5099685 w 6027420"/>
              <a:gd name="connsiteY10" fmla="*/ 727587 h 2599249"/>
              <a:gd name="connsiteX11" fmla="*/ 6027420 w 6027420"/>
              <a:gd name="connsiteY11" fmla="*/ 62742 h 2599249"/>
              <a:gd name="connsiteX12" fmla="*/ 6027420 w 6027420"/>
              <a:gd name="connsiteY12" fmla="*/ 62742 h 259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27420" h="2599249">
                <a:moveTo>
                  <a:pt x="0" y="2598297"/>
                </a:moveTo>
                <a:lnTo>
                  <a:pt x="0" y="2599249"/>
                </a:lnTo>
                <a:lnTo>
                  <a:pt x="874395" y="2055372"/>
                </a:lnTo>
                <a:cubicBezTo>
                  <a:pt x="1056322" y="1942024"/>
                  <a:pt x="1286827" y="1940119"/>
                  <a:pt x="1470660" y="2049657"/>
                </a:cubicBezTo>
                <a:lnTo>
                  <a:pt x="1562100" y="2104902"/>
                </a:lnTo>
                <a:cubicBezTo>
                  <a:pt x="1863090" y="2284924"/>
                  <a:pt x="2241232" y="2273494"/>
                  <a:pt x="2532697" y="2077279"/>
                </a:cubicBezTo>
                <a:lnTo>
                  <a:pt x="3231832" y="1603887"/>
                </a:lnTo>
                <a:cubicBezTo>
                  <a:pt x="3351847" y="1521972"/>
                  <a:pt x="3508057" y="1514352"/>
                  <a:pt x="3635692" y="1582932"/>
                </a:cubicBezTo>
                <a:lnTo>
                  <a:pt x="3956685" y="1755334"/>
                </a:lnTo>
                <a:cubicBezTo>
                  <a:pt x="4288155" y="1933452"/>
                  <a:pt x="4701540" y="1792482"/>
                  <a:pt x="4855845" y="1448629"/>
                </a:cubicBezTo>
                <a:lnTo>
                  <a:pt x="5099685" y="727587"/>
                </a:lnTo>
                <a:cubicBezTo>
                  <a:pt x="5228273" y="156087"/>
                  <a:pt x="5863590" y="-137283"/>
                  <a:pt x="6027420" y="62742"/>
                </a:cubicBezTo>
                <a:lnTo>
                  <a:pt x="6027420" y="62742"/>
                </a:ln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20236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69933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6992937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6992936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04150" y="1"/>
            <a:ext cx="4387850" cy="667948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63EBA-2C46-40FB-9D48-819ED0C899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60000" y="6539216"/>
            <a:ext cx="2719102" cy="104083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Chapter 10 &amp; 11 - Database Design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30BC-20AB-4DD9-AF5C-47BA72E569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42857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5A87C21-15CD-48D8-B583-89B110156879}"/>
              </a:ext>
            </a:extLst>
          </p:cNvPr>
          <p:cNvSpPr/>
          <p:nvPr userDrawn="1"/>
        </p:nvSpPr>
        <p:spPr>
          <a:xfrm>
            <a:off x="7804351" y="0"/>
            <a:ext cx="4386221" cy="6677022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69933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6992937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6992936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7752" y="4320000"/>
            <a:ext cx="1800000" cy="1800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63EBA-2C46-40FB-9D48-819ED0C899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60000" y="6483329"/>
            <a:ext cx="2378438" cy="18736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Chapter 10 &amp; 11 - Database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30BC-20AB-4DD9-AF5C-47BA72E569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5092E684-C621-4F92-A05A-A167EEF4627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057037" y="4320000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6958D132-F2A9-41E1-BDD8-067D52CE5F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7752" y="2395565"/>
            <a:ext cx="1800000" cy="1800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88FD4DB-5089-4686-B4F7-A26163146C9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057037" y="2395565"/>
            <a:ext cx="1800000" cy="180000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324023AF-AB97-4B60-86FA-5DC8DA1B5C4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27752" y="471129"/>
            <a:ext cx="1800000" cy="1800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8210F231-568A-4348-B33F-9EBB4A5CF9E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0057037" y="471129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</p:spTree>
    <p:extLst>
      <p:ext uri="{BB962C8B-B14F-4D97-AF65-F5344CB8AC3E}">
        <p14:creationId xmlns:p14="http://schemas.microsoft.com/office/powerpoint/2010/main" val="2445114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980000"/>
            <a:ext cx="5580000" cy="414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Left Header">
            <a:extLst>
              <a:ext uri="{FF2B5EF4-FFF2-40B4-BE49-F238E27FC236}">
                <a16:creationId xmlns:a16="http://schemas.microsoft.com/office/drawing/2014/main" id="{2241B0A0-0033-49FF-89B8-142165C8E9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620000"/>
            <a:ext cx="5580000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noProof="0"/>
              <a:t>Compare A</a:t>
            </a:r>
          </a:p>
        </p:txBody>
      </p:sp>
      <p:sp>
        <p:nvSpPr>
          <p:cNvPr id="4" name="Right Col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980000"/>
            <a:ext cx="5580000" cy="414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Right Header">
            <a:extLst>
              <a:ext uri="{FF2B5EF4-FFF2-40B4-BE49-F238E27FC236}">
                <a16:creationId xmlns:a16="http://schemas.microsoft.com/office/drawing/2014/main" id="{069A9930-1B94-49BC-B4A6-B597F155D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3200" y="1620000"/>
            <a:ext cx="5580000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noProof="0"/>
              <a:t>Compare B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AC535-CCE6-472A-BA3D-DDE92DFF0ED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60000" y="6483329"/>
            <a:ext cx="2378438" cy="18736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Chapter 10 &amp; 11 - Database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2F890-EB29-4A5B-A499-BB0FC04447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88888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667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9A41AC-399F-4B25-A28A-F7679843C3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0" name="Caption">
            <a:extLst>
              <a:ext uri="{FF2B5EF4-FFF2-40B4-BE49-F238E27FC236}">
                <a16:creationId xmlns:a16="http://schemas.microsoft.com/office/drawing/2014/main" id="{E1C65CF6-B529-468F-B46C-1D1C2E71A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01275" y="6156000"/>
            <a:ext cx="3793125" cy="396000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845FB-DCB7-4844-B346-98986ADF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8807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FB784EBA-F0C5-4F6F-9426-185FBA239203}"/>
              </a:ext>
            </a:extLst>
          </p:cNvPr>
          <p:cNvSpPr>
            <a:spLocks noGrp="1"/>
          </p:cNvSpPr>
          <p:nvPr>
            <p:ph type="media" sz="quarter" idx="15" hasCustomPrompt="1"/>
          </p:nvPr>
        </p:nvSpPr>
        <p:spPr>
          <a:xfrm>
            <a:off x="0" y="0"/>
            <a:ext cx="12192000" cy="6678000"/>
          </a:xfrm>
          <a:pattFill prst="dkUpDiag">
            <a:fgClr>
              <a:schemeClr val="bg1">
                <a:lumMod val="8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Your Video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172090C5-61AC-430F-AA33-8EF3902C46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01275" y="6156000"/>
            <a:ext cx="3793125" cy="396000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7EBDA-221D-4CBD-8DBF-E03A370015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2508FC-366E-44DA-80A8-28048E1E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1580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111E4563-E2FC-4D6F-B759-AB4FB77D27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7799832" cy="667512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2FE8913-A018-418C-99FB-2DF342B9B5A0}"/>
              </a:ext>
            </a:extLst>
          </p:cNvPr>
          <p:cNvSpPr/>
          <p:nvPr userDrawn="1"/>
        </p:nvSpPr>
        <p:spPr>
          <a:xfrm>
            <a:off x="0" y="0"/>
            <a:ext cx="7802524" cy="667764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AF7702AD-1968-4CE6-BC7C-02C0637069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01097" y="1"/>
            <a:ext cx="4389475" cy="667764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Insert or Drag and Drop your Image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A78464-8D00-4B94-90C7-90F1B54C8A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4862" y="3032684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6600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F50292C9-54F6-4F7B-A885-34CE1E3B0351}"/>
              </a:ext>
            </a:extLst>
          </p:cNvPr>
          <p:cNvSpPr/>
          <p:nvPr userDrawn="1"/>
        </p:nvSpPr>
        <p:spPr>
          <a:xfrm>
            <a:off x="1774391" y="4123811"/>
            <a:ext cx="6027420" cy="2599249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034564 w 6505575"/>
              <a:gd name="connsiteY11" fmla="*/ 69886 h 2609850"/>
              <a:gd name="connsiteX12" fmla="*/ 6507004 w 6505575"/>
              <a:gd name="connsiteY12" fmla="*/ 1395766 h 2609850"/>
              <a:gd name="connsiteX13" fmla="*/ 6507004 w 6505575"/>
              <a:gd name="connsiteY13" fmla="*/ 2605441 h 2609850"/>
              <a:gd name="connsiteX14" fmla="*/ 7144 w 6505575"/>
              <a:gd name="connsiteY14" fmla="*/ 2605441 h 2609850"/>
              <a:gd name="connsiteX0" fmla="*/ 6499860 w 6591300"/>
              <a:gd name="connsiteY0" fmla="*/ 1388622 h 2599249"/>
              <a:gd name="connsiteX1" fmla="*/ 6499860 w 6591300"/>
              <a:gd name="connsiteY1" fmla="*/ 2598297 h 2599249"/>
              <a:gd name="connsiteX2" fmla="*/ 0 w 6591300"/>
              <a:gd name="connsiteY2" fmla="*/ 2598297 h 2599249"/>
              <a:gd name="connsiteX3" fmla="*/ 0 w 6591300"/>
              <a:gd name="connsiteY3" fmla="*/ 2599249 h 2599249"/>
              <a:gd name="connsiteX4" fmla="*/ 874395 w 6591300"/>
              <a:gd name="connsiteY4" fmla="*/ 2055372 h 2599249"/>
              <a:gd name="connsiteX5" fmla="*/ 1470660 w 6591300"/>
              <a:gd name="connsiteY5" fmla="*/ 2049657 h 2599249"/>
              <a:gd name="connsiteX6" fmla="*/ 1562100 w 6591300"/>
              <a:gd name="connsiteY6" fmla="*/ 2104902 h 2599249"/>
              <a:gd name="connsiteX7" fmla="*/ 2532697 w 6591300"/>
              <a:gd name="connsiteY7" fmla="*/ 2077279 h 2599249"/>
              <a:gd name="connsiteX8" fmla="*/ 3231832 w 6591300"/>
              <a:gd name="connsiteY8" fmla="*/ 1603887 h 2599249"/>
              <a:gd name="connsiteX9" fmla="*/ 3635692 w 6591300"/>
              <a:gd name="connsiteY9" fmla="*/ 1582932 h 2599249"/>
              <a:gd name="connsiteX10" fmla="*/ 3956685 w 6591300"/>
              <a:gd name="connsiteY10" fmla="*/ 1755334 h 2599249"/>
              <a:gd name="connsiteX11" fmla="*/ 4855845 w 6591300"/>
              <a:gd name="connsiteY11" fmla="*/ 1448629 h 2599249"/>
              <a:gd name="connsiteX12" fmla="*/ 5099685 w 6591300"/>
              <a:gd name="connsiteY12" fmla="*/ 727587 h 2599249"/>
              <a:gd name="connsiteX13" fmla="*/ 6027420 w 6591300"/>
              <a:gd name="connsiteY13" fmla="*/ 62742 h 2599249"/>
              <a:gd name="connsiteX14" fmla="*/ 6027420 w 6591300"/>
              <a:gd name="connsiteY14" fmla="*/ 62742 h 2599249"/>
              <a:gd name="connsiteX15" fmla="*/ 6591300 w 6591300"/>
              <a:gd name="connsiteY15" fmla="*/ 1480062 h 2599249"/>
              <a:gd name="connsiteX0" fmla="*/ 6499860 w 6591300"/>
              <a:gd name="connsiteY0" fmla="*/ 2598297 h 2599249"/>
              <a:gd name="connsiteX1" fmla="*/ 0 w 6591300"/>
              <a:gd name="connsiteY1" fmla="*/ 2598297 h 2599249"/>
              <a:gd name="connsiteX2" fmla="*/ 0 w 6591300"/>
              <a:gd name="connsiteY2" fmla="*/ 2599249 h 2599249"/>
              <a:gd name="connsiteX3" fmla="*/ 874395 w 6591300"/>
              <a:gd name="connsiteY3" fmla="*/ 2055372 h 2599249"/>
              <a:gd name="connsiteX4" fmla="*/ 1470660 w 6591300"/>
              <a:gd name="connsiteY4" fmla="*/ 2049657 h 2599249"/>
              <a:gd name="connsiteX5" fmla="*/ 1562100 w 6591300"/>
              <a:gd name="connsiteY5" fmla="*/ 2104902 h 2599249"/>
              <a:gd name="connsiteX6" fmla="*/ 2532697 w 6591300"/>
              <a:gd name="connsiteY6" fmla="*/ 2077279 h 2599249"/>
              <a:gd name="connsiteX7" fmla="*/ 3231832 w 6591300"/>
              <a:gd name="connsiteY7" fmla="*/ 1603887 h 2599249"/>
              <a:gd name="connsiteX8" fmla="*/ 3635692 w 6591300"/>
              <a:gd name="connsiteY8" fmla="*/ 1582932 h 2599249"/>
              <a:gd name="connsiteX9" fmla="*/ 3956685 w 6591300"/>
              <a:gd name="connsiteY9" fmla="*/ 1755334 h 2599249"/>
              <a:gd name="connsiteX10" fmla="*/ 4855845 w 6591300"/>
              <a:gd name="connsiteY10" fmla="*/ 1448629 h 2599249"/>
              <a:gd name="connsiteX11" fmla="*/ 5099685 w 6591300"/>
              <a:gd name="connsiteY11" fmla="*/ 727587 h 2599249"/>
              <a:gd name="connsiteX12" fmla="*/ 6027420 w 6591300"/>
              <a:gd name="connsiteY12" fmla="*/ 62742 h 2599249"/>
              <a:gd name="connsiteX13" fmla="*/ 6027420 w 6591300"/>
              <a:gd name="connsiteY13" fmla="*/ 62742 h 2599249"/>
              <a:gd name="connsiteX14" fmla="*/ 6591300 w 6591300"/>
              <a:gd name="connsiteY14" fmla="*/ 1480062 h 2599249"/>
              <a:gd name="connsiteX0" fmla="*/ 0 w 6591300"/>
              <a:gd name="connsiteY0" fmla="*/ 2598297 h 2599249"/>
              <a:gd name="connsiteX1" fmla="*/ 0 w 6591300"/>
              <a:gd name="connsiteY1" fmla="*/ 2599249 h 2599249"/>
              <a:gd name="connsiteX2" fmla="*/ 874395 w 6591300"/>
              <a:gd name="connsiteY2" fmla="*/ 2055372 h 2599249"/>
              <a:gd name="connsiteX3" fmla="*/ 1470660 w 6591300"/>
              <a:gd name="connsiteY3" fmla="*/ 2049657 h 2599249"/>
              <a:gd name="connsiteX4" fmla="*/ 1562100 w 6591300"/>
              <a:gd name="connsiteY4" fmla="*/ 2104902 h 2599249"/>
              <a:gd name="connsiteX5" fmla="*/ 2532697 w 6591300"/>
              <a:gd name="connsiteY5" fmla="*/ 2077279 h 2599249"/>
              <a:gd name="connsiteX6" fmla="*/ 3231832 w 6591300"/>
              <a:gd name="connsiteY6" fmla="*/ 1603887 h 2599249"/>
              <a:gd name="connsiteX7" fmla="*/ 3635692 w 6591300"/>
              <a:gd name="connsiteY7" fmla="*/ 1582932 h 2599249"/>
              <a:gd name="connsiteX8" fmla="*/ 3956685 w 6591300"/>
              <a:gd name="connsiteY8" fmla="*/ 1755334 h 2599249"/>
              <a:gd name="connsiteX9" fmla="*/ 4855845 w 6591300"/>
              <a:gd name="connsiteY9" fmla="*/ 1448629 h 2599249"/>
              <a:gd name="connsiteX10" fmla="*/ 5099685 w 6591300"/>
              <a:gd name="connsiteY10" fmla="*/ 727587 h 2599249"/>
              <a:gd name="connsiteX11" fmla="*/ 6027420 w 6591300"/>
              <a:gd name="connsiteY11" fmla="*/ 62742 h 2599249"/>
              <a:gd name="connsiteX12" fmla="*/ 6027420 w 6591300"/>
              <a:gd name="connsiteY12" fmla="*/ 62742 h 2599249"/>
              <a:gd name="connsiteX13" fmla="*/ 6591300 w 6591300"/>
              <a:gd name="connsiteY13" fmla="*/ 1480062 h 2599249"/>
              <a:gd name="connsiteX0" fmla="*/ 0 w 6027420"/>
              <a:gd name="connsiteY0" fmla="*/ 2598297 h 2599249"/>
              <a:gd name="connsiteX1" fmla="*/ 0 w 6027420"/>
              <a:gd name="connsiteY1" fmla="*/ 2599249 h 2599249"/>
              <a:gd name="connsiteX2" fmla="*/ 874395 w 6027420"/>
              <a:gd name="connsiteY2" fmla="*/ 2055372 h 2599249"/>
              <a:gd name="connsiteX3" fmla="*/ 1470660 w 6027420"/>
              <a:gd name="connsiteY3" fmla="*/ 2049657 h 2599249"/>
              <a:gd name="connsiteX4" fmla="*/ 1562100 w 6027420"/>
              <a:gd name="connsiteY4" fmla="*/ 2104902 h 2599249"/>
              <a:gd name="connsiteX5" fmla="*/ 2532697 w 6027420"/>
              <a:gd name="connsiteY5" fmla="*/ 2077279 h 2599249"/>
              <a:gd name="connsiteX6" fmla="*/ 3231832 w 6027420"/>
              <a:gd name="connsiteY6" fmla="*/ 1603887 h 2599249"/>
              <a:gd name="connsiteX7" fmla="*/ 3635692 w 6027420"/>
              <a:gd name="connsiteY7" fmla="*/ 1582932 h 2599249"/>
              <a:gd name="connsiteX8" fmla="*/ 3956685 w 6027420"/>
              <a:gd name="connsiteY8" fmla="*/ 1755334 h 2599249"/>
              <a:gd name="connsiteX9" fmla="*/ 4855845 w 6027420"/>
              <a:gd name="connsiteY9" fmla="*/ 1448629 h 2599249"/>
              <a:gd name="connsiteX10" fmla="*/ 5099685 w 6027420"/>
              <a:gd name="connsiteY10" fmla="*/ 727587 h 2599249"/>
              <a:gd name="connsiteX11" fmla="*/ 6027420 w 6027420"/>
              <a:gd name="connsiteY11" fmla="*/ 62742 h 2599249"/>
              <a:gd name="connsiteX12" fmla="*/ 6027420 w 6027420"/>
              <a:gd name="connsiteY12" fmla="*/ 62742 h 259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27420" h="2599249">
                <a:moveTo>
                  <a:pt x="0" y="2598297"/>
                </a:moveTo>
                <a:lnTo>
                  <a:pt x="0" y="2599249"/>
                </a:lnTo>
                <a:lnTo>
                  <a:pt x="874395" y="2055372"/>
                </a:lnTo>
                <a:cubicBezTo>
                  <a:pt x="1056322" y="1942024"/>
                  <a:pt x="1286827" y="1940119"/>
                  <a:pt x="1470660" y="2049657"/>
                </a:cubicBezTo>
                <a:lnTo>
                  <a:pt x="1562100" y="2104902"/>
                </a:lnTo>
                <a:cubicBezTo>
                  <a:pt x="1863090" y="2284924"/>
                  <a:pt x="2241232" y="2273494"/>
                  <a:pt x="2532697" y="2077279"/>
                </a:cubicBezTo>
                <a:lnTo>
                  <a:pt x="3231832" y="1603887"/>
                </a:lnTo>
                <a:cubicBezTo>
                  <a:pt x="3351847" y="1521972"/>
                  <a:pt x="3508057" y="1514352"/>
                  <a:pt x="3635692" y="1582932"/>
                </a:cubicBezTo>
                <a:lnTo>
                  <a:pt x="3956685" y="1755334"/>
                </a:lnTo>
                <a:cubicBezTo>
                  <a:pt x="4288155" y="1933452"/>
                  <a:pt x="4701540" y="1792482"/>
                  <a:pt x="4855845" y="1448629"/>
                </a:cubicBezTo>
                <a:lnTo>
                  <a:pt x="5099685" y="727587"/>
                </a:lnTo>
                <a:cubicBezTo>
                  <a:pt x="5228273" y="156087"/>
                  <a:pt x="5863590" y="-137283"/>
                  <a:pt x="6027420" y="62742"/>
                </a:cubicBezTo>
                <a:lnTo>
                  <a:pt x="6027420" y="62742"/>
                </a:ln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5" name="Name">
            <a:extLst>
              <a:ext uri="{FF2B5EF4-FFF2-40B4-BE49-F238E27FC236}">
                <a16:creationId xmlns:a16="http://schemas.microsoft.com/office/drawing/2014/main" id="{B8C48821-0D90-416C-873E-50587E8A0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4861" y="4741677"/>
            <a:ext cx="3756943" cy="252000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  <a:endParaRPr lang="en-US" dirty="0"/>
          </a:p>
        </p:txBody>
      </p:sp>
      <p:sp>
        <p:nvSpPr>
          <p:cNvPr id="16" name="Email">
            <a:extLst>
              <a:ext uri="{FF2B5EF4-FFF2-40B4-BE49-F238E27FC236}">
                <a16:creationId xmlns:a16="http://schemas.microsoft.com/office/drawing/2014/main" id="{42450180-8D19-405E-97F0-2A309B58D0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8990" y="5147137"/>
            <a:ext cx="3462814" cy="25200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Email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37F23B-0C4D-4D27-BF83-0B10D1CFFDCD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9551A1-FBAD-4CC8-AA99-F9F4D4281782}"/>
              </a:ext>
            </a:extLst>
          </p:cNvPr>
          <p:cNvSpPr/>
          <p:nvPr userDrawn="1"/>
        </p:nvSpPr>
        <p:spPr>
          <a:xfrm>
            <a:off x="7804351" y="6678000"/>
            <a:ext cx="4224296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Tw Cen MT" panose="020B0602020104020603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F695C6B-DBEE-447E-B106-7351E00BD0AF}"/>
              </a:ext>
            </a:extLst>
          </p:cNvPr>
          <p:cNvSpPr txBox="1">
            <a:spLocks/>
          </p:cNvSpPr>
          <p:nvPr userDrawn="1"/>
        </p:nvSpPr>
        <p:spPr>
          <a:xfrm>
            <a:off x="12030074" y="6678000"/>
            <a:ext cx="161925" cy="144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72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A38929-6316-4332-83F8-9E95386C7C42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472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21DB-2DD6-4869-9104-BE40FBBC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1CC9B96F-1A0A-4B16-BDF7-48B289CD53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A7081-42C5-4F4E-8A26-E7788CCF4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20000"/>
            <a:ext cx="114732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8FCAA-94B1-47BD-AD46-123D3404BBB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60000" y="6483329"/>
            <a:ext cx="2709771" cy="19467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Chapter 10 &amp; 11 - Database Design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11CEA-C130-40E5-A858-8D4FE6E586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08772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55800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Right Col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620000"/>
            <a:ext cx="55800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F9123-1F0C-4BD2-8233-FEE5B2A4661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60000" y="6483329"/>
            <a:ext cx="2378438" cy="18736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Chapter 10 &amp; 11 - Database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E8981-59A6-4480-80A6-5619C220178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11923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DDF3-2E7E-4175-ACE9-B214DCE4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5302A3D4-CF60-41AF-924C-B30D3FD997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0E8FCF-8FC7-49D2-9516-7662294E35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60000" y="6483329"/>
            <a:ext cx="2378438" cy="18736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Chapter 10 &amp; 11 - Database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208B4-CFD5-4FAE-9519-74EFAC0B036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2122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AED074E-AB07-44D1-8B4E-189EAEF798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0000" y="6483329"/>
            <a:ext cx="2378438" cy="18736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Chapter 10 &amp; 11 - Database Design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01D44B-9877-40D1-B788-EE3BFD57C5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46637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58BDAF4-6652-4ED3-9CCB-A28214DC5C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52407" y="626189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10 &amp; 11 - Database Design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96823-A505-4E63-8532-FD90C1BF7A9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62152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19314" y="6678000"/>
            <a:ext cx="2775086" cy="144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Chapter 10 &amp; 11 - Database Design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85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4643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945AC3A-7D9B-423E-A2BF-B883C9B2D241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"/>
          <a:stretch/>
        </p:blipFill>
        <p:spPr>
          <a:xfrm>
            <a:off x="7801452" y="1"/>
            <a:ext cx="4389120" cy="66751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7524B29-B525-4E47-862B-FD57B403D539}"/>
              </a:ext>
            </a:extLst>
          </p:cNvPr>
          <p:cNvSpPr/>
          <p:nvPr userDrawn="1"/>
        </p:nvSpPr>
        <p:spPr>
          <a:xfrm>
            <a:off x="7804351" y="1"/>
            <a:ext cx="4386221" cy="667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40927D5-AE1A-4ABD-BD8F-2F78723FF0D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1284" y="1"/>
            <a:ext cx="7815636" cy="667702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Insert or Drag and Drop your Image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4C333A-735B-44F8-99E4-E73D8172DE35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9AA83-848B-4DFD-A644-A5D9CEFF95E3}"/>
              </a:ext>
            </a:extLst>
          </p:cNvPr>
          <p:cNvSpPr/>
          <p:nvPr userDrawn="1"/>
        </p:nvSpPr>
        <p:spPr>
          <a:xfrm>
            <a:off x="7804351" y="6678000"/>
            <a:ext cx="4224295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Tw Cen MT" panose="020B0602020104020603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2880EF2-ACF9-4D66-99FF-99CB3F61BE99}"/>
              </a:ext>
            </a:extLst>
          </p:cNvPr>
          <p:cNvSpPr txBox="1">
            <a:spLocks/>
          </p:cNvSpPr>
          <p:nvPr userDrawn="1"/>
        </p:nvSpPr>
        <p:spPr>
          <a:xfrm>
            <a:off x="12030074" y="6678000"/>
            <a:ext cx="161925" cy="144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72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3392" y="1962149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4800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E8855-FE55-4351-B21B-FE33CB805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73391" y="3602038"/>
            <a:ext cx="3756943" cy="722312"/>
          </a:xfrm>
        </p:spPr>
        <p:txBody>
          <a:bodyPr/>
          <a:lstStyle>
            <a:lvl1pPr marL="0" indent="0" algn="l">
              <a:buNone/>
              <a:defRPr sz="1600" spc="-15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Graphic 11">
            <a:extLst>
              <a:ext uri="{FF2B5EF4-FFF2-40B4-BE49-F238E27FC236}">
                <a16:creationId xmlns:a16="http://schemas.microsoft.com/office/drawing/2014/main" id="{54BAE1D8-3DF8-48CA-92C4-2E2064E4A3C5}"/>
              </a:ext>
            </a:extLst>
          </p:cNvPr>
          <p:cNvSpPr/>
          <p:nvPr userDrawn="1"/>
        </p:nvSpPr>
        <p:spPr>
          <a:xfrm>
            <a:off x="8776606" y="3981146"/>
            <a:ext cx="3413965" cy="2695876"/>
          </a:xfrm>
          <a:custGeom>
            <a:avLst/>
            <a:gdLst>
              <a:gd name="connsiteX0" fmla="*/ 4121944 w 4124325"/>
              <a:gd name="connsiteY0" fmla="*/ 1555076 h 3257550"/>
              <a:gd name="connsiteX1" fmla="*/ 4118134 w 4124325"/>
              <a:gd name="connsiteY1" fmla="*/ 1533169 h 3257550"/>
              <a:gd name="connsiteX2" fmla="*/ 2782729 w 4124325"/>
              <a:gd name="connsiteY2" fmla="*/ 39649 h 3257550"/>
              <a:gd name="connsiteX3" fmla="*/ 2108359 w 4124325"/>
              <a:gd name="connsiteY3" fmla="*/ 2436139 h 3257550"/>
              <a:gd name="connsiteX4" fmla="*/ 1262539 w 4124325"/>
              <a:gd name="connsiteY4" fmla="*/ 1310284 h 3257550"/>
              <a:gd name="connsiteX5" fmla="*/ 717709 w 4124325"/>
              <a:gd name="connsiteY5" fmla="*/ 2358986 h 3257550"/>
              <a:gd name="connsiteX6" fmla="*/ 7144 w 4124325"/>
              <a:gd name="connsiteY6" fmla="*/ 3257194 h 3257550"/>
              <a:gd name="connsiteX7" fmla="*/ 4075271 w 4124325"/>
              <a:gd name="connsiteY7" fmla="*/ 3257194 h 3257550"/>
              <a:gd name="connsiteX8" fmla="*/ 4122896 w 4124325"/>
              <a:gd name="connsiteY8" fmla="*/ 3201949 h 3257550"/>
              <a:gd name="connsiteX9" fmla="*/ 4122896 w 4124325"/>
              <a:gd name="connsiteY9" fmla="*/ 1555076 h 3257550"/>
              <a:gd name="connsiteX0" fmla="*/ 4115752 w 4207192"/>
              <a:gd name="connsiteY0" fmla="*/ 3194805 h 3286245"/>
              <a:gd name="connsiteX1" fmla="*/ 4115752 w 4207192"/>
              <a:gd name="connsiteY1" fmla="*/ 1547932 h 3286245"/>
              <a:gd name="connsiteX2" fmla="*/ 4114800 w 4207192"/>
              <a:gd name="connsiteY2" fmla="*/ 1547932 h 3286245"/>
              <a:gd name="connsiteX3" fmla="*/ 4110990 w 4207192"/>
              <a:gd name="connsiteY3" fmla="*/ 1526025 h 3286245"/>
              <a:gd name="connsiteX4" fmla="*/ 2775585 w 4207192"/>
              <a:gd name="connsiteY4" fmla="*/ 32505 h 3286245"/>
              <a:gd name="connsiteX5" fmla="*/ 2101215 w 4207192"/>
              <a:gd name="connsiteY5" fmla="*/ 2428995 h 3286245"/>
              <a:gd name="connsiteX6" fmla="*/ 1255395 w 4207192"/>
              <a:gd name="connsiteY6" fmla="*/ 1303140 h 3286245"/>
              <a:gd name="connsiteX7" fmla="*/ 710565 w 4207192"/>
              <a:gd name="connsiteY7" fmla="*/ 2351842 h 3286245"/>
              <a:gd name="connsiteX8" fmla="*/ 0 w 4207192"/>
              <a:gd name="connsiteY8" fmla="*/ 3250050 h 3286245"/>
              <a:gd name="connsiteX9" fmla="*/ 4068127 w 4207192"/>
              <a:gd name="connsiteY9" fmla="*/ 3250050 h 3286245"/>
              <a:gd name="connsiteX10" fmla="*/ 4207192 w 4207192"/>
              <a:gd name="connsiteY10" fmla="*/ 3286245 h 3286245"/>
              <a:gd name="connsiteX0" fmla="*/ 4115752 w 4207192"/>
              <a:gd name="connsiteY0" fmla="*/ 3194805 h 3286245"/>
              <a:gd name="connsiteX1" fmla="*/ 4115752 w 4207192"/>
              <a:gd name="connsiteY1" fmla="*/ 1547932 h 3286245"/>
              <a:gd name="connsiteX2" fmla="*/ 4114800 w 4207192"/>
              <a:gd name="connsiteY2" fmla="*/ 1547932 h 3286245"/>
              <a:gd name="connsiteX3" fmla="*/ 4110990 w 4207192"/>
              <a:gd name="connsiteY3" fmla="*/ 1526025 h 3286245"/>
              <a:gd name="connsiteX4" fmla="*/ 2775585 w 4207192"/>
              <a:gd name="connsiteY4" fmla="*/ 32505 h 3286245"/>
              <a:gd name="connsiteX5" fmla="*/ 2101215 w 4207192"/>
              <a:gd name="connsiteY5" fmla="*/ 2428995 h 3286245"/>
              <a:gd name="connsiteX6" fmla="*/ 1255395 w 4207192"/>
              <a:gd name="connsiteY6" fmla="*/ 1303140 h 3286245"/>
              <a:gd name="connsiteX7" fmla="*/ 710565 w 4207192"/>
              <a:gd name="connsiteY7" fmla="*/ 2351842 h 3286245"/>
              <a:gd name="connsiteX8" fmla="*/ 0 w 4207192"/>
              <a:gd name="connsiteY8" fmla="*/ 3250050 h 3286245"/>
              <a:gd name="connsiteX9" fmla="*/ 4207192 w 4207192"/>
              <a:gd name="connsiteY9" fmla="*/ 3286245 h 3286245"/>
              <a:gd name="connsiteX0" fmla="*/ 4115752 w 4115752"/>
              <a:gd name="connsiteY0" fmla="*/ 3194805 h 3250050"/>
              <a:gd name="connsiteX1" fmla="*/ 4115752 w 4115752"/>
              <a:gd name="connsiteY1" fmla="*/ 1547932 h 3250050"/>
              <a:gd name="connsiteX2" fmla="*/ 4114800 w 4115752"/>
              <a:gd name="connsiteY2" fmla="*/ 1547932 h 3250050"/>
              <a:gd name="connsiteX3" fmla="*/ 4110990 w 4115752"/>
              <a:gd name="connsiteY3" fmla="*/ 1526025 h 3250050"/>
              <a:gd name="connsiteX4" fmla="*/ 2775585 w 4115752"/>
              <a:gd name="connsiteY4" fmla="*/ 32505 h 3250050"/>
              <a:gd name="connsiteX5" fmla="*/ 2101215 w 4115752"/>
              <a:gd name="connsiteY5" fmla="*/ 2428995 h 3250050"/>
              <a:gd name="connsiteX6" fmla="*/ 1255395 w 4115752"/>
              <a:gd name="connsiteY6" fmla="*/ 1303140 h 3250050"/>
              <a:gd name="connsiteX7" fmla="*/ 710565 w 4115752"/>
              <a:gd name="connsiteY7" fmla="*/ 2351842 h 3250050"/>
              <a:gd name="connsiteX8" fmla="*/ 0 w 4115752"/>
              <a:gd name="connsiteY8" fmla="*/ 3250050 h 3250050"/>
              <a:gd name="connsiteX0" fmla="*/ 4115752 w 4115752"/>
              <a:gd name="connsiteY0" fmla="*/ 1547932 h 3250050"/>
              <a:gd name="connsiteX1" fmla="*/ 4114800 w 4115752"/>
              <a:gd name="connsiteY1" fmla="*/ 1547932 h 3250050"/>
              <a:gd name="connsiteX2" fmla="*/ 4110990 w 4115752"/>
              <a:gd name="connsiteY2" fmla="*/ 1526025 h 3250050"/>
              <a:gd name="connsiteX3" fmla="*/ 2775585 w 4115752"/>
              <a:gd name="connsiteY3" fmla="*/ 32505 h 3250050"/>
              <a:gd name="connsiteX4" fmla="*/ 2101215 w 4115752"/>
              <a:gd name="connsiteY4" fmla="*/ 2428995 h 3250050"/>
              <a:gd name="connsiteX5" fmla="*/ 1255395 w 4115752"/>
              <a:gd name="connsiteY5" fmla="*/ 1303140 h 3250050"/>
              <a:gd name="connsiteX6" fmla="*/ 710565 w 4115752"/>
              <a:gd name="connsiteY6" fmla="*/ 2351842 h 3250050"/>
              <a:gd name="connsiteX7" fmla="*/ 0 w 4115752"/>
              <a:gd name="connsiteY7" fmla="*/ 3250050 h 325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15752" h="3250050">
                <a:moveTo>
                  <a:pt x="4115752" y="1547932"/>
                </a:moveTo>
                <a:lnTo>
                  <a:pt x="4114800" y="1547932"/>
                </a:lnTo>
                <a:cubicBezTo>
                  <a:pt x="4114800" y="1540312"/>
                  <a:pt x="4113847" y="1532692"/>
                  <a:pt x="4110990" y="1526025"/>
                </a:cubicBezTo>
                <a:cubicBezTo>
                  <a:pt x="4060507" y="1391722"/>
                  <a:pt x="3224212" y="-249435"/>
                  <a:pt x="2775585" y="32505"/>
                </a:cubicBezTo>
                <a:cubicBezTo>
                  <a:pt x="2375535" y="283965"/>
                  <a:pt x="2629852" y="2428995"/>
                  <a:pt x="2101215" y="2428995"/>
                </a:cubicBezTo>
                <a:cubicBezTo>
                  <a:pt x="1784985" y="2428995"/>
                  <a:pt x="1670685" y="1303140"/>
                  <a:pt x="1255395" y="1303140"/>
                </a:cubicBezTo>
                <a:cubicBezTo>
                  <a:pt x="1037272" y="1303140"/>
                  <a:pt x="710565" y="1554600"/>
                  <a:pt x="710565" y="2351842"/>
                </a:cubicBezTo>
                <a:cubicBezTo>
                  <a:pt x="710565" y="3149085"/>
                  <a:pt x="0" y="3250050"/>
                  <a:pt x="0" y="3250050"/>
                </a:cubicBez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4E860F-437F-442E-898C-244A0DD5D765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0338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FB83C35-D975-48B4-8E79-AB7A1A80DF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99832" cy="66751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7E187E-6082-49C3-B795-CC4321FE39F8}"/>
              </a:ext>
            </a:extLst>
          </p:cNvPr>
          <p:cNvSpPr/>
          <p:nvPr userDrawn="1"/>
        </p:nvSpPr>
        <p:spPr>
          <a:xfrm>
            <a:off x="6671" y="0"/>
            <a:ext cx="7802524" cy="667764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8FBFF6A8-5ABD-4191-81E4-C9F86380A56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01097" y="1"/>
            <a:ext cx="4389475" cy="667764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27D1E-1708-4D17-AB85-058EE0C3477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gradFill>
            <a:gsLst>
              <a:gs pos="82000">
                <a:schemeClr val="tx1">
                  <a:lumMod val="85000"/>
                  <a:lumOff val="15000"/>
                </a:schemeClr>
              </a:gs>
              <a:gs pos="100000">
                <a:schemeClr val="tx1"/>
              </a:gs>
            </a:gsLst>
          </a:gra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Chapter 10 &amp; 11 - Database Design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529A18-E6EB-4081-B804-B2FCF5287DF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A78464-8D00-4B94-90C7-90F1B54C8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834" y="2481141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4800" spc="-15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CDBDF0B-F377-47FD-9DA1-C3BDA7C1D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3833" y="4220102"/>
            <a:ext cx="3756943" cy="722312"/>
          </a:xfrm>
        </p:spPr>
        <p:txBody>
          <a:bodyPr/>
          <a:lstStyle>
            <a:lvl1pPr marL="0" indent="0" algn="l">
              <a:buNone/>
              <a:defRPr sz="1600" spc="-15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F50292C9-54F6-4F7B-A885-34CE1E3B0351}"/>
              </a:ext>
            </a:extLst>
          </p:cNvPr>
          <p:cNvSpPr/>
          <p:nvPr/>
        </p:nvSpPr>
        <p:spPr>
          <a:xfrm flipH="1">
            <a:off x="-1428" y="4123811"/>
            <a:ext cx="6027420" cy="2599249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034564 w 6505575"/>
              <a:gd name="connsiteY11" fmla="*/ 69886 h 2609850"/>
              <a:gd name="connsiteX12" fmla="*/ 6507004 w 6505575"/>
              <a:gd name="connsiteY12" fmla="*/ 1395766 h 2609850"/>
              <a:gd name="connsiteX13" fmla="*/ 6507004 w 6505575"/>
              <a:gd name="connsiteY13" fmla="*/ 2605441 h 2609850"/>
              <a:gd name="connsiteX14" fmla="*/ 7144 w 6505575"/>
              <a:gd name="connsiteY14" fmla="*/ 2605441 h 2609850"/>
              <a:gd name="connsiteX0" fmla="*/ 6499860 w 6591300"/>
              <a:gd name="connsiteY0" fmla="*/ 1388622 h 2599249"/>
              <a:gd name="connsiteX1" fmla="*/ 6499860 w 6591300"/>
              <a:gd name="connsiteY1" fmla="*/ 2598297 h 2599249"/>
              <a:gd name="connsiteX2" fmla="*/ 0 w 6591300"/>
              <a:gd name="connsiteY2" fmla="*/ 2598297 h 2599249"/>
              <a:gd name="connsiteX3" fmla="*/ 0 w 6591300"/>
              <a:gd name="connsiteY3" fmla="*/ 2599249 h 2599249"/>
              <a:gd name="connsiteX4" fmla="*/ 874395 w 6591300"/>
              <a:gd name="connsiteY4" fmla="*/ 2055372 h 2599249"/>
              <a:gd name="connsiteX5" fmla="*/ 1470660 w 6591300"/>
              <a:gd name="connsiteY5" fmla="*/ 2049657 h 2599249"/>
              <a:gd name="connsiteX6" fmla="*/ 1562100 w 6591300"/>
              <a:gd name="connsiteY6" fmla="*/ 2104902 h 2599249"/>
              <a:gd name="connsiteX7" fmla="*/ 2532697 w 6591300"/>
              <a:gd name="connsiteY7" fmla="*/ 2077279 h 2599249"/>
              <a:gd name="connsiteX8" fmla="*/ 3231832 w 6591300"/>
              <a:gd name="connsiteY8" fmla="*/ 1603887 h 2599249"/>
              <a:gd name="connsiteX9" fmla="*/ 3635692 w 6591300"/>
              <a:gd name="connsiteY9" fmla="*/ 1582932 h 2599249"/>
              <a:gd name="connsiteX10" fmla="*/ 3956685 w 6591300"/>
              <a:gd name="connsiteY10" fmla="*/ 1755334 h 2599249"/>
              <a:gd name="connsiteX11" fmla="*/ 4855845 w 6591300"/>
              <a:gd name="connsiteY11" fmla="*/ 1448629 h 2599249"/>
              <a:gd name="connsiteX12" fmla="*/ 5099685 w 6591300"/>
              <a:gd name="connsiteY12" fmla="*/ 727587 h 2599249"/>
              <a:gd name="connsiteX13" fmla="*/ 6027420 w 6591300"/>
              <a:gd name="connsiteY13" fmla="*/ 62742 h 2599249"/>
              <a:gd name="connsiteX14" fmla="*/ 6027420 w 6591300"/>
              <a:gd name="connsiteY14" fmla="*/ 62742 h 2599249"/>
              <a:gd name="connsiteX15" fmla="*/ 6591300 w 6591300"/>
              <a:gd name="connsiteY15" fmla="*/ 1480062 h 2599249"/>
              <a:gd name="connsiteX0" fmla="*/ 6499860 w 6591300"/>
              <a:gd name="connsiteY0" fmla="*/ 2598297 h 2599249"/>
              <a:gd name="connsiteX1" fmla="*/ 0 w 6591300"/>
              <a:gd name="connsiteY1" fmla="*/ 2598297 h 2599249"/>
              <a:gd name="connsiteX2" fmla="*/ 0 w 6591300"/>
              <a:gd name="connsiteY2" fmla="*/ 2599249 h 2599249"/>
              <a:gd name="connsiteX3" fmla="*/ 874395 w 6591300"/>
              <a:gd name="connsiteY3" fmla="*/ 2055372 h 2599249"/>
              <a:gd name="connsiteX4" fmla="*/ 1470660 w 6591300"/>
              <a:gd name="connsiteY4" fmla="*/ 2049657 h 2599249"/>
              <a:gd name="connsiteX5" fmla="*/ 1562100 w 6591300"/>
              <a:gd name="connsiteY5" fmla="*/ 2104902 h 2599249"/>
              <a:gd name="connsiteX6" fmla="*/ 2532697 w 6591300"/>
              <a:gd name="connsiteY6" fmla="*/ 2077279 h 2599249"/>
              <a:gd name="connsiteX7" fmla="*/ 3231832 w 6591300"/>
              <a:gd name="connsiteY7" fmla="*/ 1603887 h 2599249"/>
              <a:gd name="connsiteX8" fmla="*/ 3635692 w 6591300"/>
              <a:gd name="connsiteY8" fmla="*/ 1582932 h 2599249"/>
              <a:gd name="connsiteX9" fmla="*/ 3956685 w 6591300"/>
              <a:gd name="connsiteY9" fmla="*/ 1755334 h 2599249"/>
              <a:gd name="connsiteX10" fmla="*/ 4855845 w 6591300"/>
              <a:gd name="connsiteY10" fmla="*/ 1448629 h 2599249"/>
              <a:gd name="connsiteX11" fmla="*/ 5099685 w 6591300"/>
              <a:gd name="connsiteY11" fmla="*/ 727587 h 2599249"/>
              <a:gd name="connsiteX12" fmla="*/ 6027420 w 6591300"/>
              <a:gd name="connsiteY12" fmla="*/ 62742 h 2599249"/>
              <a:gd name="connsiteX13" fmla="*/ 6027420 w 6591300"/>
              <a:gd name="connsiteY13" fmla="*/ 62742 h 2599249"/>
              <a:gd name="connsiteX14" fmla="*/ 6591300 w 6591300"/>
              <a:gd name="connsiteY14" fmla="*/ 1480062 h 2599249"/>
              <a:gd name="connsiteX0" fmla="*/ 0 w 6591300"/>
              <a:gd name="connsiteY0" fmla="*/ 2598297 h 2599249"/>
              <a:gd name="connsiteX1" fmla="*/ 0 w 6591300"/>
              <a:gd name="connsiteY1" fmla="*/ 2599249 h 2599249"/>
              <a:gd name="connsiteX2" fmla="*/ 874395 w 6591300"/>
              <a:gd name="connsiteY2" fmla="*/ 2055372 h 2599249"/>
              <a:gd name="connsiteX3" fmla="*/ 1470660 w 6591300"/>
              <a:gd name="connsiteY3" fmla="*/ 2049657 h 2599249"/>
              <a:gd name="connsiteX4" fmla="*/ 1562100 w 6591300"/>
              <a:gd name="connsiteY4" fmla="*/ 2104902 h 2599249"/>
              <a:gd name="connsiteX5" fmla="*/ 2532697 w 6591300"/>
              <a:gd name="connsiteY5" fmla="*/ 2077279 h 2599249"/>
              <a:gd name="connsiteX6" fmla="*/ 3231832 w 6591300"/>
              <a:gd name="connsiteY6" fmla="*/ 1603887 h 2599249"/>
              <a:gd name="connsiteX7" fmla="*/ 3635692 w 6591300"/>
              <a:gd name="connsiteY7" fmla="*/ 1582932 h 2599249"/>
              <a:gd name="connsiteX8" fmla="*/ 3956685 w 6591300"/>
              <a:gd name="connsiteY8" fmla="*/ 1755334 h 2599249"/>
              <a:gd name="connsiteX9" fmla="*/ 4855845 w 6591300"/>
              <a:gd name="connsiteY9" fmla="*/ 1448629 h 2599249"/>
              <a:gd name="connsiteX10" fmla="*/ 5099685 w 6591300"/>
              <a:gd name="connsiteY10" fmla="*/ 727587 h 2599249"/>
              <a:gd name="connsiteX11" fmla="*/ 6027420 w 6591300"/>
              <a:gd name="connsiteY11" fmla="*/ 62742 h 2599249"/>
              <a:gd name="connsiteX12" fmla="*/ 6027420 w 6591300"/>
              <a:gd name="connsiteY12" fmla="*/ 62742 h 2599249"/>
              <a:gd name="connsiteX13" fmla="*/ 6591300 w 6591300"/>
              <a:gd name="connsiteY13" fmla="*/ 1480062 h 2599249"/>
              <a:gd name="connsiteX0" fmla="*/ 0 w 6027420"/>
              <a:gd name="connsiteY0" fmla="*/ 2598297 h 2599249"/>
              <a:gd name="connsiteX1" fmla="*/ 0 w 6027420"/>
              <a:gd name="connsiteY1" fmla="*/ 2599249 h 2599249"/>
              <a:gd name="connsiteX2" fmla="*/ 874395 w 6027420"/>
              <a:gd name="connsiteY2" fmla="*/ 2055372 h 2599249"/>
              <a:gd name="connsiteX3" fmla="*/ 1470660 w 6027420"/>
              <a:gd name="connsiteY3" fmla="*/ 2049657 h 2599249"/>
              <a:gd name="connsiteX4" fmla="*/ 1562100 w 6027420"/>
              <a:gd name="connsiteY4" fmla="*/ 2104902 h 2599249"/>
              <a:gd name="connsiteX5" fmla="*/ 2532697 w 6027420"/>
              <a:gd name="connsiteY5" fmla="*/ 2077279 h 2599249"/>
              <a:gd name="connsiteX6" fmla="*/ 3231832 w 6027420"/>
              <a:gd name="connsiteY6" fmla="*/ 1603887 h 2599249"/>
              <a:gd name="connsiteX7" fmla="*/ 3635692 w 6027420"/>
              <a:gd name="connsiteY7" fmla="*/ 1582932 h 2599249"/>
              <a:gd name="connsiteX8" fmla="*/ 3956685 w 6027420"/>
              <a:gd name="connsiteY8" fmla="*/ 1755334 h 2599249"/>
              <a:gd name="connsiteX9" fmla="*/ 4855845 w 6027420"/>
              <a:gd name="connsiteY9" fmla="*/ 1448629 h 2599249"/>
              <a:gd name="connsiteX10" fmla="*/ 5099685 w 6027420"/>
              <a:gd name="connsiteY10" fmla="*/ 727587 h 2599249"/>
              <a:gd name="connsiteX11" fmla="*/ 6027420 w 6027420"/>
              <a:gd name="connsiteY11" fmla="*/ 62742 h 2599249"/>
              <a:gd name="connsiteX12" fmla="*/ 6027420 w 6027420"/>
              <a:gd name="connsiteY12" fmla="*/ 62742 h 259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27420" h="2599249">
                <a:moveTo>
                  <a:pt x="0" y="2598297"/>
                </a:moveTo>
                <a:lnTo>
                  <a:pt x="0" y="2599249"/>
                </a:lnTo>
                <a:lnTo>
                  <a:pt x="874395" y="2055372"/>
                </a:lnTo>
                <a:cubicBezTo>
                  <a:pt x="1056322" y="1942024"/>
                  <a:pt x="1286827" y="1940119"/>
                  <a:pt x="1470660" y="2049657"/>
                </a:cubicBezTo>
                <a:lnTo>
                  <a:pt x="1562100" y="2104902"/>
                </a:lnTo>
                <a:cubicBezTo>
                  <a:pt x="1863090" y="2284924"/>
                  <a:pt x="2241232" y="2273494"/>
                  <a:pt x="2532697" y="2077279"/>
                </a:cubicBezTo>
                <a:lnTo>
                  <a:pt x="3231832" y="1603887"/>
                </a:lnTo>
                <a:cubicBezTo>
                  <a:pt x="3351847" y="1521972"/>
                  <a:pt x="3508057" y="1514352"/>
                  <a:pt x="3635692" y="1582932"/>
                </a:cubicBezTo>
                <a:lnTo>
                  <a:pt x="3956685" y="1755334"/>
                </a:lnTo>
                <a:cubicBezTo>
                  <a:pt x="4288155" y="1933452"/>
                  <a:pt x="4701540" y="1792482"/>
                  <a:pt x="4855845" y="1448629"/>
                </a:cubicBezTo>
                <a:lnTo>
                  <a:pt x="5099685" y="727587"/>
                </a:lnTo>
                <a:cubicBezTo>
                  <a:pt x="5228273" y="156087"/>
                  <a:pt x="5863590" y="-137283"/>
                  <a:pt x="6027420" y="62742"/>
                </a:cubicBezTo>
                <a:lnTo>
                  <a:pt x="6027420" y="62742"/>
                </a:ln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267908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69933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6992937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6992936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04150" y="1"/>
            <a:ext cx="4387850" cy="667948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30BC-20AB-4DD9-AF5C-47BA72E569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701725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5A87C21-15CD-48D8-B583-89B110156879}"/>
              </a:ext>
            </a:extLst>
          </p:cNvPr>
          <p:cNvSpPr/>
          <p:nvPr userDrawn="1"/>
        </p:nvSpPr>
        <p:spPr>
          <a:xfrm>
            <a:off x="7804351" y="0"/>
            <a:ext cx="4386221" cy="6677022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69933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6992937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6992936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7752" y="4320000"/>
            <a:ext cx="1800000" cy="1800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63EBA-2C46-40FB-9D48-819ED0C899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Chapter 10 &amp; 11 - Database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30BC-20AB-4DD9-AF5C-47BA72E569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5092E684-C621-4F92-A05A-A167EEF4627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057037" y="4320000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6958D132-F2A9-41E1-BDD8-067D52CE5F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7752" y="2395565"/>
            <a:ext cx="1800000" cy="1800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88FD4DB-5089-4686-B4F7-A26163146C9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057037" y="2395565"/>
            <a:ext cx="1800000" cy="180000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324023AF-AB97-4B60-86FA-5DC8DA1B5C4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27752" y="471129"/>
            <a:ext cx="1800000" cy="1800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8210F231-568A-4348-B33F-9EBB4A5CF9E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0057037" y="471129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</p:spTree>
    <p:extLst>
      <p:ext uri="{BB962C8B-B14F-4D97-AF65-F5344CB8AC3E}">
        <p14:creationId xmlns:p14="http://schemas.microsoft.com/office/powerpoint/2010/main" val="15021686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980000"/>
            <a:ext cx="5580000" cy="414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Left Header">
            <a:extLst>
              <a:ext uri="{FF2B5EF4-FFF2-40B4-BE49-F238E27FC236}">
                <a16:creationId xmlns:a16="http://schemas.microsoft.com/office/drawing/2014/main" id="{2241B0A0-0033-49FF-89B8-142165C8E9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620000"/>
            <a:ext cx="5580000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noProof="0"/>
              <a:t>Compare A</a:t>
            </a:r>
          </a:p>
        </p:txBody>
      </p:sp>
      <p:sp>
        <p:nvSpPr>
          <p:cNvPr id="4" name="Right Col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980000"/>
            <a:ext cx="5580000" cy="414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Right Header">
            <a:extLst>
              <a:ext uri="{FF2B5EF4-FFF2-40B4-BE49-F238E27FC236}">
                <a16:creationId xmlns:a16="http://schemas.microsoft.com/office/drawing/2014/main" id="{069A9930-1B94-49BC-B4A6-B597F155D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3200" y="1620000"/>
            <a:ext cx="5580000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noProof="0"/>
              <a:t>Compare B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AC535-CCE6-472A-BA3D-DDE92DFF0ED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Chapter 10 &amp; 11 - Database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2F890-EB29-4A5B-A499-BB0FC04447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447961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667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9A41AC-399F-4B25-A28A-F7679843C3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0" name="Caption">
            <a:extLst>
              <a:ext uri="{FF2B5EF4-FFF2-40B4-BE49-F238E27FC236}">
                <a16:creationId xmlns:a16="http://schemas.microsoft.com/office/drawing/2014/main" id="{E1C65CF6-B529-468F-B46C-1D1C2E71A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01275" y="6156000"/>
            <a:ext cx="3793125" cy="396000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845FB-DCB7-4844-B346-98986ADF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5344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FB784EBA-F0C5-4F6F-9426-185FBA239203}"/>
              </a:ext>
            </a:extLst>
          </p:cNvPr>
          <p:cNvSpPr>
            <a:spLocks noGrp="1"/>
          </p:cNvSpPr>
          <p:nvPr>
            <p:ph type="media" sz="quarter" idx="15" hasCustomPrompt="1"/>
          </p:nvPr>
        </p:nvSpPr>
        <p:spPr>
          <a:xfrm>
            <a:off x="0" y="0"/>
            <a:ext cx="12192000" cy="6678000"/>
          </a:xfrm>
          <a:pattFill prst="dkUpDiag">
            <a:fgClr>
              <a:schemeClr val="bg1">
                <a:lumMod val="8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Your Video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172090C5-61AC-430F-AA33-8EF3902C46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01275" y="6156000"/>
            <a:ext cx="3793125" cy="396000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7EBDA-221D-4CBD-8DBF-E03A370015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2508FC-366E-44DA-80A8-28048E1E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29519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111E4563-E2FC-4D6F-B759-AB4FB77D27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7799832" cy="667512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2FE8913-A018-418C-99FB-2DF342B9B5A0}"/>
              </a:ext>
            </a:extLst>
          </p:cNvPr>
          <p:cNvSpPr/>
          <p:nvPr userDrawn="1"/>
        </p:nvSpPr>
        <p:spPr>
          <a:xfrm>
            <a:off x="0" y="0"/>
            <a:ext cx="7802524" cy="667764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AF7702AD-1968-4CE6-BC7C-02C0637069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01097" y="1"/>
            <a:ext cx="4389475" cy="667764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Insert or Drag and Drop your Image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A78464-8D00-4B94-90C7-90F1B54C8A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4862" y="3032684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6600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F50292C9-54F6-4F7B-A885-34CE1E3B0351}"/>
              </a:ext>
            </a:extLst>
          </p:cNvPr>
          <p:cNvSpPr/>
          <p:nvPr userDrawn="1"/>
        </p:nvSpPr>
        <p:spPr>
          <a:xfrm>
            <a:off x="1774391" y="4123811"/>
            <a:ext cx="6027420" cy="2599249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034564 w 6505575"/>
              <a:gd name="connsiteY11" fmla="*/ 69886 h 2609850"/>
              <a:gd name="connsiteX12" fmla="*/ 6507004 w 6505575"/>
              <a:gd name="connsiteY12" fmla="*/ 1395766 h 2609850"/>
              <a:gd name="connsiteX13" fmla="*/ 6507004 w 6505575"/>
              <a:gd name="connsiteY13" fmla="*/ 2605441 h 2609850"/>
              <a:gd name="connsiteX14" fmla="*/ 7144 w 6505575"/>
              <a:gd name="connsiteY14" fmla="*/ 2605441 h 2609850"/>
              <a:gd name="connsiteX0" fmla="*/ 6499860 w 6591300"/>
              <a:gd name="connsiteY0" fmla="*/ 1388622 h 2599249"/>
              <a:gd name="connsiteX1" fmla="*/ 6499860 w 6591300"/>
              <a:gd name="connsiteY1" fmla="*/ 2598297 h 2599249"/>
              <a:gd name="connsiteX2" fmla="*/ 0 w 6591300"/>
              <a:gd name="connsiteY2" fmla="*/ 2598297 h 2599249"/>
              <a:gd name="connsiteX3" fmla="*/ 0 w 6591300"/>
              <a:gd name="connsiteY3" fmla="*/ 2599249 h 2599249"/>
              <a:gd name="connsiteX4" fmla="*/ 874395 w 6591300"/>
              <a:gd name="connsiteY4" fmla="*/ 2055372 h 2599249"/>
              <a:gd name="connsiteX5" fmla="*/ 1470660 w 6591300"/>
              <a:gd name="connsiteY5" fmla="*/ 2049657 h 2599249"/>
              <a:gd name="connsiteX6" fmla="*/ 1562100 w 6591300"/>
              <a:gd name="connsiteY6" fmla="*/ 2104902 h 2599249"/>
              <a:gd name="connsiteX7" fmla="*/ 2532697 w 6591300"/>
              <a:gd name="connsiteY7" fmla="*/ 2077279 h 2599249"/>
              <a:gd name="connsiteX8" fmla="*/ 3231832 w 6591300"/>
              <a:gd name="connsiteY8" fmla="*/ 1603887 h 2599249"/>
              <a:gd name="connsiteX9" fmla="*/ 3635692 w 6591300"/>
              <a:gd name="connsiteY9" fmla="*/ 1582932 h 2599249"/>
              <a:gd name="connsiteX10" fmla="*/ 3956685 w 6591300"/>
              <a:gd name="connsiteY10" fmla="*/ 1755334 h 2599249"/>
              <a:gd name="connsiteX11" fmla="*/ 4855845 w 6591300"/>
              <a:gd name="connsiteY11" fmla="*/ 1448629 h 2599249"/>
              <a:gd name="connsiteX12" fmla="*/ 5099685 w 6591300"/>
              <a:gd name="connsiteY12" fmla="*/ 727587 h 2599249"/>
              <a:gd name="connsiteX13" fmla="*/ 6027420 w 6591300"/>
              <a:gd name="connsiteY13" fmla="*/ 62742 h 2599249"/>
              <a:gd name="connsiteX14" fmla="*/ 6027420 w 6591300"/>
              <a:gd name="connsiteY14" fmla="*/ 62742 h 2599249"/>
              <a:gd name="connsiteX15" fmla="*/ 6591300 w 6591300"/>
              <a:gd name="connsiteY15" fmla="*/ 1480062 h 2599249"/>
              <a:gd name="connsiteX0" fmla="*/ 6499860 w 6591300"/>
              <a:gd name="connsiteY0" fmla="*/ 2598297 h 2599249"/>
              <a:gd name="connsiteX1" fmla="*/ 0 w 6591300"/>
              <a:gd name="connsiteY1" fmla="*/ 2598297 h 2599249"/>
              <a:gd name="connsiteX2" fmla="*/ 0 w 6591300"/>
              <a:gd name="connsiteY2" fmla="*/ 2599249 h 2599249"/>
              <a:gd name="connsiteX3" fmla="*/ 874395 w 6591300"/>
              <a:gd name="connsiteY3" fmla="*/ 2055372 h 2599249"/>
              <a:gd name="connsiteX4" fmla="*/ 1470660 w 6591300"/>
              <a:gd name="connsiteY4" fmla="*/ 2049657 h 2599249"/>
              <a:gd name="connsiteX5" fmla="*/ 1562100 w 6591300"/>
              <a:gd name="connsiteY5" fmla="*/ 2104902 h 2599249"/>
              <a:gd name="connsiteX6" fmla="*/ 2532697 w 6591300"/>
              <a:gd name="connsiteY6" fmla="*/ 2077279 h 2599249"/>
              <a:gd name="connsiteX7" fmla="*/ 3231832 w 6591300"/>
              <a:gd name="connsiteY7" fmla="*/ 1603887 h 2599249"/>
              <a:gd name="connsiteX8" fmla="*/ 3635692 w 6591300"/>
              <a:gd name="connsiteY8" fmla="*/ 1582932 h 2599249"/>
              <a:gd name="connsiteX9" fmla="*/ 3956685 w 6591300"/>
              <a:gd name="connsiteY9" fmla="*/ 1755334 h 2599249"/>
              <a:gd name="connsiteX10" fmla="*/ 4855845 w 6591300"/>
              <a:gd name="connsiteY10" fmla="*/ 1448629 h 2599249"/>
              <a:gd name="connsiteX11" fmla="*/ 5099685 w 6591300"/>
              <a:gd name="connsiteY11" fmla="*/ 727587 h 2599249"/>
              <a:gd name="connsiteX12" fmla="*/ 6027420 w 6591300"/>
              <a:gd name="connsiteY12" fmla="*/ 62742 h 2599249"/>
              <a:gd name="connsiteX13" fmla="*/ 6027420 w 6591300"/>
              <a:gd name="connsiteY13" fmla="*/ 62742 h 2599249"/>
              <a:gd name="connsiteX14" fmla="*/ 6591300 w 6591300"/>
              <a:gd name="connsiteY14" fmla="*/ 1480062 h 2599249"/>
              <a:gd name="connsiteX0" fmla="*/ 0 w 6591300"/>
              <a:gd name="connsiteY0" fmla="*/ 2598297 h 2599249"/>
              <a:gd name="connsiteX1" fmla="*/ 0 w 6591300"/>
              <a:gd name="connsiteY1" fmla="*/ 2599249 h 2599249"/>
              <a:gd name="connsiteX2" fmla="*/ 874395 w 6591300"/>
              <a:gd name="connsiteY2" fmla="*/ 2055372 h 2599249"/>
              <a:gd name="connsiteX3" fmla="*/ 1470660 w 6591300"/>
              <a:gd name="connsiteY3" fmla="*/ 2049657 h 2599249"/>
              <a:gd name="connsiteX4" fmla="*/ 1562100 w 6591300"/>
              <a:gd name="connsiteY4" fmla="*/ 2104902 h 2599249"/>
              <a:gd name="connsiteX5" fmla="*/ 2532697 w 6591300"/>
              <a:gd name="connsiteY5" fmla="*/ 2077279 h 2599249"/>
              <a:gd name="connsiteX6" fmla="*/ 3231832 w 6591300"/>
              <a:gd name="connsiteY6" fmla="*/ 1603887 h 2599249"/>
              <a:gd name="connsiteX7" fmla="*/ 3635692 w 6591300"/>
              <a:gd name="connsiteY7" fmla="*/ 1582932 h 2599249"/>
              <a:gd name="connsiteX8" fmla="*/ 3956685 w 6591300"/>
              <a:gd name="connsiteY8" fmla="*/ 1755334 h 2599249"/>
              <a:gd name="connsiteX9" fmla="*/ 4855845 w 6591300"/>
              <a:gd name="connsiteY9" fmla="*/ 1448629 h 2599249"/>
              <a:gd name="connsiteX10" fmla="*/ 5099685 w 6591300"/>
              <a:gd name="connsiteY10" fmla="*/ 727587 h 2599249"/>
              <a:gd name="connsiteX11" fmla="*/ 6027420 w 6591300"/>
              <a:gd name="connsiteY11" fmla="*/ 62742 h 2599249"/>
              <a:gd name="connsiteX12" fmla="*/ 6027420 w 6591300"/>
              <a:gd name="connsiteY12" fmla="*/ 62742 h 2599249"/>
              <a:gd name="connsiteX13" fmla="*/ 6591300 w 6591300"/>
              <a:gd name="connsiteY13" fmla="*/ 1480062 h 2599249"/>
              <a:gd name="connsiteX0" fmla="*/ 0 w 6027420"/>
              <a:gd name="connsiteY0" fmla="*/ 2598297 h 2599249"/>
              <a:gd name="connsiteX1" fmla="*/ 0 w 6027420"/>
              <a:gd name="connsiteY1" fmla="*/ 2599249 h 2599249"/>
              <a:gd name="connsiteX2" fmla="*/ 874395 w 6027420"/>
              <a:gd name="connsiteY2" fmla="*/ 2055372 h 2599249"/>
              <a:gd name="connsiteX3" fmla="*/ 1470660 w 6027420"/>
              <a:gd name="connsiteY3" fmla="*/ 2049657 h 2599249"/>
              <a:gd name="connsiteX4" fmla="*/ 1562100 w 6027420"/>
              <a:gd name="connsiteY4" fmla="*/ 2104902 h 2599249"/>
              <a:gd name="connsiteX5" fmla="*/ 2532697 w 6027420"/>
              <a:gd name="connsiteY5" fmla="*/ 2077279 h 2599249"/>
              <a:gd name="connsiteX6" fmla="*/ 3231832 w 6027420"/>
              <a:gd name="connsiteY6" fmla="*/ 1603887 h 2599249"/>
              <a:gd name="connsiteX7" fmla="*/ 3635692 w 6027420"/>
              <a:gd name="connsiteY7" fmla="*/ 1582932 h 2599249"/>
              <a:gd name="connsiteX8" fmla="*/ 3956685 w 6027420"/>
              <a:gd name="connsiteY8" fmla="*/ 1755334 h 2599249"/>
              <a:gd name="connsiteX9" fmla="*/ 4855845 w 6027420"/>
              <a:gd name="connsiteY9" fmla="*/ 1448629 h 2599249"/>
              <a:gd name="connsiteX10" fmla="*/ 5099685 w 6027420"/>
              <a:gd name="connsiteY10" fmla="*/ 727587 h 2599249"/>
              <a:gd name="connsiteX11" fmla="*/ 6027420 w 6027420"/>
              <a:gd name="connsiteY11" fmla="*/ 62742 h 2599249"/>
              <a:gd name="connsiteX12" fmla="*/ 6027420 w 6027420"/>
              <a:gd name="connsiteY12" fmla="*/ 62742 h 259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27420" h="2599249">
                <a:moveTo>
                  <a:pt x="0" y="2598297"/>
                </a:moveTo>
                <a:lnTo>
                  <a:pt x="0" y="2599249"/>
                </a:lnTo>
                <a:lnTo>
                  <a:pt x="874395" y="2055372"/>
                </a:lnTo>
                <a:cubicBezTo>
                  <a:pt x="1056322" y="1942024"/>
                  <a:pt x="1286827" y="1940119"/>
                  <a:pt x="1470660" y="2049657"/>
                </a:cubicBezTo>
                <a:lnTo>
                  <a:pt x="1562100" y="2104902"/>
                </a:lnTo>
                <a:cubicBezTo>
                  <a:pt x="1863090" y="2284924"/>
                  <a:pt x="2241232" y="2273494"/>
                  <a:pt x="2532697" y="2077279"/>
                </a:cubicBezTo>
                <a:lnTo>
                  <a:pt x="3231832" y="1603887"/>
                </a:lnTo>
                <a:cubicBezTo>
                  <a:pt x="3351847" y="1521972"/>
                  <a:pt x="3508057" y="1514352"/>
                  <a:pt x="3635692" y="1582932"/>
                </a:cubicBezTo>
                <a:lnTo>
                  <a:pt x="3956685" y="1755334"/>
                </a:lnTo>
                <a:cubicBezTo>
                  <a:pt x="4288155" y="1933452"/>
                  <a:pt x="4701540" y="1792482"/>
                  <a:pt x="4855845" y="1448629"/>
                </a:cubicBezTo>
                <a:lnTo>
                  <a:pt x="5099685" y="727587"/>
                </a:lnTo>
                <a:cubicBezTo>
                  <a:pt x="5228273" y="156087"/>
                  <a:pt x="5863590" y="-137283"/>
                  <a:pt x="6027420" y="62742"/>
                </a:cubicBezTo>
                <a:lnTo>
                  <a:pt x="6027420" y="62742"/>
                </a:ln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5" name="Name">
            <a:extLst>
              <a:ext uri="{FF2B5EF4-FFF2-40B4-BE49-F238E27FC236}">
                <a16:creationId xmlns:a16="http://schemas.microsoft.com/office/drawing/2014/main" id="{B8C48821-0D90-416C-873E-50587E8A0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4861" y="4741677"/>
            <a:ext cx="3756943" cy="252000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  <a:endParaRPr lang="en-US" dirty="0"/>
          </a:p>
        </p:txBody>
      </p:sp>
      <p:sp>
        <p:nvSpPr>
          <p:cNvPr id="16" name="Email">
            <a:extLst>
              <a:ext uri="{FF2B5EF4-FFF2-40B4-BE49-F238E27FC236}">
                <a16:creationId xmlns:a16="http://schemas.microsoft.com/office/drawing/2014/main" id="{42450180-8D19-405E-97F0-2A309B58D0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8990" y="5147137"/>
            <a:ext cx="3462814" cy="25200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Email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37F23B-0C4D-4D27-BF83-0B10D1CFFDCD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9551A1-FBAD-4CC8-AA99-F9F4D4281782}"/>
              </a:ext>
            </a:extLst>
          </p:cNvPr>
          <p:cNvSpPr/>
          <p:nvPr userDrawn="1"/>
        </p:nvSpPr>
        <p:spPr>
          <a:xfrm>
            <a:off x="7804351" y="6678000"/>
            <a:ext cx="4224296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Tw Cen MT" panose="020B0602020104020603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F695C6B-DBEE-447E-B106-7351E00BD0AF}"/>
              </a:ext>
            </a:extLst>
          </p:cNvPr>
          <p:cNvSpPr txBox="1">
            <a:spLocks/>
          </p:cNvSpPr>
          <p:nvPr userDrawn="1"/>
        </p:nvSpPr>
        <p:spPr>
          <a:xfrm>
            <a:off x="12030074" y="6678000"/>
            <a:ext cx="161925" cy="144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72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A38929-6316-4332-83F8-9E95386C7C42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830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21DB-2DD6-4869-9104-BE40FBBC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1CC9B96F-1A0A-4B16-BDF7-48B289CD53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A7081-42C5-4F4E-8A26-E7788CCF4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20000"/>
            <a:ext cx="114732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8FCAA-94B1-47BD-AD46-123D3404BBB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Chapter 10 &amp; 11 - Database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11CEA-C130-40E5-A858-8D4FE6E586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918924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55800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Right Col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620000"/>
            <a:ext cx="55800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F9123-1F0C-4BD2-8233-FEE5B2A4661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Chapter 10 &amp; 11 - Database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E8981-59A6-4480-80A6-5619C220178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79844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DDF3-2E7E-4175-ACE9-B214DCE4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5302A3D4-CF60-41AF-924C-B30D3FD997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0E8FCF-8FC7-49D2-9516-7662294E35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Chapter 10 &amp; 11 - Database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208B4-CFD5-4FAE-9519-74EFAC0B036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48534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AED074E-AB07-44D1-8B4E-189EAEF798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Chapter 10 &amp; 11 - Database Design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01D44B-9877-40D1-B788-EE3BFD57C5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509610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99CE02-8616-40B2-85FF-B06E192752AB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3DF8E0-6324-45B7-8B0A-24383EF1B915}"/>
              </a:ext>
            </a:extLst>
          </p:cNvPr>
          <p:cNvSpPr/>
          <p:nvPr userDrawn="1"/>
        </p:nvSpPr>
        <p:spPr>
          <a:xfrm>
            <a:off x="7804351" y="6678000"/>
            <a:ext cx="3789833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E718F-2F10-41F1-8E9F-18DD53EF065F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581A5-A75E-41FB-A68A-70BA1AB54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A9B02-6E3D-4037-BE18-E02B78663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260000"/>
            <a:ext cx="11473200" cy="48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54C2B-6B0B-4286-BFA4-F6131386B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6483329"/>
            <a:ext cx="2775086" cy="144001"/>
          </a:xfrm>
          <a:prstGeom prst="rect">
            <a:avLst/>
          </a:prstGeom>
          <a:noFill/>
        </p:spPr>
        <p:txBody>
          <a:bodyPr vert="horz" lIns="3600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Chapter 10 &amp; 11 - Database Design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5D258-5720-4517-B8DE-EB5AA5C4F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4400" y="6678000"/>
            <a:ext cx="597600" cy="144000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47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1"/>
              </a:gs>
            </a:gsLst>
            <a:lin ang="10800000" scaled="0"/>
          </a:gradFill>
        </p:spPr>
        <p:txBody>
          <a:bodyPr vert="horz" lIns="0" tIns="0" rIns="72000" bIns="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58DB212-BFA2-403F-85EF-DFD3FF6D97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71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63" r:id="rId4"/>
    <p:sldLayoutId id="2147483656" r:id="rId5"/>
    <p:sldLayoutId id="2147483660" r:id="rId6"/>
    <p:sldLayoutId id="2147483661" r:id="rId7"/>
    <p:sldLayoutId id="2147483664" r:id="rId8"/>
    <p:sldLayoutId id="2147483650" r:id="rId9"/>
    <p:sldLayoutId id="2147483652" r:id="rId10"/>
    <p:sldLayoutId id="2147483654" r:id="rId11"/>
    <p:sldLayoutId id="2147483655" r:id="rId12"/>
    <p:sldLayoutId id="2147483678" r:id="rId13"/>
    <p:sldLayoutId id="2147483679" r:id="rId14"/>
    <p:sldLayoutId id="2147483680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3525" indent="-263525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1pPr>
      <a:lvl2pPr marL="536575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2pPr>
      <a:lvl3pPr marL="811213" indent="-2746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3pPr>
      <a:lvl4pPr marL="1074738" indent="-2635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4pPr>
      <a:lvl5pPr marL="1347788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99CE02-8616-40B2-85FF-B06E192752AB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3DF8E0-6324-45B7-8B0A-24383EF1B915}"/>
              </a:ext>
            </a:extLst>
          </p:cNvPr>
          <p:cNvSpPr/>
          <p:nvPr userDrawn="1"/>
        </p:nvSpPr>
        <p:spPr>
          <a:xfrm>
            <a:off x="7804351" y="6678000"/>
            <a:ext cx="3789833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E718F-2F10-41F1-8E9F-18DD53EF065F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581A5-A75E-41FB-A68A-70BA1AB54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A9B02-6E3D-4037-BE18-E02B78663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260000"/>
            <a:ext cx="11473200" cy="48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54C2B-6B0B-4286-BFA4-F6131386B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6483329"/>
            <a:ext cx="2378438" cy="187367"/>
          </a:xfrm>
          <a:prstGeom prst="rect">
            <a:avLst/>
          </a:prstGeom>
          <a:gradFill>
            <a:gsLst>
              <a:gs pos="8200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0"/>
          </a:gradFill>
        </p:spPr>
        <p:txBody>
          <a:bodyPr vert="horz" lIns="3600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Chapter 10 &amp; 11 - Database Design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5D258-5720-4517-B8DE-EB5AA5C4F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4400" y="6678000"/>
            <a:ext cx="597600" cy="144000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47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1"/>
              </a:gs>
            </a:gsLst>
            <a:lin ang="10800000" scaled="0"/>
          </a:gradFill>
        </p:spPr>
        <p:txBody>
          <a:bodyPr vert="horz" lIns="0" tIns="0" rIns="72000" bIns="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58DB212-BFA2-403F-85EF-DFD3FF6D97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250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3525" indent="-263525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1pPr>
      <a:lvl2pPr marL="536575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2pPr>
      <a:lvl3pPr marL="811213" indent="-2746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3pPr>
      <a:lvl4pPr marL="1074738" indent="-2635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4pPr>
      <a:lvl5pPr marL="1347788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ahlnetwork.com/2011/07/20/solving-slow-write-speeds-when-using-local-storage-on-a-vsphere-host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creativecommons.org/licenses/by-nc-sa/3.0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5A836F-346F-4099-BC7B-0D8F3B27F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3392" y="701965"/>
            <a:ext cx="4007769" cy="2807998"/>
          </a:xfrm>
        </p:spPr>
        <p:txBody>
          <a:bodyPr/>
          <a:lstStyle/>
          <a:p>
            <a:r>
              <a:rPr lang="en-ZA" sz="4800" dirty="0"/>
              <a:t>Database Design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FF39718-6251-4A5A-AAC7-7672293178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16 April 2026</a:t>
            </a:r>
          </a:p>
          <a:p>
            <a:r>
              <a:rPr lang="en-US" noProof="1"/>
              <a:t>Lynette Barnard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B17638D-56AE-48AD-96C8-EE46229C7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804352" y="1204506"/>
            <a:ext cx="0" cy="4093388"/>
          </a:xfrm>
          <a:prstGeom prst="line">
            <a:avLst/>
          </a:prstGeom>
          <a:ln w="635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AD243359-CBEA-4C3C-8024-4EDF4953F8F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73519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4D5BDB4-2510-4710-BABD-D3070BF4C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a DB fit into an IS?</a:t>
            </a:r>
            <a:endParaRPr lang="en-ZA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F0A3AF9-BB30-4FEC-B6D0-C7606499D8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1FBAE2D-C302-45BA-AD1E-C592836A8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ZA" sz="2400" cap="none" spc="0" dirty="0"/>
              <a:t>IS facilitates data collection, storage, transformation, retrieval</a:t>
            </a:r>
          </a:p>
          <a:p>
            <a:pPr>
              <a:spcAft>
                <a:spcPts val="0"/>
              </a:spcAft>
            </a:pPr>
            <a:r>
              <a:rPr lang="en-ZA" sz="2400" cap="none" spc="0" dirty="0"/>
              <a:t>Database is…</a:t>
            </a:r>
          </a:p>
          <a:p>
            <a:pPr lvl="1">
              <a:spcAft>
                <a:spcPts val="0"/>
              </a:spcAft>
            </a:pPr>
            <a:r>
              <a:rPr lang="en-ZA" sz="2200" cap="none" spc="0" dirty="0"/>
              <a:t>Carefully constructed fact repository</a:t>
            </a:r>
          </a:p>
          <a:p>
            <a:pPr lvl="1">
              <a:spcAft>
                <a:spcPts val="0"/>
              </a:spcAft>
            </a:pPr>
            <a:r>
              <a:rPr lang="en-ZA" sz="2200" cap="none" spc="0" dirty="0"/>
              <a:t>Part of larger IS</a:t>
            </a:r>
          </a:p>
          <a:p>
            <a:pPr lvl="1">
              <a:spcAft>
                <a:spcPts val="0"/>
              </a:spcAft>
            </a:pPr>
            <a:r>
              <a:rPr lang="en-ZA" sz="2200" cap="none" spc="0" dirty="0"/>
              <a:t>Means to an end (not end in itself)</a:t>
            </a:r>
          </a:p>
          <a:p>
            <a:pPr>
              <a:spcAft>
                <a:spcPts val="0"/>
              </a:spcAft>
            </a:pPr>
            <a:r>
              <a:rPr lang="en-ZA" sz="2400" cap="none" spc="0" dirty="0"/>
              <a:t>IS performance is dependent on </a:t>
            </a:r>
          </a:p>
          <a:p>
            <a:pPr lvl="1">
              <a:spcAft>
                <a:spcPts val="0"/>
              </a:spcAft>
            </a:pPr>
            <a:r>
              <a:rPr lang="en-ZA" sz="2200" b="1" i="1" cap="none" spc="0" dirty="0">
                <a:solidFill>
                  <a:srgbClr val="C00000"/>
                </a:solidFill>
              </a:rPr>
              <a:t>Database </a:t>
            </a:r>
            <a:r>
              <a:rPr lang="en-ZA" sz="2200" cap="none" spc="0" dirty="0"/>
              <a:t>design</a:t>
            </a:r>
            <a:r>
              <a:rPr lang="en-ZA" sz="2200" cap="none" spc="0" dirty="0">
                <a:solidFill>
                  <a:srgbClr val="C00000"/>
                </a:solidFill>
              </a:rPr>
              <a:t> </a:t>
            </a:r>
            <a:r>
              <a:rPr lang="en-ZA" sz="2200" cap="none" spc="0" dirty="0"/>
              <a:t>and implementation</a:t>
            </a:r>
          </a:p>
          <a:p>
            <a:pPr lvl="1">
              <a:spcAft>
                <a:spcPts val="0"/>
              </a:spcAft>
            </a:pPr>
            <a:r>
              <a:rPr lang="en-ZA" sz="2200" cap="none" spc="0" dirty="0"/>
              <a:t>Application design and implementation</a:t>
            </a:r>
          </a:p>
          <a:p>
            <a:pPr lvl="1">
              <a:spcAft>
                <a:spcPts val="0"/>
              </a:spcAft>
            </a:pPr>
            <a:r>
              <a:rPr lang="en-ZA" sz="2200" cap="none" spc="0" dirty="0"/>
              <a:t>Admin procedures</a:t>
            </a:r>
          </a:p>
          <a:p>
            <a:endParaRPr lang="en-Z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802FE0-96AF-4D5F-8AA0-BE6D620C2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884629" y="6663329"/>
            <a:ext cx="2709771" cy="194671"/>
          </a:xfrm>
          <a:noFill/>
        </p:spPr>
        <p:txBody>
          <a:bodyPr/>
          <a:lstStyle/>
          <a:p>
            <a:r>
              <a:rPr lang="en-US" noProof="0" dirty="0">
                <a:solidFill>
                  <a:schemeClr val="bg1">
                    <a:lumMod val="85000"/>
                  </a:schemeClr>
                </a:solidFill>
              </a:rPr>
              <a:t>Chapter 10 &amp; 11 - Database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9F57D-DD6F-4DA4-80DB-6FF33EA1E2B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3721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995772" y="365125"/>
            <a:ext cx="7113485" cy="1325563"/>
          </a:xfrm>
        </p:spPr>
        <p:txBody>
          <a:bodyPr anchor="b">
            <a:normAutofit/>
          </a:bodyPr>
          <a:lstStyle/>
          <a:p>
            <a:pPr algn="l"/>
            <a:r>
              <a:rPr lang="en-ZA" sz="4000" dirty="0"/>
              <a:t>Life cycles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94400" y="6678000"/>
            <a:ext cx="597600" cy="144000"/>
          </a:xfrm>
        </p:spPr>
        <p:txBody>
          <a:bodyPr>
            <a:normAutofit fontScale="92500" lnSpcReduction="20000"/>
          </a:bodyPr>
          <a:lstStyle/>
          <a:p>
            <a:pPr lvl="0"/>
            <a:fld id="{8C95B5D6-0FB6-494F-A52C-A12EA63DC752}" type="slidenum">
              <a:rPr lang="en-ZA" noProof="0"/>
              <a:pPr lvl="0"/>
              <a:t>3</a:t>
            </a:fld>
            <a:endParaRPr lang="en-ZA" noProof="0"/>
          </a:p>
        </p:txBody>
      </p:sp>
      <p:grpSp>
        <p:nvGrpSpPr>
          <p:cNvPr id="22" name="Group 21"/>
          <p:cNvGrpSpPr/>
          <p:nvPr/>
        </p:nvGrpSpPr>
        <p:grpSpPr>
          <a:xfrm>
            <a:off x="467990" y="355520"/>
            <a:ext cx="2880145" cy="6090636"/>
            <a:chOff x="8714528" y="250666"/>
            <a:chExt cx="2880145" cy="6090636"/>
          </a:xfrm>
        </p:grpSpPr>
        <p:graphicFrame>
          <p:nvGraphicFramePr>
            <p:cNvPr id="2" name="Diagram 1"/>
            <p:cNvGraphicFramePr/>
            <p:nvPr>
              <p:extLst>
                <p:ext uri="{D42A27DB-BD31-4B8C-83A1-F6EECF244321}">
                  <p14:modId xmlns:p14="http://schemas.microsoft.com/office/powerpoint/2010/main" val="4258308509"/>
                </p:ext>
              </p:extLst>
            </p:nvPr>
          </p:nvGraphicFramePr>
          <p:xfrm>
            <a:off x="9381525" y="698883"/>
            <a:ext cx="2213148" cy="541866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cxnSp>
          <p:nvCxnSpPr>
            <p:cNvPr id="8" name="Straight Connector 7"/>
            <p:cNvCxnSpPr/>
            <p:nvPr/>
          </p:nvCxnSpPr>
          <p:spPr>
            <a:xfrm flipH="1">
              <a:off x="8994937" y="930817"/>
              <a:ext cx="21183" cy="4766177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8752835" y="285971"/>
              <a:ext cx="7596" cy="6039877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8721590" y="250666"/>
              <a:ext cx="1753404" cy="12644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8714528" y="6302290"/>
              <a:ext cx="1753404" cy="12644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8979629" y="967534"/>
              <a:ext cx="446420" cy="2943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8976339" y="2133188"/>
              <a:ext cx="446420" cy="2943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983826" y="3355032"/>
              <a:ext cx="446420" cy="2943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8980110" y="4502168"/>
              <a:ext cx="446420" cy="2943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8983826" y="5664016"/>
              <a:ext cx="446420" cy="2943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Down Arrow 18"/>
            <p:cNvSpPr/>
            <p:nvPr/>
          </p:nvSpPr>
          <p:spPr>
            <a:xfrm>
              <a:off x="10326738" y="258360"/>
              <a:ext cx="183586" cy="442762"/>
            </a:xfrm>
            <a:prstGeom prst="downArrow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10436186" y="6089302"/>
              <a:ext cx="0" cy="252000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465881" y="405277"/>
            <a:ext cx="2882254" cy="6090636"/>
            <a:chOff x="8720007" y="250666"/>
            <a:chExt cx="2882254" cy="6090636"/>
          </a:xfrm>
        </p:grpSpPr>
        <p:graphicFrame>
          <p:nvGraphicFramePr>
            <p:cNvPr id="37" name="Diagram 36"/>
            <p:cNvGraphicFramePr/>
            <p:nvPr>
              <p:extLst>
                <p:ext uri="{D42A27DB-BD31-4B8C-83A1-F6EECF244321}">
                  <p14:modId xmlns:p14="http://schemas.microsoft.com/office/powerpoint/2010/main" val="886256128"/>
                </p:ext>
              </p:extLst>
            </p:nvPr>
          </p:nvGraphicFramePr>
          <p:xfrm>
            <a:off x="9389113" y="695193"/>
            <a:ext cx="2213148" cy="541866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cxnSp>
          <p:nvCxnSpPr>
            <p:cNvPr id="38" name="Straight Connector 37"/>
            <p:cNvCxnSpPr/>
            <p:nvPr/>
          </p:nvCxnSpPr>
          <p:spPr>
            <a:xfrm flipH="1">
              <a:off x="8758314" y="285971"/>
              <a:ext cx="7596" cy="6039877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8727069" y="250666"/>
              <a:ext cx="1753404" cy="12644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8720007" y="6302290"/>
              <a:ext cx="1753404" cy="12644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Down Arrow 40"/>
            <p:cNvSpPr/>
            <p:nvPr/>
          </p:nvSpPr>
          <p:spPr>
            <a:xfrm>
              <a:off x="10332217" y="258360"/>
              <a:ext cx="183586" cy="442762"/>
            </a:xfrm>
            <a:prstGeom prst="downArrow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2" name="Straight Connector 41"/>
            <p:cNvCxnSpPr/>
            <p:nvPr/>
          </p:nvCxnSpPr>
          <p:spPr>
            <a:xfrm>
              <a:off x="10441665" y="6089302"/>
              <a:ext cx="0" cy="252000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9065938" y="1017952"/>
              <a:ext cx="21183" cy="4766177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9047340" y="1044353"/>
              <a:ext cx="446420" cy="2943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9054705" y="1976718"/>
              <a:ext cx="446420" cy="2943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9054705" y="3889889"/>
              <a:ext cx="446420" cy="2943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9047340" y="4870695"/>
              <a:ext cx="446420" cy="2943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9047340" y="5747621"/>
              <a:ext cx="446420" cy="2943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9047340" y="2957524"/>
              <a:ext cx="446420" cy="2943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EC70B0D-E935-489D-A31C-ED1545DE99F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70919" y="2142927"/>
            <a:ext cx="6461735" cy="3633787"/>
          </a:xfrm>
        </p:spPr>
        <p:txBody>
          <a:bodyPr>
            <a:normAutofit/>
          </a:bodyPr>
          <a:lstStyle/>
          <a:p>
            <a:r>
              <a:rPr lang="en-ZA" sz="3200" dirty="0">
                <a:latin typeface="Tw Cen MT" panose="020B0602020104020603" pitchFamily="34" charset="0"/>
              </a:rPr>
              <a:t>Systems development</a:t>
            </a:r>
          </a:p>
          <a:p>
            <a:pPr marL="176213" lvl="1" indent="-176213"/>
            <a:r>
              <a:rPr lang="en-ZA" sz="2800" dirty="0">
                <a:latin typeface="Tw Cen MT" panose="020B0602020104020603" pitchFamily="34" charset="0"/>
              </a:rPr>
              <a:t>SDLC (Figure 10.2)</a:t>
            </a:r>
          </a:p>
          <a:p>
            <a:pPr lvl="3"/>
            <a:r>
              <a:rPr lang="en-ZA" sz="2400" dirty="0">
                <a:latin typeface="Tw Cen MT" panose="020B0602020104020603" pitchFamily="34" charset="0"/>
              </a:rPr>
              <a:t>Iterative process</a:t>
            </a:r>
          </a:p>
          <a:p>
            <a:r>
              <a:rPr lang="en-ZA" sz="3200" dirty="0">
                <a:latin typeface="Tw Cen MT" panose="020B0602020104020603" pitchFamily="34" charset="0"/>
              </a:rPr>
              <a:t>Databases</a:t>
            </a:r>
          </a:p>
          <a:p>
            <a:pPr marL="176213" lvl="1" indent="-176213"/>
            <a:r>
              <a:rPr lang="en-ZA" sz="2800" dirty="0">
                <a:latin typeface="Tw Cen MT" panose="020B0602020104020603" pitchFamily="34" charset="0"/>
              </a:rPr>
              <a:t>DBLC (Figure 10.3)</a:t>
            </a:r>
          </a:p>
          <a:p>
            <a:endParaRPr lang="en-ZA" sz="3200" dirty="0">
              <a:latin typeface="Tw Cen MT" panose="020B0602020104020603" pitchFamily="34" charset="0"/>
            </a:endParaRPr>
          </a:p>
        </p:txBody>
      </p:sp>
      <p:sp>
        <p:nvSpPr>
          <p:cNvPr id="51" name="Footer Placeholder 2">
            <a:extLst>
              <a:ext uri="{FF2B5EF4-FFF2-40B4-BE49-F238E27FC236}">
                <a16:creationId xmlns:a16="http://schemas.microsoft.com/office/drawing/2014/main" id="{D78B9790-D0B8-4EDB-8ABE-A43D7337E6BF}"/>
              </a:ext>
            </a:extLst>
          </p:cNvPr>
          <p:cNvSpPr txBox="1">
            <a:spLocks/>
          </p:cNvSpPr>
          <p:nvPr/>
        </p:nvSpPr>
        <p:spPr>
          <a:xfrm>
            <a:off x="8995466" y="6679335"/>
            <a:ext cx="2709771" cy="19467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263525" indent="-263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536575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811213" indent="-2746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07473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347788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Chapter 10 &amp; 11 - Database Design</a:t>
            </a:r>
          </a:p>
        </p:txBody>
      </p:sp>
    </p:spTree>
    <p:extLst>
      <p:ext uri="{BB962C8B-B14F-4D97-AF65-F5344CB8AC3E}">
        <p14:creationId xmlns:p14="http://schemas.microsoft.com/office/powerpoint/2010/main" val="2729045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F7F1C-B204-4B27-BF52-F7514B2CD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Database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25866-617B-41DD-8346-643212482F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E3AA6A-389C-46CF-9335-1ACF66D23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2170444"/>
            <a:ext cx="11473200" cy="3949556"/>
          </a:xfrm>
        </p:spPr>
        <p:txBody>
          <a:bodyPr/>
          <a:lstStyle/>
          <a:p>
            <a:pPr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ZA" sz="2800" dirty="0"/>
              <a:t>Arguably most critical DBLC phase</a:t>
            </a:r>
          </a:p>
          <a:p>
            <a:pPr lvl="1"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ZA" sz="2400" dirty="0"/>
              <a:t>Final product to meet requirements (user and system)</a:t>
            </a:r>
          </a:p>
          <a:p>
            <a:pPr lvl="1"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ZA" sz="2400" dirty="0"/>
              <a:t>Two views</a:t>
            </a:r>
          </a:p>
          <a:p>
            <a:pPr lvl="2"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ZA" sz="2000" dirty="0"/>
              <a:t>Business manager (what problems / solutions / information / data…?)</a:t>
            </a:r>
          </a:p>
          <a:p>
            <a:pPr lvl="2"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ZA" sz="2000" dirty="0"/>
              <a:t>Database designer (how to structure / access / transform data…?)</a:t>
            </a:r>
          </a:p>
          <a:p>
            <a:endParaRPr lang="en-Z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4C923-9BB1-459E-BA15-E95C2BAAE21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884629" y="6652664"/>
            <a:ext cx="2709771" cy="194671"/>
          </a:xfrm>
        </p:spPr>
        <p:txBody>
          <a:bodyPr/>
          <a:lstStyle/>
          <a:p>
            <a:r>
              <a:rPr lang="en-US" noProof="0" dirty="0">
                <a:solidFill>
                  <a:schemeClr val="bg1">
                    <a:lumMod val="85000"/>
                  </a:schemeClr>
                </a:solidFill>
              </a:rPr>
              <a:t>Chapter 10 &amp; 11 - Database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8F8B9-747D-41E6-B54B-DBCCD81EFB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4</a:t>
            </a:fld>
            <a:endParaRPr lang="en-US" noProof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F7B587C-E5A3-479D-83EC-54E788129E94}"/>
              </a:ext>
            </a:extLst>
          </p:cNvPr>
          <p:cNvSpPr/>
          <p:nvPr/>
        </p:nvSpPr>
        <p:spPr>
          <a:xfrm>
            <a:off x="8930104" y="1810088"/>
            <a:ext cx="2664296" cy="2016224"/>
          </a:xfrm>
          <a:prstGeom prst="roundRect">
            <a:avLst/>
          </a:prstGeom>
          <a:solidFill>
            <a:schemeClr val="accent6"/>
          </a:solidFill>
          <a:ln w="57150"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Much of the content in this chapter consolidates design processes we’ve covered so far</a:t>
            </a:r>
          </a:p>
        </p:txBody>
      </p:sp>
    </p:spTree>
    <p:extLst>
      <p:ext uri="{BB962C8B-B14F-4D97-AF65-F5344CB8AC3E}">
        <p14:creationId xmlns:p14="http://schemas.microsoft.com/office/powerpoint/2010/main" val="3886805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5BDDA-534E-463F-813A-0CA43E7ED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Database design process (Fig 10.6)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73BEA-A1CB-4AFF-BC4D-BAAEC754B94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134545" y="6648706"/>
            <a:ext cx="2378438" cy="187367"/>
          </a:xfrm>
        </p:spPr>
        <p:txBody>
          <a:bodyPr/>
          <a:lstStyle/>
          <a:p>
            <a:r>
              <a:rPr lang="en-US" noProof="0" dirty="0">
                <a:solidFill>
                  <a:schemeClr val="bg1">
                    <a:lumMod val="85000"/>
                  </a:schemeClr>
                </a:solidFill>
              </a:rPr>
              <a:t>Chapter 10 &amp; 11 - Database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D517C-9089-40EE-860C-C2D7AABBBAD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5</a:t>
            </a:fld>
            <a:endParaRPr lang="en-US" noProof="0"/>
          </a:p>
        </p:txBody>
      </p:sp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2FAD6F84-4049-49EF-86E3-3ADD68FE05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6866288"/>
              </p:ext>
            </p:extLst>
          </p:nvPr>
        </p:nvGraphicFramePr>
        <p:xfrm>
          <a:off x="838200" y="1097280"/>
          <a:ext cx="7680158" cy="5624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D2D49D74-713A-42CA-AFCF-CD68BEB4B0F7}"/>
              </a:ext>
            </a:extLst>
          </p:cNvPr>
          <p:cNvGrpSpPr/>
          <p:nvPr/>
        </p:nvGrpSpPr>
        <p:grpSpPr>
          <a:xfrm>
            <a:off x="8583071" y="2121437"/>
            <a:ext cx="1897712" cy="1008000"/>
            <a:chOff x="8583071" y="2121437"/>
            <a:chExt cx="1897712" cy="1008000"/>
          </a:xfrm>
        </p:grpSpPr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DE2208FE-B947-40DD-A3BC-D5EBA2717413}"/>
                </a:ext>
              </a:extLst>
            </p:cNvPr>
            <p:cNvSpPr/>
            <p:nvPr/>
          </p:nvSpPr>
          <p:spPr>
            <a:xfrm rot="10800000">
              <a:off x="8583071" y="2121437"/>
              <a:ext cx="1897712" cy="1008000"/>
            </a:xfrm>
            <a:prstGeom prst="rightArrow">
              <a:avLst/>
            </a:prstGeom>
            <a:solidFill>
              <a:schemeClr val="accent6"/>
            </a:solidFill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78A2987-7A92-4B1D-85B5-34EF6D995375}"/>
                </a:ext>
              </a:extLst>
            </p:cNvPr>
            <p:cNvGrpSpPr/>
            <p:nvPr/>
          </p:nvGrpSpPr>
          <p:grpSpPr>
            <a:xfrm>
              <a:off x="8925920" y="2373436"/>
              <a:ext cx="1554863" cy="504000"/>
              <a:chOff x="153077" y="258209"/>
              <a:chExt cx="1554863" cy="50400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9E9E859-BCE1-4530-BCE8-060046AB842A}"/>
                  </a:ext>
                </a:extLst>
              </p:cNvPr>
              <p:cNvSpPr/>
              <p:nvPr/>
            </p:nvSpPr>
            <p:spPr>
              <a:xfrm>
                <a:off x="153077" y="258209"/>
                <a:ext cx="1554863" cy="504000"/>
              </a:xfrm>
              <a:prstGeom prst="rect">
                <a:avLst/>
              </a:pr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F3BF28-DA19-4A87-BFAB-49BC54612C91}"/>
                  </a:ext>
                </a:extLst>
              </p:cNvPr>
              <p:cNvSpPr txBox="1"/>
              <p:nvPr/>
            </p:nvSpPr>
            <p:spPr>
              <a:xfrm>
                <a:off x="153077" y="258209"/>
                <a:ext cx="1554863" cy="50400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0" tIns="142240" rIns="0" bIns="142240" numCol="1" spcCol="1270" anchor="ctr" anchorCtr="0">
                <a:noAutofit/>
              </a:bodyPr>
              <a:lstStyle/>
              <a:p>
                <a:pPr marL="0" lvl="0" indent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ZA" kern="1200" dirty="0">
                    <a:solidFill>
                      <a:schemeClr val="bg1"/>
                    </a:solidFill>
                    <a:latin typeface="Tw Cen MT" panose="020B0602020104020603" pitchFamily="34" charset="0"/>
                  </a:rPr>
                  <a:t>Select DBMS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8891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D96446A-E01E-4FE8-BE33-91A78BB8C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ZA" dirty="0"/>
              <a:t>Database security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C6A6381-1397-34FD-EC59-BE803D7972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sz="2800" dirty="0"/>
              <a:t>Threats: potentially cause loss, misuse, harm (internal and/or external)</a:t>
            </a:r>
          </a:p>
          <a:p>
            <a:endParaRPr lang="en-ZA" sz="2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B80EA1B-8AC5-4CA3-918C-557338D09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20000"/>
            <a:ext cx="11473200" cy="4500000"/>
          </a:xfrm>
        </p:spPr>
        <p:txBody>
          <a:bodyPr/>
          <a:lstStyle/>
          <a:p>
            <a:r>
              <a:rPr lang="en-ZA" sz="3000" dirty="0"/>
              <a:t>Sources of failure</a:t>
            </a:r>
          </a:p>
          <a:p>
            <a:pPr lvl="1"/>
            <a:r>
              <a:rPr lang="en-ZA" sz="2600" dirty="0"/>
              <a:t>Natural disasters, unauthorised access, employee sabotage, human error, poor database administration, …</a:t>
            </a:r>
          </a:p>
          <a:p>
            <a:pPr lvl="1"/>
            <a:r>
              <a:rPr lang="en-US" sz="2600" dirty="0"/>
              <a:t>Hardware, software, programming, transactions, external factors</a:t>
            </a:r>
          </a:p>
          <a:p>
            <a:r>
              <a:rPr lang="en-US" sz="3000" dirty="0"/>
              <a:t>Backup and recovery strategy</a:t>
            </a:r>
          </a:p>
          <a:p>
            <a:pPr lvl="1"/>
            <a:r>
              <a:rPr lang="en-US" sz="2600" dirty="0"/>
              <a:t>Full or differential or transaction log backup</a:t>
            </a:r>
          </a:p>
          <a:p>
            <a:endParaRPr lang="en-ZA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777051-23F6-4C6E-88AF-BEDB6C2D72A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6</a:t>
            </a:fld>
            <a:endParaRPr lang="en-US" noProof="0"/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BA6FCD65-4C16-4291-916B-254C32915860}"/>
              </a:ext>
            </a:extLst>
          </p:cNvPr>
          <p:cNvSpPr txBox="1"/>
          <p:nvPr/>
        </p:nvSpPr>
        <p:spPr>
          <a:xfrm>
            <a:off x="8033262" y="4642672"/>
            <a:ext cx="3859938" cy="1477328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509838" algn="l"/>
              </a:tabLst>
              <a:defRPr/>
            </a:pPr>
            <a:r>
              <a:rPr kumimoji="0" lang="en-ZA" sz="1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are</a:t>
            </a: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  <a:r>
              <a:rPr kumimoji="0" lang="en-ZA" sz="1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/>
                <a:ea typeface="+mn-ea"/>
              </a:rPr>
              <a:t>Users are</a:t>
            </a:r>
            <a:endParaRPr kumimoji="0" lang="en-ZA" sz="180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509838" algn="l"/>
              </a:tabLst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/>
                <a:ea typeface="+mn-ea"/>
              </a:rPr>
              <a:t>Protected	Identifiable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509838" algn="l"/>
              </a:tabLst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Reconstructable</a:t>
            </a: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/>
                <a:ea typeface="+mn-ea"/>
              </a:rPr>
              <a:t>	Authorised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509838" algn="l"/>
              </a:tabLst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/>
                <a:ea typeface="+mn-ea"/>
              </a:rPr>
              <a:t>Auditable	Monitored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509838" algn="l"/>
              </a:tabLst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/>
                <a:ea typeface="+mn-ea"/>
              </a:rPr>
              <a:t>Tamperproof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D0A171-2784-4C9F-9B8E-15F6F11E7733}"/>
              </a:ext>
            </a:extLst>
          </p:cNvPr>
          <p:cNvSpPr txBox="1"/>
          <p:nvPr/>
        </p:nvSpPr>
        <p:spPr>
          <a:xfrm>
            <a:off x="8002372" y="6105191"/>
            <a:ext cx="38908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1100" dirty="0"/>
              <a:t>Desirable attributes of database security strategy (Martin, 1977)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27E8672-B2A8-A9E6-3440-7E8641ACE603}"/>
              </a:ext>
            </a:extLst>
          </p:cNvPr>
          <p:cNvSpPr txBox="1">
            <a:spLocks/>
          </p:cNvSpPr>
          <p:nvPr/>
        </p:nvSpPr>
        <p:spPr>
          <a:xfrm>
            <a:off x="9134545" y="6648706"/>
            <a:ext cx="2378438" cy="187367"/>
          </a:xfrm>
          <a:prstGeom prst="rect">
            <a:avLst/>
          </a:prstGeom>
          <a:noFill/>
        </p:spPr>
        <p:txBody>
          <a:bodyPr vert="horz" lIns="3600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85000"/>
                  </a:schemeClr>
                </a:solidFill>
              </a:rPr>
              <a:t>Chapter 10 &amp; 11 - Database Design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782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5BDDA-534E-463F-813A-0CA43E7ED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Database design strategies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73BEA-A1CB-4AFF-BC4D-BAAEC754B94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134545" y="6648706"/>
            <a:ext cx="2378438" cy="187367"/>
          </a:xfrm>
        </p:spPr>
        <p:txBody>
          <a:bodyPr/>
          <a:lstStyle/>
          <a:p>
            <a:r>
              <a:rPr lang="en-US" noProof="0" dirty="0">
                <a:solidFill>
                  <a:schemeClr val="bg1">
                    <a:lumMod val="85000"/>
                  </a:schemeClr>
                </a:solidFill>
              </a:rPr>
              <a:t>Chapter 10 &amp; 11 - Database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D517C-9089-40EE-860C-C2D7AABBBAD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7</a:t>
            </a:fld>
            <a:endParaRPr lang="en-US" noProof="0"/>
          </a:p>
        </p:txBody>
      </p:sp>
      <p:graphicFrame>
        <p:nvGraphicFramePr>
          <p:cNvPr id="11" name="Content Placeholder 5">
            <a:extLst>
              <a:ext uri="{FF2B5EF4-FFF2-40B4-BE49-F238E27FC236}">
                <a16:creationId xmlns:a16="http://schemas.microsoft.com/office/drawing/2014/main" id="{C9B09DB0-20A1-4594-8A35-C39B826C91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8658542"/>
              </p:ext>
            </p:extLst>
          </p:nvPr>
        </p:nvGraphicFramePr>
        <p:xfrm>
          <a:off x="2642790" y="1774695"/>
          <a:ext cx="6572823" cy="37592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Down Arrow 6">
            <a:extLst>
              <a:ext uri="{FF2B5EF4-FFF2-40B4-BE49-F238E27FC236}">
                <a16:creationId xmlns:a16="http://schemas.microsoft.com/office/drawing/2014/main" id="{CAFB631D-5DF9-4A01-851B-6184D4130EFD}"/>
              </a:ext>
            </a:extLst>
          </p:cNvPr>
          <p:cNvSpPr/>
          <p:nvPr/>
        </p:nvSpPr>
        <p:spPr>
          <a:xfrm>
            <a:off x="1498705" y="2031748"/>
            <a:ext cx="697562" cy="3888432"/>
          </a:xfrm>
          <a:prstGeom prst="down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</a:rPr>
              <a:t>Top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</a:rPr>
              <a:t> Down</a:t>
            </a:r>
          </a:p>
        </p:txBody>
      </p:sp>
      <p:sp>
        <p:nvSpPr>
          <p:cNvPr id="17" name="Up Arrow 8">
            <a:extLst>
              <a:ext uri="{FF2B5EF4-FFF2-40B4-BE49-F238E27FC236}">
                <a16:creationId xmlns:a16="http://schemas.microsoft.com/office/drawing/2014/main" id="{C450CD56-44F9-4E0D-8BE2-D93773C307C1}"/>
              </a:ext>
            </a:extLst>
          </p:cNvPr>
          <p:cNvSpPr/>
          <p:nvPr/>
        </p:nvSpPr>
        <p:spPr>
          <a:xfrm>
            <a:off x="9585630" y="2031748"/>
            <a:ext cx="648516" cy="3888433"/>
          </a:xfrm>
          <a:prstGeom prst="up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</a:rPr>
              <a:t>Bottom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</a:rPr>
              <a:t>Up</a:t>
            </a:r>
          </a:p>
        </p:txBody>
      </p:sp>
      <p:sp>
        <p:nvSpPr>
          <p:cNvPr id="18" name="Rounded Rectangle 2">
            <a:extLst>
              <a:ext uri="{FF2B5EF4-FFF2-40B4-BE49-F238E27FC236}">
                <a16:creationId xmlns:a16="http://schemas.microsoft.com/office/drawing/2014/main" id="{3E9E738F-6191-4BD0-8504-2E41C2458CEC}"/>
              </a:ext>
            </a:extLst>
          </p:cNvPr>
          <p:cNvSpPr/>
          <p:nvPr/>
        </p:nvSpPr>
        <p:spPr>
          <a:xfrm>
            <a:off x="8386505" y="1173732"/>
            <a:ext cx="3046767" cy="769649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</a:rPr>
              <a:t>Normalisation</a:t>
            </a:r>
          </a:p>
          <a:p>
            <a:pPr algn="ctr">
              <a:defRPr/>
            </a:pPr>
            <a:r>
              <a:rPr lang="en-ZA" dirty="0">
                <a:solidFill>
                  <a:prstClr val="white"/>
                </a:solidFill>
                <a:latin typeface="Tw Cen MT" panose="020B0602020104020603" pitchFamily="34" charset="0"/>
              </a:rPr>
              <a:t>Data elements to data sets</a:t>
            </a:r>
          </a:p>
        </p:txBody>
      </p:sp>
      <p:sp>
        <p:nvSpPr>
          <p:cNvPr id="19" name="Rounded Rectangle 9">
            <a:extLst>
              <a:ext uri="{FF2B5EF4-FFF2-40B4-BE49-F238E27FC236}">
                <a16:creationId xmlns:a16="http://schemas.microsoft.com/office/drawing/2014/main" id="{FBD23557-CBDC-4E59-A066-DDD54FA00E5A}"/>
              </a:ext>
            </a:extLst>
          </p:cNvPr>
          <p:cNvSpPr/>
          <p:nvPr/>
        </p:nvSpPr>
        <p:spPr>
          <a:xfrm>
            <a:off x="480661" y="1209346"/>
            <a:ext cx="3046834" cy="769649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 modelling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dirty="0">
                <a:solidFill>
                  <a:prstClr val="white"/>
                </a:solidFill>
                <a:latin typeface="Calibri" panose="020F0502020204030204"/>
              </a:rPr>
              <a:t>Data sets to data elements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480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5BDDA-534E-463F-813A-0CA43E7ED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361" y="2032000"/>
            <a:ext cx="4627636" cy="2290618"/>
          </a:xfrm>
        </p:spPr>
        <p:txBody>
          <a:bodyPr/>
          <a:lstStyle/>
          <a:p>
            <a:r>
              <a:rPr lang="en-ZA" sz="4000" dirty="0"/>
              <a:t>Design:</a:t>
            </a:r>
            <a:br>
              <a:rPr lang="en-ZA" sz="4000" dirty="0"/>
            </a:br>
            <a:r>
              <a:rPr lang="en-ZA" sz="4000" dirty="0"/>
              <a:t>Centralised or decentralised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73BEA-A1CB-4AFF-BC4D-BAAEC754B94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134545" y="6648706"/>
            <a:ext cx="2378438" cy="187367"/>
          </a:xfrm>
        </p:spPr>
        <p:txBody>
          <a:bodyPr/>
          <a:lstStyle/>
          <a:p>
            <a:r>
              <a:rPr lang="en-US" noProof="0" dirty="0">
                <a:solidFill>
                  <a:schemeClr val="bg1">
                    <a:lumMod val="85000"/>
                  </a:schemeClr>
                </a:solidFill>
              </a:rPr>
              <a:t>Chapter 10 &amp; 11 - Database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D517C-9089-40EE-860C-C2D7AABBBAD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8</a:t>
            </a:fld>
            <a:endParaRPr lang="en-US" noProof="0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5CB36593-2E70-458A-AB41-B8F44BB202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681105"/>
              </p:ext>
            </p:extLst>
          </p:nvPr>
        </p:nvGraphicFramePr>
        <p:xfrm>
          <a:off x="5082127" y="751659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460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5BDDA-534E-463F-813A-0CA43E7ED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ZA" dirty="0"/>
              <a:t>Aggregation issues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73BEA-A1CB-4AFF-BC4D-BAAEC754B94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217025" y="6656387"/>
            <a:ext cx="2378075" cy="187325"/>
          </a:xfrm>
        </p:spPr>
        <p:txBody>
          <a:bodyPr/>
          <a:lstStyle/>
          <a:p>
            <a:r>
              <a:rPr lang="en-US" noProof="0" dirty="0">
                <a:solidFill>
                  <a:schemeClr val="bg1">
                    <a:lumMod val="85000"/>
                  </a:schemeClr>
                </a:solidFill>
              </a:rPr>
              <a:t>Chapter 10 &amp; 11 - Database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D517C-9089-40EE-860C-C2D7AABBBAD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9</a:t>
            </a:fld>
            <a:endParaRPr lang="en-US" noProof="0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384954E6-411D-4B00-A709-980382105E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2134640"/>
              </p:ext>
            </p:extLst>
          </p:nvPr>
        </p:nvGraphicFramePr>
        <p:xfrm>
          <a:off x="838200" y="1317586"/>
          <a:ext cx="10515600" cy="46295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6621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2C89C1-A8B4-4A67-AE85-159F3089E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Conceptual design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402A4FF-C88F-4D90-A8DB-D4A3F92AE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defTabSz="804672">
              <a:spcBef>
                <a:spcPts val="88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ZA" sz="2400" kern="1200" dirty="0"/>
              <a:t>Independent of software and hardware</a:t>
            </a:r>
          </a:p>
          <a:p>
            <a:pPr defTabSz="804672">
              <a:spcBef>
                <a:spcPts val="88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ZA" sz="2400" kern="1200" dirty="0"/>
              <a:t>Output of conceptual design is conceptual data model</a:t>
            </a:r>
          </a:p>
          <a:p>
            <a:pPr marL="745236" lvl="1" indent="-342900" defTabSz="804672">
              <a:spcBef>
                <a:spcPts val="44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ZA" sz="2200" kern="1200" dirty="0"/>
              <a:t>Main data entities, attributes, relationships, constraints</a:t>
            </a:r>
          </a:p>
          <a:p>
            <a:pPr defTabSz="804672">
              <a:spcBef>
                <a:spcPts val="88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ZA" sz="2400" kern="1200" dirty="0"/>
              <a:t>Minimum data rule</a:t>
            </a:r>
          </a:p>
          <a:p>
            <a:pPr marL="745236" lvl="1" indent="-342900" defTabSz="804672">
              <a:spcBef>
                <a:spcPts val="44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ZA" sz="2200" b="1" i="1" kern="1200" dirty="0">
                <a:solidFill>
                  <a:srgbClr val="C00000"/>
                </a:solidFill>
              </a:rPr>
              <a:t>All that is needed is there, and all that is there is needed</a:t>
            </a:r>
          </a:p>
          <a:p>
            <a:pPr defTabSz="804672">
              <a:spcBef>
                <a:spcPts val="88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ZA" sz="2400" kern="1200" dirty="0"/>
              <a:t>Steps you have already used</a:t>
            </a:r>
          </a:p>
          <a:p>
            <a:pPr marL="745236" lvl="1" indent="-342900" defTabSz="804672">
              <a:spcBef>
                <a:spcPts val="44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ZA" sz="2200" kern="1200" dirty="0"/>
              <a:t>Data analysis and requirements</a:t>
            </a:r>
          </a:p>
          <a:p>
            <a:pPr marL="745236" lvl="1" indent="-342900" defTabSz="804672">
              <a:spcBef>
                <a:spcPts val="44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ZA" sz="2200" kern="1200" dirty="0"/>
              <a:t>ER modelling and normalisation</a:t>
            </a:r>
          </a:p>
          <a:p>
            <a:endParaRPr lang="en-ZA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62AEBF-1DC4-4CF7-BBF4-CB0C482414D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884629" y="6645329"/>
            <a:ext cx="2709771" cy="194671"/>
          </a:xfrm>
        </p:spPr>
        <p:txBody>
          <a:bodyPr/>
          <a:lstStyle/>
          <a:p>
            <a:r>
              <a:rPr lang="en-US" noProof="0" dirty="0">
                <a:solidFill>
                  <a:schemeClr val="bg1">
                    <a:lumMod val="85000"/>
                  </a:schemeClr>
                </a:solidFill>
              </a:rPr>
              <a:t>Chapter 10 &amp; 11 - Database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A6BF7-85DA-4B1F-9354-869791624E4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10</a:t>
            </a:fld>
            <a:endParaRPr lang="en-US" noProof="0"/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8C4CDCA9-EA2A-4BF0-9DC3-4DD37636A9D4}"/>
              </a:ext>
            </a:extLst>
          </p:cNvPr>
          <p:cNvSpPr/>
          <p:nvPr/>
        </p:nvSpPr>
        <p:spPr>
          <a:xfrm>
            <a:off x="7888429" y="1872926"/>
            <a:ext cx="3943571" cy="1883403"/>
          </a:xfrm>
          <a:prstGeom prst="roundRect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046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 design accomplished by design teams</a:t>
            </a:r>
          </a:p>
          <a:p>
            <a:pPr marL="251460" marR="0" lvl="0" indent="-251460" algn="l" defTabSz="8046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Naming standards defined, documented and enforced</a:t>
            </a:r>
          </a:p>
          <a:p>
            <a:pPr marL="251460" marR="0" lvl="0" indent="-251460" algn="l" defTabSz="8046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Proper documentation is crucial</a:t>
            </a:r>
          </a:p>
        </p:txBody>
      </p:sp>
    </p:spTree>
    <p:extLst>
      <p:ext uri="{BB962C8B-B14F-4D97-AF65-F5344CB8AC3E}">
        <p14:creationId xmlns:p14="http://schemas.microsoft.com/office/powerpoint/2010/main" val="135553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44059-35FC-423A-AD0D-5E2BEBA06E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884629" y="6632165"/>
            <a:ext cx="2709771" cy="194671"/>
          </a:xfrm>
        </p:spPr>
        <p:txBody>
          <a:bodyPr/>
          <a:lstStyle/>
          <a:p>
            <a:r>
              <a:rPr lang="en-US" noProof="0" dirty="0">
                <a:solidFill>
                  <a:schemeClr val="bg1">
                    <a:lumMod val="85000"/>
                  </a:schemeClr>
                </a:solidFill>
              </a:rPr>
              <a:t>Chapter 10 &amp; 11 - Database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5FCD8-3BD8-4E5C-99F2-8F01ECCA10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11</a:t>
            </a:fld>
            <a:endParaRPr lang="en-US" noProof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459DD03-113B-456E-B6A6-E3646CF4F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056255"/>
              </p:ext>
            </p:extLst>
          </p:nvPr>
        </p:nvGraphicFramePr>
        <p:xfrm>
          <a:off x="425249" y="370701"/>
          <a:ext cx="6556536" cy="5815034"/>
        </p:xfrm>
        <a:graphic>
          <a:graphicData uri="http://schemas.openxmlformats.org/drawingml/2006/table">
            <a:tbl>
              <a:tblPr firstRow="1" firstCol="1" bandRow="1">
                <a:tableStyleId>{2A488322-F2BA-4B5B-9748-0D474271808F}</a:tableStyleId>
              </a:tblPr>
              <a:tblGrid>
                <a:gridCol w="1449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4558">
                <a:tc>
                  <a:txBody>
                    <a:bodyPr/>
                    <a:lstStyle/>
                    <a:p>
                      <a:r>
                        <a:rPr lang="en-ZA" sz="2400" cap="none" spc="0" dirty="0"/>
                        <a:t>Step</a:t>
                      </a:r>
                      <a:endParaRPr lang="en-ZA" sz="2400" b="0" cap="none" spc="0" dirty="0">
                        <a:solidFill>
                          <a:schemeClr val="bg1"/>
                        </a:solidFill>
                        <a:latin typeface="Tw Cen MT" panose="020B0602020104020603" pitchFamily="34" charset="0"/>
                      </a:endParaRPr>
                    </a:p>
                  </a:txBody>
                  <a:tcPr marL="204491" marR="330021" marT="157301" marB="157301" anchor="ctr"/>
                </a:tc>
                <a:tc>
                  <a:txBody>
                    <a:bodyPr/>
                    <a:lstStyle/>
                    <a:p>
                      <a:r>
                        <a:rPr lang="en-ZA" sz="2400" cap="none" spc="0" dirty="0"/>
                        <a:t>Activity</a:t>
                      </a:r>
                      <a:endParaRPr lang="en-ZA" sz="2400" b="0" cap="none" spc="0" dirty="0">
                        <a:solidFill>
                          <a:schemeClr val="bg1"/>
                        </a:solidFill>
                        <a:latin typeface="Tw Cen MT" panose="020B0602020104020603" pitchFamily="34" charset="0"/>
                      </a:endParaRPr>
                    </a:p>
                  </a:txBody>
                  <a:tcPr marL="204491" marR="330021" marT="157301" marB="15730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558">
                <a:tc>
                  <a:txBody>
                    <a:bodyPr/>
                    <a:lstStyle/>
                    <a:p>
                      <a:pPr algn="ctr"/>
                      <a:r>
                        <a:rPr lang="en-ZA" sz="2400" cap="none" spc="0" dirty="0"/>
                        <a:t>1</a:t>
                      </a:r>
                      <a:endParaRPr lang="en-ZA" sz="2400" cap="none" spc="0" dirty="0">
                        <a:solidFill>
                          <a:schemeClr val="tx2"/>
                        </a:solidFill>
                        <a:latin typeface="Tw Cen MT" panose="020B0602020104020603" pitchFamily="34" charset="0"/>
                      </a:endParaRPr>
                    </a:p>
                  </a:txBody>
                  <a:tcPr marL="204491" marR="330021" marT="157301" marB="157301"/>
                </a:tc>
                <a:tc>
                  <a:txBody>
                    <a:bodyPr/>
                    <a:lstStyle/>
                    <a:p>
                      <a:r>
                        <a:rPr lang="en-ZA" sz="2400" cap="none" spc="0" dirty="0"/>
                        <a:t>Map strong entities</a:t>
                      </a:r>
                      <a:endParaRPr lang="en-ZA" sz="2400" cap="none" spc="0" dirty="0">
                        <a:solidFill>
                          <a:schemeClr val="tx1"/>
                        </a:solidFill>
                        <a:latin typeface="Tw Cen MT" panose="020B0602020104020603" pitchFamily="34" charset="0"/>
                      </a:endParaRPr>
                    </a:p>
                  </a:txBody>
                  <a:tcPr marL="204491" marR="330021" marT="157301" marB="15730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558">
                <a:tc>
                  <a:txBody>
                    <a:bodyPr/>
                    <a:lstStyle/>
                    <a:p>
                      <a:pPr marL="0" marR="0" indent="0" algn="ctr" defTabSz="4570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 cap="none" spc="0" dirty="0"/>
                        <a:t>2</a:t>
                      </a:r>
                      <a:endParaRPr lang="en-ZA" sz="2400" cap="none" spc="0" dirty="0">
                        <a:solidFill>
                          <a:schemeClr val="tx2"/>
                        </a:solidFill>
                        <a:latin typeface="Tw Cen MT" panose="020B0602020104020603" pitchFamily="34" charset="0"/>
                      </a:endParaRPr>
                    </a:p>
                  </a:txBody>
                  <a:tcPr marL="204491" marR="330021" marT="157301" marB="157301"/>
                </a:tc>
                <a:tc>
                  <a:txBody>
                    <a:bodyPr/>
                    <a:lstStyle/>
                    <a:p>
                      <a:r>
                        <a:rPr lang="en-ZA" sz="2400" cap="none" spc="0" dirty="0"/>
                        <a:t>Map weak entities</a:t>
                      </a:r>
                      <a:endParaRPr lang="en-ZA" sz="2400" cap="none" spc="0" dirty="0">
                        <a:solidFill>
                          <a:schemeClr val="tx1"/>
                        </a:solidFill>
                        <a:latin typeface="Tw Cen MT" panose="020B0602020104020603" pitchFamily="34" charset="0"/>
                      </a:endParaRPr>
                    </a:p>
                  </a:txBody>
                  <a:tcPr marL="204491" marR="330021" marT="157301" marB="15730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4558">
                <a:tc>
                  <a:txBody>
                    <a:bodyPr/>
                    <a:lstStyle/>
                    <a:p>
                      <a:pPr marL="0" marR="0" indent="0" algn="ctr" defTabSz="4570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 cap="none" spc="0" dirty="0"/>
                        <a:t>3</a:t>
                      </a:r>
                      <a:endParaRPr lang="en-ZA" sz="2400" cap="none" spc="0" dirty="0">
                        <a:solidFill>
                          <a:schemeClr val="tx2"/>
                        </a:solidFill>
                        <a:latin typeface="Tw Cen MT" panose="020B0602020104020603" pitchFamily="34" charset="0"/>
                      </a:endParaRPr>
                    </a:p>
                  </a:txBody>
                  <a:tcPr marL="204491" marR="330021" marT="157301" marB="157301"/>
                </a:tc>
                <a:tc>
                  <a:txBody>
                    <a:bodyPr/>
                    <a:lstStyle/>
                    <a:p>
                      <a:r>
                        <a:rPr lang="en-ZA" sz="2400" cap="none" spc="0" dirty="0"/>
                        <a:t>Map multi-valued attributes</a:t>
                      </a:r>
                      <a:endParaRPr lang="en-ZA" sz="2400" cap="none" spc="0" dirty="0">
                        <a:solidFill>
                          <a:schemeClr val="tx1"/>
                        </a:solidFill>
                        <a:latin typeface="Tw Cen MT" panose="020B0602020104020603" pitchFamily="34" charset="0"/>
                      </a:endParaRPr>
                    </a:p>
                  </a:txBody>
                  <a:tcPr marL="204491" marR="330021" marT="157301" marB="1573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4558">
                <a:tc>
                  <a:txBody>
                    <a:bodyPr/>
                    <a:lstStyle/>
                    <a:p>
                      <a:pPr marL="0" marR="0" indent="0" algn="ctr" defTabSz="4570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 cap="none" spc="0" dirty="0"/>
                        <a:t>4</a:t>
                      </a:r>
                      <a:endParaRPr lang="en-ZA" sz="2400" cap="none" spc="0" dirty="0">
                        <a:solidFill>
                          <a:schemeClr val="tx2"/>
                        </a:solidFill>
                        <a:latin typeface="Tw Cen MT" panose="020B0602020104020603" pitchFamily="34" charset="0"/>
                      </a:endParaRPr>
                    </a:p>
                  </a:txBody>
                  <a:tcPr marL="204491" marR="330021" marT="157301" marB="157301"/>
                </a:tc>
                <a:tc>
                  <a:txBody>
                    <a:bodyPr/>
                    <a:lstStyle/>
                    <a:p>
                      <a:pPr marL="0" marR="0" indent="0" algn="l" defTabSz="4570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 cap="none" spc="0" dirty="0"/>
                        <a:t>Map binary relationships</a:t>
                      </a:r>
                      <a:endParaRPr lang="en-ZA" sz="2400" cap="none" spc="0" dirty="0">
                        <a:solidFill>
                          <a:schemeClr val="tx1"/>
                        </a:solidFill>
                        <a:latin typeface="Tw Cen MT" panose="020B0602020104020603" pitchFamily="34" charset="0"/>
                      </a:endParaRPr>
                    </a:p>
                  </a:txBody>
                  <a:tcPr marL="204491" marR="330021" marT="157301" marB="1573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4558">
                <a:tc>
                  <a:txBody>
                    <a:bodyPr/>
                    <a:lstStyle/>
                    <a:p>
                      <a:pPr marL="0" marR="0" indent="0" algn="ctr" defTabSz="4570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 cap="none" spc="0" dirty="0"/>
                        <a:t>5</a:t>
                      </a:r>
                      <a:endParaRPr lang="en-ZA" sz="2400" cap="none" spc="0" dirty="0">
                        <a:solidFill>
                          <a:schemeClr val="tx2"/>
                        </a:solidFill>
                        <a:latin typeface="Tw Cen MT" panose="020B0602020104020603" pitchFamily="34" charset="0"/>
                      </a:endParaRPr>
                    </a:p>
                  </a:txBody>
                  <a:tcPr marL="204491" marR="330021" marT="157301" marB="157301"/>
                </a:tc>
                <a:tc>
                  <a:txBody>
                    <a:bodyPr/>
                    <a:lstStyle/>
                    <a:p>
                      <a:pPr marL="0" marR="0" indent="0" algn="l" defTabSz="4570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 cap="none" spc="0" dirty="0"/>
                        <a:t>Map higher-degree relationships</a:t>
                      </a:r>
                      <a:endParaRPr lang="en-ZA" sz="2400" cap="none" spc="0" dirty="0">
                        <a:solidFill>
                          <a:schemeClr val="tx1"/>
                        </a:solidFill>
                        <a:latin typeface="Tw Cen MT" panose="020B0602020104020603" pitchFamily="34" charset="0"/>
                      </a:endParaRPr>
                    </a:p>
                  </a:txBody>
                  <a:tcPr marL="204491" marR="330021" marT="157301" marB="15730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4558">
                <a:tc>
                  <a:txBody>
                    <a:bodyPr/>
                    <a:lstStyle/>
                    <a:p>
                      <a:pPr algn="ctr"/>
                      <a:r>
                        <a:rPr lang="en-ZA" sz="2400" cap="none" spc="0" dirty="0"/>
                        <a:t>6</a:t>
                      </a:r>
                      <a:endParaRPr lang="en-ZA" sz="2400" cap="none" spc="0" dirty="0">
                        <a:solidFill>
                          <a:schemeClr val="tx2"/>
                        </a:solidFill>
                        <a:latin typeface="Tw Cen MT" panose="020B0602020104020603" pitchFamily="34" charset="0"/>
                      </a:endParaRPr>
                    </a:p>
                  </a:txBody>
                  <a:tcPr marL="204491" marR="330021" marT="157301" marB="157301"/>
                </a:tc>
                <a:tc>
                  <a:txBody>
                    <a:bodyPr/>
                    <a:lstStyle/>
                    <a:p>
                      <a:pPr marL="0" marR="0" indent="0" algn="l" defTabSz="4570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 cap="none" spc="0" dirty="0"/>
                        <a:t>Map supertype/subtypes</a:t>
                      </a:r>
                      <a:endParaRPr lang="en-ZA" sz="2400" cap="none" spc="0" dirty="0">
                        <a:solidFill>
                          <a:schemeClr val="tx1"/>
                        </a:solidFill>
                        <a:latin typeface="Tw Cen MT" panose="020B0602020104020603" pitchFamily="34" charset="0"/>
                      </a:endParaRPr>
                    </a:p>
                  </a:txBody>
                  <a:tcPr marL="204491" marR="330021" marT="157301" marB="157301"/>
                </a:tc>
                <a:extLst>
                  <a:ext uri="{0D108BD9-81ED-4DB2-BD59-A6C34878D82A}">
                    <a16:rowId xmlns:a16="http://schemas.microsoft.com/office/drawing/2014/main" val="3054414785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1D60951A-E3ED-48CD-8B50-780CEFCA9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2988" y="1143581"/>
            <a:ext cx="4657147" cy="4669616"/>
          </a:xfrm>
          <a:prstGeom prst="ellipse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Creating Logical data model – activities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86915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1C8C5-C008-4E0D-99B5-09D55F001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Re-cap on logical (implementation) design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F721C-5C36-4050-81E8-99CAF930F0E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Chapter 10 &amp; 11 - Database Design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1FA97-19CE-4956-93C1-7FE598EC43B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12</a:t>
            </a:fld>
            <a:endParaRPr lang="en-US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70E0E1-83EB-455D-881D-84AC79DA7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73" y="900000"/>
            <a:ext cx="3782538" cy="21276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DBC0E9-2E2A-4307-B1F8-2E76090C7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032" y="886877"/>
            <a:ext cx="3855936" cy="21539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0C054B-A3CF-4D8E-BFF2-E13505180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3172" y="886876"/>
            <a:ext cx="3807155" cy="21408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A0BDD0-DFC4-4311-BF31-71828978B3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055" y="3830323"/>
            <a:ext cx="3807156" cy="21318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6DDCDE3-301A-4C3F-989B-48ECECC439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8032" y="3830323"/>
            <a:ext cx="3855936" cy="21324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3461508-B27A-4338-8E2C-D9B0A939CC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3172" y="3838674"/>
            <a:ext cx="3812298" cy="21324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5362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B7D2-E6C8-416C-B251-02CD34574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ZA" sz="3200" dirty="0"/>
              <a:t>Physical design: high index selectivity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60260-E5CE-450B-8D5B-C1BCCAF089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2024781"/>
            <a:ext cx="5758544" cy="4137189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Tw Cen MT" panose="020B0602020104020603" pitchFamily="34" charset="0"/>
              </a:rPr>
              <a:t>Create index for single (i.e. not aggregated) attributes in</a:t>
            </a:r>
          </a:p>
          <a:p>
            <a:pPr marL="228600" lvl="1"/>
            <a:r>
              <a:rPr lang="en-GB" sz="2200" dirty="0">
                <a:latin typeface="Tw Cen MT" panose="020B0602020104020603" pitchFamily="34" charset="0"/>
              </a:rPr>
              <a:t>WHERE or HAVING or GROUP BY or ORDER BY</a:t>
            </a:r>
          </a:p>
          <a:p>
            <a:r>
              <a:rPr lang="en-GB" sz="2400" dirty="0">
                <a:latin typeface="Tw Cen MT" panose="020B0602020104020603" pitchFamily="34" charset="0"/>
              </a:rPr>
              <a:t>Index used when </a:t>
            </a:r>
          </a:p>
          <a:p>
            <a:pPr marL="228600" lvl="1"/>
            <a:r>
              <a:rPr lang="en-GB" sz="2200" dirty="0">
                <a:latin typeface="Tw Cen MT" panose="020B0602020104020603" pitchFamily="34" charset="0"/>
              </a:rPr>
              <a:t>Attribute is PK or FK</a:t>
            </a:r>
          </a:p>
          <a:p>
            <a:pPr marL="228600" lvl="1"/>
            <a:r>
              <a:rPr lang="en-GB" sz="2200" dirty="0">
                <a:latin typeface="Tw Cen MT" panose="020B0602020104020603" pitchFamily="34" charset="0"/>
              </a:rPr>
              <a:t>MAX or MIN function applied to indexed column</a:t>
            </a:r>
          </a:p>
          <a:p>
            <a:pPr marL="228600" lvl="1"/>
            <a:r>
              <a:rPr lang="en-GB" sz="2200" dirty="0">
                <a:latin typeface="Tw Cen MT" panose="020B0602020104020603" pitchFamily="34" charset="0"/>
              </a:rPr>
              <a:t>Data sparsity on indexed column is high (</a:t>
            </a:r>
            <a:r>
              <a:rPr lang="en-GB" sz="2200" b="1" i="1" dirty="0">
                <a:solidFill>
                  <a:srgbClr val="C00000"/>
                </a:solidFill>
                <a:latin typeface="Tw Cen MT" panose="020B0602020104020603" pitchFamily="34" charset="0"/>
              </a:rPr>
              <a:t>many different values</a:t>
            </a:r>
            <a:r>
              <a:rPr lang="en-GB" sz="2200" dirty="0">
                <a:latin typeface="Tw Cen MT" panose="020B0602020104020603" pitchFamily="34" charset="0"/>
              </a:rPr>
              <a:t>)</a:t>
            </a:r>
          </a:p>
          <a:p>
            <a:pPr marL="228600" lvl="1"/>
            <a:r>
              <a:rPr lang="en-GB" sz="2200" dirty="0">
                <a:latin typeface="Tw Cen MT" panose="020B0602020104020603" pitchFamily="34" charset="0"/>
              </a:rPr>
              <a:t>Join column other than PK/FK</a:t>
            </a:r>
            <a:endParaRPr lang="en-ZA" dirty="0">
              <a:latin typeface="Tw Cen MT" panose="020B0602020104020603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AEA5F-00A1-44DA-BD5F-0101ECC8B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10 &amp; 11 - Database Design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60F7B-49D2-4EEA-98A1-6BE22E5EF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7" descr="A picture containing indoor, close, pan&#10;&#10;Description automatically generated">
            <a:extLst>
              <a:ext uri="{FF2B5EF4-FFF2-40B4-BE49-F238E27FC236}">
                <a16:creationId xmlns:a16="http://schemas.microsoft.com/office/drawing/2014/main" id="{7B9BBFC1-3267-48E6-9216-5947AB6411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32875" b="-1"/>
          <a:stretch/>
        </p:blipFill>
        <p:spPr>
          <a:xfrm>
            <a:off x="6954981" y="1531215"/>
            <a:ext cx="5003534" cy="47956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F743BD-525B-4BF3-B386-418748E68E70}"/>
              </a:ext>
            </a:extLst>
          </p:cNvPr>
          <p:cNvSpPr txBox="1"/>
          <p:nvPr/>
        </p:nvSpPr>
        <p:spPr>
          <a:xfrm>
            <a:off x="8368145" y="6126854"/>
            <a:ext cx="359037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 by Unknown author is licensed under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5689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3258E52-044B-4E13-B71E-058537B42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Assignment feedback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7EFA3D4-B45D-421E-B255-AB9523CE90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F672043-F526-41FE-937D-27C30A178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sz="2400" dirty="0"/>
              <a:t>Three ways to implement</a:t>
            </a:r>
          </a:p>
          <a:p>
            <a:pPr lvl="1"/>
            <a:r>
              <a:rPr lang="en-ZA" sz="2000" dirty="0"/>
              <a:t>Need to refer to the tables, PKs and FKs</a:t>
            </a:r>
          </a:p>
          <a:p>
            <a:pPr lvl="2"/>
            <a:r>
              <a:rPr lang="en-ZA" sz="1800" dirty="0"/>
              <a:t>Carefully think about redundancy; don’t simply believe AI</a:t>
            </a:r>
          </a:p>
          <a:p>
            <a:pPr lvl="2"/>
            <a:r>
              <a:rPr lang="en-ZA" sz="1800" dirty="0"/>
              <a:t>Consider subtype discriminator; potential NULLs</a:t>
            </a:r>
          </a:p>
          <a:p>
            <a:pPr lvl="1"/>
            <a:r>
              <a:rPr lang="en-ZA" sz="2000" dirty="0"/>
              <a:t>Most appropriate – only based on what you were given </a:t>
            </a:r>
          </a:p>
          <a:p>
            <a:r>
              <a:rPr lang="en-ZA" sz="2400" dirty="0"/>
              <a:t>Create partial solution for Member and Dependant</a:t>
            </a:r>
          </a:p>
          <a:p>
            <a:pPr lvl="1"/>
            <a:r>
              <a:rPr lang="en-ZA" sz="2000" dirty="0"/>
              <a:t>Not atomic (i.e. you had a composite attribute) – needs to be a simple attribute</a:t>
            </a:r>
          </a:p>
          <a:p>
            <a:endParaRPr lang="en-ZA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CB930-8DE6-4C13-B068-A53B7747003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884629" y="6632165"/>
            <a:ext cx="2709771" cy="194671"/>
          </a:xfrm>
        </p:spPr>
        <p:txBody>
          <a:bodyPr/>
          <a:lstStyle/>
          <a:p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Chapter 10 &amp; 11 - Database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7264D-91AE-4BA8-9D12-761C5E71DC0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14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4AEEC7-7F87-4690-AD0A-E2F93DE42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914" y="4031810"/>
            <a:ext cx="7210886" cy="2697690"/>
          </a:xfrm>
          <a:prstGeom prst="rect">
            <a:avLst/>
          </a:prstGeom>
        </p:spPr>
      </p:pic>
      <p:sp>
        <p:nvSpPr>
          <p:cNvPr id="12" name="Arrow: Bent 11">
            <a:extLst>
              <a:ext uri="{FF2B5EF4-FFF2-40B4-BE49-F238E27FC236}">
                <a16:creationId xmlns:a16="http://schemas.microsoft.com/office/drawing/2014/main" id="{891EE307-4643-46FA-8D77-C56D803ECA1A}"/>
              </a:ext>
            </a:extLst>
          </p:cNvPr>
          <p:cNvSpPr/>
          <p:nvPr/>
        </p:nvSpPr>
        <p:spPr>
          <a:xfrm rot="10800000" flipH="1">
            <a:off x="3901023" y="4031809"/>
            <a:ext cx="601891" cy="1935511"/>
          </a:xfrm>
          <a:prstGeom prst="ben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92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83BB2-5C08-0252-DDF4-014310E3B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4000" dirty="0"/>
              <a:t>Semester test 2 – first notice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6BE155-4076-9DB5-3EFF-685F54976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800" dirty="0"/>
              <a:t>Schedule:</a:t>
            </a:r>
          </a:p>
          <a:p>
            <a:pPr marL="0" indent="0">
              <a:buNone/>
            </a:pPr>
            <a:endParaRPr lang="en-ZA" sz="2800" dirty="0"/>
          </a:p>
          <a:p>
            <a:pPr marL="0" indent="0">
              <a:buNone/>
            </a:pPr>
            <a:endParaRPr lang="en-ZA" sz="2800" dirty="0"/>
          </a:p>
          <a:p>
            <a:r>
              <a:rPr lang="en-US" sz="2400" dirty="0"/>
              <a:t>Tuesday, 12 May</a:t>
            </a:r>
          </a:p>
          <a:p>
            <a:pPr lvl="1"/>
            <a:r>
              <a:rPr lang="en-US" sz="2000" dirty="0"/>
              <a:t>May bring in ONE page (double sided) hand written (no photocopies) notes</a:t>
            </a:r>
          </a:p>
          <a:p>
            <a:r>
              <a:rPr lang="en-ZA" sz="2400" dirty="0"/>
              <a:t>2-hour test, 60 marks</a:t>
            </a:r>
          </a:p>
          <a:p>
            <a:r>
              <a:rPr lang="en-ZA" sz="2400" dirty="0"/>
              <a:t>Time to be confirmed – depends on lab availability (venues shared with another module this time)</a:t>
            </a:r>
          </a:p>
          <a:p>
            <a:endParaRPr lang="en-ZA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6114D5-FB0F-4DB3-7A20-8CD35542F05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15</a:t>
            </a:fld>
            <a:endParaRPr lang="en-US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4ECE32-B211-45E4-A0E8-9E2D3A3875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90"/>
          <a:stretch/>
        </p:blipFill>
        <p:spPr>
          <a:xfrm>
            <a:off x="1888321" y="1382981"/>
            <a:ext cx="9663360" cy="1120073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C3C8EC4-D339-4E77-B14D-26282BF38C0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884629" y="6641402"/>
            <a:ext cx="2709771" cy="194671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Chapter 10 &amp; 11 - Database Design</a:t>
            </a:r>
          </a:p>
        </p:txBody>
      </p:sp>
    </p:spTree>
    <p:extLst>
      <p:ext uri="{BB962C8B-B14F-4D97-AF65-F5344CB8AC3E}">
        <p14:creationId xmlns:p14="http://schemas.microsoft.com/office/powerpoint/2010/main" val="938558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B7D2-E6C8-416C-B251-02CD34574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73" y="36512"/>
            <a:ext cx="10515600" cy="1327150"/>
          </a:xfrm>
        </p:spPr>
        <p:txBody>
          <a:bodyPr/>
          <a:lstStyle/>
          <a:p>
            <a:pPr algn="l"/>
            <a:r>
              <a:rPr lang="en-ZA" dirty="0"/>
              <a:t>Database design class example – 07:45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60260-E5CE-450B-8D5B-C1BCCAF089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382" y="1754909"/>
            <a:ext cx="5800581" cy="4407766"/>
          </a:xfrm>
        </p:spPr>
        <p:txBody>
          <a:bodyPr>
            <a:normAutofit/>
          </a:bodyPr>
          <a:lstStyle/>
          <a:p>
            <a:r>
              <a:rPr lang="en-ZA" sz="2400" dirty="0">
                <a:latin typeface="Tw Cen MT" panose="020B0602020104020603" pitchFamily="34" charset="0"/>
              </a:rPr>
              <a:t>Design a database to handle data on </a:t>
            </a:r>
            <a:r>
              <a:rPr lang="en-US" sz="2400" dirty="0">
                <a:latin typeface="Tw Cen MT" panose="020B0602020104020603" pitchFamily="34" charset="0"/>
              </a:rPr>
              <a:t>the form</a:t>
            </a:r>
          </a:p>
          <a:p>
            <a:r>
              <a:rPr lang="en-ZA" sz="2400" dirty="0">
                <a:latin typeface="Tw Cen MT" panose="020B0602020104020603" pitchFamily="34" charset="0"/>
              </a:rPr>
              <a:t>Read scenario</a:t>
            </a:r>
          </a:p>
          <a:p>
            <a:r>
              <a:rPr lang="en-ZA" sz="2400" dirty="0">
                <a:latin typeface="Tw Cen MT" panose="020B0602020104020603" pitchFamily="34" charset="0"/>
              </a:rPr>
              <a:t>What are main entities involved?</a:t>
            </a:r>
            <a:endParaRPr lang="en-US" sz="2400" dirty="0">
              <a:latin typeface="Tw Cen MT" panose="020B0602020104020603" pitchFamily="34" charset="0"/>
            </a:endParaRPr>
          </a:p>
          <a:p>
            <a:pPr marL="228600" lvl="1"/>
            <a:r>
              <a:rPr lang="en-ZA" sz="2400" dirty="0">
                <a:latin typeface="Tw Cen MT" panose="020B0602020104020603" pitchFamily="34" charset="0"/>
              </a:rPr>
              <a:t>Relationships</a:t>
            </a:r>
            <a:endParaRPr lang="en-US" sz="2400" dirty="0">
              <a:latin typeface="Tw Cen MT" panose="020B0602020104020603" pitchFamily="34" charset="0"/>
            </a:endParaRPr>
          </a:p>
          <a:p>
            <a:pPr marL="228600" lvl="1"/>
            <a:r>
              <a:rPr lang="en-ZA" sz="2400" dirty="0">
                <a:latin typeface="Tw Cen MT" panose="020B0602020104020603" pitchFamily="34" charset="0"/>
              </a:rPr>
              <a:t>PK / FK</a:t>
            </a:r>
            <a:endParaRPr lang="en-US" sz="2400" dirty="0">
              <a:latin typeface="Tw Cen MT" panose="020B0602020104020603" pitchFamily="34" charset="0"/>
            </a:endParaRPr>
          </a:p>
          <a:p>
            <a:pPr marL="228600" lvl="1"/>
            <a:r>
              <a:rPr lang="en-ZA" sz="2400" dirty="0">
                <a:latin typeface="Tw Cen MT" panose="020B0602020104020603" pitchFamily="34" charset="0"/>
              </a:rPr>
              <a:t>Normalise entities</a:t>
            </a:r>
          </a:p>
          <a:p>
            <a:pPr marL="228600" lvl="1"/>
            <a:r>
              <a:rPr lang="en-ZA" sz="2400" dirty="0">
                <a:latin typeface="Tw Cen MT" panose="020B0602020104020603" pitchFamily="34" charset="0"/>
              </a:rPr>
              <a:t>Verification – add additional entities where appropriate</a:t>
            </a:r>
            <a:endParaRPr lang="en-US" sz="2400" dirty="0">
              <a:latin typeface="Tw Cen MT" panose="020B0602020104020603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AEA5F-00A1-44DA-BD5F-0101ECC8B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19314" y="6678000"/>
            <a:ext cx="2775086" cy="144001"/>
          </a:xfrm>
        </p:spPr>
        <p:txBody>
          <a:bodyPr/>
          <a:lstStyle/>
          <a:p>
            <a:r>
              <a:rPr lang="en-US"/>
              <a:t>Chapter 10 &amp; 11 - Database Design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60F7B-49D2-4EEA-98A1-6BE22E5EF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D32040-BC33-F651-E5D6-E538D8E83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3684" y="341644"/>
            <a:ext cx="4178631" cy="606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932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B7D2-E6C8-416C-B251-02CD34574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73" y="36512"/>
            <a:ext cx="10515600" cy="1327150"/>
          </a:xfrm>
        </p:spPr>
        <p:txBody>
          <a:bodyPr/>
          <a:lstStyle/>
          <a:p>
            <a:pPr algn="l"/>
            <a:r>
              <a:rPr lang="en-ZA" dirty="0"/>
              <a:t>Database design class example – 13:05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60260-E5CE-450B-8D5B-C1BCCAF089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382" y="1754909"/>
            <a:ext cx="5800581" cy="4407766"/>
          </a:xfrm>
        </p:spPr>
        <p:txBody>
          <a:bodyPr>
            <a:normAutofit/>
          </a:bodyPr>
          <a:lstStyle/>
          <a:p>
            <a:r>
              <a:rPr lang="en-ZA" sz="2400" dirty="0">
                <a:latin typeface="Tw Cen MT" panose="020B0602020104020603" pitchFamily="34" charset="0"/>
              </a:rPr>
              <a:t>Design a database to handle data on</a:t>
            </a:r>
            <a:r>
              <a:rPr lang="en-US" sz="2400" dirty="0">
                <a:latin typeface="Tw Cen MT" panose="020B0602020104020603" pitchFamily="34" charset="0"/>
              </a:rPr>
              <a:t> the form</a:t>
            </a:r>
          </a:p>
          <a:p>
            <a:r>
              <a:rPr lang="en-ZA" sz="2400" dirty="0">
                <a:latin typeface="Tw Cen MT" panose="020B0602020104020603" pitchFamily="34" charset="0"/>
              </a:rPr>
              <a:t>Read scenario</a:t>
            </a:r>
          </a:p>
          <a:p>
            <a:r>
              <a:rPr lang="en-ZA" sz="2400" dirty="0">
                <a:latin typeface="Tw Cen MT" panose="020B0602020104020603" pitchFamily="34" charset="0"/>
              </a:rPr>
              <a:t>What are main entities involved?</a:t>
            </a:r>
            <a:endParaRPr lang="en-US" sz="2400" dirty="0">
              <a:latin typeface="Tw Cen MT" panose="020B0602020104020603" pitchFamily="34" charset="0"/>
            </a:endParaRPr>
          </a:p>
          <a:p>
            <a:pPr marL="228600" lvl="1"/>
            <a:r>
              <a:rPr lang="en-ZA" sz="2400" dirty="0">
                <a:latin typeface="Tw Cen MT" panose="020B0602020104020603" pitchFamily="34" charset="0"/>
              </a:rPr>
              <a:t>Relationships</a:t>
            </a:r>
            <a:endParaRPr lang="en-US" sz="2400" dirty="0">
              <a:latin typeface="Tw Cen MT" panose="020B0602020104020603" pitchFamily="34" charset="0"/>
            </a:endParaRPr>
          </a:p>
          <a:p>
            <a:pPr marL="228600" lvl="1"/>
            <a:r>
              <a:rPr lang="en-ZA" sz="2400" dirty="0">
                <a:latin typeface="Tw Cen MT" panose="020B0602020104020603" pitchFamily="34" charset="0"/>
              </a:rPr>
              <a:t>PK / FK</a:t>
            </a:r>
            <a:endParaRPr lang="en-US" sz="2400" dirty="0">
              <a:latin typeface="Tw Cen MT" panose="020B0602020104020603" pitchFamily="34" charset="0"/>
            </a:endParaRPr>
          </a:p>
          <a:p>
            <a:pPr marL="228600" lvl="1"/>
            <a:r>
              <a:rPr lang="en-ZA" sz="2400" dirty="0">
                <a:latin typeface="Tw Cen MT" panose="020B0602020104020603" pitchFamily="34" charset="0"/>
              </a:rPr>
              <a:t>Normalise entities</a:t>
            </a:r>
          </a:p>
          <a:p>
            <a:pPr marL="228600" lvl="1"/>
            <a:r>
              <a:rPr lang="en-ZA" sz="2400" dirty="0">
                <a:latin typeface="Tw Cen MT" panose="020B0602020104020603" pitchFamily="34" charset="0"/>
              </a:rPr>
              <a:t>Verification – add additional entities where appropriate</a:t>
            </a:r>
            <a:endParaRPr lang="en-US" sz="2400" dirty="0">
              <a:latin typeface="Tw Cen MT" panose="020B0602020104020603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AEA5F-00A1-44DA-BD5F-0101ECC8B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19314" y="6678000"/>
            <a:ext cx="2775086" cy="144001"/>
          </a:xfrm>
        </p:spPr>
        <p:txBody>
          <a:bodyPr/>
          <a:lstStyle/>
          <a:p>
            <a:r>
              <a:rPr lang="en-US"/>
              <a:t>Chapter 10 &amp; 11 - Database Design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60F7B-49D2-4EEA-98A1-6BE22E5EF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552285-C9E6-38CC-CB7C-86FD614F9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740" y="125603"/>
            <a:ext cx="4625891" cy="647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69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5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0F0"/>
      </a:accent1>
      <a:accent2>
        <a:srgbClr val="0B6CD9"/>
      </a:accent2>
      <a:accent3>
        <a:srgbClr val="0C3DF8"/>
      </a:accent3>
      <a:accent4>
        <a:srgbClr val="F2194A"/>
      </a:accent4>
      <a:accent5>
        <a:srgbClr val="0CF8B6"/>
      </a:accent5>
      <a:accent6>
        <a:srgbClr val="BDB313"/>
      </a:accent6>
      <a:hlink>
        <a:srgbClr val="00B0F0"/>
      </a:hlink>
      <a:folHlink>
        <a:srgbClr val="00B0F0"/>
      </a:folHlink>
    </a:clrScheme>
    <a:fontScheme name="Custom 162">
      <a:majorFont>
        <a:latin typeface="Tw Cen MT"/>
        <a:ea typeface=""/>
        <a:cs typeface=""/>
      </a:majorFont>
      <a:minorFont>
        <a:latin typeface="Lucida Sans Typewri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78043420_Science fair presentation_RVA_v3.potx" id="{29D4BD8F-7488-49D9-BFBB-7DF8C2B0292D}" vid="{799E8309-D02B-4451-A1B1-915D5FF07E1C}"/>
    </a:ext>
  </a:extLst>
</a:theme>
</file>

<file path=ppt/theme/theme2.xml><?xml version="1.0" encoding="utf-8"?>
<a:theme xmlns:a="http://schemas.openxmlformats.org/drawingml/2006/main" name="1_Office Theme">
  <a:themeElements>
    <a:clrScheme name="Custom 15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0F0"/>
      </a:accent1>
      <a:accent2>
        <a:srgbClr val="0B6CD9"/>
      </a:accent2>
      <a:accent3>
        <a:srgbClr val="0C3DF8"/>
      </a:accent3>
      <a:accent4>
        <a:srgbClr val="F2194A"/>
      </a:accent4>
      <a:accent5>
        <a:srgbClr val="0CF8B6"/>
      </a:accent5>
      <a:accent6>
        <a:srgbClr val="BDB313"/>
      </a:accent6>
      <a:hlink>
        <a:srgbClr val="00B0F0"/>
      </a:hlink>
      <a:folHlink>
        <a:srgbClr val="00B0F0"/>
      </a:folHlink>
    </a:clrScheme>
    <a:fontScheme name="Custom 162">
      <a:majorFont>
        <a:latin typeface="Tw Cen MT"/>
        <a:ea typeface=""/>
        <a:cs typeface=""/>
      </a:majorFont>
      <a:minorFont>
        <a:latin typeface="Lucida Sans Typewri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78043420_Science fair presentation_RVA_v3.potx" id="{29D4BD8F-7488-49D9-BFBB-7DF8C2B0292D}" vid="{799E8309-D02B-4451-A1B1-915D5FF07E1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Science fair presentation</Template>
  <TotalTime>1828</TotalTime>
  <Words>944</Words>
  <Application>Microsoft Office PowerPoint</Application>
  <PresentationFormat>Widescreen</PresentationFormat>
  <Paragraphs>205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Lucida Sans Typewriter</vt:lpstr>
      <vt:lpstr>Times New Roman</vt:lpstr>
      <vt:lpstr>Tw Cen MT</vt:lpstr>
      <vt:lpstr>Wingdings</vt:lpstr>
      <vt:lpstr>Office Theme</vt:lpstr>
      <vt:lpstr>1_Office Theme</vt:lpstr>
      <vt:lpstr>Database Design</vt:lpstr>
      <vt:lpstr>Where does a DB fit into an IS?</vt:lpstr>
      <vt:lpstr>Life cycles</vt:lpstr>
      <vt:lpstr>Database design</vt:lpstr>
      <vt:lpstr>Database design process (Fig 10.6)</vt:lpstr>
      <vt:lpstr>Database security</vt:lpstr>
      <vt:lpstr>Database design strategies</vt:lpstr>
      <vt:lpstr>Design: Centralised or decentralised</vt:lpstr>
      <vt:lpstr>Aggregation issues</vt:lpstr>
      <vt:lpstr>Conceptual design</vt:lpstr>
      <vt:lpstr>Creating Logical data model – activities</vt:lpstr>
      <vt:lpstr>Re-cap on logical (implementation) design</vt:lpstr>
      <vt:lpstr>Physical design: high index selectivity</vt:lpstr>
      <vt:lpstr>Assignment feedback</vt:lpstr>
      <vt:lpstr>Semester test 2 – first notice</vt:lpstr>
      <vt:lpstr>Database design class example – 07:45</vt:lpstr>
      <vt:lpstr>Database design class example – 13:05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Cover Title</dc:title>
  <dc:creator>Barnard, Lynette (Dr) (Summerstrand Campus South)</dc:creator>
  <cp:lastModifiedBy>Barnard, Lynette (Dr) (Summerstrand Campus South)</cp:lastModifiedBy>
  <cp:revision>316</cp:revision>
  <dcterms:created xsi:type="dcterms:W3CDTF">2026-01-27T08:37:41Z</dcterms:created>
  <dcterms:modified xsi:type="dcterms:W3CDTF">2026-04-15T20:48:18Z</dcterms:modified>
</cp:coreProperties>
</file>