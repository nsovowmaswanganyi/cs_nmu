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1" r:id="rId2"/>
    <p:sldId id="272" r:id="rId3"/>
    <p:sldId id="321" r:id="rId4"/>
    <p:sldId id="322" r:id="rId5"/>
    <p:sldId id="273" r:id="rId6"/>
    <p:sldId id="274" r:id="rId7"/>
    <p:sldId id="275" r:id="rId8"/>
    <p:sldId id="317" r:id="rId9"/>
    <p:sldId id="276" r:id="rId10"/>
    <p:sldId id="277" r:id="rId11"/>
    <p:sldId id="323" r:id="rId12"/>
    <p:sldId id="324" r:id="rId13"/>
    <p:sldId id="325" r:id="rId14"/>
    <p:sldId id="319" r:id="rId15"/>
    <p:sldId id="328" r:id="rId16"/>
    <p:sldId id="326" r:id="rId17"/>
    <p:sldId id="281" r:id="rId18"/>
    <p:sldId id="282" r:id="rId19"/>
    <p:sldId id="327" r:id="rId20"/>
    <p:sldId id="320" r:id="rId21"/>
    <p:sldId id="269" r:id="rId22"/>
  </p:sldIdLst>
  <p:sldSz cx="9144000" cy="5143500" type="screen16x9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000"/>
    <a:srgbClr val="FFFFFF"/>
    <a:srgbClr val="9B221F"/>
    <a:srgbClr val="00CC00"/>
    <a:srgbClr val="001027"/>
    <a:srgbClr val="003057"/>
    <a:srgbClr val="57BCE9"/>
    <a:srgbClr val="F14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63317" autoAdjust="0"/>
  </p:normalViewPr>
  <p:slideViewPr>
    <p:cSldViewPr>
      <p:cViewPr varScale="1">
        <p:scale>
          <a:sx n="94" d="100"/>
          <a:sy n="94" d="100"/>
        </p:scale>
        <p:origin x="1488" y="6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ets, Simone (Dr) (Summerstrand Campus South)" userId="a9ed24f3-f7e1-440a-a32f-a1285e0bd405" providerId="ADAL" clId="{03481DE4-5C0D-43C1-9373-1AC04CEF0A2B}"/>
    <pc:docChg chg="undo custSel addSld delSld modSld">
      <pc:chgData name="Beets, Simone (Dr) (Summerstrand Campus South)" userId="a9ed24f3-f7e1-440a-a32f-a1285e0bd405" providerId="ADAL" clId="{03481DE4-5C0D-43C1-9373-1AC04CEF0A2B}" dt="2026-02-16T08:01:03.407" v="216" actId="729"/>
      <pc:docMkLst>
        <pc:docMk/>
      </pc:docMkLst>
      <pc:sldChg chg="modSp add del mod">
        <pc:chgData name="Beets, Simone (Dr) (Summerstrand Campus South)" userId="a9ed24f3-f7e1-440a-a32f-a1285e0bd405" providerId="ADAL" clId="{03481DE4-5C0D-43C1-9373-1AC04CEF0A2B}" dt="2026-02-06T11:47:28.782" v="20" actId="2696"/>
        <pc:sldMkLst>
          <pc:docMk/>
          <pc:sldMk cId="0" sldId="257"/>
        </pc:sldMkLst>
        <pc:spChg chg="mod">
          <ac:chgData name="Beets, Simone (Dr) (Summerstrand Campus South)" userId="a9ed24f3-f7e1-440a-a32f-a1285e0bd405" providerId="ADAL" clId="{03481DE4-5C0D-43C1-9373-1AC04CEF0A2B}" dt="2026-02-06T11:47:22.689" v="17" actId="21"/>
          <ac:spMkLst>
            <pc:docMk/>
            <pc:sldMk cId="0" sldId="257"/>
            <ac:spMk id="3" creationId="{5D87D820-7C39-FC80-8D40-C20662CAD6CA}"/>
          </ac:spMkLst>
        </pc:spChg>
      </pc:sldChg>
      <pc:sldChg chg="modSp mod">
        <pc:chgData name="Beets, Simone (Dr) (Summerstrand Campus South)" userId="a9ed24f3-f7e1-440a-a32f-a1285e0bd405" providerId="ADAL" clId="{03481DE4-5C0D-43C1-9373-1AC04CEF0A2B}" dt="2026-02-15T21:55:11.027" v="45" actId="2085"/>
        <pc:sldMkLst>
          <pc:docMk/>
          <pc:sldMk cId="0" sldId="273"/>
        </pc:sldMkLst>
        <pc:spChg chg="mod">
          <ac:chgData name="Beets, Simone (Dr) (Summerstrand Campus South)" userId="a9ed24f3-f7e1-440a-a32f-a1285e0bd405" providerId="ADAL" clId="{03481DE4-5C0D-43C1-9373-1AC04CEF0A2B}" dt="2026-02-15T21:55:11.027" v="45" actId="2085"/>
          <ac:spMkLst>
            <pc:docMk/>
            <pc:sldMk cId="0" sldId="273"/>
            <ac:spMk id="4" creationId="{047A43CE-DC34-2927-A17A-22EA1E72A3A5}"/>
          </ac:spMkLst>
        </pc:spChg>
        <pc:spChg chg="mod">
          <ac:chgData name="Beets, Simone (Dr) (Summerstrand Campus South)" userId="a9ed24f3-f7e1-440a-a32f-a1285e0bd405" providerId="ADAL" clId="{03481DE4-5C0D-43C1-9373-1AC04CEF0A2B}" dt="2026-02-15T21:55:08.516" v="44" actId="2085"/>
          <ac:spMkLst>
            <pc:docMk/>
            <pc:sldMk cId="0" sldId="273"/>
            <ac:spMk id="5" creationId="{2A247CEB-A7B7-66D8-883D-E29644299690}"/>
          </ac:spMkLst>
        </pc:spChg>
        <pc:spChg chg="mod">
          <ac:chgData name="Beets, Simone (Dr) (Summerstrand Campus South)" userId="a9ed24f3-f7e1-440a-a32f-a1285e0bd405" providerId="ADAL" clId="{03481DE4-5C0D-43C1-9373-1AC04CEF0A2B}" dt="2026-02-15T21:54:55.184" v="43" actId="207"/>
          <ac:spMkLst>
            <pc:docMk/>
            <pc:sldMk cId="0" sldId="273"/>
            <ac:spMk id="6" creationId="{7D44BD66-9DF5-094D-2634-4710C1E15ECD}"/>
          </ac:spMkLst>
        </pc:spChg>
      </pc:sldChg>
      <pc:sldChg chg="modNotesTx">
        <pc:chgData name="Beets, Simone (Dr) (Summerstrand Campus South)" userId="a9ed24f3-f7e1-440a-a32f-a1285e0bd405" providerId="ADAL" clId="{03481DE4-5C0D-43C1-9373-1AC04CEF0A2B}" dt="2026-02-16T00:56:54.130" v="158" actId="20577"/>
        <pc:sldMkLst>
          <pc:docMk/>
          <pc:sldMk cId="0" sldId="275"/>
        </pc:sldMkLst>
      </pc:sldChg>
      <pc:sldChg chg="modNotesTx">
        <pc:chgData name="Beets, Simone (Dr) (Summerstrand Campus South)" userId="a9ed24f3-f7e1-440a-a32f-a1285e0bd405" providerId="ADAL" clId="{03481DE4-5C0D-43C1-9373-1AC04CEF0A2B}" dt="2026-02-16T00:58:48.108" v="197" actId="20577"/>
        <pc:sldMkLst>
          <pc:docMk/>
          <pc:sldMk cId="0" sldId="276"/>
        </pc:sldMkLst>
      </pc:sldChg>
      <pc:sldChg chg="delSp modSp mod delAnim modAnim">
        <pc:chgData name="Beets, Simone (Dr) (Summerstrand Campus South)" userId="a9ed24f3-f7e1-440a-a32f-a1285e0bd405" providerId="ADAL" clId="{03481DE4-5C0D-43C1-9373-1AC04CEF0A2B}" dt="2026-02-16T01:01:45.001" v="215" actId="2085"/>
        <pc:sldMkLst>
          <pc:docMk/>
          <pc:sldMk cId="0" sldId="281"/>
        </pc:sldMkLst>
        <pc:graphicFrameChg chg="mod">
          <ac:chgData name="Beets, Simone (Dr) (Summerstrand Campus South)" userId="a9ed24f3-f7e1-440a-a32f-a1285e0bd405" providerId="ADAL" clId="{03481DE4-5C0D-43C1-9373-1AC04CEF0A2B}" dt="2026-02-16T01:01:45.001" v="215" actId="2085"/>
          <ac:graphicFrameMkLst>
            <pc:docMk/>
            <pc:sldMk cId="0" sldId="281"/>
            <ac:graphicFrameMk id="3" creationId="{64F38AA6-5274-C500-94A4-30D89F85D21C}"/>
          </ac:graphicFrameMkLst>
        </pc:graphicFrameChg>
        <pc:picChg chg="del">
          <ac:chgData name="Beets, Simone (Dr) (Summerstrand Campus South)" userId="a9ed24f3-f7e1-440a-a32f-a1285e0bd405" providerId="ADAL" clId="{03481DE4-5C0D-43C1-9373-1AC04CEF0A2B}" dt="2026-02-15T21:55:58.073" v="47" actId="478"/>
          <ac:picMkLst>
            <pc:docMk/>
            <pc:sldMk cId="0" sldId="281"/>
            <ac:picMk id="7" creationId="{F9A91679-553D-CAD3-E578-807901E6D72B}"/>
          </ac:picMkLst>
        </pc:picChg>
        <pc:picChg chg="del">
          <ac:chgData name="Beets, Simone (Dr) (Summerstrand Campus South)" userId="a9ed24f3-f7e1-440a-a32f-a1285e0bd405" providerId="ADAL" clId="{03481DE4-5C0D-43C1-9373-1AC04CEF0A2B}" dt="2026-02-15T21:55:55.694" v="46" actId="478"/>
          <ac:picMkLst>
            <pc:docMk/>
            <pc:sldMk cId="0" sldId="281"/>
            <ac:picMk id="8" creationId="{9B72112B-212E-4534-B3D3-BB5D5C69CDC1}"/>
          </ac:picMkLst>
        </pc:picChg>
      </pc:sldChg>
      <pc:sldChg chg="addSp modSp mod">
        <pc:chgData name="Beets, Simone (Dr) (Summerstrand Campus South)" userId="a9ed24f3-f7e1-440a-a32f-a1285e0bd405" providerId="ADAL" clId="{03481DE4-5C0D-43C1-9373-1AC04CEF0A2B}" dt="2026-02-16T00:58:23.160" v="186" actId="167"/>
        <pc:sldMkLst>
          <pc:docMk/>
          <pc:sldMk cId="0" sldId="317"/>
        </pc:sldMkLst>
        <pc:spChg chg="add mod">
          <ac:chgData name="Beets, Simone (Dr) (Summerstrand Campus South)" userId="a9ed24f3-f7e1-440a-a32f-a1285e0bd405" providerId="ADAL" clId="{03481DE4-5C0D-43C1-9373-1AC04CEF0A2B}" dt="2026-02-16T00:58:12.193" v="185" actId="1582"/>
          <ac:spMkLst>
            <pc:docMk/>
            <pc:sldMk cId="0" sldId="317"/>
            <ac:spMk id="7" creationId="{4D66B0C8-DE80-4F29-A03E-06317FFEA0D2}"/>
          </ac:spMkLst>
        </pc:spChg>
        <pc:spChg chg="add mod">
          <ac:chgData name="Beets, Simone (Dr) (Summerstrand Campus South)" userId="a9ed24f3-f7e1-440a-a32f-a1285e0bd405" providerId="ADAL" clId="{03481DE4-5C0D-43C1-9373-1AC04CEF0A2B}" dt="2026-02-16T00:57:49.396" v="183" actId="207"/>
          <ac:spMkLst>
            <pc:docMk/>
            <pc:sldMk cId="0" sldId="317"/>
            <ac:spMk id="8" creationId="{6696A1B5-9C25-40E4-80B5-A40FA4F8B8F4}"/>
          </ac:spMkLst>
        </pc:spChg>
        <pc:grpChg chg="add mod ord">
          <ac:chgData name="Beets, Simone (Dr) (Summerstrand Campus South)" userId="a9ed24f3-f7e1-440a-a32f-a1285e0bd405" providerId="ADAL" clId="{03481DE4-5C0D-43C1-9373-1AC04CEF0A2B}" dt="2026-02-16T00:58:23.160" v="186" actId="167"/>
          <ac:grpSpMkLst>
            <pc:docMk/>
            <pc:sldMk cId="0" sldId="317"/>
            <ac:grpSpMk id="6" creationId="{560817AE-CC48-4BA4-A0FF-442DCB8B5EFC}"/>
          </ac:grpSpMkLst>
        </pc:grpChg>
      </pc:sldChg>
      <pc:sldChg chg="addSp delSp modSp mod modAnim modShow modNotesTx">
        <pc:chgData name="Beets, Simone (Dr) (Summerstrand Campus South)" userId="a9ed24f3-f7e1-440a-a32f-a1285e0bd405" providerId="ADAL" clId="{03481DE4-5C0D-43C1-9373-1AC04CEF0A2B}" dt="2026-02-16T08:01:03.407" v="216" actId="729"/>
        <pc:sldMkLst>
          <pc:docMk/>
          <pc:sldMk cId="4261337612" sldId="320"/>
        </pc:sldMkLst>
        <pc:spChg chg="mod">
          <ac:chgData name="Beets, Simone (Dr) (Summerstrand Campus South)" userId="a9ed24f3-f7e1-440a-a32f-a1285e0bd405" providerId="ADAL" clId="{03481DE4-5C0D-43C1-9373-1AC04CEF0A2B}" dt="2026-02-11T13:35:18.042" v="25" actId="20577"/>
          <ac:spMkLst>
            <pc:docMk/>
            <pc:sldMk cId="4261337612" sldId="320"/>
            <ac:spMk id="6" creationId="{4EF63B2A-1BAD-4500-BEC8-D920F283705A}"/>
          </ac:spMkLst>
        </pc:spChg>
        <pc:spChg chg="add mod">
          <ac:chgData name="Beets, Simone (Dr) (Summerstrand Campus South)" userId="a9ed24f3-f7e1-440a-a32f-a1285e0bd405" providerId="ADAL" clId="{03481DE4-5C0D-43C1-9373-1AC04CEF0A2B}" dt="2026-02-06T12:10:38.172" v="23"/>
          <ac:spMkLst>
            <pc:docMk/>
            <pc:sldMk cId="4261337612" sldId="320"/>
            <ac:spMk id="7" creationId="{AFB2B095-B472-47B7-AF7D-506442F00A65}"/>
          </ac:spMkLst>
        </pc:spChg>
        <pc:graphicFrameChg chg="del">
          <ac:chgData name="Beets, Simone (Dr) (Summerstrand Campus South)" userId="a9ed24f3-f7e1-440a-a32f-a1285e0bd405" providerId="ADAL" clId="{03481DE4-5C0D-43C1-9373-1AC04CEF0A2B}" dt="2026-02-06T11:46:33.517" v="13" actId="478"/>
          <ac:graphicFrameMkLst>
            <pc:docMk/>
            <pc:sldMk cId="4261337612" sldId="320"/>
            <ac:graphicFrameMk id="2" creationId="{6C0E3206-25DB-4E0F-8364-0CF47BE1E956}"/>
          </ac:graphicFrameMkLst>
        </pc:graphicFrameChg>
      </pc:sldChg>
      <pc:sldChg chg="addSp delSp modSp mod modAnim modNotes modNotesTx">
        <pc:chgData name="Beets, Simone (Dr) (Summerstrand Campus South)" userId="a9ed24f3-f7e1-440a-a32f-a1285e0bd405" providerId="ADAL" clId="{03481DE4-5C0D-43C1-9373-1AC04CEF0A2B}" dt="2026-02-16T00:55:53.004" v="101" actId="207"/>
        <pc:sldMkLst>
          <pc:docMk/>
          <pc:sldMk cId="4047446085" sldId="321"/>
        </pc:sldMkLst>
        <pc:spChg chg="add mod">
          <ac:chgData name="Beets, Simone (Dr) (Summerstrand Campus South)" userId="a9ed24f3-f7e1-440a-a32f-a1285e0bd405" providerId="ADAL" clId="{03481DE4-5C0D-43C1-9373-1AC04CEF0A2B}" dt="2026-02-16T00:53:28.234" v="81" actId="1036"/>
          <ac:spMkLst>
            <pc:docMk/>
            <pc:sldMk cId="4047446085" sldId="321"/>
            <ac:spMk id="4" creationId="{8772C467-207F-45A6-9D59-3601C0B85755}"/>
          </ac:spMkLst>
        </pc:spChg>
        <pc:spChg chg="add mod">
          <ac:chgData name="Beets, Simone (Dr) (Summerstrand Campus South)" userId="a9ed24f3-f7e1-440a-a32f-a1285e0bd405" providerId="ADAL" clId="{03481DE4-5C0D-43C1-9373-1AC04CEF0A2B}" dt="2026-02-16T00:55:53.004" v="101" actId="207"/>
          <ac:spMkLst>
            <pc:docMk/>
            <pc:sldMk cId="4047446085" sldId="321"/>
            <ac:spMk id="5" creationId="{53E91A80-299F-4838-B24C-93073FACB218}"/>
          </ac:spMkLst>
        </pc:spChg>
        <pc:spChg chg="add mod">
          <ac:chgData name="Beets, Simone (Dr) (Summerstrand Campus South)" userId="a9ed24f3-f7e1-440a-a32f-a1285e0bd405" providerId="ADAL" clId="{03481DE4-5C0D-43C1-9373-1AC04CEF0A2B}" dt="2026-02-16T00:54:04.028" v="96" actId="1076"/>
          <ac:spMkLst>
            <pc:docMk/>
            <pc:sldMk cId="4047446085" sldId="321"/>
            <ac:spMk id="9" creationId="{366C73E4-ABA2-4EF4-B495-0CDDDDC02BD4}"/>
          </ac:spMkLst>
        </pc:spChg>
        <pc:picChg chg="add del mod">
          <ac:chgData name="Beets, Simone (Dr) (Summerstrand Campus South)" userId="a9ed24f3-f7e1-440a-a32f-a1285e0bd405" providerId="ADAL" clId="{03481DE4-5C0D-43C1-9373-1AC04CEF0A2B}" dt="2026-02-16T00:55:46.893" v="100" actId="478"/>
          <ac:picMkLst>
            <pc:docMk/>
            <pc:sldMk cId="4047446085" sldId="321"/>
            <ac:picMk id="8" creationId="{3F5D332A-705B-409F-8C0D-80F5E3569239}"/>
          </ac:picMkLst>
        </pc:picChg>
      </pc:sldChg>
      <pc:sldChg chg="addSp delSp modSp mod delAnim modAnim">
        <pc:chgData name="Beets, Simone (Dr) (Summerstrand Campus South)" userId="a9ed24f3-f7e1-440a-a32f-a1285e0bd405" providerId="ADAL" clId="{03481DE4-5C0D-43C1-9373-1AC04CEF0A2B}" dt="2026-02-06T11:48:24.051" v="21"/>
        <pc:sldMkLst>
          <pc:docMk/>
          <pc:sldMk cId="4293002343" sldId="328"/>
        </pc:sldMkLst>
        <pc:spChg chg="mod">
          <ac:chgData name="Beets, Simone (Dr) (Summerstrand Campus South)" userId="a9ed24f3-f7e1-440a-a32f-a1285e0bd405" providerId="ADAL" clId="{03481DE4-5C0D-43C1-9373-1AC04CEF0A2B}" dt="2026-02-06T11:43:23.472" v="9" actId="1035"/>
          <ac:spMkLst>
            <pc:docMk/>
            <pc:sldMk cId="4293002343" sldId="328"/>
            <ac:spMk id="5" creationId="{CFDDB505-53DE-4193-9DE9-EEA54D1B0B11}"/>
          </ac:spMkLst>
        </pc:spChg>
        <pc:spChg chg="mod">
          <ac:chgData name="Beets, Simone (Dr) (Summerstrand Campus South)" userId="a9ed24f3-f7e1-440a-a32f-a1285e0bd405" providerId="ADAL" clId="{03481DE4-5C0D-43C1-9373-1AC04CEF0A2B}" dt="2026-02-06T11:43:23.472" v="9" actId="1035"/>
          <ac:spMkLst>
            <pc:docMk/>
            <pc:sldMk cId="4293002343" sldId="328"/>
            <ac:spMk id="7" creationId="{239ADC97-0D10-4B87-8461-265D7EF07D14}"/>
          </ac:spMkLst>
        </pc:spChg>
        <pc:picChg chg="add mod">
          <ac:chgData name="Beets, Simone (Dr) (Summerstrand Campus South)" userId="a9ed24f3-f7e1-440a-a32f-a1285e0bd405" providerId="ADAL" clId="{03481DE4-5C0D-43C1-9373-1AC04CEF0A2B}" dt="2026-02-06T11:43:27.760" v="12" actId="1035"/>
          <ac:picMkLst>
            <pc:docMk/>
            <pc:sldMk cId="4293002343" sldId="328"/>
            <ac:picMk id="4" creationId="{5C04EA07-2063-4CAC-9032-BFE75841CC18}"/>
          </ac:picMkLst>
        </pc:picChg>
        <pc:picChg chg="del">
          <ac:chgData name="Beets, Simone (Dr) (Summerstrand Campus South)" userId="a9ed24f3-f7e1-440a-a32f-a1285e0bd405" providerId="ADAL" clId="{03481DE4-5C0D-43C1-9373-1AC04CEF0A2B}" dt="2026-02-06T11:43:16.370" v="0" actId="478"/>
          <ac:picMkLst>
            <pc:docMk/>
            <pc:sldMk cId="4293002343" sldId="328"/>
            <ac:picMk id="9" creationId="{EF4E4585-03C0-47C3-8052-993C1A7D5D19}"/>
          </ac:picMkLst>
        </pc:picChg>
      </pc:sldChg>
    </pc:docChg>
  </pc:docChgLst>
  <pc:docChgLst>
    <pc:chgData name="Simone" userId="a9ed24f3-f7e1-440a-a32f-a1285e0bd405" providerId="ADAL" clId="{625F9EAA-5C09-4079-BE18-7149602A9C30}"/>
    <pc:docChg chg="custSel modSld">
      <pc:chgData name="Simone" userId="a9ed24f3-f7e1-440a-a32f-a1285e0bd405" providerId="ADAL" clId="{625F9EAA-5C09-4079-BE18-7149602A9C30}" dt="2026-02-17T19:28:29.679" v="47" actId="20577"/>
      <pc:docMkLst>
        <pc:docMk/>
      </pc:docMkLst>
      <pc:sldChg chg="modNotesTx">
        <pc:chgData name="Simone" userId="a9ed24f3-f7e1-440a-a32f-a1285e0bd405" providerId="ADAL" clId="{625F9EAA-5C09-4079-BE18-7149602A9C30}" dt="2026-02-17T19:27:41.211" v="0" actId="20577"/>
        <pc:sldMkLst>
          <pc:docMk/>
          <pc:sldMk cId="0" sldId="275"/>
        </pc:sldMkLst>
      </pc:sldChg>
      <pc:sldChg chg="modNotesTx">
        <pc:chgData name="Simone" userId="a9ed24f3-f7e1-440a-a32f-a1285e0bd405" providerId="ADAL" clId="{625F9EAA-5C09-4079-BE18-7149602A9C30}" dt="2026-02-17T19:28:29.679" v="47" actId="20577"/>
        <pc:sldMkLst>
          <pc:docMk/>
          <pc:sldMk cId="4261337612" sldId="320"/>
        </pc:sldMkLst>
      </pc:sldChg>
      <pc:sldChg chg="modNotesTx">
        <pc:chgData name="Simone" userId="a9ed24f3-f7e1-440a-a32f-a1285e0bd405" providerId="ADAL" clId="{625F9EAA-5C09-4079-BE18-7149602A9C30}" dt="2026-02-17T19:28:05.590" v="1" actId="12"/>
        <pc:sldMkLst>
          <pc:docMk/>
          <pc:sldMk cId="700771849" sldId="32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1897FB-716F-46B4-B1AB-F822D32663F8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AD95A1B4-BF39-4EDF-850C-2E83385E0E7E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ZA" dirty="0"/>
            <a:t>WRPV301</a:t>
          </a:r>
        </a:p>
      </dgm:t>
    </dgm:pt>
    <dgm:pt modelId="{4BD38B10-834D-45FE-AA20-42691A3D0764}" type="parTrans" cxnId="{D2275436-110A-4FCC-A03A-35E196996292}">
      <dgm:prSet/>
      <dgm:spPr/>
      <dgm:t>
        <a:bodyPr/>
        <a:lstStyle/>
        <a:p>
          <a:endParaRPr lang="en-ZA"/>
        </a:p>
      </dgm:t>
    </dgm:pt>
    <dgm:pt modelId="{11ABF8D4-E702-45E2-A357-C44FB8EC325B}" type="sibTrans" cxnId="{D2275436-110A-4FCC-A03A-35E196996292}">
      <dgm:prSet/>
      <dgm:spPr>
        <a:solidFill>
          <a:srgbClr val="FEC000"/>
        </a:solidFill>
      </dgm:spPr>
      <dgm:t>
        <a:bodyPr/>
        <a:lstStyle/>
        <a:p>
          <a:endParaRPr lang="en-ZA"/>
        </a:p>
      </dgm:t>
    </dgm:pt>
    <dgm:pt modelId="{D6C7E076-2575-4D53-8A1A-B2408789C08C}">
      <dgm:prSet phldrT="[Text]" custT="1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Abstract classes</a:t>
          </a:r>
          <a:endParaRPr lang="en-ZA" sz="1600" dirty="0"/>
        </a:p>
      </dgm:t>
    </dgm:pt>
    <dgm:pt modelId="{1E7E78FD-D32B-4EC8-B1C6-001BE92AFD8A}" type="parTrans" cxnId="{E4FBBE1F-DB79-439D-8A0D-BB4DAAAC390D}">
      <dgm:prSet/>
      <dgm:spPr/>
      <dgm:t>
        <a:bodyPr/>
        <a:lstStyle/>
        <a:p>
          <a:endParaRPr lang="en-ZA"/>
        </a:p>
      </dgm:t>
    </dgm:pt>
    <dgm:pt modelId="{F9041E0A-9A16-4899-816B-5AC2C8140104}" type="sibTrans" cxnId="{E4FBBE1F-DB79-439D-8A0D-BB4DAAAC390D}">
      <dgm:prSet/>
      <dgm:spPr/>
      <dgm:t>
        <a:bodyPr/>
        <a:lstStyle/>
        <a:p>
          <a:endParaRPr lang="en-ZA"/>
        </a:p>
      </dgm:t>
    </dgm:pt>
    <dgm:pt modelId="{DED12708-36C6-4EE5-B6E6-43A81C8E55C9}">
      <dgm:prSet phldrT="[Text]" custT="1"/>
      <dgm:spPr>
        <a:ln>
          <a:solidFill>
            <a:srgbClr val="002060"/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Collections</a:t>
          </a:r>
          <a:endParaRPr lang="en-ZA" sz="1600" dirty="0"/>
        </a:p>
      </dgm:t>
    </dgm:pt>
    <dgm:pt modelId="{414BDADC-719F-4E7D-B8F4-6C57AF8966AB}" type="parTrans" cxnId="{383984EA-FAFB-4E06-B304-A5F37FF46CC0}">
      <dgm:prSet/>
      <dgm:spPr/>
      <dgm:t>
        <a:bodyPr/>
        <a:lstStyle/>
        <a:p>
          <a:endParaRPr lang="en-ZA"/>
        </a:p>
      </dgm:t>
    </dgm:pt>
    <dgm:pt modelId="{D4B58A44-02BE-4B10-9C72-AE0BF530A3C8}" type="sibTrans" cxnId="{383984EA-FAFB-4E06-B304-A5F37FF46CC0}">
      <dgm:prSet/>
      <dgm:spPr/>
      <dgm:t>
        <a:bodyPr/>
        <a:lstStyle/>
        <a:p>
          <a:endParaRPr lang="en-ZA"/>
        </a:p>
      </dgm:t>
    </dgm:pt>
    <dgm:pt modelId="{9AD8A9C3-3748-45B2-BE28-17D3963C6E29}">
      <dgm:prSet phldrT="[Text]" custT="1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Inner classes</a:t>
          </a:r>
          <a:endParaRPr lang="en-ZA" sz="1600" dirty="0"/>
        </a:p>
      </dgm:t>
    </dgm:pt>
    <dgm:pt modelId="{9E9A84E9-C79F-4A31-96F7-A612DD668610}" type="parTrans" cxnId="{241A2F78-783D-4161-94F4-DC1E6C946379}">
      <dgm:prSet/>
      <dgm:spPr/>
      <dgm:t>
        <a:bodyPr/>
        <a:lstStyle/>
        <a:p>
          <a:endParaRPr lang="en-ZA"/>
        </a:p>
      </dgm:t>
    </dgm:pt>
    <dgm:pt modelId="{64F6DEA0-74C9-44BB-9AEB-5E1B90C5E1E7}" type="sibTrans" cxnId="{241A2F78-783D-4161-94F4-DC1E6C946379}">
      <dgm:prSet/>
      <dgm:spPr/>
      <dgm:t>
        <a:bodyPr/>
        <a:lstStyle/>
        <a:p>
          <a:endParaRPr lang="en-ZA"/>
        </a:p>
      </dgm:t>
    </dgm:pt>
    <dgm:pt modelId="{E037DC35-1982-4F3D-B5A5-4F2DBD3EB1ED}">
      <dgm:prSet phldrT="[Text]" custT="1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Generics</a:t>
          </a:r>
          <a:endParaRPr lang="en-ZA" sz="1600" dirty="0"/>
        </a:p>
      </dgm:t>
    </dgm:pt>
    <dgm:pt modelId="{776FBDCB-D041-4109-9536-FBDF1BA7361F}" type="parTrans" cxnId="{82F1F791-7274-4A90-A800-EC3E1698F8EA}">
      <dgm:prSet/>
      <dgm:spPr/>
      <dgm:t>
        <a:bodyPr/>
        <a:lstStyle/>
        <a:p>
          <a:endParaRPr lang="en-ZA"/>
        </a:p>
      </dgm:t>
    </dgm:pt>
    <dgm:pt modelId="{7EA3CF6F-E191-4F94-BFC0-FB2E3697F6A0}" type="sibTrans" cxnId="{82F1F791-7274-4A90-A800-EC3E1698F8EA}">
      <dgm:prSet/>
      <dgm:spPr/>
      <dgm:t>
        <a:bodyPr/>
        <a:lstStyle/>
        <a:p>
          <a:endParaRPr lang="en-ZA"/>
        </a:p>
      </dgm:t>
    </dgm:pt>
    <dgm:pt modelId="{BCC33A52-973D-4CB3-B11A-01F109E6801D}">
      <dgm:prSet phldrT="[Text]" custT="1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Reflection</a:t>
          </a:r>
          <a:endParaRPr lang="en-ZA" sz="1600" dirty="0"/>
        </a:p>
      </dgm:t>
    </dgm:pt>
    <dgm:pt modelId="{69AB07DC-DC32-4D10-A36F-963F24B7FEB5}" type="parTrans" cxnId="{D7C03EFF-FE8D-42A2-ACFC-089AD3769CA6}">
      <dgm:prSet/>
      <dgm:spPr/>
      <dgm:t>
        <a:bodyPr/>
        <a:lstStyle/>
        <a:p>
          <a:endParaRPr lang="en-ZA"/>
        </a:p>
      </dgm:t>
    </dgm:pt>
    <dgm:pt modelId="{6BBFDC94-7D0B-4D00-AFE3-EF265AC8C4C4}" type="sibTrans" cxnId="{D7C03EFF-FE8D-42A2-ACFC-089AD3769CA6}">
      <dgm:prSet/>
      <dgm:spPr/>
      <dgm:t>
        <a:bodyPr/>
        <a:lstStyle/>
        <a:p>
          <a:endParaRPr lang="en-ZA"/>
        </a:p>
      </dgm:t>
    </dgm:pt>
    <dgm:pt modelId="{4A95F1B1-685B-4D9C-A2BF-0EA008686C8E}">
      <dgm:prSet phldrT="[Text]" custT="1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Lambdas</a:t>
          </a:r>
          <a:endParaRPr lang="en-ZA" sz="1600" dirty="0"/>
        </a:p>
      </dgm:t>
    </dgm:pt>
    <dgm:pt modelId="{F24905D3-4C05-4888-A151-8014CE263AF5}" type="parTrans" cxnId="{76699A83-2E5C-4518-B160-1EB4709A161D}">
      <dgm:prSet/>
      <dgm:spPr/>
      <dgm:t>
        <a:bodyPr/>
        <a:lstStyle/>
        <a:p>
          <a:endParaRPr lang="en-ZA"/>
        </a:p>
      </dgm:t>
    </dgm:pt>
    <dgm:pt modelId="{56D80580-BACF-4E23-8B37-B65AA028B2B4}" type="sibTrans" cxnId="{76699A83-2E5C-4518-B160-1EB4709A161D}">
      <dgm:prSet/>
      <dgm:spPr/>
      <dgm:t>
        <a:bodyPr/>
        <a:lstStyle/>
        <a:p>
          <a:endParaRPr lang="en-ZA"/>
        </a:p>
      </dgm:t>
    </dgm:pt>
    <dgm:pt modelId="{1A3F7290-06C0-4B31-BC83-64948A1965BC}">
      <dgm:prSet phldrT="[Text]" custT="1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XML</a:t>
          </a:r>
          <a:endParaRPr lang="en-ZA" sz="1600" dirty="0"/>
        </a:p>
      </dgm:t>
    </dgm:pt>
    <dgm:pt modelId="{6AE319B3-B334-4224-9D00-8E698864597B}" type="parTrans" cxnId="{E8AB19D2-019D-4918-96AE-E9EBF8724504}">
      <dgm:prSet/>
      <dgm:spPr/>
      <dgm:t>
        <a:bodyPr/>
        <a:lstStyle/>
        <a:p>
          <a:endParaRPr lang="en-ZA"/>
        </a:p>
      </dgm:t>
    </dgm:pt>
    <dgm:pt modelId="{B3EFB50A-063D-4986-91A1-72A9ADCDF498}" type="sibTrans" cxnId="{E8AB19D2-019D-4918-96AE-E9EBF8724504}">
      <dgm:prSet/>
      <dgm:spPr/>
      <dgm:t>
        <a:bodyPr/>
        <a:lstStyle/>
        <a:p>
          <a:endParaRPr lang="en-ZA"/>
        </a:p>
      </dgm:t>
    </dgm:pt>
    <dgm:pt modelId="{0C521106-7FDD-49F9-9809-63832C1CBC4D}">
      <dgm:prSet phldrT="[Text]" custT="1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GUIs (JavaFX)</a:t>
          </a:r>
          <a:endParaRPr lang="en-ZA" sz="1600" dirty="0"/>
        </a:p>
      </dgm:t>
    </dgm:pt>
    <dgm:pt modelId="{0875FA40-D2DC-4DB1-853B-3379850CC030}" type="parTrans" cxnId="{49AADA76-6972-4091-915D-901EC9256CB4}">
      <dgm:prSet/>
      <dgm:spPr/>
      <dgm:t>
        <a:bodyPr/>
        <a:lstStyle/>
        <a:p>
          <a:endParaRPr lang="en-ZA"/>
        </a:p>
      </dgm:t>
    </dgm:pt>
    <dgm:pt modelId="{E2EE7C0D-6D31-41CF-9644-BCB4C3CFFF5B}" type="sibTrans" cxnId="{49AADA76-6972-4091-915D-901EC9256CB4}">
      <dgm:prSet/>
      <dgm:spPr/>
      <dgm:t>
        <a:bodyPr/>
        <a:lstStyle/>
        <a:p>
          <a:endParaRPr lang="en-ZA"/>
        </a:p>
      </dgm:t>
    </dgm:pt>
    <dgm:pt modelId="{97C0954C-871A-4525-9DC7-7FD07F9B9FBE}">
      <dgm:prSet phldrT="[Text]" custT="1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Event driven programming…</a:t>
          </a:r>
          <a:endParaRPr lang="en-ZA" sz="1600" dirty="0"/>
        </a:p>
      </dgm:t>
    </dgm:pt>
    <dgm:pt modelId="{E697E6E0-4752-477F-A789-324302A1B776}" type="parTrans" cxnId="{D0DF198A-4D9E-4943-8913-A2B91DC872D2}">
      <dgm:prSet/>
      <dgm:spPr/>
      <dgm:t>
        <a:bodyPr/>
        <a:lstStyle/>
        <a:p>
          <a:endParaRPr lang="en-ZA"/>
        </a:p>
      </dgm:t>
    </dgm:pt>
    <dgm:pt modelId="{29729F9E-2E59-41E6-A7DD-0CB43806026F}" type="sibTrans" cxnId="{D0DF198A-4D9E-4943-8913-A2B91DC872D2}">
      <dgm:prSet/>
      <dgm:spPr/>
      <dgm:t>
        <a:bodyPr/>
        <a:lstStyle/>
        <a:p>
          <a:endParaRPr lang="en-ZA"/>
        </a:p>
      </dgm:t>
    </dgm:pt>
    <dgm:pt modelId="{EDFA8FC1-4AB3-4780-B6BE-AC6B4A959B16}">
      <dgm:prSet phldrT="[Text]"/>
      <dgm:spPr>
        <a:solidFill>
          <a:srgbClr val="002060"/>
        </a:solidFill>
      </dgm:spPr>
      <dgm:t>
        <a:bodyPr/>
        <a:lstStyle/>
        <a:p>
          <a:r>
            <a:rPr lang="en-ZA"/>
            <a:t>WRPV302</a:t>
          </a:r>
          <a:endParaRPr lang="en-ZA" dirty="0"/>
        </a:p>
      </dgm:t>
    </dgm:pt>
    <dgm:pt modelId="{FD759CDC-2DF6-4508-B4CA-9CAF80921845}" type="parTrans" cxnId="{EEAC9336-7CE6-4818-BA25-15C4C8AEA8FC}">
      <dgm:prSet/>
      <dgm:spPr/>
      <dgm:t>
        <a:bodyPr/>
        <a:lstStyle/>
        <a:p>
          <a:endParaRPr lang="en-ZA"/>
        </a:p>
      </dgm:t>
    </dgm:pt>
    <dgm:pt modelId="{5DC4A3E0-4470-44A4-9831-114B2A94DD82}" type="sibTrans" cxnId="{EEAC9336-7CE6-4818-BA25-15C4C8AEA8FC}">
      <dgm:prSet/>
      <dgm:spPr/>
      <dgm:t>
        <a:bodyPr/>
        <a:lstStyle/>
        <a:p>
          <a:endParaRPr lang="en-ZA"/>
        </a:p>
      </dgm:t>
    </dgm:pt>
    <dgm:pt modelId="{1636DA68-ADB2-454D-A72E-CB37600EF740}">
      <dgm:prSet phldrT="[Text]" custT="1"/>
      <dgm:spPr>
        <a:ln>
          <a:solidFill>
            <a:srgbClr val="002060"/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Mobile apps</a:t>
          </a:r>
          <a:endParaRPr lang="en-ZA" sz="1600" dirty="0"/>
        </a:p>
      </dgm:t>
    </dgm:pt>
    <dgm:pt modelId="{B342DC7B-A4F7-40AA-8317-0F97CA5D03B3}" type="parTrans" cxnId="{4302A858-2117-4BE7-831E-2B586F1099C1}">
      <dgm:prSet/>
      <dgm:spPr/>
      <dgm:t>
        <a:bodyPr/>
        <a:lstStyle/>
        <a:p>
          <a:endParaRPr lang="en-ZA"/>
        </a:p>
      </dgm:t>
    </dgm:pt>
    <dgm:pt modelId="{57D22CBF-B8EC-46A3-96A2-03BD6B6B534E}" type="sibTrans" cxnId="{4302A858-2117-4BE7-831E-2B586F1099C1}">
      <dgm:prSet/>
      <dgm:spPr/>
      <dgm:t>
        <a:bodyPr/>
        <a:lstStyle/>
        <a:p>
          <a:endParaRPr lang="en-ZA"/>
        </a:p>
      </dgm:t>
    </dgm:pt>
    <dgm:pt modelId="{0ADC7F07-01C8-4D26-968A-72405233A732}">
      <dgm:prSet phldrT="[Text]" custT="1"/>
      <dgm:spPr>
        <a:ln>
          <a:solidFill>
            <a:srgbClr val="002060"/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Multi-threaded programs </a:t>
          </a:r>
          <a:endParaRPr lang="en-ZA" sz="1600" dirty="0"/>
        </a:p>
      </dgm:t>
    </dgm:pt>
    <dgm:pt modelId="{153601EE-8F96-490C-955A-4D8C7786919E}" type="parTrans" cxnId="{AEE318DD-46B2-4DB9-BC31-357BAB91A40A}">
      <dgm:prSet/>
      <dgm:spPr/>
      <dgm:t>
        <a:bodyPr/>
        <a:lstStyle/>
        <a:p>
          <a:endParaRPr lang="en-ZA"/>
        </a:p>
      </dgm:t>
    </dgm:pt>
    <dgm:pt modelId="{3C586DF4-C802-47CC-B4FC-E87D55E707C9}" type="sibTrans" cxnId="{AEE318DD-46B2-4DB9-BC31-357BAB91A40A}">
      <dgm:prSet/>
      <dgm:spPr/>
      <dgm:t>
        <a:bodyPr/>
        <a:lstStyle/>
        <a:p>
          <a:endParaRPr lang="en-ZA"/>
        </a:p>
      </dgm:t>
    </dgm:pt>
    <dgm:pt modelId="{43872188-7888-4F45-B06F-354043ECB1FC}">
      <dgm:prSet phldrT="[Text]" custT="1"/>
      <dgm:spPr>
        <a:ln>
          <a:solidFill>
            <a:srgbClr val="002060"/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Network programming…</a:t>
          </a:r>
          <a:endParaRPr lang="en-ZA" sz="1600" dirty="0"/>
        </a:p>
      </dgm:t>
    </dgm:pt>
    <dgm:pt modelId="{14454CFB-B6FA-4EAF-B61B-D075A0DFA904}" type="parTrans" cxnId="{1C6B45DE-A563-47B9-8F36-39A6334C88F2}">
      <dgm:prSet/>
      <dgm:spPr/>
      <dgm:t>
        <a:bodyPr/>
        <a:lstStyle/>
        <a:p>
          <a:endParaRPr lang="en-ZA"/>
        </a:p>
      </dgm:t>
    </dgm:pt>
    <dgm:pt modelId="{A20DB528-79CD-4887-A80A-9CA5A00E1595}" type="sibTrans" cxnId="{1C6B45DE-A563-47B9-8F36-39A6334C88F2}">
      <dgm:prSet/>
      <dgm:spPr/>
      <dgm:t>
        <a:bodyPr/>
        <a:lstStyle/>
        <a:p>
          <a:endParaRPr lang="en-ZA"/>
        </a:p>
      </dgm:t>
    </dgm:pt>
    <dgm:pt modelId="{67E08C6C-174D-4771-97EA-9A13FB7D39C6}" type="pres">
      <dgm:prSet presAssocID="{691897FB-716F-46B4-B1AB-F822D32663F8}" presName="Name0" presStyleCnt="0">
        <dgm:presLayoutVars>
          <dgm:dir/>
          <dgm:animLvl val="lvl"/>
          <dgm:resizeHandles val="exact"/>
        </dgm:presLayoutVars>
      </dgm:prSet>
      <dgm:spPr/>
    </dgm:pt>
    <dgm:pt modelId="{A95E0B0E-708A-41E5-8119-7CF00B3F6078}" type="pres">
      <dgm:prSet presAssocID="{691897FB-716F-46B4-B1AB-F822D32663F8}" presName="tSp" presStyleCnt="0"/>
      <dgm:spPr/>
    </dgm:pt>
    <dgm:pt modelId="{2577583A-E619-4BC5-9DCE-C495D389330F}" type="pres">
      <dgm:prSet presAssocID="{691897FB-716F-46B4-B1AB-F822D32663F8}" presName="bSp" presStyleCnt="0"/>
      <dgm:spPr/>
    </dgm:pt>
    <dgm:pt modelId="{713D2508-6FB4-4170-B387-0FDE4A63A5C8}" type="pres">
      <dgm:prSet presAssocID="{691897FB-716F-46B4-B1AB-F822D32663F8}" presName="process" presStyleCnt="0"/>
      <dgm:spPr/>
    </dgm:pt>
    <dgm:pt modelId="{264F0343-27E2-49C4-BC12-0F75113E0733}" type="pres">
      <dgm:prSet presAssocID="{AD95A1B4-BF39-4EDF-850C-2E83385E0E7E}" presName="composite1" presStyleCnt="0"/>
      <dgm:spPr/>
    </dgm:pt>
    <dgm:pt modelId="{8C7CF294-074E-4BFB-A0F1-21F648B7E8EC}" type="pres">
      <dgm:prSet presAssocID="{AD95A1B4-BF39-4EDF-850C-2E83385E0E7E}" presName="dummyNode1" presStyleLbl="node1" presStyleIdx="0" presStyleCnt="2"/>
      <dgm:spPr/>
    </dgm:pt>
    <dgm:pt modelId="{FD7C101F-8428-4D09-97C9-BD3E396A03DC}" type="pres">
      <dgm:prSet presAssocID="{AD95A1B4-BF39-4EDF-850C-2E83385E0E7E}" presName="childNode1" presStyleLbl="bgAcc1" presStyleIdx="0" presStyleCnt="2" custScaleX="118144" custScaleY="135989">
        <dgm:presLayoutVars>
          <dgm:bulletEnabled val="1"/>
        </dgm:presLayoutVars>
      </dgm:prSet>
      <dgm:spPr/>
    </dgm:pt>
    <dgm:pt modelId="{4C7835A7-67D7-42C6-B533-9F337D93BAA5}" type="pres">
      <dgm:prSet presAssocID="{AD95A1B4-BF39-4EDF-850C-2E83385E0E7E}" presName="childNode1tx" presStyleLbl="bgAcc1" presStyleIdx="0" presStyleCnt="2">
        <dgm:presLayoutVars>
          <dgm:bulletEnabled val="1"/>
        </dgm:presLayoutVars>
      </dgm:prSet>
      <dgm:spPr/>
    </dgm:pt>
    <dgm:pt modelId="{F8ABE539-FADA-4E65-9DD3-A044AFD0CDBB}" type="pres">
      <dgm:prSet presAssocID="{AD95A1B4-BF39-4EDF-850C-2E83385E0E7E}" presName="parentNode1" presStyleLbl="node1" presStyleIdx="0" presStyleCnt="2" custLinFactNeighborX="-7815" custLinFactNeighborY="43616">
        <dgm:presLayoutVars>
          <dgm:chMax val="1"/>
          <dgm:bulletEnabled val="1"/>
        </dgm:presLayoutVars>
      </dgm:prSet>
      <dgm:spPr/>
    </dgm:pt>
    <dgm:pt modelId="{1FF7855A-C83B-4D00-886B-811B1095646C}" type="pres">
      <dgm:prSet presAssocID="{AD95A1B4-BF39-4EDF-850C-2E83385E0E7E}" presName="connSite1" presStyleCnt="0"/>
      <dgm:spPr/>
    </dgm:pt>
    <dgm:pt modelId="{2F01A6D5-9395-4813-8012-2C2C4147E71C}" type="pres">
      <dgm:prSet presAssocID="{11ABF8D4-E702-45E2-A357-C44FB8EC325B}" presName="Name9" presStyleLbl="sibTrans2D1" presStyleIdx="0" presStyleCnt="1"/>
      <dgm:spPr/>
    </dgm:pt>
    <dgm:pt modelId="{406FF642-4275-43FB-A083-401B3805BE07}" type="pres">
      <dgm:prSet presAssocID="{EDFA8FC1-4AB3-4780-B6BE-AC6B4A959B16}" presName="composite2" presStyleCnt="0"/>
      <dgm:spPr/>
    </dgm:pt>
    <dgm:pt modelId="{4CCF7104-585E-4F80-88C2-1EE4878F65C1}" type="pres">
      <dgm:prSet presAssocID="{EDFA8FC1-4AB3-4780-B6BE-AC6B4A959B16}" presName="dummyNode2" presStyleLbl="node1" presStyleIdx="0" presStyleCnt="2"/>
      <dgm:spPr/>
    </dgm:pt>
    <dgm:pt modelId="{55FF00DD-2464-4A4F-BD93-5B7285FF7B16}" type="pres">
      <dgm:prSet presAssocID="{EDFA8FC1-4AB3-4780-B6BE-AC6B4A959B16}" presName="childNode2" presStyleLbl="bgAcc1" presStyleIdx="1" presStyleCnt="2" custScaleX="119288" custScaleY="133441" custLinFactNeighborY="-1765">
        <dgm:presLayoutVars>
          <dgm:bulletEnabled val="1"/>
        </dgm:presLayoutVars>
      </dgm:prSet>
      <dgm:spPr/>
    </dgm:pt>
    <dgm:pt modelId="{DBBD9BAA-2F62-4C7B-A2B3-B5ED16409500}" type="pres">
      <dgm:prSet presAssocID="{EDFA8FC1-4AB3-4780-B6BE-AC6B4A959B16}" presName="childNode2tx" presStyleLbl="bgAcc1" presStyleIdx="1" presStyleCnt="2">
        <dgm:presLayoutVars>
          <dgm:bulletEnabled val="1"/>
        </dgm:presLayoutVars>
      </dgm:prSet>
      <dgm:spPr/>
    </dgm:pt>
    <dgm:pt modelId="{70AA6523-5F9C-4B1A-95C6-62A6BB94ABF8}" type="pres">
      <dgm:prSet presAssocID="{EDFA8FC1-4AB3-4780-B6BE-AC6B4A959B16}" presName="parentNode2" presStyleLbl="node1" presStyleIdx="1" presStyleCnt="2" custLinFactNeighborX="-6756" custLinFactNeighborY="-40451">
        <dgm:presLayoutVars>
          <dgm:chMax val="0"/>
          <dgm:bulletEnabled val="1"/>
        </dgm:presLayoutVars>
      </dgm:prSet>
      <dgm:spPr/>
    </dgm:pt>
    <dgm:pt modelId="{64B5E100-1A53-4D75-8B41-D8D935FD94E6}" type="pres">
      <dgm:prSet presAssocID="{EDFA8FC1-4AB3-4780-B6BE-AC6B4A959B16}" presName="connSite2" presStyleCnt="0"/>
      <dgm:spPr/>
    </dgm:pt>
  </dgm:ptLst>
  <dgm:cxnLst>
    <dgm:cxn modelId="{21F9A70C-F49D-45CB-8BE2-04C018DF4736}" type="presOf" srcId="{0ADC7F07-01C8-4D26-968A-72405233A732}" destId="{DBBD9BAA-2F62-4C7B-A2B3-B5ED16409500}" srcOrd="1" destOrd="2" presId="urn:microsoft.com/office/officeart/2005/8/layout/hProcess4"/>
    <dgm:cxn modelId="{C6692911-A9C6-489A-80FC-0A89CFCA0303}" type="presOf" srcId="{0C521106-7FDD-49F9-9809-63832C1CBC4D}" destId="{FD7C101F-8428-4D09-97C9-BD3E396A03DC}" srcOrd="0" destOrd="6" presId="urn:microsoft.com/office/officeart/2005/8/layout/hProcess4"/>
    <dgm:cxn modelId="{9AA0E914-C4DE-4851-9262-A4A16D716C85}" type="presOf" srcId="{BCC33A52-973D-4CB3-B11A-01F109E6801D}" destId="{FD7C101F-8428-4D09-97C9-BD3E396A03DC}" srcOrd="0" destOrd="3" presId="urn:microsoft.com/office/officeart/2005/8/layout/hProcess4"/>
    <dgm:cxn modelId="{5862671A-2406-4B82-9422-8B07A2740A13}" type="presOf" srcId="{97C0954C-871A-4525-9DC7-7FD07F9B9FBE}" destId="{4C7835A7-67D7-42C6-B533-9F337D93BAA5}" srcOrd="1" destOrd="7" presId="urn:microsoft.com/office/officeart/2005/8/layout/hProcess4"/>
    <dgm:cxn modelId="{98CBC71C-5791-4BB6-A79D-C615A42402BE}" type="presOf" srcId="{691897FB-716F-46B4-B1AB-F822D32663F8}" destId="{67E08C6C-174D-4771-97EA-9A13FB7D39C6}" srcOrd="0" destOrd="0" presId="urn:microsoft.com/office/officeart/2005/8/layout/hProcess4"/>
    <dgm:cxn modelId="{E4FBBE1F-DB79-439D-8A0D-BB4DAAAC390D}" srcId="{AD95A1B4-BF39-4EDF-850C-2E83385E0E7E}" destId="{D6C7E076-2575-4D53-8A1A-B2408789C08C}" srcOrd="0" destOrd="0" parTransId="{1E7E78FD-D32B-4EC8-B1C6-001BE92AFD8A}" sibTransId="{F9041E0A-9A16-4899-816B-5AC2C8140104}"/>
    <dgm:cxn modelId="{AB8FB920-83ED-46D2-8814-E9A6C0EB4781}" type="presOf" srcId="{EDFA8FC1-4AB3-4780-B6BE-AC6B4A959B16}" destId="{70AA6523-5F9C-4B1A-95C6-62A6BB94ABF8}" srcOrd="0" destOrd="0" presId="urn:microsoft.com/office/officeart/2005/8/layout/hProcess4"/>
    <dgm:cxn modelId="{562ADD24-3EDA-4ED6-92BE-A1CD1771BEB6}" type="presOf" srcId="{DED12708-36C6-4EE5-B6E6-43A81C8E55C9}" destId="{55FF00DD-2464-4A4F-BD93-5B7285FF7B16}" srcOrd="0" destOrd="0" presId="urn:microsoft.com/office/officeart/2005/8/layout/hProcess4"/>
    <dgm:cxn modelId="{A4B85C2D-348E-469E-BA14-23D9E9A3B571}" type="presOf" srcId="{0C521106-7FDD-49F9-9809-63832C1CBC4D}" destId="{4C7835A7-67D7-42C6-B533-9F337D93BAA5}" srcOrd="1" destOrd="6" presId="urn:microsoft.com/office/officeart/2005/8/layout/hProcess4"/>
    <dgm:cxn modelId="{D2275436-110A-4FCC-A03A-35E196996292}" srcId="{691897FB-716F-46B4-B1AB-F822D32663F8}" destId="{AD95A1B4-BF39-4EDF-850C-2E83385E0E7E}" srcOrd="0" destOrd="0" parTransId="{4BD38B10-834D-45FE-AA20-42691A3D0764}" sibTransId="{11ABF8D4-E702-45E2-A357-C44FB8EC325B}"/>
    <dgm:cxn modelId="{EEAC9336-7CE6-4818-BA25-15C4C8AEA8FC}" srcId="{691897FB-716F-46B4-B1AB-F822D32663F8}" destId="{EDFA8FC1-4AB3-4780-B6BE-AC6B4A959B16}" srcOrd="1" destOrd="0" parTransId="{FD759CDC-2DF6-4508-B4CA-9CAF80921845}" sibTransId="{5DC4A3E0-4470-44A4-9831-114B2A94DD82}"/>
    <dgm:cxn modelId="{CCAA3B40-017E-4A64-836B-24CC89741152}" type="presOf" srcId="{E037DC35-1982-4F3D-B5A5-4F2DBD3EB1ED}" destId="{FD7C101F-8428-4D09-97C9-BD3E396A03DC}" srcOrd="0" destOrd="2" presId="urn:microsoft.com/office/officeart/2005/8/layout/hProcess4"/>
    <dgm:cxn modelId="{A15C3D4C-260F-4866-924C-64D1F7551A4B}" type="presOf" srcId="{4A95F1B1-685B-4D9C-A2BF-0EA008686C8E}" destId="{4C7835A7-67D7-42C6-B533-9F337D93BAA5}" srcOrd="1" destOrd="4" presId="urn:microsoft.com/office/officeart/2005/8/layout/hProcess4"/>
    <dgm:cxn modelId="{49AADA76-6972-4091-915D-901EC9256CB4}" srcId="{AD95A1B4-BF39-4EDF-850C-2E83385E0E7E}" destId="{0C521106-7FDD-49F9-9809-63832C1CBC4D}" srcOrd="6" destOrd="0" parTransId="{0875FA40-D2DC-4DB1-853B-3379850CC030}" sibTransId="{E2EE7C0D-6D31-41CF-9644-BCB4C3CFFF5B}"/>
    <dgm:cxn modelId="{241A2F78-783D-4161-94F4-DC1E6C946379}" srcId="{AD95A1B4-BF39-4EDF-850C-2E83385E0E7E}" destId="{9AD8A9C3-3748-45B2-BE28-17D3963C6E29}" srcOrd="1" destOrd="0" parTransId="{9E9A84E9-C79F-4A31-96F7-A612DD668610}" sibTransId="{64F6DEA0-74C9-44BB-9AEB-5E1B90C5E1E7}"/>
    <dgm:cxn modelId="{54577558-E6B5-46D8-8D0F-1F5255AB8E17}" type="presOf" srcId="{D6C7E076-2575-4D53-8A1A-B2408789C08C}" destId="{FD7C101F-8428-4D09-97C9-BD3E396A03DC}" srcOrd="0" destOrd="0" presId="urn:microsoft.com/office/officeart/2005/8/layout/hProcess4"/>
    <dgm:cxn modelId="{4302A858-2117-4BE7-831E-2B586F1099C1}" srcId="{EDFA8FC1-4AB3-4780-B6BE-AC6B4A959B16}" destId="{1636DA68-ADB2-454D-A72E-CB37600EF740}" srcOrd="1" destOrd="0" parTransId="{B342DC7B-A4F7-40AA-8317-0F97CA5D03B3}" sibTransId="{57D22CBF-B8EC-46A3-96A2-03BD6B6B534E}"/>
    <dgm:cxn modelId="{E32C9579-C7D0-4211-A9EE-4BAB385E1399}" type="presOf" srcId="{4A95F1B1-685B-4D9C-A2BF-0EA008686C8E}" destId="{FD7C101F-8428-4D09-97C9-BD3E396A03DC}" srcOrd="0" destOrd="4" presId="urn:microsoft.com/office/officeart/2005/8/layout/hProcess4"/>
    <dgm:cxn modelId="{0BCEFD7F-BF9C-442C-A6BA-359A78C08CD1}" type="presOf" srcId="{D6C7E076-2575-4D53-8A1A-B2408789C08C}" destId="{4C7835A7-67D7-42C6-B533-9F337D93BAA5}" srcOrd="1" destOrd="0" presId="urn:microsoft.com/office/officeart/2005/8/layout/hProcess4"/>
    <dgm:cxn modelId="{76699A83-2E5C-4518-B160-1EB4709A161D}" srcId="{AD95A1B4-BF39-4EDF-850C-2E83385E0E7E}" destId="{4A95F1B1-685B-4D9C-A2BF-0EA008686C8E}" srcOrd="4" destOrd="0" parTransId="{F24905D3-4C05-4888-A151-8014CE263AF5}" sibTransId="{56D80580-BACF-4E23-8B37-B65AA028B2B4}"/>
    <dgm:cxn modelId="{D0DF198A-4D9E-4943-8913-A2B91DC872D2}" srcId="{AD95A1B4-BF39-4EDF-850C-2E83385E0E7E}" destId="{97C0954C-871A-4525-9DC7-7FD07F9B9FBE}" srcOrd="7" destOrd="0" parTransId="{E697E6E0-4752-477F-A789-324302A1B776}" sibTransId="{29729F9E-2E59-41E6-A7DD-0CB43806026F}"/>
    <dgm:cxn modelId="{FDB4E98B-91AD-4D0B-A718-C2A5E6E32988}" type="presOf" srcId="{97C0954C-871A-4525-9DC7-7FD07F9B9FBE}" destId="{FD7C101F-8428-4D09-97C9-BD3E396A03DC}" srcOrd="0" destOrd="7" presId="urn:microsoft.com/office/officeart/2005/8/layout/hProcess4"/>
    <dgm:cxn modelId="{82F1F791-7274-4A90-A800-EC3E1698F8EA}" srcId="{AD95A1B4-BF39-4EDF-850C-2E83385E0E7E}" destId="{E037DC35-1982-4F3D-B5A5-4F2DBD3EB1ED}" srcOrd="2" destOrd="0" parTransId="{776FBDCB-D041-4109-9536-FBDF1BA7361F}" sibTransId="{7EA3CF6F-E191-4F94-BFC0-FB2E3697F6A0}"/>
    <dgm:cxn modelId="{55B67F9D-927C-442A-A034-A6E998CFDA00}" type="presOf" srcId="{E037DC35-1982-4F3D-B5A5-4F2DBD3EB1ED}" destId="{4C7835A7-67D7-42C6-B533-9F337D93BAA5}" srcOrd="1" destOrd="2" presId="urn:microsoft.com/office/officeart/2005/8/layout/hProcess4"/>
    <dgm:cxn modelId="{02BBB6B0-7AAC-479A-9EA2-E049F74F008C}" type="presOf" srcId="{1636DA68-ADB2-454D-A72E-CB37600EF740}" destId="{55FF00DD-2464-4A4F-BD93-5B7285FF7B16}" srcOrd="0" destOrd="1" presId="urn:microsoft.com/office/officeart/2005/8/layout/hProcess4"/>
    <dgm:cxn modelId="{44AD64B5-41E8-4EBB-A465-78A338D49D58}" type="presOf" srcId="{DED12708-36C6-4EE5-B6E6-43A81C8E55C9}" destId="{DBBD9BAA-2F62-4C7B-A2B3-B5ED16409500}" srcOrd="1" destOrd="0" presId="urn:microsoft.com/office/officeart/2005/8/layout/hProcess4"/>
    <dgm:cxn modelId="{3965E8B9-649B-4A59-90F0-4220766B3A19}" type="presOf" srcId="{1636DA68-ADB2-454D-A72E-CB37600EF740}" destId="{DBBD9BAA-2F62-4C7B-A2B3-B5ED16409500}" srcOrd="1" destOrd="1" presId="urn:microsoft.com/office/officeart/2005/8/layout/hProcess4"/>
    <dgm:cxn modelId="{708234BB-90F6-407E-95C3-A0FB73F38E1D}" type="presOf" srcId="{AD95A1B4-BF39-4EDF-850C-2E83385E0E7E}" destId="{F8ABE539-FADA-4E65-9DD3-A044AFD0CDBB}" srcOrd="0" destOrd="0" presId="urn:microsoft.com/office/officeart/2005/8/layout/hProcess4"/>
    <dgm:cxn modelId="{358CD4CB-8782-4542-99D0-EDF5B5A9B1D1}" type="presOf" srcId="{11ABF8D4-E702-45E2-A357-C44FB8EC325B}" destId="{2F01A6D5-9395-4813-8012-2C2C4147E71C}" srcOrd="0" destOrd="0" presId="urn:microsoft.com/office/officeart/2005/8/layout/hProcess4"/>
    <dgm:cxn modelId="{5C40E3CD-B3FB-480E-9A17-6994D9A3A06B}" type="presOf" srcId="{1A3F7290-06C0-4B31-BC83-64948A1965BC}" destId="{4C7835A7-67D7-42C6-B533-9F337D93BAA5}" srcOrd="1" destOrd="5" presId="urn:microsoft.com/office/officeart/2005/8/layout/hProcess4"/>
    <dgm:cxn modelId="{E8AB19D2-019D-4918-96AE-E9EBF8724504}" srcId="{AD95A1B4-BF39-4EDF-850C-2E83385E0E7E}" destId="{1A3F7290-06C0-4B31-BC83-64948A1965BC}" srcOrd="5" destOrd="0" parTransId="{6AE319B3-B334-4224-9D00-8E698864597B}" sibTransId="{B3EFB50A-063D-4986-91A1-72A9ADCDF498}"/>
    <dgm:cxn modelId="{5493FCDB-26F7-4301-BCFD-7D997CC3B611}" type="presOf" srcId="{9AD8A9C3-3748-45B2-BE28-17D3963C6E29}" destId="{4C7835A7-67D7-42C6-B533-9F337D93BAA5}" srcOrd="1" destOrd="1" presId="urn:microsoft.com/office/officeart/2005/8/layout/hProcess4"/>
    <dgm:cxn modelId="{AEE318DD-46B2-4DB9-BC31-357BAB91A40A}" srcId="{EDFA8FC1-4AB3-4780-B6BE-AC6B4A959B16}" destId="{0ADC7F07-01C8-4D26-968A-72405233A732}" srcOrd="2" destOrd="0" parTransId="{153601EE-8F96-490C-955A-4D8C7786919E}" sibTransId="{3C586DF4-C802-47CC-B4FC-E87D55E707C9}"/>
    <dgm:cxn modelId="{1C6B45DE-A563-47B9-8F36-39A6334C88F2}" srcId="{EDFA8FC1-4AB3-4780-B6BE-AC6B4A959B16}" destId="{43872188-7888-4F45-B06F-354043ECB1FC}" srcOrd="3" destOrd="0" parTransId="{14454CFB-B6FA-4EAF-B61B-D075A0DFA904}" sibTransId="{A20DB528-79CD-4887-A80A-9CA5A00E1595}"/>
    <dgm:cxn modelId="{383984EA-FAFB-4E06-B304-A5F37FF46CC0}" srcId="{EDFA8FC1-4AB3-4780-B6BE-AC6B4A959B16}" destId="{DED12708-36C6-4EE5-B6E6-43A81C8E55C9}" srcOrd="0" destOrd="0" parTransId="{414BDADC-719F-4E7D-B8F4-6C57AF8966AB}" sibTransId="{D4B58A44-02BE-4B10-9C72-AE0BF530A3C8}"/>
    <dgm:cxn modelId="{573F8FEB-5944-4E46-82D7-C08C7BF66464}" type="presOf" srcId="{43872188-7888-4F45-B06F-354043ECB1FC}" destId="{DBBD9BAA-2F62-4C7B-A2B3-B5ED16409500}" srcOrd="1" destOrd="3" presId="urn:microsoft.com/office/officeart/2005/8/layout/hProcess4"/>
    <dgm:cxn modelId="{77C0AFEC-8309-4F2C-BFFD-2A8C68AD4308}" type="presOf" srcId="{43872188-7888-4F45-B06F-354043ECB1FC}" destId="{55FF00DD-2464-4A4F-BD93-5B7285FF7B16}" srcOrd="0" destOrd="3" presId="urn:microsoft.com/office/officeart/2005/8/layout/hProcess4"/>
    <dgm:cxn modelId="{97E32EF1-0981-4C96-9518-FB34270F0554}" type="presOf" srcId="{1A3F7290-06C0-4B31-BC83-64948A1965BC}" destId="{FD7C101F-8428-4D09-97C9-BD3E396A03DC}" srcOrd="0" destOrd="5" presId="urn:microsoft.com/office/officeart/2005/8/layout/hProcess4"/>
    <dgm:cxn modelId="{7CB378F6-D4F2-4691-8299-BA76ED159899}" type="presOf" srcId="{BCC33A52-973D-4CB3-B11A-01F109E6801D}" destId="{4C7835A7-67D7-42C6-B533-9F337D93BAA5}" srcOrd="1" destOrd="3" presId="urn:microsoft.com/office/officeart/2005/8/layout/hProcess4"/>
    <dgm:cxn modelId="{6A016DFB-9C07-4A6A-969D-17A7F4664817}" type="presOf" srcId="{0ADC7F07-01C8-4D26-968A-72405233A732}" destId="{55FF00DD-2464-4A4F-BD93-5B7285FF7B16}" srcOrd="0" destOrd="2" presId="urn:microsoft.com/office/officeart/2005/8/layout/hProcess4"/>
    <dgm:cxn modelId="{65FA0EFE-3B51-4C99-A2C5-414D8EA6E9BB}" type="presOf" srcId="{9AD8A9C3-3748-45B2-BE28-17D3963C6E29}" destId="{FD7C101F-8428-4D09-97C9-BD3E396A03DC}" srcOrd="0" destOrd="1" presId="urn:microsoft.com/office/officeart/2005/8/layout/hProcess4"/>
    <dgm:cxn modelId="{D7C03EFF-FE8D-42A2-ACFC-089AD3769CA6}" srcId="{AD95A1B4-BF39-4EDF-850C-2E83385E0E7E}" destId="{BCC33A52-973D-4CB3-B11A-01F109E6801D}" srcOrd="3" destOrd="0" parTransId="{69AB07DC-DC32-4D10-A36F-963F24B7FEB5}" sibTransId="{6BBFDC94-7D0B-4D00-AFE3-EF265AC8C4C4}"/>
    <dgm:cxn modelId="{9FD7D486-A687-46B0-A716-690F31F22B29}" type="presParOf" srcId="{67E08C6C-174D-4771-97EA-9A13FB7D39C6}" destId="{A95E0B0E-708A-41E5-8119-7CF00B3F6078}" srcOrd="0" destOrd="0" presId="urn:microsoft.com/office/officeart/2005/8/layout/hProcess4"/>
    <dgm:cxn modelId="{7BEBCFC7-95E1-4DC0-BA7E-5ADB52382DF9}" type="presParOf" srcId="{67E08C6C-174D-4771-97EA-9A13FB7D39C6}" destId="{2577583A-E619-4BC5-9DCE-C495D389330F}" srcOrd="1" destOrd="0" presId="urn:microsoft.com/office/officeart/2005/8/layout/hProcess4"/>
    <dgm:cxn modelId="{9AD6FA75-C504-4089-9ACB-4711CD91C6FC}" type="presParOf" srcId="{67E08C6C-174D-4771-97EA-9A13FB7D39C6}" destId="{713D2508-6FB4-4170-B387-0FDE4A63A5C8}" srcOrd="2" destOrd="0" presId="urn:microsoft.com/office/officeart/2005/8/layout/hProcess4"/>
    <dgm:cxn modelId="{BD049DC9-BCE8-4870-B1C0-81D5D676A26B}" type="presParOf" srcId="{713D2508-6FB4-4170-B387-0FDE4A63A5C8}" destId="{264F0343-27E2-49C4-BC12-0F75113E0733}" srcOrd="0" destOrd="0" presId="urn:microsoft.com/office/officeart/2005/8/layout/hProcess4"/>
    <dgm:cxn modelId="{A539B949-0490-4BA3-9D6E-FE049B997096}" type="presParOf" srcId="{264F0343-27E2-49C4-BC12-0F75113E0733}" destId="{8C7CF294-074E-4BFB-A0F1-21F648B7E8EC}" srcOrd="0" destOrd="0" presId="urn:microsoft.com/office/officeart/2005/8/layout/hProcess4"/>
    <dgm:cxn modelId="{2A94DC13-ACCF-4642-9FE2-89A66E5F0372}" type="presParOf" srcId="{264F0343-27E2-49C4-BC12-0F75113E0733}" destId="{FD7C101F-8428-4D09-97C9-BD3E396A03DC}" srcOrd="1" destOrd="0" presId="urn:microsoft.com/office/officeart/2005/8/layout/hProcess4"/>
    <dgm:cxn modelId="{E76F44A8-7A84-4A34-829E-ABC9AA07BCFE}" type="presParOf" srcId="{264F0343-27E2-49C4-BC12-0F75113E0733}" destId="{4C7835A7-67D7-42C6-B533-9F337D93BAA5}" srcOrd="2" destOrd="0" presId="urn:microsoft.com/office/officeart/2005/8/layout/hProcess4"/>
    <dgm:cxn modelId="{32DDF660-67F3-427B-BC99-6FEC4D53CACF}" type="presParOf" srcId="{264F0343-27E2-49C4-BC12-0F75113E0733}" destId="{F8ABE539-FADA-4E65-9DD3-A044AFD0CDBB}" srcOrd="3" destOrd="0" presId="urn:microsoft.com/office/officeart/2005/8/layout/hProcess4"/>
    <dgm:cxn modelId="{0E020D82-3E9B-4661-B698-1AF18EFB059F}" type="presParOf" srcId="{264F0343-27E2-49C4-BC12-0F75113E0733}" destId="{1FF7855A-C83B-4D00-886B-811B1095646C}" srcOrd="4" destOrd="0" presId="urn:microsoft.com/office/officeart/2005/8/layout/hProcess4"/>
    <dgm:cxn modelId="{CB158FF1-FB33-46C7-8357-77678DFAEA32}" type="presParOf" srcId="{713D2508-6FB4-4170-B387-0FDE4A63A5C8}" destId="{2F01A6D5-9395-4813-8012-2C2C4147E71C}" srcOrd="1" destOrd="0" presId="urn:microsoft.com/office/officeart/2005/8/layout/hProcess4"/>
    <dgm:cxn modelId="{750E017C-578A-4344-9770-CCCF82275AD0}" type="presParOf" srcId="{713D2508-6FB4-4170-B387-0FDE4A63A5C8}" destId="{406FF642-4275-43FB-A083-401B3805BE07}" srcOrd="2" destOrd="0" presId="urn:microsoft.com/office/officeart/2005/8/layout/hProcess4"/>
    <dgm:cxn modelId="{47720EC5-BD16-4D03-9CB6-489429CB43C6}" type="presParOf" srcId="{406FF642-4275-43FB-A083-401B3805BE07}" destId="{4CCF7104-585E-4F80-88C2-1EE4878F65C1}" srcOrd="0" destOrd="0" presId="urn:microsoft.com/office/officeart/2005/8/layout/hProcess4"/>
    <dgm:cxn modelId="{E59B5DDB-055C-4439-B0E8-646EA95CBA66}" type="presParOf" srcId="{406FF642-4275-43FB-A083-401B3805BE07}" destId="{55FF00DD-2464-4A4F-BD93-5B7285FF7B16}" srcOrd="1" destOrd="0" presId="urn:microsoft.com/office/officeart/2005/8/layout/hProcess4"/>
    <dgm:cxn modelId="{B3EEAA2C-4FCF-45F6-90E7-C861CE5AC359}" type="presParOf" srcId="{406FF642-4275-43FB-A083-401B3805BE07}" destId="{DBBD9BAA-2F62-4C7B-A2B3-B5ED16409500}" srcOrd="2" destOrd="0" presId="urn:microsoft.com/office/officeart/2005/8/layout/hProcess4"/>
    <dgm:cxn modelId="{C9F58EC2-06F8-4737-8199-329AC6AFF40D}" type="presParOf" srcId="{406FF642-4275-43FB-A083-401B3805BE07}" destId="{70AA6523-5F9C-4B1A-95C6-62A6BB94ABF8}" srcOrd="3" destOrd="0" presId="urn:microsoft.com/office/officeart/2005/8/layout/hProcess4"/>
    <dgm:cxn modelId="{5BC2D5DB-4949-4363-9339-F5FD33F0DFB5}" type="presParOf" srcId="{406FF642-4275-43FB-A083-401B3805BE07}" destId="{64B5E100-1A53-4D75-8B41-D8D935FD94E6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5AF671-1E94-483A-93CF-E8529DE6467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0323610-2BC6-4A93-AD4D-A1128CA76BA6}">
      <dgm:prSet phldrT="[Text]"/>
      <dgm:spPr>
        <a:solidFill>
          <a:srgbClr val="9B221F"/>
        </a:solidFill>
      </dgm:spPr>
      <dgm:t>
        <a:bodyPr/>
        <a:lstStyle/>
        <a:p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Copy &amp; paste the assignment to </a:t>
          </a:r>
          <a:r>
            <a:rPr lang="en-US" altLang="en-US" dirty="0" err="1">
              <a:latin typeface="Avenir Book" pitchFamily="2" charset="0"/>
              <a:ea typeface="ＭＳ Ｐゴシック" panose="020B0600070205080204" pitchFamily="34" charset="-128"/>
            </a:rPr>
            <a:t>ChatGPT</a:t>
          </a:r>
          <a:endParaRPr lang="en-ZA" dirty="0"/>
        </a:p>
      </dgm:t>
    </dgm:pt>
    <dgm:pt modelId="{08FACFD8-9629-4237-851A-3FB4E5021054}" type="parTrans" cxnId="{BC89D81A-9186-446C-87FC-CF0AC43E769B}">
      <dgm:prSet/>
      <dgm:spPr/>
      <dgm:t>
        <a:bodyPr/>
        <a:lstStyle/>
        <a:p>
          <a:endParaRPr lang="en-ZA"/>
        </a:p>
      </dgm:t>
    </dgm:pt>
    <dgm:pt modelId="{0E60AAB7-1005-4B9E-8238-8AF569C61433}" type="sibTrans" cxnId="{BC89D81A-9186-446C-87FC-CF0AC43E769B}">
      <dgm:prSet/>
      <dgm:spPr>
        <a:solidFill>
          <a:srgbClr val="9B221F"/>
        </a:solidFill>
      </dgm:spPr>
      <dgm:t>
        <a:bodyPr/>
        <a:lstStyle/>
        <a:p>
          <a:endParaRPr lang="en-ZA"/>
        </a:p>
      </dgm:t>
    </dgm:pt>
    <dgm:pt modelId="{55EEEC75-9B89-406D-B8EA-6EAD8A2E3E14}">
      <dgm:prSet phldrT="[Text]"/>
      <dgm:spPr>
        <a:solidFill>
          <a:srgbClr val="9B221F"/>
        </a:solidFill>
      </dgm:spPr>
      <dgm:t>
        <a:bodyPr/>
        <a:lstStyle/>
        <a:p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Copy &amp; paste solution generated as </a:t>
          </a:r>
          <a:r>
            <a:rPr lang="en-US" altLang="en-US" i="1" dirty="0">
              <a:latin typeface="Avenir Book" pitchFamily="2" charset="0"/>
              <a:ea typeface="ＭＳ Ｐゴシック" panose="020B0600070205080204" pitchFamily="34" charset="-128"/>
            </a:rPr>
            <a:t>your</a:t>
          </a:r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 solution</a:t>
          </a:r>
          <a:endParaRPr lang="en-ZA" dirty="0"/>
        </a:p>
      </dgm:t>
    </dgm:pt>
    <dgm:pt modelId="{73D38FEC-6699-452A-AB1B-3ADCB4632E6C}" type="parTrans" cxnId="{047DE85A-8FAD-4B65-B368-6A32AD987D84}">
      <dgm:prSet/>
      <dgm:spPr/>
      <dgm:t>
        <a:bodyPr/>
        <a:lstStyle/>
        <a:p>
          <a:endParaRPr lang="en-ZA"/>
        </a:p>
      </dgm:t>
    </dgm:pt>
    <dgm:pt modelId="{042BB62E-7CEA-4DC0-85B5-B7A17AF81FCC}" type="sibTrans" cxnId="{047DE85A-8FAD-4B65-B368-6A32AD987D84}">
      <dgm:prSet/>
      <dgm:spPr>
        <a:solidFill>
          <a:srgbClr val="9B221F"/>
        </a:solidFill>
      </dgm:spPr>
      <dgm:t>
        <a:bodyPr/>
        <a:lstStyle/>
        <a:p>
          <a:endParaRPr lang="en-ZA"/>
        </a:p>
      </dgm:t>
    </dgm:pt>
    <dgm:pt modelId="{18C361BD-9AFB-4F66-8903-F61B6145DF48}">
      <dgm:prSet phldrT="[Text]"/>
      <dgm:spPr>
        <a:solidFill>
          <a:srgbClr val="9B221F"/>
        </a:solidFill>
      </dgm:spPr>
      <dgm:t>
        <a:bodyPr/>
        <a:lstStyle/>
        <a:p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Submit</a:t>
          </a:r>
          <a:endParaRPr lang="en-ZA" dirty="0"/>
        </a:p>
      </dgm:t>
    </dgm:pt>
    <dgm:pt modelId="{D0BD7134-137E-4548-BF58-4E8FF9F24794}" type="parTrans" cxnId="{843C3F78-2E38-45CD-815A-1EA40F32F269}">
      <dgm:prSet/>
      <dgm:spPr/>
      <dgm:t>
        <a:bodyPr/>
        <a:lstStyle/>
        <a:p>
          <a:endParaRPr lang="en-ZA"/>
        </a:p>
      </dgm:t>
    </dgm:pt>
    <dgm:pt modelId="{C9BAA4CB-003D-42F2-A8A9-D48363E338D7}" type="sibTrans" cxnId="{843C3F78-2E38-45CD-815A-1EA40F32F269}">
      <dgm:prSet/>
      <dgm:spPr/>
      <dgm:t>
        <a:bodyPr/>
        <a:lstStyle/>
        <a:p>
          <a:endParaRPr lang="en-ZA"/>
        </a:p>
      </dgm:t>
    </dgm:pt>
    <dgm:pt modelId="{F823CABF-863C-4294-9BF7-84DD25B671F5}" type="pres">
      <dgm:prSet presAssocID="{C45AF671-1E94-483A-93CF-E8529DE6467F}" presName="Name0" presStyleCnt="0">
        <dgm:presLayoutVars>
          <dgm:dir/>
          <dgm:resizeHandles val="exact"/>
        </dgm:presLayoutVars>
      </dgm:prSet>
      <dgm:spPr/>
    </dgm:pt>
    <dgm:pt modelId="{C46F0662-4D08-448A-9B0D-DD3A8214A6E1}" type="pres">
      <dgm:prSet presAssocID="{60323610-2BC6-4A93-AD4D-A1128CA76BA6}" presName="node" presStyleLbl="node1" presStyleIdx="0" presStyleCnt="3">
        <dgm:presLayoutVars>
          <dgm:bulletEnabled val="1"/>
        </dgm:presLayoutVars>
      </dgm:prSet>
      <dgm:spPr/>
    </dgm:pt>
    <dgm:pt modelId="{FD8AB5C7-9B41-44D9-95E7-779B7FF35B5B}" type="pres">
      <dgm:prSet presAssocID="{0E60AAB7-1005-4B9E-8238-8AF569C61433}" presName="sibTrans" presStyleLbl="sibTrans2D1" presStyleIdx="0" presStyleCnt="2"/>
      <dgm:spPr/>
    </dgm:pt>
    <dgm:pt modelId="{3A04D15B-BBFB-4D71-B297-FDB00705F09E}" type="pres">
      <dgm:prSet presAssocID="{0E60AAB7-1005-4B9E-8238-8AF569C61433}" presName="connectorText" presStyleLbl="sibTrans2D1" presStyleIdx="0" presStyleCnt="2"/>
      <dgm:spPr/>
    </dgm:pt>
    <dgm:pt modelId="{203D85E7-A490-410C-BD1A-15F63129B5AD}" type="pres">
      <dgm:prSet presAssocID="{55EEEC75-9B89-406D-B8EA-6EAD8A2E3E14}" presName="node" presStyleLbl="node1" presStyleIdx="1" presStyleCnt="3">
        <dgm:presLayoutVars>
          <dgm:bulletEnabled val="1"/>
        </dgm:presLayoutVars>
      </dgm:prSet>
      <dgm:spPr/>
    </dgm:pt>
    <dgm:pt modelId="{501B7480-DCDC-4C2F-A169-8080A12231B2}" type="pres">
      <dgm:prSet presAssocID="{042BB62E-7CEA-4DC0-85B5-B7A17AF81FCC}" presName="sibTrans" presStyleLbl="sibTrans2D1" presStyleIdx="1" presStyleCnt="2"/>
      <dgm:spPr/>
    </dgm:pt>
    <dgm:pt modelId="{17899D5A-9CC1-41CE-86A6-2CE2446CF72B}" type="pres">
      <dgm:prSet presAssocID="{042BB62E-7CEA-4DC0-85B5-B7A17AF81FCC}" presName="connectorText" presStyleLbl="sibTrans2D1" presStyleIdx="1" presStyleCnt="2"/>
      <dgm:spPr/>
    </dgm:pt>
    <dgm:pt modelId="{EAA2E4DB-14E5-4CCE-8109-4937EDC1DC5B}" type="pres">
      <dgm:prSet presAssocID="{18C361BD-9AFB-4F66-8903-F61B6145DF48}" presName="node" presStyleLbl="node1" presStyleIdx="2" presStyleCnt="3">
        <dgm:presLayoutVars>
          <dgm:bulletEnabled val="1"/>
        </dgm:presLayoutVars>
      </dgm:prSet>
      <dgm:spPr/>
    </dgm:pt>
  </dgm:ptLst>
  <dgm:cxnLst>
    <dgm:cxn modelId="{BC89D81A-9186-446C-87FC-CF0AC43E769B}" srcId="{C45AF671-1E94-483A-93CF-E8529DE6467F}" destId="{60323610-2BC6-4A93-AD4D-A1128CA76BA6}" srcOrd="0" destOrd="0" parTransId="{08FACFD8-9629-4237-851A-3FB4E5021054}" sibTransId="{0E60AAB7-1005-4B9E-8238-8AF569C61433}"/>
    <dgm:cxn modelId="{45D6C037-5ABB-4A3D-8AB7-20BC091305DF}" type="presOf" srcId="{042BB62E-7CEA-4DC0-85B5-B7A17AF81FCC}" destId="{501B7480-DCDC-4C2F-A169-8080A12231B2}" srcOrd="0" destOrd="0" presId="urn:microsoft.com/office/officeart/2005/8/layout/process1"/>
    <dgm:cxn modelId="{ED135442-E687-4DCE-B0D6-3250F5A40CD9}" type="presOf" srcId="{60323610-2BC6-4A93-AD4D-A1128CA76BA6}" destId="{C46F0662-4D08-448A-9B0D-DD3A8214A6E1}" srcOrd="0" destOrd="0" presId="urn:microsoft.com/office/officeart/2005/8/layout/process1"/>
    <dgm:cxn modelId="{1594F744-711C-43AD-8EAC-BD84D38D23BD}" type="presOf" srcId="{042BB62E-7CEA-4DC0-85B5-B7A17AF81FCC}" destId="{17899D5A-9CC1-41CE-86A6-2CE2446CF72B}" srcOrd="1" destOrd="0" presId="urn:microsoft.com/office/officeart/2005/8/layout/process1"/>
    <dgm:cxn modelId="{843C3F78-2E38-45CD-815A-1EA40F32F269}" srcId="{C45AF671-1E94-483A-93CF-E8529DE6467F}" destId="{18C361BD-9AFB-4F66-8903-F61B6145DF48}" srcOrd="2" destOrd="0" parTransId="{D0BD7134-137E-4548-BF58-4E8FF9F24794}" sibTransId="{C9BAA4CB-003D-42F2-A8A9-D48363E338D7}"/>
    <dgm:cxn modelId="{047DE85A-8FAD-4B65-B368-6A32AD987D84}" srcId="{C45AF671-1E94-483A-93CF-E8529DE6467F}" destId="{55EEEC75-9B89-406D-B8EA-6EAD8A2E3E14}" srcOrd="1" destOrd="0" parTransId="{73D38FEC-6699-452A-AB1B-3ADCB4632E6C}" sibTransId="{042BB62E-7CEA-4DC0-85B5-B7A17AF81FCC}"/>
    <dgm:cxn modelId="{E4CA977F-0096-4E8A-953B-86A988F7A54D}" type="presOf" srcId="{C45AF671-1E94-483A-93CF-E8529DE6467F}" destId="{F823CABF-863C-4294-9BF7-84DD25B671F5}" srcOrd="0" destOrd="0" presId="urn:microsoft.com/office/officeart/2005/8/layout/process1"/>
    <dgm:cxn modelId="{DB4F5AC2-EC7C-47AA-9965-0E9B6748B639}" type="presOf" srcId="{18C361BD-9AFB-4F66-8903-F61B6145DF48}" destId="{EAA2E4DB-14E5-4CCE-8109-4937EDC1DC5B}" srcOrd="0" destOrd="0" presId="urn:microsoft.com/office/officeart/2005/8/layout/process1"/>
    <dgm:cxn modelId="{495738D0-574F-47F9-AB07-2268ECA44D00}" type="presOf" srcId="{0E60AAB7-1005-4B9E-8238-8AF569C61433}" destId="{3A04D15B-BBFB-4D71-B297-FDB00705F09E}" srcOrd="1" destOrd="0" presId="urn:microsoft.com/office/officeart/2005/8/layout/process1"/>
    <dgm:cxn modelId="{E04192D4-93A7-4D86-80A3-0CE97489BDBD}" type="presOf" srcId="{0E60AAB7-1005-4B9E-8238-8AF569C61433}" destId="{FD8AB5C7-9B41-44D9-95E7-779B7FF35B5B}" srcOrd="0" destOrd="0" presId="urn:microsoft.com/office/officeart/2005/8/layout/process1"/>
    <dgm:cxn modelId="{2D8D1BF0-FCBD-4EE6-8EB3-DDDE8D230DE7}" type="presOf" srcId="{55EEEC75-9B89-406D-B8EA-6EAD8A2E3E14}" destId="{203D85E7-A490-410C-BD1A-15F63129B5AD}" srcOrd="0" destOrd="0" presId="urn:microsoft.com/office/officeart/2005/8/layout/process1"/>
    <dgm:cxn modelId="{E0F441A7-0AB1-43DE-998D-FF8EDC5E314D}" type="presParOf" srcId="{F823CABF-863C-4294-9BF7-84DD25B671F5}" destId="{C46F0662-4D08-448A-9B0D-DD3A8214A6E1}" srcOrd="0" destOrd="0" presId="urn:microsoft.com/office/officeart/2005/8/layout/process1"/>
    <dgm:cxn modelId="{56BE8EA1-45DF-4C70-9955-5590B3196464}" type="presParOf" srcId="{F823CABF-863C-4294-9BF7-84DD25B671F5}" destId="{FD8AB5C7-9B41-44D9-95E7-779B7FF35B5B}" srcOrd="1" destOrd="0" presId="urn:microsoft.com/office/officeart/2005/8/layout/process1"/>
    <dgm:cxn modelId="{7C5408D0-126B-4F81-B784-DCFF3FF4C120}" type="presParOf" srcId="{FD8AB5C7-9B41-44D9-95E7-779B7FF35B5B}" destId="{3A04D15B-BBFB-4D71-B297-FDB00705F09E}" srcOrd="0" destOrd="0" presId="urn:microsoft.com/office/officeart/2005/8/layout/process1"/>
    <dgm:cxn modelId="{493F9479-4883-4D08-A009-05364AD97F55}" type="presParOf" srcId="{F823CABF-863C-4294-9BF7-84DD25B671F5}" destId="{203D85E7-A490-410C-BD1A-15F63129B5AD}" srcOrd="2" destOrd="0" presId="urn:microsoft.com/office/officeart/2005/8/layout/process1"/>
    <dgm:cxn modelId="{D76BE874-769A-408D-ADC4-270DF5F9CD68}" type="presParOf" srcId="{F823CABF-863C-4294-9BF7-84DD25B671F5}" destId="{501B7480-DCDC-4C2F-A169-8080A12231B2}" srcOrd="3" destOrd="0" presId="urn:microsoft.com/office/officeart/2005/8/layout/process1"/>
    <dgm:cxn modelId="{D2EF624B-B8C7-4022-AD41-D2447A77A949}" type="presParOf" srcId="{501B7480-DCDC-4C2F-A169-8080A12231B2}" destId="{17899D5A-9CC1-41CE-86A6-2CE2446CF72B}" srcOrd="0" destOrd="0" presId="urn:microsoft.com/office/officeart/2005/8/layout/process1"/>
    <dgm:cxn modelId="{79E99C5E-E23D-4C0C-B927-F537A0542018}" type="presParOf" srcId="{F823CABF-863C-4294-9BF7-84DD25B671F5}" destId="{EAA2E4DB-14E5-4CCE-8109-4937EDC1DC5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72951A-57BE-4CC6-A80B-1BE1CD332609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C538485B-3A3F-4911-9E22-FEBA5E874DBB}">
      <dgm:prSet phldrT="[Text]"/>
      <dgm:spPr>
        <a:solidFill>
          <a:srgbClr val="00B050"/>
        </a:solidFill>
        <a:ln>
          <a:noFill/>
        </a:ln>
      </dgm:spPr>
      <dgm:t>
        <a:bodyPr/>
        <a:lstStyle/>
        <a:p>
          <a:r>
            <a:rPr lang="en-ZA" dirty="0"/>
            <a:t>[ChatGPT]</a:t>
          </a:r>
        </a:p>
        <a:p>
          <a:r>
            <a:rPr lang="en-ZA" dirty="0"/>
            <a:t>Generate an exercise</a:t>
          </a:r>
        </a:p>
      </dgm:t>
    </dgm:pt>
    <dgm:pt modelId="{B47F8BB5-DB7E-4B9B-873B-9D4DA1760778}" type="parTrans" cxnId="{C2BBDA6F-5A72-4A25-87BF-A1E105F01FB9}">
      <dgm:prSet/>
      <dgm:spPr/>
      <dgm:t>
        <a:bodyPr/>
        <a:lstStyle/>
        <a:p>
          <a:endParaRPr lang="en-ZA"/>
        </a:p>
      </dgm:t>
    </dgm:pt>
    <dgm:pt modelId="{FE0B2EEB-246F-459F-94C3-076038AB2329}" type="sibTrans" cxnId="{C2BBDA6F-5A72-4A25-87BF-A1E105F01FB9}">
      <dgm:prSet/>
      <dgm:spPr>
        <a:solidFill>
          <a:srgbClr val="002060"/>
        </a:solidFill>
      </dgm:spPr>
      <dgm:t>
        <a:bodyPr/>
        <a:lstStyle/>
        <a:p>
          <a:endParaRPr lang="en-ZA"/>
        </a:p>
      </dgm:t>
    </dgm:pt>
    <dgm:pt modelId="{52061473-4B2C-444B-8C43-AE9B398FFE1B}">
      <dgm:prSet phldrT="[Text]"/>
      <dgm:spPr>
        <a:solidFill>
          <a:srgbClr val="00B050"/>
        </a:solidFill>
        <a:ln>
          <a:noFill/>
        </a:ln>
      </dgm:spPr>
      <dgm:t>
        <a:bodyPr/>
        <a:lstStyle/>
        <a:p>
          <a:r>
            <a:rPr lang="en-ZA" dirty="0"/>
            <a:t>[You]</a:t>
          </a:r>
        </a:p>
        <a:p>
          <a:r>
            <a:rPr lang="en-ZA" dirty="0"/>
            <a:t>Attempt to solve it</a:t>
          </a:r>
        </a:p>
      </dgm:t>
    </dgm:pt>
    <dgm:pt modelId="{10AC3FA8-DD7C-4323-822E-16DD48BC58EB}" type="parTrans" cxnId="{37330F02-E89F-47DB-A0DB-F75165CD611F}">
      <dgm:prSet/>
      <dgm:spPr/>
      <dgm:t>
        <a:bodyPr/>
        <a:lstStyle/>
        <a:p>
          <a:endParaRPr lang="en-ZA"/>
        </a:p>
      </dgm:t>
    </dgm:pt>
    <dgm:pt modelId="{C4999B92-A0E9-4389-A3B3-1E8FD81C620A}" type="sibTrans" cxnId="{37330F02-E89F-47DB-A0DB-F75165CD611F}">
      <dgm:prSet/>
      <dgm:spPr/>
      <dgm:t>
        <a:bodyPr/>
        <a:lstStyle/>
        <a:p>
          <a:endParaRPr lang="en-ZA"/>
        </a:p>
      </dgm:t>
    </dgm:pt>
    <dgm:pt modelId="{C3FC5756-ADC5-4532-8067-5A95648EC596}">
      <dgm:prSet phldrT="[Text]"/>
      <dgm:spPr>
        <a:solidFill>
          <a:srgbClr val="00B050"/>
        </a:solidFill>
        <a:ln>
          <a:noFill/>
        </a:ln>
      </dgm:spPr>
      <dgm:t>
        <a:bodyPr/>
        <a:lstStyle/>
        <a:p>
          <a:r>
            <a:rPr lang="en-ZA" dirty="0"/>
            <a:t>[ChatGPT]</a:t>
          </a:r>
        </a:p>
        <a:p>
          <a:r>
            <a:rPr lang="en-ZA" dirty="0"/>
            <a:t>Ask for a solution</a:t>
          </a:r>
        </a:p>
      </dgm:t>
    </dgm:pt>
    <dgm:pt modelId="{AA573174-E27E-45B9-903E-228D8E5CBD63}" type="parTrans" cxnId="{DF003A27-F535-4A09-A305-A9422C3AA01E}">
      <dgm:prSet/>
      <dgm:spPr/>
      <dgm:t>
        <a:bodyPr/>
        <a:lstStyle/>
        <a:p>
          <a:endParaRPr lang="en-ZA"/>
        </a:p>
      </dgm:t>
    </dgm:pt>
    <dgm:pt modelId="{59E90CC8-7C25-4BD1-B2D9-5FA2706CE901}" type="sibTrans" cxnId="{DF003A27-F535-4A09-A305-A9422C3AA01E}">
      <dgm:prSet/>
      <dgm:spPr/>
      <dgm:t>
        <a:bodyPr/>
        <a:lstStyle/>
        <a:p>
          <a:endParaRPr lang="en-ZA"/>
        </a:p>
      </dgm:t>
    </dgm:pt>
    <dgm:pt modelId="{9BA34579-2BCF-4D36-AE7C-835AAF225D1C}">
      <dgm:prSet phldrT="[Text]"/>
      <dgm:spPr>
        <a:solidFill>
          <a:srgbClr val="00B050"/>
        </a:solidFill>
        <a:ln>
          <a:noFill/>
        </a:ln>
      </dgm:spPr>
      <dgm:t>
        <a:bodyPr/>
        <a:lstStyle/>
        <a:p>
          <a:r>
            <a:rPr lang="en-ZA" dirty="0"/>
            <a:t>[You]</a:t>
          </a:r>
        </a:p>
        <a:p>
          <a:r>
            <a:rPr lang="en-ZA" dirty="0"/>
            <a:t>Evaluate solution (Is it correct? If not, fix it)</a:t>
          </a:r>
        </a:p>
      </dgm:t>
    </dgm:pt>
    <dgm:pt modelId="{9F0BFE45-F9A2-48CC-B56A-61972E81BBF8}" type="parTrans" cxnId="{59990A88-E77C-4666-AA7C-8981D3E6756A}">
      <dgm:prSet/>
      <dgm:spPr/>
      <dgm:t>
        <a:bodyPr/>
        <a:lstStyle/>
        <a:p>
          <a:endParaRPr lang="en-ZA"/>
        </a:p>
      </dgm:t>
    </dgm:pt>
    <dgm:pt modelId="{912BBBBF-65E9-4186-8A75-9418A56BF3EF}" type="sibTrans" cxnId="{59990A88-E77C-4666-AA7C-8981D3E6756A}">
      <dgm:prSet/>
      <dgm:spPr/>
      <dgm:t>
        <a:bodyPr/>
        <a:lstStyle/>
        <a:p>
          <a:endParaRPr lang="en-ZA"/>
        </a:p>
      </dgm:t>
    </dgm:pt>
    <dgm:pt modelId="{C69E283D-ED55-4C60-81BD-B1A363EB1C83}">
      <dgm:prSet phldrT="[Text]"/>
      <dgm:spPr>
        <a:solidFill>
          <a:srgbClr val="00B050"/>
        </a:solidFill>
        <a:ln>
          <a:noFill/>
        </a:ln>
      </dgm:spPr>
      <dgm:t>
        <a:bodyPr/>
        <a:lstStyle/>
        <a:p>
          <a:r>
            <a:rPr lang="en-ZA" dirty="0"/>
            <a:t>[You]</a:t>
          </a:r>
        </a:p>
        <a:p>
          <a:r>
            <a:rPr lang="en-ZA" dirty="0"/>
            <a:t>Compare to your solution (same, different, faster, data structures, algorithm, correct?)</a:t>
          </a:r>
        </a:p>
      </dgm:t>
    </dgm:pt>
    <dgm:pt modelId="{46E389AA-4DD2-4A52-92EC-942D31E43C04}" type="parTrans" cxnId="{7E69BF9E-52C2-48AF-B953-10926AAADBF5}">
      <dgm:prSet/>
      <dgm:spPr/>
      <dgm:t>
        <a:bodyPr/>
        <a:lstStyle/>
        <a:p>
          <a:endParaRPr lang="en-ZA"/>
        </a:p>
      </dgm:t>
    </dgm:pt>
    <dgm:pt modelId="{D5763F5D-E09F-4C60-8EAD-C3552CB43879}" type="sibTrans" cxnId="{7E69BF9E-52C2-48AF-B953-10926AAADBF5}">
      <dgm:prSet/>
      <dgm:spPr/>
      <dgm:t>
        <a:bodyPr/>
        <a:lstStyle/>
        <a:p>
          <a:endParaRPr lang="en-ZA"/>
        </a:p>
      </dgm:t>
    </dgm:pt>
    <dgm:pt modelId="{9C3C165C-2E1C-4D04-9D21-06969EC818A1}" type="pres">
      <dgm:prSet presAssocID="{6572951A-57BE-4CC6-A80B-1BE1CD332609}" presName="Name0" presStyleCnt="0">
        <dgm:presLayoutVars>
          <dgm:dir/>
          <dgm:resizeHandles val="exact"/>
        </dgm:presLayoutVars>
      </dgm:prSet>
      <dgm:spPr/>
    </dgm:pt>
    <dgm:pt modelId="{C96E14EB-B579-4317-829A-E221A9F9E294}" type="pres">
      <dgm:prSet presAssocID="{6572951A-57BE-4CC6-A80B-1BE1CD332609}" presName="cycle" presStyleCnt="0"/>
      <dgm:spPr/>
    </dgm:pt>
    <dgm:pt modelId="{51C0D138-B72B-40A3-AB7E-74A63B1086F3}" type="pres">
      <dgm:prSet presAssocID="{C538485B-3A3F-4911-9E22-FEBA5E874DBB}" presName="nodeFirstNode" presStyleLbl="node1" presStyleIdx="0" presStyleCnt="5" custScaleX="134139">
        <dgm:presLayoutVars>
          <dgm:bulletEnabled val="1"/>
        </dgm:presLayoutVars>
      </dgm:prSet>
      <dgm:spPr/>
    </dgm:pt>
    <dgm:pt modelId="{2E48EB87-B942-423B-BD92-DD6BAAB670F8}" type="pres">
      <dgm:prSet presAssocID="{FE0B2EEB-246F-459F-94C3-076038AB2329}" presName="sibTransFirstNode" presStyleLbl="bgShp" presStyleIdx="0" presStyleCnt="1"/>
      <dgm:spPr/>
    </dgm:pt>
    <dgm:pt modelId="{642DF5CC-3508-4EA8-98AE-E665F839A033}" type="pres">
      <dgm:prSet presAssocID="{52061473-4B2C-444B-8C43-AE9B398FFE1B}" presName="nodeFollowingNodes" presStyleLbl="node1" presStyleIdx="1" presStyleCnt="5" custScaleX="134139" custRadScaleRad="113702" custRadScaleInc="12777">
        <dgm:presLayoutVars>
          <dgm:bulletEnabled val="1"/>
        </dgm:presLayoutVars>
      </dgm:prSet>
      <dgm:spPr/>
    </dgm:pt>
    <dgm:pt modelId="{15D1C80B-761E-4FAC-8546-3403E175B92C}" type="pres">
      <dgm:prSet presAssocID="{C3FC5756-ADC5-4532-8067-5A95648EC596}" presName="nodeFollowingNodes" presStyleLbl="node1" presStyleIdx="2" presStyleCnt="5" custScaleX="134139" custRadScaleRad="110559" custRadScaleInc="-11612">
        <dgm:presLayoutVars>
          <dgm:bulletEnabled val="1"/>
        </dgm:presLayoutVars>
      </dgm:prSet>
      <dgm:spPr/>
    </dgm:pt>
    <dgm:pt modelId="{0C443254-B503-4F14-802B-1DF75EC0105A}" type="pres">
      <dgm:prSet presAssocID="{9BA34579-2BCF-4D36-AE7C-835AAF225D1C}" presName="nodeFollowingNodes" presStyleLbl="node1" presStyleIdx="3" presStyleCnt="5" custScaleX="134139" custRadScaleRad="111586" custRadScaleInc="12551">
        <dgm:presLayoutVars>
          <dgm:bulletEnabled val="1"/>
        </dgm:presLayoutVars>
      </dgm:prSet>
      <dgm:spPr/>
    </dgm:pt>
    <dgm:pt modelId="{A99274BB-5023-46AD-AAA4-F78491875A2F}" type="pres">
      <dgm:prSet presAssocID="{C69E283D-ED55-4C60-81BD-B1A363EB1C83}" presName="nodeFollowingNodes" presStyleLbl="node1" presStyleIdx="4" presStyleCnt="5" custScaleX="134139" custRadScaleRad="104603" custRadScaleInc="-11260">
        <dgm:presLayoutVars>
          <dgm:bulletEnabled val="1"/>
        </dgm:presLayoutVars>
      </dgm:prSet>
      <dgm:spPr/>
    </dgm:pt>
  </dgm:ptLst>
  <dgm:cxnLst>
    <dgm:cxn modelId="{37330F02-E89F-47DB-A0DB-F75165CD611F}" srcId="{6572951A-57BE-4CC6-A80B-1BE1CD332609}" destId="{52061473-4B2C-444B-8C43-AE9B398FFE1B}" srcOrd="1" destOrd="0" parTransId="{10AC3FA8-DD7C-4323-822E-16DD48BC58EB}" sibTransId="{C4999B92-A0E9-4389-A3B3-1E8FD81C620A}"/>
    <dgm:cxn modelId="{96A35F0A-5A09-4479-90C4-4930F9E2B08C}" type="presOf" srcId="{6572951A-57BE-4CC6-A80B-1BE1CD332609}" destId="{9C3C165C-2E1C-4D04-9D21-06969EC818A1}" srcOrd="0" destOrd="0" presId="urn:microsoft.com/office/officeart/2005/8/layout/cycle3"/>
    <dgm:cxn modelId="{90CF9F1E-BE7D-41AB-A5B8-38A2303A3F37}" type="presOf" srcId="{52061473-4B2C-444B-8C43-AE9B398FFE1B}" destId="{642DF5CC-3508-4EA8-98AE-E665F839A033}" srcOrd="0" destOrd="0" presId="urn:microsoft.com/office/officeart/2005/8/layout/cycle3"/>
    <dgm:cxn modelId="{DF003A27-F535-4A09-A305-A9422C3AA01E}" srcId="{6572951A-57BE-4CC6-A80B-1BE1CD332609}" destId="{C3FC5756-ADC5-4532-8067-5A95648EC596}" srcOrd="2" destOrd="0" parTransId="{AA573174-E27E-45B9-903E-228D8E5CBD63}" sibTransId="{59E90CC8-7C25-4BD1-B2D9-5FA2706CE901}"/>
    <dgm:cxn modelId="{2B8AC832-266F-440B-A1DE-CF0EA8386B4A}" type="presOf" srcId="{C3FC5756-ADC5-4532-8067-5A95648EC596}" destId="{15D1C80B-761E-4FAC-8546-3403E175B92C}" srcOrd="0" destOrd="0" presId="urn:microsoft.com/office/officeart/2005/8/layout/cycle3"/>
    <dgm:cxn modelId="{F155A35F-B33D-4FC7-83E4-4FBDE5F0EB00}" type="presOf" srcId="{C538485B-3A3F-4911-9E22-FEBA5E874DBB}" destId="{51C0D138-B72B-40A3-AB7E-74A63B1086F3}" srcOrd="0" destOrd="0" presId="urn:microsoft.com/office/officeart/2005/8/layout/cycle3"/>
    <dgm:cxn modelId="{C2BBDA6F-5A72-4A25-87BF-A1E105F01FB9}" srcId="{6572951A-57BE-4CC6-A80B-1BE1CD332609}" destId="{C538485B-3A3F-4911-9E22-FEBA5E874DBB}" srcOrd="0" destOrd="0" parTransId="{B47F8BB5-DB7E-4B9B-873B-9D4DA1760778}" sibTransId="{FE0B2EEB-246F-459F-94C3-076038AB2329}"/>
    <dgm:cxn modelId="{272F0970-1001-4087-B27B-939ED000055A}" type="presOf" srcId="{FE0B2EEB-246F-459F-94C3-076038AB2329}" destId="{2E48EB87-B942-423B-BD92-DD6BAAB670F8}" srcOrd="0" destOrd="0" presId="urn:microsoft.com/office/officeart/2005/8/layout/cycle3"/>
    <dgm:cxn modelId="{59990A88-E77C-4666-AA7C-8981D3E6756A}" srcId="{6572951A-57BE-4CC6-A80B-1BE1CD332609}" destId="{9BA34579-2BCF-4D36-AE7C-835AAF225D1C}" srcOrd="3" destOrd="0" parTransId="{9F0BFE45-F9A2-48CC-B56A-61972E81BBF8}" sibTransId="{912BBBBF-65E9-4186-8A75-9418A56BF3EF}"/>
    <dgm:cxn modelId="{7E69BF9E-52C2-48AF-B953-10926AAADBF5}" srcId="{6572951A-57BE-4CC6-A80B-1BE1CD332609}" destId="{C69E283D-ED55-4C60-81BD-B1A363EB1C83}" srcOrd="4" destOrd="0" parTransId="{46E389AA-4DD2-4A52-92EC-942D31E43C04}" sibTransId="{D5763F5D-E09F-4C60-8EAD-C3552CB43879}"/>
    <dgm:cxn modelId="{E90E3BB6-69E0-4B14-AEE5-A6E3C392988C}" type="presOf" srcId="{9BA34579-2BCF-4D36-AE7C-835AAF225D1C}" destId="{0C443254-B503-4F14-802B-1DF75EC0105A}" srcOrd="0" destOrd="0" presId="urn:microsoft.com/office/officeart/2005/8/layout/cycle3"/>
    <dgm:cxn modelId="{749ED6ED-BBA7-4233-AA49-E9D7A948568B}" type="presOf" srcId="{C69E283D-ED55-4C60-81BD-B1A363EB1C83}" destId="{A99274BB-5023-46AD-AAA4-F78491875A2F}" srcOrd="0" destOrd="0" presId="urn:microsoft.com/office/officeart/2005/8/layout/cycle3"/>
    <dgm:cxn modelId="{D2DEA01D-46F4-4349-9492-A89C69D6E31B}" type="presParOf" srcId="{9C3C165C-2E1C-4D04-9D21-06969EC818A1}" destId="{C96E14EB-B579-4317-829A-E221A9F9E294}" srcOrd="0" destOrd="0" presId="urn:microsoft.com/office/officeart/2005/8/layout/cycle3"/>
    <dgm:cxn modelId="{1A9F6153-2F20-4E59-9CC3-F9DD4D572904}" type="presParOf" srcId="{C96E14EB-B579-4317-829A-E221A9F9E294}" destId="{51C0D138-B72B-40A3-AB7E-74A63B1086F3}" srcOrd="0" destOrd="0" presId="urn:microsoft.com/office/officeart/2005/8/layout/cycle3"/>
    <dgm:cxn modelId="{8A0F5549-6EE8-4D80-913B-F5F402F22512}" type="presParOf" srcId="{C96E14EB-B579-4317-829A-E221A9F9E294}" destId="{2E48EB87-B942-423B-BD92-DD6BAAB670F8}" srcOrd="1" destOrd="0" presId="urn:microsoft.com/office/officeart/2005/8/layout/cycle3"/>
    <dgm:cxn modelId="{198F80A8-C19C-4203-A87C-B13B0896972D}" type="presParOf" srcId="{C96E14EB-B579-4317-829A-E221A9F9E294}" destId="{642DF5CC-3508-4EA8-98AE-E665F839A033}" srcOrd="2" destOrd="0" presId="urn:microsoft.com/office/officeart/2005/8/layout/cycle3"/>
    <dgm:cxn modelId="{8CC20DB7-556C-4D73-8E3F-FCF9DA9D1989}" type="presParOf" srcId="{C96E14EB-B579-4317-829A-E221A9F9E294}" destId="{15D1C80B-761E-4FAC-8546-3403E175B92C}" srcOrd="3" destOrd="0" presId="urn:microsoft.com/office/officeart/2005/8/layout/cycle3"/>
    <dgm:cxn modelId="{7034E26A-4092-496F-916D-9D4906840C64}" type="presParOf" srcId="{C96E14EB-B579-4317-829A-E221A9F9E294}" destId="{0C443254-B503-4F14-802B-1DF75EC0105A}" srcOrd="4" destOrd="0" presId="urn:microsoft.com/office/officeart/2005/8/layout/cycle3"/>
    <dgm:cxn modelId="{1A493E3B-744A-4C13-B4D7-FB6DC8E87BF2}" type="presParOf" srcId="{C96E14EB-B579-4317-829A-E221A9F9E294}" destId="{A99274BB-5023-46AD-AAA4-F78491875A2F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D36521-F78E-45AF-98F8-23F8C84D7AF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399285E2-9F8F-42DB-A382-4AE352DD0275}">
      <dgm:prSet phldrT="[Text]"/>
      <dgm:spPr>
        <a:solidFill>
          <a:schemeClr val="accent5">
            <a:lumMod val="50000"/>
          </a:schemeClr>
        </a:solidFill>
        <a:ln>
          <a:solidFill>
            <a:schemeClr val="accent5">
              <a:lumMod val="25000"/>
            </a:schemeClr>
          </a:solidFill>
        </a:ln>
      </dgm:spPr>
      <dgm:t>
        <a:bodyPr/>
        <a:lstStyle/>
        <a:p>
          <a:r>
            <a:rPr lang="en-ZA" dirty="0"/>
            <a:t>Final mark</a:t>
          </a:r>
        </a:p>
      </dgm:t>
    </dgm:pt>
    <dgm:pt modelId="{79A82F4B-8365-4791-942C-7929F73E4A03}" type="parTrans" cxnId="{AEF52984-198D-463D-BA06-6217EA7496BD}">
      <dgm:prSet/>
      <dgm:spPr/>
      <dgm:t>
        <a:bodyPr/>
        <a:lstStyle/>
        <a:p>
          <a:endParaRPr lang="en-ZA"/>
        </a:p>
      </dgm:t>
    </dgm:pt>
    <dgm:pt modelId="{1AF2EDEF-83A6-4EDD-AC8D-8908ACC641A7}" type="sibTrans" cxnId="{AEF52984-198D-463D-BA06-6217EA7496BD}">
      <dgm:prSet/>
      <dgm:spPr/>
      <dgm:t>
        <a:bodyPr/>
        <a:lstStyle/>
        <a:p>
          <a:endParaRPr lang="en-ZA"/>
        </a:p>
      </dgm:t>
    </dgm:pt>
    <dgm:pt modelId="{B3EB63D5-5125-4A4F-BC2C-C92CD1019DE2}">
      <dgm:prSet phldrT="[Text]"/>
      <dgm:spPr>
        <a:solidFill>
          <a:schemeClr val="accent5">
            <a:lumMod val="50000"/>
          </a:schemeClr>
        </a:solidFill>
        <a:ln>
          <a:solidFill>
            <a:schemeClr val="accent5">
              <a:lumMod val="25000"/>
            </a:schemeClr>
          </a:solidFill>
        </a:ln>
      </dgm:spPr>
      <dgm:t>
        <a:bodyPr/>
        <a:lstStyle/>
        <a:p>
          <a:r>
            <a:rPr lang="en-ZA" dirty="0"/>
            <a:t>40% Class mark</a:t>
          </a:r>
        </a:p>
      </dgm:t>
    </dgm:pt>
    <dgm:pt modelId="{D834426F-3507-4DB3-BB02-41E5F17BC74A}" type="parTrans" cxnId="{9DEDBEC7-6E06-45A7-A306-5EBD85E367A9}">
      <dgm:prSet/>
      <dgm:spPr>
        <a:ln>
          <a:solidFill>
            <a:schemeClr val="accent5">
              <a:lumMod val="25000"/>
            </a:schemeClr>
          </a:solidFill>
        </a:ln>
      </dgm:spPr>
      <dgm:t>
        <a:bodyPr/>
        <a:lstStyle/>
        <a:p>
          <a:endParaRPr lang="en-ZA"/>
        </a:p>
      </dgm:t>
    </dgm:pt>
    <dgm:pt modelId="{DA8C0325-4DA5-4E0E-8D81-128FF377DC88}" type="sibTrans" cxnId="{9DEDBEC7-6E06-45A7-A306-5EBD85E367A9}">
      <dgm:prSet/>
      <dgm:spPr/>
      <dgm:t>
        <a:bodyPr/>
        <a:lstStyle/>
        <a:p>
          <a:endParaRPr lang="en-ZA"/>
        </a:p>
      </dgm:t>
    </dgm:pt>
    <dgm:pt modelId="{86938308-FD0D-4561-AD3D-BA95BBB65C56}">
      <dgm:prSet phldrT="[Text]"/>
      <dgm:spPr>
        <a:solidFill>
          <a:schemeClr val="accent5">
            <a:lumMod val="50000"/>
          </a:schemeClr>
        </a:solidFill>
        <a:ln>
          <a:solidFill>
            <a:schemeClr val="accent5">
              <a:lumMod val="25000"/>
            </a:schemeClr>
          </a:solidFill>
        </a:ln>
      </dgm:spPr>
      <dgm:t>
        <a:bodyPr/>
        <a:lstStyle/>
        <a:p>
          <a:r>
            <a:rPr lang="en-ZA" dirty="0"/>
            <a:t>80% Test 1 &amp; Test 2</a:t>
          </a:r>
        </a:p>
      </dgm:t>
    </dgm:pt>
    <dgm:pt modelId="{D4E896D4-6BB5-4CB0-8266-764625B56A78}" type="parTrans" cxnId="{2B7BE23F-44C3-46CE-80E2-6A4BF64D9F2F}">
      <dgm:prSet/>
      <dgm:spPr>
        <a:ln>
          <a:solidFill>
            <a:schemeClr val="accent5">
              <a:lumMod val="25000"/>
            </a:schemeClr>
          </a:solidFill>
        </a:ln>
      </dgm:spPr>
      <dgm:t>
        <a:bodyPr/>
        <a:lstStyle/>
        <a:p>
          <a:endParaRPr lang="en-ZA"/>
        </a:p>
      </dgm:t>
    </dgm:pt>
    <dgm:pt modelId="{93E7FA83-E437-4D7C-A397-4382ED926EDB}" type="sibTrans" cxnId="{2B7BE23F-44C3-46CE-80E2-6A4BF64D9F2F}">
      <dgm:prSet/>
      <dgm:spPr/>
      <dgm:t>
        <a:bodyPr/>
        <a:lstStyle/>
        <a:p>
          <a:endParaRPr lang="en-ZA"/>
        </a:p>
      </dgm:t>
    </dgm:pt>
    <dgm:pt modelId="{271F181B-A59D-4536-B978-AAF5A6652BF9}">
      <dgm:prSet phldrT="[Text]"/>
      <dgm:spPr>
        <a:solidFill>
          <a:schemeClr val="accent5">
            <a:lumMod val="50000"/>
          </a:schemeClr>
        </a:solidFill>
        <a:ln>
          <a:solidFill>
            <a:schemeClr val="accent5">
              <a:lumMod val="25000"/>
            </a:schemeClr>
          </a:solidFill>
        </a:ln>
      </dgm:spPr>
      <dgm:t>
        <a:bodyPr/>
        <a:lstStyle/>
        <a:p>
          <a:r>
            <a:rPr lang="en-ZA" dirty="0"/>
            <a:t>20% Practical Assignments</a:t>
          </a:r>
        </a:p>
      </dgm:t>
    </dgm:pt>
    <dgm:pt modelId="{751CF714-5359-4570-934F-2B713392F2B4}" type="parTrans" cxnId="{A191411B-7E3C-4447-B48D-EDAE2BCB889F}">
      <dgm:prSet/>
      <dgm:spPr>
        <a:ln>
          <a:solidFill>
            <a:schemeClr val="accent5">
              <a:lumMod val="25000"/>
            </a:schemeClr>
          </a:solidFill>
        </a:ln>
      </dgm:spPr>
      <dgm:t>
        <a:bodyPr/>
        <a:lstStyle/>
        <a:p>
          <a:endParaRPr lang="en-ZA"/>
        </a:p>
      </dgm:t>
    </dgm:pt>
    <dgm:pt modelId="{2EC504DB-0C23-4DCF-A142-D2FCA45BCB89}" type="sibTrans" cxnId="{A191411B-7E3C-4447-B48D-EDAE2BCB889F}">
      <dgm:prSet/>
      <dgm:spPr/>
      <dgm:t>
        <a:bodyPr/>
        <a:lstStyle/>
        <a:p>
          <a:endParaRPr lang="en-ZA"/>
        </a:p>
      </dgm:t>
    </dgm:pt>
    <dgm:pt modelId="{2B63E972-4AB3-4338-96F2-D2D0FE4A9FE0}">
      <dgm:prSet phldrT="[Text]"/>
      <dgm:spPr>
        <a:solidFill>
          <a:schemeClr val="accent5">
            <a:lumMod val="50000"/>
          </a:schemeClr>
        </a:solidFill>
        <a:ln>
          <a:solidFill>
            <a:schemeClr val="accent5">
              <a:lumMod val="25000"/>
            </a:schemeClr>
          </a:solidFill>
        </a:ln>
      </dgm:spPr>
      <dgm:t>
        <a:bodyPr/>
        <a:lstStyle/>
        <a:p>
          <a:r>
            <a:rPr lang="en-ZA" dirty="0"/>
            <a:t>60% Exam mark</a:t>
          </a:r>
        </a:p>
      </dgm:t>
    </dgm:pt>
    <dgm:pt modelId="{740C5EB1-A356-44B8-A112-A5E53E52259F}" type="parTrans" cxnId="{B3CEC44A-063B-4FEB-9CC5-7C58D65BC329}">
      <dgm:prSet/>
      <dgm:spPr>
        <a:ln>
          <a:solidFill>
            <a:schemeClr val="accent5">
              <a:lumMod val="25000"/>
            </a:schemeClr>
          </a:solidFill>
        </a:ln>
      </dgm:spPr>
      <dgm:t>
        <a:bodyPr/>
        <a:lstStyle/>
        <a:p>
          <a:endParaRPr lang="en-ZA"/>
        </a:p>
      </dgm:t>
    </dgm:pt>
    <dgm:pt modelId="{67EC6E41-CC76-4CBE-AE70-AB274520967A}" type="sibTrans" cxnId="{B3CEC44A-063B-4FEB-9CC5-7C58D65BC329}">
      <dgm:prSet/>
      <dgm:spPr/>
      <dgm:t>
        <a:bodyPr/>
        <a:lstStyle/>
        <a:p>
          <a:endParaRPr lang="en-ZA"/>
        </a:p>
      </dgm:t>
    </dgm:pt>
    <dgm:pt modelId="{DD1C8D1A-45DE-40A2-935B-FE5054F5926C}" type="pres">
      <dgm:prSet presAssocID="{39D36521-F78E-45AF-98F8-23F8C84D7AF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1A1418A-2D09-4ADB-A55F-8C9EA151E67D}" type="pres">
      <dgm:prSet presAssocID="{399285E2-9F8F-42DB-A382-4AE352DD0275}" presName="root1" presStyleCnt="0"/>
      <dgm:spPr/>
    </dgm:pt>
    <dgm:pt modelId="{E6600B11-CA35-41A2-A33F-8AC434E395AF}" type="pres">
      <dgm:prSet presAssocID="{399285E2-9F8F-42DB-A382-4AE352DD0275}" presName="LevelOneTextNode" presStyleLbl="node0" presStyleIdx="0" presStyleCnt="1">
        <dgm:presLayoutVars>
          <dgm:chPref val="3"/>
        </dgm:presLayoutVars>
      </dgm:prSet>
      <dgm:spPr/>
    </dgm:pt>
    <dgm:pt modelId="{A882A69A-DB86-42E4-825C-69C4B740BF1B}" type="pres">
      <dgm:prSet presAssocID="{399285E2-9F8F-42DB-A382-4AE352DD0275}" presName="level2hierChild" presStyleCnt="0"/>
      <dgm:spPr/>
    </dgm:pt>
    <dgm:pt modelId="{793ADC0B-B570-486A-A1AC-10395E53D56A}" type="pres">
      <dgm:prSet presAssocID="{D834426F-3507-4DB3-BB02-41E5F17BC74A}" presName="conn2-1" presStyleLbl="parChTrans1D2" presStyleIdx="0" presStyleCnt="2"/>
      <dgm:spPr/>
    </dgm:pt>
    <dgm:pt modelId="{CA8452FD-2072-4F6E-8EB1-DA1FC46900B9}" type="pres">
      <dgm:prSet presAssocID="{D834426F-3507-4DB3-BB02-41E5F17BC74A}" presName="connTx" presStyleLbl="parChTrans1D2" presStyleIdx="0" presStyleCnt="2"/>
      <dgm:spPr/>
    </dgm:pt>
    <dgm:pt modelId="{02AA5301-743E-4158-90E4-12858F95D30E}" type="pres">
      <dgm:prSet presAssocID="{B3EB63D5-5125-4A4F-BC2C-C92CD1019DE2}" presName="root2" presStyleCnt="0"/>
      <dgm:spPr/>
    </dgm:pt>
    <dgm:pt modelId="{F2F5309D-E5B6-4113-A28D-2ADCFE69DF01}" type="pres">
      <dgm:prSet presAssocID="{B3EB63D5-5125-4A4F-BC2C-C92CD1019DE2}" presName="LevelTwoTextNode" presStyleLbl="node2" presStyleIdx="0" presStyleCnt="2">
        <dgm:presLayoutVars>
          <dgm:chPref val="3"/>
        </dgm:presLayoutVars>
      </dgm:prSet>
      <dgm:spPr/>
    </dgm:pt>
    <dgm:pt modelId="{B7A55B0C-948B-4079-925D-3D0F7EBE928B}" type="pres">
      <dgm:prSet presAssocID="{B3EB63D5-5125-4A4F-BC2C-C92CD1019DE2}" presName="level3hierChild" presStyleCnt="0"/>
      <dgm:spPr/>
    </dgm:pt>
    <dgm:pt modelId="{F48F2938-2DCE-4185-8EDE-95014D516491}" type="pres">
      <dgm:prSet presAssocID="{D4E896D4-6BB5-4CB0-8266-764625B56A78}" presName="conn2-1" presStyleLbl="parChTrans1D3" presStyleIdx="0" presStyleCnt="2"/>
      <dgm:spPr/>
    </dgm:pt>
    <dgm:pt modelId="{3DC3AF35-D3D7-4B45-AC49-A7048840D3CD}" type="pres">
      <dgm:prSet presAssocID="{D4E896D4-6BB5-4CB0-8266-764625B56A78}" presName="connTx" presStyleLbl="parChTrans1D3" presStyleIdx="0" presStyleCnt="2"/>
      <dgm:spPr/>
    </dgm:pt>
    <dgm:pt modelId="{85E960AC-CF49-4580-8743-D61393FE97C8}" type="pres">
      <dgm:prSet presAssocID="{86938308-FD0D-4561-AD3D-BA95BBB65C56}" presName="root2" presStyleCnt="0"/>
      <dgm:spPr/>
    </dgm:pt>
    <dgm:pt modelId="{7CAD8558-A8FD-4F26-BF2D-4869848A3B86}" type="pres">
      <dgm:prSet presAssocID="{86938308-FD0D-4561-AD3D-BA95BBB65C56}" presName="LevelTwoTextNode" presStyleLbl="node3" presStyleIdx="0" presStyleCnt="2">
        <dgm:presLayoutVars>
          <dgm:chPref val="3"/>
        </dgm:presLayoutVars>
      </dgm:prSet>
      <dgm:spPr/>
    </dgm:pt>
    <dgm:pt modelId="{70E85375-75D9-4A68-9AE5-BAC5D9924AC4}" type="pres">
      <dgm:prSet presAssocID="{86938308-FD0D-4561-AD3D-BA95BBB65C56}" presName="level3hierChild" presStyleCnt="0"/>
      <dgm:spPr/>
    </dgm:pt>
    <dgm:pt modelId="{CD520C05-118A-4996-82B2-9599C30C4BA9}" type="pres">
      <dgm:prSet presAssocID="{751CF714-5359-4570-934F-2B713392F2B4}" presName="conn2-1" presStyleLbl="parChTrans1D3" presStyleIdx="1" presStyleCnt="2"/>
      <dgm:spPr/>
    </dgm:pt>
    <dgm:pt modelId="{030D63E1-0C77-43E6-B7D2-949EE19D0939}" type="pres">
      <dgm:prSet presAssocID="{751CF714-5359-4570-934F-2B713392F2B4}" presName="connTx" presStyleLbl="parChTrans1D3" presStyleIdx="1" presStyleCnt="2"/>
      <dgm:spPr/>
    </dgm:pt>
    <dgm:pt modelId="{95206296-5E7B-49D2-83D7-C526E8D3568A}" type="pres">
      <dgm:prSet presAssocID="{271F181B-A59D-4536-B978-AAF5A6652BF9}" presName="root2" presStyleCnt="0"/>
      <dgm:spPr/>
    </dgm:pt>
    <dgm:pt modelId="{A1545E5B-3F42-495A-BADD-9A69B584E55B}" type="pres">
      <dgm:prSet presAssocID="{271F181B-A59D-4536-B978-AAF5A6652BF9}" presName="LevelTwoTextNode" presStyleLbl="node3" presStyleIdx="1" presStyleCnt="2">
        <dgm:presLayoutVars>
          <dgm:chPref val="3"/>
        </dgm:presLayoutVars>
      </dgm:prSet>
      <dgm:spPr/>
    </dgm:pt>
    <dgm:pt modelId="{D4A813E3-80AE-4B15-BB0C-4BD7B752D8FC}" type="pres">
      <dgm:prSet presAssocID="{271F181B-A59D-4536-B978-AAF5A6652BF9}" presName="level3hierChild" presStyleCnt="0"/>
      <dgm:spPr/>
    </dgm:pt>
    <dgm:pt modelId="{6D5AF041-B1BA-4086-B20D-9C2FDB2EE480}" type="pres">
      <dgm:prSet presAssocID="{740C5EB1-A356-44B8-A112-A5E53E52259F}" presName="conn2-1" presStyleLbl="parChTrans1D2" presStyleIdx="1" presStyleCnt="2"/>
      <dgm:spPr/>
    </dgm:pt>
    <dgm:pt modelId="{3B6C72D0-6CBA-4DC2-A592-23FA7008D2EC}" type="pres">
      <dgm:prSet presAssocID="{740C5EB1-A356-44B8-A112-A5E53E52259F}" presName="connTx" presStyleLbl="parChTrans1D2" presStyleIdx="1" presStyleCnt="2"/>
      <dgm:spPr/>
    </dgm:pt>
    <dgm:pt modelId="{F858E054-3076-4290-B425-6A95A7F2F867}" type="pres">
      <dgm:prSet presAssocID="{2B63E972-4AB3-4338-96F2-D2D0FE4A9FE0}" presName="root2" presStyleCnt="0"/>
      <dgm:spPr/>
    </dgm:pt>
    <dgm:pt modelId="{34D2CA30-4BC6-43BA-B71B-96FC5834272F}" type="pres">
      <dgm:prSet presAssocID="{2B63E972-4AB3-4338-96F2-D2D0FE4A9FE0}" presName="LevelTwoTextNode" presStyleLbl="node2" presStyleIdx="1" presStyleCnt="2">
        <dgm:presLayoutVars>
          <dgm:chPref val="3"/>
        </dgm:presLayoutVars>
      </dgm:prSet>
      <dgm:spPr/>
    </dgm:pt>
    <dgm:pt modelId="{A2327DDF-C930-456E-A79F-BE412F1A2DEC}" type="pres">
      <dgm:prSet presAssocID="{2B63E972-4AB3-4338-96F2-D2D0FE4A9FE0}" presName="level3hierChild" presStyleCnt="0"/>
      <dgm:spPr/>
    </dgm:pt>
  </dgm:ptLst>
  <dgm:cxnLst>
    <dgm:cxn modelId="{A191411B-7E3C-4447-B48D-EDAE2BCB889F}" srcId="{B3EB63D5-5125-4A4F-BC2C-C92CD1019DE2}" destId="{271F181B-A59D-4536-B978-AAF5A6652BF9}" srcOrd="1" destOrd="0" parTransId="{751CF714-5359-4570-934F-2B713392F2B4}" sibTransId="{2EC504DB-0C23-4DCF-A142-D2FCA45BCB89}"/>
    <dgm:cxn modelId="{F297EE29-E186-4032-8B1E-37B69D6A76A3}" type="presOf" srcId="{399285E2-9F8F-42DB-A382-4AE352DD0275}" destId="{E6600B11-CA35-41A2-A33F-8AC434E395AF}" srcOrd="0" destOrd="0" presId="urn:microsoft.com/office/officeart/2005/8/layout/hierarchy2"/>
    <dgm:cxn modelId="{2B7BE23F-44C3-46CE-80E2-6A4BF64D9F2F}" srcId="{B3EB63D5-5125-4A4F-BC2C-C92CD1019DE2}" destId="{86938308-FD0D-4561-AD3D-BA95BBB65C56}" srcOrd="0" destOrd="0" parTransId="{D4E896D4-6BB5-4CB0-8266-764625B56A78}" sibTransId="{93E7FA83-E437-4D7C-A397-4382ED926EDB}"/>
    <dgm:cxn modelId="{B3CEC44A-063B-4FEB-9CC5-7C58D65BC329}" srcId="{399285E2-9F8F-42DB-A382-4AE352DD0275}" destId="{2B63E972-4AB3-4338-96F2-D2D0FE4A9FE0}" srcOrd="1" destOrd="0" parTransId="{740C5EB1-A356-44B8-A112-A5E53E52259F}" sibTransId="{67EC6E41-CC76-4CBE-AE70-AB274520967A}"/>
    <dgm:cxn modelId="{19B78D6C-6366-4D20-A9FC-159A7C61944E}" type="presOf" srcId="{D4E896D4-6BB5-4CB0-8266-764625B56A78}" destId="{3DC3AF35-D3D7-4B45-AC49-A7048840D3CD}" srcOrd="1" destOrd="0" presId="urn:microsoft.com/office/officeart/2005/8/layout/hierarchy2"/>
    <dgm:cxn modelId="{176D414E-22B6-4AD9-BBDC-03C0A4457FB4}" type="presOf" srcId="{740C5EB1-A356-44B8-A112-A5E53E52259F}" destId="{6D5AF041-B1BA-4086-B20D-9C2FDB2EE480}" srcOrd="0" destOrd="0" presId="urn:microsoft.com/office/officeart/2005/8/layout/hierarchy2"/>
    <dgm:cxn modelId="{68E2FE78-BDF4-4BAD-B6ED-CA1E49AAC503}" type="presOf" srcId="{B3EB63D5-5125-4A4F-BC2C-C92CD1019DE2}" destId="{F2F5309D-E5B6-4113-A28D-2ADCFE69DF01}" srcOrd="0" destOrd="0" presId="urn:microsoft.com/office/officeart/2005/8/layout/hierarchy2"/>
    <dgm:cxn modelId="{DB5DE279-DC01-48BC-8EEA-C7440D3945A3}" type="presOf" srcId="{2B63E972-4AB3-4338-96F2-D2D0FE4A9FE0}" destId="{34D2CA30-4BC6-43BA-B71B-96FC5834272F}" srcOrd="0" destOrd="0" presId="urn:microsoft.com/office/officeart/2005/8/layout/hierarchy2"/>
    <dgm:cxn modelId="{AEF52984-198D-463D-BA06-6217EA7496BD}" srcId="{39D36521-F78E-45AF-98F8-23F8C84D7AFA}" destId="{399285E2-9F8F-42DB-A382-4AE352DD0275}" srcOrd="0" destOrd="0" parTransId="{79A82F4B-8365-4791-942C-7929F73E4A03}" sibTransId="{1AF2EDEF-83A6-4EDD-AC8D-8908ACC641A7}"/>
    <dgm:cxn modelId="{5952A18B-8598-461D-AA5F-0570A79E562D}" type="presOf" srcId="{D834426F-3507-4DB3-BB02-41E5F17BC74A}" destId="{CA8452FD-2072-4F6E-8EB1-DA1FC46900B9}" srcOrd="1" destOrd="0" presId="urn:microsoft.com/office/officeart/2005/8/layout/hierarchy2"/>
    <dgm:cxn modelId="{41351A95-B988-4CFC-A36C-3210A510E9E8}" type="presOf" srcId="{751CF714-5359-4570-934F-2B713392F2B4}" destId="{CD520C05-118A-4996-82B2-9599C30C4BA9}" srcOrd="0" destOrd="0" presId="urn:microsoft.com/office/officeart/2005/8/layout/hierarchy2"/>
    <dgm:cxn modelId="{9FE0C298-C4F5-4035-97FC-4D7B0117FEF9}" type="presOf" srcId="{271F181B-A59D-4536-B978-AAF5A6652BF9}" destId="{A1545E5B-3F42-495A-BADD-9A69B584E55B}" srcOrd="0" destOrd="0" presId="urn:microsoft.com/office/officeart/2005/8/layout/hierarchy2"/>
    <dgm:cxn modelId="{56A29DA2-9090-4660-B797-C5BE0403F0A2}" type="presOf" srcId="{D4E896D4-6BB5-4CB0-8266-764625B56A78}" destId="{F48F2938-2DCE-4185-8EDE-95014D516491}" srcOrd="0" destOrd="0" presId="urn:microsoft.com/office/officeart/2005/8/layout/hierarchy2"/>
    <dgm:cxn modelId="{065FF5A3-8702-4F4E-8197-456E35E99690}" type="presOf" srcId="{D834426F-3507-4DB3-BB02-41E5F17BC74A}" destId="{793ADC0B-B570-486A-A1AC-10395E53D56A}" srcOrd="0" destOrd="0" presId="urn:microsoft.com/office/officeart/2005/8/layout/hierarchy2"/>
    <dgm:cxn modelId="{9DEDBEC7-6E06-45A7-A306-5EBD85E367A9}" srcId="{399285E2-9F8F-42DB-A382-4AE352DD0275}" destId="{B3EB63D5-5125-4A4F-BC2C-C92CD1019DE2}" srcOrd="0" destOrd="0" parTransId="{D834426F-3507-4DB3-BB02-41E5F17BC74A}" sibTransId="{DA8C0325-4DA5-4E0E-8D81-128FF377DC88}"/>
    <dgm:cxn modelId="{85F28DCB-8401-42CC-B225-701154AE1FF2}" type="presOf" srcId="{751CF714-5359-4570-934F-2B713392F2B4}" destId="{030D63E1-0C77-43E6-B7D2-949EE19D0939}" srcOrd="1" destOrd="0" presId="urn:microsoft.com/office/officeart/2005/8/layout/hierarchy2"/>
    <dgm:cxn modelId="{BDBF28E2-2BDC-431A-9025-71725B4A93F3}" type="presOf" srcId="{86938308-FD0D-4561-AD3D-BA95BBB65C56}" destId="{7CAD8558-A8FD-4F26-BF2D-4869848A3B86}" srcOrd="0" destOrd="0" presId="urn:microsoft.com/office/officeart/2005/8/layout/hierarchy2"/>
    <dgm:cxn modelId="{93382AF0-AC80-4780-BFAA-DF02F27070A5}" type="presOf" srcId="{39D36521-F78E-45AF-98F8-23F8C84D7AFA}" destId="{DD1C8D1A-45DE-40A2-935B-FE5054F5926C}" srcOrd="0" destOrd="0" presId="urn:microsoft.com/office/officeart/2005/8/layout/hierarchy2"/>
    <dgm:cxn modelId="{2E0F13FB-EE31-40DF-8427-46A13BA814B2}" type="presOf" srcId="{740C5EB1-A356-44B8-A112-A5E53E52259F}" destId="{3B6C72D0-6CBA-4DC2-A592-23FA7008D2EC}" srcOrd="1" destOrd="0" presId="urn:microsoft.com/office/officeart/2005/8/layout/hierarchy2"/>
    <dgm:cxn modelId="{75C6DCE0-F251-4F53-B4A4-0828A29C166D}" type="presParOf" srcId="{DD1C8D1A-45DE-40A2-935B-FE5054F5926C}" destId="{61A1418A-2D09-4ADB-A55F-8C9EA151E67D}" srcOrd="0" destOrd="0" presId="urn:microsoft.com/office/officeart/2005/8/layout/hierarchy2"/>
    <dgm:cxn modelId="{871CD1F1-6550-458B-BAE3-361847A5C200}" type="presParOf" srcId="{61A1418A-2D09-4ADB-A55F-8C9EA151E67D}" destId="{E6600B11-CA35-41A2-A33F-8AC434E395AF}" srcOrd="0" destOrd="0" presId="urn:microsoft.com/office/officeart/2005/8/layout/hierarchy2"/>
    <dgm:cxn modelId="{D6B3D01D-E94D-4EB1-82DA-5EFEE6668AE5}" type="presParOf" srcId="{61A1418A-2D09-4ADB-A55F-8C9EA151E67D}" destId="{A882A69A-DB86-42E4-825C-69C4B740BF1B}" srcOrd="1" destOrd="0" presId="urn:microsoft.com/office/officeart/2005/8/layout/hierarchy2"/>
    <dgm:cxn modelId="{6F5716F6-EC8A-4119-B543-C9DCD908977F}" type="presParOf" srcId="{A882A69A-DB86-42E4-825C-69C4B740BF1B}" destId="{793ADC0B-B570-486A-A1AC-10395E53D56A}" srcOrd="0" destOrd="0" presId="urn:microsoft.com/office/officeart/2005/8/layout/hierarchy2"/>
    <dgm:cxn modelId="{3EFE33F4-CD03-4F85-ACAD-3E5F363444CF}" type="presParOf" srcId="{793ADC0B-B570-486A-A1AC-10395E53D56A}" destId="{CA8452FD-2072-4F6E-8EB1-DA1FC46900B9}" srcOrd="0" destOrd="0" presId="urn:microsoft.com/office/officeart/2005/8/layout/hierarchy2"/>
    <dgm:cxn modelId="{4430AAF8-2FE2-4437-A97A-9EDA28C42D3A}" type="presParOf" srcId="{A882A69A-DB86-42E4-825C-69C4B740BF1B}" destId="{02AA5301-743E-4158-90E4-12858F95D30E}" srcOrd="1" destOrd="0" presId="urn:microsoft.com/office/officeart/2005/8/layout/hierarchy2"/>
    <dgm:cxn modelId="{0031FAC9-AFCA-4C91-A87D-6AE0C14AA4AC}" type="presParOf" srcId="{02AA5301-743E-4158-90E4-12858F95D30E}" destId="{F2F5309D-E5B6-4113-A28D-2ADCFE69DF01}" srcOrd="0" destOrd="0" presId="urn:microsoft.com/office/officeart/2005/8/layout/hierarchy2"/>
    <dgm:cxn modelId="{C8382776-9C07-4998-AB9B-6874F687B7D7}" type="presParOf" srcId="{02AA5301-743E-4158-90E4-12858F95D30E}" destId="{B7A55B0C-948B-4079-925D-3D0F7EBE928B}" srcOrd="1" destOrd="0" presId="urn:microsoft.com/office/officeart/2005/8/layout/hierarchy2"/>
    <dgm:cxn modelId="{FB14BC6E-C890-40DD-A673-723FC2E26C58}" type="presParOf" srcId="{B7A55B0C-948B-4079-925D-3D0F7EBE928B}" destId="{F48F2938-2DCE-4185-8EDE-95014D516491}" srcOrd="0" destOrd="0" presId="urn:microsoft.com/office/officeart/2005/8/layout/hierarchy2"/>
    <dgm:cxn modelId="{2E15F9EA-5848-44AE-A109-5FC9C9142A42}" type="presParOf" srcId="{F48F2938-2DCE-4185-8EDE-95014D516491}" destId="{3DC3AF35-D3D7-4B45-AC49-A7048840D3CD}" srcOrd="0" destOrd="0" presId="urn:microsoft.com/office/officeart/2005/8/layout/hierarchy2"/>
    <dgm:cxn modelId="{0077C773-609B-4B47-93AC-CC863D9A9F57}" type="presParOf" srcId="{B7A55B0C-948B-4079-925D-3D0F7EBE928B}" destId="{85E960AC-CF49-4580-8743-D61393FE97C8}" srcOrd="1" destOrd="0" presId="urn:microsoft.com/office/officeart/2005/8/layout/hierarchy2"/>
    <dgm:cxn modelId="{7A91EF7E-2FAD-4AC2-9337-0586247BCFA8}" type="presParOf" srcId="{85E960AC-CF49-4580-8743-D61393FE97C8}" destId="{7CAD8558-A8FD-4F26-BF2D-4869848A3B86}" srcOrd="0" destOrd="0" presId="urn:microsoft.com/office/officeart/2005/8/layout/hierarchy2"/>
    <dgm:cxn modelId="{38E57936-60D7-4720-98BF-85B6D23AB449}" type="presParOf" srcId="{85E960AC-CF49-4580-8743-D61393FE97C8}" destId="{70E85375-75D9-4A68-9AE5-BAC5D9924AC4}" srcOrd="1" destOrd="0" presId="urn:microsoft.com/office/officeart/2005/8/layout/hierarchy2"/>
    <dgm:cxn modelId="{4EA5AA3D-BEBE-4DE0-9C4E-9F82317EAA89}" type="presParOf" srcId="{B7A55B0C-948B-4079-925D-3D0F7EBE928B}" destId="{CD520C05-118A-4996-82B2-9599C30C4BA9}" srcOrd="2" destOrd="0" presId="urn:microsoft.com/office/officeart/2005/8/layout/hierarchy2"/>
    <dgm:cxn modelId="{C3C78D6D-9353-48BD-8B07-0E810144493E}" type="presParOf" srcId="{CD520C05-118A-4996-82B2-9599C30C4BA9}" destId="{030D63E1-0C77-43E6-B7D2-949EE19D0939}" srcOrd="0" destOrd="0" presId="urn:microsoft.com/office/officeart/2005/8/layout/hierarchy2"/>
    <dgm:cxn modelId="{06BD58CD-3332-4C9C-954E-9FDABBFAF63A}" type="presParOf" srcId="{B7A55B0C-948B-4079-925D-3D0F7EBE928B}" destId="{95206296-5E7B-49D2-83D7-C526E8D3568A}" srcOrd="3" destOrd="0" presId="urn:microsoft.com/office/officeart/2005/8/layout/hierarchy2"/>
    <dgm:cxn modelId="{2BB93F06-57AA-452C-8D63-F21CF2B4A256}" type="presParOf" srcId="{95206296-5E7B-49D2-83D7-C526E8D3568A}" destId="{A1545E5B-3F42-495A-BADD-9A69B584E55B}" srcOrd="0" destOrd="0" presId="urn:microsoft.com/office/officeart/2005/8/layout/hierarchy2"/>
    <dgm:cxn modelId="{EA980690-A4F5-4F74-9773-6067586896C0}" type="presParOf" srcId="{95206296-5E7B-49D2-83D7-C526E8D3568A}" destId="{D4A813E3-80AE-4B15-BB0C-4BD7B752D8FC}" srcOrd="1" destOrd="0" presId="urn:microsoft.com/office/officeart/2005/8/layout/hierarchy2"/>
    <dgm:cxn modelId="{820A8E3E-B201-46D8-88E5-6FCDB4A3FF21}" type="presParOf" srcId="{A882A69A-DB86-42E4-825C-69C4B740BF1B}" destId="{6D5AF041-B1BA-4086-B20D-9C2FDB2EE480}" srcOrd="2" destOrd="0" presId="urn:microsoft.com/office/officeart/2005/8/layout/hierarchy2"/>
    <dgm:cxn modelId="{43C92DCC-F53C-4300-B436-C6D345498F4D}" type="presParOf" srcId="{6D5AF041-B1BA-4086-B20D-9C2FDB2EE480}" destId="{3B6C72D0-6CBA-4DC2-A592-23FA7008D2EC}" srcOrd="0" destOrd="0" presId="urn:microsoft.com/office/officeart/2005/8/layout/hierarchy2"/>
    <dgm:cxn modelId="{DA65206C-FE98-4D41-83D8-9BE4A3CE1899}" type="presParOf" srcId="{A882A69A-DB86-42E4-825C-69C4B740BF1B}" destId="{F858E054-3076-4290-B425-6A95A7F2F867}" srcOrd="3" destOrd="0" presId="urn:microsoft.com/office/officeart/2005/8/layout/hierarchy2"/>
    <dgm:cxn modelId="{2F1926B4-1EAE-474B-ABAA-D7FFF8C87E32}" type="presParOf" srcId="{F858E054-3076-4290-B425-6A95A7F2F867}" destId="{34D2CA30-4BC6-43BA-B71B-96FC5834272F}" srcOrd="0" destOrd="0" presId="urn:microsoft.com/office/officeart/2005/8/layout/hierarchy2"/>
    <dgm:cxn modelId="{8B9946F4-387A-4F65-A54D-3E413768E39B}" type="presParOf" srcId="{F858E054-3076-4290-B425-6A95A7F2F867}" destId="{A2327DDF-C930-456E-A79F-BE412F1A2DEC}" srcOrd="1" destOrd="0" presId="urn:microsoft.com/office/officeart/2005/8/layout/hierarchy2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7C101F-8428-4D09-97C9-BD3E396A03DC}">
      <dsp:nvSpPr>
        <dsp:cNvPr id="0" name=""/>
        <dsp:cNvSpPr/>
      </dsp:nvSpPr>
      <dsp:spPr>
        <a:xfrm>
          <a:off x="544713" y="728091"/>
          <a:ext cx="3051738" cy="28972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Abstract classes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Inner classes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Generics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Reflection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Lambdas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XML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GUIs (JavaFX)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Event driven programming…</a:t>
          </a:r>
          <a:endParaRPr lang="en-ZA" sz="1600" kern="1200" dirty="0"/>
        </a:p>
      </dsp:txBody>
      <dsp:txXfrm>
        <a:off x="611386" y="794764"/>
        <a:ext cx="2918392" cy="2143050"/>
      </dsp:txXfrm>
    </dsp:sp>
    <dsp:sp modelId="{2F01A6D5-9395-4813-8012-2C2C4147E71C}">
      <dsp:nvSpPr>
        <dsp:cNvPr id="0" name=""/>
        <dsp:cNvSpPr/>
      </dsp:nvSpPr>
      <dsp:spPr>
        <a:xfrm>
          <a:off x="1888116" y="1457547"/>
          <a:ext cx="3312800" cy="3312800"/>
        </a:xfrm>
        <a:prstGeom prst="leftCircularArrow">
          <a:avLst>
            <a:gd name="adj1" fmla="val 2440"/>
            <a:gd name="adj2" fmla="val 295285"/>
            <a:gd name="adj3" fmla="val 1519027"/>
            <a:gd name="adj4" fmla="val 8472721"/>
            <a:gd name="adj5" fmla="val 2847"/>
          </a:avLst>
        </a:prstGeom>
        <a:solidFill>
          <a:srgbClr val="FEC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BE539-FADA-4E65-9DD3-A044AFD0CDBB}">
      <dsp:nvSpPr>
        <dsp:cNvPr id="0" name=""/>
        <dsp:cNvSpPr/>
      </dsp:nvSpPr>
      <dsp:spPr>
        <a:xfrm>
          <a:off x="1173627" y="3183662"/>
          <a:ext cx="2296059" cy="913067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500" kern="1200" dirty="0"/>
            <a:t>WRPV301</a:t>
          </a:r>
        </a:p>
      </dsp:txBody>
      <dsp:txXfrm>
        <a:off x="1200370" y="3210405"/>
        <a:ext cx="2242573" cy="859581"/>
      </dsp:txXfrm>
    </dsp:sp>
    <dsp:sp modelId="{55FF00DD-2464-4A4F-BD93-5B7285FF7B16}">
      <dsp:nvSpPr>
        <dsp:cNvPr id="0" name=""/>
        <dsp:cNvSpPr/>
      </dsp:nvSpPr>
      <dsp:spPr>
        <a:xfrm>
          <a:off x="4034019" y="712348"/>
          <a:ext cx="3081289" cy="28429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Collections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Mobile apps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Multi-threaded programs </a:t>
          </a:r>
          <a:endParaRPr lang="en-Z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Network programming…</a:t>
          </a:r>
          <a:endParaRPr lang="en-ZA" sz="1600" kern="1200" dirty="0"/>
        </a:p>
      </dsp:txBody>
      <dsp:txXfrm>
        <a:off x="4099443" y="1386975"/>
        <a:ext cx="2950441" cy="2102896"/>
      </dsp:txXfrm>
    </dsp:sp>
    <dsp:sp modelId="{70AA6523-5F9C-4B1A-95C6-62A6BB94ABF8}">
      <dsp:nvSpPr>
        <dsp:cNvPr id="0" name=""/>
        <dsp:cNvSpPr/>
      </dsp:nvSpPr>
      <dsp:spPr>
        <a:xfrm>
          <a:off x="4702024" y="280301"/>
          <a:ext cx="2296059" cy="913067"/>
        </a:xfrm>
        <a:prstGeom prst="roundRect">
          <a:avLst>
            <a:gd name="adj" fmla="val 10000"/>
          </a:avLst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500" kern="1200"/>
            <a:t>WRPV302</a:t>
          </a:r>
          <a:endParaRPr lang="en-ZA" sz="3500" kern="1200" dirty="0"/>
        </a:p>
      </dsp:txBody>
      <dsp:txXfrm>
        <a:off x="4728767" y="307044"/>
        <a:ext cx="2242573" cy="8595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6F0662-4D08-448A-9B0D-DD3A8214A6E1}">
      <dsp:nvSpPr>
        <dsp:cNvPr id="0" name=""/>
        <dsp:cNvSpPr/>
      </dsp:nvSpPr>
      <dsp:spPr>
        <a:xfrm>
          <a:off x="5357" y="1461504"/>
          <a:ext cx="1601390" cy="1140990"/>
        </a:xfrm>
        <a:prstGeom prst="roundRect">
          <a:avLst>
            <a:gd name="adj" fmla="val 10000"/>
          </a:avLst>
        </a:prstGeom>
        <a:solidFill>
          <a:srgbClr val="9B221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latin typeface="Avenir Book" pitchFamily="2" charset="0"/>
              <a:ea typeface="ＭＳ Ｐゴシック" panose="020B0600070205080204" pitchFamily="34" charset="-128"/>
            </a:rPr>
            <a:t>Copy &amp; paste the assignment to </a:t>
          </a:r>
          <a:r>
            <a:rPr lang="en-US" altLang="en-US" sz="1800" kern="1200" dirty="0" err="1">
              <a:latin typeface="Avenir Book" pitchFamily="2" charset="0"/>
              <a:ea typeface="ＭＳ Ｐゴシック" panose="020B0600070205080204" pitchFamily="34" charset="-128"/>
            </a:rPr>
            <a:t>ChatGPT</a:t>
          </a:r>
          <a:endParaRPr lang="en-ZA" sz="1800" kern="1200" dirty="0"/>
        </a:p>
      </dsp:txBody>
      <dsp:txXfrm>
        <a:off x="38775" y="1494922"/>
        <a:ext cx="1534554" cy="1074154"/>
      </dsp:txXfrm>
    </dsp:sp>
    <dsp:sp modelId="{FD8AB5C7-9B41-44D9-95E7-779B7FF35B5B}">
      <dsp:nvSpPr>
        <dsp:cNvPr id="0" name=""/>
        <dsp:cNvSpPr/>
      </dsp:nvSpPr>
      <dsp:spPr>
        <a:xfrm>
          <a:off x="1766887" y="1833427"/>
          <a:ext cx="339494" cy="397144"/>
        </a:xfrm>
        <a:prstGeom prst="rightArrow">
          <a:avLst>
            <a:gd name="adj1" fmla="val 60000"/>
            <a:gd name="adj2" fmla="val 50000"/>
          </a:avLst>
        </a:prstGeom>
        <a:solidFill>
          <a:srgbClr val="9B221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1766887" y="1912856"/>
        <a:ext cx="237646" cy="238286"/>
      </dsp:txXfrm>
    </dsp:sp>
    <dsp:sp modelId="{203D85E7-A490-410C-BD1A-15F63129B5AD}">
      <dsp:nvSpPr>
        <dsp:cNvPr id="0" name=""/>
        <dsp:cNvSpPr/>
      </dsp:nvSpPr>
      <dsp:spPr>
        <a:xfrm>
          <a:off x="2247304" y="1461504"/>
          <a:ext cx="1601390" cy="1140990"/>
        </a:xfrm>
        <a:prstGeom prst="roundRect">
          <a:avLst>
            <a:gd name="adj" fmla="val 10000"/>
          </a:avLst>
        </a:prstGeom>
        <a:solidFill>
          <a:srgbClr val="9B221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latin typeface="Avenir Book" pitchFamily="2" charset="0"/>
              <a:ea typeface="ＭＳ Ｐゴシック" panose="020B0600070205080204" pitchFamily="34" charset="-128"/>
            </a:rPr>
            <a:t>Copy &amp; paste solution generated as </a:t>
          </a:r>
          <a:r>
            <a:rPr lang="en-US" altLang="en-US" sz="1800" i="1" kern="1200" dirty="0">
              <a:latin typeface="Avenir Book" pitchFamily="2" charset="0"/>
              <a:ea typeface="ＭＳ Ｐゴシック" panose="020B0600070205080204" pitchFamily="34" charset="-128"/>
            </a:rPr>
            <a:t>your</a:t>
          </a:r>
          <a:r>
            <a:rPr lang="en-US" altLang="en-US" sz="1800" kern="1200" dirty="0">
              <a:latin typeface="Avenir Book" pitchFamily="2" charset="0"/>
              <a:ea typeface="ＭＳ Ｐゴシック" panose="020B0600070205080204" pitchFamily="34" charset="-128"/>
            </a:rPr>
            <a:t> solution</a:t>
          </a:r>
          <a:endParaRPr lang="en-ZA" sz="1800" kern="1200" dirty="0"/>
        </a:p>
      </dsp:txBody>
      <dsp:txXfrm>
        <a:off x="2280722" y="1494922"/>
        <a:ext cx="1534554" cy="1074154"/>
      </dsp:txXfrm>
    </dsp:sp>
    <dsp:sp modelId="{501B7480-DCDC-4C2F-A169-8080A12231B2}">
      <dsp:nvSpPr>
        <dsp:cNvPr id="0" name=""/>
        <dsp:cNvSpPr/>
      </dsp:nvSpPr>
      <dsp:spPr>
        <a:xfrm>
          <a:off x="4008834" y="1833427"/>
          <a:ext cx="339494" cy="397144"/>
        </a:xfrm>
        <a:prstGeom prst="rightArrow">
          <a:avLst>
            <a:gd name="adj1" fmla="val 60000"/>
            <a:gd name="adj2" fmla="val 50000"/>
          </a:avLst>
        </a:prstGeom>
        <a:solidFill>
          <a:srgbClr val="9B221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4008834" y="1912856"/>
        <a:ext cx="237646" cy="238286"/>
      </dsp:txXfrm>
    </dsp:sp>
    <dsp:sp modelId="{EAA2E4DB-14E5-4CCE-8109-4937EDC1DC5B}">
      <dsp:nvSpPr>
        <dsp:cNvPr id="0" name=""/>
        <dsp:cNvSpPr/>
      </dsp:nvSpPr>
      <dsp:spPr>
        <a:xfrm>
          <a:off x="4489251" y="1461504"/>
          <a:ext cx="1601390" cy="1140990"/>
        </a:xfrm>
        <a:prstGeom prst="roundRect">
          <a:avLst>
            <a:gd name="adj" fmla="val 10000"/>
          </a:avLst>
        </a:prstGeom>
        <a:solidFill>
          <a:srgbClr val="9B221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latin typeface="Avenir Book" pitchFamily="2" charset="0"/>
              <a:ea typeface="ＭＳ Ｐゴシック" panose="020B0600070205080204" pitchFamily="34" charset="-128"/>
            </a:rPr>
            <a:t>Submit</a:t>
          </a:r>
          <a:endParaRPr lang="en-ZA" sz="1800" kern="1200" dirty="0"/>
        </a:p>
      </dsp:txBody>
      <dsp:txXfrm>
        <a:off x="4522669" y="1494922"/>
        <a:ext cx="1534554" cy="1074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8EB87-B942-423B-BD92-DD6BAAB670F8}">
      <dsp:nvSpPr>
        <dsp:cNvPr id="0" name=""/>
        <dsp:cNvSpPr/>
      </dsp:nvSpPr>
      <dsp:spPr>
        <a:xfrm>
          <a:off x="1077778" y="-242909"/>
          <a:ext cx="3700755" cy="3700755"/>
        </a:xfrm>
        <a:prstGeom prst="circularArrow">
          <a:avLst>
            <a:gd name="adj1" fmla="val 5544"/>
            <a:gd name="adj2" fmla="val 330680"/>
            <a:gd name="adj3" fmla="val 12993350"/>
            <a:gd name="adj4" fmla="val 17882892"/>
            <a:gd name="adj5" fmla="val 5757"/>
          </a:avLst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0D138-B72B-40A3-AB7E-74A63B1086F3}">
      <dsp:nvSpPr>
        <dsp:cNvPr id="0" name=""/>
        <dsp:cNvSpPr/>
      </dsp:nvSpPr>
      <dsp:spPr>
        <a:xfrm>
          <a:off x="1788940" y="1318"/>
          <a:ext cx="2278430" cy="849279"/>
        </a:xfrm>
        <a:prstGeom prst="roundRect">
          <a:avLst/>
        </a:prstGeom>
        <a:solidFill>
          <a:srgbClr val="00B050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kern="1200" dirty="0"/>
            <a:t>[ChatGPT]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kern="1200" dirty="0"/>
            <a:t>Generate an exercise</a:t>
          </a:r>
        </a:p>
      </dsp:txBody>
      <dsp:txXfrm>
        <a:off x="1830398" y="42776"/>
        <a:ext cx="2195514" cy="766363"/>
      </dsp:txXfrm>
    </dsp:sp>
    <dsp:sp modelId="{642DF5CC-3508-4EA8-98AE-E665F839A033}">
      <dsp:nvSpPr>
        <dsp:cNvPr id="0" name=""/>
        <dsp:cNvSpPr/>
      </dsp:nvSpPr>
      <dsp:spPr>
        <a:xfrm>
          <a:off x="3554219" y="1257584"/>
          <a:ext cx="2278430" cy="849279"/>
        </a:xfrm>
        <a:prstGeom prst="roundRect">
          <a:avLst/>
        </a:prstGeom>
        <a:solidFill>
          <a:srgbClr val="00B050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kern="1200" dirty="0"/>
            <a:t>[You]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kern="1200" dirty="0"/>
            <a:t>Attempt to solve it</a:t>
          </a:r>
        </a:p>
      </dsp:txBody>
      <dsp:txXfrm>
        <a:off x="3595677" y="1299042"/>
        <a:ext cx="2195514" cy="766363"/>
      </dsp:txXfrm>
    </dsp:sp>
    <dsp:sp modelId="{15D1C80B-761E-4FAC-8546-3403E175B92C}">
      <dsp:nvSpPr>
        <dsp:cNvPr id="0" name=""/>
        <dsp:cNvSpPr/>
      </dsp:nvSpPr>
      <dsp:spPr>
        <a:xfrm>
          <a:off x="2978149" y="2856200"/>
          <a:ext cx="2278430" cy="849279"/>
        </a:xfrm>
        <a:prstGeom prst="roundRect">
          <a:avLst/>
        </a:prstGeom>
        <a:solidFill>
          <a:srgbClr val="00B050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kern="1200" dirty="0"/>
            <a:t>[ChatGPT]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kern="1200" dirty="0"/>
            <a:t>Ask for a solution</a:t>
          </a:r>
        </a:p>
      </dsp:txBody>
      <dsp:txXfrm>
        <a:off x="3019607" y="2897658"/>
        <a:ext cx="2195514" cy="766363"/>
      </dsp:txXfrm>
    </dsp:sp>
    <dsp:sp modelId="{0C443254-B503-4F14-802B-1DF75EC0105A}">
      <dsp:nvSpPr>
        <dsp:cNvPr id="0" name=""/>
        <dsp:cNvSpPr/>
      </dsp:nvSpPr>
      <dsp:spPr>
        <a:xfrm>
          <a:off x="576072" y="2856196"/>
          <a:ext cx="2278430" cy="849279"/>
        </a:xfrm>
        <a:prstGeom prst="roundRect">
          <a:avLst/>
        </a:prstGeom>
        <a:solidFill>
          <a:srgbClr val="00B050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kern="1200" dirty="0"/>
            <a:t>[You]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kern="1200" dirty="0"/>
            <a:t>Evaluate solution (Is it correct? If not, fix it)</a:t>
          </a:r>
        </a:p>
      </dsp:txBody>
      <dsp:txXfrm>
        <a:off x="617530" y="2897654"/>
        <a:ext cx="2195514" cy="766363"/>
      </dsp:txXfrm>
    </dsp:sp>
    <dsp:sp modelId="{A99274BB-5023-46AD-AAA4-F78491875A2F}">
      <dsp:nvSpPr>
        <dsp:cNvPr id="0" name=""/>
        <dsp:cNvSpPr/>
      </dsp:nvSpPr>
      <dsp:spPr>
        <a:xfrm>
          <a:off x="169837" y="1257582"/>
          <a:ext cx="2278430" cy="849279"/>
        </a:xfrm>
        <a:prstGeom prst="roundRect">
          <a:avLst/>
        </a:prstGeom>
        <a:solidFill>
          <a:srgbClr val="00B050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kern="1200" dirty="0"/>
            <a:t>[You]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kern="1200" dirty="0"/>
            <a:t>Compare to your solution (same, different, faster, data structures, algorithm, correct?)</a:t>
          </a:r>
        </a:p>
      </dsp:txBody>
      <dsp:txXfrm>
        <a:off x="211295" y="1299040"/>
        <a:ext cx="2195514" cy="7663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600B11-CA35-41A2-A33F-8AC434E395AF}">
      <dsp:nvSpPr>
        <dsp:cNvPr id="0" name=""/>
        <dsp:cNvSpPr/>
      </dsp:nvSpPr>
      <dsp:spPr>
        <a:xfrm>
          <a:off x="4869" y="1385884"/>
          <a:ext cx="1601647" cy="800823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accent5">
              <a:lumMod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dirty="0"/>
            <a:t>Final mark</a:t>
          </a:r>
        </a:p>
      </dsp:txBody>
      <dsp:txXfrm>
        <a:off x="28324" y="1409339"/>
        <a:ext cx="1554737" cy="753913"/>
      </dsp:txXfrm>
    </dsp:sp>
    <dsp:sp modelId="{793ADC0B-B570-486A-A1AC-10395E53D56A}">
      <dsp:nvSpPr>
        <dsp:cNvPr id="0" name=""/>
        <dsp:cNvSpPr/>
      </dsp:nvSpPr>
      <dsp:spPr>
        <a:xfrm rot="19457599">
          <a:off x="1532359" y="1532900"/>
          <a:ext cx="788974" cy="46318"/>
        </a:xfrm>
        <a:custGeom>
          <a:avLst/>
          <a:gdLst/>
          <a:ahLst/>
          <a:cxnLst/>
          <a:rect l="0" t="0" r="0" b="0"/>
          <a:pathLst>
            <a:path>
              <a:moveTo>
                <a:pt x="0" y="23159"/>
              </a:moveTo>
              <a:lnTo>
                <a:pt x="788974" y="23159"/>
              </a:lnTo>
            </a:path>
          </a:pathLst>
        </a:custGeom>
        <a:noFill/>
        <a:ln w="25400" cap="flat" cmpd="sng" algn="ctr">
          <a:solidFill>
            <a:schemeClr val="accent5">
              <a:lumMod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kern="1200"/>
        </a:p>
      </dsp:txBody>
      <dsp:txXfrm>
        <a:off x="1907122" y="1536335"/>
        <a:ext cx="39448" cy="39448"/>
      </dsp:txXfrm>
    </dsp:sp>
    <dsp:sp modelId="{F2F5309D-E5B6-4113-A28D-2ADCFE69DF01}">
      <dsp:nvSpPr>
        <dsp:cNvPr id="0" name=""/>
        <dsp:cNvSpPr/>
      </dsp:nvSpPr>
      <dsp:spPr>
        <a:xfrm>
          <a:off x="2247176" y="925411"/>
          <a:ext cx="1601647" cy="800823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accent5">
              <a:lumMod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dirty="0"/>
            <a:t>40% Class mark</a:t>
          </a:r>
        </a:p>
      </dsp:txBody>
      <dsp:txXfrm>
        <a:off x="2270631" y="948866"/>
        <a:ext cx="1554737" cy="753913"/>
      </dsp:txXfrm>
    </dsp:sp>
    <dsp:sp modelId="{F48F2938-2DCE-4185-8EDE-95014D516491}">
      <dsp:nvSpPr>
        <dsp:cNvPr id="0" name=""/>
        <dsp:cNvSpPr/>
      </dsp:nvSpPr>
      <dsp:spPr>
        <a:xfrm rot="19457599">
          <a:off x="3774666" y="1072427"/>
          <a:ext cx="788974" cy="46318"/>
        </a:xfrm>
        <a:custGeom>
          <a:avLst/>
          <a:gdLst/>
          <a:ahLst/>
          <a:cxnLst/>
          <a:rect l="0" t="0" r="0" b="0"/>
          <a:pathLst>
            <a:path>
              <a:moveTo>
                <a:pt x="0" y="23159"/>
              </a:moveTo>
              <a:lnTo>
                <a:pt x="788974" y="23159"/>
              </a:lnTo>
            </a:path>
          </a:pathLst>
        </a:custGeom>
        <a:noFill/>
        <a:ln w="25400" cap="flat" cmpd="sng" algn="ctr">
          <a:solidFill>
            <a:schemeClr val="accent5">
              <a:lumMod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kern="1200"/>
        </a:p>
      </dsp:txBody>
      <dsp:txXfrm>
        <a:off x="4149429" y="1075861"/>
        <a:ext cx="39448" cy="39448"/>
      </dsp:txXfrm>
    </dsp:sp>
    <dsp:sp modelId="{7CAD8558-A8FD-4F26-BF2D-4869848A3B86}">
      <dsp:nvSpPr>
        <dsp:cNvPr id="0" name=""/>
        <dsp:cNvSpPr/>
      </dsp:nvSpPr>
      <dsp:spPr>
        <a:xfrm>
          <a:off x="4489482" y="464937"/>
          <a:ext cx="1601647" cy="800823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accent5">
              <a:lumMod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dirty="0"/>
            <a:t>80% Test 1 &amp; Test 2</a:t>
          </a:r>
        </a:p>
      </dsp:txBody>
      <dsp:txXfrm>
        <a:off x="4512937" y="488392"/>
        <a:ext cx="1554737" cy="753913"/>
      </dsp:txXfrm>
    </dsp:sp>
    <dsp:sp modelId="{CD520C05-118A-4996-82B2-9599C30C4BA9}">
      <dsp:nvSpPr>
        <dsp:cNvPr id="0" name=""/>
        <dsp:cNvSpPr/>
      </dsp:nvSpPr>
      <dsp:spPr>
        <a:xfrm rot="2142401">
          <a:off x="3774666" y="1532900"/>
          <a:ext cx="788974" cy="46318"/>
        </a:xfrm>
        <a:custGeom>
          <a:avLst/>
          <a:gdLst/>
          <a:ahLst/>
          <a:cxnLst/>
          <a:rect l="0" t="0" r="0" b="0"/>
          <a:pathLst>
            <a:path>
              <a:moveTo>
                <a:pt x="0" y="23159"/>
              </a:moveTo>
              <a:lnTo>
                <a:pt x="788974" y="23159"/>
              </a:lnTo>
            </a:path>
          </a:pathLst>
        </a:custGeom>
        <a:noFill/>
        <a:ln w="25400" cap="flat" cmpd="sng" algn="ctr">
          <a:solidFill>
            <a:schemeClr val="accent5">
              <a:lumMod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kern="1200"/>
        </a:p>
      </dsp:txBody>
      <dsp:txXfrm>
        <a:off x="4149429" y="1536335"/>
        <a:ext cx="39448" cy="39448"/>
      </dsp:txXfrm>
    </dsp:sp>
    <dsp:sp modelId="{A1545E5B-3F42-495A-BADD-9A69B584E55B}">
      <dsp:nvSpPr>
        <dsp:cNvPr id="0" name=""/>
        <dsp:cNvSpPr/>
      </dsp:nvSpPr>
      <dsp:spPr>
        <a:xfrm>
          <a:off x="4489482" y="1385884"/>
          <a:ext cx="1601647" cy="800823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accent5">
              <a:lumMod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dirty="0"/>
            <a:t>20% Practical Assignments</a:t>
          </a:r>
        </a:p>
      </dsp:txBody>
      <dsp:txXfrm>
        <a:off x="4512937" y="1409339"/>
        <a:ext cx="1554737" cy="753913"/>
      </dsp:txXfrm>
    </dsp:sp>
    <dsp:sp modelId="{6D5AF041-B1BA-4086-B20D-9C2FDB2EE480}">
      <dsp:nvSpPr>
        <dsp:cNvPr id="0" name=""/>
        <dsp:cNvSpPr/>
      </dsp:nvSpPr>
      <dsp:spPr>
        <a:xfrm rot="2142401">
          <a:off x="1532359" y="1993374"/>
          <a:ext cx="788974" cy="46318"/>
        </a:xfrm>
        <a:custGeom>
          <a:avLst/>
          <a:gdLst/>
          <a:ahLst/>
          <a:cxnLst/>
          <a:rect l="0" t="0" r="0" b="0"/>
          <a:pathLst>
            <a:path>
              <a:moveTo>
                <a:pt x="0" y="23159"/>
              </a:moveTo>
              <a:lnTo>
                <a:pt x="788974" y="23159"/>
              </a:lnTo>
            </a:path>
          </a:pathLst>
        </a:custGeom>
        <a:noFill/>
        <a:ln w="25400" cap="flat" cmpd="sng" algn="ctr">
          <a:solidFill>
            <a:schemeClr val="accent5">
              <a:lumMod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kern="1200"/>
        </a:p>
      </dsp:txBody>
      <dsp:txXfrm>
        <a:off x="1907122" y="1996809"/>
        <a:ext cx="39448" cy="39448"/>
      </dsp:txXfrm>
    </dsp:sp>
    <dsp:sp modelId="{34D2CA30-4BC6-43BA-B71B-96FC5834272F}">
      <dsp:nvSpPr>
        <dsp:cNvPr id="0" name=""/>
        <dsp:cNvSpPr/>
      </dsp:nvSpPr>
      <dsp:spPr>
        <a:xfrm>
          <a:off x="2247176" y="1846358"/>
          <a:ext cx="1601647" cy="800823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accent5">
              <a:lumMod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dirty="0"/>
            <a:t>60% Exam mark</a:t>
          </a:r>
        </a:p>
      </dsp:txBody>
      <dsp:txXfrm>
        <a:off x="2270631" y="1869813"/>
        <a:ext cx="1554737" cy="7539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5F629E-DEAC-48C0-2DCA-FBDE58F65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62174-60A2-FD62-0D8D-A3E8C1B851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153D84-A18A-4BAE-9F10-57636B33BFED}" type="datetimeFigureOut">
              <a:rPr lang="en-ZA"/>
              <a:pPr>
                <a:defRPr/>
              </a:pPr>
              <a:t>2026/02/17</a:t>
            </a:fld>
            <a:endParaRPr lang="en-Z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B229DF-27D9-CADC-CB1D-8A5C6271F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Z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A3F31E-A0CC-3475-963C-03616313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Z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8012-A92A-E433-5835-781BFC9B90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9196-14E7-6FE6-7FAD-81CCB8236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69D768E-C3EC-41DC-8B8B-05D8793498BE}" type="slidenum">
              <a:rPr lang="en-ZA"/>
              <a:pPr>
                <a:defRPr/>
              </a:pPr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Some icons in the presentation are provided by: </a:t>
            </a:r>
            <a:r>
              <a:rPr lang="en-US" dirty="0"/>
              <a:t>https://www.flaticon.com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110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FC3F631-7A6F-4140-9481-3131555C4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1200" kern="0" dirty="0">
                <a:latin typeface="Avenir Book" pitchFamily="2" charset="0"/>
                <a:ea typeface="ＭＳ Ｐゴシック" panose="020B0600070205080204" pitchFamily="34" charset="-128"/>
              </a:rPr>
              <a:t>* Java is similar to C#, or C# is similar to Java, since C# was based on Java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1200" kern="0" dirty="0">
                <a:latin typeface="Avenir Book" pitchFamily="2" charset="0"/>
                <a:ea typeface="ＭＳ Ｐゴシック" panose="020B0600070205080204" pitchFamily="34" charset="-128"/>
              </a:rPr>
              <a:t>** Android is not actually a programming language, it’s an OS. Uses Java with specific packages.</a:t>
            </a:r>
          </a:p>
          <a:p>
            <a:endParaRPr lang="en-Z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99837F0F-860D-61CB-C605-477C24D6F6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EEF167C1-9C2F-F74F-4D6E-EF887239E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ZA" altLang="en-US"/>
              <a:t>Github classroom</a:t>
            </a: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922533A0-7431-0BBE-B3B1-1BF1371B18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6B10FD4-F02A-496E-B56B-BE115C8494B6}" type="slidenum">
              <a:rPr lang="en-ZA" altLang="en-US" smtClean="0"/>
              <a:pPr/>
              <a:t>6</a:t>
            </a:fld>
            <a:endParaRPr lang="en-ZA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Will have in class activities that count for attendance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9297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Feedback from students: Counts little but is a lot of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More than marks, how can you create a solution based on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Industry appreciates that our graduates can do this before entering the workplace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5526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21A3AFF7-A265-B252-DFEE-9927F85A0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B03C00BD-BDC5-F355-8EEC-797697D85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ZA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340FEA6-A4CD-EAAF-A8B9-4094BC8D32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D17ECA0-9897-4424-A344-D7D95D89F965}" type="slidenum">
              <a:rPr lang="en-ZA" altLang="en-US" smtClean="0"/>
              <a:pPr/>
              <a:t>14</a:t>
            </a:fld>
            <a:endParaRPr lang="en-ZA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ZA" dirty="0"/>
              <a:t>Elephant in the room hoping not to be seen – obvious presence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ZA" dirty="0"/>
              <a:t>Also has a jacket on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ZA" dirty="0"/>
              <a:t>You just can’t miss it…but not sure if we should talk about it or use it…</a:t>
            </a:r>
          </a:p>
          <a:p>
            <a:endParaRPr lang="en-ZA" dirty="0"/>
          </a:p>
          <a:p>
            <a:r>
              <a:rPr lang="en-ZA" dirty="0"/>
              <a:t>* Image generated by Meta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3678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Don’t use it for generating comments if no marks awarded for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0904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Critical thinking is one of the most important skills to have now</a:t>
            </a:r>
          </a:p>
          <a:p>
            <a:r>
              <a:rPr lang="en-ZA" dirty="0"/>
              <a:t>Do not pass it off to an automated 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5772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If you have not worked with java or IntelliJ, please come see 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Take a look at recap slides from last year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890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FD4E0651-2B89-BB4C-A3C7-18D0F56C9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ACCE3953-A665-F4DA-8453-5585DB0D2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buFontTx/>
              <a:buChar char="•"/>
            </a:pPr>
            <a:r>
              <a:rPr lang="en-ZA" altLang="en-US" dirty="0"/>
              <a:t>You can also watch: https://live.worldbank.org/en/event/2026/ask-experts-making-ai-work-for-all?cid=ecr_al_wblreminder_en_ext-pre</a:t>
            </a:r>
          </a:p>
          <a:p>
            <a:pPr marL="171450" indent="-171450">
              <a:buFontTx/>
              <a:buChar char="•"/>
            </a:pPr>
            <a:r>
              <a:rPr lang="en-ZA" altLang="en-US" dirty="0"/>
              <a:t>Start watching at: 19:45</a:t>
            </a: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170E69CF-B4EA-A49B-5285-37C6ADB60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E09F435-A6B0-465B-BF95-B734011A0F96}" type="slidenum">
              <a:rPr lang="en-ZA" altLang="en-US" smtClean="0"/>
              <a:pPr/>
              <a:t>20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14834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D4BB4-2F8D-6C42-F4E9-2B180692ED59}"/>
              </a:ext>
            </a:extLst>
          </p:cNvPr>
          <p:cNvSpPr/>
          <p:nvPr userDrawn="1"/>
        </p:nvSpPr>
        <p:spPr>
          <a:xfrm>
            <a:off x="0" y="-1588"/>
            <a:ext cx="9144000" cy="5145088"/>
          </a:xfrm>
          <a:prstGeom prst="rect">
            <a:avLst/>
          </a:prstGeom>
          <a:solidFill>
            <a:srgbClr val="00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F85402B-8170-4E09-CFEB-83BA8A50B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744538"/>
            <a:ext cx="37893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2787774"/>
            <a:ext cx="7848872" cy="486054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560" y="3381840"/>
            <a:ext cx="7848872" cy="145821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2461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EC000"/>
              </a:buClr>
              <a:buSzPct val="80000"/>
              <a:defRPr sz="2000">
                <a:latin typeface="Avenir Book"/>
              </a:defRPr>
            </a:lvl1pPr>
            <a:lvl2pPr>
              <a:buClr>
                <a:srgbClr val="FEC000"/>
              </a:buClr>
              <a:buSzPct val="80000"/>
              <a:defRPr sz="2000">
                <a:latin typeface="Avenir Book"/>
              </a:defRPr>
            </a:lvl2pPr>
            <a:lvl3pPr>
              <a:buClr>
                <a:srgbClr val="FEC000"/>
              </a:buClr>
              <a:buSzPct val="80000"/>
              <a:defRPr sz="2000">
                <a:latin typeface="Avenir Book"/>
              </a:defRPr>
            </a:lvl3pPr>
            <a:lvl4pPr>
              <a:buClr>
                <a:srgbClr val="FEC000"/>
              </a:buClr>
              <a:buSzPct val="80000"/>
              <a:defRPr sz="2000">
                <a:latin typeface="Avenir Book"/>
              </a:defRPr>
            </a:lvl4pPr>
            <a:lvl5pPr>
              <a:buClr>
                <a:srgbClr val="FEC000"/>
              </a:buClr>
              <a:buSzPct val="80000"/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340108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0" i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92416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005576"/>
            <a:ext cx="4032572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1" y="1005576"/>
            <a:ext cx="4176713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2828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62355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641933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456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3" y="465516"/>
            <a:ext cx="2877497" cy="819774"/>
          </a:xfrm>
        </p:spPr>
        <p:txBody>
          <a:bodyPr anchor="t"/>
          <a:lstStyle>
            <a:lvl1pPr algn="l">
              <a:defRPr sz="2200" b="1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981" y="465517"/>
            <a:ext cx="4889467" cy="412910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52" y="1285291"/>
            <a:ext cx="2877497" cy="33093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4368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0" i="0" baseline="0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853275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97" y="303498"/>
            <a:ext cx="8128527" cy="5941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5" y="1113589"/>
            <a:ext cx="8136904" cy="3481034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50275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05" y="249493"/>
            <a:ext cx="2018551" cy="4345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6" y="249493"/>
            <a:ext cx="5913947" cy="4345130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787133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854-2AB0-CB10-64EC-90BE9215D8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588"/>
            <a:ext cx="9144000" cy="5191126"/>
          </a:xfrm>
          <a:prstGeom prst="rect">
            <a:avLst/>
          </a:prstGeom>
          <a:solidFill>
            <a:srgbClr val="FEC000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239776"/>
            <a:ext cx="4376737" cy="4748870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73501097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E339C2-10EE-A968-9884-2A9840336F4A}"/>
              </a:ext>
            </a:extLst>
          </p:cNvPr>
          <p:cNvSpPr/>
          <p:nvPr userDrawn="1"/>
        </p:nvSpPr>
        <p:spPr>
          <a:xfrm>
            <a:off x="-339725" y="-192088"/>
            <a:ext cx="9823450" cy="5527676"/>
          </a:xfrm>
          <a:prstGeom prst="rect">
            <a:avLst/>
          </a:prstGeom>
          <a:solidFill>
            <a:srgbClr val="00102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725984"/>
            <a:ext cx="4376737" cy="4262661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01242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Slogan Slide (16-9).jpg">
            <a:extLst>
              <a:ext uri="{FF2B5EF4-FFF2-40B4-BE49-F238E27FC236}">
                <a16:creationId xmlns:a16="http://schemas.microsoft.com/office/drawing/2014/main" id="{B81BB40B-38F8-E738-36C0-ECB883458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-30163"/>
            <a:ext cx="9240838" cy="520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50984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U Title Slide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015448E5-F638-B1D6-C8DF-532BFBB72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792163"/>
            <a:ext cx="28416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1357"/>
            <a:ext cx="7886700" cy="56842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7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28650" y="3270709"/>
            <a:ext cx="7886700" cy="32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28650" y="3763934"/>
            <a:ext cx="7886700" cy="2744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8650" y="4104269"/>
            <a:ext cx="7886700" cy="2744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28650" y="4444605"/>
            <a:ext cx="7886700" cy="326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67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3668B8-86C9-9421-3159-C823938B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303213"/>
            <a:ext cx="84963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0CB888D-7791-A522-D910-4377162E8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12838"/>
            <a:ext cx="85058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pic>
        <p:nvPicPr>
          <p:cNvPr id="1028" name="Picture 6">
            <a:extLst>
              <a:ext uri="{FF2B5EF4-FFF2-40B4-BE49-F238E27FC236}">
                <a16:creationId xmlns:a16="http://schemas.microsoft.com/office/drawing/2014/main" id="{E93FDCF3-2B47-AE1D-06CC-D555B13F21D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8500"/>
            <a:ext cx="9144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Avenir Book"/>
          <a:ea typeface="ＭＳ Ｐゴシック" charset="0"/>
          <a:cs typeface="+mn-cs"/>
        </a:defRPr>
      </a:lvl1pPr>
      <a:lvl2pPr marL="347663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Char char="•"/>
        <a:defRPr sz="2000">
          <a:solidFill>
            <a:schemeClr val="tx1"/>
          </a:solidFill>
          <a:latin typeface="Avenir Book"/>
          <a:ea typeface="ＭＳ Ｐゴシック" charset="0"/>
        </a:defRPr>
      </a:lvl2pPr>
      <a:lvl3pPr marL="547688" indent="-1984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Arial" panose="020B0604020202020204" pitchFamily="34" charset="0"/>
        <a:buChar char="-"/>
        <a:defRPr sz="2000">
          <a:solidFill>
            <a:schemeClr val="tx1"/>
          </a:solidFill>
          <a:latin typeface="Avenir Book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Simone.Beets@mandela.ac.z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unda.mandela.ac.za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4AA0ABE0-6903-5F9A-268C-90F84406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>
            <a:extLst>
              <a:ext uri="{FF2B5EF4-FFF2-40B4-BE49-F238E27FC236}">
                <a16:creationId xmlns:a16="http://schemas.microsoft.com/office/drawing/2014/main" id="{25B10FB9-A15F-F8CA-E0F3-B4914ABDD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3867150"/>
            <a:ext cx="7886700" cy="4333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 dirty="0">
                <a:ea typeface="ＭＳ Ｐゴシック" panose="020B0600070205080204" pitchFamily="34" charset="-128"/>
              </a:rPr>
              <a:t>Course admin</a:t>
            </a:r>
            <a:endParaRPr lang="en-ZA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8436" name="Text Placeholder 3">
            <a:extLst>
              <a:ext uri="{FF2B5EF4-FFF2-40B4-BE49-F238E27FC236}">
                <a16:creationId xmlns:a16="http://schemas.microsoft.com/office/drawing/2014/main" id="{4FA56CAD-107C-CCF9-44D6-34BF5165418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>
          <a:xfrm>
            <a:off x="611188" y="4386263"/>
            <a:ext cx="7886700" cy="273050"/>
          </a:xfrm>
        </p:spPr>
        <p:txBody>
          <a:bodyPr/>
          <a:lstStyle/>
          <a:p>
            <a:r>
              <a:rPr lang="en-US" altLang="en-US" sz="1200">
                <a:ea typeface="ＭＳ Ｐゴシック" panose="020B0600070205080204" pitchFamily="34" charset="-128"/>
              </a:rPr>
              <a:t>WRPV301: Advanced Programming</a:t>
            </a:r>
            <a:endParaRPr lang="en-ZA" altLang="en-US" sz="1200">
              <a:ea typeface="ＭＳ Ｐゴシック" panose="020B0600070205080204" pitchFamily="34" charset="-128"/>
            </a:endParaRPr>
          </a:p>
        </p:txBody>
      </p:sp>
      <p:sp>
        <p:nvSpPr>
          <p:cNvPr id="18437" name="Text Placeholder 5">
            <a:extLst>
              <a:ext uri="{FF2B5EF4-FFF2-40B4-BE49-F238E27FC236}">
                <a16:creationId xmlns:a16="http://schemas.microsoft.com/office/drawing/2014/main" id="{7B434F81-E8A3-A7A9-ADB2-DAC0071210D7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>
          <a:xfrm>
            <a:off x="611188" y="4732338"/>
            <a:ext cx="7886700" cy="325437"/>
          </a:xfrm>
        </p:spPr>
        <p:txBody>
          <a:bodyPr/>
          <a:lstStyle/>
          <a:p>
            <a:r>
              <a:rPr lang="en-US" altLang="en-US" sz="1400">
                <a:ea typeface="ＭＳ Ｐゴシック" panose="020B0600070205080204" pitchFamily="34" charset="-128"/>
              </a:rPr>
              <a:t>Dr Simone Beets</a:t>
            </a:r>
            <a:endParaRPr lang="en-ZA" altLang="en-US" sz="1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DA65E212-8466-421E-59BA-205CF8E8E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venir Medium" pitchFamily="2" charset="0"/>
                <a:ea typeface="ＭＳ Ｐゴシック" panose="020B0600070205080204" pitchFamily="34" charset="-128"/>
              </a:rPr>
              <a:t>Who am I?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C386C-FBDF-0DC4-E436-4AC65583E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419622"/>
            <a:ext cx="8496300" cy="20882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kern="0" dirty="0">
                <a:latin typeface="Avenir Medium" pitchFamily="2" charset="0"/>
                <a:ea typeface="ＭＳ Ｐゴシック" panose="020B0600070205080204" pitchFamily="34" charset="-128"/>
              </a:rPr>
              <a:t>Dr Simone Beets</a:t>
            </a:r>
            <a:endParaRPr lang="en-US" altLang="en-US" kern="0" dirty="0">
              <a:latin typeface="Avenir Medium" pitchFamily="2" charset="0"/>
              <a:ea typeface="ＭＳ Ｐゴシック" panose="020B0600070205080204" pitchFamily="34" charset="-128"/>
              <a:hlinkClick r:id="rId2"/>
            </a:endParaRPr>
          </a:p>
          <a:p>
            <a:pPr algn="ctr">
              <a:defRPr/>
            </a:pPr>
            <a:r>
              <a:rPr lang="en-US" altLang="en-US" kern="0" dirty="0">
                <a:latin typeface="Avenir Medium" pitchFamily="2" charset="0"/>
                <a:ea typeface="ＭＳ Ｐゴシック" panose="020B0600070205080204" pitchFamily="34" charset="-128"/>
                <a:hlinkClick r:id="rId2"/>
              </a:rPr>
              <a:t>Simone.Beets@mandela.ac.za</a:t>
            </a:r>
            <a:endParaRPr lang="en-US" altLang="en-US" kern="0" dirty="0">
              <a:latin typeface="Avenir Medium" pitchFamily="2" charset="0"/>
              <a:ea typeface="ＭＳ Ｐゴシック" panose="020B0600070205080204" pitchFamily="34" charset="-128"/>
            </a:endParaRPr>
          </a:p>
          <a:p>
            <a:pPr algn="ctr">
              <a:defRPr/>
            </a:pPr>
            <a:r>
              <a:rPr lang="en-US" altLang="en-US" kern="0" dirty="0">
                <a:latin typeface="Avenir Medium" pitchFamily="2" charset="0"/>
                <a:ea typeface="ＭＳ Ｐゴシック" panose="020B0600070205080204" pitchFamily="34" charset="-128"/>
              </a:rPr>
              <a:t>Office: 090231</a:t>
            </a: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22372D1-C1BC-8D02-5DE2-06417E419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venir Medium" pitchFamily="2" charset="0"/>
                <a:ea typeface="ＭＳ Ｐゴシック" panose="020B0600070205080204" pitchFamily="34" charset="-128"/>
              </a:rPr>
              <a:t>About the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7D820-7C39-FC80-8D40-C20662CAD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0800"/>
            <a:ext cx="4608512" cy="10620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en-US" sz="1400" kern="0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2474760-3A10-4794-93BB-CCDBB14304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4751659"/>
              </p:ext>
            </p:extLst>
          </p:nvPr>
        </p:nvGraphicFramePr>
        <p:xfrm>
          <a:off x="1338577" y="339502"/>
          <a:ext cx="7697919" cy="43479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7350534-DCB0-4964-BB33-60AAD1259F0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42" t="48523" r="21942" b="17512"/>
          <a:stretch/>
        </p:blipFill>
        <p:spPr>
          <a:xfrm>
            <a:off x="6012160" y="2806723"/>
            <a:ext cx="1872209" cy="11331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A21F22-F654-4205-8418-C25D92EC01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410" y="826601"/>
            <a:ext cx="1133179" cy="113317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72C467-207F-45A6-9D59-3601C0B85755}"/>
              </a:ext>
            </a:extLst>
          </p:cNvPr>
          <p:cNvSpPr/>
          <p:nvPr/>
        </p:nvSpPr>
        <p:spPr>
          <a:xfrm>
            <a:off x="186449" y="3130153"/>
            <a:ext cx="1152128" cy="593725"/>
          </a:xfrm>
          <a:prstGeom prst="roundRect">
            <a:avLst/>
          </a:prstGeom>
          <a:solidFill>
            <a:srgbClr val="FE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Version Control</a:t>
            </a:r>
          </a:p>
        </p:txBody>
      </p:sp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53E91A80-299F-4838-B24C-93073FACB218}"/>
              </a:ext>
            </a:extLst>
          </p:cNvPr>
          <p:cNvSpPr/>
          <p:nvPr/>
        </p:nvSpPr>
        <p:spPr>
          <a:xfrm>
            <a:off x="1187624" y="3219822"/>
            <a:ext cx="864096" cy="393596"/>
          </a:xfrm>
          <a:prstGeom prst="stripedRightArrow">
            <a:avLst/>
          </a:prstGeom>
          <a:solidFill>
            <a:srgbClr val="FE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66C73E4-ABA2-4EF4-B495-0CDDDDC02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3" y="2779587"/>
            <a:ext cx="864097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/>
            <a:r>
              <a:rPr lang="en-US" altLang="en-US" sz="1800" kern="0" dirty="0">
                <a:latin typeface="Avenir Medium" pitchFamily="2" charset="0"/>
                <a:ea typeface="ＭＳ Ｐゴシック" panose="020B0600070205080204" pitchFamily="34" charset="-128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04744608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22372D1-C1BC-8D02-5DE2-06417E419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2" y="3050741"/>
            <a:ext cx="9109075" cy="593725"/>
          </a:xfrm>
        </p:spPr>
        <p:txBody>
          <a:bodyPr/>
          <a:lstStyle/>
          <a:p>
            <a:pPr algn="ctr"/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VERY practically oriented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7D820-7C39-FC80-8D40-C20662CAD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0800"/>
            <a:ext cx="4608512" cy="10620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en-US" sz="1400" kern="0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97ADD-3A32-4E72-823C-2FA8D1DFB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234" y="228010"/>
            <a:ext cx="2674657" cy="267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76822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47A43CE-DC34-2927-A17A-22EA1E72A3A5}"/>
              </a:ext>
            </a:extLst>
          </p:cNvPr>
          <p:cNvSpPr/>
          <p:nvPr/>
        </p:nvSpPr>
        <p:spPr>
          <a:xfrm>
            <a:off x="3648075" y="-452438"/>
            <a:ext cx="4116388" cy="397192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Z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A247CEB-A7B7-66D8-883D-E29644299690}"/>
              </a:ext>
            </a:extLst>
          </p:cNvPr>
          <p:cNvSpPr/>
          <p:nvPr/>
        </p:nvSpPr>
        <p:spPr>
          <a:xfrm>
            <a:off x="3833813" y="1573213"/>
            <a:ext cx="3767137" cy="37655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Z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44BD66-9DF5-094D-2634-4710C1E15ECD}"/>
              </a:ext>
            </a:extLst>
          </p:cNvPr>
          <p:cNvSpPr/>
          <p:nvPr/>
        </p:nvSpPr>
        <p:spPr>
          <a:xfrm rot="16200000">
            <a:off x="4015581" y="1240632"/>
            <a:ext cx="4003675" cy="2820988"/>
          </a:xfrm>
          <a:prstGeom prst="ellipse">
            <a:avLst/>
          </a:prstGeom>
          <a:solidFill>
            <a:srgbClr val="FFFFFF">
              <a:alpha val="36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472C8-D26A-A591-5B49-AC3E1C410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4788" y="3762375"/>
            <a:ext cx="5349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GUI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AEB6EC-A2B3-30E4-AD85-20F681053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3050" y="1090613"/>
            <a:ext cx="13446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GUI (JavaFX)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45A415-408A-4199-3858-22E9013B4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4263" y="3670300"/>
            <a:ext cx="7223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touch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504FB-1BED-4F7F-2902-9B580C20F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150" y="4137025"/>
            <a:ext cx="889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sz="1800" i="1" dirty="0">
                <a:solidFill>
                  <a:schemeClr val="bg1"/>
                </a:solidFill>
                <a:latin typeface="Calibri" panose="020F0502020204030204" pitchFamily="34" charset="0"/>
              </a:rPr>
              <a:t>camera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DFA55-21A0-7D2E-98CB-F3F792A10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871663"/>
            <a:ext cx="566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sz="1800" dirty="0">
                <a:solidFill>
                  <a:schemeClr val="bg1"/>
                </a:solidFill>
                <a:latin typeface="Calibri" panose="020F0502020204030204" pitchFamily="34" charset="0"/>
              </a:rPr>
              <a:t>files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31A4B2-916D-BC43-D096-6CA8A05F9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825" y="2749550"/>
            <a:ext cx="13287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sz="1400">
                <a:solidFill>
                  <a:schemeClr val="bg1"/>
                </a:solidFill>
                <a:latin typeface="Calibri" panose="020F0502020204030204" pitchFamily="34" charset="0"/>
              </a:rPr>
              <a:t>data collections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796C1C-01FF-0509-C4FF-A19199E26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325" y="3140075"/>
            <a:ext cx="898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threads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534656-D298-4097-B28A-5586652D9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913" y="2973388"/>
            <a:ext cx="1333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sz="1400">
                <a:solidFill>
                  <a:schemeClr val="bg1"/>
                </a:solidFill>
                <a:latin typeface="Calibri" panose="020F0502020204030204" pitchFamily="34" charset="0"/>
              </a:rPr>
              <a:t>network comm.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74E32-2B53-A703-0B8C-BF20549AF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550" y="1857375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sz="1800">
                <a:solidFill>
                  <a:schemeClr val="bg1"/>
                </a:solidFill>
                <a:latin typeface="Calibri" panose="020F0502020204030204" pitchFamily="34" charset="0"/>
              </a:rPr>
              <a:t>db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1AA95-9AB7-66E4-328A-E75F4A4BE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6238" y="1709738"/>
            <a:ext cx="600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sz="1800" dirty="0">
                <a:solidFill>
                  <a:schemeClr val="bg1"/>
                </a:solidFill>
                <a:latin typeface="Calibri" panose="020F0502020204030204" pitchFamily="34" charset="0"/>
              </a:rPr>
              <a:t>XML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E3C456-B5D4-C1E7-FA0E-1D652692A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513" y="2227263"/>
            <a:ext cx="2139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sz="1400">
                <a:solidFill>
                  <a:schemeClr val="bg1"/>
                </a:solidFill>
                <a:latin typeface="Calibri" panose="020F0502020204030204" pitchFamily="34" charset="0"/>
              </a:rPr>
              <a:t>event-driven programming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BC4D3A-138F-2911-1ED5-42930BF05D16}"/>
              </a:ext>
            </a:extLst>
          </p:cNvPr>
          <p:cNvCxnSpPr/>
          <p:nvPr/>
        </p:nvCxnSpPr>
        <p:spPr>
          <a:xfrm>
            <a:off x="2093913" y="2674938"/>
            <a:ext cx="7086600" cy="0"/>
          </a:xfrm>
          <a:prstGeom prst="line">
            <a:avLst/>
          </a:prstGeom>
          <a:ln w="95250">
            <a:solidFill>
              <a:schemeClr val="tx1">
                <a:alpha val="7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8636C14-AA0D-C80E-94CF-DDC0B7F384B4}"/>
              </a:ext>
            </a:extLst>
          </p:cNvPr>
          <p:cNvGrpSpPr>
            <a:grpSpLocks/>
          </p:cNvGrpSpPr>
          <p:nvPr/>
        </p:nvGrpSpPr>
        <p:grpSpPr bwMode="auto">
          <a:xfrm>
            <a:off x="1758950" y="2835275"/>
            <a:ext cx="1901825" cy="2024063"/>
            <a:chOff x="2408496" y="4202668"/>
            <a:chExt cx="1901611" cy="2024346"/>
          </a:xfrm>
        </p:grpSpPr>
        <p:sp>
          <p:nvSpPr>
            <p:cNvPr id="21526" name="TextBox 19">
              <a:extLst>
                <a:ext uri="{FF2B5EF4-FFF2-40B4-BE49-F238E27FC236}">
                  <a16:creationId xmlns:a16="http://schemas.microsoft.com/office/drawing/2014/main" id="{962CD6A0-178D-BC14-61D4-4386C2E3F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496" y="5519128"/>
              <a:ext cx="1901611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EC000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venir Book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EC000"/>
                </a:buClr>
                <a:buSzPct val="75000"/>
                <a:buChar char="•"/>
                <a:defRPr sz="2000">
                  <a:solidFill>
                    <a:schemeClr val="tx1"/>
                  </a:solidFill>
                  <a:latin typeface="Avenir Book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EC000"/>
                </a:buClr>
                <a:buSzPct val="75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Avenir Book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ZA" altLang="en-US" sz="4000" b="1">
                  <a:latin typeface="Calibri" panose="020F0502020204030204" pitchFamily="34" charset="0"/>
                </a:rPr>
                <a:t>Android</a:t>
              </a:r>
            </a:p>
          </p:txBody>
        </p:sp>
        <p:sp>
          <p:nvSpPr>
            <p:cNvPr id="21527" name="TextBox 20">
              <a:extLst>
                <a:ext uri="{FF2B5EF4-FFF2-40B4-BE49-F238E27FC236}">
                  <a16:creationId xmlns:a16="http://schemas.microsoft.com/office/drawing/2014/main" id="{D5EF91C6-4A6B-6784-E640-F5D2979A9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1807" y="4202668"/>
              <a:ext cx="11148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EC000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venir Book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FEC000"/>
                </a:buClr>
                <a:buSzPct val="75000"/>
                <a:buChar char="•"/>
                <a:defRPr sz="2000">
                  <a:solidFill>
                    <a:schemeClr val="tx1"/>
                  </a:solidFill>
                  <a:latin typeface="Avenir Book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FEC000"/>
                </a:buClr>
                <a:buSzPct val="75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Avenir Book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057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ZA" altLang="en-US" sz="1800">
                  <a:latin typeface="Calibri" panose="020F0502020204030204" pitchFamily="34" charset="0"/>
                </a:rPr>
                <a:t>WRPV302</a:t>
              </a:r>
            </a:p>
          </p:txBody>
        </p:sp>
        <p:pic>
          <p:nvPicPr>
            <p:cNvPr id="21528" name="Picture 2" descr="http://www.bloggersview.com/wp-content/uploads/2011/12/android_logo.jpg">
              <a:extLst>
                <a:ext uri="{FF2B5EF4-FFF2-40B4-BE49-F238E27FC236}">
                  <a16:creationId xmlns:a16="http://schemas.microsoft.com/office/drawing/2014/main" id="{38744B65-66EB-54FB-C770-38FDDEEFA4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7149" y="4757927"/>
              <a:ext cx="1144305" cy="857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FA363C1-B003-4CDA-97BB-0C0BC614B3CE}"/>
              </a:ext>
            </a:extLst>
          </p:cNvPr>
          <p:cNvGrpSpPr/>
          <p:nvPr/>
        </p:nvGrpSpPr>
        <p:grpSpPr>
          <a:xfrm>
            <a:off x="2048186" y="60809"/>
            <a:ext cx="1149038" cy="2466490"/>
            <a:chOff x="2048186" y="60809"/>
            <a:chExt cx="1149038" cy="246649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708432A-281F-0D23-3328-712AAA35B0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8186" y="1068707"/>
              <a:ext cx="1149038" cy="1458592"/>
              <a:chOff x="2697717" y="2435252"/>
              <a:chExt cx="1148947" cy="1458531"/>
            </a:xfrm>
          </p:grpSpPr>
          <p:sp>
            <p:nvSpPr>
              <p:cNvPr id="21523" name="TextBox 23">
                <a:extLst>
                  <a:ext uri="{FF2B5EF4-FFF2-40B4-BE49-F238E27FC236}">
                    <a16:creationId xmlns:a16="http://schemas.microsoft.com/office/drawing/2014/main" id="{E7247AEB-CC7E-094C-6274-6EA06C99BA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7717" y="2435252"/>
                <a:ext cx="1088439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EC000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venir Book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EC000"/>
                  </a:buClr>
                  <a:buSzPct val="75000"/>
                  <a:buChar char="•"/>
                  <a:defRPr sz="2000">
                    <a:solidFill>
                      <a:schemeClr val="tx1"/>
                    </a:solidFill>
                    <a:latin typeface="Avenir Book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EC000"/>
                  </a:buClr>
                  <a:buSzPct val="75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Avenir Book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ZA" altLang="en-US" sz="4000" b="1" dirty="0">
                    <a:latin typeface="Calibri" panose="020F0502020204030204" pitchFamily="34" charset="0"/>
                  </a:rPr>
                  <a:t>Java</a:t>
                </a:r>
              </a:p>
            </p:txBody>
          </p:sp>
          <p:sp>
            <p:nvSpPr>
              <p:cNvPr id="21524" name="TextBox 24">
                <a:extLst>
                  <a:ext uri="{FF2B5EF4-FFF2-40B4-BE49-F238E27FC236}">
                    <a16:creationId xmlns:a16="http://schemas.microsoft.com/office/drawing/2014/main" id="{E1348505-C082-B1ED-0527-DFFE196787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1807" y="3524451"/>
                <a:ext cx="111485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EC000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venir Book" pitchFamily="2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EC000"/>
                  </a:buClr>
                  <a:buSzPct val="75000"/>
                  <a:buChar char="•"/>
                  <a:defRPr sz="2000">
                    <a:solidFill>
                      <a:schemeClr val="tx1"/>
                    </a:solidFill>
                    <a:latin typeface="Avenir Book" pitchFamily="2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EC000"/>
                  </a:buClr>
                  <a:buSzPct val="75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Avenir Book" pitchFamily="2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057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ZA" altLang="en-US" sz="1800">
                    <a:latin typeface="Calibri" panose="020F0502020204030204" pitchFamily="34" charset="0"/>
                  </a:rPr>
                  <a:t>WRPV301</a:t>
                </a: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69F05F8-E632-48B8-8CDF-D53487BF7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8186" y="60809"/>
              <a:ext cx="1133179" cy="113317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04602E2-70EF-C9F5-EAE5-A9B43CB94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Textbook &amp; materials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5AED0B76-EE4F-82D0-E0E7-838E1755F0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Textbook [optional]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Big Java, 4th Edition, International Student Version – Cay S. Horstmann – 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Recommended, but not required</a:t>
            </a:r>
          </a:p>
          <a:p>
            <a:pPr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Moodle site: 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hlinkClick r:id="rId3"/>
              </a:rPr>
              <a:t>https://funda.mandela.ac.za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Module guide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List of assignments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Submission of assignments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Possibly old tests &amp; exam papers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Possibly old lecture recordings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2D4F6E-9520-4649-9053-44185B645D46}"/>
              </a:ext>
            </a:extLst>
          </p:cNvPr>
          <p:cNvSpPr txBox="1"/>
          <p:nvPr/>
        </p:nvSpPr>
        <p:spPr>
          <a:xfrm>
            <a:off x="5292080" y="2715766"/>
            <a:ext cx="27363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en-US" sz="3200" dirty="0">
                <a:solidFill>
                  <a:schemeClr val="accent1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Enrolment key: </a:t>
            </a:r>
            <a:r>
              <a:rPr lang="en-US" altLang="en-US" sz="3200" b="1" dirty="0">
                <a:solidFill>
                  <a:schemeClr val="accent1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PV2026</a:t>
            </a:r>
          </a:p>
        </p:txBody>
      </p:sp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5AB84810-411B-572B-67AB-E85EA8BC6D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venir Medium" pitchFamily="2" charset="0"/>
                <a:ea typeface="ＭＳ Ｐゴシック" panose="020B0600070205080204" pitchFamily="34" charset="-128"/>
              </a:rPr>
              <a:t>Weekly structure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056838A3-F5DB-CFC9-3D15-E7CD0EB0D0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1112838"/>
            <a:ext cx="3671889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Official timetable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Monday – lecture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Wednesday &amp; Thursday</a:t>
            </a: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Duplicate practical sessions</a:t>
            </a:r>
          </a:p>
          <a:p>
            <a:pPr lvl="2"/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[Optional]</a:t>
            </a: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BUT only receive assistance with assignments in sessions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80% attendance required*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Faculty of Science prospectus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A7F70A-1ED2-CAE4-A7A5-33C5AA920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956848"/>
              </p:ext>
            </p:extLst>
          </p:nvPr>
        </p:nvGraphicFramePr>
        <p:xfrm>
          <a:off x="3779838" y="1052513"/>
          <a:ext cx="5256212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Day</a:t>
                      </a:r>
                    </a:p>
                  </a:txBody>
                  <a:tcPr marL="91434" marR="91434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Activity</a:t>
                      </a:r>
                    </a:p>
                  </a:txBody>
                  <a:tcPr marL="91434" marR="91434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Monday</a:t>
                      </a: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Lecture</a:t>
                      </a:r>
                      <a:r>
                        <a:rPr lang="en-ZA" dirty="0"/>
                        <a:t>: 10:25</a:t>
                      </a:r>
                    </a:p>
                  </a:txBody>
                  <a:tcPr marL="91434" marR="914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Tuesday</a:t>
                      </a: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Practical assignments submission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sz="1400" dirty="0"/>
                        <a:t>Assignment must be submitted by 23:55 on Funda site</a:t>
                      </a:r>
                    </a:p>
                  </a:txBody>
                  <a:tcPr marL="91434" marR="914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Wednesday </a:t>
                      </a:r>
                      <a:r>
                        <a:rPr lang="en-ZA" i="1" dirty="0"/>
                        <a:t>OR</a:t>
                      </a:r>
                      <a:r>
                        <a:rPr lang="en-ZA" dirty="0"/>
                        <a:t> Thursday</a:t>
                      </a: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Practical session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sz="1400" dirty="0"/>
                        <a:t>15:45 in Lab 6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sz="1400" dirty="0"/>
                        <a:t>Demis will be available</a:t>
                      </a:r>
                    </a:p>
                  </a:txBody>
                  <a:tcPr marL="91434" marR="914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Friday</a:t>
                      </a: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ZA" b="1" dirty="0"/>
                        <a:t>Peer review report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sz="1400" dirty="0"/>
                        <a:t>Peer reviews of </a:t>
                      </a:r>
                      <a:r>
                        <a:rPr lang="en-ZA" sz="1400" b="0" i="1" dirty="0"/>
                        <a:t>the</a:t>
                      </a:r>
                      <a:r>
                        <a:rPr lang="en-ZA" sz="1400" dirty="0"/>
                        <a:t> week’s submission (if any)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sz="1400" dirty="0"/>
                        <a:t>By 23:55 on Funda site</a:t>
                      </a:r>
                    </a:p>
                  </a:txBody>
                  <a:tcPr marL="91434" marR="914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0817AE-CC48-4BA4-A0FF-442DCB8B5EFC}"/>
              </a:ext>
            </a:extLst>
          </p:cNvPr>
          <p:cNvGrpSpPr/>
          <p:nvPr/>
        </p:nvGrpSpPr>
        <p:grpSpPr>
          <a:xfrm>
            <a:off x="3061881" y="1860573"/>
            <a:ext cx="3020238" cy="1536654"/>
            <a:chOff x="4339934" y="25658"/>
            <a:chExt cx="3020238" cy="153665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D66B0C8-DE80-4F29-A03E-06317FFEA0D2}"/>
                </a:ext>
              </a:extLst>
            </p:cNvPr>
            <p:cNvSpPr/>
            <p:nvPr/>
          </p:nvSpPr>
          <p:spPr>
            <a:xfrm>
              <a:off x="4339934" y="25658"/>
              <a:ext cx="3020238" cy="1536654"/>
            </a:xfrm>
            <a:prstGeom prst="roundRect">
              <a:avLst>
                <a:gd name="adj" fmla="val 10000"/>
              </a:avLst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6696A1B5-9C25-40E4-80B5-A40FA4F8B8F4}"/>
                </a:ext>
              </a:extLst>
            </p:cNvPr>
            <p:cNvSpPr txBox="1"/>
            <p:nvPr/>
          </p:nvSpPr>
          <p:spPr>
            <a:xfrm>
              <a:off x="4728766" y="255116"/>
              <a:ext cx="2242573" cy="1077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6675" tIns="44450" rIns="66675" bIns="444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ZA" sz="3500" kern="1200" dirty="0">
                  <a:solidFill>
                    <a:schemeClr val="tx1"/>
                  </a:solidFill>
                </a:rPr>
                <a:t>NMU Values?</a:t>
              </a:r>
            </a:p>
          </p:txBody>
        </p:sp>
      </p:grpSp>
      <p:sp>
        <p:nvSpPr>
          <p:cNvPr id="25602" name="Title 1">
            <a:extLst>
              <a:ext uri="{FF2B5EF4-FFF2-40B4-BE49-F238E27FC236}">
                <a16:creationId xmlns:a16="http://schemas.microsoft.com/office/drawing/2014/main" id="{621039FA-A4EB-7B41-4449-C518F40F80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venir Medium" pitchFamily="2" charset="0"/>
                <a:ea typeface="ＭＳ Ｐゴシック" panose="020B0600070205080204" pitchFamily="34" charset="-128"/>
              </a:rPr>
              <a:t>Expectations</a:t>
            </a:r>
          </a:p>
        </p:txBody>
      </p:sp>
      <p:pic>
        <p:nvPicPr>
          <p:cNvPr id="24579" name="Picture 5" descr="A page of a book with text&#10;&#10;Description automatically generated">
            <a:extLst>
              <a:ext uri="{FF2B5EF4-FFF2-40B4-BE49-F238E27FC236}">
                <a16:creationId xmlns:a16="http://schemas.microsoft.com/office/drawing/2014/main" id="{026A4C3C-AF20-54AE-6730-583A02D15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1" t="24800" r="7031" b="13602"/>
          <a:stretch>
            <a:fillRect/>
          </a:stretch>
        </p:blipFill>
        <p:spPr bwMode="auto">
          <a:xfrm>
            <a:off x="1979613" y="987425"/>
            <a:ext cx="5184775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622508D-805A-B79D-110A-095F68F7DE7A}"/>
              </a:ext>
            </a:extLst>
          </p:cNvPr>
          <p:cNvSpPr/>
          <p:nvPr/>
        </p:nvSpPr>
        <p:spPr>
          <a:xfrm>
            <a:off x="5487988" y="2628900"/>
            <a:ext cx="1655762" cy="1603375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Z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70E642-370D-40B4-80E2-81F784D207B2}"/>
              </a:ext>
            </a:extLst>
          </p:cNvPr>
          <p:cNvSpPr/>
          <p:nvPr/>
        </p:nvSpPr>
        <p:spPr>
          <a:xfrm>
            <a:off x="3744119" y="2614295"/>
            <a:ext cx="1655762" cy="1603375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ZA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EEFBA319-EB28-15BC-F93B-CA6C6F461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venir Medium" pitchFamily="2" charset="0"/>
                <a:ea typeface="ＭＳ Ｐゴシック" panose="020B0600070205080204" pitchFamily="34" charset="-128"/>
              </a:rPr>
              <a:t>Expectations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37CBF094-519B-F5A1-666C-8E4E49E4D7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640763" cy="3481387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Lectures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Only 1 hour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Cannot go through all the intricacies of a topic in this time</a:t>
            </a:r>
          </a:p>
          <a:p>
            <a:pPr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Practical Assignments </a:t>
            </a:r>
          </a:p>
          <a:p>
            <a:pPr lvl="1">
              <a:defRPr/>
            </a:pP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Will not 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complete a practical assignment during the session</a:t>
            </a:r>
          </a:p>
          <a:p>
            <a:pPr lvl="1">
              <a:defRPr/>
            </a:pP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Are not 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about practicing the basics of a topic</a:t>
            </a:r>
          </a:p>
          <a:p>
            <a:pPr lvl="1">
              <a:defRPr/>
            </a:pP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Are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about the more complex aspects of a topic</a:t>
            </a:r>
          </a:p>
          <a:p>
            <a:pPr lvl="2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i.e., You are expected to do basic exercises prior to attempting an assignment</a:t>
            </a:r>
          </a:p>
          <a:p>
            <a:pPr lvl="1">
              <a:defRPr/>
            </a:pP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Will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often require additional research on your part to solve (problem, topic or a solution)</a:t>
            </a:r>
            <a:endParaRPr lang="en-US" altLang="en-US" dirty="0">
              <a:solidFill>
                <a:schemeClr val="accent1">
                  <a:lumMod val="50000"/>
                </a:schemeClr>
              </a:solidFill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534EA976-2436-8C36-6E24-EC7AEB3B5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venir Medium" pitchFamily="2" charset="0"/>
                <a:ea typeface="ＭＳ Ｐゴシック" panose="020B0600070205080204" pitchFamily="34" charset="-128"/>
              </a:rPr>
              <a:t>Expectations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0ADFC579-31FE-C35A-F876-8A0ACD762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640763" cy="3481387"/>
          </a:xfrm>
        </p:spPr>
        <p:txBody>
          <a:bodyPr/>
          <a:lstStyle/>
          <a:p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Read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the chapters in the textbook</a:t>
            </a:r>
          </a:p>
          <a:p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Read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the links provided in the slides</a:t>
            </a:r>
          </a:p>
          <a:p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Search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&amp; </a:t>
            </a: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read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online pages/tutorials about the topic</a:t>
            </a:r>
          </a:p>
          <a:p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Examine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the lecture code</a:t>
            </a:r>
          </a:p>
          <a:p>
            <a:pPr lvl="1"/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Play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with the code, change it – see what happens</a:t>
            </a:r>
          </a:p>
          <a:p>
            <a:pPr lvl="1"/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Try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different things with the code</a:t>
            </a:r>
          </a:p>
          <a:p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Help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each other understand</a:t>
            </a:r>
          </a:p>
          <a:p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Do it 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yourself!!</a:t>
            </a:r>
          </a:p>
        </p:txBody>
      </p:sp>
    </p:spTree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C252D4-E977-47A2-97DB-108AD6C96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000" y="195486"/>
            <a:ext cx="4858000" cy="43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65970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B21C1F-9D8C-457B-BC77-4E76BB5CC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095" y="411510"/>
            <a:ext cx="5035809" cy="39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40270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735AF1-6CD5-4656-9D3B-C804C2A14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372" y="644426"/>
            <a:ext cx="4953255" cy="38546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80049F-12FC-438D-A240-34692A73D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46" y="1851670"/>
            <a:ext cx="6928905" cy="108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1855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8946E-D934-218C-ECA9-0613948F1EE9}"/>
              </a:ext>
            </a:extLst>
          </p:cNvPr>
          <p:cNvSpPr txBox="1">
            <a:spLocks noChangeArrowheads="1"/>
          </p:cNvSpPr>
          <p:nvPr/>
        </p:nvSpPr>
        <p:spPr>
          <a:xfrm>
            <a:off x="323850" y="303213"/>
            <a:ext cx="8496300" cy="593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en-US" sz="6000" kern="0" dirty="0">
                <a:solidFill>
                  <a:schemeClr val="bg1"/>
                </a:solidFill>
                <a:latin typeface="Avenir Medium" pitchFamily="2" charset="0"/>
                <a:ea typeface="ＭＳ Ｐゴシック" panose="020B0600070205080204" pitchFamily="34" charset="-128"/>
              </a:rPr>
              <a:t>YOU CAN DO THIS!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A12A8-5E85-4FBA-9ED1-AF6C987FA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163"/>
            <a:ext cx="2915816" cy="51842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DDB505-53DE-4193-9DE9-EEA54D1B0B11}"/>
              </a:ext>
            </a:extLst>
          </p:cNvPr>
          <p:cNvSpPr txBox="1"/>
          <p:nvPr/>
        </p:nvSpPr>
        <p:spPr>
          <a:xfrm>
            <a:off x="2915816" y="1419622"/>
            <a:ext cx="62281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ZA" sz="4800" kern="0" dirty="0" err="1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ChatGPT</a:t>
            </a:r>
            <a:endParaRPr lang="en-ZA" sz="4800" kern="0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ADC97-0D10-4B87-8461-265D7EF07D14}"/>
              </a:ext>
            </a:extLst>
          </p:cNvPr>
          <p:cNvSpPr txBox="1"/>
          <p:nvPr/>
        </p:nvSpPr>
        <p:spPr>
          <a:xfrm>
            <a:off x="3851920" y="2139702"/>
            <a:ext cx="4612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ZA" sz="1800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elephant wearing jacket with </a:t>
            </a:r>
            <a:r>
              <a:rPr lang="en-ZA" sz="1800" dirty="0" err="1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ChatGPT</a:t>
            </a:r>
            <a:r>
              <a:rPr lang="en-ZA" sz="1800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on it sitting in the corner of the room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04EA07-2063-4CAC-9032-BFE75841C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714" y="2931790"/>
            <a:ext cx="4877051" cy="191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0234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A859705E-12E5-704C-45E2-D8F762FA7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How </a:t>
            </a:r>
            <a:r>
              <a:rPr lang="en-US" altLang="en-US" b="1" dirty="0">
                <a:latin typeface="Avenir Medium" pitchFamily="2" charset="0"/>
                <a:ea typeface="ＭＳ Ｐゴシック" panose="020B0600070205080204" pitchFamily="34" charset="-128"/>
              </a:rPr>
              <a:t>not</a:t>
            </a:r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 to use AI tools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9E569E0-87CE-48A5-B410-880BF9253A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0496628"/>
              </p:ext>
            </p:extLst>
          </p:nvPr>
        </p:nvGraphicFramePr>
        <p:xfrm>
          <a:off x="32385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713337D-2EE9-4CCD-ADBA-7CFD14CAB3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1779662"/>
            <a:ext cx="3230183" cy="323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93455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7E9DDAC1-8C47-1213-6A5A-680E1C87A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 </a:t>
            </a:r>
            <a:r>
              <a:rPr lang="en-US" altLang="en-US" b="1" dirty="0">
                <a:latin typeface="Avenir Medium" pitchFamily="2" charset="0"/>
                <a:ea typeface="ＭＳ Ｐゴシック" panose="020B0600070205080204" pitchFamily="34" charset="-128"/>
              </a:rPr>
              <a:t>correct</a:t>
            </a:r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 way to use  an AI tool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4F38AA6-5274-C500-94A4-30D89F85D2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263758"/>
              </p:ext>
            </p:extLst>
          </p:nvPr>
        </p:nvGraphicFramePr>
        <p:xfrm>
          <a:off x="827584" y="896938"/>
          <a:ext cx="5856312" cy="3706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4074A299-05D3-D990-426A-687D2083C1FF}"/>
              </a:ext>
            </a:extLst>
          </p:cNvPr>
          <p:cNvSpPr/>
          <p:nvPr/>
        </p:nvSpPr>
        <p:spPr>
          <a:xfrm flipH="1">
            <a:off x="5229746" y="896938"/>
            <a:ext cx="1790700" cy="666750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ZA"/>
          </a:p>
        </p:txBody>
      </p:sp>
      <p:sp>
        <p:nvSpPr>
          <p:cNvPr id="33797" name="TextBox 4">
            <a:extLst>
              <a:ext uri="{FF2B5EF4-FFF2-40B4-BE49-F238E27FC236}">
                <a16:creationId xmlns:a16="http://schemas.microsoft.com/office/drawing/2014/main" id="{6D67AAA1-CBAA-27C3-9DAF-6C1E0FB40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9459" y="1030288"/>
            <a:ext cx="1565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ZA" altLang="en-US" dirty="0">
                <a:solidFill>
                  <a:schemeClr val="bg1"/>
                </a:solidFill>
                <a:latin typeface="Arial" panose="020B0604020202020204" pitchFamily="34" charset="0"/>
              </a:rPr>
              <a:t>Start here…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6CE73C-3CE2-4822-A115-5F0868FD1F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624" y="2094797"/>
            <a:ext cx="2970032" cy="2970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D54587-27D4-44D1-84F2-7DE8435DFB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718" y="1915215"/>
            <a:ext cx="1313070" cy="131307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1C0D138-B72B-40A3-AB7E-74A63B1086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E48EB87-B942-423B-BD92-DD6BAAB670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42DF5CC-3508-4EA8-98AE-E665F839A0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5D1C80B-761E-4FAC-8546-3403E175B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C443254-B503-4F14-802B-1DF75EC010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9274BB-5023-46AD-AAA4-F78491875A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E1974185-9637-BD2A-3AC8-A326C8766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Mark calculations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69AA8B5B-C7C8-D96A-02E9-8DA10F9DC6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640763" cy="3481387"/>
          </a:xfrm>
        </p:spPr>
        <p:txBody>
          <a:bodyPr/>
          <a:lstStyle/>
          <a:p>
            <a:r>
              <a:rPr lang="en-US" altLang="en-US">
                <a:latin typeface="Avenir Book" pitchFamily="2" charset="0"/>
                <a:ea typeface="ＭＳ Ｐゴシック" panose="020B0600070205080204" pitchFamily="34" charset="-128"/>
              </a:rPr>
              <a:t>May vary but not likely</a:t>
            </a:r>
          </a:p>
          <a:p>
            <a:r>
              <a:rPr lang="en-US" altLang="en-US">
                <a:latin typeface="Avenir Book" pitchFamily="2" charset="0"/>
                <a:ea typeface="ＭＳ Ｐゴシック" panose="020B0600070205080204" pitchFamily="34" charset="-128"/>
              </a:rPr>
              <a:t>40% class mark AND 80% attendance required to write exams</a:t>
            </a:r>
          </a:p>
          <a:p>
            <a:r>
              <a:rPr lang="en-US" altLang="en-US">
                <a:latin typeface="Avenir Book" pitchFamily="2" charset="0"/>
                <a:ea typeface="ＭＳ Ｐゴシック" panose="020B0600070205080204" pitchFamily="34" charset="-128"/>
              </a:rPr>
              <a:t>Final mark calculation: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A861458-1A51-A333-0C47-123BB71AB6AD}"/>
              </a:ext>
            </a:extLst>
          </p:cNvPr>
          <p:cNvGraphicFramePr/>
          <p:nvPr/>
        </p:nvGraphicFramePr>
        <p:xfrm>
          <a:off x="1524000" y="1763886"/>
          <a:ext cx="6096000" cy="3112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E1974185-9637-BD2A-3AC8-A326C8766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For this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4A424-D1E3-4DE9-A50A-D8496D651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344" y="896938"/>
            <a:ext cx="3251367" cy="3251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363292-1F0E-469E-AD55-B76F657EB3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303421"/>
            <a:ext cx="48768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71849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00388102-09F4-8979-100E-B98D3F328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90488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E9D536A-E98A-465C-BC14-C631E3697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8496300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Reflective exercise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F63B2A-1BAD-4500-BEC8-D920F28370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640763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What is your why? Why are you here today in the WRPV301 class?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What work do you want to do when you graduate?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If you’re not sure about your role yet, is a software developer role an option?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What is your </a:t>
            </a:r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favourite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LLM/AI tool to use?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Why do you like that tool?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What impact do you think AI will have on the software development field in the near future?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B2B095-B472-47B7-AF7D-506442F00A65}"/>
              </a:ext>
            </a:extLst>
          </p:cNvPr>
          <p:cNvSpPr/>
          <p:nvPr/>
        </p:nvSpPr>
        <p:spPr>
          <a:xfrm>
            <a:off x="5117425" y="140445"/>
            <a:ext cx="2592288" cy="972393"/>
          </a:xfrm>
          <a:prstGeom prst="roundRect">
            <a:avLst/>
          </a:prstGeom>
          <a:solidFill>
            <a:srgbClr val="FFC000"/>
          </a:solidFill>
          <a:ln>
            <a:solidFill>
              <a:srgbClr val="FE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You have 10 minutes…</a:t>
            </a:r>
          </a:p>
        </p:txBody>
      </p:sp>
    </p:spTree>
    <p:extLst>
      <p:ext uri="{BB962C8B-B14F-4D97-AF65-F5344CB8AC3E}">
        <p14:creationId xmlns:p14="http://schemas.microsoft.com/office/powerpoint/2010/main" val="4261337612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21861</TotalTime>
  <Words>861</Words>
  <Application>Microsoft Office PowerPoint</Application>
  <PresentationFormat>On-screen Show (16:9)</PresentationFormat>
  <Paragraphs>163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Arial</vt:lpstr>
      <vt:lpstr>Avenir Black</vt:lpstr>
      <vt:lpstr>Avenir Book</vt:lpstr>
      <vt:lpstr>Avenir LT 45 Book</vt:lpstr>
      <vt:lpstr>Avenir Medium</vt:lpstr>
      <vt:lpstr>Calibri</vt:lpstr>
      <vt:lpstr>Wingdings</vt:lpstr>
      <vt:lpstr>Default Design</vt:lpstr>
      <vt:lpstr>Course admin</vt:lpstr>
      <vt:lpstr>Who am I?</vt:lpstr>
      <vt:lpstr>About the module</vt:lpstr>
      <vt:lpstr>VERY practically oriented module</vt:lpstr>
      <vt:lpstr>PowerPoint Presentation</vt:lpstr>
      <vt:lpstr>Textbook &amp; materials</vt:lpstr>
      <vt:lpstr>Weekly structure</vt:lpstr>
      <vt:lpstr>Expectations</vt:lpstr>
      <vt:lpstr>Expectations</vt:lpstr>
      <vt:lpstr>Expectations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not to use AI tools</vt:lpstr>
      <vt:lpstr>A correct way to use  an AI tool</vt:lpstr>
      <vt:lpstr>Mark calculations</vt:lpstr>
      <vt:lpstr>For this module</vt:lpstr>
      <vt:lpstr>Reflective exercise</vt:lpstr>
      <vt:lpstr>PowerPoint Presentation</vt:lpstr>
    </vt:vector>
  </TitlesOfParts>
  <Company>NMMU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CSchonknecht</dc:creator>
  <cp:lastModifiedBy>Simone</cp:lastModifiedBy>
  <cp:revision>112</cp:revision>
  <dcterms:created xsi:type="dcterms:W3CDTF">2006-12-05T12:30:39Z</dcterms:created>
  <dcterms:modified xsi:type="dcterms:W3CDTF">2026-02-17T19:28:34Z</dcterms:modified>
</cp:coreProperties>
</file>