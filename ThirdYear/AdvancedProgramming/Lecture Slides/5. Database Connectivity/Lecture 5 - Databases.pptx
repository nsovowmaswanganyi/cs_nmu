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1" r:id="rId2"/>
    <p:sldId id="397" r:id="rId3"/>
    <p:sldId id="425" r:id="rId4"/>
    <p:sldId id="426" r:id="rId5"/>
    <p:sldId id="427" r:id="rId6"/>
    <p:sldId id="428" r:id="rId7"/>
    <p:sldId id="429" r:id="rId8"/>
    <p:sldId id="430" r:id="rId9"/>
    <p:sldId id="424" r:id="rId10"/>
    <p:sldId id="432" r:id="rId11"/>
    <p:sldId id="433" r:id="rId12"/>
    <p:sldId id="434" r:id="rId13"/>
    <p:sldId id="435" r:id="rId14"/>
    <p:sldId id="437" r:id="rId15"/>
    <p:sldId id="439" r:id="rId16"/>
    <p:sldId id="339" r:id="rId17"/>
    <p:sldId id="440" r:id="rId18"/>
    <p:sldId id="441" r:id="rId19"/>
    <p:sldId id="436" r:id="rId20"/>
    <p:sldId id="423" r:id="rId21"/>
    <p:sldId id="269" r:id="rId22"/>
  </p:sldIdLst>
  <p:sldSz cx="9144000" cy="5143500" type="screen16x9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C000"/>
    <a:srgbClr val="001027"/>
    <a:srgbClr val="003057"/>
    <a:srgbClr val="00CC00"/>
    <a:srgbClr val="9B221F"/>
    <a:srgbClr val="57BCE9"/>
    <a:srgbClr val="F14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63923" autoAdjust="0"/>
  </p:normalViewPr>
  <p:slideViewPr>
    <p:cSldViewPr>
      <p:cViewPr varScale="1">
        <p:scale>
          <a:sx n="95" d="100"/>
          <a:sy n="95" d="100"/>
        </p:scale>
        <p:origin x="1940" y="6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e Beets" userId="5adb261a4dd6137b" providerId="LiveId" clId="{25369803-5672-417C-BBDE-524FBD1231AC}"/>
    <pc:docChg chg="undo custSel addSld delSld modSld sldOrd">
      <pc:chgData name="Simone Beets" userId="5adb261a4dd6137b" providerId="LiveId" clId="{25369803-5672-417C-BBDE-524FBD1231AC}" dt="2025-04-07T13:33:03.499" v="5900" actId="6549"/>
      <pc:docMkLst>
        <pc:docMk/>
      </pc:docMkLst>
      <pc:sldChg chg="modSp mod">
        <pc:chgData name="Simone Beets" userId="5adb261a4dd6137b" providerId="LiveId" clId="{25369803-5672-417C-BBDE-524FBD1231AC}" dt="2025-04-07T03:15:01.995" v="9" actId="20577"/>
        <pc:sldMkLst>
          <pc:docMk/>
          <pc:sldMk cId="0" sldId="271"/>
        </pc:sldMkLst>
        <pc:spChg chg="mod">
          <ac:chgData name="Simone Beets" userId="5adb261a4dd6137b" providerId="LiveId" clId="{25369803-5672-417C-BBDE-524FBD1231AC}" dt="2025-04-07T03:15:01.995" v="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25369803-5672-417C-BBDE-524FBD1231AC}" dt="2025-04-07T06:51:37.096" v="5305" actId="47"/>
        <pc:sldMkLst>
          <pc:docMk/>
          <pc:sldMk cId="0" sldId="321"/>
        </pc:sldMkLst>
      </pc:sldChg>
      <pc:sldChg chg="addSp delSp modSp mod modNotesTx">
        <pc:chgData name="Simone Beets" userId="5adb261a4dd6137b" providerId="LiveId" clId="{25369803-5672-417C-BBDE-524FBD1231AC}" dt="2025-04-07T06:56:42.020" v="5812" actId="20577"/>
        <pc:sldMkLst>
          <pc:docMk/>
          <pc:sldMk cId="465305782" sldId="323"/>
        </pc:sldMkLst>
        <pc:picChg chg="add mod">
          <ac:chgData name="Simone Beets" userId="5adb261a4dd6137b" providerId="LiveId" clId="{25369803-5672-417C-BBDE-524FBD1231AC}" dt="2025-04-07T03:23:32.420" v="18" actId="27614"/>
          <ac:picMkLst>
            <pc:docMk/>
            <pc:sldMk cId="465305782" sldId="323"/>
            <ac:picMk id="6" creationId="{E8524242-E8C2-0AD3-D3EA-8FA82A7919E3}"/>
          </ac:picMkLst>
        </pc:picChg>
      </pc:sldChg>
      <pc:sldChg chg="del">
        <pc:chgData name="Simone Beets" userId="5adb261a4dd6137b" providerId="LiveId" clId="{25369803-5672-417C-BBDE-524FBD1231AC}" dt="2025-04-07T06:25:00.632" v="5180" actId="47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25369803-5672-417C-BBDE-524FBD1231AC}" dt="2025-04-07T05:54:07.733" v="2783" actId="12"/>
        <pc:sldMkLst>
          <pc:docMk/>
          <pc:sldMk cId="1762635146" sldId="339"/>
        </pc:sldMkLst>
        <pc:spChg chg="mod">
          <ac:chgData name="Simone Beets" userId="5adb261a4dd6137b" providerId="LiveId" clId="{25369803-5672-417C-BBDE-524FBD1231AC}" dt="2025-04-07T05:53:56.929" v="2782" actId="20577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25369803-5672-417C-BBDE-524FBD1231AC}" dt="2025-04-07T05:51:46.819" v="2557" actId="20577"/>
          <ac:spMkLst>
            <pc:docMk/>
            <pc:sldMk cId="1762635146" sldId="339"/>
            <ac:spMk id="3" creationId="{2D7CFFAC-EAEC-A4A5-23FB-B3200E4B3C34}"/>
          </ac:spMkLst>
        </pc:spChg>
      </pc:sldChg>
      <pc:sldChg chg="modSp del mod">
        <pc:chgData name="Simone Beets" userId="5adb261a4dd6137b" providerId="LiveId" clId="{25369803-5672-417C-BBDE-524FBD1231AC}" dt="2025-04-07T06:26:31.807" v="5182" actId="2696"/>
        <pc:sldMkLst>
          <pc:docMk/>
          <pc:sldMk cId="2049952096" sldId="340"/>
        </pc:sldMkLst>
      </pc:sldChg>
      <pc:sldChg chg="del">
        <pc:chgData name="Simone Beets" userId="5adb261a4dd6137b" providerId="LiveId" clId="{25369803-5672-417C-BBDE-524FBD1231AC}" dt="2025-04-07T06:51:24.670" v="5285" actId="47"/>
        <pc:sldMkLst>
          <pc:docMk/>
          <pc:sldMk cId="583071382" sldId="352"/>
        </pc:sldMkLst>
      </pc:sldChg>
      <pc:sldChg chg="del">
        <pc:chgData name="Simone Beets" userId="5adb261a4dd6137b" providerId="LiveId" clId="{25369803-5672-417C-BBDE-524FBD1231AC}" dt="2025-04-07T03:23:58.977" v="19" actId="47"/>
        <pc:sldMkLst>
          <pc:docMk/>
          <pc:sldMk cId="3867261677" sldId="364"/>
        </pc:sldMkLst>
      </pc:sldChg>
      <pc:sldChg chg="del">
        <pc:chgData name="Simone Beets" userId="5adb261a4dd6137b" providerId="LiveId" clId="{25369803-5672-417C-BBDE-524FBD1231AC}" dt="2025-04-07T06:51:25.649" v="5286" actId="47"/>
        <pc:sldMkLst>
          <pc:docMk/>
          <pc:sldMk cId="1679562004" sldId="368"/>
        </pc:sldMkLst>
      </pc:sldChg>
      <pc:sldChg chg="del">
        <pc:chgData name="Simone Beets" userId="5adb261a4dd6137b" providerId="LiveId" clId="{25369803-5672-417C-BBDE-524FBD1231AC}" dt="2025-04-07T06:51:20.415" v="5280" actId="47"/>
        <pc:sldMkLst>
          <pc:docMk/>
          <pc:sldMk cId="2684210106" sldId="390"/>
        </pc:sldMkLst>
      </pc:sldChg>
      <pc:sldChg chg="del">
        <pc:chgData name="Simone Beets" userId="5adb261a4dd6137b" providerId="LiveId" clId="{25369803-5672-417C-BBDE-524FBD1231AC}" dt="2025-04-07T06:51:26.374" v="5288" actId="47"/>
        <pc:sldMkLst>
          <pc:docMk/>
          <pc:sldMk cId="422397288" sldId="391"/>
        </pc:sldMkLst>
      </pc:sldChg>
      <pc:sldChg chg="del">
        <pc:chgData name="Simone Beets" userId="5adb261a4dd6137b" providerId="LiveId" clId="{25369803-5672-417C-BBDE-524FBD1231AC}" dt="2025-04-07T06:51:21.481" v="5281" actId="47"/>
        <pc:sldMkLst>
          <pc:docMk/>
          <pc:sldMk cId="1662032250" sldId="393"/>
        </pc:sldMkLst>
      </pc:sldChg>
      <pc:sldChg chg="del">
        <pc:chgData name="Simone Beets" userId="5adb261a4dd6137b" providerId="LiveId" clId="{25369803-5672-417C-BBDE-524FBD1231AC}" dt="2025-04-07T06:51:21.953" v="5282" actId="47"/>
        <pc:sldMkLst>
          <pc:docMk/>
          <pc:sldMk cId="226156491" sldId="394"/>
        </pc:sldMkLst>
      </pc:sldChg>
      <pc:sldChg chg="del">
        <pc:chgData name="Simone Beets" userId="5adb261a4dd6137b" providerId="LiveId" clId="{25369803-5672-417C-BBDE-524FBD1231AC}" dt="2025-04-07T06:51:22.433" v="5283" actId="47"/>
        <pc:sldMkLst>
          <pc:docMk/>
          <pc:sldMk cId="920287109" sldId="396"/>
        </pc:sldMkLst>
      </pc:sldChg>
      <pc:sldChg chg="addSp delSp modSp mod ord modAnim modNotesTx">
        <pc:chgData name="Simone Beets" userId="5adb261a4dd6137b" providerId="LiveId" clId="{25369803-5672-417C-BBDE-524FBD1231AC}" dt="2025-04-07T06:31:06.775" v="5258" actId="1076"/>
        <pc:sldMkLst>
          <pc:docMk/>
          <pc:sldMk cId="1427072437" sldId="397"/>
        </pc:sldMkLst>
        <pc:spChg chg="add mod">
          <ac:chgData name="Simone Beets" userId="5adb261a4dd6137b" providerId="LiveId" clId="{25369803-5672-417C-BBDE-524FBD1231AC}" dt="2025-04-07T03:32:31.097" v="61" actId="1076"/>
          <ac:spMkLst>
            <pc:docMk/>
            <pc:sldMk cId="1427072437" sldId="397"/>
            <ac:spMk id="2" creationId="{5C4E1F51-FB6F-EDB2-6597-CCE75634CBD3}"/>
          </ac:spMkLst>
        </pc:spChg>
        <pc:spChg chg="add mod">
          <ac:chgData name="Simone Beets" userId="5adb261a4dd6137b" providerId="LiveId" clId="{25369803-5672-417C-BBDE-524FBD1231AC}" dt="2025-04-07T03:32:10.006" v="58" actId="1076"/>
          <ac:spMkLst>
            <pc:docMk/>
            <pc:sldMk cId="1427072437" sldId="397"/>
            <ac:spMk id="3" creationId="{5EA73501-6992-2F79-C293-233BF44DE1C1}"/>
          </ac:spMkLst>
        </pc:spChg>
        <pc:spChg chg="add mod">
          <ac:chgData name="Simone Beets" userId="5adb261a4dd6137b" providerId="LiveId" clId="{25369803-5672-417C-BBDE-524FBD1231AC}" dt="2025-04-07T03:31:48.798" v="51"/>
          <ac:spMkLst>
            <pc:docMk/>
            <pc:sldMk cId="1427072437" sldId="397"/>
            <ac:spMk id="4" creationId="{87939758-E8B8-B186-0F74-97D8CA788EC6}"/>
          </ac:spMkLst>
        </pc:spChg>
        <pc:spChg chg="add mod">
          <ac:chgData name="Simone Beets" userId="5adb261a4dd6137b" providerId="LiveId" clId="{25369803-5672-417C-BBDE-524FBD1231AC}" dt="2025-04-07T03:38:37.802" v="831" actId="20577"/>
          <ac:spMkLst>
            <pc:docMk/>
            <pc:sldMk cId="1427072437" sldId="397"/>
            <ac:spMk id="5" creationId="{0DA6A251-5A57-703B-1B69-4F7C18991667}"/>
          </ac:spMkLst>
        </pc:spChg>
        <pc:spChg chg="add mod">
          <ac:chgData name="Simone Beets" userId="5adb261a4dd6137b" providerId="LiveId" clId="{25369803-5672-417C-BBDE-524FBD1231AC}" dt="2025-04-07T03:32:31.097" v="61" actId="1076"/>
          <ac:spMkLst>
            <pc:docMk/>
            <pc:sldMk cId="1427072437" sldId="397"/>
            <ac:spMk id="6" creationId="{0CFDCEDD-21BE-7934-D145-7DD155728CAF}"/>
          </ac:spMkLst>
        </pc:spChg>
        <pc:spChg chg="add mod">
          <ac:chgData name="Simone Beets" userId="5adb261a4dd6137b" providerId="LiveId" clId="{25369803-5672-417C-BBDE-524FBD1231AC}" dt="2025-04-07T03:32:45.564" v="63" actId="1076"/>
          <ac:spMkLst>
            <pc:docMk/>
            <pc:sldMk cId="1427072437" sldId="397"/>
            <ac:spMk id="7" creationId="{2D3B031B-ACC7-E62A-BF25-8AC960E1398E}"/>
          </ac:spMkLst>
        </pc:spChg>
        <pc:spChg chg="add mod">
          <ac:chgData name="Simone Beets" userId="5adb261a4dd6137b" providerId="LiveId" clId="{25369803-5672-417C-BBDE-524FBD1231AC}" dt="2025-04-07T06:29:27.371" v="5239" actId="207"/>
          <ac:spMkLst>
            <pc:docMk/>
            <pc:sldMk cId="1427072437" sldId="397"/>
            <ac:spMk id="8" creationId="{BAC72D0F-A69B-CD2E-DF77-AD9A51CABFD0}"/>
          </ac:spMkLst>
        </pc:spChg>
        <pc:spChg chg="add mod">
          <ac:chgData name="Simone Beets" userId="5adb261a4dd6137b" providerId="LiveId" clId="{25369803-5672-417C-BBDE-524FBD1231AC}" dt="2025-04-07T06:31:06.775" v="5258" actId="1076"/>
          <ac:spMkLst>
            <pc:docMk/>
            <pc:sldMk cId="1427072437" sldId="397"/>
            <ac:spMk id="10" creationId="{9401D0A6-D0AD-25AF-72DB-CFE36C24864B}"/>
          </ac:spMkLst>
        </pc:spChg>
        <pc:spChg chg="mod">
          <ac:chgData name="Simone Beets" userId="5adb261a4dd6137b" providerId="LiveId" clId="{25369803-5672-417C-BBDE-524FBD1231AC}" dt="2025-04-07T03:31:38.826" v="50" actId="20577"/>
          <ac:spMkLst>
            <pc:docMk/>
            <pc:sldMk cId="1427072437" sldId="397"/>
            <ac:spMk id="20482" creationId="{93276CE2-B486-73FE-3FEC-B46EE7F92692}"/>
          </ac:spMkLst>
        </pc:spChg>
        <pc:picChg chg="add mod">
          <ac:chgData name="Simone Beets" userId="5adb261a4dd6137b" providerId="LiveId" clId="{25369803-5672-417C-BBDE-524FBD1231AC}" dt="2025-04-07T06:30:58.189" v="5257" actId="1035"/>
          <ac:picMkLst>
            <pc:docMk/>
            <pc:sldMk cId="1427072437" sldId="397"/>
            <ac:picMk id="9" creationId="{2628435C-68D6-AD59-76C4-725F6738F216}"/>
          </ac:picMkLst>
        </pc:picChg>
        <pc:picChg chg="add mod">
          <ac:chgData name="Simone Beets" userId="5adb261a4dd6137b" providerId="LiveId" clId="{25369803-5672-417C-BBDE-524FBD1231AC}" dt="2025-04-07T06:31:06.775" v="5258" actId="1076"/>
          <ac:picMkLst>
            <pc:docMk/>
            <pc:sldMk cId="1427072437" sldId="397"/>
            <ac:picMk id="11" creationId="{C6E03684-09C2-B416-1179-4FFB66E63AB8}"/>
          </ac:picMkLst>
        </pc:picChg>
      </pc:sldChg>
      <pc:sldChg chg="del">
        <pc:chgData name="Simone Beets" userId="5adb261a4dd6137b" providerId="LiveId" clId="{25369803-5672-417C-BBDE-524FBD1231AC}" dt="2025-04-07T06:51:26.043" v="5287" actId="47"/>
        <pc:sldMkLst>
          <pc:docMk/>
          <pc:sldMk cId="536390260" sldId="399"/>
        </pc:sldMkLst>
      </pc:sldChg>
      <pc:sldChg chg="del">
        <pc:chgData name="Simone Beets" userId="5adb261a4dd6137b" providerId="LiveId" clId="{25369803-5672-417C-BBDE-524FBD1231AC}" dt="2025-04-07T06:51:27.338" v="5289" actId="47"/>
        <pc:sldMkLst>
          <pc:docMk/>
          <pc:sldMk cId="1928756358" sldId="401"/>
        </pc:sldMkLst>
      </pc:sldChg>
      <pc:sldChg chg="del">
        <pc:chgData name="Simone Beets" userId="5adb261a4dd6137b" providerId="LiveId" clId="{25369803-5672-417C-BBDE-524FBD1231AC}" dt="2025-04-07T06:51:27.772" v="5290" actId="47"/>
        <pc:sldMkLst>
          <pc:docMk/>
          <pc:sldMk cId="2581493560" sldId="402"/>
        </pc:sldMkLst>
      </pc:sldChg>
      <pc:sldChg chg="del">
        <pc:chgData name="Simone Beets" userId="5adb261a4dd6137b" providerId="LiveId" clId="{25369803-5672-417C-BBDE-524FBD1231AC}" dt="2025-04-07T06:51:28.735" v="5291" actId="47"/>
        <pc:sldMkLst>
          <pc:docMk/>
          <pc:sldMk cId="2548823524" sldId="403"/>
        </pc:sldMkLst>
      </pc:sldChg>
      <pc:sldChg chg="del">
        <pc:chgData name="Simone Beets" userId="5adb261a4dd6137b" providerId="LiveId" clId="{25369803-5672-417C-BBDE-524FBD1231AC}" dt="2025-04-07T06:51:29.266" v="5292" actId="47"/>
        <pc:sldMkLst>
          <pc:docMk/>
          <pc:sldMk cId="741803763" sldId="404"/>
        </pc:sldMkLst>
      </pc:sldChg>
      <pc:sldChg chg="del">
        <pc:chgData name="Simone Beets" userId="5adb261a4dd6137b" providerId="LiveId" clId="{25369803-5672-417C-BBDE-524FBD1231AC}" dt="2025-04-07T06:51:30.193" v="5293" actId="47"/>
        <pc:sldMkLst>
          <pc:docMk/>
          <pc:sldMk cId="1601805029" sldId="405"/>
        </pc:sldMkLst>
      </pc:sldChg>
      <pc:sldChg chg="del">
        <pc:chgData name="Simone Beets" userId="5adb261a4dd6137b" providerId="LiveId" clId="{25369803-5672-417C-BBDE-524FBD1231AC}" dt="2025-04-07T06:51:30.685" v="5294" actId="47"/>
        <pc:sldMkLst>
          <pc:docMk/>
          <pc:sldMk cId="4220622377" sldId="406"/>
        </pc:sldMkLst>
      </pc:sldChg>
      <pc:sldChg chg="del">
        <pc:chgData name="Simone Beets" userId="5adb261a4dd6137b" providerId="LiveId" clId="{25369803-5672-417C-BBDE-524FBD1231AC}" dt="2025-04-07T06:51:33.596" v="5299" actId="47"/>
        <pc:sldMkLst>
          <pc:docMk/>
          <pc:sldMk cId="2242960218" sldId="407"/>
        </pc:sldMkLst>
      </pc:sldChg>
      <pc:sldChg chg="del">
        <pc:chgData name="Simone Beets" userId="5adb261a4dd6137b" providerId="LiveId" clId="{25369803-5672-417C-BBDE-524FBD1231AC}" dt="2025-04-07T06:51:31.126" v="5295" actId="47"/>
        <pc:sldMkLst>
          <pc:docMk/>
          <pc:sldMk cId="976054929" sldId="408"/>
        </pc:sldMkLst>
      </pc:sldChg>
      <pc:sldChg chg="del">
        <pc:chgData name="Simone Beets" userId="5adb261a4dd6137b" providerId="LiveId" clId="{25369803-5672-417C-BBDE-524FBD1231AC}" dt="2025-04-07T06:51:32" v="5296" actId="47"/>
        <pc:sldMkLst>
          <pc:docMk/>
          <pc:sldMk cId="246443275" sldId="410"/>
        </pc:sldMkLst>
      </pc:sldChg>
      <pc:sldChg chg="del">
        <pc:chgData name="Simone Beets" userId="5adb261a4dd6137b" providerId="LiveId" clId="{25369803-5672-417C-BBDE-524FBD1231AC}" dt="2025-04-07T06:51:32.374" v="5297" actId="47"/>
        <pc:sldMkLst>
          <pc:docMk/>
          <pc:sldMk cId="852655609" sldId="411"/>
        </pc:sldMkLst>
      </pc:sldChg>
      <pc:sldChg chg="del">
        <pc:chgData name="Simone Beets" userId="5adb261a4dd6137b" providerId="LiveId" clId="{25369803-5672-417C-BBDE-524FBD1231AC}" dt="2025-04-07T06:51:32.710" v="5298" actId="47"/>
        <pc:sldMkLst>
          <pc:docMk/>
          <pc:sldMk cId="395443802" sldId="412"/>
        </pc:sldMkLst>
      </pc:sldChg>
      <pc:sldChg chg="del">
        <pc:chgData name="Simone Beets" userId="5adb261a4dd6137b" providerId="LiveId" clId="{25369803-5672-417C-BBDE-524FBD1231AC}" dt="2025-04-07T06:51:33.974" v="5300" actId="47"/>
        <pc:sldMkLst>
          <pc:docMk/>
          <pc:sldMk cId="438604043" sldId="413"/>
        </pc:sldMkLst>
      </pc:sldChg>
      <pc:sldChg chg="del">
        <pc:chgData name="Simone Beets" userId="5adb261a4dd6137b" providerId="LiveId" clId="{25369803-5672-417C-BBDE-524FBD1231AC}" dt="2025-04-07T06:51:34.255" v="5301" actId="47"/>
        <pc:sldMkLst>
          <pc:docMk/>
          <pc:sldMk cId="3096865357" sldId="414"/>
        </pc:sldMkLst>
      </pc:sldChg>
      <pc:sldChg chg="del">
        <pc:chgData name="Simone Beets" userId="5adb261a4dd6137b" providerId="LiveId" clId="{25369803-5672-417C-BBDE-524FBD1231AC}" dt="2025-04-07T06:51:35.107" v="5302" actId="47"/>
        <pc:sldMkLst>
          <pc:docMk/>
          <pc:sldMk cId="3654530391" sldId="415"/>
        </pc:sldMkLst>
      </pc:sldChg>
      <pc:sldChg chg="del">
        <pc:chgData name="Simone Beets" userId="5adb261a4dd6137b" providerId="LiveId" clId="{25369803-5672-417C-BBDE-524FBD1231AC}" dt="2025-04-07T06:51:35.489" v="5303" actId="47"/>
        <pc:sldMkLst>
          <pc:docMk/>
          <pc:sldMk cId="3180297522" sldId="416"/>
        </pc:sldMkLst>
      </pc:sldChg>
      <pc:sldChg chg="del">
        <pc:chgData name="Simone Beets" userId="5adb261a4dd6137b" providerId="LiveId" clId="{25369803-5672-417C-BBDE-524FBD1231AC}" dt="2025-04-07T06:51:36.133" v="5304" actId="47"/>
        <pc:sldMkLst>
          <pc:docMk/>
          <pc:sldMk cId="2083726452" sldId="417"/>
        </pc:sldMkLst>
      </pc:sldChg>
      <pc:sldChg chg="modSp add del mod">
        <pc:chgData name="Simone Beets" userId="5adb261a4dd6137b" providerId="LiveId" clId="{25369803-5672-417C-BBDE-524FBD1231AC}" dt="2025-04-07T06:52:47.139" v="5554" actId="6549"/>
        <pc:sldMkLst>
          <pc:docMk/>
          <pc:sldMk cId="3637301509" sldId="418"/>
        </pc:sldMkLst>
        <pc:spChg chg="mod">
          <ac:chgData name="Simone Beets" userId="5adb261a4dd6137b" providerId="LiveId" clId="{25369803-5672-417C-BBDE-524FBD1231AC}" dt="2025-04-07T06:51:44.819" v="5308" actId="20577"/>
          <ac:spMkLst>
            <pc:docMk/>
            <pc:sldMk cId="3637301509" sldId="418"/>
            <ac:spMk id="81922" creationId="{E9EEF4F8-5116-EB12-58DE-1555449623BB}"/>
          </ac:spMkLst>
        </pc:spChg>
        <pc:spChg chg="mod">
          <ac:chgData name="Simone Beets" userId="5adb261a4dd6137b" providerId="LiveId" clId="{25369803-5672-417C-BBDE-524FBD1231AC}" dt="2025-04-07T06:52:47.139" v="5554" actId="6549"/>
          <ac:spMkLst>
            <pc:docMk/>
            <pc:sldMk cId="3637301509" sldId="418"/>
            <ac:spMk id="81923" creationId="{E68C4E4E-329E-9631-1A01-66D26BCE30F3}"/>
          </ac:spMkLst>
        </pc:spChg>
      </pc:sldChg>
      <pc:sldChg chg="del">
        <pc:chgData name="Simone Beets" userId="5adb261a4dd6137b" providerId="LiveId" clId="{25369803-5672-417C-BBDE-524FBD1231AC}" dt="2025-04-07T03:24:01.249" v="20" actId="47"/>
        <pc:sldMkLst>
          <pc:docMk/>
          <pc:sldMk cId="4218234025" sldId="419"/>
        </pc:sldMkLst>
      </pc:sldChg>
      <pc:sldChg chg="del">
        <pc:chgData name="Simone Beets" userId="5adb261a4dd6137b" providerId="LiveId" clId="{25369803-5672-417C-BBDE-524FBD1231AC}" dt="2025-04-07T03:24:05.399" v="22" actId="47"/>
        <pc:sldMkLst>
          <pc:docMk/>
          <pc:sldMk cId="2673821010" sldId="420"/>
        </pc:sldMkLst>
      </pc:sldChg>
      <pc:sldChg chg="del">
        <pc:chgData name="Simone Beets" userId="5adb261a4dd6137b" providerId="LiveId" clId="{25369803-5672-417C-BBDE-524FBD1231AC}" dt="2025-04-07T03:24:03.914" v="21" actId="47"/>
        <pc:sldMkLst>
          <pc:docMk/>
          <pc:sldMk cId="3254186665" sldId="421"/>
        </pc:sldMkLst>
      </pc:sldChg>
      <pc:sldChg chg="add del">
        <pc:chgData name="Simone Beets" userId="5adb261a4dd6137b" providerId="LiveId" clId="{25369803-5672-417C-BBDE-524FBD1231AC}" dt="2025-04-07T06:25:02.573" v="5181" actId="47"/>
        <pc:sldMkLst>
          <pc:docMk/>
          <pc:sldMk cId="751052856" sldId="422"/>
        </pc:sldMkLst>
      </pc:sldChg>
      <pc:sldChg chg="modSp add del mod ord modAnim">
        <pc:chgData name="Simone Beets" userId="5adb261a4dd6137b" providerId="LiveId" clId="{25369803-5672-417C-BBDE-524FBD1231AC}" dt="2025-04-07T03:49:36.978" v="1795" actId="2696"/>
        <pc:sldMkLst>
          <pc:docMk/>
          <pc:sldMk cId="2930686077" sldId="423"/>
        </pc:sldMkLst>
      </pc:sldChg>
      <pc:sldChg chg="addSp delSp modSp add mod ord modAnim modNotesTx">
        <pc:chgData name="Simone Beets" userId="5adb261a4dd6137b" providerId="LiveId" clId="{25369803-5672-417C-BBDE-524FBD1231AC}" dt="2025-04-07T04:14:55.931" v="2168"/>
        <pc:sldMkLst>
          <pc:docMk/>
          <pc:sldMk cId="520474740" sldId="424"/>
        </pc:sldMkLst>
        <pc:spChg chg="mod">
          <ac:chgData name="Simone Beets" userId="5adb261a4dd6137b" providerId="LiveId" clId="{25369803-5672-417C-BBDE-524FBD1231AC}" dt="2025-04-07T04:12:47.749" v="2157" actId="20577"/>
          <ac:spMkLst>
            <pc:docMk/>
            <pc:sldMk cId="520474740" sldId="424"/>
            <ac:spMk id="20482" creationId="{1B7AB319-C937-A8FF-C78A-6D5BCF8C5E90}"/>
          </ac:spMkLst>
        </pc:spChg>
        <pc:graphicFrameChg chg="add mod modGraphic">
          <ac:chgData name="Simone Beets" userId="5adb261a4dd6137b" providerId="LiveId" clId="{25369803-5672-417C-BBDE-524FBD1231AC}" dt="2025-04-07T04:14:45.110" v="2166" actId="12100"/>
          <ac:graphicFrameMkLst>
            <pc:docMk/>
            <pc:sldMk cId="520474740" sldId="424"/>
            <ac:graphicFrameMk id="3" creationId="{D39A5020-270B-426A-A1A2-3DBF8E627EAC}"/>
          </ac:graphicFrameMkLst>
        </pc:graphicFrameChg>
      </pc:sldChg>
      <pc:sldChg chg="addSp modSp add mod modAnim modNotesTx">
        <pc:chgData name="Simone Beets" userId="5adb261a4dd6137b" providerId="LiveId" clId="{25369803-5672-417C-BBDE-524FBD1231AC}" dt="2025-04-07T13:33:03.499" v="5900" actId="6549"/>
        <pc:sldMkLst>
          <pc:docMk/>
          <pc:sldMk cId="811755344" sldId="425"/>
        </pc:sldMkLst>
        <pc:spChg chg="mod">
          <ac:chgData name="Simone Beets" userId="5adb261a4dd6137b" providerId="LiveId" clId="{25369803-5672-417C-BBDE-524FBD1231AC}" dt="2025-04-07T03:46:40.378" v="1785" actId="20577"/>
          <ac:spMkLst>
            <pc:docMk/>
            <pc:sldMk cId="811755344" sldId="425"/>
            <ac:spMk id="20483" creationId="{00E48514-FEA9-B9DB-B497-5D8ED3BA7DF9}"/>
          </ac:spMkLst>
        </pc:spChg>
        <pc:picChg chg="add mod">
          <ac:chgData name="Simone Beets" userId="5adb261a4dd6137b" providerId="LiveId" clId="{25369803-5672-417C-BBDE-524FBD1231AC}" dt="2025-04-07T03:47:25.276" v="1787" actId="1076"/>
          <ac:picMkLst>
            <pc:docMk/>
            <pc:sldMk cId="811755344" sldId="425"/>
            <ac:picMk id="3" creationId="{424BE742-2871-2C40-42F6-4640BA8B59B0}"/>
          </ac:picMkLst>
        </pc:picChg>
      </pc:sldChg>
      <pc:sldChg chg="addSp delSp modSp add mod modAnim modNotesTx">
        <pc:chgData name="Simone Beets" userId="5adb261a4dd6137b" providerId="LiveId" clId="{25369803-5672-417C-BBDE-524FBD1231AC}" dt="2025-04-07T13:33:00.491" v="5899" actId="6549"/>
        <pc:sldMkLst>
          <pc:docMk/>
          <pc:sldMk cId="1516093415" sldId="426"/>
        </pc:sldMkLst>
        <pc:spChg chg="mod">
          <ac:chgData name="Simone Beets" userId="5adb261a4dd6137b" providerId="LiveId" clId="{25369803-5672-417C-BBDE-524FBD1231AC}" dt="2025-04-07T03:48:07.665" v="1789"/>
          <ac:spMkLst>
            <pc:docMk/>
            <pc:sldMk cId="1516093415" sldId="426"/>
            <ac:spMk id="20483" creationId="{76D678B4-221E-57A7-CCFD-6B6AA51BCE4C}"/>
          </ac:spMkLst>
        </pc:spChg>
        <pc:picChg chg="add mod">
          <ac:chgData name="Simone Beets" userId="5adb261a4dd6137b" providerId="LiveId" clId="{25369803-5672-417C-BBDE-524FBD1231AC}" dt="2025-04-07T03:48:50.385" v="1792" actId="1076"/>
          <ac:picMkLst>
            <pc:docMk/>
            <pc:sldMk cId="1516093415" sldId="426"/>
            <ac:picMk id="4" creationId="{5F473109-F1A1-1AE2-F0B7-CF2C6116BF26}"/>
          </ac:picMkLst>
        </pc:picChg>
      </pc:sldChg>
      <pc:sldChg chg="addSp delSp modSp add mod modAnim modNotesTx">
        <pc:chgData name="Simone Beets" userId="5adb261a4dd6137b" providerId="LiveId" clId="{25369803-5672-417C-BBDE-524FBD1231AC}" dt="2025-04-07T13:32:57.692" v="5898" actId="6549"/>
        <pc:sldMkLst>
          <pc:docMk/>
          <pc:sldMk cId="2853028284" sldId="427"/>
        </pc:sldMkLst>
        <pc:spChg chg="mod">
          <ac:chgData name="Simone Beets" userId="5adb261a4dd6137b" providerId="LiveId" clId="{25369803-5672-417C-BBDE-524FBD1231AC}" dt="2025-04-07T03:49:31.110" v="1794"/>
          <ac:spMkLst>
            <pc:docMk/>
            <pc:sldMk cId="2853028284" sldId="427"/>
            <ac:spMk id="20483" creationId="{5188087E-07AD-EBF4-41DC-2B18C0370A22}"/>
          </ac:spMkLst>
        </pc:spChg>
        <pc:picChg chg="add">
          <ac:chgData name="Simone Beets" userId="5adb261a4dd6137b" providerId="LiveId" clId="{25369803-5672-417C-BBDE-524FBD1231AC}" dt="2025-04-07T03:49:52.555" v="1797" actId="22"/>
          <ac:picMkLst>
            <pc:docMk/>
            <pc:sldMk cId="2853028284" sldId="427"/>
            <ac:picMk id="3" creationId="{6153E4C4-54B4-13FA-EC41-A3DAFAC3E887}"/>
          </ac:picMkLst>
        </pc:picChg>
      </pc:sldChg>
      <pc:sldChg chg="addSp delSp modSp add mod modAnim modNotesTx">
        <pc:chgData name="Simone Beets" userId="5adb261a4dd6137b" providerId="LiveId" clId="{25369803-5672-417C-BBDE-524FBD1231AC}" dt="2025-04-07T04:07:14.694" v="2121" actId="20577"/>
        <pc:sldMkLst>
          <pc:docMk/>
          <pc:sldMk cId="372974515" sldId="428"/>
        </pc:sldMkLst>
        <pc:spChg chg="add mod">
          <ac:chgData name="Simone Beets" userId="5adb261a4dd6137b" providerId="LiveId" clId="{25369803-5672-417C-BBDE-524FBD1231AC}" dt="2025-04-07T03:56:56.682" v="1956" actId="14100"/>
          <ac:spMkLst>
            <pc:docMk/>
            <pc:sldMk cId="372974515" sldId="428"/>
            <ac:spMk id="7" creationId="{AC79B840-299F-499C-0236-5B3AF54F6E2A}"/>
          </ac:spMkLst>
        </pc:spChg>
        <pc:spChg chg="add mod">
          <ac:chgData name="Simone Beets" userId="5adb261a4dd6137b" providerId="LiveId" clId="{25369803-5672-417C-BBDE-524FBD1231AC}" dt="2025-04-07T03:57:15.271" v="1963" actId="207"/>
          <ac:spMkLst>
            <pc:docMk/>
            <pc:sldMk cId="372974515" sldId="428"/>
            <ac:spMk id="10" creationId="{D58CC679-53C7-3110-15F8-A2F6FF811846}"/>
          </ac:spMkLst>
        </pc:spChg>
        <pc:spChg chg="mod">
          <ac:chgData name="Simone Beets" userId="5adb261a4dd6137b" providerId="LiveId" clId="{25369803-5672-417C-BBDE-524FBD1231AC}" dt="2025-04-07T03:50:27.920" v="1826" actId="20577"/>
          <ac:spMkLst>
            <pc:docMk/>
            <pc:sldMk cId="372974515" sldId="428"/>
            <ac:spMk id="20482" creationId="{C26751A3-DE77-EE11-2F05-EEC5AD331FDF}"/>
          </ac:spMkLst>
        </pc:spChg>
        <pc:spChg chg="mod">
          <ac:chgData name="Simone Beets" userId="5adb261a4dd6137b" providerId="LiveId" clId="{25369803-5672-417C-BBDE-524FBD1231AC}" dt="2025-04-07T03:54:27.376" v="1869" actId="6549"/>
          <ac:spMkLst>
            <pc:docMk/>
            <pc:sldMk cId="372974515" sldId="428"/>
            <ac:spMk id="20483" creationId="{B4CFBE90-51C6-D66E-1A5D-6D81E93A2EDE}"/>
          </ac:spMkLst>
        </pc:spChg>
        <pc:picChg chg="add mod">
          <ac:chgData name="Simone Beets" userId="5adb261a4dd6137b" providerId="LiveId" clId="{25369803-5672-417C-BBDE-524FBD1231AC}" dt="2025-04-07T03:53:27.880" v="1846" actId="1076"/>
          <ac:picMkLst>
            <pc:docMk/>
            <pc:sldMk cId="372974515" sldId="428"/>
            <ac:picMk id="4" creationId="{F0D8D22B-EE7F-2ECF-04F8-96AF2200FECD}"/>
          </ac:picMkLst>
        </pc:picChg>
        <pc:picChg chg="add mod">
          <ac:chgData name="Simone Beets" userId="5adb261a4dd6137b" providerId="LiveId" clId="{25369803-5672-417C-BBDE-524FBD1231AC}" dt="2025-04-07T03:56:29.167" v="1949" actId="1076"/>
          <ac:picMkLst>
            <pc:docMk/>
            <pc:sldMk cId="372974515" sldId="428"/>
            <ac:picMk id="6" creationId="{3887A537-FC57-F174-3C87-079B92EE7453}"/>
          </ac:picMkLst>
        </pc:picChg>
      </pc:sldChg>
      <pc:sldChg chg="addSp delSp modSp add mod modAnim modNotesTx">
        <pc:chgData name="Simone Beets" userId="5adb261a4dd6137b" providerId="LiveId" clId="{25369803-5672-417C-BBDE-524FBD1231AC}" dt="2025-04-07T13:32:49.739" v="5897" actId="478"/>
        <pc:sldMkLst>
          <pc:docMk/>
          <pc:sldMk cId="9013570" sldId="429"/>
        </pc:sldMkLst>
        <pc:spChg chg="add mod ord">
          <ac:chgData name="Simone Beets" userId="5adb261a4dd6137b" providerId="LiveId" clId="{25369803-5672-417C-BBDE-524FBD1231AC}" dt="2025-04-07T04:00:58.473" v="1992" actId="167"/>
          <ac:spMkLst>
            <pc:docMk/>
            <pc:sldMk cId="9013570" sldId="429"/>
            <ac:spMk id="9" creationId="{55BB2D14-0531-53D5-79B3-B9B8B81CB61E}"/>
          </ac:spMkLst>
        </pc:spChg>
        <pc:spChg chg="add mod">
          <ac:chgData name="Simone Beets" userId="5adb261a4dd6137b" providerId="LiveId" clId="{25369803-5672-417C-BBDE-524FBD1231AC}" dt="2025-04-07T04:03:13.260" v="2011" actId="207"/>
          <ac:spMkLst>
            <pc:docMk/>
            <pc:sldMk cId="9013570" sldId="429"/>
            <ac:spMk id="12" creationId="{0860C35E-7A96-A3DB-FBC3-F198B6333936}"/>
          </ac:spMkLst>
        </pc:spChg>
        <pc:spChg chg="add mod">
          <ac:chgData name="Simone Beets" userId="5adb261a4dd6137b" providerId="LiveId" clId="{25369803-5672-417C-BBDE-524FBD1231AC}" dt="2025-04-07T04:03:10.755" v="2010" actId="207"/>
          <ac:spMkLst>
            <pc:docMk/>
            <pc:sldMk cId="9013570" sldId="429"/>
            <ac:spMk id="13" creationId="{A0F79D07-F5CA-AC4F-250D-2638A5CD806C}"/>
          </ac:spMkLst>
        </pc:spChg>
        <pc:spChg chg="add mod">
          <ac:chgData name="Simone Beets" userId="5adb261a4dd6137b" providerId="LiveId" clId="{25369803-5672-417C-BBDE-524FBD1231AC}" dt="2025-04-07T04:03:08.183" v="2009" actId="207"/>
          <ac:spMkLst>
            <pc:docMk/>
            <pc:sldMk cId="9013570" sldId="429"/>
            <ac:spMk id="14" creationId="{E7B47C11-A724-76A7-8D9B-1C69BC5127CB}"/>
          </ac:spMkLst>
        </pc:spChg>
        <pc:spChg chg="add mod">
          <ac:chgData name="Simone Beets" userId="5adb261a4dd6137b" providerId="LiveId" clId="{25369803-5672-417C-BBDE-524FBD1231AC}" dt="2025-04-07T04:03:15.166" v="2012" actId="207"/>
          <ac:spMkLst>
            <pc:docMk/>
            <pc:sldMk cId="9013570" sldId="429"/>
            <ac:spMk id="15" creationId="{179DF08D-346E-2F27-089D-A3A49D168629}"/>
          </ac:spMkLst>
        </pc:spChg>
        <pc:spChg chg="add mod">
          <ac:chgData name="Simone Beets" userId="5adb261a4dd6137b" providerId="LiveId" clId="{25369803-5672-417C-BBDE-524FBD1231AC}" dt="2025-04-07T04:03:17.250" v="2013" actId="207"/>
          <ac:spMkLst>
            <pc:docMk/>
            <pc:sldMk cId="9013570" sldId="429"/>
            <ac:spMk id="16" creationId="{A89A4EC5-AFAE-5D1A-4206-666380BB38B2}"/>
          </ac:spMkLst>
        </pc:spChg>
        <pc:picChg chg="add">
          <ac:chgData name="Simone Beets" userId="5adb261a4dd6137b" providerId="LiveId" clId="{25369803-5672-417C-BBDE-524FBD1231AC}" dt="2025-04-07T04:00:27.433" v="1988" actId="22"/>
          <ac:picMkLst>
            <pc:docMk/>
            <pc:sldMk cId="9013570" sldId="429"/>
            <ac:picMk id="8" creationId="{AA6886C6-1EE8-11E1-F634-772277789748}"/>
          </ac:picMkLst>
        </pc:picChg>
      </pc:sldChg>
      <pc:sldChg chg="addSp delSp modSp add mod delAnim modAnim modNotesTx">
        <pc:chgData name="Simone Beets" userId="5adb261a4dd6137b" providerId="LiveId" clId="{25369803-5672-417C-BBDE-524FBD1231AC}" dt="2025-04-07T04:12:14.545" v="2145" actId="14100"/>
        <pc:sldMkLst>
          <pc:docMk/>
          <pc:sldMk cId="444318415" sldId="430"/>
        </pc:sldMkLst>
        <pc:spChg chg="add mod">
          <ac:chgData name="Simone Beets" userId="5adb261a4dd6137b" providerId="LiveId" clId="{25369803-5672-417C-BBDE-524FBD1231AC}" dt="2025-04-07T04:12:14.545" v="2145" actId="14100"/>
          <ac:spMkLst>
            <pc:docMk/>
            <pc:sldMk cId="444318415" sldId="430"/>
            <ac:spMk id="4" creationId="{2328D520-1F7B-2B24-C2E2-9CBDE108A010}"/>
          </ac:spMkLst>
        </pc:spChg>
        <pc:spChg chg="add mod">
          <ac:chgData name="Simone Beets" userId="5adb261a4dd6137b" providerId="LiveId" clId="{25369803-5672-417C-BBDE-524FBD1231AC}" dt="2025-04-07T04:11:30.262" v="2137" actId="207"/>
          <ac:spMkLst>
            <pc:docMk/>
            <pc:sldMk cId="444318415" sldId="430"/>
            <ac:spMk id="5" creationId="{141ACD3D-92B9-5E22-C799-A10A70C895CC}"/>
          </ac:spMkLst>
        </pc:spChg>
        <pc:picChg chg="add">
          <ac:chgData name="Simone Beets" userId="5adb261a4dd6137b" providerId="LiveId" clId="{25369803-5672-417C-BBDE-524FBD1231AC}" dt="2025-04-07T04:10:38.766" v="2124" actId="22"/>
          <ac:picMkLst>
            <pc:docMk/>
            <pc:sldMk cId="444318415" sldId="430"/>
            <ac:picMk id="3" creationId="{42FD1EF7-EAA1-FB04-7768-0B01E1DDA114}"/>
          </ac:picMkLst>
        </pc:picChg>
      </pc:sldChg>
      <pc:sldChg chg="add del">
        <pc:chgData name="Simone Beets" userId="5adb261a4dd6137b" providerId="LiveId" clId="{25369803-5672-417C-BBDE-524FBD1231AC}" dt="2025-04-07T06:51:23.723" v="5284" actId="47"/>
        <pc:sldMkLst>
          <pc:docMk/>
          <pc:sldMk cId="2524585363" sldId="431"/>
        </pc:sldMkLst>
      </pc:sldChg>
      <pc:sldChg chg="addSp delSp modSp add mod ord delAnim modAnim modNotesTx">
        <pc:chgData name="Simone Beets" userId="5adb261a4dd6137b" providerId="LiveId" clId="{25369803-5672-417C-BBDE-524FBD1231AC}" dt="2025-04-07T13:32:37.971" v="5896" actId="478"/>
        <pc:sldMkLst>
          <pc:docMk/>
          <pc:sldMk cId="3476499561" sldId="432"/>
        </pc:sldMkLst>
        <pc:spChg chg="add mod ord">
          <ac:chgData name="Simone Beets" userId="5adb261a4dd6137b" providerId="LiveId" clId="{25369803-5672-417C-BBDE-524FBD1231AC}" dt="2025-04-07T05:32:06.306" v="2188" actId="167"/>
          <ac:spMkLst>
            <pc:docMk/>
            <pc:sldMk cId="3476499561" sldId="432"/>
            <ac:spMk id="4" creationId="{D0C156B5-9B4A-12F3-A791-78D25AB952B1}"/>
          </ac:spMkLst>
        </pc:spChg>
        <pc:spChg chg="add mod">
          <ac:chgData name="Simone Beets" userId="5adb261a4dd6137b" providerId="LiveId" clId="{25369803-5672-417C-BBDE-524FBD1231AC}" dt="2025-04-07T05:32:20.806" v="2192" actId="1076"/>
          <ac:spMkLst>
            <pc:docMk/>
            <pc:sldMk cId="3476499561" sldId="432"/>
            <ac:spMk id="5" creationId="{0C15D101-88AE-02C3-C4EC-42002E81DECA}"/>
          </ac:spMkLst>
        </pc:spChg>
        <pc:spChg chg="add mod">
          <ac:chgData name="Simone Beets" userId="5adb261a4dd6137b" providerId="LiveId" clId="{25369803-5672-417C-BBDE-524FBD1231AC}" dt="2025-04-07T05:32:24.272" v="2194" actId="1076"/>
          <ac:spMkLst>
            <pc:docMk/>
            <pc:sldMk cId="3476499561" sldId="432"/>
            <ac:spMk id="7" creationId="{EB24F8CF-F859-C2DA-2C51-A3C9C9040BD6}"/>
          </ac:spMkLst>
        </pc:spChg>
        <pc:spChg chg="add mod">
          <ac:chgData name="Simone Beets" userId="5adb261a4dd6137b" providerId="LiveId" clId="{25369803-5672-417C-BBDE-524FBD1231AC}" dt="2025-04-07T05:34:34.447" v="2201" actId="1076"/>
          <ac:spMkLst>
            <pc:docMk/>
            <pc:sldMk cId="3476499561" sldId="432"/>
            <ac:spMk id="8" creationId="{5511D4B1-98BF-E510-1AA1-6507BBE28C89}"/>
          </ac:spMkLst>
        </pc:spChg>
        <pc:spChg chg="mod">
          <ac:chgData name="Simone Beets" userId="5adb261a4dd6137b" providerId="LiveId" clId="{25369803-5672-417C-BBDE-524FBD1231AC}" dt="2025-04-07T04:15:48.914" v="2177" actId="20577"/>
          <ac:spMkLst>
            <pc:docMk/>
            <pc:sldMk cId="3476499561" sldId="432"/>
            <ac:spMk id="20482" creationId="{2DC58AA4-7960-DF2E-E192-A8120979761D}"/>
          </ac:spMkLst>
        </pc:spChg>
        <pc:spChg chg="mod">
          <ac:chgData name="Simone Beets" userId="5adb261a4dd6137b" providerId="LiveId" clId="{25369803-5672-417C-BBDE-524FBD1231AC}" dt="2025-04-07T05:32:49.931" v="2196" actId="2711"/>
          <ac:spMkLst>
            <pc:docMk/>
            <pc:sldMk cId="3476499561" sldId="432"/>
            <ac:spMk id="20483" creationId="{C319248C-F065-369C-6744-D1CD524DA673}"/>
          </ac:spMkLst>
        </pc:spChg>
        <pc:picChg chg="add mod">
          <ac:chgData name="Simone Beets" userId="5adb261a4dd6137b" providerId="LiveId" clId="{25369803-5672-417C-BBDE-524FBD1231AC}" dt="2025-04-07T05:31:59.152" v="2186" actId="1076"/>
          <ac:picMkLst>
            <pc:docMk/>
            <pc:sldMk cId="3476499561" sldId="432"/>
            <ac:picMk id="3" creationId="{5A57DF2F-D9AC-CEFB-7DBF-5F9124E0CE10}"/>
          </ac:picMkLst>
        </pc:picChg>
      </pc:sldChg>
      <pc:sldChg chg="addSp delSp modSp add mod delAnim modAnim modNotesTx">
        <pc:chgData name="Simone Beets" userId="5adb261a4dd6137b" providerId="LiveId" clId="{25369803-5672-417C-BBDE-524FBD1231AC}" dt="2025-04-07T06:23:59.793" v="5179" actId="20577"/>
        <pc:sldMkLst>
          <pc:docMk/>
          <pc:sldMk cId="1971915231" sldId="433"/>
        </pc:sldMkLst>
        <pc:spChg chg="add mod">
          <ac:chgData name="Simone Beets" userId="5adb261a4dd6137b" providerId="LiveId" clId="{25369803-5672-417C-BBDE-524FBD1231AC}" dt="2025-04-07T05:38:56.213" v="2375" actId="20577"/>
          <ac:spMkLst>
            <pc:docMk/>
            <pc:sldMk cId="1971915231" sldId="433"/>
            <ac:spMk id="6" creationId="{B549231C-F66B-C22F-DC25-951C654E1A8F}"/>
          </ac:spMkLst>
        </pc:spChg>
        <pc:spChg chg="add mod">
          <ac:chgData name="Simone Beets" userId="5adb261a4dd6137b" providerId="LiveId" clId="{25369803-5672-417C-BBDE-524FBD1231AC}" dt="2025-04-07T05:39:00.307" v="2379" actId="1035"/>
          <ac:spMkLst>
            <pc:docMk/>
            <pc:sldMk cId="1971915231" sldId="433"/>
            <ac:spMk id="10" creationId="{3F6A9C41-2B51-AECF-F6B5-2383FCF554C1}"/>
          </ac:spMkLst>
        </pc:spChg>
        <pc:spChg chg="add mod">
          <ac:chgData name="Simone Beets" userId="5adb261a4dd6137b" providerId="LiveId" clId="{25369803-5672-417C-BBDE-524FBD1231AC}" dt="2025-04-07T05:39:03.773" v="2380" actId="6549"/>
          <ac:spMkLst>
            <pc:docMk/>
            <pc:sldMk cId="1971915231" sldId="433"/>
            <ac:spMk id="13" creationId="{A2AA2095-CF6B-BBD7-AC0C-049DC9643503}"/>
          </ac:spMkLst>
        </pc:spChg>
        <pc:spChg chg="add mod">
          <ac:chgData name="Simone Beets" userId="5adb261a4dd6137b" providerId="LiveId" clId="{25369803-5672-417C-BBDE-524FBD1231AC}" dt="2025-04-07T06:19:47.174" v="4780" actId="14100"/>
          <ac:spMkLst>
            <pc:docMk/>
            <pc:sldMk cId="1971915231" sldId="433"/>
            <ac:spMk id="14" creationId="{ABACE1BF-38B5-84AA-B388-C7E31132B4A1}"/>
          </ac:spMkLst>
        </pc:spChg>
        <pc:spChg chg="add mod">
          <ac:chgData name="Simone Beets" userId="5adb261a4dd6137b" providerId="LiveId" clId="{25369803-5672-417C-BBDE-524FBD1231AC}" dt="2025-04-07T06:20:01.670" v="4784" actId="1038"/>
          <ac:spMkLst>
            <pc:docMk/>
            <pc:sldMk cId="1971915231" sldId="433"/>
            <ac:spMk id="15" creationId="{522274B9-5884-FF27-0C07-5F24C4ECB2D7}"/>
          </ac:spMkLst>
        </pc:spChg>
        <pc:spChg chg="mod">
          <ac:chgData name="Simone Beets" userId="5adb261a4dd6137b" providerId="LiveId" clId="{25369803-5672-417C-BBDE-524FBD1231AC}" dt="2025-04-07T05:35:55.843" v="2331" actId="404"/>
          <ac:spMkLst>
            <pc:docMk/>
            <pc:sldMk cId="1971915231" sldId="433"/>
            <ac:spMk id="20482" creationId="{4BD3CCC2-1ABC-1EA5-5B43-F954A0C7B297}"/>
          </ac:spMkLst>
        </pc:spChg>
      </pc:sldChg>
      <pc:sldChg chg="delSp modSp add mod ord delAnim modAnim modNotesTx">
        <pc:chgData name="Simone Beets" userId="5adb261a4dd6137b" providerId="LiveId" clId="{25369803-5672-417C-BBDE-524FBD1231AC}" dt="2025-04-07T06:44:45.045" v="5277" actId="20577"/>
        <pc:sldMkLst>
          <pc:docMk/>
          <pc:sldMk cId="1868818267" sldId="434"/>
        </pc:sldMkLst>
        <pc:spChg chg="mod">
          <ac:chgData name="Simone Beets" userId="5adb261a4dd6137b" providerId="LiveId" clId="{25369803-5672-417C-BBDE-524FBD1231AC}" dt="2025-04-07T05:40:38.093" v="2398" actId="2711"/>
          <ac:spMkLst>
            <pc:docMk/>
            <pc:sldMk cId="1868818267" sldId="434"/>
            <ac:spMk id="20482" creationId="{452102F8-41E2-C57D-C6F5-4E34183ECE4F}"/>
          </ac:spMkLst>
        </pc:spChg>
        <pc:spChg chg="mod">
          <ac:chgData name="Simone Beets" userId="5adb261a4dd6137b" providerId="LiveId" clId="{25369803-5672-417C-BBDE-524FBD1231AC}" dt="2025-04-07T06:17:34.548" v="4683" actId="20577"/>
          <ac:spMkLst>
            <pc:docMk/>
            <pc:sldMk cId="1868818267" sldId="434"/>
            <ac:spMk id="20483" creationId="{D4784DC2-DDFD-197C-FA34-D54F0EE682D5}"/>
          </ac:spMkLst>
        </pc:spChg>
      </pc:sldChg>
      <pc:sldChg chg="modSp add mod modAnim modNotesTx">
        <pc:chgData name="Simone Beets" userId="5adb261a4dd6137b" providerId="LiveId" clId="{25369803-5672-417C-BBDE-524FBD1231AC}" dt="2025-04-07T06:13:02.960" v="4454" actId="20577"/>
        <pc:sldMkLst>
          <pc:docMk/>
          <pc:sldMk cId="4170340479" sldId="435"/>
        </pc:sldMkLst>
        <pc:spChg chg="mod">
          <ac:chgData name="Simone Beets" userId="5adb261a4dd6137b" providerId="LiveId" clId="{25369803-5672-417C-BBDE-524FBD1231AC}" dt="2025-04-07T05:44:00.235" v="2455" actId="20577"/>
          <ac:spMkLst>
            <pc:docMk/>
            <pc:sldMk cId="4170340479" sldId="435"/>
            <ac:spMk id="20482" creationId="{DE607A50-E99F-A786-8F57-C87319C6A4A6}"/>
          </ac:spMkLst>
        </pc:spChg>
        <pc:spChg chg="mod">
          <ac:chgData name="Simone Beets" userId="5adb261a4dd6137b" providerId="LiveId" clId="{25369803-5672-417C-BBDE-524FBD1231AC}" dt="2025-04-07T06:10:30.385" v="4047" actId="20577"/>
          <ac:spMkLst>
            <pc:docMk/>
            <pc:sldMk cId="4170340479" sldId="435"/>
            <ac:spMk id="20483" creationId="{15E80970-F9D7-44B5-6454-A1E74C68CCE1}"/>
          </ac:spMkLst>
        </pc:spChg>
      </pc:sldChg>
      <pc:sldChg chg="modSp add mod modAnim modNotesTx">
        <pc:chgData name="Simone Beets" userId="5adb261a4dd6137b" providerId="LiveId" clId="{25369803-5672-417C-BBDE-524FBD1231AC}" dt="2025-04-07T06:08:26.659" v="3881" actId="20577"/>
        <pc:sldMkLst>
          <pc:docMk/>
          <pc:sldMk cId="3084068710" sldId="436"/>
        </pc:sldMkLst>
        <pc:spChg chg="mod">
          <ac:chgData name="Simone Beets" userId="5adb261a4dd6137b" providerId="LiveId" clId="{25369803-5672-417C-BBDE-524FBD1231AC}" dt="2025-04-07T06:08:26.659" v="3881" actId="20577"/>
          <ac:spMkLst>
            <pc:docMk/>
            <pc:sldMk cId="3084068710" sldId="436"/>
            <ac:spMk id="20482" creationId="{D478789D-A64E-673A-8571-F7A450957460}"/>
          </ac:spMkLst>
        </pc:spChg>
        <pc:spChg chg="mod">
          <ac:chgData name="Simone Beets" userId="5adb261a4dd6137b" providerId="LiveId" clId="{25369803-5672-417C-BBDE-524FBD1231AC}" dt="2025-04-07T05:47:57.411" v="2513" actId="20577"/>
          <ac:spMkLst>
            <pc:docMk/>
            <pc:sldMk cId="3084068710" sldId="436"/>
            <ac:spMk id="20483" creationId="{0C211AC2-F3F8-6A67-D537-372D542EEB85}"/>
          </ac:spMkLst>
        </pc:spChg>
      </pc:sldChg>
      <pc:sldChg chg="addSp delSp modSp add mod ord modAnim modNotesTx">
        <pc:chgData name="Simone Beets" userId="5adb261a4dd6137b" providerId="LiveId" clId="{25369803-5672-417C-BBDE-524FBD1231AC}" dt="2025-04-07T06:14:35.367" v="4518"/>
        <pc:sldMkLst>
          <pc:docMk/>
          <pc:sldMk cId="979744591" sldId="437"/>
        </pc:sldMkLst>
        <pc:spChg chg="mod">
          <ac:chgData name="Simone Beets" userId="5adb261a4dd6137b" providerId="LiveId" clId="{25369803-5672-417C-BBDE-524FBD1231AC}" dt="2025-04-07T06:13:30.713" v="4501" actId="20577"/>
          <ac:spMkLst>
            <pc:docMk/>
            <pc:sldMk cId="979744591" sldId="437"/>
            <ac:spMk id="3" creationId="{BBA71CD0-ECEC-26B9-80BC-FABEEE2E0C95}"/>
          </ac:spMkLst>
        </pc:spChg>
        <pc:picChg chg="mod">
          <ac:chgData name="Simone Beets" userId="5adb261a4dd6137b" providerId="LiveId" clId="{25369803-5672-417C-BBDE-524FBD1231AC}" dt="2025-04-07T05:55:05.859" v="2802" actId="1076"/>
          <ac:picMkLst>
            <pc:docMk/>
            <pc:sldMk cId="979744591" sldId="437"/>
            <ac:picMk id="4" creationId="{B3FA9636-8A2C-3D8E-851C-7C5805774BB0}"/>
          </ac:picMkLst>
        </pc:picChg>
      </pc:sldChg>
      <pc:sldChg chg="add del">
        <pc:chgData name="Simone Beets" userId="5adb261a4dd6137b" providerId="LiveId" clId="{25369803-5672-417C-BBDE-524FBD1231AC}" dt="2025-04-07T06:50:45.445" v="5279" actId="2696"/>
        <pc:sldMkLst>
          <pc:docMk/>
          <pc:sldMk cId="3205619888" sldId="438"/>
        </pc:sldMkLst>
      </pc:sldChg>
      <pc:sldChg chg="addSp delSp modSp add mod ord modAnim modNotesTx">
        <pc:chgData name="Simone Beets" userId="5adb261a4dd6137b" providerId="LiveId" clId="{25369803-5672-417C-BBDE-524FBD1231AC}" dt="2025-04-07T06:14:47.433" v="4519"/>
        <pc:sldMkLst>
          <pc:docMk/>
          <pc:sldMk cId="849858529" sldId="439"/>
        </pc:sldMkLst>
        <pc:spChg chg="mod">
          <ac:chgData name="Simone Beets" userId="5adb261a4dd6137b" providerId="LiveId" clId="{25369803-5672-417C-BBDE-524FBD1231AC}" dt="2025-04-07T06:13:47.496" v="4512" actId="20577"/>
          <ac:spMkLst>
            <pc:docMk/>
            <pc:sldMk cId="849858529" sldId="439"/>
            <ac:spMk id="20482" creationId="{D96A8F0F-F1EA-5DB4-3715-0711CDD0C0C9}"/>
          </ac:spMkLst>
        </pc:spChg>
        <pc:graphicFrameChg chg="add mod modGraphic">
          <ac:chgData name="Simone Beets" userId="5adb261a4dd6137b" providerId="LiveId" clId="{25369803-5672-417C-BBDE-524FBD1231AC}" dt="2025-04-07T06:14:25.386" v="4517"/>
          <ac:graphicFrameMkLst>
            <pc:docMk/>
            <pc:sldMk cId="849858529" sldId="439"/>
            <ac:graphicFrameMk id="3" creationId="{52F68FDB-142D-98E1-B515-415D9B57023D}"/>
          </ac:graphicFrameMkLst>
        </pc:graphicFrameChg>
      </pc:sldChg>
      <pc:sldChg chg="add modNotesTx">
        <pc:chgData name="Simone Beets" userId="5adb261a4dd6137b" providerId="LiveId" clId="{25369803-5672-417C-BBDE-524FBD1231AC}" dt="2025-04-07T06:48:45.342" v="5278"/>
        <pc:sldMkLst>
          <pc:docMk/>
          <pc:sldMk cId="916888293" sldId="440"/>
        </pc:sldMkLst>
      </pc:sldChg>
      <pc:sldChg chg="add">
        <pc:chgData name="Simone Beets" userId="5adb261a4dd6137b" providerId="LiveId" clId="{25369803-5672-417C-BBDE-524FBD1231AC}" dt="2025-04-07T06:13:34.437" v="4502" actId="2890"/>
        <pc:sldMkLst>
          <pc:docMk/>
          <pc:sldMk cId="941566685" sldId="441"/>
        </pc:sldMkLst>
      </pc:sldChg>
    </pc:docChg>
  </pc:docChgLst>
  <pc:docChgLst>
    <pc:chgData name="Beets, Simone (Dr) (Summerstrand Campus South)" userId="a9ed24f3-f7e1-440a-a32f-a1285e0bd405" providerId="ADAL" clId="{3DFBD31B-650A-4AB8-8A77-144C082ADEB3}"/>
    <pc:docChg chg="modSld">
      <pc:chgData name="Beets, Simone (Dr) (Summerstrand Campus South)" userId="a9ed24f3-f7e1-440a-a32f-a1285e0bd405" providerId="ADAL" clId="{3DFBD31B-650A-4AB8-8A77-144C082ADEB3}" dt="2026-03-16T19:28:52.656" v="19" actId="20577"/>
      <pc:docMkLst>
        <pc:docMk/>
      </pc:docMkLst>
      <pc:sldChg chg="modSp mod">
        <pc:chgData name="Beets, Simone (Dr) (Summerstrand Campus South)" userId="a9ed24f3-f7e1-440a-a32f-a1285e0bd405" providerId="ADAL" clId="{3DFBD31B-650A-4AB8-8A77-144C082ADEB3}" dt="2026-03-16T19:28:52.656" v="19" actId="20577"/>
        <pc:sldMkLst>
          <pc:docMk/>
          <pc:sldMk cId="0" sldId="271"/>
        </pc:sldMkLst>
        <pc:spChg chg="mod">
          <ac:chgData name="Beets, Simone (Dr) (Summerstrand Campus South)" userId="a9ed24f3-f7e1-440a-a32f-a1285e0bd405" providerId="ADAL" clId="{3DFBD31B-650A-4AB8-8A77-144C082ADEB3}" dt="2026-03-16T19:28:52.656" v="19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NotesTx">
        <pc:chgData name="Beets, Simone (Dr) (Summerstrand Campus South)" userId="a9ed24f3-f7e1-440a-a32f-a1285e0bd405" providerId="ADAL" clId="{3DFBD31B-650A-4AB8-8A77-144C082ADEB3}" dt="2026-03-16T08:24:00.885" v="17" actId="20577"/>
        <pc:sldMkLst>
          <pc:docMk/>
          <pc:sldMk cId="0" sldId="423"/>
        </pc:sldMkLst>
      </pc:sldChg>
    </pc:docChg>
  </pc:docChgLst>
  <pc:docChgLst>
    <pc:chgData name="Simone Beets" userId="5adb261a4dd6137b" providerId="LiveId" clId="{97D63A30-1417-4BEC-87D5-6FC3DC9DC31F}"/>
    <pc:docChg chg="modSld">
      <pc:chgData name="Simone Beets" userId="5adb261a4dd6137b" providerId="LiveId" clId="{97D63A30-1417-4BEC-87D5-6FC3DC9DC31F}" dt="2025-05-14T10:36:50.120" v="21" actId="20577"/>
      <pc:docMkLst>
        <pc:docMk/>
      </pc:docMkLst>
      <pc:sldChg chg="modNotesTx">
        <pc:chgData name="Simone Beets" userId="5adb261a4dd6137b" providerId="LiveId" clId="{97D63A30-1417-4BEC-87D5-6FC3DC9DC31F}" dt="2025-05-14T10:36:50.120" v="21" actId="20577"/>
        <pc:sldMkLst>
          <pc:docMk/>
          <pc:sldMk cId="1427072437" sldId="397"/>
        </pc:sldMkLst>
      </pc:sldChg>
    </pc:docChg>
  </pc:docChgLst>
  <pc:docChgLst>
    <pc:chgData name="Simone Beets" userId="5adb261a4dd6137b" providerId="LiveId" clId="{8E40C75F-2910-4AF8-AED2-E5C88E90B87F}"/>
    <pc:docChg chg="undo custSel addSld delSld modSld sldOrd">
      <pc:chgData name="Simone Beets" userId="5adb261a4dd6137b" providerId="LiveId" clId="{8E40C75F-2910-4AF8-AED2-E5C88E90B87F}" dt="2025-03-10T07:50:44.542" v="9130" actId="20577"/>
      <pc:docMkLst>
        <pc:docMk/>
      </pc:docMkLst>
      <pc:sldChg chg="addSp delSp modSp mod ord delAnim modAnim modNotesTx">
        <pc:chgData name="Simone Beets" userId="5adb261a4dd6137b" providerId="LiveId" clId="{8E40C75F-2910-4AF8-AED2-E5C88E90B87F}" dt="2025-03-09T17:13:56.735" v="2402" actId="20577"/>
        <pc:sldMkLst>
          <pc:docMk/>
          <pc:sldMk cId="0" sldId="257"/>
        </pc:sldMkLst>
      </pc:sldChg>
      <pc:sldChg chg="modSp mod">
        <pc:chgData name="Simone Beets" userId="5adb261a4dd6137b" providerId="LiveId" clId="{8E40C75F-2910-4AF8-AED2-E5C88E90B87F}" dt="2025-03-09T16:11:02.485" v="37" actId="20577"/>
        <pc:sldMkLst>
          <pc:docMk/>
          <pc:sldMk cId="0" sldId="271"/>
        </pc:sldMkLst>
        <pc:spChg chg="mod">
          <ac:chgData name="Simone Beets" userId="5adb261a4dd6137b" providerId="LiveId" clId="{8E40C75F-2910-4AF8-AED2-E5C88E90B87F}" dt="2025-03-09T16:11:02.485" v="37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">
        <pc:chgData name="Simone Beets" userId="5adb261a4dd6137b" providerId="LiveId" clId="{8E40C75F-2910-4AF8-AED2-E5C88E90B87F}" dt="2025-03-09T19:23:08.922" v="7695" actId="20577"/>
        <pc:sldMkLst>
          <pc:docMk/>
          <pc:sldMk cId="0" sldId="321"/>
        </pc:sldMkLst>
      </pc:sldChg>
      <pc:sldChg chg="modNotesTx">
        <pc:chgData name="Simone Beets" userId="5adb261a4dd6137b" providerId="LiveId" clId="{8E40C75F-2910-4AF8-AED2-E5C88E90B87F}" dt="2025-03-09T16:40:05.977" v="570" actId="6549"/>
        <pc:sldMkLst>
          <pc:docMk/>
          <pc:sldMk cId="465305782" sldId="323"/>
        </pc:sldMkLst>
      </pc:sldChg>
      <pc:sldChg chg="del">
        <pc:chgData name="Simone Beets" userId="5adb261a4dd6137b" providerId="LiveId" clId="{8E40C75F-2910-4AF8-AED2-E5C88E90B87F}" dt="2025-03-09T16:40:31.578" v="571" actId="2696"/>
        <pc:sldMkLst>
          <pc:docMk/>
          <pc:sldMk cId="2369434495" sldId="324"/>
        </pc:sldMkLst>
      </pc:sldChg>
      <pc:sldChg chg="del">
        <pc:chgData name="Simone Beets" userId="5adb261a4dd6137b" providerId="LiveId" clId="{8E40C75F-2910-4AF8-AED2-E5C88E90B87F}" dt="2025-03-09T19:22:21.231" v="7568" actId="47"/>
        <pc:sldMkLst>
          <pc:docMk/>
          <pc:sldMk cId="1526733309" sldId="325"/>
        </pc:sldMkLst>
      </pc:sldChg>
      <pc:sldChg chg="del">
        <pc:chgData name="Simone Beets" userId="5adb261a4dd6137b" providerId="LiveId" clId="{8E40C75F-2910-4AF8-AED2-E5C88E90B87F}" dt="2025-03-09T19:22:15.259" v="7562" actId="47"/>
        <pc:sldMkLst>
          <pc:docMk/>
          <pc:sldMk cId="4035415485" sldId="326"/>
        </pc:sldMkLst>
      </pc:sldChg>
      <pc:sldChg chg="modSp mod modAnim modNotesTx">
        <pc:chgData name="Simone Beets" userId="5adb261a4dd6137b" providerId="LiveId" clId="{8E40C75F-2910-4AF8-AED2-E5C88E90B87F}" dt="2025-03-09T18:54:06.054" v="6596" actId="15"/>
        <pc:sldMkLst>
          <pc:docMk/>
          <pc:sldMk cId="1762635146" sldId="339"/>
        </pc:sldMkLst>
        <pc:spChg chg="mod">
          <ac:chgData name="Simone Beets" userId="5adb261a4dd6137b" providerId="LiveId" clId="{8E40C75F-2910-4AF8-AED2-E5C88E90B87F}" dt="2025-03-09T18:53:43.390" v="6586" actId="20577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8E40C75F-2910-4AF8-AED2-E5C88E90B87F}" dt="2025-03-09T18:53:14.126" v="6510" actId="20577"/>
          <ac:spMkLst>
            <pc:docMk/>
            <pc:sldMk cId="1762635146" sldId="339"/>
            <ac:spMk id="3" creationId="{2D7CFFAC-EAEC-A4A5-23FB-B3200E4B3C34}"/>
          </ac:spMkLst>
        </pc:spChg>
      </pc:sldChg>
      <pc:sldChg chg="addSp delSp modSp mod delAnim modAnim modNotesTx">
        <pc:chgData name="Simone Beets" userId="5adb261a4dd6137b" providerId="LiveId" clId="{8E40C75F-2910-4AF8-AED2-E5C88E90B87F}" dt="2025-03-09T18:52:31.868" v="6462" actId="20577"/>
        <pc:sldMkLst>
          <pc:docMk/>
          <pc:sldMk cId="2049952096" sldId="340"/>
        </pc:sldMkLst>
      </pc:sldChg>
      <pc:sldChg chg="del">
        <pc:chgData name="Simone Beets" userId="5adb261a4dd6137b" providerId="LiveId" clId="{8E40C75F-2910-4AF8-AED2-E5C88E90B87F}" dt="2025-03-09T19:22:14.279" v="7561" actId="47"/>
        <pc:sldMkLst>
          <pc:docMk/>
          <pc:sldMk cId="2150004531" sldId="341"/>
        </pc:sldMkLst>
      </pc:sldChg>
      <pc:sldChg chg="del">
        <pc:chgData name="Simone Beets" userId="5adb261a4dd6137b" providerId="LiveId" clId="{8E40C75F-2910-4AF8-AED2-E5C88E90B87F}" dt="2025-03-09T19:22:12.992" v="7560" actId="47"/>
        <pc:sldMkLst>
          <pc:docMk/>
          <pc:sldMk cId="4071039046" sldId="343"/>
        </pc:sldMkLst>
      </pc:sldChg>
      <pc:sldChg chg="del">
        <pc:chgData name="Simone Beets" userId="5adb261a4dd6137b" providerId="LiveId" clId="{8E40C75F-2910-4AF8-AED2-E5C88E90B87F}" dt="2025-03-09T19:22:16.417" v="7563" actId="47"/>
        <pc:sldMkLst>
          <pc:docMk/>
          <pc:sldMk cId="2320920587" sldId="345"/>
        </pc:sldMkLst>
      </pc:sldChg>
      <pc:sldChg chg="addSp modSp mod ord modAnim">
        <pc:chgData name="Simone Beets" userId="5adb261a4dd6137b" providerId="LiveId" clId="{8E40C75F-2910-4AF8-AED2-E5C88E90B87F}" dt="2025-03-09T18:55:27.924" v="6717" actId="1076"/>
        <pc:sldMkLst>
          <pc:docMk/>
          <pc:sldMk cId="4249415124" sldId="346"/>
        </pc:sldMkLst>
      </pc:sldChg>
      <pc:sldChg chg="addSp modSp mod ord modAnim">
        <pc:chgData name="Simone Beets" userId="5adb261a4dd6137b" providerId="LiveId" clId="{8E40C75F-2910-4AF8-AED2-E5C88E90B87F}" dt="2025-03-09T18:58:28.264" v="6956"/>
        <pc:sldMkLst>
          <pc:docMk/>
          <pc:sldMk cId="4247069512" sldId="348"/>
        </pc:sldMkLst>
      </pc:sldChg>
      <pc:sldChg chg="del">
        <pc:chgData name="Simone Beets" userId="5adb261a4dd6137b" providerId="LiveId" clId="{8E40C75F-2910-4AF8-AED2-E5C88E90B87F}" dt="2025-03-09T19:22:17.663" v="7564" actId="47"/>
        <pc:sldMkLst>
          <pc:docMk/>
          <pc:sldMk cId="2920933396" sldId="349"/>
        </pc:sldMkLst>
      </pc:sldChg>
      <pc:sldChg chg="del">
        <pc:chgData name="Simone Beets" userId="5adb261a4dd6137b" providerId="LiveId" clId="{8E40C75F-2910-4AF8-AED2-E5C88E90B87F}" dt="2025-03-09T19:22:18.616" v="7565" actId="47"/>
        <pc:sldMkLst>
          <pc:docMk/>
          <pc:sldMk cId="4172721415" sldId="350"/>
        </pc:sldMkLst>
      </pc:sldChg>
      <pc:sldChg chg="del">
        <pc:chgData name="Simone Beets" userId="5adb261a4dd6137b" providerId="LiveId" clId="{8E40C75F-2910-4AF8-AED2-E5C88E90B87F}" dt="2025-03-09T19:22:19.450" v="7566" actId="47"/>
        <pc:sldMkLst>
          <pc:docMk/>
          <pc:sldMk cId="3808169131" sldId="351"/>
        </pc:sldMkLst>
      </pc:sldChg>
      <pc:sldChg chg="del">
        <pc:chgData name="Simone Beets" userId="5adb261a4dd6137b" providerId="LiveId" clId="{8E40C75F-2910-4AF8-AED2-E5C88E90B87F}" dt="2025-03-09T19:22:20.328" v="7567" actId="47"/>
        <pc:sldMkLst>
          <pc:docMk/>
          <pc:sldMk cId="583071382" sldId="352"/>
        </pc:sldMkLst>
      </pc:sldChg>
      <pc:sldChg chg="del">
        <pc:chgData name="Simone Beets" userId="5adb261a4dd6137b" providerId="LiveId" clId="{8E40C75F-2910-4AF8-AED2-E5C88E90B87F}" dt="2025-03-09T19:22:22.314" v="7569" actId="47"/>
        <pc:sldMkLst>
          <pc:docMk/>
          <pc:sldMk cId="2567004572" sldId="354"/>
        </pc:sldMkLst>
      </pc:sldChg>
      <pc:sldChg chg="del">
        <pc:chgData name="Simone Beets" userId="5adb261a4dd6137b" providerId="LiveId" clId="{8E40C75F-2910-4AF8-AED2-E5C88E90B87F}" dt="2025-03-09T19:22:25.312" v="7572" actId="47"/>
        <pc:sldMkLst>
          <pc:docMk/>
          <pc:sldMk cId="1094026494" sldId="355"/>
        </pc:sldMkLst>
      </pc:sldChg>
      <pc:sldChg chg="del">
        <pc:chgData name="Simone Beets" userId="5adb261a4dd6137b" providerId="LiveId" clId="{8E40C75F-2910-4AF8-AED2-E5C88E90B87F}" dt="2025-03-09T19:22:24.350" v="7571" actId="47"/>
        <pc:sldMkLst>
          <pc:docMk/>
          <pc:sldMk cId="3907085252" sldId="357"/>
        </pc:sldMkLst>
      </pc:sldChg>
      <pc:sldChg chg="del">
        <pc:chgData name="Simone Beets" userId="5adb261a4dd6137b" providerId="LiveId" clId="{8E40C75F-2910-4AF8-AED2-E5C88E90B87F}" dt="2025-03-09T19:22:26.417" v="7573" actId="47"/>
        <pc:sldMkLst>
          <pc:docMk/>
          <pc:sldMk cId="1528914622" sldId="358"/>
        </pc:sldMkLst>
      </pc:sldChg>
      <pc:sldChg chg="del">
        <pc:chgData name="Simone Beets" userId="5adb261a4dd6137b" providerId="LiveId" clId="{8E40C75F-2910-4AF8-AED2-E5C88E90B87F}" dt="2025-03-09T19:22:27.202" v="7574" actId="47"/>
        <pc:sldMkLst>
          <pc:docMk/>
          <pc:sldMk cId="4062962358" sldId="359"/>
        </pc:sldMkLst>
      </pc:sldChg>
      <pc:sldChg chg="del">
        <pc:chgData name="Simone Beets" userId="5adb261a4dd6137b" providerId="LiveId" clId="{8E40C75F-2910-4AF8-AED2-E5C88E90B87F}" dt="2025-03-09T19:22:27.727" v="7575" actId="47"/>
        <pc:sldMkLst>
          <pc:docMk/>
          <pc:sldMk cId="1615067123" sldId="360"/>
        </pc:sldMkLst>
      </pc:sldChg>
      <pc:sldChg chg="del">
        <pc:chgData name="Simone Beets" userId="5adb261a4dd6137b" providerId="LiveId" clId="{8E40C75F-2910-4AF8-AED2-E5C88E90B87F}" dt="2025-03-09T19:22:28.505" v="7576" actId="47"/>
        <pc:sldMkLst>
          <pc:docMk/>
          <pc:sldMk cId="2854956525" sldId="361"/>
        </pc:sldMkLst>
      </pc:sldChg>
      <pc:sldChg chg="del">
        <pc:chgData name="Simone Beets" userId="5adb261a4dd6137b" providerId="LiveId" clId="{8E40C75F-2910-4AF8-AED2-E5C88E90B87F}" dt="2025-03-09T19:22:29.541" v="7577" actId="47"/>
        <pc:sldMkLst>
          <pc:docMk/>
          <pc:sldMk cId="2845008166" sldId="362"/>
        </pc:sldMkLst>
      </pc:sldChg>
      <pc:sldChg chg="del">
        <pc:chgData name="Simone Beets" userId="5adb261a4dd6137b" providerId="LiveId" clId="{8E40C75F-2910-4AF8-AED2-E5C88E90B87F}" dt="2025-03-09T19:22:23.377" v="7570" actId="47"/>
        <pc:sldMkLst>
          <pc:docMk/>
          <pc:sldMk cId="2331509468" sldId="363"/>
        </pc:sldMkLst>
      </pc:sldChg>
      <pc:sldChg chg="addSp modSp add mod ord modClrScheme modAnim chgLayout modNotesTx">
        <pc:chgData name="Simone Beets" userId="5adb261a4dd6137b" providerId="LiveId" clId="{8E40C75F-2910-4AF8-AED2-E5C88E90B87F}" dt="2025-03-09T16:21:18.937" v="413" actId="14100"/>
        <pc:sldMkLst>
          <pc:docMk/>
          <pc:sldMk cId="3867261677" sldId="364"/>
        </pc:sldMkLst>
      </pc:sldChg>
      <pc:sldChg chg="delSp add del mod">
        <pc:chgData name="Simone Beets" userId="5adb261a4dd6137b" providerId="LiveId" clId="{8E40C75F-2910-4AF8-AED2-E5C88E90B87F}" dt="2025-03-09T16:13:00.310" v="40" actId="2696"/>
        <pc:sldMkLst>
          <pc:docMk/>
          <pc:sldMk cId="4193560391" sldId="364"/>
        </pc:sldMkLst>
      </pc:sldChg>
      <pc:sldChg chg="addSp modSp add mod modAnim">
        <pc:chgData name="Simone Beets" userId="5adb261a4dd6137b" providerId="LiveId" clId="{8E40C75F-2910-4AF8-AED2-E5C88E90B87F}" dt="2025-03-09T19:23:47.146" v="7696"/>
        <pc:sldMkLst>
          <pc:docMk/>
          <pc:sldMk cId="745339609" sldId="365"/>
        </pc:sldMkLst>
      </pc:sldChg>
      <pc:sldChg chg="addSp delSp modSp add mod ord modAnim">
        <pc:chgData name="Simone Beets" userId="5adb261a4dd6137b" providerId="LiveId" clId="{8E40C75F-2910-4AF8-AED2-E5C88E90B87F}" dt="2025-03-09T17:40:55.756" v="2637"/>
        <pc:sldMkLst>
          <pc:docMk/>
          <pc:sldMk cId="193908100" sldId="366"/>
        </pc:sldMkLst>
      </pc:sldChg>
      <pc:sldChg chg="addSp delSp modSp add mod delAnim modAnim modNotesTx">
        <pc:chgData name="Simone Beets" userId="5adb261a4dd6137b" providerId="LiveId" clId="{8E40C75F-2910-4AF8-AED2-E5C88E90B87F}" dt="2025-03-09T16:56:55.056" v="1400" actId="20577"/>
        <pc:sldMkLst>
          <pc:docMk/>
          <pc:sldMk cId="1943306920" sldId="367"/>
        </pc:sldMkLst>
      </pc:sldChg>
      <pc:sldChg chg="addSp delSp modSp add mod modAnim">
        <pc:chgData name="Simone Beets" userId="5adb261a4dd6137b" providerId="LiveId" clId="{8E40C75F-2910-4AF8-AED2-E5C88E90B87F}" dt="2025-03-09T18:51:03.120" v="6354"/>
        <pc:sldMkLst>
          <pc:docMk/>
          <pc:sldMk cId="1679562004" sldId="368"/>
        </pc:sldMkLst>
      </pc:sldChg>
      <pc:sldChg chg="addSp delSp modSp add mod delAnim modAnim">
        <pc:chgData name="Simone Beets" userId="5adb261a4dd6137b" providerId="LiveId" clId="{8E40C75F-2910-4AF8-AED2-E5C88E90B87F}" dt="2025-03-09T17:44:04.295" v="2711" actId="207"/>
        <pc:sldMkLst>
          <pc:docMk/>
          <pc:sldMk cId="1853407" sldId="369"/>
        </pc:sldMkLst>
      </pc:sldChg>
      <pc:sldChg chg="addSp delSp modSp add mod delAnim modAnim modNotesTx">
        <pc:chgData name="Simone Beets" userId="5adb261a4dd6137b" providerId="LiveId" clId="{8E40C75F-2910-4AF8-AED2-E5C88E90B87F}" dt="2025-03-09T18:49:19.247" v="6351"/>
        <pc:sldMkLst>
          <pc:docMk/>
          <pc:sldMk cId="681711374" sldId="370"/>
        </pc:sldMkLst>
      </pc:sldChg>
      <pc:sldChg chg="addSp modSp add mod ord modAnim modNotesTx">
        <pc:chgData name="Simone Beets" userId="5adb261a4dd6137b" providerId="LiveId" clId="{8E40C75F-2910-4AF8-AED2-E5C88E90B87F}" dt="2025-03-09T18:28:44.241" v="5448"/>
        <pc:sldMkLst>
          <pc:docMk/>
          <pc:sldMk cId="1043982446" sldId="371"/>
        </pc:sldMkLst>
      </pc:sldChg>
      <pc:sldChg chg="add del">
        <pc:chgData name="Simone Beets" userId="5adb261a4dd6137b" providerId="LiveId" clId="{8E40C75F-2910-4AF8-AED2-E5C88E90B87F}" dt="2025-03-09T18:41:45.859" v="5885" actId="47"/>
        <pc:sldMkLst>
          <pc:docMk/>
          <pc:sldMk cId="3239395616" sldId="372"/>
        </pc:sldMkLst>
      </pc:sldChg>
      <pc:sldChg chg="delSp modSp add mod delAnim modAnim modNotesTx">
        <pc:chgData name="Simone Beets" userId="5adb261a4dd6137b" providerId="LiveId" clId="{8E40C75F-2910-4AF8-AED2-E5C88E90B87F}" dt="2025-03-09T18:48:55.160" v="6345"/>
        <pc:sldMkLst>
          <pc:docMk/>
          <pc:sldMk cId="734426289" sldId="373"/>
        </pc:sldMkLst>
      </pc:sldChg>
      <pc:sldChg chg="addSp modSp add mod modAnim modNotesTx">
        <pc:chgData name="Simone Beets" userId="5adb261a4dd6137b" providerId="LiveId" clId="{8E40C75F-2910-4AF8-AED2-E5C88E90B87F}" dt="2025-03-09T18:30:45.812" v="5453"/>
        <pc:sldMkLst>
          <pc:docMk/>
          <pc:sldMk cId="4232052156" sldId="374"/>
        </pc:sldMkLst>
      </pc:sldChg>
      <pc:sldChg chg="delSp modSp add mod delAnim modAnim modNotesTx">
        <pc:chgData name="Simone Beets" userId="5adb261a4dd6137b" providerId="LiveId" clId="{8E40C75F-2910-4AF8-AED2-E5C88E90B87F}" dt="2025-03-09T18:35:48.250" v="5803" actId="313"/>
        <pc:sldMkLst>
          <pc:docMk/>
          <pc:sldMk cId="1470916720" sldId="375"/>
        </pc:sldMkLst>
      </pc:sldChg>
      <pc:sldChg chg="delSp modSp add mod delAnim modAnim modNotesTx">
        <pc:chgData name="Simone Beets" userId="5adb261a4dd6137b" providerId="LiveId" clId="{8E40C75F-2910-4AF8-AED2-E5C88E90B87F}" dt="2025-03-09T18:33:22.810" v="5487" actId="6549"/>
        <pc:sldMkLst>
          <pc:docMk/>
          <pc:sldMk cId="558122889" sldId="376"/>
        </pc:sldMkLst>
      </pc:sldChg>
      <pc:sldChg chg="addSp delSp modSp add mod modAnim">
        <pc:chgData name="Simone Beets" userId="5adb261a4dd6137b" providerId="LiveId" clId="{8E40C75F-2910-4AF8-AED2-E5C88E90B87F}" dt="2025-03-09T18:40:10.182" v="5851"/>
        <pc:sldMkLst>
          <pc:docMk/>
          <pc:sldMk cId="1978091042" sldId="377"/>
        </pc:sldMkLst>
      </pc:sldChg>
      <pc:sldChg chg="delSp modSp add mod ord modAnim modNotesTx">
        <pc:chgData name="Simone Beets" userId="5adb261a4dd6137b" providerId="LiveId" clId="{8E40C75F-2910-4AF8-AED2-E5C88E90B87F}" dt="2025-03-09T19:09:11.875" v="7217" actId="478"/>
        <pc:sldMkLst>
          <pc:docMk/>
          <pc:sldMk cId="3002671383" sldId="378"/>
        </pc:sldMkLst>
      </pc:sldChg>
      <pc:sldChg chg="modSp add mod ord modAnim">
        <pc:chgData name="Simone Beets" userId="5adb261a4dd6137b" providerId="LiveId" clId="{8E40C75F-2910-4AF8-AED2-E5C88E90B87F}" dt="2025-03-09T18:52:18.910" v="6460" actId="20577"/>
        <pc:sldMkLst>
          <pc:docMk/>
          <pc:sldMk cId="4237056731" sldId="379"/>
        </pc:sldMkLst>
      </pc:sldChg>
      <pc:sldChg chg="addSp delSp modSp add mod delAnim modAnim">
        <pc:chgData name="Simone Beets" userId="5adb261a4dd6137b" providerId="LiveId" clId="{8E40C75F-2910-4AF8-AED2-E5C88E90B87F}" dt="2025-03-09T19:01:17.432" v="6993" actId="207"/>
        <pc:sldMkLst>
          <pc:docMk/>
          <pc:sldMk cId="2112352835" sldId="380"/>
        </pc:sldMkLst>
      </pc:sldChg>
      <pc:sldChg chg="delSp modSp add mod modAnim">
        <pc:chgData name="Simone Beets" userId="5adb261a4dd6137b" providerId="LiveId" clId="{8E40C75F-2910-4AF8-AED2-E5C88E90B87F}" dt="2025-03-09T19:03:13.364" v="7048" actId="20577"/>
        <pc:sldMkLst>
          <pc:docMk/>
          <pc:sldMk cId="3520987890" sldId="381"/>
        </pc:sldMkLst>
      </pc:sldChg>
      <pc:sldChg chg="addSp delSp modSp add mod ord modAnim">
        <pc:chgData name="Simone Beets" userId="5adb261a4dd6137b" providerId="LiveId" clId="{8E40C75F-2910-4AF8-AED2-E5C88E90B87F}" dt="2025-03-09T19:06:00.115" v="7084" actId="14100"/>
        <pc:sldMkLst>
          <pc:docMk/>
          <pc:sldMk cId="1482955239" sldId="382"/>
        </pc:sldMkLst>
      </pc:sldChg>
      <pc:sldChg chg="addSp delSp modSp add mod delAnim modAnim modNotesTx">
        <pc:chgData name="Simone Beets" userId="5adb261a4dd6137b" providerId="LiveId" clId="{8E40C75F-2910-4AF8-AED2-E5C88E90B87F}" dt="2025-03-10T07:50:44.542" v="9130" actId="20577"/>
        <pc:sldMkLst>
          <pc:docMk/>
          <pc:sldMk cId="2193058390" sldId="383"/>
        </pc:sldMkLst>
      </pc:sldChg>
      <pc:sldChg chg="addSp modSp add mod ord modAnim">
        <pc:chgData name="Simone Beets" userId="5adb261a4dd6137b" providerId="LiveId" clId="{8E40C75F-2910-4AF8-AED2-E5C88E90B87F}" dt="2025-03-09T19:17:54.413" v="7391"/>
        <pc:sldMkLst>
          <pc:docMk/>
          <pc:sldMk cId="2755305679" sldId="384"/>
        </pc:sldMkLst>
      </pc:sldChg>
      <pc:sldChg chg="modSp add mod modAnim modNotesTx">
        <pc:chgData name="Simone Beets" userId="5adb261a4dd6137b" providerId="LiveId" clId="{8E40C75F-2910-4AF8-AED2-E5C88E90B87F}" dt="2025-03-09T19:18:02.248" v="7392" actId="14100"/>
        <pc:sldMkLst>
          <pc:docMk/>
          <pc:sldMk cId="3435839152" sldId="385"/>
        </pc:sldMkLst>
      </pc:sldChg>
      <pc:sldChg chg="modSp add mod modAnim modNotesTx">
        <pc:chgData name="Simone Beets" userId="5adb261a4dd6137b" providerId="LiveId" clId="{8E40C75F-2910-4AF8-AED2-E5C88E90B87F}" dt="2025-03-09T19:18:52.759" v="7449" actId="20577"/>
        <pc:sldMkLst>
          <pc:docMk/>
          <pc:sldMk cId="2665890241" sldId="386"/>
        </pc:sldMkLst>
      </pc:sldChg>
      <pc:sldChg chg="modSp add mod modAnim">
        <pc:chgData name="Simone Beets" userId="5adb261a4dd6137b" providerId="LiveId" clId="{8E40C75F-2910-4AF8-AED2-E5C88E90B87F}" dt="2025-03-09T19:28:56.451" v="7702"/>
        <pc:sldMkLst>
          <pc:docMk/>
          <pc:sldMk cId="2929070598" sldId="387"/>
        </pc:sldMkLst>
      </pc:sldChg>
      <pc:sldChg chg="delSp modSp add mod delAnim modAnim">
        <pc:chgData name="Simone Beets" userId="5adb261a4dd6137b" providerId="LiveId" clId="{8E40C75F-2910-4AF8-AED2-E5C88E90B87F}" dt="2025-03-09T19:29:31.978" v="7703"/>
        <pc:sldMkLst>
          <pc:docMk/>
          <pc:sldMk cId="3566379816" sldId="388"/>
        </pc:sldMkLst>
      </pc:sldChg>
    </pc:docChg>
  </pc:docChgLst>
  <pc:docChgLst>
    <pc:chgData name="Simone Beets" userId="5adb261a4dd6137b" providerId="LiveId" clId="{5622D2CA-130E-490A-952A-3E9DD0BAA9CD}"/>
    <pc:docChg chg="undo redo custSel addSld delSld modSld sldOrd">
      <pc:chgData name="Simone Beets" userId="5adb261a4dd6137b" providerId="LiveId" clId="{5622D2CA-130E-490A-952A-3E9DD0BAA9CD}" dt="2025-03-03T07:56:46.227" v="6019" actId="20577"/>
      <pc:docMkLst>
        <pc:docMk/>
      </pc:docMkLst>
      <pc:sldChg chg="modSp mod ord modAnim">
        <pc:chgData name="Simone Beets" userId="5adb261a4dd6137b" providerId="LiveId" clId="{5622D2CA-130E-490A-952A-3E9DD0BAA9CD}" dt="2025-03-02T10:50:17.022" v="5505"/>
        <pc:sldMkLst>
          <pc:docMk/>
          <pc:sldMk cId="0" sldId="257"/>
        </pc:sldMkLst>
      </pc:sldChg>
      <pc:sldChg chg="modSp mod">
        <pc:chgData name="Simone Beets" userId="5adb261a4dd6137b" providerId="LiveId" clId="{5622D2CA-130E-490A-952A-3E9DD0BAA9CD}" dt="2025-03-02T07:20:58.435" v="18" actId="20577"/>
        <pc:sldMkLst>
          <pc:docMk/>
          <pc:sldMk cId="0" sldId="271"/>
        </pc:sldMkLst>
        <pc:spChg chg="mod">
          <ac:chgData name="Simone Beets" userId="5adb261a4dd6137b" providerId="LiveId" clId="{5622D2CA-130E-490A-952A-3E9DD0BAA9CD}" dt="2025-03-02T07:20:58.435" v="18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del">
        <pc:chgData name="Simone Beets" userId="5adb261a4dd6137b" providerId="LiveId" clId="{5622D2CA-130E-490A-952A-3E9DD0BAA9CD}" dt="2025-03-02T10:16:12.549" v="4819" actId="47"/>
        <pc:sldMkLst>
          <pc:docMk/>
          <pc:sldMk cId="0" sldId="274"/>
        </pc:sldMkLst>
      </pc:sldChg>
      <pc:sldChg chg="del">
        <pc:chgData name="Simone Beets" userId="5adb261a4dd6137b" providerId="LiveId" clId="{5622D2CA-130E-490A-952A-3E9DD0BAA9CD}" dt="2025-03-02T10:16:20.630" v="4824" actId="47"/>
        <pc:sldMkLst>
          <pc:docMk/>
          <pc:sldMk cId="0" sldId="276"/>
        </pc:sldMkLst>
      </pc:sldChg>
      <pc:sldChg chg="del">
        <pc:chgData name="Simone Beets" userId="5adb261a4dd6137b" providerId="LiveId" clId="{5622D2CA-130E-490A-952A-3E9DD0BAA9CD}" dt="2025-03-02T10:16:21.770" v="4825" actId="47"/>
        <pc:sldMkLst>
          <pc:docMk/>
          <pc:sldMk cId="0" sldId="277"/>
        </pc:sldMkLst>
      </pc:sldChg>
      <pc:sldChg chg="delSp modSp mod">
        <pc:chgData name="Simone Beets" userId="5adb261a4dd6137b" providerId="LiveId" clId="{5622D2CA-130E-490A-952A-3E9DD0BAA9CD}" dt="2025-03-03T06:45:08.386" v="5654" actId="20577"/>
        <pc:sldMkLst>
          <pc:docMk/>
          <pc:sldMk cId="0" sldId="321"/>
        </pc:sldMkLst>
      </pc:sldChg>
      <pc:sldChg chg="modNotesTx">
        <pc:chgData name="Simone Beets" userId="5adb261a4dd6137b" providerId="LiveId" clId="{5622D2CA-130E-490A-952A-3E9DD0BAA9CD}" dt="2025-03-03T07:56:46.227" v="6019" actId="20577"/>
        <pc:sldMkLst>
          <pc:docMk/>
          <pc:sldMk cId="465305782" sldId="323"/>
        </pc:sldMkLst>
      </pc:sldChg>
      <pc:sldChg chg="addSp delSp modSp mod modNotesTx">
        <pc:chgData name="Simone Beets" userId="5adb261a4dd6137b" providerId="LiveId" clId="{5622D2CA-130E-490A-952A-3E9DD0BAA9CD}" dt="2025-03-02T10:19:31.737" v="4921" actId="20577"/>
        <pc:sldMkLst>
          <pc:docMk/>
          <pc:sldMk cId="2369434495" sldId="324"/>
        </pc:sldMkLst>
      </pc:sldChg>
      <pc:sldChg chg="delSp modSp mod ord delAnim modAnim modNotesTx">
        <pc:chgData name="Simone Beets" userId="5adb261a4dd6137b" providerId="LiveId" clId="{5622D2CA-130E-490A-952A-3E9DD0BAA9CD}" dt="2025-03-02T10:52:45.737" v="5524"/>
        <pc:sldMkLst>
          <pc:docMk/>
          <pc:sldMk cId="1526733309" sldId="325"/>
        </pc:sldMkLst>
      </pc:sldChg>
      <pc:sldChg chg="addSp modSp mod ord modNotesTx">
        <pc:chgData name="Simone Beets" userId="5adb261a4dd6137b" providerId="LiveId" clId="{5622D2CA-130E-490A-952A-3E9DD0BAA9CD}" dt="2025-03-02T08:40:56.383" v="2189"/>
        <pc:sldMkLst>
          <pc:docMk/>
          <pc:sldMk cId="4035415485" sldId="326"/>
        </pc:sldMkLst>
      </pc:sldChg>
      <pc:sldChg chg="del">
        <pc:chgData name="Simone Beets" userId="5adb261a4dd6137b" providerId="LiveId" clId="{5622D2CA-130E-490A-952A-3E9DD0BAA9CD}" dt="2025-03-02T10:16:01.270" v="4812" actId="47"/>
        <pc:sldMkLst>
          <pc:docMk/>
          <pc:sldMk cId="349174243" sldId="327"/>
        </pc:sldMkLst>
      </pc:sldChg>
      <pc:sldChg chg="del">
        <pc:chgData name="Simone Beets" userId="5adb261a4dd6137b" providerId="LiveId" clId="{5622D2CA-130E-490A-952A-3E9DD0BAA9CD}" dt="2025-03-02T10:16:02.434" v="4813" actId="47"/>
        <pc:sldMkLst>
          <pc:docMk/>
          <pc:sldMk cId="1334398919" sldId="328"/>
        </pc:sldMkLst>
      </pc:sldChg>
      <pc:sldChg chg="del">
        <pc:chgData name="Simone Beets" userId="5adb261a4dd6137b" providerId="LiveId" clId="{5622D2CA-130E-490A-952A-3E9DD0BAA9CD}" dt="2025-03-02T10:16:03.984" v="4814" actId="47"/>
        <pc:sldMkLst>
          <pc:docMk/>
          <pc:sldMk cId="3603584948" sldId="329"/>
        </pc:sldMkLst>
      </pc:sldChg>
      <pc:sldChg chg="del">
        <pc:chgData name="Simone Beets" userId="5adb261a4dd6137b" providerId="LiveId" clId="{5622D2CA-130E-490A-952A-3E9DD0BAA9CD}" dt="2025-03-02T10:16:04.681" v="4815" actId="47"/>
        <pc:sldMkLst>
          <pc:docMk/>
          <pc:sldMk cId="853854565" sldId="330"/>
        </pc:sldMkLst>
      </pc:sldChg>
      <pc:sldChg chg="del">
        <pc:chgData name="Simone Beets" userId="5adb261a4dd6137b" providerId="LiveId" clId="{5622D2CA-130E-490A-952A-3E9DD0BAA9CD}" dt="2025-03-02T10:16:05.318" v="4816" actId="47"/>
        <pc:sldMkLst>
          <pc:docMk/>
          <pc:sldMk cId="3484037023" sldId="331"/>
        </pc:sldMkLst>
      </pc:sldChg>
      <pc:sldChg chg="del">
        <pc:chgData name="Simone Beets" userId="5adb261a4dd6137b" providerId="LiveId" clId="{5622D2CA-130E-490A-952A-3E9DD0BAA9CD}" dt="2025-03-02T10:16:06.288" v="4817" actId="47"/>
        <pc:sldMkLst>
          <pc:docMk/>
          <pc:sldMk cId="3083429794" sldId="332"/>
        </pc:sldMkLst>
      </pc:sldChg>
      <pc:sldChg chg="del">
        <pc:chgData name="Simone Beets" userId="5adb261a4dd6137b" providerId="LiveId" clId="{5622D2CA-130E-490A-952A-3E9DD0BAA9CD}" dt="2025-03-02T10:16:07.165" v="4818" actId="47"/>
        <pc:sldMkLst>
          <pc:docMk/>
          <pc:sldMk cId="911306211" sldId="333"/>
        </pc:sldMkLst>
      </pc:sldChg>
      <pc:sldChg chg="del">
        <pc:chgData name="Simone Beets" userId="5adb261a4dd6137b" providerId="LiveId" clId="{5622D2CA-130E-490A-952A-3E9DD0BAA9CD}" dt="2025-03-02T10:16:14.324" v="4820" actId="47"/>
        <pc:sldMkLst>
          <pc:docMk/>
          <pc:sldMk cId="1550497282" sldId="335"/>
        </pc:sldMkLst>
      </pc:sldChg>
      <pc:sldChg chg="del">
        <pc:chgData name="Simone Beets" userId="5adb261a4dd6137b" providerId="LiveId" clId="{5622D2CA-130E-490A-952A-3E9DD0BAA9CD}" dt="2025-03-02T10:16:15.460" v="4821" actId="47"/>
        <pc:sldMkLst>
          <pc:docMk/>
          <pc:sldMk cId="2128091170" sldId="336"/>
        </pc:sldMkLst>
      </pc:sldChg>
      <pc:sldChg chg="del">
        <pc:chgData name="Simone Beets" userId="5adb261a4dd6137b" providerId="LiveId" clId="{5622D2CA-130E-490A-952A-3E9DD0BAA9CD}" dt="2025-03-02T10:16:16.428" v="4822" actId="47"/>
        <pc:sldMkLst>
          <pc:docMk/>
          <pc:sldMk cId="3352296232" sldId="337"/>
        </pc:sldMkLst>
      </pc:sldChg>
      <pc:sldChg chg="del">
        <pc:chgData name="Simone Beets" userId="5adb261a4dd6137b" providerId="LiveId" clId="{5622D2CA-130E-490A-952A-3E9DD0BAA9CD}" dt="2025-03-02T10:16:17.304" v="4823" actId="47"/>
        <pc:sldMkLst>
          <pc:docMk/>
          <pc:sldMk cId="2679042903" sldId="338"/>
        </pc:sldMkLst>
      </pc:sldChg>
      <pc:sldChg chg="addSp modSp add mod modAnim modNotesTx">
        <pc:chgData name="Simone Beets" userId="5adb261a4dd6137b" providerId="LiveId" clId="{5622D2CA-130E-490A-952A-3E9DD0BAA9CD}" dt="2025-03-03T05:50:57.208" v="5650" actId="12"/>
        <pc:sldMkLst>
          <pc:docMk/>
          <pc:sldMk cId="1762635146" sldId="339"/>
        </pc:sldMkLst>
        <pc:spChg chg="add mod">
          <ac:chgData name="Simone Beets" userId="5adb261a4dd6137b" providerId="LiveId" clId="{5622D2CA-130E-490A-952A-3E9DD0BAA9CD}" dt="2025-03-02T08:12:25.064" v="974" actId="404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5622D2CA-130E-490A-952A-3E9DD0BAA9CD}" dt="2025-03-02T08:11:17.273" v="936" actId="1035"/>
          <ac:spMkLst>
            <pc:docMk/>
            <pc:sldMk cId="1762635146" sldId="339"/>
            <ac:spMk id="3" creationId="{2D7CFFAC-EAEC-A4A5-23FB-B3200E4B3C34}"/>
          </ac:spMkLst>
        </pc:spChg>
        <pc:picChg chg="mod">
          <ac:chgData name="Simone Beets" userId="5adb261a4dd6137b" providerId="LiveId" clId="{5622D2CA-130E-490A-952A-3E9DD0BAA9CD}" dt="2025-03-02T08:11:17.273" v="936" actId="1035"/>
          <ac:picMkLst>
            <pc:docMk/>
            <pc:sldMk cId="1762635146" sldId="339"/>
            <ac:picMk id="4" creationId="{9C844A58-6BF9-1121-A945-ADBE54B65004}"/>
          </ac:picMkLst>
        </pc:picChg>
      </pc:sldChg>
      <pc:sldChg chg="addSp delSp modSp add mod modAnim modNotesTx">
        <pc:chgData name="Simone Beets" userId="5adb261a4dd6137b" providerId="LiveId" clId="{5622D2CA-130E-490A-952A-3E9DD0BAA9CD}" dt="2025-03-02T08:01:59.787" v="888"/>
        <pc:sldMkLst>
          <pc:docMk/>
          <pc:sldMk cId="2049952096" sldId="340"/>
        </pc:sldMkLst>
      </pc:sldChg>
      <pc:sldChg chg="modSp add mod ord modNotesTx">
        <pc:chgData name="Simone Beets" userId="5adb261a4dd6137b" providerId="LiveId" clId="{5622D2CA-130E-490A-952A-3E9DD0BAA9CD}" dt="2025-03-02T10:21:09.838" v="4922" actId="20577"/>
        <pc:sldMkLst>
          <pc:docMk/>
          <pc:sldMk cId="2150004531" sldId="341"/>
        </pc:sldMkLst>
      </pc:sldChg>
      <pc:sldChg chg="addSp delSp modSp add del mod">
        <pc:chgData name="Simone Beets" userId="5adb261a4dd6137b" providerId="LiveId" clId="{5622D2CA-130E-490A-952A-3E9DD0BAA9CD}" dt="2025-03-02T09:38:41.224" v="4233" actId="2696"/>
        <pc:sldMkLst>
          <pc:docMk/>
          <pc:sldMk cId="2276303544" sldId="342"/>
        </pc:sldMkLst>
      </pc:sldChg>
      <pc:sldChg chg="add del">
        <pc:chgData name="Simone Beets" userId="5adb261a4dd6137b" providerId="LiveId" clId="{5622D2CA-130E-490A-952A-3E9DD0BAA9CD}" dt="2025-03-02T08:15:09.380" v="1030" actId="2890"/>
        <pc:sldMkLst>
          <pc:docMk/>
          <pc:sldMk cId="2719054179" sldId="342"/>
        </pc:sldMkLst>
      </pc:sldChg>
      <pc:sldChg chg="addSp delSp modSp add mod ord modAnim modNotesTx">
        <pc:chgData name="Simone Beets" userId="5adb261a4dd6137b" providerId="LiveId" clId="{5622D2CA-130E-490A-952A-3E9DD0BAA9CD}" dt="2025-03-02T08:42:07.677" v="2196" actId="1076"/>
        <pc:sldMkLst>
          <pc:docMk/>
          <pc:sldMk cId="4071039046" sldId="343"/>
        </pc:sldMkLst>
      </pc:sldChg>
      <pc:sldChg chg="add del">
        <pc:chgData name="Simone Beets" userId="5adb261a4dd6137b" providerId="LiveId" clId="{5622D2CA-130E-490A-952A-3E9DD0BAA9CD}" dt="2025-03-02T10:15:58.156" v="4810" actId="2696"/>
        <pc:sldMkLst>
          <pc:docMk/>
          <pc:sldMk cId="1942782805" sldId="344"/>
        </pc:sldMkLst>
      </pc:sldChg>
      <pc:sldChg chg="addSp delSp modSp add mod ord modAnim modNotesTx">
        <pc:chgData name="Simone Beets" userId="5adb261a4dd6137b" providerId="LiveId" clId="{5622D2CA-130E-490A-952A-3E9DD0BAA9CD}" dt="2025-03-02T08:59:53.573" v="3251" actId="20577"/>
        <pc:sldMkLst>
          <pc:docMk/>
          <pc:sldMk cId="2320920587" sldId="345"/>
        </pc:sldMkLst>
      </pc:sldChg>
      <pc:sldChg chg="modSp add mod ord modAnim modNotesTx">
        <pc:chgData name="Simone Beets" userId="5adb261a4dd6137b" providerId="LiveId" clId="{5622D2CA-130E-490A-952A-3E9DD0BAA9CD}" dt="2025-03-02T10:50:35.501" v="5506"/>
        <pc:sldMkLst>
          <pc:docMk/>
          <pc:sldMk cId="4249415124" sldId="346"/>
        </pc:sldMkLst>
      </pc:sldChg>
      <pc:sldChg chg="modSp add del mod">
        <pc:chgData name="Simone Beets" userId="5adb261a4dd6137b" providerId="LiveId" clId="{5622D2CA-130E-490A-952A-3E9DD0BAA9CD}" dt="2025-03-02T09:04:54.025" v="3321" actId="47"/>
        <pc:sldMkLst>
          <pc:docMk/>
          <pc:sldMk cId="2658726820" sldId="347"/>
        </pc:sldMkLst>
      </pc:sldChg>
      <pc:sldChg chg="modSp add mod modAnim">
        <pc:chgData name="Simone Beets" userId="5adb261a4dd6137b" providerId="LiveId" clId="{5622D2CA-130E-490A-952A-3E9DD0BAA9CD}" dt="2025-03-02T10:50:43.962" v="5507"/>
        <pc:sldMkLst>
          <pc:docMk/>
          <pc:sldMk cId="4247069512" sldId="348"/>
        </pc:sldMkLst>
      </pc:sldChg>
      <pc:sldChg chg="addSp modSp add mod modAnim modNotesTx">
        <pc:chgData name="Simone Beets" userId="5adb261a4dd6137b" providerId="LiveId" clId="{5622D2CA-130E-490A-952A-3E9DD0BAA9CD}" dt="2025-03-02T10:54:41.041" v="5529"/>
        <pc:sldMkLst>
          <pc:docMk/>
          <pc:sldMk cId="2920933396" sldId="349"/>
        </pc:sldMkLst>
      </pc:sldChg>
      <pc:sldChg chg="addSp delSp modSp add mod delAnim modAnim modNotesTx">
        <pc:chgData name="Simone Beets" userId="5adb261a4dd6137b" providerId="LiveId" clId="{5622D2CA-130E-490A-952A-3E9DD0BAA9CD}" dt="2025-03-02T10:55:28.053" v="5532"/>
        <pc:sldMkLst>
          <pc:docMk/>
          <pc:sldMk cId="4172721415" sldId="350"/>
        </pc:sldMkLst>
      </pc:sldChg>
      <pc:sldChg chg="addSp delSp modSp add mod modAnim">
        <pc:chgData name="Simone Beets" userId="5adb261a4dd6137b" providerId="LiveId" clId="{5622D2CA-130E-490A-952A-3E9DD0BAA9CD}" dt="2025-03-02T10:56:00.022" v="5533" actId="6549"/>
        <pc:sldMkLst>
          <pc:docMk/>
          <pc:sldMk cId="3808169131" sldId="351"/>
        </pc:sldMkLst>
      </pc:sldChg>
      <pc:sldChg chg="addSp delSp modSp add mod ord addAnim delAnim modAnim modNotesTx">
        <pc:chgData name="Simone Beets" userId="5adb261a4dd6137b" providerId="LiveId" clId="{5622D2CA-130E-490A-952A-3E9DD0BAA9CD}" dt="2025-03-02T09:37:42.894" v="4231" actId="20577"/>
        <pc:sldMkLst>
          <pc:docMk/>
          <pc:sldMk cId="583071382" sldId="352"/>
        </pc:sldMkLst>
      </pc:sldChg>
      <pc:sldChg chg="add del">
        <pc:chgData name="Simone Beets" userId="5adb261a4dd6137b" providerId="LiveId" clId="{5622D2CA-130E-490A-952A-3E9DD0BAA9CD}" dt="2025-03-02T10:15:59.877" v="4811" actId="47"/>
        <pc:sldMkLst>
          <pc:docMk/>
          <pc:sldMk cId="282828493" sldId="353"/>
        </pc:sldMkLst>
      </pc:sldChg>
      <pc:sldChg chg="add del ord">
        <pc:chgData name="Simone Beets" userId="5adb261a4dd6137b" providerId="LiveId" clId="{5622D2CA-130E-490A-952A-3E9DD0BAA9CD}" dt="2025-03-02T09:38:36.357" v="4232" actId="2696"/>
        <pc:sldMkLst>
          <pc:docMk/>
          <pc:sldMk cId="3330617832" sldId="353"/>
        </pc:sldMkLst>
      </pc:sldChg>
      <pc:sldChg chg="modSp add mod modNotesTx">
        <pc:chgData name="Simone Beets" userId="5adb261a4dd6137b" providerId="LiveId" clId="{5622D2CA-130E-490A-952A-3E9DD0BAA9CD}" dt="2025-03-02T10:31:06.831" v="5086" actId="6549"/>
        <pc:sldMkLst>
          <pc:docMk/>
          <pc:sldMk cId="2567004572" sldId="354"/>
        </pc:sldMkLst>
      </pc:sldChg>
      <pc:sldChg chg="addSp delSp modSp add mod ord delAnim modAnim modNotesTx">
        <pc:chgData name="Simone Beets" userId="5adb261a4dd6137b" providerId="LiveId" clId="{5622D2CA-130E-490A-952A-3E9DD0BAA9CD}" dt="2025-03-03T06:07:38.982" v="5651" actId="6549"/>
        <pc:sldMkLst>
          <pc:docMk/>
          <pc:sldMk cId="1094026494" sldId="355"/>
        </pc:sldMkLst>
      </pc:sldChg>
      <pc:sldChg chg="addSp delSp modSp add del mod ord delAnim modAnim">
        <pc:chgData name="Simone Beets" userId="5adb261a4dd6137b" providerId="LiveId" clId="{5622D2CA-130E-490A-952A-3E9DD0BAA9CD}" dt="2025-03-02T09:56:51.297" v="4506" actId="2696"/>
        <pc:sldMkLst>
          <pc:docMk/>
          <pc:sldMk cId="3434173093" sldId="356"/>
        </pc:sldMkLst>
      </pc:sldChg>
      <pc:sldChg chg="addSp delSp modSp add mod delAnim modAnim">
        <pc:chgData name="Simone Beets" userId="5adb261a4dd6137b" providerId="LiveId" clId="{5622D2CA-130E-490A-952A-3E9DD0BAA9CD}" dt="2025-03-02T10:33:17.815" v="5119" actId="20577"/>
        <pc:sldMkLst>
          <pc:docMk/>
          <pc:sldMk cId="3907085252" sldId="357"/>
        </pc:sldMkLst>
      </pc:sldChg>
      <pc:sldChg chg="delSp modSp add mod ord delAnim modAnim modNotesTx">
        <pc:chgData name="Simone Beets" userId="5adb261a4dd6137b" providerId="LiveId" clId="{5622D2CA-130E-490A-952A-3E9DD0BAA9CD}" dt="2025-03-02T10:52:55.564" v="5525"/>
        <pc:sldMkLst>
          <pc:docMk/>
          <pc:sldMk cId="1528914622" sldId="358"/>
        </pc:sldMkLst>
      </pc:sldChg>
      <pc:sldChg chg="add del">
        <pc:chgData name="Simone Beets" userId="5adb261a4dd6137b" providerId="LiveId" clId="{5622D2CA-130E-490A-952A-3E9DD0BAA9CD}" dt="2025-03-02T10:01:01.787" v="4565" actId="47"/>
        <pc:sldMkLst>
          <pc:docMk/>
          <pc:sldMk cId="1544276434" sldId="358"/>
        </pc:sldMkLst>
      </pc:sldChg>
      <pc:sldChg chg="addSp delSp modSp add mod delAnim modAnim modNotesTx">
        <pc:chgData name="Simone Beets" userId="5adb261a4dd6137b" providerId="LiveId" clId="{5622D2CA-130E-490A-952A-3E9DD0BAA9CD}" dt="2025-03-02T10:48:22.059" v="5503" actId="1036"/>
        <pc:sldMkLst>
          <pc:docMk/>
          <pc:sldMk cId="4062962358" sldId="359"/>
        </pc:sldMkLst>
      </pc:sldChg>
      <pc:sldChg chg="modSp add mod ord modAnim modNotesTx">
        <pc:chgData name="Simone Beets" userId="5adb261a4dd6137b" providerId="LiveId" clId="{5622D2CA-130E-490A-952A-3E9DD0BAA9CD}" dt="2025-03-02T10:53:04.710" v="5526"/>
        <pc:sldMkLst>
          <pc:docMk/>
          <pc:sldMk cId="1615067123" sldId="360"/>
        </pc:sldMkLst>
      </pc:sldChg>
      <pc:sldChg chg="addSp modSp add mod modAnim modNotesTx">
        <pc:chgData name="Simone Beets" userId="5adb261a4dd6137b" providerId="LiveId" clId="{5622D2CA-130E-490A-952A-3E9DD0BAA9CD}" dt="2025-03-02T10:14:53.273" v="4762" actId="6549"/>
        <pc:sldMkLst>
          <pc:docMk/>
          <pc:sldMk cId="2854956525" sldId="361"/>
        </pc:sldMkLst>
      </pc:sldChg>
      <pc:sldChg chg="modSp add mod ord modNotesTx">
        <pc:chgData name="Simone Beets" userId="5adb261a4dd6137b" providerId="LiveId" clId="{5622D2CA-130E-490A-952A-3E9DD0BAA9CD}" dt="2025-03-02T11:08:21.324" v="5648" actId="20577"/>
        <pc:sldMkLst>
          <pc:docMk/>
          <pc:sldMk cId="2845008166" sldId="362"/>
        </pc:sldMkLst>
      </pc:sldChg>
      <pc:sldChg chg="addSp delSp modSp add mod modAnim">
        <pc:chgData name="Simone Beets" userId="5adb261a4dd6137b" providerId="LiveId" clId="{5622D2CA-130E-490A-952A-3E9DD0BAA9CD}" dt="2025-03-02T10:32:12.287" v="5116" actId="1076"/>
        <pc:sldMkLst>
          <pc:docMk/>
          <pc:sldMk cId="2331509468" sldId="363"/>
        </pc:sldMkLst>
      </pc:sldChg>
    </pc:docChg>
  </pc:docChgLst>
  <pc:docChgLst>
    <pc:chgData name="Simone Beets" userId="5adb261a4dd6137b" providerId="LiveId" clId="{737403A7-CBCD-479B-BA12-77557D72448E}"/>
    <pc:docChg chg="undo custSel addSld delSld modSld sldOrd">
      <pc:chgData name="Simone Beets" userId="5adb261a4dd6137b" providerId="LiveId" clId="{737403A7-CBCD-479B-BA12-77557D72448E}" dt="2025-02-25T08:23:09.708" v="5143" actId="6549"/>
      <pc:docMkLst>
        <pc:docMk/>
      </pc:docMkLst>
      <pc:sldChg chg="delSp modSp mod ord modNotesTx">
        <pc:chgData name="Simone Beets" userId="5adb261a4dd6137b" providerId="LiveId" clId="{737403A7-CBCD-479B-BA12-77557D72448E}" dt="2025-02-24T08:11:07.535" v="5130" actId="478"/>
        <pc:sldMkLst>
          <pc:docMk/>
          <pc:sldMk cId="0" sldId="257"/>
        </pc:sldMkLst>
      </pc:sldChg>
      <pc:sldChg chg="del">
        <pc:chgData name="Simone Beets" userId="5adb261a4dd6137b" providerId="LiveId" clId="{737403A7-CBCD-479B-BA12-77557D72448E}" dt="2025-02-23T20:51:18.554" v="3509" actId="47"/>
        <pc:sldMkLst>
          <pc:docMk/>
          <pc:sldMk cId="0" sldId="258"/>
        </pc:sldMkLst>
      </pc:sldChg>
      <pc:sldChg chg="del">
        <pc:chgData name="Simone Beets" userId="5adb261a4dd6137b" providerId="LiveId" clId="{737403A7-CBCD-479B-BA12-77557D72448E}" dt="2025-02-23T20:50:45.434" v="3499" actId="47"/>
        <pc:sldMkLst>
          <pc:docMk/>
          <pc:sldMk cId="0" sldId="267"/>
        </pc:sldMkLst>
      </pc:sldChg>
      <pc:sldChg chg="modSp mod">
        <pc:chgData name="Simone Beets" userId="5adb261a4dd6137b" providerId="LiveId" clId="{737403A7-CBCD-479B-BA12-77557D72448E}" dt="2025-02-23T19:44:28.298" v="50" actId="20577"/>
        <pc:sldMkLst>
          <pc:docMk/>
          <pc:sldMk cId="0" sldId="271"/>
        </pc:sldMkLst>
        <pc:spChg chg="mod">
          <ac:chgData name="Simone Beets" userId="5adb261a4dd6137b" providerId="LiveId" clId="{737403A7-CBCD-479B-BA12-77557D72448E}" dt="2025-02-23T19:44:28.298" v="50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addSp delSp modSp del mod">
        <pc:chgData name="Simone Beets" userId="5adb261a4dd6137b" providerId="LiveId" clId="{737403A7-CBCD-479B-BA12-77557D72448E}" dt="2025-02-23T20:54:00.747" v="3656" actId="2696"/>
        <pc:sldMkLst>
          <pc:docMk/>
          <pc:sldMk cId="0" sldId="272"/>
        </pc:sldMkLst>
      </pc:sldChg>
      <pc:sldChg chg="del">
        <pc:chgData name="Simone Beets" userId="5adb261a4dd6137b" providerId="LiveId" clId="{737403A7-CBCD-479B-BA12-77557D72448E}" dt="2025-02-23T20:46:22.389" v="3388" actId="47"/>
        <pc:sldMkLst>
          <pc:docMk/>
          <pc:sldMk cId="0" sldId="273"/>
        </pc:sldMkLst>
      </pc:sldChg>
      <pc:sldChg chg="addSp delSp modSp mod ord modTransition modNotesTx">
        <pc:chgData name="Simone Beets" userId="5adb261a4dd6137b" providerId="LiveId" clId="{737403A7-CBCD-479B-BA12-77557D72448E}" dt="2025-02-23T22:06:24.558" v="5023" actId="20577"/>
        <pc:sldMkLst>
          <pc:docMk/>
          <pc:sldMk cId="0" sldId="274"/>
        </pc:sldMkLst>
      </pc:sldChg>
      <pc:sldChg chg="del">
        <pc:chgData name="Simone Beets" userId="5adb261a4dd6137b" providerId="LiveId" clId="{737403A7-CBCD-479B-BA12-77557D72448E}" dt="2025-02-23T20:46:24.091" v="3389" actId="47"/>
        <pc:sldMkLst>
          <pc:docMk/>
          <pc:sldMk cId="0" sldId="275"/>
        </pc:sldMkLst>
      </pc:sldChg>
      <pc:sldChg chg="modSp mod">
        <pc:chgData name="Simone Beets" userId="5adb261a4dd6137b" providerId="LiveId" clId="{737403A7-CBCD-479B-BA12-77557D72448E}" dt="2025-02-23T21:44:55.874" v="4929" actId="15"/>
        <pc:sldMkLst>
          <pc:docMk/>
          <pc:sldMk cId="0" sldId="276"/>
        </pc:sldMkLst>
      </pc:sldChg>
      <pc:sldChg chg="modSp mod">
        <pc:chgData name="Simone Beets" userId="5adb261a4dd6137b" providerId="LiveId" clId="{737403A7-CBCD-479B-BA12-77557D72448E}" dt="2025-02-24T08:10:47.210" v="5127"/>
        <pc:sldMkLst>
          <pc:docMk/>
          <pc:sldMk cId="0" sldId="277"/>
        </pc:sldMkLst>
      </pc:sldChg>
      <pc:sldChg chg="del">
        <pc:chgData name="Simone Beets" userId="5adb261a4dd6137b" providerId="LiveId" clId="{737403A7-CBCD-479B-BA12-77557D72448E}" dt="2025-02-23T20:51:05.557" v="3506" actId="47"/>
        <pc:sldMkLst>
          <pc:docMk/>
          <pc:sldMk cId="0" sldId="278"/>
        </pc:sldMkLst>
      </pc:sldChg>
      <pc:sldChg chg="del">
        <pc:chgData name="Simone Beets" userId="5adb261a4dd6137b" providerId="LiveId" clId="{737403A7-CBCD-479B-BA12-77557D72448E}" dt="2025-02-23T20:50:47.073" v="3500" actId="47"/>
        <pc:sldMkLst>
          <pc:docMk/>
          <pc:sldMk cId="0" sldId="280"/>
        </pc:sldMkLst>
      </pc:sldChg>
      <pc:sldChg chg="del">
        <pc:chgData name="Simone Beets" userId="5adb261a4dd6137b" providerId="LiveId" clId="{737403A7-CBCD-479B-BA12-77557D72448E}" dt="2025-02-23T20:50:47.694" v="3501" actId="47"/>
        <pc:sldMkLst>
          <pc:docMk/>
          <pc:sldMk cId="0" sldId="281"/>
        </pc:sldMkLst>
      </pc:sldChg>
      <pc:sldChg chg="del">
        <pc:chgData name="Simone Beets" userId="5adb261a4dd6137b" providerId="LiveId" clId="{737403A7-CBCD-479B-BA12-77557D72448E}" dt="2025-02-23T20:50:54.496" v="3502" actId="47"/>
        <pc:sldMkLst>
          <pc:docMk/>
          <pc:sldMk cId="0" sldId="282"/>
        </pc:sldMkLst>
      </pc:sldChg>
      <pc:sldChg chg="del">
        <pc:chgData name="Simone Beets" userId="5adb261a4dd6137b" providerId="LiveId" clId="{737403A7-CBCD-479B-BA12-77557D72448E}" dt="2025-02-23T20:51:00.268" v="3503" actId="47"/>
        <pc:sldMkLst>
          <pc:docMk/>
          <pc:sldMk cId="0" sldId="283"/>
        </pc:sldMkLst>
      </pc:sldChg>
      <pc:sldChg chg="del">
        <pc:chgData name="Simone Beets" userId="5adb261a4dd6137b" providerId="LiveId" clId="{737403A7-CBCD-479B-BA12-77557D72448E}" dt="2025-02-23T20:51:04.504" v="3505" actId="47"/>
        <pc:sldMkLst>
          <pc:docMk/>
          <pc:sldMk cId="0" sldId="284"/>
        </pc:sldMkLst>
      </pc:sldChg>
      <pc:sldChg chg="del">
        <pc:chgData name="Simone Beets" userId="5adb261a4dd6137b" providerId="LiveId" clId="{737403A7-CBCD-479B-BA12-77557D72448E}" dt="2025-02-23T20:51:15.542" v="3507" actId="47"/>
        <pc:sldMkLst>
          <pc:docMk/>
          <pc:sldMk cId="0" sldId="285"/>
        </pc:sldMkLst>
      </pc:sldChg>
      <pc:sldChg chg="del">
        <pc:chgData name="Simone Beets" userId="5adb261a4dd6137b" providerId="LiveId" clId="{737403A7-CBCD-479B-BA12-77557D72448E}" dt="2025-02-23T20:51:19.628" v="3510" actId="47"/>
        <pc:sldMkLst>
          <pc:docMk/>
          <pc:sldMk cId="0" sldId="286"/>
        </pc:sldMkLst>
      </pc:sldChg>
      <pc:sldChg chg="del">
        <pc:chgData name="Simone Beets" userId="5adb261a4dd6137b" providerId="LiveId" clId="{737403A7-CBCD-479B-BA12-77557D72448E}" dt="2025-02-23T20:51:17.251" v="3508" actId="47"/>
        <pc:sldMkLst>
          <pc:docMk/>
          <pc:sldMk cId="0" sldId="287"/>
        </pc:sldMkLst>
      </pc:sldChg>
      <pc:sldChg chg="del">
        <pc:chgData name="Simone Beets" userId="5adb261a4dd6137b" providerId="LiveId" clId="{737403A7-CBCD-479B-BA12-77557D72448E}" dt="2025-02-23T20:51:24.649" v="3515" actId="47"/>
        <pc:sldMkLst>
          <pc:docMk/>
          <pc:sldMk cId="0" sldId="289"/>
        </pc:sldMkLst>
      </pc:sldChg>
      <pc:sldChg chg="del">
        <pc:chgData name="Simone Beets" userId="5adb261a4dd6137b" providerId="LiveId" clId="{737403A7-CBCD-479B-BA12-77557D72448E}" dt="2025-02-23T20:51:21.360" v="3512" actId="47"/>
        <pc:sldMkLst>
          <pc:docMk/>
          <pc:sldMk cId="0" sldId="290"/>
        </pc:sldMkLst>
      </pc:sldChg>
      <pc:sldChg chg="del">
        <pc:chgData name="Simone Beets" userId="5adb261a4dd6137b" providerId="LiveId" clId="{737403A7-CBCD-479B-BA12-77557D72448E}" dt="2025-02-23T20:51:20.530" v="3511" actId="47"/>
        <pc:sldMkLst>
          <pc:docMk/>
          <pc:sldMk cId="0" sldId="291"/>
        </pc:sldMkLst>
      </pc:sldChg>
      <pc:sldChg chg="del">
        <pc:chgData name="Simone Beets" userId="5adb261a4dd6137b" providerId="LiveId" clId="{737403A7-CBCD-479B-BA12-77557D72448E}" dt="2025-02-23T20:51:22.551" v="3513" actId="47"/>
        <pc:sldMkLst>
          <pc:docMk/>
          <pc:sldMk cId="0" sldId="292"/>
        </pc:sldMkLst>
      </pc:sldChg>
      <pc:sldChg chg="del">
        <pc:chgData name="Simone Beets" userId="5adb261a4dd6137b" providerId="LiveId" clId="{737403A7-CBCD-479B-BA12-77557D72448E}" dt="2025-02-23T20:51:23.729" v="3514" actId="47"/>
        <pc:sldMkLst>
          <pc:docMk/>
          <pc:sldMk cId="0" sldId="293"/>
        </pc:sldMkLst>
      </pc:sldChg>
      <pc:sldChg chg="del">
        <pc:chgData name="Simone Beets" userId="5adb261a4dd6137b" providerId="LiveId" clId="{737403A7-CBCD-479B-BA12-77557D72448E}" dt="2025-02-23T20:51:25.272" v="3516" actId="47"/>
        <pc:sldMkLst>
          <pc:docMk/>
          <pc:sldMk cId="0" sldId="294"/>
        </pc:sldMkLst>
      </pc:sldChg>
      <pc:sldChg chg="del">
        <pc:chgData name="Simone Beets" userId="5adb261a4dd6137b" providerId="LiveId" clId="{737403A7-CBCD-479B-BA12-77557D72448E}" dt="2025-02-23T20:51:26.690" v="3518" actId="47"/>
        <pc:sldMkLst>
          <pc:docMk/>
          <pc:sldMk cId="0" sldId="295"/>
        </pc:sldMkLst>
      </pc:sldChg>
      <pc:sldChg chg="del">
        <pc:chgData name="Simone Beets" userId="5adb261a4dd6137b" providerId="LiveId" clId="{737403A7-CBCD-479B-BA12-77557D72448E}" dt="2025-02-23T20:51:27.506" v="3519" actId="47"/>
        <pc:sldMkLst>
          <pc:docMk/>
          <pc:sldMk cId="0" sldId="296"/>
        </pc:sldMkLst>
      </pc:sldChg>
      <pc:sldChg chg="del">
        <pc:chgData name="Simone Beets" userId="5adb261a4dd6137b" providerId="LiveId" clId="{737403A7-CBCD-479B-BA12-77557D72448E}" dt="2025-02-23T20:51:28.018" v="3520" actId="47"/>
        <pc:sldMkLst>
          <pc:docMk/>
          <pc:sldMk cId="0" sldId="297"/>
        </pc:sldMkLst>
      </pc:sldChg>
      <pc:sldChg chg="del">
        <pc:chgData name="Simone Beets" userId="5adb261a4dd6137b" providerId="LiveId" clId="{737403A7-CBCD-479B-BA12-77557D72448E}" dt="2025-02-23T20:51:29.508" v="3521" actId="47"/>
        <pc:sldMkLst>
          <pc:docMk/>
          <pc:sldMk cId="0" sldId="298"/>
        </pc:sldMkLst>
      </pc:sldChg>
      <pc:sldChg chg="del">
        <pc:chgData name="Simone Beets" userId="5adb261a4dd6137b" providerId="LiveId" clId="{737403A7-CBCD-479B-BA12-77557D72448E}" dt="2025-02-23T20:51:30.775" v="3522" actId="47"/>
        <pc:sldMkLst>
          <pc:docMk/>
          <pc:sldMk cId="0" sldId="299"/>
        </pc:sldMkLst>
      </pc:sldChg>
      <pc:sldChg chg="del">
        <pc:chgData name="Simone Beets" userId="5adb261a4dd6137b" providerId="LiveId" clId="{737403A7-CBCD-479B-BA12-77557D72448E}" dt="2025-02-23T20:51:31.281" v="3523" actId="47"/>
        <pc:sldMkLst>
          <pc:docMk/>
          <pc:sldMk cId="0" sldId="300"/>
        </pc:sldMkLst>
      </pc:sldChg>
      <pc:sldChg chg="del">
        <pc:chgData name="Simone Beets" userId="5adb261a4dd6137b" providerId="LiveId" clId="{737403A7-CBCD-479B-BA12-77557D72448E}" dt="2025-02-23T20:51:32.505" v="3524" actId="47"/>
        <pc:sldMkLst>
          <pc:docMk/>
          <pc:sldMk cId="0" sldId="301"/>
        </pc:sldMkLst>
      </pc:sldChg>
      <pc:sldChg chg="del">
        <pc:chgData name="Simone Beets" userId="5adb261a4dd6137b" providerId="LiveId" clId="{737403A7-CBCD-479B-BA12-77557D72448E}" dt="2025-02-23T20:51:33.484" v="3525" actId="47"/>
        <pc:sldMkLst>
          <pc:docMk/>
          <pc:sldMk cId="0" sldId="302"/>
        </pc:sldMkLst>
      </pc:sldChg>
      <pc:sldChg chg="del">
        <pc:chgData name="Simone Beets" userId="5adb261a4dd6137b" providerId="LiveId" clId="{737403A7-CBCD-479B-BA12-77557D72448E}" dt="2025-02-23T20:51:34.442" v="3526" actId="47"/>
        <pc:sldMkLst>
          <pc:docMk/>
          <pc:sldMk cId="0" sldId="303"/>
        </pc:sldMkLst>
      </pc:sldChg>
      <pc:sldChg chg="del">
        <pc:chgData name="Simone Beets" userId="5adb261a4dd6137b" providerId="LiveId" clId="{737403A7-CBCD-479B-BA12-77557D72448E}" dt="2025-02-23T20:51:34.922" v="3527" actId="47"/>
        <pc:sldMkLst>
          <pc:docMk/>
          <pc:sldMk cId="0" sldId="304"/>
        </pc:sldMkLst>
      </pc:sldChg>
      <pc:sldChg chg="del">
        <pc:chgData name="Simone Beets" userId="5adb261a4dd6137b" providerId="LiveId" clId="{737403A7-CBCD-479B-BA12-77557D72448E}" dt="2025-02-23T20:51:35.866" v="3528" actId="47"/>
        <pc:sldMkLst>
          <pc:docMk/>
          <pc:sldMk cId="0" sldId="305"/>
        </pc:sldMkLst>
      </pc:sldChg>
      <pc:sldChg chg="del">
        <pc:chgData name="Simone Beets" userId="5adb261a4dd6137b" providerId="LiveId" clId="{737403A7-CBCD-479B-BA12-77557D72448E}" dt="2025-02-23T20:51:36.388" v="3529" actId="47"/>
        <pc:sldMkLst>
          <pc:docMk/>
          <pc:sldMk cId="0" sldId="306"/>
        </pc:sldMkLst>
      </pc:sldChg>
      <pc:sldChg chg="del">
        <pc:chgData name="Simone Beets" userId="5adb261a4dd6137b" providerId="LiveId" clId="{737403A7-CBCD-479B-BA12-77557D72448E}" dt="2025-02-23T20:51:37.321" v="3530" actId="47"/>
        <pc:sldMkLst>
          <pc:docMk/>
          <pc:sldMk cId="0" sldId="307"/>
        </pc:sldMkLst>
      </pc:sldChg>
      <pc:sldChg chg="del">
        <pc:chgData name="Simone Beets" userId="5adb261a4dd6137b" providerId="LiveId" clId="{737403A7-CBCD-479B-BA12-77557D72448E}" dt="2025-02-23T20:51:37.763" v="3531" actId="47"/>
        <pc:sldMkLst>
          <pc:docMk/>
          <pc:sldMk cId="0" sldId="308"/>
        </pc:sldMkLst>
      </pc:sldChg>
      <pc:sldChg chg="del">
        <pc:chgData name="Simone Beets" userId="5adb261a4dd6137b" providerId="LiveId" clId="{737403A7-CBCD-479B-BA12-77557D72448E}" dt="2025-02-23T20:51:38.954" v="3532" actId="47"/>
        <pc:sldMkLst>
          <pc:docMk/>
          <pc:sldMk cId="0" sldId="309"/>
        </pc:sldMkLst>
      </pc:sldChg>
      <pc:sldChg chg="del">
        <pc:chgData name="Simone Beets" userId="5adb261a4dd6137b" providerId="LiveId" clId="{737403A7-CBCD-479B-BA12-77557D72448E}" dt="2025-02-23T20:51:39.284" v="3533" actId="47"/>
        <pc:sldMkLst>
          <pc:docMk/>
          <pc:sldMk cId="0" sldId="310"/>
        </pc:sldMkLst>
      </pc:sldChg>
      <pc:sldChg chg="del">
        <pc:chgData name="Simone Beets" userId="5adb261a4dd6137b" providerId="LiveId" clId="{737403A7-CBCD-479B-BA12-77557D72448E}" dt="2025-02-23T20:51:41.146" v="3535" actId="47"/>
        <pc:sldMkLst>
          <pc:docMk/>
          <pc:sldMk cId="0" sldId="311"/>
        </pc:sldMkLst>
      </pc:sldChg>
      <pc:sldChg chg="del">
        <pc:chgData name="Simone Beets" userId="5adb261a4dd6137b" providerId="LiveId" clId="{737403A7-CBCD-479B-BA12-77557D72448E}" dt="2025-02-23T20:51:42.219" v="3536" actId="47"/>
        <pc:sldMkLst>
          <pc:docMk/>
          <pc:sldMk cId="0" sldId="313"/>
        </pc:sldMkLst>
      </pc:sldChg>
      <pc:sldChg chg="del">
        <pc:chgData name="Simone Beets" userId="5adb261a4dd6137b" providerId="LiveId" clId="{737403A7-CBCD-479B-BA12-77557D72448E}" dt="2025-02-23T20:51:40.498" v="3534" actId="47"/>
        <pc:sldMkLst>
          <pc:docMk/>
          <pc:sldMk cId="0" sldId="314"/>
        </pc:sldMkLst>
      </pc:sldChg>
      <pc:sldChg chg="del">
        <pc:chgData name="Simone Beets" userId="5adb261a4dd6137b" providerId="LiveId" clId="{737403A7-CBCD-479B-BA12-77557D72448E}" dt="2025-02-23T20:51:42.756" v="3537" actId="47"/>
        <pc:sldMkLst>
          <pc:docMk/>
          <pc:sldMk cId="0" sldId="315"/>
        </pc:sldMkLst>
      </pc:sldChg>
      <pc:sldChg chg="del">
        <pc:chgData name="Simone Beets" userId="5adb261a4dd6137b" providerId="LiveId" clId="{737403A7-CBCD-479B-BA12-77557D72448E}" dt="2025-02-23T20:51:43.974" v="3538" actId="47"/>
        <pc:sldMkLst>
          <pc:docMk/>
          <pc:sldMk cId="0" sldId="316"/>
        </pc:sldMkLst>
      </pc:sldChg>
      <pc:sldChg chg="del">
        <pc:chgData name="Simone Beets" userId="5adb261a4dd6137b" providerId="LiveId" clId="{737403A7-CBCD-479B-BA12-77557D72448E}" dt="2025-02-23T20:46:25.308" v="3390" actId="47"/>
        <pc:sldMkLst>
          <pc:docMk/>
          <pc:sldMk cId="0" sldId="317"/>
        </pc:sldMkLst>
      </pc:sldChg>
      <pc:sldChg chg="del">
        <pc:chgData name="Simone Beets" userId="5adb261a4dd6137b" providerId="LiveId" clId="{737403A7-CBCD-479B-BA12-77557D72448E}" dt="2025-02-23T20:50:44.898" v="3498" actId="47"/>
        <pc:sldMkLst>
          <pc:docMk/>
          <pc:sldMk cId="0" sldId="319"/>
        </pc:sldMkLst>
      </pc:sldChg>
      <pc:sldChg chg="del">
        <pc:chgData name="Simone Beets" userId="5adb261a4dd6137b" providerId="LiveId" clId="{737403A7-CBCD-479B-BA12-77557D72448E}" dt="2025-02-23T20:51:26.209" v="3517" actId="47"/>
        <pc:sldMkLst>
          <pc:docMk/>
          <pc:sldMk cId="0" sldId="320"/>
        </pc:sldMkLst>
      </pc:sldChg>
      <pc:sldChg chg="addSp modSp mod">
        <pc:chgData name="Simone Beets" userId="5adb261a4dd6137b" providerId="LiveId" clId="{737403A7-CBCD-479B-BA12-77557D72448E}" dt="2025-02-23T20:53:40.959" v="3655" actId="20577"/>
        <pc:sldMkLst>
          <pc:docMk/>
          <pc:sldMk cId="0" sldId="321"/>
        </pc:sldMkLst>
      </pc:sldChg>
      <pc:sldChg chg="del">
        <pc:chgData name="Simone Beets" userId="5adb261a4dd6137b" providerId="LiveId" clId="{737403A7-CBCD-479B-BA12-77557D72448E}" dt="2025-02-23T20:51:03.025" v="3504" actId="47"/>
        <pc:sldMkLst>
          <pc:docMk/>
          <pc:sldMk cId="0" sldId="322"/>
        </pc:sldMkLst>
      </pc:sldChg>
      <pc:sldChg chg="addSp delSp modSp add mod modAnim modNotesTx">
        <pc:chgData name="Simone Beets" userId="5adb261a4dd6137b" providerId="LiveId" clId="{737403A7-CBCD-479B-BA12-77557D72448E}" dt="2025-02-24T08:11:03.536" v="5128" actId="478"/>
        <pc:sldMkLst>
          <pc:docMk/>
          <pc:sldMk cId="465305782" sldId="323"/>
        </pc:sldMkLst>
      </pc:sldChg>
      <pc:sldChg chg="addSp delSp modSp add modAnim modNotesTx">
        <pc:chgData name="Simone Beets" userId="5adb261a4dd6137b" providerId="LiveId" clId="{737403A7-CBCD-479B-BA12-77557D72448E}" dt="2025-02-24T08:11:05.903" v="5129" actId="478"/>
        <pc:sldMkLst>
          <pc:docMk/>
          <pc:sldMk cId="2369434495" sldId="324"/>
        </pc:sldMkLst>
      </pc:sldChg>
      <pc:sldChg chg="addSp delSp modSp add mod addAnim delAnim modAnim modNotesTx">
        <pc:chgData name="Simone Beets" userId="5adb261a4dd6137b" providerId="LiveId" clId="{737403A7-CBCD-479B-BA12-77557D72448E}" dt="2025-02-25T08:23:09.708" v="5143" actId="6549"/>
        <pc:sldMkLst>
          <pc:docMk/>
          <pc:sldMk cId="1526733309" sldId="325"/>
        </pc:sldMkLst>
      </pc:sldChg>
      <pc:sldChg chg="addSp delSp modSp add mod delAnim modNotesTx">
        <pc:chgData name="Simone Beets" userId="5adb261a4dd6137b" providerId="LiveId" clId="{737403A7-CBCD-479B-BA12-77557D72448E}" dt="2025-02-24T08:11:10.880" v="5132" actId="478"/>
        <pc:sldMkLst>
          <pc:docMk/>
          <pc:sldMk cId="4035415485" sldId="326"/>
        </pc:sldMkLst>
      </pc:sldChg>
      <pc:sldChg chg="delSp modSp add mod ord delAnim modNotesTx">
        <pc:chgData name="Simone Beets" userId="5adb261a4dd6137b" providerId="LiveId" clId="{737403A7-CBCD-479B-BA12-77557D72448E}" dt="2025-02-24T08:11:12.271" v="5133" actId="478"/>
        <pc:sldMkLst>
          <pc:docMk/>
          <pc:sldMk cId="349174243" sldId="327"/>
        </pc:sldMkLst>
      </pc:sldChg>
      <pc:sldChg chg="delSp modSp add mod modNotesTx">
        <pc:chgData name="Simone Beets" userId="5adb261a4dd6137b" providerId="LiveId" clId="{737403A7-CBCD-479B-BA12-77557D72448E}" dt="2025-02-24T08:11:14.575" v="5134" actId="478"/>
        <pc:sldMkLst>
          <pc:docMk/>
          <pc:sldMk cId="1334398919" sldId="328"/>
        </pc:sldMkLst>
      </pc:sldChg>
      <pc:sldChg chg="delSp modSp add mod modNotesTx">
        <pc:chgData name="Simone Beets" userId="5adb261a4dd6137b" providerId="LiveId" clId="{737403A7-CBCD-479B-BA12-77557D72448E}" dt="2025-02-24T08:11:16.622" v="5135" actId="478"/>
        <pc:sldMkLst>
          <pc:docMk/>
          <pc:sldMk cId="3603584948" sldId="329"/>
        </pc:sldMkLst>
      </pc:sldChg>
      <pc:sldChg chg="delSp modSp add mod modNotesTx">
        <pc:chgData name="Simone Beets" userId="5adb261a4dd6137b" providerId="LiveId" clId="{737403A7-CBCD-479B-BA12-77557D72448E}" dt="2025-02-24T08:11:17.983" v="5136" actId="478"/>
        <pc:sldMkLst>
          <pc:docMk/>
          <pc:sldMk cId="853854565" sldId="330"/>
        </pc:sldMkLst>
      </pc:sldChg>
      <pc:sldChg chg="delSp modSp add mod modNotesTx">
        <pc:chgData name="Simone Beets" userId="5adb261a4dd6137b" providerId="LiveId" clId="{737403A7-CBCD-479B-BA12-77557D72448E}" dt="2025-02-24T08:11:19.263" v="5137" actId="478"/>
        <pc:sldMkLst>
          <pc:docMk/>
          <pc:sldMk cId="3484037023" sldId="331"/>
        </pc:sldMkLst>
      </pc:sldChg>
      <pc:sldChg chg="delSp modSp add mod modNotesTx">
        <pc:chgData name="Simone Beets" userId="5adb261a4dd6137b" providerId="LiveId" clId="{737403A7-CBCD-479B-BA12-77557D72448E}" dt="2025-02-24T08:11:20.688" v="5138" actId="478"/>
        <pc:sldMkLst>
          <pc:docMk/>
          <pc:sldMk cId="3083429794" sldId="332"/>
        </pc:sldMkLst>
      </pc:sldChg>
      <pc:sldChg chg="addSp delSp modSp add mod addAnim delAnim modAnim modNotesTx">
        <pc:chgData name="Simone Beets" userId="5adb261a4dd6137b" providerId="LiveId" clId="{737403A7-CBCD-479B-BA12-77557D72448E}" dt="2025-02-24T08:11:23.534" v="5139" actId="478"/>
        <pc:sldMkLst>
          <pc:docMk/>
          <pc:sldMk cId="911306211" sldId="333"/>
        </pc:sldMkLst>
      </pc:sldChg>
      <pc:sldChg chg="add del">
        <pc:chgData name="Simone Beets" userId="5adb261a4dd6137b" providerId="LiveId" clId="{737403A7-CBCD-479B-BA12-77557D72448E}" dt="2025-02-23T20:46:21.811" v="3387" actId="47"/>
        <pc:sldMkLst>
          <pc:docMk/>
          <pc:sldMk cId="1424463807" sldId="334"/>
        </pc:sldMkLst>
      </pc:sldChg>
      <pc:sldChg chg="modSp add mod modTransition modNotesTx">
        <pc:chgData name="Simone Beets" userId="5adb261a4dd6137b" providerId="LiveId" clId="{737403A7-CBCD-479B-BA12-77557D72448E}" dt="2025-02-23T22:06:27.819" v="5024" actId="20577"/>
        <pc:sldMkLst>
          <pc:docMk/>
          <pc:sldMk cId="1550497282" sldId="335"/>
        </pc:sldMkLst>
      </pc:sldChg>
      <pc:sldChg chg="modSp add mod modTransition modNotesTx">
        <pc:chgData name="Simone Beets" userId="5adb261a4dd6137b" providerId="LiveId" clId="{737403A7-CBCD-479B-BA12-77557D72448E}" dt="2025-02-23T22:06:29.629" v="5025" actId="20577"/>
        <pc:sldMkLst>
          <pc:docMk/>
          <pc:sldMk cId="2128091170" sldId="336"/>
        </pc:sldMkLst>
      </pc:sldChg>
      <pc:sldChg chg="modSp add mod modTransition modNotesTx">
        <pc:chgData name="Simone Beets" userId="5adb261a4dd6137b" providerId="LiveId" clId="{737403A7-CBCD-479B-BA12-77557D72448E}" dt="2025-02-23T22:06:31.306" v="5026" actId="20577"/>
        <pc:sldMkLst>
          <pc:docMk/>
          <pc:sldMk cId="3352296232" sldId="337"/>
        </pc:sldMkLst>
      </pc:sldChg>
      <pc:sldChg chg="modSp add mod modTransition modNotesTx">
        <pc:chgData name="Simone Beets" userId="5adb261a4dd6137b" providerId="LiveId" clId="{737403A7-CBCD-479B-BA12-77557D72448E}" dt="2025-02-23T21:43:07.283" v="4926" actId="20577"/>
        <pc:sldMkLst>
          <pc:docMk/>
          <pc:sldMk cId="2679042903" sldId="338"/>
        </pc:sldMkLst>
      </pc:sldChg>
    </pc:docChg>
  </pc:docChgLst>
  <pc:docChgLst>
    <pc:chgData name="Simone Beets" userId="5adb261a4dd6137b" providerId="LiveId" clId="{1F3AC849-F215-41EC-84EC-A04449DBE6BC}"/>
    <pc:docChg chg="undo redo custSel addSld delSld modSld sldOrd">
      <pc:chgData name="Simone Beets" userId="5adb261a4dd6137b" providerId="LiveId" clId="{1F3AC849-F215-41EC-84EC-A04449DBE6BC}" dt="2025-03-17T18:28:03.640" v="5646" actId="5793"/>
      <pc:docMkLst>
        <pc:docMk/>
      </pc:docMkLst>
      <pc:sldChg chg="del">
        <pc:chgData name="Simone Beets" userId="5adb261a4dd6137b" providerId="LiveId" clId="{1F3AC849-F215-41EC-84EC-A04449DBE6BC}" dt="2025-03-16T06:48:20.676" v="107" actId="2696"/>
        <pc:sldMkLst>
          <pc:docMk/>
          <pc:sldMk cId="0" sldId="257"/>
        </pc:sldMkLst>
      </pc:sldChg>
      <pc:sldChg chg="modSp mod">
        <pc:chgData name="Simone Beets" userId="5adb261a4dd6137b" providerId="LiveId" clId="{1F3AC849-F215-41EC-84EC-A04449DBE6BC}" dt="2025-03-16T10:29:55.197" v="3962" actId="20577"/>
        <pc:sldMkLst>
          <pc:docMk/>
          <pc:sldMk cId="0" sldId="271"/>
        </pc:sldMkLst>
        <pc:spChg chg="mod">
          <ac:chgData name="Simone Beets" userId="5adb261a4dd6137b" providerId="LiveId" clId="{1F3AC849-F215-41EC-84EC-A04449DBE6BC}" dt="2025-03-16T10:29:55.197" v="3962" actId="20577"/>
          <ac:spMkLst>
            <pc:docMk/>
            <pc:sldMk cId="0" sldId="271"/>
            <ac:spMk id="17411" creationId="{25B10FB9-A15F-F8CA-E0F3-B4914ABDDFA6}"/>
          </ac:spMkLst>
        </pc:spChg>
      </pc:sldChg>
      <pc:sldChg chg="modSp mod ord modNotesTx">
        <pc:chgData name="Simone Beets" userId="5adb261a4dd6137b" providerId="LiveId" clId="{1F3AC849-F215-41EC-84EC-A04449DBE6BC}" dt="2025-03-17T18:27:55.911" v="5644" actId="20577"/>
        <pc:sldMkLst>
          <pc:docMk/>
          <pc:sldMk cId="0" sldId="321"/>
        </pc:sldMkLst>
      </pc:sldChg>
      <pc:sldChg chg="modNotesTx">
        <pc:chgData name="Simone Beets" userId="5adb261a4dd6137b" providerId="LiveId" clId="{1F3AC849-F215-41EC-84EC-A04449DBE6BC}" dt="2025-03-17T06:36:57.181" v="5505" actId="20577"/>
        <pc:sldMkLst>
          <pc:docMk/>
          <pc:sldMk cId="465305782" sldId="323"/>
        </pc:sldMkLst>
      </pc:sldChg>
      <pc:sldChg chg="modSp add mod">
        <pc:chgData name="Simone Beets" userId="5adb261a4dd6137b" providerId="LiveId" clId="{1F3AC849-F215-41EC-84EC-A04449DBE6BC}" dt="2025-03-16T08:13:58.126" v="1975" actId="1076"/>
        <pc:sldMkLst>
          <pc:docMk/>
          <pc:sldMk cId="2369434495" sldId="324"/>
        </pc:sldMkLst>
      </pc:sldChg>
      <pc:sldChg chg="modSp mod ord modAnim modNotesTx">
        <pc:chgData name="Simone Beets" userId="5adb261a4dd6137b" providerId="LiveId" clId="{1F3AC849-F215-41EC-84EC-A04449DBE6BC}" dt="2025-03-16T08:05:44.324" v="1663" actId="12"/>
        <pc:sldMkLst>
          <pc:docMk/>
          <pc:sldMk cId="1762635146" sldId="339"/>
        </pc:sldMkLst>
        <pc:spChg chg="mod">
          <ac:chgData name="Simone Beets" userId="5adb261a4dd6137b" providerId="LiveId" clId="{1F3AC849-F215-41EC-84EC-A04449DBE6BC}" dt="2025-03-16T08:05:25.699" v="1659" actId="20577"/>
          <ac:spMkLst>
            <pc:docMk/>
            <pc:sldMk cId="1762635146" sldId="339"/>
            <ac:spMk id="2" creationId="{BCA5A014-4B8B-0A33-ABB5-D4F80EB980CC}"/>
          </ac:spMkLst>
        </pc:spChg>
        <pc:spChg chg="mod">
          <ac:chgData name="Simone Beets" userId="5adb261a4dd6137b" providerId="LiveId" clId="{1F3AC849-F215-41EC-84EC-A04449DBE6BC}" dt="2025-03-16T06:48:59.419" v="130" actId="20577"/>
          <ac:spMkLst>
            <pc:docMk/>
            <pc:sldMk cId="1762635146" sldId="339"/>
            <ac:spMk id="3" creationId="{2D7CFFAC-EAEC-A4A5-23FB-B3200E4B3C34}"/>
          </ac:spMkLst>
        </pc:spChg>
      </pc:sldChg>
      <pc:sldChg chg="addSp delSp modSp mod modAnim">
        <pc:chgData name="Simone Beets" userId="5adb261a4dd6137b" providerId="LiveId" clId="{1F3AC849-F215-41EC-84EC-A04449DBE6BC}" dt="2025-03-16T08:14:38.139" v="1984" actId="21"/>
        <pc:sldMkLst>
          <pc:docMk/>
          <pc:sldMk cId="2049952096" sldId="340"/>
        </pc:sldMkLst>
      </pc:sldChg>
      <pc:sldChg chg="del">
        <pc:chgData name="Simone Beets" userId="5adb261a4dd6137b" providerId="LiveId" clId="{1F3AC849-F215-41EC-84EC-A04449DBE6BC}" dt="2025-03-16T09:53:46.195" v="3924" actId="47"/>
        <pc:sldMkLst>
          <pc:docMk/>
          <pc:sldMk cId="4249415124" sldId="346"/>
        </pc:sldMkLst>
      </pc:sldChg>
      <pc:sldChg chg="del">
        <pc:chgData name="Simone Beets" userId="5adb261a4dd6137b" providerId="LiveId" clId="{1F3AC849-F215-41EC-84EC-A04449DBE6BC}" dt="2025-03-16T09:53:46.931" v="3925" actId="47"/>
        <pc:sldMkLst>
          <pc:docMk/>
          <pc:sldMk cId="4247069512" sldId="348"/>
        </pc:sldMkLst>
      </pc:sldChg>
      <pc:sldChg chg="addSp delSp modSp add mod ord delAnim modAnim modNotesTx">
        <pc:chgData name="Simone Beets" userId="5adb261a4dd6137b" providerId="LiveId" clId="{1F3AC849-F215-41EC-84EC-A04449DBE6BC}" dt="2025-03-17T04:48:18.964" v="5109" actId="20577"/>
        <pc:sldMkLst>
          <pc:docMk/>
          <pc:sldMk cId="583071382" sldId="352"/>
        </pc:sldMkLst>
      </pc:sldChg>
      <pc:sldChg chg="delSp modSp mod modAnim modNotesTx">
        <pc:chgData name="Simone Beets" userId="5adb261a4dd6137b" providerId="LiveId" clId="{1F3AC849-F215-41EC-84EC-A04449DBE6BC}" dt="2025-03-17T18:26:01.563" v="5566" actId="20577"/>
        <pc:sldMkLst>
          <pc:docMk/>
          <pc:sldMk cId="3867261677" sldId="364"/>
        </pc:sldMkLst>
      </pc:sldChg>
      <pc:sldChg chg="del">
        <pc:chgData name="Simone Beets" userId="5adb261a4dd6137b" providerId="LiveId" clId="{1F3AC849-F215-41EC-84EC-A04449DBE6BC}" dt="2025-03-16T04:46:13.043" v="28" actId="2696"/>
        <pc:sldMkLst>
          <pc:docMk/>
          <pc:sldMk cId="745339609" sldId="365"/>
        </pc:sldMkLst>
      </pc:sldChg>
      <pc:sldChg chg="del">
        <pc:chgData name="Simone Beets" userId="5adb261a4dd6137b" providerId="LiveId" clId="{1F3AC849-F215-41EC-84EC-A04449DBE6BC}" dt="2025-03-16T09:53:33.205" v="3911" actId="2696"/>
        <pc:sldMkLst>
          <pc:docMk/>
          <pc:sldMk cId="193908100" sldId="366"/>
        </pc:sldMkLst>
      </pc:sldChg>
      <pc:sldChg chg="del">
        <pc:chgData name="Simone Beets" userId="5adb261a4dd6137b" providerId="LiveId" clId="{1F3AC849-F215-41EC-84EC-A04449DBE6BC}" dt="2025-03-16T06:48:16.533" v="106" actId="2696"/>
        <pc:sldMkLst>
          <pc:docMk/>
          <pc:sldMk cId="1943306920" sldId="367"/>
        </pc:sldMkLst>
      </pc:sldChg>
      <pc:sldChg chg="addSp delSp modSp mod ord delAnim modAnim modNotesTx">
        <pc:chgData name="Simone Beets" userId="5adb261a4dd6137b" providerId="LiveId" clId="{1F3AC849-F215-41EC-84EC-A04449DBE6BC}" dt="2025-03-16T10:30:25.255" v="3964" actId="20577"/>
        <pc:sldMkLst>
          <pc:docMk/>
          <pc:sldMk cId="1679562004" sldId="368"/>
        </pc:sldMkLst>
      </pc:sldChg>
      <pc:sldChg chg="del">
        <pc:chgData name="Simone Beets" userId="5adb261a4dd6137b" providerId="LiveId" clId="{1F3AC849-F215-41EC-84EC-A04449DBE6BC}" dt="2025-03-16T09:53:35.482" v="3913" actId="47"/>
        <pc:sldMkLst>
          <pc:docMk/>
          <pc:sldMk cId="1853407" sldId="369"/>
        </pc:sldMkLst>
      </pc:sldChg>
      <pc:sldChg chg="del">
        <pc:chgData name="Simone Beets" userId="5adb261a4dd6137b" providerId="LiveId" clId="{1F3AC849-F215-41EC-84EC-A04449DBE6BC}" dt="2025-03-16T09:53:36.320" v="3914" actId="47"/>
        <pc:sldMkLst>
          <pc:docMk/>
          <pc:sldMk cId="681711374" sldId="370"/>
        </pc:sldMkLst>
      </pc:sldChg>
      <pc:sldChg chg="del">
        <pc:chgData name="Simone Beets" userId="5adb261a4dd6137b" providerId="LiveId" clId="{1F3AC849-F215-41EC-84EC-A04449DBE6BC}" dt="2025-03-16T09:53:36.975" v="3915" actId="47"/>
        <pc:sldMkLst>
          <pc:docMk/>
          <pc:sldMk cId="1043982446" sldId="371"/>
        </pc:sldMkLst>
      </pc:sldChg>
      <pc:sldChg chg="modSp del mod ord modAnim">
        <pc:chgData name="Simone Beets" userId="5adb261a4dd6137b" providerId="LiveId" clId="{1F3AC849-F215-41EC-84EC-A04449DBE6BC}" dt="2025-03-16T08:04:14.113" v="1655" actId="2696"/>
        <pc:sldMkLst>
          <pc:docMk/>
          <pc:sldMk cId="734426289" sldId="373"/>
        </pc:sldMkLst>
      </pc:sldChg>
      <pc:sldChg chg="del">
        <pc:chgData name="Simone Beets" userId="5adb261a4dd6137b" providerId="LiveId" clId="{1F3AC849-F215-41EC-84EC-A04449DBE6BC}" dt="2025-03-16T09:53:38.712" v="3917" actId="47"/>
        <pc:sldMkLst>
          <pc:docMk/>
          <pc:sldMk cId="4232052156" sldId="374"/>
        </pc:sldMkLst>
      </pc:sldChg>
      <pc:sldChg chg="del">
        <pc:chgData name="Simone Beets" userId="5adb261a4dd6137b" providerId="LiveId" clId="{1F3AC849-F215-41EC-84EC-A04449DBE6BC}" dt="2025-03-16T09:53:40.062" v="3918" actId="47"/>
        <pc:sldMkLst>
          <pc:docMk/>
          <pc:sldMk cId="1470916720" sldId="375"/>
        </pc:sldMkLst>
      </pc:sldChg>
      <pc:sldChg chg="del">
        <pc:chgData name="Simone Beets" userId="5adb261a4dd6137b" providerId="LiveId" clId="{1F3AC849-F215-41EC-84EC-A04449DBE6BC}" dt="2025-03-16T09:53:41.266" v="3919" actId="47"/>
        <pc:sldMkLst>
          <pc:docMk/>
          <pc:sldMk cId="558122889" sldId="376"/>
        </pc:sldMkLst>
      </pc:sldChg>
      <pc:sldChg chg="del">
        <pc:chgData name="Simone Beets" userId="5adb261a4dd6137b" providerId="LiveId" clId="{1F3AC849-F215-41EC-84EC-A04449DBE6BC}" dt="2025-03-16T09:53:42.313" v="3920" actId="47"/>
        <pc:sldMkLst>
          <pc:docMk/>
          <pc:sldMk cId="1978091042" sldId="377"/>
        </pc:sldMkLst>
      </pc:sldChg>
      <pc:sldChg chg="del">
        <pc:chgData name="Simone Beets" userId="5adb261a4dd6137b" providerId="LiveId" clId="{1F3AC849-F215-41EC-84EC-A04449DBE6BC}" dt="2025-03-16T09:53:43.150" v="3921" actId="47"/>
        <pc:sldMkLst>
          <pc:docMk/>
          <pc:sldMk cId="3002671383" sldId="378"/>
        </pc:sldMkLst>
      </pc:sldChg>
      <pc:sldChg chg="del">
        <pc:chgData name="Simone Beets" userId="5adb261a4dd6137b" providerId="LiveId" clId="{1F3AC849-F215-41EC-84EC-A04449DBE6BC}" dt="2025-03-16T09:53:44.333" v="3922" actId="47"/>
        <pc:sldMkLst>
          <pc:docMk/>
          <pc:sldMk cId="4237056731" sldId="379"/>
        </pc:sldMkLst>
      </pc:sldChg>
      <pc:sldChg chg="del">
        <pc:chgData name="Simone Beets" userId="5adb261a4dd6137b" providerId="LiveId" clId="{1F3AC849-F215-41EC-84EC-A04449DBE6BC}" dt="2025-03-16T09:53:47.734" v="3926" actId="47"/>
        <pc:sldMkLst>
          <pc:docMk/>
          <pc:sldMk cId="2112352835" sldId="380"/>
        </pc:sldMkLst>
      </pc:sldChg>
      <pc:sldChg chg="del">
        <pc:chgData name="Simone Beets" userId="5adb261a4dd6137b" providerId="LiveId" clId="{1F3AC849-F215-41EC-84EC-A04449DBE6BC}" dt="2025-03-16T09:53:48.990" v="3927" actId="47"/>
        <pc:sldMkLst>
          <pc:docMk/>
          <pc:sldMk cId="3520987890" sldId="381"/>
        </pc:sldMkLst>
      </pc:sldChg>
      <pc:sldChg chg="del">
        <pc:chgData name="Simone Beets" userId="5adb261a4dd6137b" providerId="LiveId" clId="{1F3AC849-F215-41EC-84EC-A04449DBE6BC}" dt="2025-03-16T09:53:49.871" v="3928" actId="47"/>
        <pc:sldMkLst>
          <pc:docMk/>
          <pc:sldMk cId="1482955239" sldId="382"/>
        </pc:sldMkLst>
      </pc:sldChg>
      <pc:sldChg chg="del">
        <pc:chgData name="Simone Beets" userId="5adb261a4dd6137b" providerId="LiveId" clId="{1F3AC849-F215-41EC-84EC-A04449DBE6BC}" dt="2025-03-16T09:53:50.620" v="3929" actId="47"/>
        <pc:sldMkLst>
          <pc:docMk/>
          <pc:sldMk cId="2193058390" sldId="383"/>
        </pc:sldMkLst>
      </pc:sldChg>
      <pc:sldChg chg="del">
        <pc:chgData name="Simone Beets" userId="5adb261a4dd6137b" providerId="LiveId" clId="{1F3AC849-F215-41EC-84EC-A04449DBE6BC}" dt="2025-03-16T09:53:51.623" v="3930" actId="47"/>
        <pc:sldMkLst>
          <pc:docMk/>
          <pc:sldMk cId="2755305679" sldId="384"/>
        </pc:sldMkLst>
      </pc:sldChg>
      <pc:sldChg chg="del">
        <pc:chgData name="Simone Beets" userId="5adb261a4dd6137b" providerId="LiveId" clId="{1F3AC849-F215-41EC-84EC-A04449DBE6BC}" dt="2025-03-16T09:53:52.250" v="3931" actId="47"/>
        <pc:sldMkLst>
          <pc:docMk/>
          <pc:sldMk cId="3435839152" sldId="385"/>
        </pc:sldMkLst>
      </pc:sldChg>
      <pc:sldChg chg="del">
        <pc:chgData name="Simone Beets" userId="5adb261a4dd6137b" providerId="LiveId" clId="{1F3AC849-F215-41EC-84EC-A04449DBE6BC}" dt="2025-03-16T09:53:53.137" v="3932" actId="47"/>
        <pc:sldMkLst>
          <pc:docMk/>
          <pc:sldMk cId="2665890241" sldId="386"/>
        </pc:sldMkLst>
      </pc:sldChg>
      <pc:sldChg chg="del">
        <pc:chgData name="Simone Beets" userId="5adb261a4dd6137b" providerId="LiveId" clId="{1F3AC849-F215-41EC-84EC-A04449DBE6BC}" dt="2025-03-16T09:53:54.033" v="3933" actId="47"/>
        <pc:sldMkLst>
          <pc:docMk/>
          <pc:sldMk cId="2929070598" sldId="387"/>
        </pc:sldMkLst>
      </pc:sldChg>
      <pc:sldChg chg="del">
        <pc:chgData name="Simone Beets" userId="5adb261a4dd6137b" providerId="LiveId" clId="{1F3AC849-F215-41EC-84EC-A04449DBE6BC}" dt="2025-03-16T09:53:54.698" v="3934" actId="47"/>
        <pc:sldMkLst>
          <pc:docMk/>
          <pc:sldMk cId="3566379816" sldId="388"/>
        </pc:sldMkLst>
      </pc:sldChg>
      <pc:sldChg chg="add del">
        <pc:chgData name="Simone Beets" userId="5adb261a4dd6137b" providerId="LiveId" clId="{1F3AC849-F215-41EC-84EC-A04449DBE6BC}" dt="2025-03-16T09:53:45.507" v="3923" actId="47"/>
        <pc:sldMkLst>
          <pc:docMk/>
          <pc:sldMk cId="3090960088" sldId="389"/>
        </pc:sldMkLst>
      </pc:sldChg>
      <pc:sldChg chg="modSp add mod modAnim modNotesTx">
        <pc:chgData name="Simone Beets" userId="5adb261a4dd6137b" providerId="LiveId" clId="{1F3AC849-F215-41EC-84EC-A04449DBE6BC}" dt="2025-03-16T08:11:57.016" v="1958" actId="12"/>
        <pc:sldMkLst>
          <pc:docMk/>
          <pc:sldMk cId="2684210106" sldId="390"/>
        </pc:sldMkLst>
      </pc:sldChg>
      <pc:sldChg chg="modSp add mod ord modAnim modNotesTx">
        <pc:chgData name="Simone Beets" userId="5adb261a4dd6137b" providerId="LiveId" clId="{1F3AC849-F215-41EC-84EC-A04449DBE6BC}" dt="2025-03-16T08:46:09.879" v="2584" actId="6549"/>
        <pc:sldMkLst>
          <pc:docMk/>
          <pc:sldMk cId="422397288" sldId="391"/>
        </pc:sldMkLst>
      </pc:sldChg>
      <pc:sldChg chg="addSp delSp modSp add del mod modAnim modNotesTx">
        <pc:chgData name="Simone Beets" userId="5adb261a4dd6137b" providerId="LiveId" clId="{1F3AC849-F215-41EC-84EC-A04449DBE6BC}" dt="2025-03-16T07:38:42.637" v="1217" actId="2696"/>
        <pc:sldMkLst>
          <pc:docMk/>
          <pc:sldMk cId="3668451241" sldId="392"/>
        </pc:sldMkLst>
      </pc:sldChg>
      <pc:sldChg chg="addSp modSp add mod modAnim">
        <pc:chgData name="Simone Beets" userId="5adb261a4dd6137b" providerId="LiveId" clId="{1F3AC849-F215-41EC-84EC-A04449DBE6BC}" dt="2025-03-17T04:36:47.367" v="5105" actId="1076"/>
        <pc:sldMkLst>
          <pc:docMk/>
          <pc:sldMk cId="1662032250" sldId="393"/>
        </pc:sldMkLst>
      </pc:sldChg>
      <pc:sldChg chg="addSp delSp modSp add mod addAnim delAnim modAnim modNotesTx">
        <pc:chgData name="Simone Beets" userId="5adb261a4dd6137b" providerId="LiveId" clId="{1F3AC849-F215-41EC-84EC-A04449DBE6BC}" dt="2025-03-17T04:46:05.441" v="5108" actId="6549"/>
        <pc:sldMkLst>
          <pc:docMk/>
          <pc:sldMk cId="226156491" sldId="394"/>
        </pc:sldMkLst>
      </pc:sldChg>
      <pc:sldChg chg="modSp add del mod ord modAnim">
        <pc:chgData name="Simone Beets" userId="5adb261a4dd6137b" providerId="LiveId" clId="{1F3AC849-F215-41EC-84EC-A04449DBE6BC}" dt="2025-03-16T08:00:28.692" v="1586" actId="2696"/>
        <pc:sldMkLst>
          <pc:docMk/>
          <pc:sldMk cId="2179254168" sldId="395"/>
        </pc:sldMkLst>
      </pc:sldChg>
      <pc:sldChg chg="addSp delSp modSp add mod delAnim modAnim modNotesTx">
        <pc:chgData name="Simone Beets" userId="5adb261a4dd6137b" providerId="LiveId" clId="{1F3AC849-F215-41EC-84EC-A04449DBE6BC}" dt="2025-03-17T04:36:56.714" v="5107"/>
        <pc:sldMkLst>
          <pc:docMk/>
          <pc:sldMk cId="920287109" sldId="396"/>
        </pc:sldMkLst>
      </pc:sldChg>
      <pc:sldChg chg="modSp add mod ord modAnim modNotesTx">
        <pc:chgData name="Simone Beets" userId="5adb261a4dd6137b" providerId="LiveId" clId="{1F3AC849-F215-41EC-84EC-A04449DBE6BC}" dt="2025-03-16T08:08:44.451" v="1941" actId="20577"/>
        <pc:sldMkLst>
          <pc:docMk/>
          <pc:sldMk cId="1427072437" sldId="397"/>
        </pc:sldMkLst>
        <pc:spChg chg="mod">
          <ac:chgData name="Simone Beets" userId="5adb261a4dd6137b" providerId="LiveId" clId="{1F3AC849-F215-41EC-84EC-A04449DBE6BC}" dt="2025-03-16T08:03:42.602" v="1653" actId="20577"/>
          <ac:spMkLst>
            <pc:docMk/>
            <pc:sldMk cId="1427072437" sldId="397"/>
            <ac:spMk id="20482" creationId="{93276CE2-B486-73FE-3FEC-B46EE7F92692}"/>
          </ac:spMkLst>
        </pc:spChg>
      </pc:sldChg>
      <pc:sldChg chg="add del">
        <pc:chgData name="Simone Beets" userId="5adb261a4dd6137b" providerId="LiveId" clId="{1F3AC849-F215-41EC-84EC-A04449DBE6BC}" dt="2025-03-16T09:53:34.820" v="3912" actId="47"/>
        <pc:sldMkLst>
          <pc:docMk/>
          <pc:sldMk cId="4288141710" sldId="398"/>
        </pc:sldMkLst>
      </pc:sldChg>
      <pc:sldChg chg="delSp modSp add mod delAnim modAnim modNotesTx">
        <pc:chgData name="Simone Beets" userId="5adb261a4dd6137b" providerId="LiveId" clId="{1F3AC849-F215-41EC-84EC-A04449DBE6BC}" dt="2025-03-16T08:44:45.655" v="2552" actId="20577"/>
        <pc:sldMkLst>
          <pc:docMk/>
          <pc:sldMk cId="536390260" sldId="399"/>
        </pc:sldMkLst>
      </pc:sldChg>
      <pc:sldChg chg="add del">
        <pc:chgData name="Simone Beets" userId="5adb261a4dd6137b" providerId="LiveId" clId="{1F3AC849-F215-41EC-84EC-A04449DBE6BC}" dt="2025-03-16T09:53:37.636" v="3916" actId="47"/>
        <pc:sldMkLst>
          <pc:docMk/>
          <pc:sldMk cId="753274260" sldId="400"/>
        </pc:sldMkLst>
      </pc:sldChg>
      <pc:sldChg chg="modSp add mod modAnim">
        <pc:chgData name="Simone Beets" userId="5adb261a4dd6137b" providerId="LiveId" clId="{1F3AC849-F215-41EC-84EC-A04449DBE6BC}" dt="2025-03-16T08:49:46.815" v="2689" actId="20577"/>
        <pc:sldMkLst>
          <pc:docMk/>
          <pc:sldMk cId="1928756358" sldId="401"/>
        </pc:sldMkLst>
      </pc:sldChg>
      <pc:sldChg chg="addSp delSp modSp add mod delAnim modAnim">
        <pc:chgData name="Simone Beets" userId="5adb261a4dd6137b" providerId="LiveId" clId="{1F3AC849-F215-41EC-84EC-A04449DBE6BC}" dt="2025-03-16T10:23:05.876" v="3950"/>
        <pc:sldMkLst>
          <pc:docMk/>
          <pc:sldMk cId="2581493560" sldId="402"/>
        </pc:sldMkLst>
      </pc:sldChg>
      <pc:sldChg chg="addSp delSp modSp add mod addAnim delAnim modAnim modNotesTx">
        <pc:chgData name="Simone Beets" userId="5adb261a4dd6137b" providerId="LiveId" clId="{1F3AC849-F215-41EC-84EC-A04449DBE6BC}" dt="2025-03-17T18:27:10.480" v="5570" actId="20577"/>
        <pc:sldMkLst>
          <pc:docMk/>
          <pc:sldMk cId="2548823524" sldId="403"/>
        </pc:sldMkLst>
      </pc:sldChg>
      <pc:sldChg chg="modSp add mod ord modAnim modNotesTx">
        <pc:chgData name="Simone Beets" userId="5adb261a4dd6137b" providerId="LiveId" clId="{1F3AC849-F215-41EC-84EC-A04449DBE6BC}" dt="2025-03-17T04:53:13.090" v="5110" actId="20577"/>
        <pc:sldMkLst>
          <pc:docMk/>
          <pc:sldMk cId="741803763" sldId="404"/>
        </pc:sldMkLst>
      </pc:sldChg>
      <pc:sldChg chg="addSp delSp modSp add mod delAnim modAnim modNotesTx">
        <pc:chgData name="Simone Beets" userId="5adb261a4dd6137b" providerId="LiveId" clId="{1F3AC849-F215-41EC-84EC-A04449DBE6BC}" dt="2025-03-16T10:30:45.426" v="3965" actId="6549"/>
        <pc:sldMkLst>
          <pc:docMk/>
          <pc:sldMk cId="1601805029" sldId="405"/>
        </pc:sldMkLst>
      </pc:sldChg>
      <pc:sldChg chg="modSp add mod ord modAnim modNotesTx">
        <pc:chgData name="Simone Beets" userId="5adb261a4dd6137b" providerId="LiveId" clId="{1F3AC849-F215-41EC-84EC-A04449DBE6BC}" dt="2025-03-16T10:31:29.418" v="3970" actId="20577"/>
        <pc:sldMkLst>
          <pc:docMk/>
          <pc:sldMk cId="4220622377" sldId="406"/>
        </pc:sldMkLst>
      </pc:sldChg>
      <pc:sldChg chg="modSp add ord modAnim modNotesTx">
        <pc:chgData name="Simone Beets" userId="5adb261a4dd6137b" providerId="LiveId" clId="{1F3AC849-F215-41EC-84EC-A04449DBE6BC}" dt="2025-03-16T10:31:49.149" v="3974" actId="6549"/>
        <pc:sldMkLst>
          <pc:docMk/>
          <pc:sldMk cId="2242960218" sldId="407"/>
        </pc:sldMkLst>
      </pc:sldChg>
      <pc:sldChg chg="addSp delSp modSp add mod delAnim modAnim modNotesTx">
        <pc:chgData name="Simone Beets" userId="5adb261a4dd6137b" providerId="LiveId" clId="{1F3AC849-F215-41EC-84EC-A04449DBE6BC}" dt="2025-03-16T10:30:52.501" v="3966"/>
        <pc:sldMkLst>
          <pc:docMk/>
          <pc:sldMk cId="976054929" sldId="408"/>
        </pc:sldMkLst>
      </pc:sldChg>
      <pc:sldChg chg="add del">
        <pc:chgData name="Simone Beets" userId="5adb261a4dd6137b" providerId="LiveId" clId="{1F3AC849-F215-41EC-84EC-A04449DBE6BC}" dt="2025-03-16T09:15:46.771" v="3586" actId="47"/>
        <pc:sldMkLst>
          <pc:docMk/>
          <pc:sldMk cId="1278055312" sldId="408"/>
        </pc:sldMkLst>
      </pc:sldChg>
      <pc:sldChg chg="add del">
        <pc:chgData name="Simone Beets" userId="5adb261a4dd6137b" providerId="LiveId" clId="{1F3AC849-F215-41EC-84EC-A04449DBE6BC}" dt="2025-03-16T09:28:02.304" v="3677" actId="47"/>
        <pc:sldMkLst>
          <pc:docMk/>
          <pc:sldMk cId="3871225136" sldId="409"/>
        </pc:sldMkLst>
      </pc:sldChg>
      <pc:sldChg chg="addSp modSp add mod modAnim modNotesTx">
        <pc:chgData name="Simone Beets" userId="5adb261a4dd6137b" providerId="LiveId" clId="{1F3AC849-F215-41EC-84EC-A04449DBE6BC}" dt="2025-03-16T10:31:38.901" v="3971" actId="6549"/>
        <pc:sldMkLst>
          <pc:docMk/>
          <pc:sldMk cId="246443275" sldId="410"/>
        </pc:sldMkLst>
      </pc:sldChg>
      <pc:sldChg chg="delSp modSp add mod modAnim modNotesTx">
        <pc:chgData name="Simone Beets" userId="5adb261a4dd6137b" providerId="LiveId" clId="{1F3AC849-F215-41EC-84EC-A04449DBE6BC}" dt="2025-03-16T10:31:42.100" v="3972" actId="6549"/>
        <pc:sldMkLst>
          <pc:docMk/>
          <pc:sldMk cId="852655609" sldId="411"/>
        </pc:sldMkLst>
      </pc:sldChg>
      <pc:sldChg chg="delSp modSp add mod ord modAnim modNotesTx">
        <pc:chgData name="Simone Beets" userId="5adb261a4dd6137b" providerId="LiveId" clId="{1F3AC849-F215-41EC-84EC-A04449DBE6BC}" dt="2025-03-16T10:31:44.604" v="3973" actId="6549"/>
        <pc:sldMkLst>
          <pc:docMk/>
          <pc:sldMk cId="395443802" sldId="412"/>
        </pc:sldMkLst>
      </pc:sldChg>
      <pc:sldChg chg="modSp add mod modAnim modNotesTx">
        <pc:chgData name="Simone Beets" userId="5adb261a4dd6137b" providerId="LiveId" clId="{1F3AC849-F215-41EC-84EC-A04449DBE6BC}" dt="2025-03-16T10:31:51.981" v="3975" actId="6549"/>
        <pc:sldMkLst>
          <pc:docMk/>
          <pc:sldMk cId="438604043" sldId="413"/>
        </pc:sldMkLst>
      </pc:sldChg>
      <pc:sldChg chg="modSp add mod modAnim modNotesTx">
        <pc:chgData name="Simone Beets" userId="5adb261a4dd6137b" providerId="LiveId" clId="{1F3AC849-F215-41EC-84EC-A04449DBE6BC}" dt="2025-03-16T10:31:55.431" v="3976" actId="6549"/>
        <pc:sldMkLst>
          <pc:docMk/>
          <pc:sldMk cId="3096865357" sldId="414"/>
        </pc:sldMkLst>
      </pc:sldChg>
      <pc:sldChg chg="modSp add mod modAnim modNotesTx">
        <pc:chgData name="Simone Beets" userId="5adb261a4dd6137b" providerId="LiveId" clId="{1F3AC849-F215-41EC-84EC-A04449DBE6BC}" dt="2025-03-16T10:36:49.868" v="4468" actId="20577"/>
        <pc:sldMkLst>
          <pc:docMk/>
          <pc:sldMk cId="3654530391" sldId="415"/>
        </pc:sldMkLst>
      </pc:sldChg>
      <pc:sldChg chg="modSp add modAnim modNotesTx">
        <pc:chgData name="Simone Beets" userId="5adb261a4dd6137b" providerId="LiveId" clId="{1F3AC849-F215-41EC-84EC-A04449DBE6BC}" dt="2025-03-16T10:33:08.804" v="4076" actId="20577"/>
        <pc:sldMkLst>
          <pc:docMk/>
          <pc:sldMk cId="3180297522" sldId="416"/>
        </pc:sldMkLst>
      </pc:sldChg>
      <pc:sldChg chg="modSp add mod ord modNotesTx">
        <pc:chgData name="Simone Beets" userId="5adb261a4dd6137b" providerId="LiveId" clId="{1F3AC849-F215-41EC-84EC-A04449DBE6BC}" dt="2025-03-17T18:28:03.640" v="5646" actId="5793"/>
        <pc:sldMkLst>
          <pc:docMk/>
          <pc:sldMk cId="2083726452" sldId="417"/>
        </pc:sldMkLst>
      </pc:sldChg>
      <pc:sldChg chg="add">
        <pc:chgData name="Simone Beets" userId="5adb261a4dd6137b" providerId="LiveId" clId="{1F3AC849-F215-41EC-84EC-A04449DBE6BC}" dt="2025-03-16T10:20:13.543" v="3935" actId="2890"/>
        <pc:sldMkLst>
          <pc:docMk/>
          <pc:sldMk cId="3637301509" sldId="418"/>
        </pc:sldMkLst>
      </pc:sldChg>
      <pc:sldChg chg="add modNotesTx">
        <pc:chgData name="Simone Beets" userId="5adb261a4dd6137b" providerId="LiveId" clId="{1F3AC849-F215-41EC-84EC-A04449DBE6BC}" dt="2025-03-17T18:26:30.771" v="5568" actId="20577"/>
        <pc:sldMkLst>
          <pc:docMk/>
          <pc:sldMk cId="4218234025" sldId="419"/>
        </pc:sldMkLst>
      </pc:sldChg>
      <pc:sldChg chg="addSp delSp modSp add mod ord modAnim">
        <pc:chgData name="Simone Beets" userId="5adb261a4dd6137b" providerId="LiveId" clId="{1F3AC849-F215-41EC-84EC-A04449DBE6BC}" dt="2025-03-17T06:36:50.868" v="5504"/>
        <pc:sldMkLst>
          <pc:docMk/>
          <pc:sldMk cId="2673821010" sldId="420"/>
        </pc:sldMkLst>
      </pc:sldChg>
      <pc:sldChg chg="modSp add mod ord modAnim">
        <pc:chgData name="Simone Beets" userId="5adb261a4dd6137b" providerId="LiveId" clId="{1F3AC849-F215-41EC-84EC-A04449DBE6BC}" dt="2025-03-17T06:39:04.103" v="5564" actId="20577"/>
        <pc:sldMkLst>
          <pc:docMk/>
          <pc:sldMk cId="3254186665" sldId="42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C0235D-C327-4C7C-973E-E35C08004192}" type="doc">
      <dgm:prSet loTypeId="urn:microsoft.com/office/officeart/2005/8/layout/bProcess3" loCatId="process" qsTypeId="urn:microsoft.com/office/officeart/2005/8/quickstyle/simple2" qsCatId="simple" csTypeId="urn:microsoft.com/office/officeart/2005/8/colors/accent6_1" csCatId="accent6" phldr="1"/>
      <dgm:spPr/>
      <dgm:t>
        <a:bodyPr/>
        <a:lstStyle/>
        <a:p>
          <a:endParaRPr lang="en-ZA"/>
        </a:p>
      </dgm:t>
    </dgm:pt>
    <dgm:pt modelId="{225CD298-7C3F-45F8-A737-1698D52546A4}">
      <dgm:prSet phldrT="[Text]"/>
      <dgm:spPr/>
      <dgm:t>
        <a:bodyPr/>
        <a:lstStyle/>
        <a:p>
          <a:r>
            <a:rPr lang="en-ZA" dirty="0"/>
            <a:t>Link libraries to project</a:t>
          </a:r>
        </a:p>
      </dgm:t>
    </dgm:pt>
    <dgm:pt modelId="{4F4026E2-35D1-4FB8-8724-A87E61677C64}" type="parTrans" cxnId="{28A6A330-60AC-4D0C-9EB2-647B6418BAB2}">
      <dgm:prSet/>
      <dgm:spPr/>
      <dgm:t>
        <a:bodyPr/>
        <a:lstStyle/>
        <a:p>
          <a:endParaRPr lang="en-ZA"/>
        </a:p>
      </dgm:t>
    </dgm:pt>
    <dgm:pt modelId="{7347FA85-8738-4B4A-8CE0-CFB7FA2C4403}" type="sibTrans" cxnId="{28A6A330-60AC-4D0C-9EB2-647B6418BAB2}">
      <dgm:prSet/>
      <dgm:spPr/>
      <dgm:t>
        <a:bodyPr/>
        <a:lstStyle/>
        <a:p>
          <a:endParaRPr lang="en-ZA"/>
        </a:p>
      </dgm:t>
    </dgm:pt>
    <dgm:pt modelId="{6118692F-8C36-40B5-BF4C-0C772A417806}">
      <dgm:prSet/>
      <dgm:spPr/>
      <dgm:t>
        <a:bodyPr/>
        <a:lstStyle/>
        <a:p>
          <a:r>
            <a:rPr lang="en-ZA"/>
            <a:t>Load drivers to communicate with database</a:t>
          </a:r>
          <a:endParaRPr lang="en-ZA" dirty="0"/>
        </a:p>
      </dgm:t>
    </dgm:pt>
    <dgm:pt modelId="{45A85712-0A1E-4629-B61E-CFF607CDB6DB}" type="parTrans" cxnId="{181445B0-BD1B-463A-9627-1BEAB314813A}">
      <dgm:prSet/>
      <dgm:spPr/>
      <dgm:t>
        <a:bodyPr/>
        <a:lstStyle/>
        <a:p>
          <a:endParaRPr lang="en-ZA"/>
        </a:p>
      </dgm:t>
    </dgm:pt>
    <dgm:pt modelId="{3141FF10-147A-4981-A25B-1B235D0330E3}" type="sibTrans" cxnId="{181445B0-BD1B-463A-9627-1BEAB314813A}">
      <dgm:prSet/>
      <dgm:spPr/>
      <dgm:t>
        <a:bodyPr/>
        <a:lstStyle/>
        <a:p>
          <a:endParaRPr lang="en-ZA"/>
        </a:p>
      </dgm:t>
    </dgm:pt>
    <dgm:pt modelId="{359B9734-E61B-4610-B94F-24E72C6806B9}">
      <dgm:prSet/>
      <dgm:spPr/>
      <dgm:t>
        <a:bodyPr/>
        <a:lstStyle/>
        <a:p>
          <a:r>
            <a:rPr lang="en-ZA"/>
            <a:t>Establish connection with database</a:t>
          </a:r>
          <a:endParaRPr lang="en-ZA" dirty="0"/>
        </a:p>
      </dgm:t>
    </dgm:pt>
    <dgm:pt modelId="{0F26EF23-29EF-4038-ABF0-8DC5AC15D599}" type="parTrans" cxnId="{D844783D-225F-4117-921D-7EA6FDF94FD8}">
      <dgm:prSet/>
      <dgm:spPr/>
      <dgm:t>
        <a:bodyPr/>
        <a:lstStyle/>
        <a:p>
          <a:endParaRPr lang="en-ZA"/>
        </a:p>
      </dgm:t>
    </dgm:pt>
    <dgm:pt modelId="{54ECB544-7B78-40BF-B0D4-CC63380A7024}" type="sibTrans" cxnId="{D844783D-225F-4117-921D-7EA6FDF94FD8}">
      <dgm:prSet/>
      <dgm:spPr/>
      <dgm:t>
        <a:bodyPr/>
        <a:lstStyle/>
        <a:p>
          <a:endParaRPr lang="en-ZA"/>
        </a:p>
      </dgm:t>
    </dgm:pt>
    <dgm:pt modelId="{E7103138-D6DA-45A9-86D1-B19D269735CF}">
      <dgm:prSet/>
      <dgm:spPr/>
      <dgm:t>
        <a:bodyPr/>
        <a:lstStyle/>
        <a:p>
          <a:r>
            <a:rPr lang="en-ZA"/>
            <a:t>Obtain a statement(s) object to interact with db</a:t>
          </a:r>
          <a:endParaRPr lang="en-ZA" dirty="0"/>
        </a:p>
      </dgm:t>
    </dgm:pt>
    <dgm:pt modelId="{E5D02845-B7CA-456F-95F6-7C51D560E15D}" type="parTrans" cxnId="{D2C8A72F-49D9-4B13-93F2-0E328BA91BA1}">
      <dgm:prSet/>
      <dgm:spPr/>
      <dgm:t>
        <a:bodyPr/>
        <a:lstStyle/>
        <a:p>
          <a:endParaRPr lang="en-ZA"/>
        </a:p>
      </dgm:t>
    </dgm:pt>
    <dgm:pt modelId="{EF8E9205-5CB9-4BBC-9068-752292AB025A}" type="sibTrans" cxnId="{D2C8A72F-49D9-4B13-93F2-0E328BA91BA1}">
      <dgm:prSet/>
      <dgm:spPr/>
      <dgm:t>
        <a:bodyPr/>
        <a:lstStyle/>
        <a:p>
          <a:endParaRPr lang="en-ZA"/>
        </a:p>
      </dgm:t>
    </dgm:pt>
    <dgm:pt modelId="{0C1CB67E-050E-4094-B5BD-F256D2789B89}">
      <dgm:prSet/>
      <dgm:spPr/>
      <dgm:t>
        <a:bodyPr/>
        <a:lstStyle/>
        <a:p>
          <a:r>
            <a:rPr lang="en-ZA"/>
            <a:t>Use statement(s) to manipulate db</a:t>
          </a:r>
          <a:endParaRPr lang="en-ZA" dirty="0"/>
        </a:p>
      </dgm:t>
    </dgm:pt>
    <dgm:pt modelId="{BF06F417-CFDF-47A1-AB0A-B2E1E1E686FC}" type="parTrans" cxnId="{51253AE9-FB39-410A-AEEC-E23176848888}">
      <dgm:prSet/>
      <dgm:spPr/>
      <dgm:t>
        <a:bodyPr/>
        <a:lstStyle/>
        <a:p>
          <a:endParaRPr lang="en-ZA"/>
        </a:p>
      </dgm:t>
    </dgm:pt>
    <dgm:pt modelId="{561AEC42-B0F9-4027-8145-0CA103B62A7B}" type="sibTrans" cxnId="{51253AE9-FB39-410A-AEEC-E23176848888}">
      <dgm:prSet/>
      <dgm:spPr/>
      <dgm:t>
        <a:bodyPr/>
        <a:lstStyle/>
        <a:p>
          <a:endParaRPr lang="en-ZA"/>
        </a:p>
      </dgm:t>
    </dgm:pt>
    <dgm:pt modelId="{CAF889C1-20BE-40E9-86AC-2F432EA24662}">
      <dgm:prSet/>
      <dgm:spPr/>
      <dgm:t>
        <a:bodyPr/>
        <a:lstStyle/>
        <a:p>
          <a:r>
            <a:rPr lang="en-ZA" dirty="0"/>
            <a:t>Close database</a:t>
          </a:r>
        </a:p>
      </dgm:t>
    </dgm:pt>
    <dgm:pt modelId="{E2D70D6C-55E2-4043-B9CF-96767B494C5E}" type="parTrans" cxnId="{ED54925F-C847-4ACC-92AA-15E434ADAA52}">
      <dgm:prSet/>
      <dgm:spPr/>
      <dgm:t>
        <a:bodyPr/>
        <a:lstStyle/>
        <a:p>
          <a:endParaRPr lang="en-ZA"/>
        </a:p>
      </dgm:t>
    </dgm:pt>
    <dgm:pt modelId="{E93171C6-A39B-4238-9AFC-32173613F44C}" type="sibTrans" cxnId="{ED54925F-C847-4ACC-92AA-15E434ADAA52}">
      <dgm:prSet/>
      <dgm:spPr/>
      <dgm:t>
        <a:bodyPr/>
        <a:lstStyle/>
        <a:p>
          <a:endParaRPr lang="en-ZA"/>
        </a:p>
      </dgm:t>
    </dgm:pt>
    <dgm:pt modelId="{EB5CB4FE-B758-42B8-A6B8-05E2CE27C1D2}" type="pres">
      <dgm:prSet presAssocID="{ACC0235D-C327-4C7C-973E-E35C08004192}" presName="Name0" presStyleCnt="0">
        <dgm:presLayoutVars>
          <dgm:dir/>
          <dgm:resizeHandles val="exact"/>
        </dgm:presLayoutVars>
      </dgm:prSet>
      <dgm:spPr/>
    </dgm:pt>
    <dgm:pt modelId="{7173441C-E617-4137-AE92-D1AD23B4A6EF}" type="pres">
      <dgm:prSet presAssocID="{225CD298-7C3F-45F8-A737-1698D52546A4}" presName="node" presStyleLbl="node1" presStyleIdx="0" presStyleCnt="6">
        <dgm:presLayoutVars>
          <dgm:bulletEnabled val="1"/>
        </dgm:presLayoutVars>
      </dgm:prSet>
      <dgm:spPr/>
    </dgm:pt>
    <dgm:pt modelId="{0AFDADED-20C5-4164-8577-F2FCE1C318F9}" type="pres">
      <dgm:prSet presAssocID="{7347FA85-8738-4B4A-8CE0-CFB7FA2C4403}" presName="sibTrans" presStyleLbl="sibTrans1D1" presStyleIdx="0" presStyleCnt="5"/>
      <dgm:spPr/>
    </dgm:pt>
    <dgm:pt modelId="{2F0D5CA3-8942-494A-905B-BF287827A373}" type="pres">
      <dgm:prSet presAssocID="{7347FA85-8738-4B4A-8CE0-CFB7FA2C4403}" presName="connectorText" presStyleLbl="sibTrans1D1" presStyleIdx="0" presStyleCnt="5"/>
      <dgm:spPr/>
    </dgm:pt>
    <dgm:pt modelId="{EFB2A589-9850-4B07-B9A1-083734D60E8D}" type="pres">
      <dgm:prSet presAssocID="{6118692F-8C36-40B5-BF4C-0C772A417806}" presName="node" presStyleLbl="node1" presStyleIdx="1" presStyleCnt="6">
        <dgm:presLayoutVars>
          <dgm:bulletEnabled val="1"/>
        </dgm:presLayoutVars>
      </dgm:prSet>
      <dgm:spPr/>
    </dgm:pt>
    <dgm:pt modelId="{A8389AF9-BFF1-413F-90EA-2CE3AE70EB79}" type="pres">
      <dgm:prSet presAssocID="{3141FF10-147A-4981-A25B-1B235D0330E3}" presName="sibTrans" presStyleLbl="sibTrans1D1" presStyleIdx="1" presStyleCnt="5"/>
      <dgm:spPr/>
    </dgm:pt>
    <dgm:pt modelId="{EA0735D4-FCCF-4496-A112-B2FED76ED34A}" type="pres">
      <dgm:prSet presAssocID="{3141FF10-147A-4981-A25B-1B235D0330E3}" presName="connectorText" presStyleLbl="sibTrans1D1" presStyleIdx="1" presStyleCnt="5"/>
      <dgm:spPr/>
    </dgm:pt>
    <dgm:pt modelId="{B248E945-F33C-4AAF-BE7D-C8BBD82896D1}" type="pres">
      <dgm:prSet presAssocID="{359B9734-E61B-4610-B94F-24E72C6806B9}" presName="node" presStyleLbl="node1" presStyleIdx="2" presStyleCnt="6">
        <dgm:presLayoutVars>
          <dgm:bulletEnabled val="1"/>
        </dgm:presLayoutVars>
      </dgm:prSet>
      <dgm:spPr/>
    </dgm:pt>
    <dgm:pt modelId="{79341B71-7409-4375-981B-90D6419D7BCB}" type="pres">
      <dgm:prSet presAssocID="{54ECB544-7B78-40BF-B0D4-CC63380A7024}" presName="sibTrans" presStyleLbl="sibTrans1D1" presStyleIdx="2" presStyleCnt="5"/>
      <dgm:spPr/>
    </dgm:pt>
    <dgm:pt modelId="{62862FB5-C2B8-4D6A-B49B-8EC5BDA446C8}" type="pres">
      <dgm:prSet presAssocID="{54ECB544-7B78-40BF-B0D4-CC63380A7024}" presName="connectorText" presStyleLbl="sibTrans1D1" presStyleIdx="2" presStyleCnt="5"/>
      <dgm:spPr/>
    </dgm:pt>
    <dgm:pt modelId="{8D509C68-44F8-4DA4-B853-83F2547F1501}" type="pres">
      <dgm:prSet presAssocID="{E7103138-D6DA-45A9-86D1-B19D269735CF}" presName="node" presStyleLbl="node1" presStyleIdx="3" presStyleCnt="6">
        <dgm:presLayoutVars>
          <dgm:bulletEnabled val="1"/>
        </dgm:presLayoutVars>
      </dgm:prSet>
      <dgm:spPr/>
    </dgm:pt>
    <dgm:pt modelId="{515079DB-5E3E-4930-BD7B-7B3214748C6D}" type="pres">
      <dgm:prSet presAssocID="{EF8E9205-5CB9-4BBC-9068-752292AB025A}" presName="sibTrans" presStyleLbl="sibTrans1D1" presStyleIdx="3" presStyleCnt="5"/>
      <dgm:spPr/>
    </dgm:pt>
    <dgm:pt modelId="{B9EF28D6-D2C2-452A-87F8-64E1834B154B}" type="pres">
      <dgm:prSet presAssocID="{EF8E9205-5CB9-4BBC-9068-752292AB025A}" presName="connectorText" presStyleLbl="sibTrans1D1" presStyleIdx="3" presStyleCnt="5"/>
      <dgm:spPr/>
    </dgm:pt>
    <dgm:pt modelId="{3ADE385E-7F4A-4C5D-99EC-865846D95231}" type="pres">
      <dgm:prSet presAssocID="{0C1CB67E-050E-4094-B5BD-F256D2789B89}" presName="node" presStyleLbl="node1" presStyleIdx="4" presStyleCnt="6">
        <dgm:presLayoutVars>
          <dgm:bulletEnabled val="1"/>
        </dgm:presLayoutVars>
      </dgm:prSet>
      <dgm:spPr/>
    </dgm:pt>
    <dgm:pt modelId="{9B88F7DC-2DB4-4987-803A-A5F4A95521B6}" type="pres">
      <dgm:prSet presAssocID="{561AEC42-B0F9-4027-8145-0CA103B62A7B}" presName="sibTrans" presStyleLbl="sibTrans1D1" presStyleIdx="4" presStyleCnt="5"/>
      <dgm:spPr/>
    </dgm:pt>
    <dgm:pt modelId="{97A3D8B5-F360-4964-98D5-BB67527CF9F8}" type="pres">
      <dgm:prSet presAssocID="{561AEC42-B0F9-4027-8145-0CA103B62A7B}" presName="connectorText" presStyleLbl="sibTrans1D1" presStyleIdx="4" presStyleCnt="5"/>
      <dgm:spPr/>
    </dgm:pt>
    <dgm:pt modelId="{C16A019B-F490-4BE4-BEA7-33D6E349E0C0}" type="pres">
      <dgm:prSet presAssocID="{CAF889C1-20BE-40E9-86AC-2F432EA24662}" presName="node" presStyleLbl="node1" presStyleIdx="5" presStyleCnt="6">
        <dgm:presLayoutVars>
          <dgm:bulletEnabled val="1"/>
        </dgm:presLayoutVars>
      </dgm:prSet>
      <dgm:spPr/>
    </dgm:pt>
  </dgm:ptLst>
  <dgm:cxnLst>
    <dgm:cxn modelId="{290BBC03-C0E7-4228-B0AB-6CC0126C9B01}" type="presOf" srcId="{EF8E9205-5CB9-4BBC-9068-752292AB025A}" destId="{B9EF28D6-D2C2-452A-87F8-64E1834B154B}" srcOrd="1" destOrd="0" presId="urn:microsoft.com/office/officeart/2005/8/layout/bProcess3"/>
    <dgm:cxn modelId="{6D608705-A275-4484-81B1-1BADF762B79F}" type="presOf" srcId="{E7103138-D6DA-45A9-86D1-B19D269735CF}" destId="{8D509C68-44F8-4DA4-B853-83F2547F1501}" srcOrd="0" destOrd="0" presId="urn:microsoft.com/office/officeart/2005/8/layout/bProcess3"/>
    <dgm:cxn modelId="{E2151822-2124-4B80-A734-AD337ECC8AD4}" type="presOf" srcId="{3141FF10-147A-4981-A25B-1B235D0330E3}" destId="{EA0735D4-FCCF-4496-A112-B2FED76ED34A}" srcOrd="1" destOrd="0" presId="urn:microsoft.com/office/officeart/2005/8/layout/bProcess3"/>
    <dgm:cxn modelId="{D2C8A72F-49D9-4B13-93F2-0E328BA91BA1}" srcId="{ACC0235D-C327-4C7C-973E-E35C08004192}" destId="{E7103138-D6DA-45A9-86D1-B19D269735CF}" srcOrd="3" destOrd="0" parTransId="{E5D02845-B7CA-456F-95F6-7C51D560E15D}" sibTransId="{EF8E9205-5CB9-4BBC-9068-752292AB025A}"/>
    <dgm:cxn modelId="{28A6A330-60AC-4D0C-9EB2-647B6418BAB2}" srcId="{ACC0235D-C327-4C7C-973E-E35C08004192}" destId="{225CD298-7C3F-45F8-A737-1698D52546A4}" srcOrd="0" destOrd="0" parTransId="{4F4026E2-35D1-4FB8-8724-A87E61677C64}" sibTransId="{7347FA85-8738-4B4A-8CE0-CFB7FA2C4403}"/>
    <dgm:cxn modelId="{D844783D-225F-4117-921D-7EA6FDF94FD8}" srcId="{ACC0235D-C327-4C7C-973E-E35C08004192}" destId="{359B9734-E61B-4610-B94F-24E72C6806B9}" srcOrd="2" destOrd="0" parTransId="{0F26EF23-29EF-4038-ABF0-8DC5AC15D599}" sibTransId="{54ECB544-7B78-40BF-B0D4-CC63380A7024}"/>
    <dgm:cxn modelId="{6150803D-98D5-44CE-ABF7-FE3387EEE7E0}" type="presOf" srcId="{54ECB544-7B78-40BF-B0D4-CC63380A7024}" destId="{79341B71-7409-4375-981B-90D6419D7BCB}" srcOrd="0" destOrd="0" presId="urn:microsoft.com/office/officeart/2005/8/layout/bProcess3"/>
    <dgm:cxn modelId="{ED54925F-C847-4ACC-92AA-15E434ADAA52}" srcId="{ACC0235D-C327-4C7C-973E-E35C08004192}" destId="{CAF889C1-20BE-40E9-86AC-2F432EA24662}" srcOrd="5" destOrd="0" parTransId="{E2D70D6C-55E2-4043-B9CF-96767B494C5E}" sibTransId="{E93171C6-A39B-4238-9AFC-32173613F44C}"/>
    <dgm:cxn modelId="{49EF3C60-87AD-4553-B99A-F53D3940CA9E}" type="presOf" srcId="{561AEC42-B0F9-4027-8145-0CA103B62A7B}" destId="{97A3D8B5-F360-4964-98D5-BB67527CF9F8}" srcOrd="1" destOrd="0" presId="urn:microsoft.com/office/officeart/2005/8/layout/bProcess3"/>
    <dgm:cxn modelId="{24AA784C-1259-4129-A9B0-379361C0B366}" type="presOf" srcId="{54ECB544-7B78-40BF-B0D4-CC63380A7024}" destId="{62862FB5-C2B8-4D6A-B49B-8EC5BDA446C8}" srcOrd="1" destOrd="0" presId="urn:microsoft.com/office/officeart/2005/8/layout/bProcess3"/>
    <dgm:cxn modelId="{21BEA94D-3E8C-4080-8C22-63289BCB69D8}" type="presOf" srcId="{7347FA85-8738-4B4A-8CE0-CFB7FA2C4403}" destId="{2F0D5CA3-8942-494A-905B-BF287827A373}" srcOrd="1" destOrd="0" presId="urn:microsoft.com/office/officeart/2005/8/layout/bProcess3"/>
    <dgm:cxn modelId="{34275F95-1227-475A-B3AE-83AEAC1C078A}" type="presOf" srcId="{6118692F-8C36-40B5-BF4C-0C772A417806}" destId="{EFB2A589-9850-4B07-B9A1-083734D60E8D}" srcOrd="0" destOrd="0" presId="urn:microsoft.com/office/officeart/2005/8/layout/bProcess3"/>
    <dgm:cxn modelId="{4F7EE3AB-1026-4F68-AD5E-BEB57C926C7A}" type="presOf" srcId="{EF8E9205-5CB9-4BBC-9068-752292AB025A}" destId="{515079DB-5E3E-4930-BD7B-7B3214748C6D}" srcOrd="0" destOrd="0" presId="urn:microsoft.com/office/officeart/2005/8/layout/bProcess3"/>
    <dgm:cxn modelId="{374A2AAC-7103-41FA-8783-E1DC44092690}" type="presOf" srcId="{359B9734-E61B-4610-B94F-24E72C6806B9}" destId="{B248E945-F33C-4AAF-BE7D-C8BBD82896D1}" srcOrd="0" destOrd="0" presId="urn:microsoft.com/office/officeart/2005/8/layout/bProcess3"/>
    <dgm:cxn modelId="{CFEEABAD-91B3-4EA6-8066-E8CA243F77DB}" type="presOf" srcId="{225CD298-7C3F-45F8-A737-1698D52546A4}" destId="{7173441C-E617-4137-AE92-D1AD23B4A6EF}" srcOrd="0" destOrd="0" presId="urn:microsoft.com/office/officeart/2005/8/layout/bProcess3"/>
    <dgm:cxn modelId="{181445B0-BD1B-463A-9627-1BEAB314813A}" srcId="{ACC0235D-C327-4C7C-973E-E35C08004192}" destId="{6118692F-8C36-40B5-BF4C-0C772A417806}" srcOrd="1" destOrd="0" parTransId="{45A85712-0A1E-4629-B61E-CFF607CDB6DB}" sibTransId="{3141FF10-147A-4981-A25B-1B235D0330E3}"/>
    <dgm:cxn modelId="{E926E7B2-7E8A-492B-8278-E39B39FB3E0C}" type="presOf" srcId="{0C1CB67E-050E-4094-B5BD-F256D2789B89}" destId="{3ADE385E-7F4A-4C5D-99EC-865846D95231}" srcOrd="0" destOrd="0" presId="urn:microsoft.com/office/officeart/2005/8/layout/bProcess3"/>
    <dgm:cxn modelId="{472F97BD-3994-4538-811B-451A519960A9}" type="presOf" srcId="{3141FF10-147A-4981-A25B-1B235D0330E3}" destId="{A8389AF9-BFF1-413F-90EA-2CE3AE70EB79}" srcOrd="0" destOrd="0" presId="urn:microsoft.com/office/officeart/2005/8/layout/bProcess3"/>
    <dgm:cxn modelId="{C19624C4-C4B0-4FB4-B2C8-A09906F6653D}" type="presOf" srcId="{561AEC42-B0F9-4027-8145-0CA103B62A7B}" destId="{9B88F7DC-2DB4-4987-803A-A5F4A95521B6}" srcOrd="0" destOrd="0" presId="urn:microsoft.com/office/officeart/2005/8/layout/bProcess3"/>
    <dgm:cxn modelId="{C2F9B8CA-A3D9-407C-953C-FDA99037B67B}" type="presOf" srcId="{7347FA85-8738-4B4A-8CE0-CFB7FA2C4403}" destId="{0AFDADED-20C5-4164-8577-F2FCE1C318F9}" srcOrd="0" destOrd="0" presId="urn:microsoft.com/office/officeart/2005/8/layout/bProcess3"/>
    <dgm:cxn modelId="{BCCAF2E4-86A9-4300-93C8-28A146290AEE}" type="presOf" srcId="{ACC0235D-C327-4C7C-973E-E35C08004192}" destId="{EB5CB4FE-B758-42B8-A6B8-05E2CE27C1D2}" srcOrd="0" destOrd="0" presId="urn:microsoft.com/office/officeart/2005/8/layout/bProcess3"/>
    <dgm:cxn modelId="{0162FDE5-4734-4BFF-A598-7D0614566703}" type="presOf" srcId="{CAF889C1-20BE-40E9-86AC-2F432EA24662}" destId="{C16A019B-F490-4BE4-BEA7-33D6E349E0C0}" srcOrd="0" destOrd="0" presId="urn:microsoft.com/office/officeart/2005/8/layout/bProcess3"/>
    <dgm:cxn modelId="{51253AE9-FB39-410A-AEEC-E23176848888}" srcId="{ACC0235D-C327-4C7C-973E-E35C08004192}" destId="{0C1CB67E-050E-4094-B5BD-F256D2789B89}" srcOrd="4" destOrd="0" parTransId="{BF06F417-CFDF-47A1-AB0A-B2E1E1E686FC}" sibTransId="{561AEC42-B0F9-4027-8145-0CA103B62A7B}"/>
    <dgm:cxn modelId="{36D34083-C5CA-4C46-966A-23EC0717978C}" type="presParOf" srcId="{EB5CB4FE-B758-42B8-A6B8-05E2CE27C1D2}" destId="{7173441C-E617-4137-AE92-D1AD23B4A6EF}" srcOrd="0" destOrd="0" presId="urn:microsoft.com/office/officeart/2005/8/layout/bProcess3"/>
    <dgm:cxn modelId="{D71ED203-EA79-47AA-837B-4F0D4BA78B6B}" type="presParOf" srcId="{EB5CB4FE-B758-42B8-A6B8-05E2CE27C1D2}" destId="{0AFDADED-20C5-4164-8577-F2FCE1C318F9}" srcOrd="1" destOrd="0" presId="urn:microsoft.com/office/officeart/2005/8/layout/bProcess3"/>
    <dgm:cxn modelId="{754E26F8-D2EB-4912-8A3A-55E08948DD10}" type="presParOf" srcId="{0AFDADED-20C5-4164-8577-F2FCE1C318F9}" destId="{2F0D5CA3-8942-494A-905B-BF287827A373}" srcOrd="0" destOrd="0" presId="urn:microsoft.com/office/officeart/2005/8/layout/bProcess3"/>
    <dgm:cxn modelId="{30F5EAF8-F5E8-4D0F-A9F3-5EC871E976FC}" type="presParOf" srcId="{EB5CB4FE-B758-42B8-A6B8-05E2CE27C1D2}" destId="{EFB2A589-9850-4B07-B9A1-083734D60E8D}" srcOrd="2" destOrd="0" presId="urn:microsoft.com/office/officeart/2005/8/layout/bProcess3"/>
    <dgm:cxn modelId="{7E5BB161-B2DD-4593-9D48-F8639E4266E0}" type="presParOf" srcId="{EB5CB4FE-B758-42B8-A6B8-05E2CE27C1D2}" destId="{A8389AF9-BFF1-413F-90EA-2CE3AE70EB79}" srcOrd="3" destOrd="0" presId="urn:microsoft.com/office/officeart/2005/8/layout/bProcess3"/>
    <dgm:cxn modelId="{4F0602A6-000F-4A9E-AB86-94F53256D951}" type="presParOf" srcId="{A8389AF9-BFF1-413F-90EA-2CE3AE70EB79}" destId="{EA0735D4-FCCF-4496-A112-B2FED76ED34A}" srcOrd="0" destOrd="0" presId="urn:microsoft.com/office/officeart/2005/8/layout/bProcess3"/>
    <dgm:cxn modelId="{0E2DB89C-EBC1-44B4-8FF7-BDD89996062A}" type="presParOf" srcId="{EB5CB4FE-B758-42B8-A6B8-05E2CE27C1D2}" destId="{B248E945-F33C-4AAF-BE7D-C8BBD82896D1}" srcOrd="4" destOrd="0" presId="urn:microsoft.com/office/officeart/2005/8/layout/bProcess3"/>
    <dgm:cxn modelId="{2E4D05EA-4FAC-4DE4-A870-67B984917DD3}" type="presParOf" srcId="{EB5CB4FE-B758-42B8-A6B8-05E2CE27C1D2}" destId="{79341B71-7409-4375-981B-90D6419D7BCB}" srcOrd="5" destOrd="0" presId="urn:microsoft.com/office/officeart/2005/8/layout/bProcess3"/>
    <dgm:cxn modelId="{40E7B49D-7850-4681-ABA6-121250F2F516}" type="presParOf" srcId="{79341B71-7409-4375-981B-90D6419D7BCB}" destId="{62862FB5-C2B8-4D6A-B49B-8EC5BDA446C8}" srcOrd="0" destOrd="0" presId="urn:microsoft.com/office/officeart/2005/8/layout/bProcess3"/>
    <dgm:cxn modelId="{B553C5F3-930B-4052-8260-8261A1840F1C}" type="presParOf" srcId="{EB5CB4FE-B758-42B8-A6B8-05E2CE27C1D2}" destId="{8D509C68-44F8-4DA4-B853-83F2547F1501}" srcOrd="6" destOrd="0" presId="urn:microsoft.com/office/officeart/2005/8/layout/bProcess3"/>
    <dgm:cxn modelId="{0786CFE4-6DFD-456A-9263-9187D0CA94A1}" type="presParOf" srcId="{EB5CB4FE-B758-42B8-A6B8-05E2CE27C1D2}" destId="{515079DB-5E3E-4930-BD7B-7B3214748C6D}" srcOrd="7" destOrd="0" presId="urn:microsoft.com/office/officeart/2005/8/layout/bProcess3"/>
    <dgm:cxn modelId="{8B02D7CF-622A-41E8-99B6-908F0A906328}" type="presParOf" srcId="{515079DB-5E3E-4930-BD7B-7B3214748C6D}" destId="{B9EF28D6-D2C2-452A-87F8-64E1834B154B}" srcOrd="0" destOrd="0" presId="urn:microsoft.com/office/officeart/2005/8/layout/bProcess3"/>
    <dgm:cxn modelId="{E2AA2896-BA89-4BAF-A3FC-85A15F569444}" type="presParOf" srcId="{EB5CB4FE-B758-42B8-A6B8-05E2CE27C1D2}" destId="{3ADE385E-7F4A-4C5D-99EC-865846D95231}" srcOrd="8" destOrd="0" presId="urn:microsoft.com/office/officeart/2005/8/layout/bProcess3"/>
    <dgm:cxn modelId="{B75941E0-E1AB-42AD-B2E4-27365651C537}" type="presParOf" srcId="{EB5CB4FE-B758-42B8-A6B8-05E2CE27C1D2}" destId="{9B88F7DC-2DB4-4987-803A-A5F4A95521B6}" srcOrd="9" destOrd="0" presId="urn:microsoft.com/office/officeart/2005/8/layout/bProcess3"/>
    <dgm:cxn modelId="{1B99422A-8CDB-4E56-B280-A0921446F75F}" type="presParOf" srcId="{9B88F7DC-2DB4-4987-803A-A5F4A95521B6}" destId="{97A3D8B5-F360-4964-98D5-BB67527CF9F8}" srcOrd="0" destOrd="0" presId="urn:microsoft.com/office/officeart/2005/8/layout/bProcess3"/>
    <dgm:cxn modelId="{D1655603-C246-4AC7-804F-6B191CE6F266}" type="presParOf" srcId="{EB5CB4FE-B758-42B8-A6B8-05E2CE27C1D2}" destId="{C16A019B-F490-4BE4-BEA7-33D6E349E0C0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B3F5DE-F5E9-43FD-BA44-F442A2DDCE93}" type="doc">
      <dgm:prSet loTypeId="urn:microsoft.com/office/officeart/2005/8/layout/cycle6" loCatId="relationship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ZA"/>
        </a:p>
      </dgm:t>
    </dgm:pt>
    <dgm:pt modelId="{7DC7DC8A-32B2-4356-86AA-215CA38546E9}">
      <dgm:prSet phldrT="[Text]"/>
      <dgm:spPr/>
      <dgm:t>
        <a:bodyPr/>
        <a:lstStyle/>
        <a:p>
          <a:r>
            <a:rPr lang="en-US" dirty="0"/>
            <a:t>Dynamic data handling</a:t>
          </a:r>
          <a:endParaRPr lang="en-ZA" dirty="0"/>
        </a:p>
      </dgm:t>
    </dgm:pt>
    <dgm:pt modelId="{1064F5D4-181D-4095-A20C-D8D3EA969C23}" type="parTrans" cxnId="{D7282BD4-1A68-443D-A73D-69991024BC35}">
      <dgm:prSet/>
      <dgm:spPr/>
      <dgm:t>
        <a:bodyPr/>
        <a:lstStyle/>
        <a:p>
          <a:endParaRPr lang="en-ZA"/>
        </a:p>
      </dgm:t>
    </dgm:pt>
    <dgm:pt modelId="{3E20C134-CFC1-4E77-909B-8AF0C5F0AC96}" type="sibTrans" cxnId="{D7282BD4-1A68-443D-A73D-69991024BC35}">
      <dgm:prSet/>
      <dgm:spPr/>
      <dgm:t>
        <a:bodyPr/>
        <a:lstStyle/>
        <a:p>
          <a:endParaRPr lang="en-ZA"/>
        </a:p>
      </dgm:t>
    </dgm:pt>
    <dgm:pt modelId="{77D6F9C1-796D-4F5C-8EEA-246A019E9B44}">
      <dgm:prSet phldrT="[Text]"/>
      <dgm:spPr/>
      <dgm:t>
        <a:bodyPr/>
        <a:lstStyle/>
        <a:p>
          <a:r>
            <a:rPr lang="en-US" dirty="0"/>
            <a:t>For reports &amp; displays</a:t>
          </a:r>
          <a:endParaRPr lang="en-ZA" dirty="0"/>
        </a:p>
      </dgm:t>
    </dgm:pt>
    <dgm:pt modelId="{88016A60-C5B9-4A5C-A880-69D28FD56A95}" type="parTrans" cxnId="{98F573A0-3420-43DD-A9DD-CA48048A8B46}">
      <dgm:prSet/>
      <dgm:spPr/>
      <dgm:t>
        <a:bodyPr/>
        <a:lstStyle/>
        <a:p>
          <a:endParaRPr lang="en-ZA"/>
        </a:p>
      </dgm:t>
    </dgm:pt>
    <dgm:pt modelId="{8C9534AD-144C-4FC0-A7A8-4C028C4BA789}" type="sibTrans" cxnId="{98F573A0-3420-43DD-A9DD-CA48048A8B46}">
      <dgm:prSet/>
      <dgm:spPr/>
      <dgm:t>
        <a:bodyPr/>
        <a:lstStyle/>
        <a:p>
          <a:endParaRPr lang="en-ZA"/>
        </a:p>
      </dgm:t>
    </dgm:pt>
    <dgm:pt modelId="{B30D0BF1-DEDE-4A2C-A48D-9CDB8AE69A5D}">
      <dgm:prSet phldrT="[Text]"/>
      <dgm:spPr/>
      <dgm:t>
        <a:bodyPr/>
        <a:lstStyle/>
        <a:p>
          <a:r>
            <a:rPr lang="en-US" dirty="0"/>
            <a:t>For data validation &amp; type checking</a:t>
          </a:r>
          <a:endParaRPr lang="en-ZA" dirty="0"/>
        </a:p>
      </dgm:t>
    </dgm:pt>
    <dgm:pt modelId="{FBA86693-4F6F-459B-A8A9-CCEE89756AFC}" type="parTrans" cxnId="{DEDEE342-97E3-4621-8E22-47A5ECBF9B0D}">
      <dgm:prSet/>
      <dgm:spPr/>
      <dgm:t>
        <a:bodyPr/>
        <a:lstStyle/>
        <a:p>
          <a:endParaRPr lang="en-ZA"/>
        </a:p>
      </dgm:t>
    </dgm:pt>
    <dgm:pt modelId="{11FC4E2F-9332-47ED-840E-9954B47BC18D}" type="sibTrans" cxnId="{DEDEE342-97E3-4621-8E22-47A5ECBF9B0D}">
      <dgm:prSet/>
      <dgm:spPr/>
      <dgm:t>
        <a:bodyPr/>
        <a:lstStyle/>
        <a:p>
          <a:endParaRPr lang="en-ZA"/>
        </a:p>
      </dgm:t>
    </dgm:pt>
    <dgm:pt modelId="{3D18A9BB-0522-4858-927A-7AB961DDAC1D}">
      <dgm:prSet phldrT="[Text]"/>
      <dgm:spPr/>
      <dgm:t>
        <a:bodyPr/>
        <a:lstStyle/>
        <a:p>
          <a:r>
            <a:rPr lang="en-US" dirty="0"/>
            <a:t>Database schema exploration </a:t>
          </a:r>
          <a:endParaRPr lang="en-ZA" dirty="0"/>
        </a:p>
      </dgm:t>
    </dgm:pt>
    <dgm:pt modelId="{671D2340-75A5-46FC-AF8D-56736E89247F}" type="parTrans" cxnId="{AD3A6FE6-D59A-450B-A47D-110F69974AD6}">
      <dgm:prSet/>
      <dgm:spPr/>
      <dgm:t>
        <a:bodyPr/>
        <a:lstStyle/>
        <a:p>
          <a:endParaRPr lang="en-ZA"/>
        </a:p>
      </dgm:t>
    </dgm:pt>
    <dgm:pt modelId="{7051E519-400E-46F1-AF04-8B228DED6BF4}" type="sibTrans" cxnId="{AD3A6FE6-D59A-450B-A47D-110F69974AD6}">
      <dgm:prSet/>
      <dgm:spPr/>
      <dgm:t>
        <a:bodyPr/>
        <a:lstStyle/>
        <a:p>
          <a:endParaRPr lang="en-ZA"/>
        </a:p>
      </dgm:t>
    </dgm:pt>
    <dgm:pt modelId="{E64B44D3-A972-462D-AC86-ECDA69B0AB75}" type="pres">
      <dgm:prSet presAssocID="{22B3F5DE-F5E9-43FD-BA44-F442A2DDCE93}" presName="cycle" presStyleCnt="0">
        <dgm:presLayoutVars>
          <dgm:dir/>
          <dgm:resizeHandles val="exact"/>
        </dgm:presLayoutVars>
      </dgm:prSet>
      <dgm:spPr/>
    </dgm:pt>
    <dgm:pt modelId="{CA09A2C8-BB26-4704-A0D6-3B35BE76F2CA}" type="pres">
      <dgm:prSet presAssocID="{7DC7DC8A-32B2-4356-86AA-215CA38546E9}" presName="node" presStyleLbl="node1" presStyleIdx="0" presStyleCnt="4">
        <dgm:presLayoutVars>
          <dgm:bulletEnabled val="1"/>
        </dgm:presLayoutVars>
      </dgm:prSet>
      <dgm:spPr/>
    </dgm:pt>
    <dgm:pt modelId="{1F231CE5-9CA3-4123-A989-954C0D49D2DB}" type="pres">
      <dgm:prSet presAssocID="{7DC7DC8A-32B2-4356-86AA-215CA38546E9}" presName="spNode" presStyleCnt="0"/>
      <dgm:spPr/>
    </dgm:pt>
    <dgm:pt modelId="{3863513D-C4AE-415C-B6AC-AFBBCFC3549C}" type="pres">
      <dgm:prSet presAssocID="{3E20C134-CFC1-4E77-909B-8AF0C5F0AC96}" presName="sibTrans" presStyleLbl="sibTrans1D1" presStyleIdx="0" presStyleCnt="4"/>
      <dgm:spPr/>
    </dgm:pt>
    <dgm:pt modelId="{B611DB05-D71E-4076-AD36-CFF84775C763}" type="pres">
      <dgm:prSet presAssocID="{77D6F9C1-796D-4F5C-8EEA-246A019E9B44}" presName="node" presStyleLbl="node1" presStyleIdx="1" presStyleCnt="4">
        <dgm:presLayoutVars>
          <dgm:bulletEnabled val="1"/>
        </dgm:presLayoutVars>
      </dgm:prSet>
      <dgm:spPr/>
    </dgm:pt>
    <dgm:pt modelId="{C1E006E1-7535-457E-B80E-40991313F344}" type="pres">
      <dgm:prSet presAssocID="{77D6F9C1-796D-4F5C-8EEA-246A019E9B44}" presName="spNode" presStyleCnt="0"/>
      <dgm:spPr/>
    </dgm:pt>
    <dgm:pt modelId="{FCA88B47-50DA-41C0-AACF-22BF8F6F23DD}" type="pres">
      <dgm:prSet presAssocID="{8C9534AD-144C-4FC0-A7A8-4C028C4BA789}" presName="sibTrans" presStyleLbl="sibTrans1D1" presStyleIdx="1" presStyleCnt="4"/>
      <dgm:spPr/>
    </dgm:pt>
    <dgm:pt modelId="{34F281B6-FB67-4A36-B5FE-7983E925FB5D}" type="pres">
      <dgm:prSet presAssocID="{B30D0BF1-DEDE-4A2C-A48D-9CDB8AE69A5D}" presName="node" presStyleLbl="node1" presStyleIdx="2" presStyleCnt="4">
        <dgm:presLayoutVars>
          <dgm:bulletEnabled val="1"/>
        </dgm:presLayoutVars>
      </dgm:prSet>
      <dgm:spPr/>
    </dgm:pt>
    <dgm:pt modelId="{9CCCB8F8-C2DD-44AC-8D85-C89692192995}" type="pres">
      <dgm:prSet presAssocID="{B30D0BF1-DEDE-4A2C-A48D-9CDB8AE69A5D}" presName="spNode" presStyleCnt="0"/>
      <dgm:spPr/>
    </dgm:pt>
    <dgm:pt modelId="{A98708DD-C30C-47CD-AE27-3035E13D63C6}" type="pres">
      <dgm:prSet presAssocID="{11FC4E2F-9332-47ED-840E-9954B47BC18D}" presName="sibTrans" presStyleLbl="sibTrans1D1" presStyleIdx="2" presStyleCnt="4"/>
      <dgm:spPr/>
    </dgm:pt>
    <dgm:pt modelId="{07B91796-EC75-43AF-8A2D-61FA91CA03F1}" type="pres">
      <dgm:prSet presAssocID="{3D18A9BB-0522-4858-927A-7AB961DDAC1D}" presName="node" presStyleLbl="node1" presStyleIdx="3" presStyleCnt="4">
        <dgm:presLayoutVars>
          <dgm:bulletEnabled val="1"/>
        </dgm:presLayoutVars>
      </dgm:prSet>
      <dgm:spPr/>
    </dgm:pt>
    <dgm:pt modelId="{EC3D1510-ED96-4D5F-9DCD-378C4F3214E5}" type="pres">
      <dgm:prSet presAssocID="{3D18A9BB-0522-4858-927A-7AB961DDAC1D}" presName="spNode" presStyleCnt="0"/>
      <dgm:spPr/>
    </dgm:pt>
    <dgm:pt modelId="{632F4975-1133-44E2-B73A-C18BFBB37282}" type="pres">
      <dgm:prSet presAssocID="{7051E519-400E-46F1-AF04-8B228DED6BF4}" presName="sibTrans" presStyleLbl="sibTrans1D1" presStyleIdx="3" presStyleCnt="4"/>
      <dgm:spPr/>
    </dgm:pt>
  </dgm:ptLst>
  <dgm:cxnLst>
    <dgm:cxn modelId="{C8EA5A0B-B649-456C-8797-2D7C5E693775}" type="presOf" srcId="{11FC4E2F-9332-47ED-840E-9954B47BC18D}" destId="{A98708DD-C30C-47CD-AE27-3035E13D63C6}" srcOrd="0" destOrd="0" presId="urn:microsoft.com/office/officeart/2005/8/layout/cycle6"/>
    <dgm:cxn modelId="{DEDEE342-97E3-4621-8E22-47A5ECBF9B0D}" srcId="{22B3F5DE-F5E9-43FD-BA44-F442A2DDCE93}" destId="{B30D0BF1-DEDE-4A2C-A48D-9CDB8AE69A5D}" srcOrd="2" destOrd="0" parTransId="{FBA86693-4F6F-459B-A8A9-CCEE89756AFC}" sibTransId="{11FC4E2F-9332-47ED-840E-9954B47BC18D}"/>
    <dgm:cxn modelId="{344E0467-B9B5-4990-83CF-4895791496F0}" type="presOf" srcId="{7DC7DC8A-32B2-4356-86AA-215CA38546E9}" destId="{CA09A2C8-BB26-4704-A0D6-3B35BE76F2CA}" srcOrd="0" destOrd="0" presId="urn:microsoft.com/office/officeart/2005/8/layout/cycle6"/>
    <dgm:cxn modelId="{87289949-59B9-4BA3-9C0E-1B9AD24D044C}" type="presOf" srcId="{77D6F9C1-796D-4F5C-8EEA-246A019E9B44}" destId="{B611DB05-D71E-4076-AD36-CFF84775C763}" srcOrd="0" destOrd="0" presId="urn:microsoft.com/office/officeart/2005/8/layout/cycle6"/>
    <dgm:cxn modelId="{58ADD87F-81AA-4131-91AC-54B8FDAEF9B9}" type="presOf" srcId="{3D18A9BB-0522-4858-927A-7AB961DDAC1D}" destId="{07B91796-EC75-43AF-8A2D-61FA91CA03F1}" srcOrd="0" destOrd="0" presId="urn:microsoft.com/office/officeart/2005/8/layout/cycle6"/>
    <dgm:cxn modelId="{2ECAE982-68AA-4668-8706-474D29553EB1}" type="presOf" srcId="{B30D0BF1-DEDE-4A2C-A48D-9CDB8AE69A5D}" destId="{34F281B6-FB67-4A36-B5FE-7983E925FB5D}" srcOrd="0" destOrd="0" presId="urn:microsoft.com/office/officeart/2005/8/layout/cycle6"/>
    <dgm:cxn modelId="{98F573A0-3420-43DD-A9DD-CA48048A8B46}" srcId="{22B3F5DE-F5E9-43FD-BA44-F442A2DDCE93}" destId="{77D6F9C1-796D-4F5C-8EEA-246A019E9B44}" srcOrd="1" destOrd="0" parTransId="{88016A60-C5B9-4A5C-A880-69D28FD56A95}" sibTransId="{8C9534AD-144C-4FC0-A7A8-4C028C4BA789}"/>
    <dgm:cxn modelId="{3812BCBD-BA22-487F-B484-A9969766FF63}" type="presOf" srcId="{7051E519-400E-46F1-AF04-8B228DED6BF4}" destId="{632F4975-1133-44E2-B73A-C18BFBB37282}" srcOrd="0" destOrd="0" presId="urn:microsoft.com/office/officeart/2005/8/layout/cycle6"/>
    <dgm:cxn modelId="{07DFE2CA-802A-430B-ACBF-167BCE0539B0}" type="presOf" srcId="{3E20C134-CFC1-4E77-909B-8AF0C5F0AC96}" destId="{3863513D-C4AE-415C-B6AC-AFBBCFC3549C}" srcOrd="0" destOrd="0" presId="urn:microsoft.com/office/officeart/2005/8/layout/cycle6"/>
    <dgm:cxn modelId="{D7282BD4-1A68-443D-A73D-69991024BC35}" srcId="{22B3F5DE-F5E9-43FD-BA44-F442A2DDCE93}" destId="{7DC7DC8A-32B2-4356-86AA-215CA38546E9}" srcOrd="0" destOrd="0" parTransId="{1064F5D4-181D-4095-A20C-D8D3EA969C23}" sibTransId="{3E20C134-CFC1-4E77-909B-8AF0C5F0AC96}"/>
    <dgm:cxn modelId="{8A0482E5-66D6-46AC-B24E-215991912576}" type="presOf" srcId="{22B3F5DE-F5E9-43FD-BA44-F442A2DDCE93}" destId="{E64B44D3-A972-462D-AC86-ECDA69B0AB75}" srcOrd="0" destOrd="0" presId="urn:microsoft.com/office/officeart/2005/8/layout/cycle6"/>
    <dgm:cxn modelId="{AD3A6FE6-D59A-450B-A47D-110F69974AD6}" srcId="{22B3F5DE-F5E9-43FD-BA44-F442A2DDCE93}" destId="{3D18A9BB-0522-4858-927A-7AB961DDAC1D}" srcOrd="3" destOrd="0" parTransId="{671D2340-75A5-46FC-AF8D-56736E89247F}" sibTransId="{7051E519-400E-46F1-AF04-8B228DED6BF4}"/>
    <dgm:cxn modelId="{1E757CE6-23F4-48D4-BB2B-AD96585340A5}" type="presOf" srcId="{8C9534AD-144C-4FC0-A7A8-4C028C4BA789}" destId="{FCA88B47-50DA-41C0-AACF-22BF8F6F23DD}" srcOrd="0" destOrd="0" presId="urn:microsoft.com/office/officeart/2005/8/layout/cycle6"/>
    <dgm:cxn modelId="{C5C81F30-25C4-44B8-9BB2-76923C26DDB5}" type="presParOf" srcId="{E64B44D3-A972-462D-AC86-ECDA69B0AB75}" destId="{CA09A2C8-BB26-4704-A0D6-3B35BE76F2CA}" srcOrd="0" destOrd="0" presId="urn:microsoft.com/office/officeart/2005/8/layout/cycle6"/>
    <dgm:cxn modelId="{DC05C86C-9FB7-45DF-A542-38CBA4C2FFBB}" type="presParOf" srcId="{E64B44D3-A972-462D-AC86-ECDA69B0AB75}" destId="{1F231CE5-9CA3-4123-A989-954C0D49D2DB}" srcOrd="1" destOrd="0" presId="urn:microsoft.com/office/officeart/2005/8/layout/cycle6"/>
    <dgm:cxn modelId="{455D45FB-81E0-4F49-99D4-6BD40B47ADE9}" type="presParOf" srcId="{E64B44D3-A972-462D-AC86-ECDA69B0AB75}" destId="{3863513D-C4AE-415C-B6AC-AFBBCFC3549C}" srcOrd="2" destOrd="0" presId="urn:microsoft.com/office/officeart/2005/8/layout/cycle6"/>
    <dgm:cxn modelId="{81BC9806-44B5-4833-BCCD-23F0C7AD2461}" type="presParOf" srcId="{E64B44D3-A972-462D-AC86-ECDA69B0AB75}" destId="{B611DB05-D71E-4076-AD36-CFF84775C763}" srcOrd="3" destOrd="0" presId="urn:microsoft.com/office/officeart/2005/8/layout/cycle6"/>
    <dgm:cxn modelId="{8A3EC938-D6DE-42C7-BAEB-D4E55CBAB4AE}" type="presParOf" srcId="{E64B44D3-A972-462D-AC86-ECDA69B0AB75}" destId="{C1E006E1-7535-457E-B80E-40991313F344}" srcOrd="4" destOrd="0" presId="urn:microsoft.com/office/officeart/2005/8/layout/cycle6"/>
    <dgm:cxn modelId="{D26C827B-24C4-4ED8-919D-2BF13E3DDCBE}" type="presParOf" srcId="{E64B44D3-A972-462D-AC86-ECDA69B0AB75}" destId="{FCA88B47-50DA-41C0-AACF-22BF8F6F23DD}" srcOrd="5" destOrd="0" presId="urn:microsoft.com/office/officeart/2005/8/layout/cycle6"/>
    <dgm:cxn modelId="{54DFD1FF-6792-4253-A13E-D5CDA8B97318}" type="presParOf" srcId="{E64B44D3-A972-462D-AC86-ECDA69B0AB75}" destId="{34F281B6-FB67-4A36-B5FE-7983E925FB5D}" srcOrd="6" destOrd="0" presId="urn:microsoft.com/office/officeart/2005/8/layout/cycle6"/>
    <dgm:cxn modelId="{B2B7D72C-BFE2-4C7C-89E4-1F3DFD300FFB}" type="presParOf" srcId="{E64B44D3-A972-462D-AC86-ECDA69B0AB75}" destId="{9CCCB8F8-C2DD-44AC-8D85-C89692192995}" srcOrd="7" destOrd="0" presId="urn:microsoft.com/office/officeart/2005/8/layout/cycle6"/>
    <dgm:cxn modelId="{8A1A8373-F058-4CAD-A6C3-8DA94A438927}" type="presParOf" srcId="{E64B44D3-A972-462D-AC86-ECDA69B0AB75}" destId="{A98708DD-C30C-47CD-AE27-3035E13D63C6}" srcOrd="8" destOrd="0" presId="urn:microsoft.com/office/officeart/2005/8/layout/cycle6"/>
    <dgm:cxn modelId="{465E77A6-C96E-44BE-AEFE-41F37A71C881}" type="presParOf" srcId="{E64B44D3-A972-462D-AC86-ECDA69B0AB75}" destId="{07B91796-EC75-43AF-8A2D-61FA91CA03F1}" srcOrd="9" destOrd="0" presId="urn:microsoft.com/office/officeart/2005/8/layout/cycle6"/>
    <dgm:cxn modelId="{90376701-71F4-4535-86CD-88A09188EFD2}" type="presParOf" srcId="{E64B44D3-A972-462D-AC86-ECDA69B0AB75}" destId="{EC3D1510-ED96-4D5F-9DCD-378C4F3214E5}" srcOrd="10" destOrd="0" presId="urn:microsoft.com/office/officeart/2005/8/layout/cycle6"/>
    <dgm:cxn modelId="{400D8F17-B924-41EB-9A41-549093AFDFED}" type="presParOf" srcId="{E64B44D3-A972-462D-AC86-ECDA69B0AB75}" destId="{632F4975-1133-44E2-B73A-C18BFBB37282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B3F5DE-F5E9-43FD-BA44-F442A2DDCE93}" type="doc">
      <dgm:prSet loTypeId="urn:microsoft.com/office/officeart/2005/8/layout/cycle6" loCatId="relationship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n-ZA"/>
        </a:p>
      </dgm:t>
    </dgm:pt>
    <dgm:pt modelId="{7DC7DC8A-32B2-4356-86AA-215CA38546E9}">
      <dgm:prSet phldrT="[Text]"/>
      <dgm:spPr/>
      <dgm:t>
        <a:bodyPr/>
        <a:lstStyle/>
        <a:p>
          <a:r>
            <a:rPr lang="en-US" dirty="0"/>
            <a:t>Ensures data integrity</a:t>
          </a:r>
          <a:endParaRPr lang="en-ZA" dirty="0"/>
        </a:p>
      </dgm:t>
    </dgm:pt>
    <dgm:pt modelId="{1064F5D4-181D-4095-A20C-D8D3EA969C23}" type="parTrans" cxnId="{D7282BD4-1A68-443D-A73D-69991024BC35}">
      <dgm:prSet/>
      <dgm:spPr/>
      <dgm:t>
        <a:bodyPr/>
        <a:lstStyle/>
        <a:p>
          <a:endParaRPr lang="en-ZA"/>
        </a:p>
      </dgm:t>
    </dgm:pt>
    <dgm:pt modelId="{3E20C134-CFC1-4E77-909B-8AF0C5F0AC96}" type="sibTrans" cxnId="{D7282BD4-1A68-443D-A73D-69991024BC35}">
      <dgm:prSet/>
      <dgm:spPr/>
      <dgm:t>
        <a:bodyPr/>
        <a:lstStyle/>
        <a:p>
          <a:endParaRPr lang="en-ZA"/>
        </a:p>
      </dgm:t>
    </dgm:pt>
    <dgm:pt modelId="{77D6F9C1-796D-4F5C-8EEA-246A019E9B44}">
      <dgm:prSet phldrT="[Text]"/>
      <dgm:spPr/>
      <dgm:t>
        <a:bodyPr/>
        <a:lstStyle/>
        <a:p>
          <a:r>
            <a:rPr lang="en-US" dirty="0"/>
            <a:t>Supports handling of concurrent access</a:t>
          </a:r>
          <a:endParaRPr lang="en-ZA" dirty="0"/>
        </a:p>
      </dgm:t>
    </dgm:pt>
    <dgm:pt modelId="{88016A60-C5B9-4A5C-A880-69D28FD56A95}" type="parTrans" cxnId="{98F573A0-3420-43DD-A9DD-CA48048A8B46}">
      <dgm:prSet/>
      <dgm:spPr/>
      <dgm:t>
        <a:bodyPr/>
        <a:lstStyle/>
        <a:p>
          <a:endParaRPr lang="en-ZA"/>
        </a:p>
      </dgm:t>
    </dgm:pt>
    <dgm:pt modelId="{8C9534AD-144C-4FC0-A7A8-4C028C4BA789}" type="sibTrans" cxnId="{98F573A0-3420-43DD-A9DD-CA48048A8B46}">
      <dgm:prSet/>
      <dgm:spPr/>
      <dgm:t>
        <a:bodyPr/>
        <a:lstStyle/>
        <a:p>
          <a:endParaRPr lang="en-ZA"/>
        </a:p>
      </dgm:t>
    </dgm:pt>
    <dgm:pt modelId="{B30D0BF1-DEDE-4A2C-A48D-9CDB8AE69A5D}">
      <dgm:prSet phldrT="[Text]"/>
      <dgm:spPr/>
      <dgm:t>
        <a:bodyPr/>
        <a:lstStyle/>
        <a:p>
          <a:r>
            <a:rPr lang="en-US" dirty="0"/>
            <a:t>Facilitates error recovery</a:t>
          </a:r>
          <a:endParaRPr lang="en-ZA" dirty="0"/>
        </a:p>
      </dgm:t>
    </dgm:pt>
    <dgm:pt modelId="{FBA86693-4F6F-459B-A8A9-CCEE89756AFC}" type="parTrans" cxnId="{DEDEE342-97E3-4621-8E22-47A5ECBF9B0D}">
      <dgm:prSet/>
      <dgm:spPr/>
      <dgm:t>
        <a:bodyPr/>
        <a:lstStyle/>
        <a:p>
          <a:endParaRPr lang="en-ZA"/>
        </a:p>
      </dgm:t>
    </dgm:pt>
    <dgm:pt modelId="{11FC4E2F-9332-47ED-840E-9954B47BC18D}" type="sibTrans" cxnId="{DEDEE342-97E3-4621-8E22-47A5ECBF9B0D}">
      <dgm:prSet/>
      <dgm:spPr/>
      <dgm:t>
        <a:bodyPr/>
        <a:lstStyle/>
        <a:p>
          <a:endParaRPr lang="en-ZA"/>
        </a:p>
      </dgm:t>
    </dgm:pt>
    <dgm:pt modelId="{3D18A9BB-0522-4858-927A-7AB961DDAC1D}">
      <dgm:prSet phldrT="[Text]"/>
      <dgm:spPr/>
      <dgm:t>
        <a:bodyPr/>
        <a:lstStyle/>
        <a:p>
          <a:r>
            <a:rPr lang="en-US" dirty="0"/>
            <a:t>Simplifies complex operations</a:t>
          </a:r>
          <a:endParaRPr lang="en-ZA" dirty="0"/>
        </a:p>
      </dgm:t>
    </dgm:pt>
    <dgm:pt modelId="{671D2340-75A5-46FC-AF8D-56736E89247F}" type="parTrans" cxnId="{AD3A6FE6-D59A-450B-A47D-110F69974AD6}">
      <dgm:prSet/>
      <dgm:spPr/>
      <dgm:t>
        <a:bodyPr/>
        <a:lstStyle/>
        <a:p>
          <a:endParaRPr lang="en-ZA"/>
        </a:p>
      </dgm:t>
    </dgm:pt>
    <dgm:pt modelId="{7051E519-400E-46F1-AF04-8B228DED6BF4}" type="sibTrans" cxnId="{AD3A6FE6-D59A-450B-A47D-110F69974AD6}">
      <dgm:prSet/>
      <dgm:spPr/>
      <dgm:t>
        <a:bodyPr/>
        <a:lstStyle/>
        <a:p>
          <a:endParaRPr lang="en-ZA"/>
        </a:p>
      </dgm:t>
    </dgm:pt>
    <dgm:pt modelId="{E64B44D3-A972-462D-AC86-ECDA69B0AB75}" type="pres">
      <dgm:prSet presAssocID="{22B3F5DE-F5E9-43FD-BA44-F442A2DDCE93}" presName="cycle" presStyleCnt="0">
        <dgm:presLayoutVars>
          <dgm:dir/>
          <dgm:resizeHandles val="exact"/>
        </dgm:presLayoutVars>
      </dgm:prSet>
      <dgm:spPr/>
    </dgm:pt>
    <dgm:pt modelId="{CA09A2C8-BB26-4704-A0D6-3B35BE76F2CA}" type="pres">
      <dgm:prSet presAssocID="{7DC7DC8A-32B2-4356-86AA-215CA38546E9}" presName="node" presStyleLbl="node1" presStyleIdx="0" presStyleCnt="4">
        <dgm:presLayoutVars>
          <dgm:bulletEnabled val="1"/>
        </dgm:presLayoutVars>
      </dgm:prSet>
      <dgm:spPr/>
    </dgm:pt>
    <dgm:pt modelId="{1F231CE5-9CA3-4123-A989-954C0D49D2DB}" type="pres">
      <dgm:prSet presAssocID="{7DC7DC8A-32B2-4356-86AA-215CA38546E9}" presName="spNode" presStyleCnt="0"/>
      <dgm:spPr/>
    </dgm:pt>
    <dgm:pt modelId="{3863513D-C4AE-415C-B6AC-AFBBCFC3549C}" type="pres">
      <dgm:prSet presAssocID="{3E20C134-CFC1-4E77-909B-8AF0C5F0AC96}" presName="sibTrans" presStyleLbl="sibTrans1D1" presStyleIdx="0" presStyleCnt="4"/>
      <dgm:spPr/>
    </dgm:pt>
    <dgm:pt modelId="{B611DB05-D71E-4076-AD36-CFF84775C763}" type="pres">
      <dgm:prSet presAssocID="{77D6F9C1-796D-4F5C-8EEA-246A019E9B44}" presName="node" presStyleLbl="node1" presStyleIdx="1" presStyleCnt="4">
        <dgm:presLayoutVars>
          <dgm:bulletEnabled val="1"/>
        </dgm:presLayoutVars>
      </dgm:prSet>
      <dgm:spPr/>
    </dgm:pt>
    <dgm:pt modelId="{C1E006E1-7535-457E-B80E-40991313F344}" type="pres">
      <dgm:prSet presAssocID="{77D6F9C1-796D-4F5C-8EEA-246A019E9B44}" presName="spNode" presStyleCnt="0"/>
      <dgm:spPr/>
    </dgm:pt>
    <dgm:pt modelId="{FCA88B47-50DA-41C0-AACF-22BF8F6F23DD}" type="pres">
      <dgm:prSet presAssocID="{8C9534AD-144C-4FC0-A7A8-4C028C4BA789}" presName="sibTrans" presStyleLbl="sibTrans1D1" presStyleIdx="1" presStyleCnt="4"/>
      <dgm:spPr/>
    </dgm:pt>
    <dgm:pt modelId="{34F281B6-FB67-4A36-B5FE-7983E925FB5D}" type="pres">
      <dgm:prSet presAssocID="{B30D0BF1-DEDE-4A2C-A48D-9CDB8AE69A5D}" presName="node" presStyleLbl="node1" presStyleIdx="2" presStyleCnt="4">
        <dgm:presLayoutVars>
          <dgm:bulletEnabled val="1"/>
        </dgm:presLayoutVars>
      </dgm:prSet>
      <dgm:spPr/>
    </dgm:pt>
    <dgm:pt modelId="{9CCCB8F8-C2DD-44AC-8D85-C89692192995}" type="pres">
      <dgm:prSet presAssocID="{B30D0BF1-DEDE-4A2C-A48D-9CDB8AE69A5D}" presName="spNode" presStyleCnt="0"/>
      <dgm:spPr/>
    </dgm:pt>
    <dgm:pt modelId="{A98708DD-C30C-47CD-AE27-3035E13D63C6}" type="pres">
      <dgm:prSet presAssocID="{11FC4E2F-9332-47ED-840E-9954B47BC18D}" presName="sibTrans" presStyleLbl="sibTrans1D1" presStyleIdx="2" presStyleCnt="4"/>
      <dgm:spPr/>
    </dgm:pt>
    <dgm:pt modelId="{07B91796-EC75-43AF-8A2D-61FA91CA03F1}" type="pres">
      <dgm:prSet presAssocID="{3D18A9BB-0522-4858-927A-7AB961DDAC1D}" presName="node" presStyleLbl="node1" presStyleIdx="3" presStyleCnt="4">
        <dgm:presLayoutVars>
          <dgm:bulletEnabled val="1"/>
        </dgm:presLayoutVars>
      </dgm:prSet>
      <dgm:spPr/>
    </dgm:pt>
    <dgm:pt modelId="{EC3D1510-ED96-4D5F-9DCD-378C4F3214E5}" type="pres">
      <dgm:prSet presAssocID="{3D18A9BB-0522-4858-927A-7AB961DDAC1D}" presName="spNode" presStyleCnt="0"/>
      <dgm:spPr/>
    </dgm:pt>
    <dgm:pt modelId="{632F4975-1133-44E2-B73A-C18BFBB37282}" type="pres">
      <dgm:prSet presAssocID="{7051E519-400E-46F1-AF04-8B228DED6BF4}" presName="sibTrans" presStyleLbl="sibTrans1D1" presStyleIdx="3" presStyleCnt="4"/>
      <dgm:spPr/>
    </dgm:pt>
  </dgm:ptLst>
  <dgm:cxnLst>
    <dgm:cxn modelId="{C8EA5A0B-B649-456C-8797-2D7C5E693775}" type="presOf" srcId="{11FC4E2F-9332-47ED-840E-9954B47BC18D}" destId="{A98708DD-C30C-47CD-AE27-3035E13D63C6}" srcOrd="0" destOrd="0" presId="urn:microsoft.com/office/officeart/2005/8/layout/cycle6"/>
    <dgm:cxn modelId="{DEDEE342-97E3-4621-8E22-47A5ECBF9B0D}" srcId="{22B3F5DE-F5E9-43FD-BA44-F442A2DDCE93}" destId="{B30D0BF1-DEDE-4A2C-A48D-9CDB8AE69A5D}" srcOrd="2" destOrd="0" parTransId="{FBA86693-4F6F-459B-A8A9-CCEE89756AFC}" sibTransId="{11FC4E2F-9332-47ED-840E-9954B47BC18D}"/>
    <dgm:cxn modelId="{344E0467-B9B5-4990-83CF-4895791496F0}" type="presOf" srcId="{7DC7DC8A-32B2-4356-86AA-215CA38546E9}" destId="{CA09A2C8-BB26-4704-A0D6-3B35BE76F2CA}" srcOrd="0" destOrd="0" presId="urn:microsoft.com/office/officeart/2005/8/layout/cycle6"/>
    <dgm:cxn modelId="{87289949-59B9-4BA3-9C0E-1B9AD24D044C}" type="presOf" srcId="{77D6F9C1-796D-4F5C-8EEA-246A019E9B44}" destId="{B611DB05-D71E-4076-AD36-CFF84775C763}" srcOrd="0" destOrd="0" presId="urn:microsoft.com/office/officeart/2005/8/layout/cycle6"/>
    <dgm:cxn modelId="{58ADD87F-81AA-4131-91AC-54B8FDAEF9B9}" type="presOf" srcId="{3D18A9BB-0522-4858-927A-7AB961DDAC1D}" destId="{07B91796-EC75-43AF-8A2D-61FA91CA03F1}" srcOrd="0" destOrd="0" presId="urn:microsoft.com/office/officeart/2005/8/layout/cycle6"/>
    <dgm:cxn modelId="{2ECAE982-68AA-4668-8706-474D29553EB1}" type="presOf" srcId="{B30D0BF1-DEDE-4A2C-A48D-9CDB8AE69A5D}" destId="{34F281B6-FB67-4A36-B5FE-7983E925FB5D}" srcOrd="0" destOrd="0" presId="urn:microsoft.com/office/officeart/2005/8/layout/cycle6"/>
    <dgm:cxn modelId="{98F573A0-3420-43DD-A9DD-CA48048A8B46}" srcId="{22B3F5DE-F5E9-43FD-BA44-F442A2DDCE93}" destId="{77D6F9C1-796D-4F5C-8EEA-246A019E9B44}" srcOrd="1" destOrd="0" parTransId="{88016A60-C5B9-4A5C-A880-69D28FD56A95}" sibTransId="{8C9534AD-144C-4FC0-A7A8-4C028C4BA789}"/>
    <dgm:cxn modelId="{3812BCBD-BA22-487F-B484-A9969766FF63}" type="presOf" srcId="{7051E519-400E-46F1-AF04-8B228DED6BF4}" destId="{632F4975-1133-44E2-B73A-C18BFBB37282}" srcOrd="0" destOrd="0" presId="urn:microsoft.com/office/officeart/2005/8/layout/cycle6"/>
    <dgm:cxn modelId="{07DFE2CA-802A-430B-ACBF-167BCE0539B0}" type="presOf" srcId="{3E20C134-CFC1-4E77-909B-8AF0C5F0AC96}" destId="{3863513D-C4AE-415C-B6AC-AFBBCFC3549C}" srcOrd="0" destOrd="0" presId="urn:microsoft.com/office/officeart/2005/8/layout/cycle6"/>
    <dgm:cxn modelId="{D7282BD4-1A68-443D-A73D-69991024BC35}" srcId="{22B3F5DE-F5E9-43FD-BA44-F442A2DDCE93}" destId="{7DC7DC8A-32B2-4356-86AA-215CA38546E9}" srcOrd="0" destOrd="0" parTransId="{1064F5D4-181D-4095-A20C-D8D3EA969C23}" sibTransId="{3E20C134-CFC1-4E77-909B-8AF0C5F0AC96}"/>
    <dgm:cxn modelId="{8A0482E5-66D6-46AC-B24E-215991912576}" type="presOf" srcId="{22B3F5DE-F5E9-43FD-BA44-F442A2DDCE93}" destId="{E64B44D3-A972-462D-AC86-ECDA69B0AB75}" srcOrd="0" destOrd="0" presId="urn:microsoft.com/office/officeart/2005/8/layout/cycle6"/>
    <dgm:cxn modelId="{AD3A6FE6-D59A-450B-A47D-110F69974AD6}" srcId="{22B3F5DE-F5E9-43FD-BA44-F442A2DDCE93}" destId="{3D18A9BB-0522-4858-927A-7AB961DDAC1D}" srcOrd="3" destOrd="0" parTransId="{671D2340-75A5-46FC-AF8D-56736E89247F}" sibTransId="{7051E519-400E-46F1-AF04-8B228DED6BF4}"/>
    <dgm:cxn modelId="{1E757CE6-23F4-48D4-BB2B-AD96585340A5}" type="presOf" srcId="{8C9534AD-144C-4FC0-A7A8-4C028C4BA789}" destId="{FCA88B47-50DA-41C0-AACF-22BF8F6F23DD}" srcOrd="0" destOrd="0" presId="urn:microsoft.com/office/officeart/2005/8/layout/cycle6"/>
    <dgm:cxn modelId="{C5C81F30-25C4-44B8-9BB2-76923C26DDB5}" type="presParOf" srcId="{E64B44D3-A972-462D-AC86-ECDA69B0AB75}" destId="{CA09A2C8-BB26-4704-A0D6-3B35BE76F2CA}" srcOrd="0" destOrd="0" presId="urn:microsoft.com/office/officeart/2005/8/layout/cycle6"/>
    <dgm:cxn modelId="{DC05C86C-9FB7-45DF-A542-38CBA4C2FFBB}" type="presParOf" srcId="{E64B44D3-A972-462D-AC86-ECDA69B0AB75}" destId="{1F231CE5-9CA3-4123-A989-954C0D49D2DB}" srcOrd="1" destOrd="0" presId="urn:microsoft.com/office/officeart/2005/8/layout/cycle6"/>
    <dgm:cxn modelId="{455D45FB-81E0-4F49-99D4-6BD40B47ADE9}" type="presParOf" srcId="{E64B44D3-A972-462D-AC86-ECDA69B0AB75}" destId="{3863513D-C4AE-415C-B6AC-AFBBCFC3549C}" srcOrd="2" destOrd="0" presId="urn:microsoft.com/office/officeart/2005/8/layout/cycle6"/>
    <dgm:cxn modelId="{81BC9806-44B5-4833-BCCD-23F0C7AD2461}" type="presParOf" srcId="{E64B44D3-A972-462D-AC86-ECDA69B0AB75}" destId="{B611DB05-D71E-4076-AD36-CFF84775C763}" srcOrd="3" destOrd="0" presId="urn:microsoft.com/office/officeart/2005/8/layout/cycle6"/>
    <dgm:cxn modelId="{8A3EC938-D6DE-42C7-BAEB-D4E55CBAB4AE}" type="presParOf" srcId="{E64B44D3-A972-462D-AC86-ECDA69B0AB75}" destId="{C1E006E1-7535-457E-B80E-40991313F344}" srcOrd="4" destOrd="0" presId="urn:microsoft.com/office/officeart/2005/8/layout/cycle6"/>
    <dgm:cxn modelId="{D26C827B-24C4-4ED8-919D-2BF13E3DDCBE}" type="presParOf" srcId="{E64B44D3-A972-462D-AC86-ECDA69B0AB75}" destId="{FCA88B47-50DA-41C0-AACF-22BF8F6F23DD}" srcOrd="5" destOrd="0" presId="urn:microsoft.com/office/officeart/2005/8/layout/cycle6"/>
    <dgm:cxn modelId="{54DFD1FF-6792-4253-A13E-D5CDA8B97318}" type="presParOf" srcId="{E64B44D3-A972-462D-AC86-ECDA69B0AB75}" destId="{34F281B6-FB67-4A36-B5FE-7983E925FB5D}" srcOrd="6" destOrd="0" presId="urn:microsoft.com/office/officeart/2005/8/layout/cycle6"/>
    <dgm:cxn modelId="{B2B7D72C-BFE2-4C7C-89E4-1F3DFD300FFB}" type="presParOf" srcId="{E64B44D3-A972-462D-AC86-ECDA69B0AB75}" destId="{9CCCB8F8-C2DD-44AC-8D85-C89692192995}" srcOrd="7" destOrd="0" presId="urn:microsoft.com/office/officeart/2005/8/layout/cycle6"/>
    <dgm:cxn modelId="{8A1A8373-F058-4CAD-A6C3-8DA94A438927}" type="presParOf" srcId="{E64B44D3-A972-462D-AC86-ECDA69B0AB75}" destId="{A98708DD-C30C-47CD-AE27-3035E13D63C6}" srcOrd="8" destOrd="0" presId="urn:microsoft.com/office/officeart/2005/8/layout/cycle6"/>
    <dgm:cxn modelId="{465E77A6-C96E-44BE-AEFE-41F37A71C881}" type="presParOf" srcId="{E64B44D3-A972-462D-AC86-ECDA69B0AB75}" destId="{07B91796-EC75-43AF-8A2D-61FA91CA03F1}" srcOrd="9" destOrd="0" presId="urn:microsoft.com/office/officeart/2005/8/layout/cycle6"/>
    <dgm:cxn modelId="{90376701-71F4-4535-86CD-88A09188EFD2}" type="presParOf" srcId="{E64B44D3-A972-462D-AC86-ECDA69B0AB75}" destId="{EC3D1510-ED96-4D5F-9DCD-378C4F3214E5}" srcOrd="10" destOrd="0" presId="urn:microsoft.com/office/officeart/2005/8/layout/cycle6"/>
    <dgm:cxn modelId="{400D8F17-B924-41EB-9A41-549093AFDFED}" type="presParOf" srcId="{E64B44D3-A972-462D-AC86-ECDA69B0AB75}" destId="{632F4975-1133-44E2-B73A-C18BFBB37282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DADED-20C5-4164-8577-F2FCE1C318F9}">
      <dsp:nvSpPr>
        <dsp:cNvPr id="0" name=""/>
        <dsp:cNvSpPr/>
      </dsp:nvSpPr>
      <dsp:spPr>
        <a:xfrm>
          <a:off x="2839447" y="494069"/>
          <a:ext cx="3829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290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3020562" y="537722"/>
        <a:ext cx="20675" cy="4135"/>
      </dsp:txXfrm>
    </dsp:sp>
    <dsp:sp modelId="{7173441C-E617-4137-AE92-D1AD23B4A6EF}">
      <dsp:nvSpPr>
        <dsp:cNvPr id="0" name=""/>
        <dsp:cNvSpPr/>
      </dsp:nvSpPr>
      <dsp:spPr>
        <a:xfrm>
          <a:off x="1043404" y="436"/>
          <a:ext cx="1797843" cy="10787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Link libraries to project</a:t>
          </a:r>
        </a:p>
      </dsp:txBody>
      <dsp:txXfrm>
        <a:off x="1043404" y="436"/>
        <a:ext cx="1797843" cy="1078706"/>
      </dsp:txXfrm>
    </dsp:sp>
    <dsp:sp modelId="{A8389AF9-BFF1-413F-90EA-2CE3AE70EB79}">
      <dsp:nvSpPr>
        <dsp:cNvPr id="0" name=""/>
        <dsp:cNvSpPr/>
      </dsp:nvSpPr>
      <dsp:spPr>
        <a:xfrm>
          <a:off x="1942326" y="1077342"/>
          <a:ext cx="2211347" cy="382904"/>
        </a:xfrm>
        <a:custGeom>
          <a:avLst/>
          <a:gdLst/>
          <a:ahLst/>
          <a:cxnLst/>
          <a:rect l="0" t="0" r="0" b="0"/>
          <a:pathLst>
            <a:path>
              <a:moveTo>
                <a:pt x="2211347" y="0"/>
              </a:moveTo>
              <a:lnTo>
                <a:pt x="2211347" y="208552"/>
              </a:lnTo>
              <a:lnTo>
                <a:pt x="0" y="208552"/>
              </a:lnTo>
              <a:lnTo>
                <a:pt x="0" y="38290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2991758" y="1266727"/>
        <a:ext cx="112483" cy="4135"/>
      </dsp:txXfrm>
    </dsp:sp>
    <dsp:sp modelId="{EFB2A589-9850-4B07-B9A1-083734D60E8D}">
      <dsp:nvSpPr>
        <dsp:cNvPr id="0" name=""/>
        <dsp:cNvSpPr/>
      </dsp:nvSpPr>
      <dsp:spPr>
        <a:xfrm>
          <a:off x="3254752" y="436"/>
          <a:ext cx="1797843" cy="10787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/>
            <a:t>Load drivers to communicate with database</a:t>
          </a:r>
          <a:endParaRPr lang="en-ZA" sz="1600" kern="1200" dirty="0"/>
        </a:p>
      </dsp:txBody>
      <dsp:txXfrm>
        <a:off x="3254752" y="436"/>
        <a:ext cx="1797843" cy="1078706"/>
      </dsp:txXfrm>
    </dsp:sp>
    <dsp:sp modelId="{79341B71-7409-4375-981B-90D6419D7BCB}">
      <dsp:nvSpPr>
        <dsp:cNvPr id="0" name=""/>
        <dsp:cNvSpPr/>
      </dsp:nvSpPr>
      <dsp:spPr>
        <a:xfrm>
          <a:off x="2839447" y="1986280"/>
          <a:ext cx="3829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290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3020562" y="2029932"/>
        <a:ext cx="20675" cy="4135"/>
      </dsp:txXfrm>
    </dsp:sp>
    <dsp:sp modelId="{B248E945-F33C-4AAF-BE7D-C8BBD82896D1}">
      <dsp:nvSpPr>
        <dsp:cNvPr id="0" name=""/>
        <dsp:cNvSpPr/>
      </dsp:nvSpPr>
      <dsp:spPr>
        <a:xfrm>
          <a:off x="1043404" y="1492646"/>
          <a:ext cx="1797843" cy="10787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/>
            <a:t>Establish connection with database</a:t>
          </a:r>
          <a:endParaRPr lang="en-ZA" sz="1600" kern="1200" dirty="0"/>
        </a:p>
      </dsp:txBody>
      <dsp:txXfrm>
        <a:off x="1043404" y="1492646"/>
        <a:ext cx="1797843" cy="1078706"/>
      </dsp:txXfrm>
    </dsp:sp>
    <dsp:sp modelId="{515079DB-5E3E-4930-BD7B-7B3214748C6D}">
      <dsp:nvSpPr>
        <dsp:cNvPr id="0" name=""/>
        <dsp:cNvSpPr/>
      </dsp:nvSpPr>
      <dsp:spPr>
        <a:xfrm>
          <a:off x="1942326" y="2569553"/>
          <a:ext cx="2211347" cy="382904"/>
        </a:xfrm>
        <a:custGeom>
          <a:avLst/>
          <a:gdLst/>
          <a:ahLst/>
          <a:cxnLst/>
          <a:rect l="0" t="0" r="0" b="0"/>
          <a:pathLst>
            <a:path>
              <a:moveTo>
                <a:pt x="2211347" y="0"/>
              </a:moveTo>
              <a:lnTo>
                <a:pt x="2211347" y="208552"/>
              </a:lnTo>
              <a:lnTo>
                <a:pt x="0" y="208552"/>
              </a:lnTo>
              <a:lnTo>
                <a:pt x="0" y="38290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2991758" y="2758937"/>
        <a:ext cx="112483" cy="4135"/>
      </dsp:txXfrm>
    </dsp:sp>
    <dsp:sp modelId="{8D509C68-44F8-4DA4-B853-83F2547F1501}">
      <dsp:nvSpPr>
        <dsp:cNvPr id="0" name=""/>
        <dsp:cNvSpPr/>
      </dsp:nvSpPr>
      <dsp:spPr>
        <a:xfrm>
          <a:off x="3254752" y="1492646"/>
          <a:ext cx="1797843" cy="10787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/>
            <a:t>Obtain a statement(s) object to interact with db</a:t>
          </a:r>
          <a:endParaRPr lang="en-ZA" sz="1600" kern="1200" dirty="0"/>
        </a:p>
      </dsp:txBody>
      <dsp:txXfrm>
        <a:off x="3254752" y="1492646"/>
        <a:ext cx="1797843" cy="1078706"/>
      </dsp:txXfrm>
    </dsp:sp>
    <dsp:sp modelId="{9B88F7DC-2DB4-4987-803A-A5F4A95521B6}">
      <dsp:nvSpPr>
        <dsp:cNvPr id="0" name=""/>
        <dsp:cNvSpPr/>
      </dsp:nvSpPr>
      <dsp:spPr>
        <a:xfrm>
          <a:off x="2839447" y="3478490"/>
          <a:ext cx="38290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8290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500" kern="1200"/>
        </a:p>
      </dsp:txBody>
      <dsp:txXfrm>
        <a:off x="3020562" y="3522142"/>
        <a:ext cx="20675" cy="4135"/>
      </dsp:txXfrm>
    </dsp:sp>
    <dsp:sp modelId="{3ADE385E-7F4A-4C5D-99EC-865846D95231}">
      <dsp:nvSpPr>
        <dsp:cNvPr id="0" name=""/>
        <dsp:cNvSpPr/>
      </dsp:nvSpPr>
      <dsp:spPr>
        <a:xfrm>
          <a:off x="1043404" y="2984857"/>
          <a:ext cx="1797843" cy="10787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/>
            <a:t>Use statement(s) to manipulate db</a:t>
          </a:r>
          <a:endParaRPr lang="en-ZA" sz="1600" kern="1200" dirty="0"/>
        </a:p>
      </dsp:txBody>
      <dsp:txXfrm>
        <a:off x="1043404" y="2984857"/>
        <a:ext cx="1797843" cy="1078706"/>
      </dsp:txXfrm>
    </dsp:sp>
    <dsp:sp modelId="{C16A019B-F490-4BE4-BEA7-33D6E349E0C0}">
      <dsp:nvSpPr>
        <dsp:cNvPr id="0" name=""/>
        <dsp:cNvSpPr/>
      </dsp:nvSpPr>
      <dsp:spPr>
        <a:xfrm>
          <a:off x="3254752" y="2984857"/>
          <a:ext cx="1797843" cy="107870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600" kern="1200" dirty="0"/>
            <a:t>Close database</a:t>
          </a:r>
        </a:p>
      </dsp:txBody>
      <dsp:txXfrm>
        <a:off x="3254752" y="2984857"/>
        <a:ext cx="1797843" cy="1078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A2C8-BB26-4704-A0D6-3B35BE76F2CA}">
      <dsp:nvSpPr>
        <dsp:cNvPr id="0" name=""/>
        <dsp:cNvSpPr/>
      </dsp:nvSpPr>
      <dsp:spPr>
        <a:xfrm>
          <a:off x="2321718" y="174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Dynamic data handling</a:t>
          </a:r>
          <a:endParaRPr lang="en-ZA" sz="1500" kern="1200" dirty="0"/>
        </a:p>
      </dsp:txBody>
      <dsp:txXfrm>
        <a:off x="2367808" y="46264"/>
        <a:ext cx="1360382" cy="851985"/>
      </dsp:txXfrm>
    </dsp:sp>
    <dsp:sp modelId="{3863513D-C4AE-415C-B6AC-AFBBCFC3549C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296485" y="184967"/>
              </a:moveTo>
              <a:arcTo wR="1559742" hR="1559742" stAng="17891212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11DB05-D71E-4076-AD36-CFF84775C763}">
      <dsp:nvSpPr>
        <dsp:cNvPr id="0" name=""/>
        <dsp:cNvSpPr/>
      </dsp:nvSpPr>
      <dsp:spPr>
        <a:xfrm>
          <a:off x="3881461" y="1559917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 reports &amp; displays</a:t>
          </a:r>
          <a:endParaRPr lang="en-ZA" sz="1500" kern="1200" dirty="0"/>
        </a:p>
      </dsp:txBody>
      <dsp:txXfrm>
        <a:off x="3927551" y="1606007"/>
        <a:ext cx="1360382" cy="851985"/>
      </dsp:txXfrm>
    </dsp:sp>
    <dsp:sp modelId="{FCA88B47-50DA-41C0-AACF-22BF8F6F23DD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3042700" y="2043101"/>
              </a:moveTo>
              <a:arcTo wR="1559742" hR="1559742" stAng="1083178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281B6-FB67-4A36-B5FE-7983E925FB5D}">
      <dsp:nvSpPr>
        <dsp:cNvPr id="0" name=""/>
        <dsp:cNvSpPr/>
      </dsp:nvSpPr>
      <dsp:spPr>
        <a:xfrm>
          <a:off x="2321718" y="3119659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For data validation &amp; type checking</a:t>
          </a:r>
          <a:endParaRPr lang="en-ZA" sz="1500" kern="1200" dirty="0"/>
        </a:p>
      </dsp:txBody>
      <dsp:txXfrm>
        <a:off x="2367808" y="3165749"/>
        <a:ext cx="1360382" cy="851985"/>
      </dsp:txXfrm>
    </dsp:sp>
    <dsp:sp modelId="{A98708DD-C30C-47CD-AE27-3035E13D63C6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823000" y="2934518"/>
              </a:moveTo>
              <a:arcTo wR="1559742" hR="1559742" stAng="7091212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B91796-EC75-43AF-8A2D-61FA91CA03F1}">
      <dsp:nvSpPr>
        <dsp:cNvPr id="0" name=""/>
        <dsp:cNvSpPr/>
      </dsp:nvSpPr>
      <dsp:spPr>
        <a:xfrm>
          <a:off x="761975" y="1559917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Database schema exploration </a:t>
          </a:r>
          <a:endParaRPr lang="en-ZA" sz="1500" kern="1200" dirty="0"/>
        </a:p>
      </dsp:txBody>
      <dsp:txXfrm>
        <a:off x="808065" y="1606007"/>
        <a:ext cx="1360382" cy="851985"/>
      </dsp:txXfrm>
    </dsp:sp>
    <dsp:sp modelId="{632F4975-1133-44E2-B73A-C18BFBB37282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76785" y="1076384"/>
              </a:moveTo>
              <a:arcTo wR="1559742" hR="1559742" stAng="11883178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9A2C8-BB26-4704-A0D6-3B35BE76F2CA}">
      <dsp:nvSpPr>
        <dsp:cNvPr id="0" name=""/>
        <dsp:cNvSpPr/>
      </dsp:nvSpPr>
      <dsp:spPr>
        <a:xfrm>
          <a:off x="2321718" y="174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Ensures data integrity</a:t>
          </a:r>
          <a:endParaRPr lang="en-ZA" sz="1400" kern="1200" dirty="0"/>
        </a:p>
      </dsp:txBody>
      <dsp:txXfrm>
        <a:off x="2367808" y="46264"/>
        <a:ext cx="1360382" cy="851985"/>
      </dsp:txXfrm>
    </dsp:sp>
    <dsp:sp modelId="{3863513D-C4AE-415C-B6AC-AFBBCFC3549C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2296485" y="184967"/>
              </a:moveTo>
              <a:arcTo wR="1559742" hR="1559742" stAng="17891212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11DB05-D71E-4076-AD36-CFF84775C763}">
      <dsp:nvSpPr>
        <dsp:cNvPr id="0" name=""/>
        <dsp:cNvSpPr/>
      </dsp:nvSpPr>
      <dsp:spPr>
        <a:xfrm>
          <a:off x="3881461" y="1559917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Supports handling of concurrent access</a:t>
          </a:r>
          <a:endParaRPr lang="en-ZA" sz="1400" kern="1200" dirty="0"/>
        </a:p>
      </dsp:txBody>
      <dsp:txXfrm>
        <a:off x="3927551" y="1606007"/>
        <a:ext cx="1360382" cy="851985"/>
      </dsp:txXfrm>
    </dsp:sp>
    <dsp:sp modelId="{FCA88B47-50DA-41C0-AACF-22BF8F6F23DD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3042700" y="2043101"/>
              </a:moveTo>
              <a:arcTo wR="1559742" hR="1559742" stAng="1083178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F281B6-FB67-4A36-B5FE-7983E925FB5D}">
      <dsp:nvSpPr>
        <dsp:cNvPr id="0" name=""/>
        <dsp:cNvSpPr/>
      </dsp:nvSpPr>
      <dsp:spPr>
        <a:xfrm>
          <a:off x="2321718" y="3119659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Facilitates error recovery</a:t>
          </a:r>
          <a:endParaRPr lang="en-ZA" sz="1400" kern="1200" dirty="0"/>
        </a:p>
      </dsp:txBody>
      <dsp:txXfrm>
        <a:off x="2367808" y="3165749"/>
        <a:ext cx="1360382" cy="851985"/>
      </dsp:txXfrm>
    </dsp:sp>
    <dsp:sp modelId="{A98708DD-C30C-47CD-AE27-3035E13D63C6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823000" y="2934518"/>
              </a:moveTo>
              <a:arcTo wR="1559742" hR="1559742" stAng="7091212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B91796-EC75-43AF-8A2D-61FA91CA03F1}">
      <dsp:nvSpPr>
        <dsp:cNvPr id="0" name=""/>
        <dsp:cNvSpPr/>
      </dsp:nvSpPr>
      <dsp:spPr>
        <a:xfrm>
          <a:off x="761975" y="1559917"/>
          <a:ext cx="1452562" cy="9441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Simplifies complex operations</a:t>
          </a:r>
          <a:endParaRPr lang="en-ZA" sz="1400" kern="1200" dirty="0"/>
        </a:p>
      </dsp:txBody>
      <dsp:txXfrm>
        <a:off x="808065" y="1606007"/>
        <a:ext cx="1360382" cy="851985"/>
      </dsp:txXfrm>
    </dsp:sp>
    <dsp:sp modelId="{632F4975-1133-44E2-B73A-C18BFBB37282}">
      <dsp:nvSpPr>
        <dsp:cNvPr id="0" name=""/>
        <dsp:cNvSpPr/>
      </dsp:nvSpPr>
      <dsp:spPr>
        <a:xfrm>
          <a:off x="1488257" y="472257"/>
          <a:ext cx="3119485" cy="3119485"/>
        </a:xfrm>
        <a:custGeom>
          <a:avLst/>
          <a:gdLst/>
          <a:ahLst/>
          <a:cxnLst/>
          <a:rect l="0" t="0" r="0" b="0"/>
          <a:pathLst>
            <a:path>
              <a:moveTo>
                <a:pt x="76785" y="1076384"/>
              </a:moveTo>
              <a:arcTo wR="1559742" hR="1559742" stAng="11883178" swAng="2625610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5F629E-DEAC-48C0-2DCA-FBDE58F65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B62174-60A2-FD62-0D8D-A3E8C1B851F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153D84-A18A-4BAE-9F10-57636B33BFED}" type="datetimeFigureOut">
              <a:rPr lang="en-ZA"/>
              <a:pPr>
                <a:defRPr/>
              </a:pPr>
              <a:t>2026/03/16</a:t>
            </a:fld>
            <a:endParaRPr lang="en-ZA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AB229DF-27D9-CADC-CB1D-8A5C6271F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ZA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EA3F31E-A0CC-3475-963C-03616313F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ZA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28012-A92A-E433-5835-781BFC9B90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F9196-14E7-6FE6-7FAD-81CCB8236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69D768E-C3EC-41DC-8B8B-05D8793498BE}" type="slidenum">
              <a:rPr lang="en-ZA"/>
              <a:pPr>
                <a:defRPr/>
              </a:pPr>
              <a:t>‹#›</a:t>
            </a:fld>
            <a:endParaRPr lang="en-Z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4376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3E506-E51C-CCEF-E3A8-3BC08B98B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EC7C9-CF27-CCE7-D106-3BE408DDA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B68FD-BFAD-6517-52D6-484268CD2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Who has worked with databases before?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Q: What types?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Say we have an application written in Java to manage student records.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The application will need to be able to store and manage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How do we do that?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1. We have the database shown here at the top (database layer)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Could be SQL Server, Access or Oracle or any other relational database.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2. Then we have the application at the bottom that a user will interact with, where we can…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3. And how do they communicate?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With Java Database Connectivity (JDBC), which is the bridge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You can write SQL queries in the Java program and get results back from the database.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We just need to make sure that we use the correct JDBC driver for our type of database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Q: What are relational databases?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Data in databases is stored in tables with rows &amp; columns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Tables are linked using relationships (i.e., foreign keys)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Use SQL for queries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Data here is structured and follows a schema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Examples: MySQL, MS Access, SQL Server, Oracle, PostgreSQL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ZA" dirty="0"/>
              <a:t>But then what are non-relational databases? (NoSQL)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They are more flexible &amp; don’t use tables as the main data structure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Different types: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Document-based – like </a:t>
            </a:r>
            <a:r>
              <a:rPr lang="en-ZA" dirty="0" err="1"/>
              <a:t>Mongodb</a:t>
            </a:r>
            <a:r>
              <a:rPr lang="en-ZA" dirty="0"/>
              <a:t> (Data is stored in JSON documents)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Key-value stores – like Redis (data is stored as a pair (like a dictionary))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Column-based – e.g. Cassandra (data is stored by column, instead of by row)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Graph – data is stored as nodes &amp; relationships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Used when: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Data is unstructured or semi-structured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Scalability &amp; performance is important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ZA" dirty="0"/>
              <a:t>Developing real-time applications, etc.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BB500-F335-95B8-1D11-54F7561AE4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9768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6B5A2-01CE-1B89-7C83-9E653AD3D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5C0BD-BC07-BDB0-58BA-67BB8E2AA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B29AC-0E12-13AF-87FC-1E6CAE375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78178-44FB-57D5-48CD-746FDBD98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1052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21239-0D3A-4121-2B48-F30BD3A8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012DD-2C6E-D419-075B-A51E07131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4DD159-24D8-3BE6-E5D0-C6F6103D3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2E56B-F002-2C9C-9853-4B056D9ED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4894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242D8-32F3-3666-C9FE-545C080C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A0E02-552C-6F71-0198-F60808210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B267B-EEDB-D337-4B1D-C871272F8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58231-FA04-7167-2629-E3FE7D1D9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0397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8655-9B8A-A383-5B84-3C5BDB1F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5D7961-3634-5053-BA2D-A97D9D772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0CEE3-B992-18FB-38DD-88F3B4653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Open the Database tool window, which will display on the right side of IntelliJ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Enable it from View &gt; Tool Windows if not shown</a:t>
            </a: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Might need to download the driver (as mentioned in slide 1) if not yet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2CFC8-B27F-A83A-F3BA-2151230F4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1750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2457F-BAEB-94D4-F11E-58F8EDA78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C404C-BD9A-453E-4265-59F6C15A34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3EB64-0818-5A9E-275F-5BD26C1C5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02E58-D292-285D-AE23-9E7B39076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8376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C448-C87F-256F-DBF4-1B8BD8C9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AD11C-1550-C131-0571-CF436D9FF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3689DA-2CEE-52F8-FBE4-1D953CBE7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4E494-AE3E-827F-FBD8-5064A25805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0159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9496-D07D-E9A0-13D9-6DB9D062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6B8C6-3F6D-B469-5890-C40CFB96E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A74F8-5DB5-2373-7112-EED94D85D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FBF8D-5DFA-FBA5-AE0F-947930F3D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0073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1D818-2C0F-9E79-D773-CC84D897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365B2-3385-458C-7E62-CE7BEB153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82D1FF-4149-799D-8277-61087A6D3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Still needed due to configuration here at NMU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79797-0520-3B33-68DC-3B52B6FAB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856521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1194-1897-39DE-5430-7CF85222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8DCD6-944B-07EA-B2BB-9D0D7DFD1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F290A-8A35-CFE9-C2DB-D9B3BC8FB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ResultSet.</a:t>
            </a:r>
            <a:r>
              <a:rPr kumimoji="0" lang="en-US" altLang="en-US" sz="12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TYPE_SCROLL_SENSITIVE</a:t>
            </a: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kern="1200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ResultSet</a:t>
            </a:r>
            <a:r>
              <a:rPr kumimoji="0" lang="en-US" altLang="en-US" sz="1200" b="0" i="0" u="none" strike="noStrike" kern="1200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will be scrollable (can move forward &amp; backward through the results)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kern="1200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ResultSet</a:t>
            </a:r>
            <a:r>
              <a:rPr kumimoji="0" lang="en-US" altLang="en-US" sz="1200" b="0" i="0" u="none" strike="noStrike" kern="1200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will be sensitive to changes to the underlying data by other transactions while the </a:t>
            </a:r>
            <a:r>
              <a:rPr kumimoji="0" lang="en-US" altLang="en-US" sz="1200" b="0" i="0" u="none" strike="noStrike" kern="1200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ResultSet</a:t>
            </a:r>
            <a:r>
              <a:rPr kumimoji="0" lang="en-US" altLang="en-US" sz="1200" b="0" i="0" u="none" strike="noStrike" kern="1200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is open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kern="1200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 changes will be visible when navigating through the </a:t>
            </a:r>
            <a:r>
              <a:rPr kumimoji="0" lang="en-US" altLang="en-US" sz="1200" b="0" i="0" u="none" strike="noStrike" kern="1200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ResultSet</a:t>
            </a:r>
            <a:endParaRPr kumimoji="0" lang="en-US" altLang="en-US" sz="12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ResultSet.</a:t>
            </a:r>
            <a:r>
              <a:rPr kumimoji="0" lang="en-US" altLang="en-US" sz="12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CONCUR_UPDATABLE</a:t>
            </a: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kumimoji="0" lang="en-US" sz="1200" b="0" i="0" u="none" strike="noStrike" kern="1200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ResultSet</a:t>
            </a:r>
            <a:r>
              <a: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will be updatable (can read &amp; modify using </a:t>
            </a:r>
            <a:r>
              <a:rPr kumimoji="0" lang="en-US" sz="1200" b="0" i="0" u="none" strike="noStrike" kern="1200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updateXXX</a:t>
            </a:r>
            <a:r>
              <a: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(), e.g., </a:t>
            </a:r>
            <a:r>
              <a:rPr kumimoji="0" lang="en-US" sz="1200" b="0" i="0" u="none" strike="noStrike" kern="1200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updateString</a:t>
            </a:r>
            <a:r>
              <a:rPr kumimoji="0" lang="en-US" sz="1200" b="0" i="0" u="none" strike="noStrike" kern="1200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())</a:t>
            </a:r>
            <a:endParaRPr kumimoji="0" lang="en-ZA" sz="1200" b="0" i="0" u="none" strike="noStrike" kern="1200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D7794-BA2C-FA61-5707-8447ABCE9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505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D1EBA-B6BF-24D1-2DC2-CF1A9E002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9DF11-07E2-CACF-6B06-63217EC9E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CA9996-D0D1-1885-52DA-EEF1A3E0B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Stmt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err="1">
                <a:sym typeface="Wingdings" panose="05000000000000000000" pitchFamily="2" charset="2"/>
              </a:rPr>
              <a:t>java.sql.Statement</a:t>
            </a: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Execute basic static SQL queries against a database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sym typeface="Wingdings" panose="05000000000000000000" pitchFamily="2" charset="2"/>
              </a:rPr>
              <a:t>ResultSet</a:t>
            </a:r>
            <a:r>
              <a:rPr lang="en-US" dirty="0">
                <a:sym typeface="Wingdings" panose="05000000000000000000" pitchFamily="2" charset="2"/>
              </a:rPr>
              <a:t> is the set of rows &amp; columns returned by a SQL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getXXX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: XXX corresponds to the Java data type of the SQL column (e.g.,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getInt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())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F416A-01A2-5E36-852A-D3CF301AE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1809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DA27-AE04-BE68-99D5-325470018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998D2-77B3-CAEE-BB22-D95F73BB1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CBFE9-B61D-0FB4-0E26-BA39F6D37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can get information about the columns that you’re working with in a Java </a:t>
            </a:r>
            <a:r>
              <a:rPr lang="en-US" dirty="0" err="1"/>
              <a:t>ResultSet</a:t>
            </a:r>
            <a:r>
              <a:rPr lang="en-US" dirty="0"/>
              <a:t> object</a:t>
            </a:r>
            <a:r>
              <a:rPr lang="en-ZA" dirty="0"/>
              <a:t> using </a:t>
            </a:r>
            <a:r>
              <a:rPr lang="en-ZA" dirty="0" err="1"/>
              <a:t>ResultSetMetaData</a:t>
            </a:r>
            <a:endParaRPr lang="en-ZA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“data about data”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89DE0-259F-8F2A-C7FB-E30118960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0358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52B5-63B2-8130-0365-D2E92019E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72DC00-900A-E1D9-0F2C-B1E589745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ECBEB-01A0-B206-726A-AF863FEC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Q: Why useful?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Dynamic data handling: can write code to process results of SQL queries without knowing the structure of the </a:t>
            </a:r>
            <a:r>
              <a:rPr lang="en-US" dirty="0" err="1"/>
              <a:t>ResultSet</a:t>
            </a:r>
            <a:r>
              <a:rPr lang="en-US" dirty="0"/>
              <a:t> at compile time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E.g., generic data displays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reports and displays: can dynamically generate column headers and format data based on types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data validation &amp; type checking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Database schema exploration – see the structure of tables in a query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3D9B4-E091-0BFC-9556-A92929D6F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31535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0BC7-C2D7-610F-88E4-3F676CB9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C944F-020C-AB53-2447-A2DC76F004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4460D0-ABC8-204F-B4AD-83170891D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Q: Why useful?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Dynamic data handling: can write code to process results of SQL queries without knowing the structure of the </a:t>
            </a:r>
            <a:r>
              <a:rPr lang="en-US" dirty="0" err="1"/>
              <a:t>ResultSet</a:t>
            </a:r>
            <a:r>
              <a:rPr lang="en-US" dirty="0"/>
              <a:t> at compile time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E.g., generic data displays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reports and displays: can dynamically generate column headers and format data based on types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For data validation &amp; type checking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Database schema exploration – see the structure of tables in a 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D9294-AE54-6307-402B-703F0CA8A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37126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9131-256D-6D5B-8C8E-4C0FE65FA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96CE45-CD59-E51C-CBFB-B484865B9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66D0-48D0-5425-7E59-CEB7DA906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venir Book" pitchFamily="2" charset="0"/>
                <a:ea typeface="ＭＳ Ｐゴシック" panose="020B0600070205080204" pitchFamily="34" charset="-128"/>
              </a:rPr>
              <a:t>One or more SQL operations </a:t>
            </a:r>
            <a:r>
              <a:rPr lang="en-ZA" dirty="0"/>
              <a:t>(queries, updates, deletions, insertions)</a:t>
            </a:r>
            <a:r>
              <a:rPr lang="en-US" altLang="en-US" sz="1200" dirty="0">
                <a:latin typeface="Avenir Book" pitchFamily="2" charset="0"/>
                <a:ea typeface="ＭＳ Ｐゴシック" panose="020B0600070205080204" pitchFamily="34" charset="-128"/>
              </a:rPr>
              <a:t> that are treated as a single unit of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venir Book" pitchFamily="2" charset="0"/>
                <a:ea typeface="ＭＳ Ｐゴシック" panose="020B0600070205080204" pitchFamily="34" charset="-128"/>
              </a:rPr>
              <a:t>All the operations in a transaction are either committed (completed successfully) or rolled back (operation failed)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4E573-8C30-AA70-15E8-4803D0C12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62149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B08E5-4339-A9EA-E060-229CB797A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3292B2-D7BF-127F-1C46-87D835F1D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F6A140-2239-6C77-1EEB-024AB1135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Ensures data integrity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Transferring money from one account to another </a:t>
            </a:r>
            <a:r>
              <a:rPr lang="en-US" dirty="0">
                <a:sym typeface="Wingdings" panose="05000000000000000000" pitchFamily="2" charset="2"/>
              </a:rPr>
              <a:t> what if you take the money out the one account, but it fails to add it to the second account?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So these operations will happen together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Makes sure that the database state is consistent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Supports handling of concurrent access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if you have multiple users and multiple environments? So data can be accessed/modified at the same time?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Can lead to concurrency issues like lost updates (overwritten changes), or dirty reads (if reading an uncommitted update, that doesn’t mean that that is the updated/correct information)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Facilitates error recover</a:t>
            </a:r>
            <a:r>
              <a:rPr lang="en-ZA" dirty="0"/>
              <a:t>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roll back entire transaction if one operation fails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Simplifies complex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group multiple database operations into a single logical unit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So you know the steps that need to happen at that stage to complete some functionality successfully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BF2BF-48C9-1ACF-7716-67D57ADE34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696239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F532F-2AE6-D6CD-48D3-5C4D2AA4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8297E4-AA68-A9B6-56D2-81A348169D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F8A382-D5C4-AD60-6FD4-68C1172DB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Ensures data integrity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Transferring money from one account to another </a:t>
            </a:r>
            <a:r>
              <a:rPr lang="en-US" dirty="0">
                <a:sym typeface="Wingdings" panose="05000000000000000000" pitchFamily="2" charset="2"/>
              </a:rPr>
              <a:t> what if you take the money out the one account, but it fails to add it to the second account?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So these operations will happen together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Makes sure that the database state is consistent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Supports handling of concurrent access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if you have multiple users and multiple environments? So data can be accessed/modified at the same time?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Can lead to concurrency issues like lost updates (overwritten changes), or dirty reads (if reading an uncommitted update, that doesn’t mean that that is the updated/correct information)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Facilitates error recover</a:t>
            </a:r>
            <a:r>
              <a:rPr lang="en-ZA" dirty="0"/>
              <a:t>y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roll back entire transaction if one operation fails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ZA" dirty="0"/>
              <a:t>Simplifies complex operations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Can group multiple database operations into a single logical unit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ZA" dirty="0"/>
              <a:t>So you know the steps that need to happen at that stage to complete some functionality successfully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CCEB5-1F8D-740C-F0C5-2E2E374B5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87320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BD3D7-5752-89F7-B67F-10DFBE44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6D285-DE99-E85F-D7A6-6E2ACE402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658950-A318-CC7E-5E4F-A5020AD58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Java.sql.connection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C85C9-8AFA-1414-D7B4-922B16CDB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994868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Module evaluations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42971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D768E-C3EC-41DC-8B8B-05D8793498BE}" type="slidenum">
              <a:rPr lang="en-ZA" smtClean="0"/>
              <a:pPr>
                <a:defRPr/>
              </a:pPr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10202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CD4BB4-2F8D-6C42-F4E9-2B180692ED59}"/>
              </a:ext>
            </a:extLst>
          </p:cNvPr>
          <p:cNvSpPr/>
          <p:nvPr userDrawn="1"/>
        </p:nvSpPr>
        <p:spPr>
          <a:xfrm>
            <a:off x="0" y="-1588"/>
            <a:ext cx="9144000" cy="5145088"/>
          </a:xfrm>
          <a:prstGeom prst="rect">
            <a:avLst/>
          </a:prstGeom>
          <a:solidFill>
            <a:srgbClr val="001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CF85402B-8170-4E09-CFEB-83BA8A50B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00" y="744538"/>
            <a:ext cx="37893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2787774"/>
            <a:ext cx="7848872" cy="486054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1560" y="3381840"/>
            <a:ext cx="7848872" cy="1458218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24619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EC000"/>
              </a:buClr>
              <a:buSzPct val="80000"/>
              <a:defRPr sz="2000">
                <a:latin typeface="Avenir Book"/>
              </a:defRPr>
            </a:lvl1pPr>
            <a:lvl2pPr>
              <a:buClr>
                <a:srgbClr val="FEC000"/>
              </a:buClr>
              <a:buSzPct val="80000"/>
              <a:defRPr sz="2000">
                <a:latin typeface="Avenir Book"/>
              </a:defRPr>
            </a:lvl2pPr>
            <a:lvl3pPr>
              <a:buClr>
                <a:srgbClr val="FEC000"/>
              </a:buClr>
              <a:buSzPct val="80000"/>
              <a:defRPr sz="2000">
                <a:latin typeface="Avenir Book"/>
              </a:defRPr>
            </a:lvl3pPr>
            <a:lvl4pPr>
              <a:buClr>
                <a:srgbClr val="FEC000"/>
              </a:buClr>
              <a:buSzPct val="80000"/>
              <a:defRPr sz="2000">
                <a:latin typeface="Avenir Book"/>
              </a:defRPr>
            </a:lvl4pPr>
            <a:lvl5pPr>
              <a:buClr>
                <a:srgbClr val="FEC000"/>
              </a:buClr>
              <a:buSzPct val="80000"/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3401088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0" i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7924169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303498"/>
            <a:ext cx="8352928" cy="5941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28" y="1005576"/>
            <a:ext cx="4032572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501" y="1005576"/>
            <a:ext cx="4176713" cy="358904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28283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700335"/>
          </a:xfrm>
        </p:spPr>
        <p:txBody>
          <a:bodyPr anchor="ctr"/>
          <a:lstStyle>
            <a:lvl1pPr marL="0" indent="0">
              <a:buNone/>
              <a:defRPr sz="2200" b="0" i="0" baseline="0">
                <a:solidFill>
                  <a:srgbClr val="FEC000"/>
                </a:solidFill>
                <a:latin typeface="Avenir Black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4623550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64193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456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3" y="465516"/>
            <a:ext cx="2877497" cy="819774"/>
          </a:xfrm>
        </p:spPr>
        <p:txBody>
          <a:bodyPr anchor="t"/>
          <a:lstStyle>
            <a:lvl1pPr algn="l">
              <a:defRPr sz="2200" b="1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981" y="465517"/>
            <a:ext cx="4889467" cy="4129106"/>
          </a:xfrm>
        </p:spPr>
        <p:txBody>
          <a:bodyPr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1285291"/>
            <a:ext cx="2877497" cy="330933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43687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0" i="0" baseline="0">
                <a:solidFill>
                  <a:srgbClr val="FEC000"/>
                </a:solidFill>
                <a:latin typeface="Avenir Black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853275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97" y="303498"/>
            <a:ext cx="8128527" cy="59412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5" y="1113589"/>
            <a:ext cx="8136904" cy="3481034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8502750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7905" y="249493"/>
            <a:ext cx="2018551" cy="43451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546" y="249493"/>
            <a:ext cx="5913947" cy="4345130"/>
          </a:xfrm>
        </p:spPr>
        <p:txBody>
          <a:bodyPr vert="eaVert"/>
          <a:lstStyle>
            <a:lvl1pPr>
              <a:buClr>
                <a:srgbClr val="FEC000"/>
              </a:buClr>
              <a:defRPr sz="2000">
                <a:latin typeface="Avenir Book"/>
              </a:defRPr>
            </a:lvl1pPr>
            <a:lvl2pPr>
              <a:buClr>
                <a:srgbClr val="FEC000"/>
              </a:buClr>
              <a:defRPr sz="2000">
                <a:latin typeface="Avenir Book"/>
              </a:defRPr>
            </a:lvl2pPr>
            <a:lvl3pPr>
              <a:buClr>
                <a:srgbClr val="FEC000"/>
              </a:buClr>
              <a:defRPr sz="2000">
                <a:latin typeface="Avenir Book"/>
              </a:defRPr>
            </a:lvl3pPr>
            <a:lvl4pPr>
              <a:buClr>
                <a:srgbClr val="FEC000"/>
              </a:buClr>
              <a:defRPr sz="2000">
                <a:latin typeface="Avenir Book"/>
              </a:defRPr>
            </a:lvl4pPr>
            <a:lvl5pPr>
              <a:buClr>
                <a:srgbClr val="FEC000"/>
              </a:buClr>
              <a:defRPr sz="2000">
                <a:latin typeface="Avenir 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5787133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340854-2AB0-CB10-64EC-90BE9215D8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-1588"/>
            <a:ext cx="9144000" cy="5191126"/>
          </a:xfrm>
          <a:prstGeom prst="rect">
            <a:avLst/>
          </a:prstGeom>
          <a:solidFill>
            <a:srgbClr val="FEC000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239776"/>
            <a:ext cx="4376737" cy="4748870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73501097"/>
      </p:ext>
    </p:extLst>
  </p:cSld>
  <p:clrMapOvr>
    <a:masterClrMapping/>
  </p:clrMapOvr>
  <p:transition spd="slow">
    <p:cover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E339C2-10EE-A968-9884-2A9840336F4A}"/>
              </a:ext>
            </a:extLst>
          </p:cNvPr>
          <p:cNvSpPr/>
          <p:nvPr userDrawn="1"/>
        </p:nvSpPr>
        <p:spPr>
          <a:xfrm>
            <a:off x="-339725" y="-192088"/>
            <a:ext cx="9823450" cy="5527676"/>
          </a:xfrm>
          <a:prstGeom prst="rect">
            <a:avLst/>
          </a:prstGeom>
          <a:solidFill>
            <a:srgbClr val="00102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405064" y="725984"/>
            <a:ext cx="4376737" cy="4262661"/>
          </a:xfrm>
          <a:prstGeom prst="rect">
            <a:avLst/>
          </a:prstGeom>
        </p:spPr>
        <p:txBody>
          <a:bodyPr tIns="0" bIns="748800" anchor="ctr" anchorCtr="1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200">
                <a:solidFill>
                  <a:schemeClr val="bg1"/>
                </a:solidFill>
                <a:latin typeface="Avenir Medium"/>
                <a:cs typeface="Avenir Medium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201242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Slogan Slide (16-9).jpg">
            <a:extLst>
              <a:ext uri="{FF2B5EF4-FFF2-40B4-BE49-F238E27FC236}">
                <a16:creationId xmlns:a16="http://schemas.microsoft.com/office/drawing/2014/main" id="{B81BB40B-38F8-E738-36C0-ECB883458A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50" y="-30163"/>
            <a:ext cx="9240838" cy="520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509847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MU Title Slide">
    <p:bg>
      <p:bgPr>
        <a:solidFill>
          <a:srgbClr val="071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015448E5-F638-B1D6-C8DF-532BFBB729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792163"/>
            <a:ext cx="28416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01357"/>
            <a:ext cx="7886700" cy="56842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27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28650" y="3270709"/>
            <a:ext cx="7886700" cy="322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28650" y="3763934"/>
            <a:ext cx="7886700" cy="27440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628650" y="4104269"/>
            <a:ext cx="7886700" cy="2744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rgbClr val="FEC000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28650" y="4444605"/>
            <a:ext cx="7886700" cy="3263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Avenir LT 45 Book" panose="020B05030200000200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1679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3668B8-86C9-9421-3159-C823938B6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303213"/>
            <a:ext cx="84963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0CB888D-7791-A522-D910-4377162E8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12838"/>
            <a:ext cx="8505825" cy="348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pic>
        <p:nvPicPr>
          <p:cNvPr id="1028" name="Picture 6">
            <a:extLst>
              <a:ext uri="{FF2B5EF4-FFF2-40B4-BE49-F238E27FC236}">
                <a16:creationId xmlns:a16="http://schemas.microsoft.com/office/drawing/2014/main" id="{E93FDCF3-2B47-AE1D-06CC-D555B13F21D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08500"/>
            <a:ext cx="914400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1027"/>
          </a:solidFill>
          <a:latin typeface="Avenir Medium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</a:defRPr>
      </a:lvl9pPr>
    </p:titleStyle>
    <p:bodyStyle>
      <a:lvl1pPr marL="173038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Avenir Book"/>
          <a:ea typeface="ＭＳ Ｐゴシック" charset="0"/>
          <a:cs typeface="+mn-cs"/>
        </a:defRPr>
      </a:lvl1pPr>
      <a:lvl2pPr marL="347663" indent="-1730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Char char="•"/>
        <a:defRPr sz="2000">
          <a:solidFill>
            <a:schemeClr val="tx1"/>
          </a:solidFill>
          <a:latin typeface="Avenir Book"/>
          <a:ea typeface="ＭＳ Ｐゴシック" charset="0"/>
        </a:defRPr>
      </a:lvl2pPr>
      <a:lvl3pPr marL="547688" indent="-198438" algn="l" rtl="0" eaLnBrk="0" fontAlgn="base" hangingPunct="0">
        <a:spcBef>
          <a:spcPct val="20000"/>
        </a:spcBef>
        <a:spcAft>
          <a:spcPct val="0"/>
        </a:spcAft>
        <a:buClr>
          <a:srgbClr val="FEC000"/>
        </a:buClr>
        <a:buSzPct val="75000"/>
        <a:buFont typeface="Arial" panose="020B0604020202020204" pitchFamily="34" charset="0"/>
        <a:buChar char="-"/>
        <a:defRPr sz="2000">
          <a:solidFill>
            <a:schemeClr val="tx1"/>
          </a:solidFill>
          <a:latin typeface="Avenir Book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3057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3057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>
            <a:extLst>
              <a:ext uri="{FF2B5EF4-FFF2-40B4-BE49-F238E27FC236}">
                <a16:creationId xmlns:a16="http://schemas.microsoft.com/office/drawing/2014/main" id="{4AA0ABE0-6903-5F9A-268C-90F84406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>
            <a:extLst>
              <a:ext uri="{FF2B5EF4-FFF2-40B4-BE49-F238E27FC236}">
                <a16:creationId xmlns:a16="http://schemas.microsoft.com/office/drawing/2014/main" id="{25B10FB9-A15F-F8CA-E0F3-B4914ABDD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67150"/>
            <a:ext cx="9144000" cy="433388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 dirty="0">
                <a:ea typeface="ＭＳ Ｐゴシック" panose="020B0600070205080204" pitchFamily="34" charset="-128"/>
              </a:rPr>
              <a:t>Lecture 5: Databases</a:t>
            </a:r>
            <a:endParaRPr lang="en-ZA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18436" name="Text Placeholder 3">
            <a:extLst>
              <a:ext uri="{FF2B5EF4-FFF2-40B4-BE49-F238E27FC236}">
                <a16:creationId xmlns:a16="http://schemas.microsoft.com/office/drawing/2014/main" id="{4FA56CAD-107C-CCF9-44D6-34BF51654181}"/>
              </a:ext>
            </a:extLst>
          </p:cNvPr>
          <p:cNvSpPr>
            <a:spLocks noGrp="1" noChangeArrowheads="1"/>
          </p:cNvSpPr>
          <p:nvPr>
            <p:ph type="body" sz="quarter" idx="15"/>
          </p:nvPr>
        </p:nvSpPr>
        <p:spPr>
          <a:xfrm>
            <a:off x="611188" y="4386263"/>
            <a:ext cx="7886700" cy="273050"/>
          </a:xfrm>
        </p:spPr>
        <p:txBody>
          <a:bodyPr/>
          <a:lstStyle/>
          <a:p>
            <a:r>
              <a:rPr lang="en-US" altLang="en-US" sz="1200">
                <a:ea typeface="ＭＳ Ｐゴシック" panose="020B0600070205080204" pitchFamily="34" charset="-128"/>
              </a:rPr>
              <a:t>WRPV301: Advanced Programming</a:t>
            </a:r>
            <a:endParaRPr lang="en-ZA" altLang="en-US" sz="1200">
              <a:ea typeface="ＭＳ Ｐゴシック" panose="020B0600070205080204" pitchFamily="34" charset="-128"/>
            </a:endParaRPr>
          </a:p>
        </p:txBody>
      </p:sp>
      <p:sp>
        <p:nvSpPr>
          <p:cNvPr id="18437" name="Text Placeholder 5">
            <a:extLst>
              <a:ext uri="{FF2B5EF4-FFF2-40B4-BE49-F238E27FC236}">
                <a16:creationId xmlns:a16="http://schemas.microsoft.com/office/drawing/2014/main" id="{7B434F81-E8A3-A7A9-ADB2-DAC0071210D7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>
          <a:xfrm>
            <a:off x="611188" y="4732338"/>
            <a:ext cx="7886700" cy="325437"/>
          </a:xfrm>
        </p:spPr>
        <p:txBody>
          <a:bodyPr/>
          <a:lstStyle/>
          <a:p>
            <a:r>
              <a:rPr lang="en-US" altLang="en-US" sz="1400">
                <a:ea typeface="ＭＳ Ｐゴシック" panose="020B0600070205080204" pitchFamily="34" charset="-128"/>
              </a:rPr>
              <a:t>Dr Simone Beets</a:t>
            </a:r>
            <a:endParaRPr lang="en-ZA" altLang="en-US" sz="1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BF0F-4453-5E56-9240-EF87F672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93276CE2-B486-73FE-3FEC-B46EE7F92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What do we need?</a:t>
            </a:r>
          </a:p>
        </p:txBody>
      </p:sp>
      <p:sp>
        <p:nvSpPr>
          <p:cNvPr id="2" name="Bevel 2">
            <a:extLst>
              <a:ext uri="{FF2B5EF4-FFF2-40B4-BE49-F238E27FC236}">
                <a16:creationId xmlns:a16="http://schemas.microsoft.com/office/drawing/2014/main" id="{5C4E1F51-FB6F-EDB2-6597-CCE75634CBD3}"/>
              </a:ext>
            </a:extLst>
          </p:cNvPr>
          <p:cNvSpPr/>
          <p:nvPr/>
        </p:nvSpPr>
        <p:spPr>
          <a:xfrm>
            <a:off x="5290132" y="3311773"/>
            <a:ext cx="3528392" cy="180020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Flowchart: Magnetic Disk 2">
            <a:extLst>
              <a:ext uri="{FF2B5EF4-FFF2-40B4-BE49-F238E27FC236}">
                <a16:creationId xmlns:a16="http://schemas.microsoft.com/office/drawing/2014/main" id="{5EA73501-6992-2F79-C293-233BF44DE1C1}"/>
              </a:ext>
            </a:extLst>
          </p:cNvPr>
          <p:cNvSpPr/>
          <p:nvPr/>
        </p:nvSpPr>
        <p:spPr>
          <a:xfrm>
            <a:off x="5948473" y="44624"/>
            <a:ext cx="2092796" cy="1737320"/>
          </a:xfrm>
          <a:prstGeom prst="flowChartMagneticDisk">
            <a:avLst/>
          </a:prstGeom>
          <a:ln>
            <a:solidFill>
              <a:srgbClr val="06060A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7939758-E8B8-B186-0F74-97D8CA788EC6}"/>
              </a:ext>
            </a:extLst>
          </p:cNvPr>
          <p:cNvSpPr txBox="1">
            <a:spLocks/>
          </p:cNvSpPr>
          <p:nvPr/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/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BC4D6B15-2685-4932-B20A-5A4197B791BE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A6A251-5A57-703B-1B69-4F7C1899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037" y="116632"/>
            <a:ext cx="2133600" cy="151216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 sz="20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</a:rPr>
              <a:t>Database</a:t>
            </a:r>
            <a:endParaRPr lang="en-US" sz="2000" b="1" dirty="0">
              <a:solidFill>
                <a:schemeClr val="bg1"/>
              </a:solidFill>
              <a:latin typeface="Calibri" pitchFamily="34" charset="0"/>
            </a:endParaRPr>
          </a:p>
          <a:p>
            <a:pPr algn="ctr"/>
            <a:endParaRPr lang="en-US" sz="2000" dirty="0">
              <a:solidFill>
                <a:schemeClr val="bg1"/>
              </a:solidFill>
              <a:latin typeface="Calibri" pitchFamily="34" charset="0"/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SQL Server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Access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Oracle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CFDCEDD-21BE-7934-D145-7DD15572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164" y="3239765"/>
            <a:ext cx="2952328" cy="136815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itchFamily="34" charset="0"/>
              </a:rPr>
              <a:t>Application</a:t>
            </a:r>
            <a:endParaRPr lang="en-US" sz="2000" b="1" dirty="0">
              <a:latin typeface="Calibri" pitchFamily="34" charset="0"/>
            </a:endParaRPr>
          </a:p>
          <a:p>
            <a:endParaRPr lang="en-US" sz="2000" dirty="0">
              <a:latin typeface="Calibri" pitchFamily="34" charset="0"/>
            </a:endParaRPr>
          </a:p>
          <a:p>
            <a:pPr>
              <a:buFontTx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 Create tables in DB</a:t>
            </a:r>
          </a:p>
          <a:p>
            <a:pPr>
              <a:buFontTx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 Add data to DB</a:t>
            </a:r>
          </a:p>
          <a:p>
            <a:pPr>
              <a:buFontTx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 Delete from DB</a:t>
            </a:r>
          </a:p>
          <a:p>
            <a:pPr>
              <a:buFontTx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</a:rPr>
              <a:t> Update data in DB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D3B031B-ACC7-E62A-BF25-8AC960E1398E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07772" y="1853604"/>
            <a:ext cx="1368152" cy="1368849"/>
          </a:xfrm>
          <a:prstGeom prst="leftRightArrow">
            <a:avLst>
              <a:gd name="adj1" fmla="val 50000"/>
              <a:gd name="adj2" fmla="val 20000"/>
            </a:avLst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/>
            <a:r>
              <a:rPr lang="en-US" b="1" dirty="0">
                <a:latin typeface="Calibri" pitchFamily="34" charset="0"/>
              </a:rPr>
              <a:t>Bridge</a:t>
            </a:r>
          </a:p>
          <a:p>
            <a:pPr algn="ctr"/>
            <a:r>
              <a:rPr lang="en-US" dirty="0">
                <a:latin typeface="Calibri" pitchFamily="34" charset="0"/>
              </a:rPr>
              <a:t>JDBC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C72D0F-A69B-CD2E-DF77-AD9A51CABFD0}"/>
              </a:ext>
            </a:extLst>
          </p:cNvPr>
          <p:cNvSpPr/>
          <p:nvPr/>
        </p:nvSpPr>
        <p:spPr>
          <a:xfrm>
            <a:off x="807178" y="1679603"/>
            <a:ext cx="3858800" cy="178429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are relational databases?</a:t>
            </a:r>
            <a:endParaRPr lang="en-ZA" sz="3600" dirty="0"/>
          </a:p>
        </p:txBody>
      </p:sp>
      <p:pic>
        <p:nvPicPr>
          <p:cNvPr id="9" name="Graphic 3" descr="Lights On with solid fill">
            <a:extLst>
              <a:ext uri="{FF2B5EF4-FFF2-40B4-BE49-F238E27FC236}">
                <a16:creationId xmlns:a16="http://schemas.microsoft.com/office/drawing/2014/main" id="{2628435C-68D6-AD59-76C4-725F6738F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139702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401D0A6-D0AD-25AF-72DB-CFE36C24864B}"/>
              </a:ext>
            </a:extLst>
          </p:cNvPr>
          <p:cNvSpPr/>
          <p:nvPr/>
        </p:nvSpPr>
        <p:spPr>
          <a:xfrm>
            <a:off x="807178" y="1679603"/>
            <a:ext cx="3858800" cy="178429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are non-relational databases?</a:t>
            </a:r>
            <a:endParaRPr lang="en-ZA" sz="3600" dirty="0"/>
          </a:p>
        </p:txBody>
      </p:sp>
      <p:pic>
        <p:nvPicPr>
          <p:cNvPr id="11" name="Graphic 3" descr="Lights On with solid fill">
            <a:extLst>
              <a:ext uri="{FF2B5EF4-FFF2-40B4-BE49-F238E27FC236}">
                <a16:creationId xmlns:a16="http://schemas.microsoft.com/office/drawing/2014/main" id="{C6E03684-09C2-B416-1179-4FFB66E63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96" y="2150827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707243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/>
      <p:bldP spid="7" grpId="0" animBg="1" autoUpdateAnimBg="0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24C8-EF4C-3BB5-E85C-0AFB7D04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862EB38D-702C-C693-7DA0-272092115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SQL statements &amp; queries (examples)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0E48514-FEA9-B9DB-B497-5D8ED3BA7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CREATE TABLE </a:t>
            </a:r>
            <a:r>
              <a:rPr lang="en-US" dirty="0" err="1"/>
              <a:t>tablename</a:t>
            </a:r>
            <a:r>
              <a:rPr lang="en-US" dirty="0"/>
              <a:t> (fieldname1 VARCHAR (32), fieldname2 INTEGER, fieldname3 FLOAT);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4BE742-2871-2C40-42F6-4640BA8B5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76" y="2262898"/>
            <a:ext cx="3200847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5534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39B0E-FA32-DC27-E1A1-3940094B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0E665B37-33F6-1A56-BBE3-18CEC6CB7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SQL statements &amp; queries (examples)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76D678B4-221E-57A7-CCFD-6B6AA51BC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INSERT INTO </a:t>
            </a:r>
            <a:r>
              <a:rPr lang="en-US" dirty="0" err="1"/>
              <a:t>tablename</a:t>
            </a:r>
            <a:r>
              <a:rPr lang="en-US" dirty="0"/>
              <a:t> VALUES (value1, value2, value3);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73109-F1A1-1AE2-F0B7-CF2C6116B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181" y="2495303"/>
            <a:ext cx="4753638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934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E91AB-9E21-9C2C-E4EB-600EB765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289774F-BA00-7714-F427-5959D29AE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SQL statements &amp; queries (examples)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5188087E-07AD-EBF4-41DC-2B18C0370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784654" cy="3481387"/>
          </a:xfrm>
        </p:spPr>
        <p:txBody>
          <a:bodyPr/>
          <a:lstStyle/>
          <a:p>
            <a:r>
              <a:rPr lang="en-US" dirty="0"/>
              <a:t>SELECT field1, field2 FROM </a:t>
            </a:r>
            <a:r>
              <a:rPr lang="en-US" dirty="0" err="1"/>
              <a:t>tablename</a:t>
            </a:r>
            <a:r>
              <a:rPr lang="en-US" dirty="0"/>
              <a:t> ORDER BY field2 DESC;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3E4C4-54B4-13FA-EC41-A3DAFAC3E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865" y="2376460"/>
            <a:ext cx="4982270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02828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D23A6-CB90-A8E9-92BF-8A7C2116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C26751A3-DE77-EE11-2F05-EEC5AD331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IntelliJ &amp; databases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B4CFBE90-51C6-D66E-1A5D-6D81E93A2E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5328270" cy="3481387"/>
          </a:xfrm>
        </p:spPr>
        <p:txBody>
          <a:bodyPr/>
          <a:lstStyle/>
          <a:p>
            <a:r>
              <a:rPr lang="en-US" dirty="0"/>
              <a:t>Database Window</a:t>
            </a:r>
          </a:p>
          <a:p>
            <a:pPr lvl="1"/>
            <a:r>
              <a:rPr lang="en-US" dirty="0"/>
              <a:t>Allows you to connect to, examine </a:t>
            </a:r>
          </a:p>
          <a:p>
            <a:pPr marL="374650" lvl="2" indent="0">
              <a:buNone/>
            </a:pPr>
            <a:r>
              <a:rPr lang="en-US" dirty="0"/>
              <a:t>&amp; interact with an existing database</a:t>
            </a:r>
          </a:p>
          <a:p>
            <a:pPr lvl="1"/>
            <a:r>
              <a:rPr lang="en-US" dirty="0"/>
              <a:t>Allows you to obtain the settings </a:t>
            </a:r>
          </a:p>
          <a:p>
            <a:pPr marL="374650" lvl="2" indent="0">
              <a:buNone/>
            </a:pPr>
            <a:r>
              <a:rPr lang="en-US" dirty="0"/>
              <a:t>needed to connect with a database from code</a:t>
            </a:r>
          </a:p>
          <a:p>
            <a:r>
              <a:rPr lang="en-US" dirty="0"/>
              <a:t>To create a data source</a:t>
            </a:r>
          </a:p>
          <a:p>
            <a:pPr lvl="1"/>
            <a:r>
              <a:rPr lang="en-US" dirty="0"/>
              <a:t>Click the + button &amp; choose type of database, e.g., SQL Server</a:t>
            </a:r>
          </a:p>
          <a:p>
            <a:pPr lvl="1"/>
            <a:r>
              <a:rPr lang="en-US" dirty="0"/>
              <a:t>Complete the details of the connection &amp; click the Test Connection button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D8D22B-EE7F-2ECF-04F8-96AF2200F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639" y="142870"/>
            <a:ext cx="4510545" cy="2393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87A537-FC57-F174-3C87-079B92EE7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3435846"/>
            <a:ext cx="3350468" cy="88575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79B840-299F-499C-0236-5B3AF54F6E2A}"/>
              </a:ext>
            </a:extLst>
          </p:cNvPr>
          <p:cNvSpPr/>
          <p:nvPr/>
        </p:nvSpPr>
        <p:spPr>
          <a:xfrm>
            <a:off x="4572000" y="303213"/>
            <a:ext cx="360040" cy="396329"/>
          </a:xfrm>
          <a:prstGeom prst="rect">
            <a:avLst/>
          </a:prstGeom>
          <a:noFill/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58CC679-53C7-3110-15F8-A2F6FF811846}"/>
              </a:ext>
            </a:extLst>
          </p:cNvPr>
          <p:cNvSpPr/>
          <p:nvPr/>
        </p:nvSpPr>
        <p:spPr>
          <a:xfrm rot="16200000">
            <a:off x="5904148" y="4277894"/>
            <a:ext cx="720080" cy="360040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9745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62A5-AD46-BF76-9B1E-BD838368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BB2D14-0531-53D5-79B3-B9B8B81CB61E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6886C6-1EE8-11E1-F634-77227778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5412" y="0"/>
            <a:ext cx="5873175" cy="5143500"/>
          </a:xfrm>
          <a:prstGeom prst="rect">
            <a:avLst/>
          </a:prstGeom>
        </p:spPr>
      </p:pic>
      <p:sp>
        <p:nvSpPr>
          <p:cNvPr id="12" name="Rectangular Callout 4">
            <a:extLst>
              <a:ext uri="{FF2B5EF4-FFF2-40B4-BE49-F238E27FC236}">
                <a16:creationId xmlns:a16="http://schemas.microsoft.com/office/drawing/2014/main" id="{0860C35E-7A96-A3DB-FBC3-F198B6333936}"/>
              </a:ext>
            </a:extLst>
          </p:cNvPr>
          <p:cNvSpPr/>
          <p:nvPr/>
        </p:nvSpPr>
        <p:spPr>
          <a:xfrm>
            <a:off x="7822237" y="1899216"/>
            <a:ext cx="1008112" cy="484232"/>
          </a:xfrm>
          <a:prstGeom prst="wedgeRectCallout">
            <a:avLst>
              <a:gd name="adj1" fmla="val -104230"/>
              <a:gd name="adj2" fmla="val -944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Delete the port</a:t>
            </a:r>
          </a:p>
        </p:txBody>
      </p:sp>
      <p:sp>
        <p:nvSpPr>
          <p:cNvPr id="13" name="Rectangular Callout 5">
            <a:extLst>
              <a:ext uri="{FF2B5EF4-FFF2-40B4-BE49-F238E27FC236}">
                <a16:creationId xmlns:a16="http://schemas.microsoft.com/office/drawing/2014/main" id="{A0F79D07-F5CA-AC4F-250D-2638A5CD806C}"/>
              </a:ext>
            </a:extLst>
          </p:cNvPr>
          <p:cNvSpPr/>
          <p:nvPr/>
        </p:nvSpPr>
        <p:spPr>
          <a:xfrm>
            <a:off x="224443" y="3124788"/>
            <a:ext cx="1268102" cy="792088"/>
          </a:xfrm>
          <a:prstGeom prst="wedgeRectCallout">
            <a:avLst>
              <a:gd name="adj1" fmla="val 188728"/>
              <a:gd name="adj2" fmla="val 105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Connection string (used in code)</a:t>
            </a:r>
          </a:p>
        </p:txBody>
      </p:sp>
      <p:sp>
        <p:nvSpPr>
          <p:cNvPr id="14" name="Rectangular Callout 6">
            <a:extLst>
              <a:ext uri="{FF2B5EF4-FFF2-40B4-BE49-F238E27FC236}">
                <a16:creationId xmlns:a16="http://schemas.microsoft.com/office/drawing/2014/main" id="{E7B47C11-A724-76A7-8D9B-1C69BC5127CB}"/>
              </a:ext>
            </a:extLst>
          </p:cNvPr>
          <p:cNvSpPr/>
          <p:nvPr/>
        </p:nvSpPr>
        <p:spPr>
          <a:xfrm>
            <a:off x="354438" y="2099865"/>
            <a:ext cx="1008112" cy="877483"/>
          </a:xfrm>
          <a:prstGeom prst="wedgeRectCallout">
            <a:avLst>
              <a:gd name="adj1" fmla="val 235498"/>
              <a:gd name="adj2" fmla="val 259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SQL User log in details</a:t>
            </a:r>
          </a:p>
        </p:txBody>
      </p:sp>
      <p:sp>
        <p:nvSpPr>
          <p:cNvPr id="15" name="Rectangular Callout 7">
            <a:extLst>
              <a:ext uri="{FF2B5EF4-FFF2-40B4-BE49-F238E27FC236}">
                <a16:creationId xmlns:a16="http://schemas.microsoft.com/office/drawing/2014/main" id="{179DF08D-346E-2F27-089D-A3A49D168629}"/>
              </a:ext>
            </a:extLst>
          </p:cNvPr>
          <p:cNvSpPr/>
          <p:nvPr/>
        </p:nvSpPr>
        <p:spPr>
          <a:xfrm>
            <a:off x="7822237" y="2866738"/>
            <a:ext cx="1008112" cy="516099"/>
          </a:xfrm>
          <a:prstGeom prst="wedgeRectCallout">
            <a:avLst>
              <a:gd name="adj1" fmla="val -171973"/>
              <a:gd name="adj2" fmla="val 190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Database to use</a:t>
            </a:r>
          </a:p>
        </p:txBody>
      </p:sp>
      <p:sp>
        <p:nvSpPr>
          <p:cNvPr id="16" name="Rectangular Callout 8">
            <a:extLst>
              <a:ext uri="{FF2B5EF4-FFF2-40B4-BE49-F238E27FC236}">
                <a16:creationId xmlns:a16="http://schemas.microsoft.com/office/drawing/2014/main" id="{A89A4EC5-AFAE-5D1A-4206-666380BB38B2}"/>
              </a:ext>
            </a:extLst>
          </p:cNvPr>
          <p:cNvSpPr/>
          <p:nvPr/>
        </p:nvSpPr>
        <p:spPr>
          <a:xfrm>
            <a:off x="7822237" y="3665910"/>
            <a:ext cx="1008112" cy="804133"/>
          </a:xfrm>
          <a:prstGeom prst="wedgeRectCallout">
            <a:avLst>
              <a:gd name="adj1" fmla="val -419349"/>
              <a:gd name="adj2" fmla="val 4711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Check that can connect</a:t>
            </a:r>
          </a:p>
        </p:txBody>
      </p:sp>
    </p:spTree>
    <p:extLst>
      <p:ext uri="{BB962C8B-B14F-4D97-AF65-F5344CB8AC3E}">
        <p14:creationId xmlns:p14="http://schemas.microsoft.com/office/powerpoint/2010/main" val="901357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100F-46F5-2E0A-6DC5-B2C1BCAA8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A90AB-8219-C819-42D9-08E6EBD56445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D1EF7-EAA1-FB04-7768-0B01E1DDA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06" y="0"/>
            <a:ext cx="7345787" cy="5143500"/>
          </a:xfrm>
          <a:prstGeom prst="rect">
            <a:avLst/>
          </a:prstGeom>
        </p:spPr>
      </p:pic>
      <p:sp>
        <p:nvSpPr>
          <p:cNvPr id="4" name="Rectangular Callout 4">
            <a:extLst>
              <a:ext uri="{FF2B5EF4-FFF2-40B4-BE49-F238E27FC236}">
                <a16:creationId xmlns:a16="http://schemas.microsoft.com/office/drawing/2014/main" id="{2328D520-1F7B-2B24-C2E2-9CBDE108A010}"/>
              </a:ext>
            </a:extLst>
          </p:cNvPr>
          <p:cNvSpPr/>
          <p:nvPr/>
        </p:nvSpPr>
        <p:spPr>
          <a:xfrm>
            <a:off x="7452320" y="1779662"/>
            <a:ext cx="1584176" cy="1512168"/>
          </a:xfrm>
          <a:prstGeom prst="wedgeRectCallout">
            <a:avLst>
              <a:gd name="adj1" fmla="val -155062"/>
              <a:gd name="adj2" fmla="val -693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Name of Java class implementing the driver used to communicate with the database</a:t>
            </a:r>
          </a:p>
        </p:txBody>
      </p:sp>
      <p:sp>
        <p:nvSpPr>
          <p:cNvPr id="5" name="Rectangular Callout 3">
            <a:extLst>
              <a:ext uri="{FF2B5EF4-FFF2-40B4-BE49-F238E27FC236}">
                <a16:creationId xmlns:a16="http://schemas.microsoft.com/office/drawing/2014/main" id="{141ACD3D-92B9-5E22-C799-A10A70C895CC}"/>
              </a:ext>
            </a:extLst>
          </p:cNvPr>
          <p:cNvSpPr/>
          <p:nvPr/>
        </p:nvSpPr>
        <p:spPr>
          <a:xfrm>
            <a:off x="323528" y="3573016"/>
            <a:ext cx="1429444" cy="1368152"/>
          </a:xfrm>
          <a:prstGeom prst="wedgeRectCallout">
            <a:avLst>
              <a:gd name="adj1" fmla="val 143225"/>
              <a:gd name="adj2" fmla="val -14864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1400" dirty="0">
                <a:solidFill>
                  <a:sysClr val="windowText" lastClr="000000"/>
                </a:solidFill>
              </a:rPr>
              <a:t>Libraries to include in Module to gain access to drivers</a:t>
            </a:r>
          </a:p>
        </p:txBody>
      </p:sp>
    </p:spTree>
    <p:extLst>
      <p:ext uri="{BB962C8B-B14F-4D97-AF65-F5344CB8AC3E}">
        <p14:creationId xmlns:p14="http://schemas.microsoft.com/office/powerpoint/2010/main" val="4443184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DA5E-94DE-7D84-DE22-0A15D84F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B7AB319-C937-A8FF-C78A-6D5BCF8C5E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Process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39A5020-270B-426A-A1A2-3DBF8E627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86691"/>
              </p:ext>
            </p:extLst>
          </p:nvPr>
        </p:nvGraphicFramePr>
        <p:xfrm>
          <a:off x="152400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2047474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173441C-E617-4137-AE92-D1AD23B4A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FDADED-20C5-4164-8577-F2FCE1C318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FB2A589-9850-4B07-B9A1-083734D60E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8389AF9-BFF1-413F-90EA-2CE3AE70EB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248E945-F33C-4AAF-BE7D-C8BBD82896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9341B71-7409-4375-981B-90D6419D7B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D509C68-44F8-4DA4-B853-83F2547F15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15079DB-5E3E-4930-BD7B-7B3214748C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DE385E-7F4A-4C5D-99EC-865846D952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88F7DC-2DB4-4987-803A-A5F4A95521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16A019B-F490-4BE4-BEA7-33D6E349E0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B9D7-24C2-139B-379A-39D2F186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C156B5-9B4A-12F3-A791-78D25AB952B1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2DC58AA4-7960-DF2E-E192-A81209797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Link library &amp; loading the drivers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319248C-F065-369C-6744-D1CD524DA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352606" cy="3481387"/>
          </a:xfrm>
        </p:spPr>
        <p:txBody>
          <a:bodyPr/>
          <a:lstStyle/>
          <a:p>
            <a:r>
              <a:rPr lang="en-US" dirty="0"/>
              <a:t>Add library (specified in Database View) to your module/project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java.sql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dirty="0"/>
              <a:t>Load the JDBC driver – string from Database viewer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7DF2F-D9AC-CEFB-7DBF-5F9124E0C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033" y="2559437"/>
            <a:ext cx="6732240" cy="2532081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0C15D101-88AE-02C3-C4EC-42002E81DECA}"/>
              </a:ext>
            </a:extLst>
          </p:cNvPr>
          <p:cNvSpPr/>
          <p:nvPr/>
        </p:nvSpPr>
        <p:spPr>
          <a:xfrm>
            <a:off x="306449" y="3033646"/>
            <a:ext cx="720080" cy="360040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B24F8CF-F859-C2DA-2C51-A3C9C9040BD6}"/>
              </a:ext>
            </a:extLst>
          </p:cNvPr>
          <p:cNvSpPr/>
          <p:nvPr/>
        </p:nvSpPr>
        <p:spPr>
          <a:xfrm>
            <a:off x="2627784" y="3867894"/>
            <a:ext cx="720080" cy="360040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11D4B1-98BF-E510-1AA1-6507BBE28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81" y="2200696"/>
            <a:ext cx="7921575" cy="338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Class.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com.microsoft.sqlserver.jdbc.SQLServerDriver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49956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5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2040-D157-150A-706A-AADB53C7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8CAFC9-006E-998E-6E0D-7F32E20CD55E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4BD3CCC2-1ABC-1EA5-5B43-F954A0C7B2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03213"/>
            <a:ext cx="8820150" cy="593725"/>
          </a:xfrm>
        </p:spPr>
        <p:txBody>
          <a:bodyPr/>
          <a:lstStyle/>
          <a:p>
            <a:r>
              <a:rPr lang="en-US" altLang="en-US" sz="3200" dirty="0">
                <a:latin typeface="Avenir Medium" pitchFamily="2" charset="0"/>
                <a:ea typeface="ＭＳ Ｐゴシック" panose="020B0600070205080204" pitchFamily="34" charset="-128"/>
              </a:rPr>
              <a:t>Establish connection &amp; obtain statement object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549231C-F66B-C22F-DC25-951C654E1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763692"/>
            <a:ext cx="8568952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lang="en-US" altLang="en-US" sz="1300" i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setup connection string (copy from Database View line)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hangingPunct="0"/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connectionString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jdbc:sqlserver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://OPENBOX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\\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WRR;databaseName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=WRAP301"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A9C41-2B51-AECF-F6B5-2383FCF554C1}"/>
              </a:ext>
            </a:extLst>
          </p:cNvPr>
          <p:cNvSpPr txBox="1"/>
          <p:nvPr/>
        </p:nvSpPr>
        <p:spPr>
          <a:xfrm>
            <a:off x="287524" y="2499742"/>
            <a:ext cx="856895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/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create connection to DB</a:t>
            </a:r>
            <a:b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3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DriverManager.</a:t>
            </a:r>
            <a:r>
              <a:rPr kumimoji="0" lang="en-US" altLang="en-US" sz="13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getConnection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3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connectionString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"WRAP301User"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"1"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AA2095-CF6B-BBD7-AC0C-049DC9643503}"/>
              </a:ext>
            </a:extLst>
          </p:cNvPr>
          <p:cNvSpPr txBox="1"/>
          <p:nvPr/>
        </p:nvSpPr>
        <p:spPr>
          <a:xfrm>
            <a:off x="271646" y="3291830"/>
            <a:ext cx="840480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hangingPunct="0"/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create statement object for manipulating DB</a:t>
            </a:r>
            <a:b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3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Statement</a:t>
            </a:r>
            <a:r>
              <a:rPr kumimoji="0" lang="en-US" altLang="en-US" sz="1300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stmt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kumimoji="0" lang="en-US" altLang="en-US" sz="1300" b="1" i="0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.createStatement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ResultSet.</a:t>
            </a:r>
            <a:r>
              <a:rPr kumimoji="0" lang="en-US" altLang="en-US" sz="13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TYPE_SCROLL_SENSITIVE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0" eaLnBrk="0" hangingPunct="0"/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ResultSet.</a:t>
            </a:r>
            <a:r>
              <a:rPr kumimoji="0" lang="en-US" altLang="en-US" sz="1300" b="1" i="1" u="none" strike="noStrike" cap="none" normalizeH="0" baseline="0" dirty="0" err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CONCUR_UPDATABLE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BACE1BF-38B5-84AA-B388-C7E31132B4A1}"/>
              </a:ext>
            </a:extLst>
          </p:cNvPr>
          <p:cNvSpPr/>
          <p:nvPr/>
        </p:nvSpPr>
        <p:spPr>
          <a:xfrm rot="16200000" flipV="1">
            <a:off x="7161637" y="3001148"/>
            <a:ext cx="293332" cy="288032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22274B9-5884-FF27-0C07-5F24C4ECB2D7}"/>
              </a:ext>
            </a:extLst>
          </p:cNvPr>
          <p:cNvSpPr/>
          <p:nvPr/>
        </p:nvSpPr>
        <p:spPr>
          <a:xfrm rot="16200000" flipV="1">
            <a:off x="8097742" y="3001147"/>
            <a:ext cx="293332" cy="288032"/>
          </a:xfrm>
          <a:prstGeom prst="rightArrow">
            <a:avLst/>
          </a:prstGeom>
          <a:solidFill>
            <a:srgbClr val="FEC000"/>
          </a:solidFill>
          <a:ln>
            <a:solidFill>
              <a:srgbClr val="FE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191523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3" grpId="0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FCE7-6689-12E3-323A-5CFD02925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00DC81-4CD4-C668-5C9D-1D83BDA46780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452102F8-41E2-C57D-C6F5-4E34183EC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Using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stmt</a:t>
            </a:r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 &amp;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ResultSet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D4784DC2-DDFD-197C-FA34-D54F0EE682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352606" cy="3481387"/>
          </a:xfrm>
        </p:spPr>
        <p:txBody>
          <a:bodyPr/>
          <a:lstStyle/>
          <a:p>
            <a:r>
              <a:rPr lang="en-US" dirty="0"/>
              <a:t>Execute SQL statements (no result)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stmt.execute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cs typeface="+mn-cs"/>
              </a:rPr>
              <a:t>SQL statement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/>
              <a:t>Retrieve information through SQL queries (result returned)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stmt.executeQuery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cs typeface="+mn-cs"/>
              </a:rPr>
              <a:t>SQL Query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dirty="0" err="1"/>
              <a:t>ResultSet</a:t>
            </a:r>
            <a:r>
              <a:rPr lang="en-US" dirty="0"/>
              <a:t> object contains rows of data that can be examined row-by-row using: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result.next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  <a:p>
            <a:pPr lvl="1"/>
            <a:r>
              <a:rPr lang="en-US" dirty="0"/>
              <a:t>Data can be retrieved from the </a:t>
            </a:r>
            <a:r>
              <a:rPr lang="en-US" dirty="0" err="1"/>
              <a:t>ResultSet</a:t>
            </a:r>
            <a:r>
              <a:rPr lang="en-US" dirty="0"/>
              <a:t>: 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result.getXXX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cs typeface="+mn-cs"/>
              </a:rPr>
              <a:t>fieldname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dirty="0"/>
              <a:t>Data can be updated using the </a:t>
            </a:r>
            <a:r>
              <a:rPr lang="en-US" dirty="0" err="1"/>
              <a:t>ResultSet</a:t>
            </a:r>
            <a:r>
              <a:rPr lang="en-US" dirty="0"/>
              <a:t>:  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result.updateXXX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cs typeface="+mn-cs"/>
              </a:rPr>
              <a:t>fieldname, new-value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result.updateRow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86881826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C9F9-54DF-CB9A-8406-664282FD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E84CD7-CAB9-034D-A57F-5405F2A82899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E607A50-E99F-A786-8F57-C87319C6A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Metadata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15E80970-F9D7-44B5-6454-A1E74C68CC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352606" cy="3481387"/>
          </a:xfrm>
        </p:spPr>
        <p:txBody>
          <a:bodyPr/>
          <a:lstStyle/>
          <a:p>
            <a:r>
              <a:rPr lang="en-US" dirty="0"/>
              <a:t>Obtain metadata object: 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ResultSetMetaData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meta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result.getMetaData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/>
              <a:t>Obtain number of columns: 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columns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meta.getColumnCount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dirty="0"/>
              <a:t>Obtain column name (title):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meta.getColumnLabel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(j);</a:t>
            </a:r>
          </a:p>
          <a:p>
            <a:r>
              <a:rPr lang="en-US" dirty="0"/>
              <a:t>Obtain column type: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meta.getColumnTypeName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(j);</a:t>
            </a:r>
          </a:p>
        </p:txBody>
      </p:sp>
    </p:spTree>
    <p:extLst>
      <p:ext uri="{BB962C8B-B14F-4D97-AF65-F5344CB8AC3E}">
        <p14:creationId xmlns:p14="http://schemas.microsoft.com/office/powerpoint/2010/main" val="417034047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AE14-56AC-38CF-F970-287DCD13E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A71CD0-ECEC-26B9-80BC-FABEEE2E0C95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How could metadata be useful to us?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B3FA9636-8A2C-3D8E-851C-7C5805774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197048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9744591"/>
      </p:ext>
    </p:extLst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D1233-6415-755C-1A2F-D3033FBD2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3D5FA-1D5B-2922-633B-9791150973F4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96A8F0F-F1EA-5DB4-3715-0711CDD0C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Why metadata?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2F68FDB-142D-98E1-B515-415D9B5702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9131046"/>
              </p:ext>
            </p:extLst>
          </p:nvPr>
        </p:nvGraphicFramePr>
        <p:xfrm>
          <a:off x="1524000" y="88916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985852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09A2C8-BB26-4704-A0D6-3B35BE76F2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863513D-C4AE-415C-B6AC-AFBBCFC35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11DB05-D71E-4076-AD36-CFF84775C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CA88B47-50DA-41C0-AACF-22BF8F6F23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4F281B6-FB67-4A36-B5FE-7983E925F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8708DD-C30C-47CD-AE27-3035E13D6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7B91796-EC75-43AF-8A2D-61FA91CA03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32F4975-1133-44E2-B73A-C18BFBB372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CED2-1A29-5C7B-9125-D2AF7E03E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7CFFAC-EAEC-A4A5-23FB-B3200E4B3C34}"/>
              </a:ext>
            </a:extLst>
          </p:cNvPr>
          <p:cNvSpPr/>
          <p:nvPr/>
        </p:nvSpPr>
        <p:spPr>
          <a:xfrm>
            <a:off x="2051720" y="267494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What is a transaction in SQL?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9C844A58-6BF9-1121-A945-ADBE54B65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818356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CA5A014-4B8B-0A33-ABB5-D4F80EB980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2402731"/>
            <a:ext cx="8505825" cy="2257251"/>
          </a:xfrm>
        </p:spPr>
        <p:txBody>
          <a:bodyPr/>
          <a:lstStyle/>
          <a:p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One or more SQL operations that are treated as a single unit of work</a:t>
            </a:r>
          </a:p>
          <a:p>
            <a:r>
              <a:rPr lang="en-US" altLang="en-US" sz="2800" dirty="0">
                <a:latin typeface="Avenir Book" pitchFamily="2" charset="0"/>
                <a:ea typeface="ＭＳ Ｐゴシック" panose="020B0600070205080204" pitchFamily="34" charset="-128"/>
              </a:rPr>
              <a:t>All the operations in a transaction are either committed (completed successfully) or rolled back (operation failed)</a:t>
            </a:r>
          </a:p>
        </p:txBody>
      </p:sp>
    </p:spTree>
    <p:extLst>
      <p:ext uri="{BB962C8B-B14F-4D97-AF65-F5344CB8AC3E}">
        <p14:creationId xmlns:p14="http://schemas.microsoft.com/office/powerpoint/2010/main" val="17626351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267DF-AF68-6563-A303-D299EAA77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7E63507-CDA7-BC5E-1251-24419B1E3DCE}"/>
              </a:ext>
            </a:extLst>
          </p:cNvPr>
          <p:cNvSpPr/>
          <p:nvPr/>
        </p:nvSpPr>
        <p:spPr>
          <a:xfrm>
            <a:off x="2051720" y="1419622"/>
            <a:ext cx="5759450" cy="2016125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dirty="0"/>
              <a:t>Why do we use transactions in SQL?</a:t>
            </a:r>
            <a:endParaRPr lang="en-ZA" sz="3600" dirty="0"/>
          </a:p>
        </p:txBody>
      </p:sp>
      <p:pic>
        <p:nvPicPr>
          <p:cNvPr id="4" name="Graphic 3" descr="Lights On with solid fill">
            <a:extLst>
              <a:ext uri="{FF2B5EF4-FFF2-40B4-BE49-F238E27FC236}">
                <a16:creationId xmlns:a16="http://schemas.microsoft.com/office/drawing/2014/main" id="{6D5E753D-B53B-B177-8421-592FA6194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08" y="1970484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6888293"/>
      </p:ext>
    </p:extLst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B6A22-3502-E45F-95B5-4641F81C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DD21E1-5FE4-CE3F-6D81-0A8C2400EE98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FA1ADBC2-E504-DAFA-4AE1-2D291E923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Why transactions?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AC30F27-CC36-D3AF-F8FF-CA25CAAD1E0E}"/>
              </a:ext>
            </a:extLst>
          </p:cNvPr>
          <p:cNvGraphicFramePr/>
          <p:nvPr/>
        </p:nvGraphicFramePr>
        <p:xfrm>
          <a:off x="1524000" y="88916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15666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09A2C8-BB26-4704-A0D6-3B35BE76F2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863513D-C4AE-415C-B6AC-AFBBCFC354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611DB05-D71E-4076-AD36-CFF84775C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CA88B47-50DA-41C0-AACF-22BF8F6F23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4F281B6-FB67-4A36-B5FE-7983E925FB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8708DD-C30C-47CD-AE27-3035E13D6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7B91796-EC75-43AF-8A2D-61FA91CA03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32F4975-1133-44E2-B73A-C18BFBB372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823-456A-F291-5447-9F1D1E25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57FB9E-AC03-42DA-F41B-34BDCF4D6B19}"/>
              </a:ext>
            </a:extLst>
          </p:cNvPr>
          <p:cNvSpPr/>
          <p:nvPr/>
        </p:nvSpPr>
        <p:spPr>
          <a:xfrm>
            <a:off x="0" y="4227934"/>
            <a:ext cx="9144000" cy="9155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D478789D-A64E-673A-8571-F7A450957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Transactions in Java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0C211AC2-F3F8-6A67-D537-372D542EE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12838"/>
            <a:ext cx="8352606" cy="3481387"/>
          </a:xfrm>
        </p:spPr>
        <p:txBody>
          <a:bodyPr/>
          <a:lstStyle/>
          <a:p>
            <a:r>
              <a:rPr lang="en-US" dirty="0"/>
              <a:t>Default:  </a:t>
            </a:r>
          </a:p>
          <a:p>
            <a:pPr lvl="1"/>
            <a:r>
              <a:rPr lang="en-US" dirty="0"/>
              <a:t>all changes to the database are immediately committed</a:t>
            </a:r>
          </a:p>
          <a:p>
            <a:r>
              <a:rPr lang="en-US" dirty="0"/>
              <a:t>To stop auto-commit, call the connection object’s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setAutoCommit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dirty="0"/>
              <a:t> method</a:t>
            </a:r>
          </a:p>
          <a:p>
            <a:r>
              <a:rPr lang="en-US" dirty="0"/>
              <a:t>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commit()</a:t>
            </a:r>
            <a:r>
              <a:rPr lang="en-US" dirty="0"/>
              <a:t> to commit transaction</a:t>
            </a:r>
          </a:p>
          <a:p>
            <a:r>
              <a:rPr lang="en-US" dirty="0"/>
              <a:t>Call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rollback()</a:t>
            </a:r>
            <a:r>
              <a:rPr lang="en-US" dirty="0"/>
              <a:t> to drop all changes since last commit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06871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>
            <a:extLst>
              <a:ext uri="{FF2B5EF4-FFF2-40B4-BE49-F238E27FC236}">
                <a16:creationId xmlns:a16="http://schemas.microsoft.com/office/drawing/2014/main" id="{65BFE1D5-329E-BB29-CE8A-ED38134D0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venir Medium" pitchFamily="2" charset="0"/>
                <a:ea typeface="ＭＳ Ｐゴシック" panose="020B0600070205080204" pitchFamily="34" charset="-128"/>
              </a:rPr>
              <a:t>Assignments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62DB8-8D1E-47C9-AAF8-92BA4FC1F5BA}"/>
              </a:ext>
            </a:extLst>
          </p:cNvPr>
          <p:cNvSpPr/>
          <p:nvPr/>
        </p:nvSpPr>
        <p:spPr>
          <a:xfrm>
            <a:off x="755576" y="1491630"/>
            <a:ext cx="3240360" cy="2304256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Assignment 2: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Due - check the schedule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E37EF9-198E-461B-B235-F32727DB9297}"/>
              </a:ext>
            </a:extLst>
          </p:cNvPr>
          <p:cNvSpPr/>
          <p:nvPr/>
        </p:nvSpPr>
        <p:spPr>
          <a:xfrm>
            <a:off x="5004048" y="1491630"/>
            <a:ext cx="3240360" cy="2304256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Task 1: Submit using GitHub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000000"/>
                </a:solidFill>
                <a:latin typeface="Arial"/>
              </a:rPr>
              <a:t>(Will be graded using automated tests)</a:t>
            </a:r>
            <a:endParaRPr kumimoji="0" lang="en-Z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rgbClr val="000000"/>
                </a:solidFill>
                <a:latin typeface="Arial"/>
              </a:rPr>
              <a:t>Rest of the tasks via Funda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16928</TotalTime>
  <Words>1711</Words>
  <Application>Microsoft Office PowerPoint</Application>
  <PresentationFormat>On-screen Show (16:9)</PresentationFormat>
  <Paragraphs>219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Arial</vt:lpstr>
      <vt:lpstr>Avenir Black</vt:lpstr>
      <vt:lpstr>Avenir Book</vt:lpstr>
      <vt:lpstr>Avenir LT 45 Book</vt:lpstr>
      <vt:lpstr>Avenir Medium</vt:lpstr>
      <vt:lpstr>Calibri</vt:lpstr>
      <vt:lpstr>Courier New</vt:lpstr>
      <vt:lpstr>Wingdings</vt:lpstr>
      <vt:lpstr>Default Design</vt:lpstr>
      <vt:lpstr>Lecture 5: Databases</vt:lpstr>
      <vt:lpstr>What do we need?</vt:lpstr>
      <vt:lpstr>SQL statements &amp; queries (examples)</vt:lpstr>
      <vt:lpstr>SQL statements &amp; queries (examples)</vt:lpstr>
      <vt:lpstr>SQL statements &amp; queries (examples)</vt:lpstr>
      <vt:lpstr>IntelliJ &amp; databases</vt:lpstr>
      <vt:lpstr>PowerPoint Presentation</vt:lpstr>
      <vt:lpstr>PowerPoint Presentation</vt:lpstr>
      <vt:lpstr>Process</vt:lpstr>
      <vt:lpstr>Link library &amp; loading the drivers</vt:lpstr>
      <vt:lpstr>Establish connection &amp; obtain statement object</vt:lpstr>
      <vt:lpstr>Using stmt &amp; ResultSet</vt:lpstr>
      <vt:lpstr>Metadata</vt:lpstr>
      <vt:lpstr>PowerPoint Presentation</vt:lpstr>
      <vt:lpstr>Why metadata?</vt:lpstr>
      <vt:lpstr>PowerPoint Presentation</vt:lpstr>
      <vt:lpstr>PowerPoint Presentation</vt:lpstr>
      <vt:lpstr>Why transactions?</vt:lpstr>
      <vt:lpstr>Transactions in Java</vt:lpstr>
      <vt:lpstr>Assignments</vt:lpstr>
      <vt:lpstr>PowerPoint Presentation</vt:lpstr>
    </vt:vector>
  </TitlesOfParts>
  <Company>NMMU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CSchonknecht</dc:creator>
  <cp:lastModifiedBy>Beets, Simone (Dr) (Summerstrand Campus South)</cp:lastModifiedBy>
  <cp:revision>97</cp:revision>
  <dcterms:created xsi:type="dcterms:W3CDTF">2006-12-05T12:30:39Z</dcterms:created>
  <dcterms:modified xsi:type="dcterms:W3CDTF">2026-03-16T19:28:56Z</dcterms:modified>
</cp:coreProperties>
</file>