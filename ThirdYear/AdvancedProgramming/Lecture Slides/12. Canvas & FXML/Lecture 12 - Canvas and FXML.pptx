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1" r:id="rId2"/>
    <p:sldId id="341" r:id="rId3"/>
    <p:sldId id="511" r:id="rId4"/>
    <p:sldId id="504" r:id="rId5"/>
    <p:sldId id="505" r:id="rId6"/>
    <p:sldId id="517" r:id="rId7"/>
    <p:sldId id="502" r:id="rId8"/>
    <p:sldId id="506" r:id="rId9"/>
    <p:sldId id="507" r:id="rId10"/>
    <p:sldId id="503" r:id="rId11"/>
    <p:sldId id="509" r:id="rId12"/>
    <p:sldId id="510" r:id="rId13"/>
    <p:sldId id="518" r:id="rId14"/>
    <p:sldId id="422" r:id="rId15"/>
    <p:sldId id="449" r:id="rId16"/>
    <p:sldId id="513" r:id="rId17"/>
    <p:sldId id="514" r:id="rId18"/>
    <p:sldId id="516" r:id="rId19"/>
    <p:sldId id="515" r:id="rId20"/>
    <p:sldId id="269" r:id="rId21"/>
  </p:sldIdLst>
  <p:sldSz cx="9144000" cy="5143500" type="screen16x9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000"/>
    <a:srgbClr val="00CC00"/>
    <a:srgbClr val="F14F12"/>
    <a:srgbClr val="FFFFFF"/>
    <a:srgbClr val="001027"/>
    <a:srgbClr val="003057"/>
    <a:srgbClr val="9B221F"/>
    <a:srgbClr val="57BC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62712" autoAdjust="0"/>
  </p:normalViewPr>
  <p:slideViewPr>
    <p:cSldViewPr>
      <p:cViewPr varScale="1">
        <p:scale>
          <a:sx n="93" d="100"/>
          <a:sy n="93" d="100"/>
        </p:scale>
        <p:origin x="2574" y="8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Beets" userId="5adb261a4dd6137b" providerId="LiveId" clId="{25369803-5672-417C-BBDE-524FBD1231AC}"/>
    <pc:docChg chg="undo custSel addSld delSld modSld sldOrd">
      <pc:chgData name="Simone Beets" userId="5adb261a4dd6137b" providerId="LiveId" clId="{25369803-5672-417C-BBDE-524FBD1231AC}" dt="2025-04-07T13:33:03.499" v="5900" actId="6549"/>
      <pc:docMkLst>
        <pc:docMk/>
      </pc:docMkLst>
      <pc:sldChg chg="modSp mod">
        <pc:chgData name="Simone Beets" userId="5adb261a4dd6137b" providerId="LiveId" clId="{25369803-5672-417C-BBDE-524FBD1231AC}" dt="2025-04-07T03:15:01.995" v="9" actId="20577"/>
        <pc:sldMkLst>
          <pc:docMk/>
          <pc:sldMk cId="0" sldId="271"/>
        </pc:sldMkLst>
        <pc:spChg chg="mod">
          <ac:chgData name="Simone Beets" userId="5adb261a4dd6137b" providerId="LiveId" clId="{25369803-5672-417C-BBDE-524FBD1231AC}" dt="2025-04-07T03:15:01.995" v="9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25369803-5672-417C-BBDE-524FBD1231AC}" dt="2025-04-07T06:51:37.096" v="5305" actId="47"/>
        <pc:sldMkLst>
          <pc:docMk/>
          <pc:sldMk cId="0" sldId="321"/>
        </pc:sldMkLst>
      </pc:sldChg>
      <pc:sldChg chg="addSp delSp modSp mod modNotesTx">
        <pc:chgData name="Simone Beets" userId="5adb261a4dd6137b" providerId="LiveId" clId="{25369803-5672-417C-BBDE-524FBD1231AC}" dt="2025-04-07T06:56:42.020" v="5812" actId="20577"/>
        <pc:sldMkLst>
          <pc:docMk/>
          <pc:sldMk cId="465305782" sldId="323"/>
        </pc:sldMkLst>
      </pc:sldChg>
      <pc:sldChg chg="del">
        <pc:chgData name="Simone Beets" userId="5adb261a4dd6137b" providerId="LiveId" clId="{25369803-5672-417C-BBDE-524FBD1231AC}" dt="2025-04-07T06:25:00.632" v="5180" actId="47"/>
        <pc:sldMkLst>
          <pc:docMk/>
          <pc:sldMk cId="2369434495" sldId="324"/>
        </pc:sldMkLst>
      </pc:sldChg>
      <pc:sldChg chg="modSp mod ord modAnim modNotesTx">
        <pc:chgData name="Simone Beets" userId="5adb261a4dd6137b" providerId="LiveId" clId="{25369803-5672-417C-BBDE-524FBD1231AC}" dt="2025-04-07T05:54:07.733" v="2783" actId="12"/>
        <pc:sldMkLst>
          <pc:docMk/>
          <pc:sldMk cId="1762635146" sldId="339"/>
        </pc:sldMkLst>
      </pc:sldChg>
      <pc:sldChg chg="modSp del mod">
        <pc:chgData name="Simone Beets" userId="5adb261a4dd6137b" providerId="LiveId" clId="{25369803-5672-417C-BBDE-524FBD1231AC}" dt="2025-04-07T06:26:31.807" v="5182" actId="2696"/>
        <pc:sldMkLst>
          <pc:docMk/>
          <pc:sldMk cId="2049952096" sldId="340"/>
        </pc:sldMkLst>
      </pc:sldChg>
      <pc:sldChg chg="del">
        <pc:chgData name="Simone Beets" userId="5adb261a4dd6137b" providerId="LiveId" clId="{25369803-5672-417C-BBDE-524FBD1231AC}" dt="2025-04-07T06:51:24.670" v="5285" actId="47"/>
        <pc:sldMkLst>
          <pc:docMk/>
          <pc:sldMk cId="583071382" sldId="352"/>
        </pc:sldMkLst>
      </pc:sldChg>
      <pc:sldChg chg="del">
        <pc:chgData name="Simone Beets" userId="5adb261a4dd6137b" providerId="LiveId" clId="{25369803-5672-417C-BBDE-524FBD1231AC}" dt="2025-04-07T03:23:58.977" v="19" actId="47"/>
        <pc:sldMkLst>
          <pc:docMk/>
          <pc:sldMk cId="3867261677" sldId="364"/>
        </pc:sldMkLst>
      </pc:sldChg>
      <pc:sldChg chg="del">
        <pc:chgData name="Simone Beets" userId="5adb261a4dd6137b" providerId="LiveId" clId="{25369803-5672-417C-BBDE-524FBD1231AC}" dt="2025-04-07T06:51:25.649" v="5286" actId="47"/>
        <pc:sldMkLst>
          <pc:docMk/>
          <pc:sldMk cId="1679562004" sldId="368"/>
        </pc:sldMkLst>
      </pc:sldChg>
      <pc:sldChg chg="del">
        <pc:chgData name="Simone Beets" userId="5adb261a4dd6137b" providerId="LiveId" clId="{25369803-5672-417C-BBDE-524FBD1231AC}" dt="2025-04-07T06:51:20.415" v="5280" actId="47"/>
        <pc:sldMkLst>
          <pc:docMk/>
          <pc:sldMk cId="2684210106" sldId="390"/>
        </pc:sldMkLst>
      </pc:sldChg>
      <pc:sldChg chg="del">
        <pc:chgData name="Simone Beets" userId="5adb261a4dd6137b" providerId="LiveId" clId="{25369803-5672-417C-BBDE-524FBD1231AC}" dt="2025-04-07T06:51:26.374" v="5288" actId="47"/>
        <pc:sldMkLst>
          <pc:docMk/>
          <pc:sldMk cId="422397288" sldId="391"/>
        </pc:sldMkLst>
      </pc:sldChg>
      <pc:sldChg chg="del">
        <pc:chgData name="Simone Beets" userId="5adb261a4dd6137b" providerId="LiveId" clId="{25369803-5672-417C-BBDE-524FBD1231AC}" dt="2025-04-07T06:51:21.481" v="5281" actId="47"/>
        <pc:sldMkLst>
          <pc:docMk/>
          <pc:sldMk cId="1662032250" sldId="393"/>
        </pc:sldMkLst>
      </pc:sldChg>
      <pc:sldChg chg="del">
        <pc:chgData name="Simone Beets" userId="5adb261a4dd6137b" providerId="LiveId" clId="{25369803-5672-417C-BBDE-524FBD1231AC}" dt="2025-04-07T06:51:21.953" v="5282" actId="47"/>
        <pc:sldMkLst>
          <pc:docMk/>
          <pc:sldMk cId="226156491" sldId="394"/>
        </pc:sldMkLst>
      </pc:sldChg>
      <pc:sldChg chg="del">
        <pc:chgData name="Simone Beets" userId="5adb261a4dd6137b" providerId="LiveId" clId="{25369803-5672-417C-BBDE-524FBD1231AC}" dt="2025-04-07T06:51:22.433" v="5283" actId="47"/>
        <pc:sldMkLst>
          <pc:docMk/>
          <pc:sldMk cId="920287109" sldId="396"/>
        </pc:sldMkLst>
      </pc:sldChg>
      <pc:sldChg chg="addSp delSp modSp mod ord modAnim modNotesTx">
        <pc:chgData name="Simone Beets" userId="5adb261a4dd6137b" providerId="LiveId" clId="{25369803-5672-417C-BBDE-524FBD1231AC}" dt="2025-04-07T06:31:06.775" v="5258" actId="1076"/>
        <pc:sldMkLst>
          <pc:docMk/>
          <pc:sldMk cId="1427072437" sldId="397"/>
        </pc:sldMkLst>
      </pc:sldChg>
      <pc:sldChg chg="del">
        <pc:chgData name="Simone Beets" userId="5adb261a4dd6137b" providerId="LiveId" clId="{25369803-5672-417C-BBDE-524FBD1231AC}" dt="2025-04-07T06:51:26.043" v="5287" actId="47"/>
        <pc:sldMkLst>
          <pc:docMk/>
          <pc:sldMk cId="536390260" sldId="399"/>
        </pc:sldMkLst>
      </pc:sldChg>
      <pc:sldChg chg="del">
        <pc:chgData name="Simone Beets" userId="5adb261a4dd6137b" providerId="LiveId" clId="{25369803-5672-417C-BBDE-524FBD1231AC}" dt="2025-04-07T06:51:27.338" v="5289" actId="47"/>
        <pc:sldMkLst>
          <pc:docMk/>
          <pc:sldMk cId="1928756358" sldId="401"/>
        </pc:sldMkLst>
      </pc:sldChg>
      <pc:sldChg chg="del">
        <pc:chgData name="Simone Beets" userId="5adb261a4dd6137b" providerId="LiveId" clId="{25369803-5672-417C-BBDE-524FBD1231AC}" dt="2025-04-07T06:51:27.772" v="5290" actId="47"/>
        <pc:sldMkLst>
          <pc:docMk/>
          <pc:sldMk cId="2581493560" sldId="402"/>
        </pc:sldMkLst>
      </pc:sldChg>
      <pc:sldChg chg="del">
        <pc:chgData name="Simone Beets" userId="5adb261a4dd6137b" providerId="LiveId" clId="{25369803-5672-417C-BBDE-524FBD1231AC}" dt="2025-04-07T06:51:28.735" v="5291" actId="47"/>
        <pc:sldMkLst>
          <pc:docMk/>
          <pc:sldMk cId="2548823524" sldId="403"/>
        </pc:sldMkLst>
      </pc:sldChg>
      <pc:sldChg chg="del">
        <pc:chgData name="Simone Beets" userId="5adb261a4dd6137b" providerId="LiveId" clId="{25369803-5672-417C-BBDE-524FBD1231AC}" dt="2025-04-07T06:51:29.266" v="5292" actId="47"/>
        <pc:sldMkLst>
          <pc:docMk/>
          <pc:sldMk cId="741803763" sldId="404"/>
        </pc:sldMkLst>
      </pc:sldChg>
      <pc:sldChg chg="del">
        <pc:chgData name="Simone Beets" userId="5adb261a4dd6137b" providerId="LiveId" clId="{25369803-5672-417C-BBDE-524FBD1231AC}" dt="2025-04-07T06:51:30.193" v="5293" actId="47"/>
        <pc:sldMkLst>
          <pc:docMk/>
          <pc:sldMk cId="1601805029" sldId="405"/>
        </pc:sldMkLst>
      </pc:sldChg>
      <pc:sldChg chg="del">
        <pc:chgData name="Simone Beets" userId="5adb261a4dd6137b" providerId="LiveId" clId="{25369803-5672-417C-BBDE-524FBD1231AC}" dt="2025-04-07T06:51:30.685" v="5294" actId="47"/>
        <pc:sldMkLst>
          <pc:docMk/>
          <pc:sldMk cId="4220622377" sldId="406"/>
        </pc:sldMkLst>
      </pc:sldChg>
      <pc:sldChg chg="del">
        <pc:chgData name="Simone Beets" userId="5adb261a4dd6137b" providerId="LiveId" clId="{25369803-5672-417C-BBDE-524FBD1231AC}" dt="2025-04-07T06:51:33.596" v="5299" actId="47"/>
        <pc:sldMkLst>
          <pc:docMk/>
          <pc:sldMk cId="2242960218" sldId="407"/>
        </pc:sldMkLst>
      </pc:sldChg>
      <pc:sldChg chg="del">
        <pc:chgData name="Simone Beets" userId="5adb261a4dd6137b" providerId="LiveId" clId="{25369803-5672-417C-BBDE-524FBD1231AC}" dt="2025-04-07T06:51:31.126" v="5295" actId="47"/>
        <pc:sldMkLst>
          <pc:docMk/>
          <pc:sldMk cId="976054929" sldId="408"/>
        </pc:sldMkLst>
      </pc:sldChg>
      <pc:sldChg chg="del">
        <pc:chgData name="Simone Beets" userId="5adb261a4dd6137b" providerId="LiveId" clId="{25369803-5672-417C-BBDE-524FBD1231AC}" dt="2025-04-07T06:51:32" v="5296" actId="47"/>
        <pc:sldMkLst>
          <pc:docMk/>
          <pc:sldMk cId="246443275" sldId="410"/>
        </pc:sldMkLst>
      </pc:sldChg>
      <pc:sldChg chg="del">
        <pc:chgData name="Simone Beets" userId="5adb261a4dd6137b" providerId="LiveId" clId="{25369803-5672-417C-BBDE-524FBD1231AC}" dt="2025-04-07T06:51:32.374" v="5297" actId="47"/>
        <pc:sldMkLst>
          <pc:docMk/>
          <pc:sldMk cId="852655609" sldId="411"/>
        </pc:sldMkLst>
      </pc:sldChg>
      <pc:sldChg chg="del">
        <pc:chgData name="Simone Beets" userId="5adb261a4dd6137b" providerId="LiveId" clId="{25369803-5672-417C-BBDE-524FBD1231AC}" dt="2025-04-07T06:51:32.710" v="5298" actId="47"/>
        <pc:sldMkLst>
          <pc:docMk/>
          <pc:sldMk cId="395443802" sldId="412"/>
        </pc:sldMkLst>
      </pc:sldChg>
      <pc:sldChg chg="del">
        <pc:chgData name="Simone Beets" userId="5adb261a4dd6137b" providerId="LiveId" clId="{25369803-5672-417C-BBDE-524FBD1231AC}" dt="2025-04-07T06:51:33.974" v="5300" actId="47"/>
        <pc:sldMkLst>
          <pc:docMk/>
          <pc:sldMk cId="438604043" sldId="413"/>
        </pc:sldMkLst>
      </pc:sldChg>
      <pc:sldChg chg="del">
        <pc:chgData name="Simone Beets" userId="5adb261a4dd6137b" providerId="LiveId" clId="{25369803-5672-417C-BBDE-524FBD1231AC}" dt="2025-04-07T06:51:34.255" v="5301" actId="47"/>
        <pc:sldMkLst>
          <pc:docMk/>
          <pc:sldMk cId="3096865357" sldId="414"/>
        </pc:sldMkLst>
      </pc:sldChg>
      <pc:sldChg chg="del">
        <pc:chgData name="Simone Beets" userId="5adb261a4dd6137b" providerId="LiveId" clId="{25369803-5672-417C-BBDE-524FBD1231AC}" dt="2025-04-07T06:51:35.107" v="5302" actId="47"/>
        <pc:sldMkLst>
          <pc:docMk/>
          <pc:sldMk cId="3654530391" sldId="415"/>
        </pc:sldMkLst>
      </pc:sldChg>
      <pc:sldChg chg="del">
        <pc:chgData name="Simone Beets" userId="5adb261a4dd6137b" providerId="LiveId" clId="{25369803-5672-417C-BBDE-524FBD1231AC}" dt="2025-04-07T06:51:35.489" v="5303" actId="47"/>
        <pc:sldMkLst>
          <pc:docMk/>
          <pc:sldMk cId="3180297522" sldId="416"/>
        </pc:sldMkLst>
      </pc:sldChg>
      <pc:sldChg chg="del">
        <pc:chgData name="Simone Beets" userId="5adb261a4dd6137b" providerId="LiveId" clId="{25369803-5672-417C-BBDE-524FBD1231AC}" dt="2025-04-07T06:51:36.133" v="5304" actId="47"/>
        <pc:sldMkLst>
          <pc:docMk/>
          <pc:sldMk cId="2083726452" sldId="417"/>
        </pc:sldMkLst>
      </pc:sldChg>
      <pc:sldChg chg="modSp add del mod">
        <pc:chgData name="Simone Beets" userId="5adb261a4dd6137b" providerId="LiveId" clId="{25369803-5672-417C-BBDE-524FBD1231AC}" dt="2025-04-07T06:52:47.139" v="5554" actId="6549"/>
        <pc:sldMkLst>
          <pc:docMk/>
          <pc:sldMk cId="3637301509" sldId="418"/>
        </pc:sldMkLst>
      </pc:sldChg>
      <pc:sldChg chg="del">
        <pc:chgData name="Simone Beets" userId="5adb261a4dd6137b" providerId="LiveId" clId="{25369803-5672-417C-BBDE-524FBD1231AC}" dt="2025-04-07T03:24:01.249" v="20" actId="47"/>
        <pc:sldMkLst>
          <pc:docMk/>
          <pc:sldMk cId="4218234025" sldId="419"/>
        </pc:sldMkLst>
      </pc:sldChg>
      <pc:sldChg chg="del">
        <pc:chgData name="Simone Beets" userId="5adb261a4dd6137b" providerId="LiveId" clId="{25369803-5672-417C-BBDE-524FBD1231AC}" dt="2025-04-07T03:24:05.399" v="22" actId="47"/>
        <pc:sldMkLst>
          <pc:docMk/>
          <pc:sldMk cId="2673821010" sldId="420"/>
        </pc:sldMkLst>
      </pc:sldChg>
      <pc:sldChg chg="del">
        <pc:chgData name="Simone Beets" userId="5adb261a4dd6137b" providerId="LiveId" clId="{25369803-5672-417C-BBDE-524FBD1231AC}" dt="2025-04-07T03:24:03.914" v="21" actId="47"/>
        <pc:sldMkLst>
          <pc:docMk/>
          <pc:sldMk cId="3254186665" sldId="421"/>
        </pc:sldMkLst>
      </pc:sldChg>
      <pc:sldChg chg="add del">
        <pc:chgData name="Simone Beets" userId="5adb261a4dd6137b" providerId="LiveId" clId="{25369803-5672-417C-BBDE-524FBD1231AC}" dt="2025-04-07T06:25:02.573" v="5181" actId="47"/>
        <pc:sldMkLst>
          <pc:docMk/>
          <pc:sldMk cId="751052856" sldId="422"/>
        </pc:sldMkLst>
      </pc:sldChg>
      <pc:sldChg chg="modSp add del mod ord modAnim">
        <pc:chgData name="Simone Beets" userId="5adb261a4dd6137b" providerId="LiveId" clId="{25369803-5672-417C-BBDE-524FBD1231AC}" dt="2025-04-07T03:49:36.978" v="1795" actId="2696"/>
        <pc:sldMkLst>
          <pc:docMk/>
          <pc:sldMk cId="2930686077" sldId="423"/>
        </pc:sldMkLst>
      </pc:sldChg>
      <pc:sldChg chg="addSp delSp modSp add mod ord modAnim modNotesTx">
        <pc:chgData name="Simone Beets" userId="5adb261a4dd6137b" providerId="LiveId" clId="{25369803-5672-417C-BBDE-524FBD1231AC}" dt="2025-04-07T04:14:55.931" v="2168"/>
        <pc:sldMkLst>
          <pc:docMk/>
          <pc:sldMk cId="520474740" sldId="424"/>
        </pc:sldMkLst>
      </pc:sldChg>
      <pc:sldChg chg="addSp modSp add mod modAnim modNotesTx">
        <pc:chgData name="Simone Beets" userId="5adb261a4dd6137b" providerId="LiveId" clId="{25369803-5672-417C-BBDE-524FBD1231AC}" dt="2025-04-07T13:33:03.499" v="5900" actId="6549"/>
        <pc:sldMkLst>
          <pc:docMk/>
          <pc:sldMk cId="811755344" sldId="425"/>
        </pc:sldMkLst>
      </pc:sldChg>
      <pc:sldChg chg="addSp delSp modSp add mod modAnim modNotesTx">
        <pc:chgData name="Simone Beets" userId="5adb261a4dd6137b" providerId="LiveId" clId="{25369803-5672-417C-BBDE-524FBD1231AC}" dt="2025-04-07T13:33:00.491" v="5899" actId="6549"/>
        <pc:sldMkLst>
          <pc:docMk/>
          <pc:sldMk cId="1516093415" sldId="426"/>
        </pc:sldMkLst>
      </pc:sldChg>
      <pc:sldChg chg="addSp delSp modSp add mod modAnim modNotesTx">
        <pc:chgData name="Simone Beets" userId="5adb261a4dd6137b" providerId="LiveId" clId="{25369803-5672-417C-BBDE-524FBD1231AC}" dt="2025-04-07T13:32:57.692" v="5898" actId="6549"/>
        <pc:sldMkLst>
          <pc:docMk/>
          <pc:sldMk cId="2853028284" sldId="427"/>
        </pc:sldMkLst>
      </pc:sldChg>
      <pc:sldChg chg="addSp delSp modSp add mod modAnim modNotesTx">
        <pc:chgData name="Simone Beets" userId="5adb261a4dd6137b" providerId="LiveId" clId="{25369803-5672-417C-BBDE-524FBD1231AC}" dt="2025-04-07T04:07:14.694" v="2121" actId="20577"/>
        <pc:sldMkLst>
          <pc:docMk/>
          <pc:sldMk cId="372974515" sldId="428"/>
        </pc:sldMkLst>
      </pc:sldChg>
      <pc:sldChg chg="addSp delSp modSp add mod modAnim modNotesTx">
        <pc:chgData name="Simone Beets" userId="5adb261a4dd6137b" providerId="LiveId" clId="{25369803-5672-417C-BBDE-524FBD1231AC}" dt="2025-04-07T13:32:49.739" v="5897" actId="478"/>
        <pc:sldMkLst>
          <pc:docMk/>
          <pc:sldMk cId="9013570" sldId="429"/>
        </pc:sldMkLst>
      </pc:sldChg>
      <pc:sldChg chg="addSp delSp modSp add mod delAnim modAnim modNotesTx">
        <pc:chgData name="Simone Beets" userId="5adb261a4dd6137b" providerId="LiveId" clId="{25369803-5672-417C-BBDE-524FBD1231AC}" dt="2025-04-07T04:12:14.545" v="2145" actId="14100"/>
        <pc:sldMkLst>
          <pc:docMk/>
          <pc:sldMk cId="444318415" sldId="430"/>
        </pc:sldMkLst>
      </pc:sldChg>
      <pc:sldChg chg="add del">
        <pc:chgData name="Simone Beets" userId="5adb261a4dd6137b" providerId="LiveId" clId="{25369803-5672-417C-BBDE-524FBD1231AC}" dt="2025-04-07T06:51:23.723" v="5284" actId="47"/>
        <pc:sldMkLst>
          <pc:docMk/>
          <pc:sldMk cId="2524585363" sldId="431"/>
        </pc:sldMkLst>
      </pc:sldChg>
      <pc:sldChg chg="addSp delSp modSp add mod ord delAnim modAnim modNotesTx">
        <pc:chgData name="Simone Beets" userId="5adb261a4dd6137b" providerId="LiveId" clId="{25369803-5672-417C-BBDE-524FBD1231AC}" dt="2025-04-07T13:32:37.971" v="5896" actId="478"/>
        <pc:sldMkLst>
          <pc:docMk/>
          <pc:sldMk cId="3476499561" sldId="432"/>
        </pc:sldMkLst>
      </pc:sldChg>
      <pc:sldChg chg="addSp delSp modSp add mod delAnim modAnim modNotesTx">
        <pc:chgData name="Simone Beets" userId="5adb261a4dd6137b" providerId="LiveId" clId="{25369803-5672-417C-BBDE-524FBD1231AC}" dt="2025-04-07T06:23:59.793" v="5179" actId="20577"/>
        <pc:sldMkLst>
          <pc:docMk/>
          <pc:sldMk cId="1971915231" sldId="433"/>
        </pc:sldMkLst>
      </pc:sldChg>
      <pc:sldChg chg="delSp modSp add mod ord delAnim modAnim modNotesTx">
        <pc:chgData name="Simone Beets" userId="5adb261a4dd6137b" providerId="LiveId" clId="{25369803-5672-417C-BBDE-524FBD1231AC}" dt="2025-04-07T06:44:45.045" v="5277" actId="20577"/>
        <pc:sldMkLst>
          <pc:docMk/>
          <pc:sldMk cId="1868818267" sldId="434"/>
        </pc:sldMkLst>
      </pc:sldChg>
      <pc:sldChg chg="modSp add mod modAnim modNotesTx">
        <pc:chgData name="Simone Beets" userId="5adb261a4dd6137b" providerId="LiveId" clId="{25369803-5672-417C-BBDE-524FBD1231AC}" dt="2025-04-07T06:13:02.960" v="4454" actId="20577"/>
        <pc:sldMkLst>
          <pc:docMk/>
          <pc:sldMk cId="4170340479" sldId="435"/>
        </pc:sldMkLst>
      </pc:sldChg>
      <pc:sldChg chg="modSp add mod modAnim modNotesTx">
        <pc:chgData name="Simone Beets" userId="5adb261a4dd6137b" providerId="LiveId" clId="{25369803-5672-417C-BBDE-524FBD1231AC}" dt="2025-04-07T06:08:26.659" v="3881" actId="20577"/>
        <pc:sldMkLst>
          <pc:docMk/>
          <pc:sldMk cId="3084068710" sldId="436"/>
        </pc:sldMkLst>
      </pc:sldChg>
      <pc:sldChg chg="addSp delSp modSp add mod ord modAnim modNotesTx">
        <pc:chgData name="Simone Beets" userId="5adb261a4dd6137b" providerId="LiveId" clId="{25369803-5672-417C-BBDE-524FBD1231AC}" dt="2025-04-07T06:14:35.367" v="4518"/>
        <pc:sldMkLst>
          <pc:docMk/>
          <pc:sldMk cId="979744591" sldId="437"/>
        </pc:sldMkLst>
      </pc:sldChg>
      <pc:sldChg chg="add del">
        <pc:chgData name="Simone Beets" userId="5adb261a4dd6137b" providerId="LiveId" clId="{25369803-5672-417C-BBDE-524FBD1231AC}" dt="2025-04-07T06:50:45.445" v="5279" actId="2696"/>
        <pc:sldMkLst>
          <pc:docMk/>
          <pc:sldMk cId="3205619888" sldId="438"/>
        </pc:sldMkLst>
      </pc:sldChg>
      <pc:sldChg chg="addSp delSp modSp add mod ord modAnim modNotesTx">
        <pc:chgData name="Simone Beets" userId="5adb261a4dd6137b" providerId="LiveId" clId="{25369803-5672-417C-BBDE-524FBD1231AC}" dt="2025-04-07T06:14:47.433" v="4519"/>
        <pc:sldMkLst>
          <pc:docMk/>
          <pc:sldMk cId="849858529" sldId="439"/>
        </pc:sldMkLst>
      </pc:sldChg>
      <pc:sldChg chg="add modNotesTx">
        <pc:chgData name="Simone Beets" userId="5adb261a4dd6137b" providerId="LiveId" clId="{25369803-5672-417C-BBDE-524FBD1231AC}" dt="2025-04-07T06:48:45.342" v="5278"/>
        <pc:sldMkLst>
          <pc:docMk/>
          <pc:sldMk cId="916888293" sldId="440"/>
        </pc:sldMkLst>
      </pc:sldChg>
      <pc:sldChg chg="add">
        <pc:chgData name="Simone Beets" userId="5adb261a4dd6137b" providerId="LiveId" clId="{25369803-5672-417C-BBDE-524FBD1231AC}" dt="2025-04-07T06:13:34.437" v="4502" actId="2890"/>
        <pc:sldMkLst>
          <pc:docMk/>
          <pc:sldMk cId="941566685" sldId="441"/>
        </pc:sldMkLst>
      </pc:sldChg>
    </pc:docChg>
  </pc:docChgLst>
  <pc:docChgLst>
    <pc:chgData name="Simone Beets" userId="5adb261a4dd6137b" providerId="LiveId" clId="{081DF2E0-BFFF-4188-83E2-E633C5DC6939}"/>
    <pc:docChg chg="undo custSel addSld delSld modSld sldOrd">
      <pc:chgData name="Simone Beets" userId="5adb261a4dd6137b" providerId="LiveId" clId="{081DF2E0-BFFF-4188-83E2-E633C5DC6939}" dt="2025-04-14T10:29:41.928" v="6756" actId="15"/>
      <pc:docMkLst>
        <pc:docMk/>
      </pc:docMkLst>
      <pc:sldChg chg="modSp mod modNotesTx">
        <pc:chgData name="Simone Beets" userId="5adb261a4dd6137b" providerId="LiveId" clId="{081DF2E0-BFFF-4188-83E2-E633C5DC6939}" dt="2025-04-13T21:02:25.191" v="348"/>
        <pc:sldMkLst>
          <pc:docMk/>
          <pc:sldMk cId="0" sldId="271"/>
        </pc:sldMkLst>
        <pc:spChg chg="mod">
          <ac:chgData name="Simone Beets" userId="5adb261a4dd6137b" providerId="LiveId" clId="{081DF2E0-BFFF-4188-83E2-E633C5DC6939}" dt="2025-04-13T21:01:50.743" v="347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delSp modSp mod modAnim modNotesTx">
        <pc:chgData name="Simone Beets" userId="5adb261a4dd6137b" providerId="LiveId" clId="{081DF2E0-BFFF-4188-83E2-E633C5DC6939}" dt="2025-04-14T05:47:37.074" v="5601" actId="6549"/>
        <pc:sldMkLst>
          <pc:docMk/>
          <pc:sldMk cId="465305782" sldId="323"/>
        </pc:sldMkLst>
      </pc:sldChg>
      <pc:sldChg chg="del">
        <pc:chgData name="Simone Beets" userId="5adb261a4dd6137b" providerId="LiveId" clId="{081DF2E0-BFFF-4188-83E2-E633C5DC6939}" dt="2025-04-14T05:33:22.705" v="4491" actId="47"/>
        <pc:sldMkLst>
          <pc:docMk/>
          <pc:sldMk cId="1762635146" sldId="339"/>
        </pc:sldMkLst>
      </pc:sldChg>
      <pc:sldChg chg="modSp add mod modAnim">
        <pc:chgData name="Simone Beets" userId="5adb261a4dd6137b" providerId="LiveId" clId="{081DF2E0-BFFF-4188-83E2-E633C5DC6939}" dt="2025-04-14T04:28:48.753" v="553" actId="20577"/>
        <pc:sldMkLst>
          <pc:docMk/>
          <pc:sldMk cId="2049952096" sldId="340"/>
        </pc:sldMkLst>
      </pc:sldChg>
      <pc:sldChg chg="del">
        <pc:chgData name="Simone Beets" userId="5adb261a4dd6137b" providerId="LiveId" clId="{081DF2E0-BFFF-4188-83E2-E633C5DC6939}" dt="2025-04-14T05:33:02.260" v="4477" actId="47"/>
        <pc:sldMkLst>
          <pc:docMk/>
          <pc:sldMk cId="1427072437" sldId="397"/>
        </pc:sldMkLst>
      </pc:sldChg>
      <pc:sldChg chg="modSp mod">
        <pc:chgData name="Simone Beets" userId="5adb261a4dd6137b" providerId="LiveId" clId="{081DF2E0-BFFF-4188-83E2-E633C5DC6939}" dt="2025-04-14T05:33:55.180" v="4509" actId="20577"/>
        <pc:sldMkLst>
          <pc:docMk/>
          <pc:sldMk cId="3637301509" sldId="418"/>
        </pc:sldMkLst>
      </pc:sldChg>
      <pc:sldChg chg="del">
        <pc:chgData name="Simone Beets" userId="5adb261a4dd6137b" providerId="LiveId" clId="{081DF2E0-BFFF-4188-83E2-E633C5DC6939}" dt="2025-04-14T05:33:13.304" v="4484" actId="47"/>
        <pc:sldMkLst>
          <pc:docMk/>
          <pc:sldMk cId="520474740" sldId="424"/>
        </pc:sldMkLst>
      </pc:sldChg>
      <pc:sldChg chg="addSp delSp modSp mod ord delAnim modAnim modNotesTx">
        <pc:chgData name="Simone Beets" userId="5adb261a4dd6137b" providerId="LiveId" clId="{081DF2E0-BFFF-4188-83E2-E633C5DC6939}" dt="2025-04-14T10:24:32.868" v="6661" actId="114"/>
        <pc:sldMkLst>
          <pc:docMk/>
          <pc:sldMk cId="811755344" sldId="425"/>
        </pc:sldMkLst>
      </pc:sldChg>
      <pc:sldChg chg="del">
        <pc:chgData name="Simone Beets" userId="5adb261a4dd6137b" providerId="LiveId" clId="{081DF2E0-BFFF-4188-83E2-E633C5DC6939}" dt="2025-04-14T05:33:04.295" v="4479" actId="47"/>
        <pc:sldMkLst>
          <pc:docMk/>
          <pc:sldMk cId="1516093415" sldId="426"/>
        </pc:sldMkLst>
      </pc:sldChg>
      <pc:sldChg chg="del">
        <pc:chgData name="Simone Beets" userId="5adb261a4dd6137b" providerId="LiveId" clId="{081DF2E0-BFFF-4188-83E2-E633C5DC6939}" dt="2025-04-14T05:33:05.470" v="4480" actId="47"/>
        <pc:sldMkLst>
          <pc:docMk/>
          <pc:sldMk cId="2853028284" sldId="427"/>
        </pc:sldMkLst>
      </pc:sldChg>
      <pc:sldChg chg="del">
        <pc:chgData name="Simone Beets" userId="5adb261a4dd6137b" providerId="LiveId" clId="{081DF2E0-BFFF-4188-83E2-E633C5DC6939}" dt="2025-04-14T05:33:07.106" v="4481" actId="47"/>
        <pc:sldMkLst>
          <pc:docMk/>
          <pc:sldMk cId="372974515" sldId="428"/>
        </pc:sldMkLst>
      </pc:sldChg>
      <pc:sldChg chg="del">
        <pc:chgData name="Simone Beets" userId="5adb261a4dd6137b" providerId="LiveId" clId="{081DF2E0-BFFF-4188-83E2-E633C5DC6939}" dt="2025-04-14T05:33:08.090" v="4482" actId="47"/>
        <pc:sldMkLst>
          <pc:docMk/>
          <pc:sldMk cId="9013570" sldId="429"/>
        </pc:sldMkLst>
      </pc:sldChg>
      <pc:sldChg chg="del">
        <pc:chgData name="Simone Beets" userId="5adb261a4dd6137b" providerId="LiveId" clId="{081DF2E0-BFFF-4188-83E2-E633C5DC6939}" dt="2025-04-14T05:33:08.775" v="4483" actId="47"/>
        <pc:sldMkLst>
          <pc:docMk/>
          <pc:sldMk cId="444318415" sldId="430"/>
        </pc:sldMkLst>
      </pc:sldChg>
      <pc:sldChg chg="del">
        <pc:chgData name="Simone Beets" userId="5adb261a4dd6137b" providerId="LiveId" clId="{081DF2E0-BFFF-4188-83E2-E633C5DC6939}" dt="2025-04-14T05:33:14.795" v="4485" actId="47"/>
        <pc:sldMkLst>
          <pc:docMk/>
          <pc:sldMk cId="3476499561" sldId="432"/>
        </pc:sldMkLst>
      </pc:sldChg>
      <pc:sldChg chg="del">
        <pc:chgData name="Simone Beets" userId="5adb261a4dd6137b" providerId="LiveId" clId="{081DF2E0-BFFF-4188-83E2-E633C5DC6939}" dt="2025-04-14T05:33:16.110" v="4486" actId="47"/>
        <pc:sldMkLst>
          <pc:docMk/>
          <pc:sldMk cId="1971915231" sldId="433"/>
        </pc:sldMkLst>
      </pc:sldChg>
      <pc:sldChg chg="del">
        <pc:chgData name="Simone Beets" userId="5adb261a4dd6137b" providerId="LiveId" clId="{081DF2E0-BFFF-4188-83E2-E633C5DC6939}" dt="2025-04-14T05:33:17.331" v="4487" actId="47"/>
        <pc:sldMkLst>
          <pc:docMk/>
          <pc:sldMk cId="1868818267" sldId="434"/>
        </pc:sldMkLst>
      </pc:sldChg>
      <pc:sldChg chg="del">
        <pc:chgData name="Simone Beets" userId="5adb261a4dd6137b" providerId="LiveId" clId="{081DF2E0-BFFF-4188-83E2-E633C5DC6939}" dt="2025-04-14T05:33:18.347" v="4488" actId="47"/>
        <pc:sldMkLst>
          <pc:docMk/>
          <pc:sldMk cId="4170340479" sldId="435"/>
        </pc:sldMkLst>
      </pc:sldChg>
      <pc:sldChg chg="del">
        <pc:chgData name="Simone Beets" userId="5adb261a4dd6137b" providerId="LiveId" clId="{081DF2E0-BFFF-4188-83E2-E633C5DC6939}" dt="2025-04-14T05:33:29.579" v="4494" actId="47"/>
        <pc:sldMkLst>
          <pc:docMk/>
          <pc:sldMk cId="3084068710" sldId="436"/>
        </pc:sldMkLst>
      </pc:sldChg>
      <pc:sldChg chg="del">
        <pc:chgData name="Simone Beets" userId="5adb261a4dd6137b" providerId="LiveId" clId="{081DF2E0-BFFF-4188-83E2-E633C5DC6939}" dt="2025-04-14T05:33:19.757" v="4489" actId="47"/>
        <pc:sldMkLst>
          <pc:docMk/>
          <pc:sldMk cId="979744591" sldId="437"/>
        </pc:sldMkLst>
      </pc:sldChg>
      <pc:sldChg chg="del">
        <pc:chgData name="Simone Beets" userId="5adb261a4dd6137b" providerId="LiveId" clId="{081DF2E0-BFFF-4188-83E2-E633C5DC6939}" dt="2025-04-14T05:33:21.562" v="4490" actId="47"/>
        <pc:sldMkLst>
          <pc:docMk/>
          <pc:sldMk cId="849858529" sldId="439"/>
        </pc:sldMkLst>
      </pc:sldChg>
      <pc:sldChg chg="del">
        <pc:chgData name="Simone Beets" userId="5adb261a4dd6137b" providerId="LiveId" clId="{081DF2E0-BFFF-4188-83E2-E633C5DC6939}" dt="2025-04-14T05:33:24.345" v="4492" actId="47"/>
        <pc:sldMkLst>
          <pc:docMk/>
          <pc:sldMk cId="916888293" sldId="440"/>
        </pc:sldMkLst>
      </pc:sldChg>
      <pc:sldChg chg="del">
        <pc:chgData name="Simone Beets" userId="5adb261a4dd6137b" providerId="LiveId" clId="{081DF2E0-BFFF-4188-83E2-E633C5DC6939}" dt="2025-04-14T05:33:28.811" v="4493" actId="47"/>
        <pc:sldMkLst>
          <pc:docMk/>
          <pc:sldMk cId="941566685" sldId="441"/>
        </pc:sldMkLst>
      </pc:sldChg>
      <pc:sldChg chg="delSp modSp add mod ord modNotesTx">
        <pc:chgData name="Simone Beets" userId="5adb261a4dd6137b" providerId="LiveId" clId="{081DF2E0-BFFF-4188-83E2-E633C5DC6939}" dt="2025-04-14T10:25:06.204" v="6662" actId="6549"/>
        <pc:sldMkLst>
          <pc:docMk/>
          <pc:sldMk cId="244380026" sldId="442"/>
        </pc:sldMkLst>
        <pc:spChg chg="mod">
          <ac:chgData name="Simone Beets" userId="5adb261a4dd6137b" providerId="LiveId" clId="{081DF2E0-BFFF-4188-83E2-E633C5DC6939}" dt="2025-04-13T18:23:57.301" v="39" actId="1076"/>
          <ac:spMkLst>
            <pc:docMk/>
            <pc:sldMk cId="244380026" sldId="442"/>
            <ac:spMk id="3" creationId="{19B1ACD8-DDF9-5B3F-1BA1-98739E948141}"/>
          </ac:spMkLst>
        </pc:spChg>
      </pc:sldChg>
      <pc:sldChg chg="addSp delSp modSp add mod delAnim modAnim modNotesTx">
        <pc:chgData name="Simone Beets" userId="5adb261a4dd6137b" providerId="LiveId" clId="{081DF2E0-BFFF-4188-83E2-E633C5DC6939}" dt="2025-04-14T07:03:47.412" v="6439" actId="20577"/>
        <pc:sldMkLst>
          <pc:docMk/>
          <pc:sldMk cId="2028940021" sldId="443"/>
        </pc:sldMkLst>
      </pc:sldChg>
      <pc:sldChg chg="add del">
        <pc:chgData name="Simone Beets" userId="5adb261a4dd6137b" providerId="LiveId" clId="{081DF2E0-BFFF-4188-83E2-E633C5DC6939}" dt="2025-04-14T05:33:03.744" v="4478" actId="47"/>
        <pc:sldMkLst>
          <pc:docMk/>
          <pc:sldMk cId="118793838" sldId="444"/>
        </pc:sldMkLst>
      </pc:sldChg>
      <pc:sldChg chg="add del">
        <pc:chgData name="Simone Beets" userId="5adb261a4dd6137b" providerId="LiveId" clId="{081DF2E0-BFFF-4188-83E2-E633C5DC6939}" dt="2025-04-14T04:26:41.046" v="395" actId="47"/>
        <pc:sldMkLst>
          <pc:docMk/>
          <pc:sldMk cId="4112816814" sldId="444"/>
        </pc:sldMkLst>
      </pc:sldChg>
      <pc:sldChg chg="add ord modAnim modNotesTx">
        <pc:chgData name="Simone Beets" userId="5adb261a4dd6137b" providerId="LiveId" clId="{081DF2E0-BFFF-4188-83E2-E633C5DC6939}" dt="2025-04-14T04:39:09.192" v="907"/>
        <pc:sldMkLst>
          <pc:docMk/>
          <pc:sldMk cId="3254395611" sldId="445"/>
        </pc:sldMkLst>
      </pc:sldChg>
      <pc:sldChg chg="addSp modSp add mod modAnim modNotesTx">
        <pc:chgData name="Simone Beets" userId="5adb261a4dd6137b" providerId="LiveId" clId="{081DF2E0-BFFF-4188-83E2-E633C5DC6939}" dt="2025-04-14T05:55:19.423" v="5637"/>
        <pc:sldMkLst>
          <pc:docMk/>
          <pc:sldMk cId="276270174" sldId="446"/>
        </pc:sldMkLst>
      </pc:sldChg>
      <pc:sldChg chg="add del">
        <pc:chgData name="Simone Beets" userId="5adb261a4dd6137b" providerId="LiveId" clId="{081DF2E0-BFFF-4188-83E2-E633C5DC6939}" dt="2025-04-14T05:02:32.717" v="2305" actId="47"/>
        <pc:sldMkLst>
          <pc:docMk/>
          <pc:sldMk cId="816165736" sldId="447"/>
        </pc:sldMkLst>
      </pc:sldChg>
      <pc:sldChg chg="add del">
        <pc:chgData name="Simone Beets" userId="5adb261a4dd6137b" providerId="LiveId" clId="{081DF2E0-BFFF-4188-83E2-E633C5DC6939}" dt="2025-04-14T05:33:01.189" v="4476" actId="47"/>
        <pc:sldMkLst>
          <pc:docMk/>
          <pc:sldMk cId="4234348023" sldId="447"/>
        </pc:sldMkLst>
      </pc:sldChg>
      <pc:sldChg chg="delSp modSp add mod ord delAnim modAnim modNotesTx">
        <pc:chgData name="Simone Beets" userId="5adb261a4dd6137b" providerId="LiveId" clId="{081DF2E0-BFFF-4188-83E2-E633C5DC6939}" dt="2025-04-14T05:17:56.861" v="4082" actId="20577"/>
        <pc:sldMkLst>
          <pc:docMk/>
          <pc:sldMk cId="2903611770" sldId="448"/>
        </pc:sldMkLst>
      </pc:sldChg>
      <pc:sldChg chg="modSp add del mod modAnim">
        <pc:chgData name="Simone Beets" userId="5adb261a4dd6137b" providerId="LiveId" clId="{081DF2E0-BFFF-4188-83E2-E633C5DC6939}" dt="2025-04-14T05:19:27.652" v="4136" actId="47"/>
        <pc:sldMkLst>
          <pc:docMk/>
          <pc:sldMk cId="3076009830" sldId="449"/>
        </pc:sldMkLst>
      </pc:sldChg>
      <pc:sldChg chg="modSp add modAnim modNotesTx">
        <pc:chgData name="Simone Beets" userId="5adb261a4dd6137b" providerId="LiveId" clId="{081DF2E0-BFFF-4188-83E2-E633C5DC6939}" dt="2025-04-14T06:02:24.432" v="6058" actId="20577"/>
        <pc:sldMkLst>
          <pc:docMk/>
          <pc:sldMk cId="3925703631" sldId="450"/>
        </pc:sldMkLst>
      </pc:sldChg>
      <pc:sldChg chg="addSp modSp add mod modAnim">
        <pc:chgData name="Simone Beets" userId="5adb261a4dd6137b" providerId="LiveId" clId="{081DF2E0-BFFF-4188-83E2-E633C5DC6939}" dt="2025-04-14T06:03:17.840" v="6060" actId="20577"/>
        <pc:sldMkLst>
          <pc:docMk/>
          <pc:sldMk cId="2194690210" sldId="451"/>
        </pc:sldMkLst>
      </pc:sldChg>
      <pc:sldChg chg="addSp delSp modSp add mod modAnim modNotesTx">
        <pc:chgData name="Simone Beets" userId="5adb261a4dd6137b" providerId="LiveId" clId="{081DF2E0-BFFF-4188-83E2-E633C5DC6939}" dt="2025-04-14T07:20:55.633" v="6660" actId="20577"/>
        <pc:sldMkLst>
          <pc:docMk/>
          <pc:sldMk cId="1982727569" sldId="452"/>
        </pc:sldMkLst>
      </pc:sldChg>
      <pc:sldChg chg="delSp modSp add mod modAnim">
        <pc:chgData name="Simone Beets" userId="5adb261a4dd6137b" providerId="LiveId" clId="{081DF2E0-BFFF-4188-83E2-E633C5DC6939}" dt="2025-04-14T06:22:00.056" v="6233" actId="114"/>
        <pc:sldMkLst>
          <pc:docMk/>
          <pc:sldMk cId="3443735419" sldId="453"/>
        </pc:sldMkLst>
      </pc:sldChg>
      <pc:sldChg chg="modSp add modAnim">
        <pc:chgData name="Simone Beets" userId="5adb261a4dd6137b" providerId="LiveId" clId="{081DF2E0-BFFF-4188-83E2-E633C5DC6939}" dt="2025-04-14T05:25:25.315" v="4276" actId="20577"/>
        <pc:sldMkLst>
          <pc:docMk/>
          <pc:sldMk cId="4291348502" sldId="454"/>
        </pc:sldMkLst>
      </pc:sldChg>
      <pc:sldChg chg="modSp add mod modAnim">
        <pc:chgData name="Simone Beets" userId="5adb261a4dd6137b" providerId="LiveId" clId="{081DF2E0-BFFF-4188-83E2-E633C5DC6939}" dt="2025-04-14T06:10:23.992" v="6193" actId="20577"/>
        <pc:sldMkLst>
          <pc:docMk/>
          <pc:sldMk cId="1251566926" sldId="455"/>
        </pc:sldMkLst>
      </pc:sldChg>
      <pc:sldChg chg="addSp modSp add mod modAnim">
        <pc:chgData name="Simone Beets" userId="5adb261a4dd6137b" providerId="LiveId" clId="{081DF2E0-BFFF-4188-83E2-E633C5DC6939}" dt="2025-04-14T06:10:53.751" v="6194" actId="20577"/>
        <pc:sldMkLst>
          <pc:docMk/>
          <pc:sldMk cId="537521088" sldId="456"/>
        </pc:sldMkLst>
      </pc:sldChg>
      <pc:sldChg chg="addSp delSp modSp add mod modAnim">
        <pc:chgData name="Simone Beets" userId="5adb261a4dd6137b" providerId="LiveId" clId="{081DF2E0-BFFF-4188-83E2-E633C5DC6939}" dt="2025-04-14T06:12:42.191" v="6207" actId="20577"/>
        <pc:sldMkLst>
          <pc:docMk/>
          <pc:sldMk cId="2678204417" sldId="457"/>
        </pc:sldMkLst>
      </pc:sldChg>
      <pc:sldChg chg="delSp modSp add mod modAnim">
        <pc:chgData name="Simone Beets" userId="5adb261a4dd6137b" providerId="LiveId" clId="{081DF2E0-BFFF-4188-83E2-E633C5DC6939}" dt="2025-04-14T06:50:30.563" v="6242" actId="478"/>
        <pc:sldMkLst>
          <pc:docMk/>
          <pc:sldMk cId="2238009784" sldId="458"/>
        </pc:sldMkLst>
      </pc:sldChg>
      <pc:sldChg chg="delSp modSp add mod ord modAnim">
        <pc:chgData name="Simone Beets" userId="5adb261a4dd6137b" providerId="LiveId" clId="{081DF2E0-BFFF-4188-83E2-E633C5DC6939}" dt="2025-04-14T06:14:31.687" v="6213" actId="20577"/>
        <pc:sldMkLst>
          <pc:docMk/>
          <pc:sldMk cId="1749086728" sldId="459"/>
        </pc:sldMkLst>
      </pc:sldChg>
      <pc:sldChg chg="delSp modSp add mod ord modAnim">
        <pc:chgData name="Simone Beets" userId="5adb261a4dd6137b" providerId="LiveId" clId="{081DF2E0-BFFF-4188-83E2-E633C5DC6939}" dt="2025-04-14T06:18:35.238" v="6227" actId="114"/>
        <pc:sldMkLst>
          <pc:docMk/>
          <pc:sldMk cId="53913516" sldId="460"/>
        </pc:sldMkLst>
      </pc:sldChg>
      <pc:sldChg chg="addSp delSp modSp add modAnim">
        <pc:chgData name="Simone Beets" userId="5adb261a4dd6137b" providerId="LiveId" clId="{081DF2E0-BFFF-4188-83E2-E633C5DC6939}" dt="2025-04-14T06:15:48.078" v="6216"/>
        <pc:sldMkLst>
          <pc:docMk/>
          <pc:sldMk cId="2995512110" sldId="461"/>
        </pc:sldMkLst>
      </pc:sldChg>
      <pc:sldChg chg="addSp delSp modSp add mod ord delAnim modAnim modNotesTx">
        <pc:chgData name="Simone Beets" userId="5adb261a4dd6137b" providerId="LiveId" clId="{081DF2E0-BFFF-4188-83E2-E633C5DC6939}" dt="2025-04-14T07:13:30.555" v="6525" actId="20577"/>
        <pc:sldMkLst>
          <pc:docMk/>
          <pc:sldMk cId="835226338" sldId="462"/>
        </pc:sldMkLst>
      </pc:sldChg>
      <pc:sldChg chg="addSp delSp modSp add mod modAnim">
        <pc:chgData name="Simone Beets" userId="5adb261a4dd6137b" providerId="LiveId" clId="{081DF2E0-BFFF-4188-83E2-E633C5DC6939}" dt="2025-04-14T05:35:59.715" v="4576" actId="20577"/>
        <pc:sldMkLst>
          <pc:docMk/>
          <pc:sldMk cId="1929359625" sldId="463"/>
        </pc:sldMkLst>
      </pc:sldChg>
      <pc:sldChg chg="addSp delSp modSp add mod modNotesTx">
        <pc:chgData name="Simone Beets" userId="5adb261a4dd6137b" providerId="LiveId" clId="{081DF2E0-BFFF-4188-83E2-E633C5DC6939}" dt="2025-04-14T10:29:41.928" v="6756" actId="15"/>
        <pc:sldMkLst>
          <pc:docMk/>
          <pc:sldMk cId="1804291163" sldId="464"/>
        </pc:sldMkLst>
      </pc:sldChg>
      <pc:sldChg chg="delSp modSp add mod modAnim">
        <pc:chgData name="Simone Beets" userId="5adb261a4dd6137b" providerId="LiveId" clId="{081DF2E0-BFFF-4188-83E2-E633C5DC6939}" dt="2025-04-14T06:50:27.767" v="6241" actId="478"/>
        <pc:sldMkLst>
          <pc:docMk/>
          <pc:sldMk cId="3226213347" sldId="465"/>
        </pc:sldMkLst>
      </pc:sldChg>
      <pc:sldChg chg="addSp delSp modSp add mod delAnim modNotesTx">
        <pc:chgData name="Simone Beets" userId="5adb261a4dd6137b" providerId="LiveId" clId="{081DF2E0-BFFF-4188-83E2-E633C5DC6939}" dt="2025-04-14T10:28:39.864" v="6748" actId="20577"/>
        <pc:sldMkLst>
          <pc:docMk/>
          <pc:sldMk cId="252068716" sldId="466"/>
        </pc:sldMkLst>
      </pc:sldChg>
      <pc:sldChg chg="addSp delSp modSp add mod modNotesTx">
        <pc:chgData name="Simone Beets" userId="5adb261a4dd6137b" providerId="LiveId" clId="{081DF2E0-BFFF-4188-83E2-E633C5DC6939}" dt="2025-04-14T10:28:44.854" v="6749"/>
        <pc:sldMkLst>
          <pc:docMk/>
          <pc:sldMk cId="3925491160" sldId="467"/>
        </pc:sldMkLst>
      </pc:sldChg>
      <pc:sldChg chg="addSp delSp modSp add mod modNotesTx">
        <pc:chgData name="Simone Beets" userId="5adb261a4dd6137b" providerId="LiveId" clId="{081DF2E0-BFFF-4188-83E2-E633C5DC6939}" dt="2025-04-14T10:28:47.598" v="6750"/>
        <pc:sldMkLst>
          <pc:docMk/>
          <pc:sldMk cId="1919941849" sldId="468"/>
        </pc:sldMkLst>
      </pc:sldChg>
      <pc:sldChg chg="addSp delSp modSp add mod modNotesTx">
        <pc:chgData name="Simone Beets" userId="5adb261a4dd6137b" providerId="LiveId" clId="{081DF2E0-BFFF-4188-83E2-E633C5DC6939}" dt="2025-04-14T10:28:50.700" v="6751"/>
        <pc:sldMkLst>
          <pc:docMk/>
          <pc:sldMk cId="1143944041" sldId="469"/>
        </pc:sldMkLst>
      </pc:sldChg>
    </pc:docChg>
  </pc:docChgLst>
  <pc:docChgLst>
    <pc:chgData name="Simone Beets" userId="5adb261a4dd6137b" providerId="LiveId" clId="{8E40C75F-2910-4AF8-AED2-E5C88E90B87F}"/>
    <pc:docChg chg="undo custSel addSld delSld modSld sldOrd">
      <pc:chgData name="Simone Beets" userId="5adb261a4dd6137b" providerId="LiveId" clId="{8E40C75F-2910-4AF8-AED2-E5C88E90B87F}" dt="2025-03-10T07:50:44.542" v="9130" actId="20577"/>
      <pc:docMkLst>
        <pc:docMk/>
      </pc:docMkLst>
      <pc:sldChg chg="addSp delSp modSp mod ord delAnim modAnim modNotesTx">
        <pc:chgData name="Simone Beets" userId="5adb261a4dd6137b" providerId="LiveId" clId="{8E40C75F-2910-4AF8-AED2-E5C88E90B87F}" dt="2025-03-09T17:13:56.735" v="2402" actId="20577"/>
        <pc:sldMkLst>
          <pc:docMk/>
          <pc:sldMk cId="0" sldId="257"/>
        </pc:sldMkLst>
      </pc:sldChg>
      <pc:sldChg chg="modSp mod">
        <pc:chgData name="Simone Beets" userId="5adb261a4dd6137b" providerId="LiveId" clId="{8E40C75F-2910-4AF8-AED2-E5C88E90B87F}" dt="2025-03-09T16:11:02.485" v="37" actId="20577"/>
        <pc:sldMkLst>
          <pc:docMk/>
          <pc:sldMk cId="0" sldId="271"/>
        </pc:sldMkLst>
        <pc:spChg chg="mod">
          <ac:chgData name="Simone Beets" userId="5adb261a4dd6137b" providerId="LiveId" clId="{8E40C75F-2910-4AF8-AED2-E5C88E90B87F}" dt="2025-03-09T16:11:02.485" v="37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">
        <pc:chgData name="Simone Beets" userId="5adb261a4dd6137b" providerId="LiveId" clId="{8E40C75F-2910-4AF8-AED2-E5C88E90B87F}" dt="2025-03-09T19:23:08.922" v="7695" actId="20577"/>
        <pc:sldMkLst>
          <pc:docMk/>
          <pc:sldMk cId="0" sldId="321"/>
        </pc:sldMkLst>
      </pc:sldChg>
      <pc:sldChg chg="modNotesTx">
        <pc:chgData name="Simone Beets" userId="5adb261a4dd6137b" providerId="LiveId" clId="{8E40C75F-2910-4AF8-AED2-E5C88E90B87F}" dt="2025-03-09T16:40:05.977" v="570" actId="6549"/>
        <pc:sldMkLst>
          <pc:docMk/>
          <pc:sldMk cId="465305782" sldId="323"/>
        </pc:sldMkLst>
      </pc:sldChg>
      <pc:sldChg chg="del">
        <pc:chgData name="Simone Beets" userId="5adb261a4dd6137b" providerId="LiveId" clId="{8E40C75F-2910-4AF8-AED2-E5C88E90B87F}" dt="2025-03-09T16:40:31.578" v="571" actId="2696"/>
        <pc:sldMkLst>
          <pc:docMk/>
          <pc:sldMk cId="2369434495" sldId="324"/>
        </pc:sldMkLst>
      </pc:sldChg>
      <pc:sldChg chg="del">
        <pc:chgData name="Simone Beets" userId="5adb261a4dd6137b" providerId="LiveId" clId="{8E40C75F-2910-4AF8-AED2-E5C88E90B87F}" dt="2025-03-09T19:22:21.231" v="7568" actId="47"/>
        <pc:sldMkLst>
          <pc:docMk/>
          <pc:sldMk cId="1526733309" sldId="325"/>
        </pc:sldMkLst>
      </pc:sldChg>
      <pc:sldChg chg="del">
        <pc:chgData name="Simone Beets" userId="5adb261a4dd6137b" providerId="LiveId" clId="{8E40C75F-2910-4AF8-AED2-E5C88E90B87F}" dt="2025-03-09T19:22:15.259" v="7562" actId="47"/>
        <pc:sldMkLst>
          <pc:docMk/>
          <pc:sldMk cId="4035415485" sldId="326"/>
        </pc:sldMkLst>
      </pc:sldChg>
      <pc:sldChg chg="modSp mod modAnim modNotesTx">
        <pc:chgData name="Simone Beets" userId="5adb261a4dd6137b" providerId="LiveId" clId="{8E40C75F-2910-4AF8-AED2-E5C88E90B87F}" dt="2025-03-09T18:54:06.054" v="6596" actId="15"/>
        <pc:sldMkLst>
          <pc:docMk/>
          <pc:sldMk cId="1762635146" sldId="339"/>
        </pc:sldMkLst>
      </pc:sldChg>
      <pc:sldChg chg="addSp delSp modSp mod delAnim modAnim modNotesTx">
        <pc:chgData name="Simone Beets" userId="5adb261a4dd6137b" providerId="LiveId" clId="{8E40C75F-2910-4AF8-AED2-E5C88E90B87F}" dt="2025-03-09T18:52:31.868" v="6462" actId="20577"/>
        <pc:sldMkLst>
          <pc:docMk/>
          <pc:sldMk cId="2049952096" sldId="340"/>
        </pc:sldMkLst>
      </pc:sldChg>
      <pc:sldChg chg="del">
        <pc:chgData name="Simone Beets" userId="5adb261a4dd6137b" providerId="LiveId" clId="{8E40C75F-2910-4AF8-AED2-E5C88E90B87F}" dt="2025-03-09T19:22:14.279" v="7561" actId="47"/>
        <pc:sldMkLst>
          <pc:docMk/>
          <pc:sldMk cId="2150004531" sldId="341"/>
        </pc:sldMkLst>
      </pc:sldChg>
      <pc:sldChg chg="del">
        <pc:chgData name="Simone Beets" userId="5adb261a4dd6137b" providerId="LiveId" clId="{8E40C75F-2910-4AF8-AED2-E5C88E90B87F}" dt="2025-03-09T19:22:12.992" v="7560" actId="47"/>
        <pc:sldMkLst>
          <pc:docMk/>
          <pc:sldMk cId="4071039046" sldId="343"/>
        </pc:sldMkLst>
      </pc:sldChg>
      <pc:sldChg chg="del">
        <pc:chgData name="Simone Beets" userId="5adb261a4dd6137b" providerId="LiveId" clId="{8E40C75F-2910-4AF8-AED2-E5C88E90B87F}" dt="2025-03-09T19:22:16.417" v="7563" actId="47"/>
        <pc:sldMkLst>
          <pc:docMk/>
          <pc:sldMk cId="2320920587" sldId="345"/>
        </pc:sldMkLst>
      </pc:sldChg>
      <pc:sldChg chg="addSp modSp mod ord modAnim">
        <pc:chgData name="Simone Beets" userId="5adb261a4dd6137b" providerId="LiveId" clId="{8E40C75F-2910-4AF8-AED2-E5C88E90B87F}" dt="2025-03-09T18:55:27.924" v="6717" actId="1076"/>
        <pc:sldMkLst>
          <pc:docMk/>
          <pc:sldMk cId="4249415124" sldId="346"/>
        </pc:sldMkLst>
      </pc:sldChg>
      <pc:sldChg chg="addSp modSp mod ord modAnim">
        <pc:chgData name="Simone Beets" userId="5adb261a4dd6137b" providerId="LiveId" clId="{8E40C75F-2910-4AF8-AED2-E5C88E90B87F}" dt="2025-03-09T18:58:28.264" v="6956"/>
        <pc:sldMkLst>
          <pc:docMk/>
          <pc:sldMk cId="4247069512" sldId="348"/>
        </pc:sldMkLst>
      </pc:sldChg>
      <pc:sldChg chg="del">
        <pc:chgData name="Simone Beets" userId="5adb261a4dd6137b" providerId="LiveId" clId="{8E40C75F-2910-4AF8-AED2-E5C88E90B87F}" dt="2025-03-09T19:22:17.663" v="7564" actId="47"/>
        <pc:sldMkLst>
          <pc:docMk/>
          <pc:sldMk cId="2920933396" sldId="349"/>
        </pc:sldMkLst>
      </pc:sldChg>
      <pc:sldChg chg="del">
        <pc:chgData name="Simone Beets" userId="5adb261a4dd6137b" providerId="LiveId" clId="{8E40C75F-2910-4AF8-AED2-E5C88E90B87F}" dt="2025-03-09T19:22:18.616" v="7565" actId="47"/>
        <pc:sldMkLst>
          <pc:docMk/>
          <pc:sldMk cId="4172721415" sldId="350"/>
        </pc:sldMkLst>
      </pc:sldChg>
      <pc:sldChg chg="del">
        <pc:chgData name="Simone Beets" userId="5adb261a4dd6137b" providerId="LiveId" clId="{8E40C75F-2910-4AF8-AED2-E5C88E90B87F}" dt="2025-03-09T19:22:19.450" v="7566" actId="47"/>
        <pc:sldMkLst>
          <pc:docMk/>
          <pc:sldMk cId="3808169131" sldId="351"/>
        </pc:sldMkLst>
      </pc:sldChg>
      <pc:sldChg chg="del">
        <pc:chgData name="Simone Beets" userId="5adb261a4dd6137b" providerId="LiveId" clId="{8E40C75F-2910-4AF8-AED2-E5C88E90B87F}" dt="2025-03-09T19:22:20.328" v="7567" actId="47"/>
        <pc:sldMkLst>
          <pc:docMk/>
          <pc:sldMk cId="583071382" sldId="352"/>
        </pc:sldMkLst>
      </pc:sldChg>
      <pc:sldChg chg="del">
        <pc:chgData name="Simone Beets" userId="5adb261a4dd6137b" providerId="LiveId" clId="{8E40C75F-2910-4AF8-AED2-E5C88E90B87F}" dt="2025-03-09T19:22:22.314" v="7569" actId="47"/>
        <pc:sldMkLst>
          <pc:docMk/>
          <pc:sldMk cId="2567004572" sldId="354"/>
        </pc:sldMkLst>
      </pc:sldChg>
      <pc:sldChg chg="del">
        <pc:chgData name="Simone Beets" userId="5adb261a4dd6137b" providerId="LiveId" clId="{8E40C75F-2910-4AF8-AED2-E5C88E90B87F}" dt="2025-03-09T19:22:25.312" v="7572" actId="47"/>
        <pc:sldMkLst>
          <pc:docMk/>
          <pc:sldMk cId="1094026494" sldId="355"/>
        </pc:sldMkLst>
      </pc:sldChg>
      <pc:sldChg chg="del">
        <pc:chgData name="Simone Beets" userId="5adb261a4dd6137b" providerId="LiveId" clId="{8E40C75F-2910-4AF8-AED2-E5C88E90B87F}" dt="2025-03-09T19:22:24.350" v="7571" actId="47"/>
        <pc:sldMkLst>
          <pc:docMk/>
          <pc:sldMk cId="3907085252" sldId="357"/>
        </pc:sldMkLst>
      </pc:sldChg>
      <pc:sldChg chg="del">
        <pc:chgData name="Simone Beets" userId="5adb261a4dd6137b" providerId="LiveId" clId="{8E40C75F-2910-4AF8-AED2-E5C88E90B87F}" dt="2025-03-09T19:22:26.417" v="7573" actId="47"/>
        <pc:sldMkLst>
          <pc:docMk/>
          <pc:sldMk cId="1528914622" sldId="358"/>
        </pc:sldMkLst>
      </pc:sldChg>
      <pc:sldChg chg="del">
        <pc:chgData name="Simone Beets" userId="5adb261a4dd6137b" providerId="LiveId" clId="{8E40C75F-2910-4AF8-AED2-E5C88E90B87F}" dt="2025-03-09T19:22:27.202" v="7574" actId="47"/>
        <pc:sldMkLst>
          <pc:docMk/>
          <pc:sldMk cId="4062962358" sldId="359"/>
        </pc:sldMkLst>
      </pc:sldChg>
      <pc:sldChg chg="del">
        <pc:chgData name="Simone Beets" userId="5adb261a4dd6137b" providerId="LiveId" clId="{8E40C75F-2910-4AF8-AED2-E5C88E90B87F}" dt="2025-03-09T19:22:27.727" v="7575" actId="47"/>
        <pc:sldMkLst>
          <pc:docMk/>
          <pc:sldMk cId="1615067123" sldId="360"/>
        </pc:sldMkLst>
      </pc:sldChg>
      <pc:sldChg chg="del">
        <pc:chgData name="Simone Beets" userId="5adb261a4dd6137b" providerId="LiveId" clId="{8E40C75F-2910-4AF8-AED2-E5C88E90B87F}" dt="2025-03-09T19:22:28.505" v="7576" actId="47"/>
        <pc:sldMkLst>
          <pc:docMk/>
          <pc:sldMk cId="2854956525" sldId="361"/>
        </pc:sldMkLst>
      </pc:sldChg>
      <pc:sldChg chg="del">
        <pc:chgData name="Simone Beets" userId="5adb261a4dd6137b" providerId="LiveId" clId="{8E40C75F-2910-4AF8-AED2-E5C88E90B87F}" dt="2025-03-09T19:22:29.541" v="7577" actId="47"/>
        <pc:sldMkLst>
          <pc:docMk/>
          <pc:sldMk cId="2845008166" sldId="362"/>
        </pc:sldMkLst>
      </pc:sldChg>
      <pc:sldChg chg="del">
        <pc:chgData name="Simone Beets" userId="5adb261a4dd6137b" providerId="LiveId" clId="{8E40C75F-2910-4AF8-AED2-E5C88E90B87F}" dt="2025-03-09T19:22:23.377" v="7570" actId="47"/>
        <pc:sldMkLst>
          <pc:docMk/>
          <pc:sldMk cId="2331509468" sldId="363"/>
        </pc:sldMkLst>
      </pc:sldChg>
      <pc:sldChg chg="addSp modSp add mod ord modClrScheme modAnim chgLayout modNotesTx">
        <pc:chgData name="Simone Beets" userId="5adb261a4dd6137b" providerId="LiveId" clId="{8E40C75F-2910-4AF8-AED2-E5C88E90B87F}" dt="2025-03-09T16:21:18.937" v="413" actId="14100"/>
        <pc:sldMkLst>
          <pc:docMk/>
          <pc:sldMk cId="3867261677" sldId="364"/>
        </pc:sldMkLst>
      </pc:sldChg>
      <pc:sldChg chg="delSp add del mod">
        <pc:chgData name="Simone Beets" userId="5adb261a4dd6137b" providerId="LiveId" clId="{8E40C75F-2910-4AF8-AED2-E5C88E90B87F}" dt="2025-03-09T16:13:00.310" v="40" actId="2696"/>
        <pc:sldMkLst>
          <pc:docMk/>
          <pc:sldMk cId="4193560391" sldId="364"/>
        </pc:sldMkLst>
      </pc:sldChg>
      <pc:sldChg chg="addSp modSp add mod modAnim">
        <pc:chgData name="Simone Beets" userId="5adb261a4dd6137b" providerId="LiveId" clId="{8E40C75F-2910-4AF8-AED2-E5C88E90B87F}" dt="2025-03-09T19:23:47.146" v="7696"/>
        <pc:sldMkLst>
          <pc:docMk/>
          <pc:sldMk cId="745339609" sldId="365"/>
        </pc:sldMkLst>
      </pc:sldChg>
      <pc:sldChg chg="addSp delSp modSp add mod ord modAnim">
        <pc:chgData name="Simone Beets" userId="5adb261a4dd6137b" providerId="LiveId" clId="{8E40C75F-2910-4AF8-AED2-E5C88E90B87F}" dt="2025-03-09T17:40:55.756" v="2637"/>
        <pc:sldMkLst>
          <pc:docMk/>
          <pc:sldMk cId="193908100" sldId="366"/>
        </pc:sldMkLst>
      </pc:sldChg>
      <pc:sldChg chg="addSp delSp modSp add mod delAnim modAnim modNotesTx">
        <pc:chgData name="Simone Beets" userId="5adb261a4dd6137b" providerId="LiveId" clId="{8E40C75F-2910-4AF8-AED2-E5C88E90B87F}" dt="2025-03-09T16:56:55.056" v="1400" actId="20577"/>
        <pc:sldMkLst>
          <pc:docMk/>
          <pc:sldMk cId="1943306920" sldId="367"/>
        </pc:sldMkLst>
      </pc:sldChg>
      <pc:sldChg chg="addSp delSp modSp add mod modAnim">
        <pc:chgData name="Simone Beets" userId="5adb261a4dd6137b" providerId="LiveId" clId="{8E40C75F-2910-4AF8-AED2-E5C88E90B87F}" dt="2025-03-09T18:51:03.120" v="6354"/>
        <pc:sldMkLst>
          <pc:docMk/>
          <pc:sldMk cId="1679562004" sldId="368"/>
        </pc:sldMkLst>
      </pc:sldChg>
      <pc:sldChg chg="addSp delSp modSp add mod delAnim modAnim">
        <pc:chgData name="Simone Beets" userId="5adb261a4dd6137b" providerId="LiveId" clId="{8E40C75F-2910-4AF8-AED2-E5C88E90B87F}" dt="2025-03-09T17:44:04.295" v="2711" actId="207"/>
        <pc:sldMkLst>
          <pc:docMk/>
          <pc:sldMk cId="1853407" sldId="369"/>
        </pc:sldMkLst>
      </pc:sldChg>
      <pc:sldChg chg="addSp delSp modSp add mod delAnim modAnim modNotesTx">
        <pc:chgData name="Simone Beets" userId="5adb261a4dd6137b" providerId="LiveId" clId="{8E40C75F-2910-4AF8-AED2-E5C88E90B87F}" dt="2025-03-09T18:49:19.247" v="6351"/>
        <pc:sldMkLst>
          <pc:docMk/>
          <pc:sldMk cId="681711374" sldId="370"/>
        </pc:sldMkLst>
      </pc:sldChg>
      <pc:sldChg chg="addSp modSp add mod ord modAnim modNotesTx">
        <pc:chgData name="Simone Beets" userId="5adb261a4dd6137b" providerId="LiveId" clId="{8E40C75F-2910-4AF8-AED2-E5C88E90B87F}" dt="2025-03-09T18:28:44.241" v="5448"/>
        <pc:sldMkLst>
          <pc:docMk/>
          <pc:sldMk cId="1043982446" sldId="371"/>
        </pc:sldMkLst>
      </pc:sldChg>
      <pc:sldChg chg="add del">
        <pc:chgData name="Simone Beets" userId="5adb261a4dd6137b" providerId="LiveId" clId="{8E40C75F-2910-4AF8-AED2-E5C88E90B87F}" dt="2025-03-09T18:41:45.859" v="5885" actId="47"/>
        <pc:sldMkLst>
          <pc:docMk/>
          <pc:sldMk cId="3239395616" sldId="372"/>
        </pc:sldMkLst>
      </pc:sldChg>
      <pc:sldChg chg="delSp modSp add mod delAnim modAnim modNotesTx">
        <pc:chgData name="Simone Beets" userId="5adb261a4dd6137b" providerId="LiveId" clId="{8E40C75F-2910-4AF8-AED2-E5C88E90B87F}" dt="2025-03-09T18:48:55.160" v="6345"/>
        <pc:sldMkLst>
          <pc:docMk/>
          <pc:sldMk cId="734426289" sldId="373"/>
        </pc:sldMkLst>
      </pc:sldChg>
      <pc:sldChg chg="addSp modSp add mod modAnim modNotesTx">
        <pc:chgData name="Simone Beets" userId="5adb261a4dd6137b" providerId="LiveId" clId="{8E40C75F-2910-4AF8-AED2-E5C88E90B87F}" dt="2025-03-09T18:30:45.812" v="5453"/>
        <pc:sldMkLst>
          <pc:docMk/>
          <pc:sldMk cId="4232052156" sldId="374"/>
        </pc:sldMkLst>
      </pc:sldChg>
      <pc:sldChg chg="delSp modSp add mod delAnim modAnim modNotesTx">
        <pc:chgData name="Simone Beets" userId="5adb261a4dd6137b" providerId="LiveId" clId="{8E40C75F-2910-4AF8-AED2-E5C88E90B87F}" dt="2025-03-09T18:35:48.250" v="5803" actId="313"/>
        <pc:sldMkLst>
          <pc:docMk/>
          <pc:sldMk cId="1470916720" sldId="375"/>
        </pc:sldMkLst>
      </pc:sldChg>
      <pc:sldChg chg="delSp modSp add mod delAnim modAnim modNotesTx">
        <pc:chgData name="Simone Beets" userId="5adb261a4dd6137b" providerId="LiveId" clId="{8E40C75F-2910-4AF8-AED2-E5C88E90B87F}" dt="2025-03-09T18:33:22.810" v="5487" actId="6549"/>
        <pc:sldMkLst>
          <pc:docMk/>
          <pc:sldMk cId="558122889" sldId="376"/>
        </pc:sldMkLst>
      </pc:sldChg>
      <pc:sldChg chg="addSp delSp modSp add mod modAnim">
        <pc:chgData name="Simone Beets" userId="5adb261a4dd6137b" providerId="LiveId" clId="{8E40C75F-2910-4AF8-AED2-E5C88E90B87F}" dt="2025-03-09T18:40:10.182" v="5851"/>
        <pc:sldMkLst>
          <pc:docMk/>
          <pc:sldMk cId="1978091042" sldId="377"/>
        </pc:sldMkLst>
      </pc:sldChg>
      <pc:sldChg chg="delSp modSp add mod ord modAnim modNotesTx">
        <pc:chgData name="Simone Beets" userId="5adb261a4dd6137b" providerId="LiveId" clId="{8E40C75F-2910-4AF8-AED2-E5C88E90B87F}" dt="2025-03-09T19:09:11.875" v="7217" actId="478"/>
        <pc:sldMkLst>
          <pc:docMk/>
          <pc:sldMk cId="3002671383" sldId="378"/>
        </pc:sldMkLst>
      </pc:sldChg>
      <pc:sldChg chg="modSp add mod ord modAnim">
        <pc:chgData name="Simone Beets" userId="5adb261a4dd6137b" providerId="LiveId" clId="{8E40C75F-2910-4AF8-AED2-E5C88E90B87F}" dt="2025-03-09T18:52:18.910" v="6460" actId="20577"/>
        <pc:sldMkLst>
          <pc:docMk/>
          <pc:sldMk cId="4237056731" sldId="379"/>
        </pc:sldMkLst>
      </pc:sldChg>
      <pc:sldChg chg="addSp delSp modSp add mod delAnim modAnim">
        <pc:chgData name="Simone Beets" userId="5adb261a4dd6137b" providerId="LiveId" clId="{8E40C75F-2910-4AF8-AED2-E5C88E90B87F}" dt="2025-03-09T19:01:17.432" v="6993" actId="207"/>
        <pc:sldMkLst>
          <pc:docMk/>
          <pc:sldMk cId="2112352835" sldId="380"/>
        </pc:sldMkLst>
      </pc:sldChg>
      <pc:sldChg chg="delSp modSp add mod modAnim">
        <pc:chgData name="Simone Beets" userId="5adb261a4dd6137b" providerId="LiveId" clId="{8E40C75F-2910-4AF8-AED2-E5C88E90B87F}" dt="2025-03-09T19:03:13.364" v="7048" actId="20577"/>
        <pc:sldMkLst>
          <pc:docMk/>
          <pc:sldMk cId="3520987890" sldId="381"/>
        </pc:sldMkLst>
      </pc:sldChg>
      <pc:sldChg chg="addSp delSp modSp add mod ord modAnim">
        <pc:chgData name="Simone Beets" userId="5adb261a4dd6137b" providerId="LiveId" clId="{8E40C75F-2910-4AF8-AED2-E5C88E90B87F}" dt="2025-03-09T19:06:00.115" v="7084" actId="14100"/>
        <pc:sldMkLst>
          <pc:docMk/>
          <pc:sldMk cId="1482955239" sldId="382"/>
        </pc:sldMkLst>
      </pc:sldChg>
      <pc:sldChg chg="addSp delSp modSp add mod delAnim modAnim modNotesTx">
        <pc:chgData name="Simone Beets" userId="5adb261a4dd6137b" providerId="LiveId" clId="{8E40C75F-2910-4AF8-AED2-E5C88E90B87F}" dt="2025-03-10T07:50:44.542" v="9130" actId="20577"/>
        <pc:sldMkLst>
          <pc:docMk/>
          <pc:sldMk cId="2193058390" sldId="383"/>
        </pc:sldMkLst>
      </pc:sldChg>
      <pc:sldChg chg="addSp modSp add mod ord modAnim">
        <pc:chgData name="Simone Beets" userId="5adb261a4dd6137b" providerId="LiveId" clId="{8E40C75F-2910-4AF8-AED2-E5C88E90B87F}" dt="2025-03-09T19:17:54.413" v="7391"/>
        <pc:sldMkLst>
          <pc:docMk/>
          <pc:sldMk cId="2755305679" sldId="384"/>
        </pc:sldMkLst>
      </pc:sldChg>
      <pc:sldChg chg="modSp add mod modAnim modNotesTx">
        <pc:chgData name="Simone Beets" userId="5adb261a4dd6137b" providerId="LiveId" clId="{8E40C75F-2910-4AF8-AED2-E5C88E90B87F}" dt="2025-03-09T19:18:02.248" v="7392" actId="14100"/>
        <pc:sldMkLst>
          <pc:docMk/>
          <pc:sldMk cId="3435839152" sldId="385"/>
        </pc:sldMkLst>
      </pc:sldChg>
      <pc:sldChg chg="modSp add mod modAnim modNotesTx">
        <pc:chgData name="Simone Beets" userId="5adb261a4dd6137b" providerId="LiveId" clId="{8E40C75F-2910-4AF8-AED2-E5C88E90B87F}" dt="2025-03-09T19:18:52.759" v="7449" actId="20577"/>
        <pc:sldMkLst>
          <pc:docMk/>
          <pc:sldMk cId="2665890241" sldId="386"/>
        </pc:sldMkLst>
      </pc:sldChg>
      <pc:sldChg chg="modSp add mod modAnim">
        <pc:chgData name="Simone Beets" userId="5adb261a4dd6137b" providerId="LiveId" clId="{8E40C75F-2910-4AF8-AED2-E5C88E90B87F}" dt="2025-03-09T19:28:56.451" v="7702"/>
        <pc:sldMkLst>
          <pc:docMk/>
          <pc:sldMk cId="2929070598" sldId="387"/>
        </pc:sldMkLst>
      </pc:sldChg>
      <pc:sldChg chg="delSp modSp add mod delAnim modAnim">
        <pc:chgData name="Simone Beets" userId="5adb261a4dd6137b" providerId="LiveId" clId="{8E40C75F-2910-4AF8-AED2-E5C88E90B87F}" dt="2025-03-09T19:29:31.978" v="7703"/>
        <pc:sldMkLst>
          <pc:docMk/>
          <pc:sldMk cId="3566379816" sldId="388"/>
        </pc:sldMkLst>
      </pc:sldChg>
    </pc:docChg>
  </pc:docChgLst>
  <pc:docChgLst>
    <pc:chgData name="Simone Beets" userId="5adb261a4dd6137b" providerId="LiveId" clId="{6FD60872-E12B-4E6B-8F28-919482ECC911}"/>
    <pc:docChg chg="modSld">
      <pc:chgData name="Simone Beets" userId="5adb261a4dd6137b" providerId="LiveId" clId="{6FD60872-E12B-4E6B-8F28-919482ECC911}" dt="2025-05-26T04:55:16.717" v="1" actId="14100"/>
      <pc:docMkLst>
        <pc:docMk/>
      </pc:docMkLst>
      <pc:sldChg chg="modSp">
        <pc:chgData name="Simone Beets" userId="5adb261a4dd6137b" providerId="LiveId" clId="{6FD60872-E12B-4E6B-8F28-919482ECC911}" dt="2025-05-26T04:55:16.717" v="1" actId="14100"/>
        <pc:sldMkLst>
          <pc:docMk/>
          <pc:sldMk cId="4186540622" sldId="502"/>
        </pc:sldMkLst>
        <pc:spChg chg="mod">
          <ac:chgData name="Simone Beets" userId="5adb261a4dd6137b" providerId="LiveId" clId="{6FD60872-E12B-4E6B-8F28-919482ECC911}" dt="2025-05-26T04:55:16.717" v="1" actId="14100"/>
          <ac:spMkLst>
            <pc:docMk/>
            <pc:sldMk cId="4186540622" sldId="502"/>
            <ac:spMk id="20483" creationId="{B3FF46F8-0FC4-139C-9ECA-98C5130CA053}"/>
          </ac:spMkLst>
        </pc:spChg>
      </pc:sldChg>
      <pc:sldChg chg="modSp">
        <pc:chgData name="Simone Beets" userId="5adb261a4dd6137b" providerId="LiveId" clId="{6FD60872-E12B-4E6B-8F28-919482ECC911}" dt="2025-05-26T04:55:11.693" v="0" actId="14100"/>
        <pc:sldMkLst>
          <pc:docMk/>
          <pc:sldMk cId="2828392473" sldId="503"/>
        </pc:sldMkLst>
        <pc:spChg chg="mod">
          <ac:chgData name="Simone Beets" userId="5adb261a4dd6137b" providerId="LiveId" clId="{6FD60872-E12B-4E6B-8F28-919482ECC911}" dt="2025-05-26T04:55:11.693" v="0" actId="14100"/>
          <ac:spMkLst>
            <pc:docMk/>
            <pc:sldMk cId="2828392473" sldId="503"/>
            <ac:spMk id="20483" creationId="{07597B69-456D-CCD4-FC2E-61CE4922AF62}"/>
          </ac:spMkLst>
        </pc:spChg>
      </pc:sldChg>
    </pc:docChg>
  </pc:docChgLst>
  <pc:docChgLst>
    <pc:chgData name="Simone Beets" userId="5adb261a4dd6137b" providerId="LiveId" clId="{2E605C81-788B-49FC-9EB8-A9A661C59BD6}"/>
    <pc:docChg chg="undo custSel addSld delSld modSld sldOrd">
      <pc:chgData name="Simone Beets" userId="5adb261a4dd6137b" providerId="LiveId" clId="{2E605C81-788B-49FC-9EB8-A9A661C59BD6}" dt="2025-05-26T04:41:05.918" v="1941" actId="47"/>
      <pc:docMkLst>
        <pc:docMk/>
      </pc:docMkLst>
      <pc:sldChg chg="modSp mod">
        <pc:chgData name="Simone Beets" userId="5adb261a4dd6137b" providerId="LiveId" clId="{2E605C81-788B-49FC-9EB8-A9A661C59BD6}" dt="2025-05-26T03:58:23.171" v="33" actId="20577"/>
        <pc:sldMkLst>
          <pc:docMk/>
          <pc:sldMk cId="0" sldId="271"/>
        </pc:sldMkLst>
        <pc:spChg chg="mod">
          <ac:chgData name="Simone Beets" userId="5adb261a4dd6137b" providerId="LiveId" clId="{2E605C81-788B-49FC-9EB8-A9A661C59BD6}" dt="2025-05-26T03:58:23.171" v="33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Anim">
        <pc:chgData name="Simone Beets" userId="5adb261a4dd6137b" providerId="LiveId" clId="{2E605C81-788B-49FC-9EB8-A9A661C59BD6}" dt="2025-05-26T03:59:29.421" v="106" actId="20577"/>
        <pc:sldMkLst>
          <pc:docMk/>
          <pc:sldMk cId="2049952096" sldId="340"/>
        </pc:sldMkLst>
        <pc:spChg chg="mod">
          <ac:chgData name="Simone Beets" userId="5adb261a4dd6137b" providerId="LiveId" clId="{2E605C81-788B-49FC-9EB8-A9A661C59BD6}" dt="2025-05-26T03:59:29.421" v="106" actId="20577"/>
          <ac:spMkLst>
            <pc:docMk/>
            <pc:sldMk cId="2049952096" sldId="340"/>
            <ac:spMk id="3" creationId="{5FC41105-4403-E8F4-410C-2D4F041B0E3A}"/>
          </ac:spMkLst>
        </pc:spChg>
      </pc:sldChg>
      <pc:sldChg chg="del">
        <pc:chgData name="Simone Beets" userId="5adb261a4dd6137b" providerId="LiveId" clId="{2E605C81-788B-49FC-9EB8-A9A661C59BD6}" dt="2025-05-26T04:39:01.624" v="1939" actId="47"/>
        <pc:sldMkLst>
          <pc:docMk/>
          <pc:sldMk cId="3637301509" sldId="418"/>
        </pc:sldMkLst>
      </pc:sldChg>
      <pc:sldChg chg="modNotesTx">
        <pc:chgData name="Simone Beets" userId="5adb261a4dd6137b" providerId="LiveId" clId="{2E605C81-788B-49FC-9EB8-A9A661C59BD6}" dt="2025-05-26T03:58:30.255" v="34" actId="6549"/>
        <pc:sldMkLst>
          <pc:docMk/>
          <pc:sldMk cId="244380026" sldId="442"/>
        </pc:sldMkLst>
      </pc:sldChg>
      <pc:sldChg chg="addSp delSp modSp mod ord delAnim modAnim">
        <pc:chgData name="Simone Beets" userId="5adb261a4dd6137b" providerId="LiveId" clId="{2E605C81-788B-49FC-9EB8-A9A661C59BD6}" dt="2025-05-26T04:03:42.519" v="392"/>
        <pc:sldMkLst>
          <pc:docMk/>
          <pc:sldMk cId="3254395611" sldId="445"/>
        </pc:sldMkLst>
        <pc:spChg chg="del">
          <ac:chgData name="Simone Beets" userId="5adb261a4dd6137b" providerId="LiveId" clId="{2E605C81-788B-49FC-9EB8-A9A661C59BD6}" dt="2025-05-26T04:00:59.644" v="117" actId="478"/>
          <ac:spMkLst>
            <pc:docMk/>
            <pc:sldMk cId="3254395611" sldId="445"/>
            <ac:spMk id="3" creationId="{A1070D13-36F2-A51C-7B48-01B83038CB9D}"/>
          </ac:spMkLst>
        </pc:spChg>
        <pc:spChg chg="del">
          <ac:chgData name="Simone Beets" userId="5adb261a4dd6137b" providerId="LiveId" clId="{2E605C81-788B-49FC-9EB8-A9A661C59BD6}" dt="2025-05-26T04:00:58.795" v="116" actId="478"/>
          <ac:spMkLst>
            <pc:docMk/>
            <pc:sldMk cId="3254395611" sldId="445"/>
            <ac:spMk id="4" creationId="{32416F93-0A9E-8986-F448-B36564F1D3F2}"/>
          </ac:spMkLst>
        </pc:spChg>
        <pc:spChg chg="add mod">
          <ac:chgData name="Simone Beets" userId="5adb261a4dd6137b" providerId="LiveId" clId="{2E605C81-788B-49FC-9EB8-A9A661C59BD6}" dt="2025-05-26T04:01:06.619" v="119"/>
          <ac:spMkLst>
            <pc:docMk/>
            <pc:sldMk cId="3254395611" sldId="445"/>
            <ac:spMk id="7" creationId="{F6B4B52F-E20D-8AD6-A92F-0048E4A9128D}"/>
          </ac:spMkLst>
        </pc:spChg>
        <pc:spChg chg="add mod">
          <ac:chgData name="Simone Beets" userId="5adb261a4dd6137b" providerId="LiveId" clId="{2E605C81-788B-49FC-9EB8-A9A661C59BD6}" dt="2025-05-26T04:01:12.869" v="121"/>
          <ac:spMkLst>
            <pc:docMk/>
            <pc:sldMk cId="3254395611" sldId="445"/>
            <ac:spMk id="10" creationId="{873752CE-485A-3DF5-E956-572406AB1C07}"/>
          </ac:spMkLst>
        </pc:spChg>
        <pc:spChg chg="add mod">
          <ac:chgData name="Simone Beets" userId="5adb261a4dd6137b" providerId="LiveId" clId="{2E605C81-788B-49FC-9EB8-A9A661C59BD6}" dt="2025-05-26T04:01:20.682" v="123"/>
          <ac:spMkLst>
            <pc:docMk/>
            <pc:sldMk cId="3254395611" sldId="445"/>
            <ac:spMk id="13" creationId="{7B99A8F8-F7FB-A493-4C18-399BE27A1AED}"/>
          </ac:spMkLst>
        </pc:spChg>
        <pc:spChg chg="add mod">
          <ac:chgData name="Simone Beets" userId="5adb261a4dd6137b" providerId="LiveId" clId="{2E605C81-788B-49FC-9EB8-A9A661C59BD6}" dt="2025-05-26T04:02:32.492" v="271" actId="20577"/>
          <ac:spMkLst>
            <pc:docMk/>
            <pc:sldMk cId="3254395611" sldId="445"/>
            <ac:spMk id="14" creationId="{070D1BB6-BAF8-8941-BFB9-92AD527800DC}"/>
          </ac:spMkLst>
        </pc:spChg>
        <pc:spChg chg="add mod">
          <ac:chgData name="Simone Beets" userId="5adb261a4dd6137b" providerId="LiveId" clId="{2E605C81-788B-49FC-9EB8-A9A661C59BD6}" dt="2025-05-26T04:03:13.665" v="381" actId="14100"/>
          <ac:spMkLst>
            <pc:docMk/>
            <pc:sldMk cId="3254395611" sldId="445"/>
            <ac:spMk id="15" creationId="{76CE2513-8914-4CA3-1B07-7C3F164BA346}"/>
          </ac:spMkLst>
        </pc:spChg>
        <pc:spChg chg="mod">
          <ac:chgData name="Simone Beets" userId="5adb261a4dd6137b" providerId="LiveId" clId="{2E605C81-788B-49FC-9EB8-A9A661C59BD6}" dt="2025-05-26T04:00:50.204" v="114" actId="20577"/>
          <ac:spMkLst>
            <pc:docMk/>
            <pc:sldMk cId="3254395611" sldId="445"/>
            <ac:spMk id="20482" creationId="{62A76376-C20A-74C5-AEFF-D1FCBF990F45}"/>
          </ac:spMkLst>
        </pc:spChg>
        <pc:spChg chg="mod">
          <ac:chgData name="Simone Beets" userId="5adb261a4dd6137b" providerId="LiveId" clId="{2E605C81-788B-49FC-9EB8-A9A661C59BD6}" dt="2025-05-26T04:02:10.782" v="194" actId="122"/>
          <ac:spMkLst>
            <pc:docMk/>
            <pc:sldMk cId="3254395611" sldId="445"/>
            <ac:spMk id="20483" creationId="{9BAD2B09-5AAF-5254-AC57-8E4B08C44C0A}"/>
          </ac:spMkLst>
        </pc:spChg>
        <pc:grpChg chg="add mod">
          <ac:chgData name="Simone Beets" userId="5adb261a4dd6137b" providerId="LiveId" clId="{2E605C81-788B-49FC-9EB8-A9A661C59BD6}" dt="2025-05-26T04:01:31.704" v="125" actId="1076"/>
          <ac:grpSpMkLst>
            <pc:docMk/>
            <pc:sldMk cId="3254395611" sldId="445"/>
            <ac:grpSpMk id="5" creationId="{3E368464-7D4A-0E23-B890-5E5846E5CFE7}"/>
          </ac:grpSpMkLst>
        </pc:grpChg>
        <pc:grpChg chg="add mod">
          <ac:chgData name="Simone Beets" userId="5adb261a4dd6137b" providerId="LiveId" clId="{2E605C81-788B-49FC-9EB8-A9A661C59BD6}" dt="2025-05-26T04:01:34.465" v="126" actId="1076"/>
          <ac:grpSpMkLst>
            <pc:docMk/>
            <pc:sldMk cId="3254395611" sldId="445"/>
            <ac:grpSpMk id="8" creationId="{84CE0B8A-3513-998A-E8B0-0571A4979C8F}"/>
          </ac:grpSpMkLst>
        </pc:grpChg>
        <pc:grpChg chg="add mod">
          <ac:chgData name="Simone Beets" userId="5adb261a4dd6137b" providerId="LiveId" clId="{2E605C81-788B-49FC-9EB8-A9A661C59BD6}" dt="2025-05-26T04:01:38.386" v="127" actId="1076"/>
          <ac:grpSpMkLst>
            <pc:docMk/>
            <pc:sldMk cId="3254395611" sldId="445"/>
            <ac:grpSpMk id="11" creationId="{3391F1FD-A383-6AC0-8005-339E60519D3B}"/>
          </ac:grpSpMkLst>
        </pc:grpChg>
        <pc:picChg chg="del">
          <ac:chgData name="Simone Beets" userId="5adb261a4dd6137b" providerId="LiveId" clId="{2E605C81-788B-49FC-9EB8-A9A661C59BD6}" dt="2025-05-26T04:00:55.872" v="115" actId="478"/>
          <ac:picMkLst>
            <pc:docMk/>
            <pc:sldMk cId="3254395611" sldId="445"/>
            <ac:picMk id="2" creationId="{FC37E283-161C-7AE3-1194-97C38F4AC16D}"/>
          </ac:picMkLst>
        </pc:picChg>
        <pc:picChg chg="add mod">
          <ac:chgData name="Simone Beets" userId="5adb261a4dd6137b" providerId="LiveId" clId="{2E605C81-788B-49FC-9EB8-A9A661C59BD6}" dt="2025-05-26T04:01:06.619" v="119"/>
          <ac:picMkLst>
            <pc:docMk/>
            <pc:sldMk cId="3254395611" sldId="445"/>
            <ac:picMk id="6" creationId="{A16936BA-045F-9D62-8BBC-8FA7ED8FA46A}"/>
          </ac:picMkLst>
        </pc:picChg>
        <pc:picChg chg="add mod">
          <ac:chgData name="Simone Beets" userId="5adb261a4dd6137b" providerId="LiveId" clId="{2E605C81-788B-49FC-9EB8-A9A661C59BD6}" dt="2025-05-26T04:01:12.869" v="121"/>
          <ac:picMkLst>
            <pc:docMk/>
            <pc:sldMk cId="3254395611" sldId="445"/>
            <ac:picMk id="9" creationId="{CCD59D86-3709-C72C-DE4C-1CFAA8990AD0}"/>
          </ac:picMkLst>
        </pc:picChg>
        <pc:picChg chg="add mod">
          <ac:chgData name="Simone Beets" userId="5adb261a4dd6137b" providerId="LiveId" clId="{2E605C81-788B-49FC-9EB8-A9A661C59BD6}" dt="2025-05-26T04:01:20.682" v="123"/>
          <ac:picMkLst>
            <pc:docMk/>
            <pc:sldMk cId="3254395611" sldId="445"/>
            <ac:picMk id="12" creationId="{100AF313-6825-9109-35A4-A849FCA080EF}"/>
          </ac:picMkLst>
        </pc:picChg>
      </pc:sldChg>
      <pc:sldChg chg="del">
        <pc:chgData name="Simone Beets" userId="5adb261a4dd6137b" providerId="LiveId" clId="{2E605C81-788B-49FC-9EB8-A9A661C59BD6}" dt="2025-05-26T04:38:53.342" v="1927" actId="47"/>
        <pc:sldMkLst>
          <pc:docMk/>
          <pc:sldMk cId="1574057065" sldId="466"/>
        </pc:sldMkLst>
      </pc:sldChg>
      <pc:sldChg chg="del">
        <pc:chgData name="Simone Beets" userId="5adb261a4dd6137b" providerId="LiveId" clId="{2E605C81-788B-49FC-9EB8-A9A661C59BD6}" dt="2025-05-26T04:41:05.918" v="1941" actId="47"/>
        <pc:sldMkLst>
          <pc:docMk/>
          <pc:sldMk cId="2379305927" sldId="479"/>
        </pc:sldMkLst>
      </pc:sldChg>
      <pc:sldChg chg="del">
        <pc:chgData name="Simone Beets" userId="5adb261a4dd6137b" providerId="LiveId" clId="{2E605C81-788B-49FC-9EB8-A9A661C59BD6}" dt="2025-05-26T04:38:54.194" v="1928" actId="47"/>
        <pc:sldMkLst>
          <pc:docMk/>
          <pc:sldMk cId="50033510" sldId="480"/>
        </pc:sldMkLst>
      </pc:sldChg>
      <pc:sldChg chg="del">
        <pc:chgData name="Simone Beets" userId="5adb261a4dd6137b" providerId="LiveId" clId="{2E605C81-788B-49FC-9EB8-A9A661C59BD6}" dt="2025-05-26T04:38:55.389" v="1930" actId="47"/>
        <pc:sldMkLst>
          <pc:docMk/>
          <pc:sldMk cId="1068450208" sldId="481"/>
        </pc:sldMkLst>
      </pc:sldChg>
      <pc:sldChg chg="del">
        <pc:chgData name="Simone Beets" userId="5adb261a4dd6137b" providerId="LiveId" clId="{2E605C81-788B-49FC-9EB8-A9A661C59BD6}" dt="2025-05-26T04:38:54.981" v="1929" actId="47"/>
        <pc:sldMkLst>
          <pc:docMk/>
          <pc:sldMk cId="2281522289" sldId="482"/>
        </pc:sldMkLst>
      </pc:sldChg>
      <pc:sldChg chg="del">
        <pc:chgData name="Simone Beets" userId="5adb261a4dd6137b" providerId="LiveId" clId="{2E605C81-788B-49FC-9EB8-A9A661C59BD6}" dt="2025-05-26T04:38:55.847" v="1931" actId="47"/>
        <pc:sldMkLst>
          <pc:docMk/>
          <pc:sldMk cId="2226155253" sldId="483"/>
        </pc:sldMkLst>
      </pc:sldChg>
      <pc:sldChg chg="del">
        <pc:chgData name="Simone Beets" userId="5adb261a4dd6137b" providerId="LiveId" clId="{2E605C81-788B-49FC-9EB8-A9A661C59BD6}" dt="2025-05-26T04:38:56.258" v="1932" actId="47"/>
        <pc:sldMkLst>
          <pc:docMk/>
          <pc:sldMk cId="4152693905" sldId="484"/>
        </pc:sldMkLst>
      </pc:sldChg>
      <pc:sldChg chg="del">
        <pc:chgData name="Simone Beets" userId="5adb261a4dd6137b" providerId="LiveId" clId="{2E605C81-788B-49FC-9EB8-A9A661C59BD6}" dt="2025-05-26T04:38:56.676" v="1933" actId="47"/>
        <pc:sldMkLst>
          <pc:docMk/>
          <pc:sldMk cId="2600509550" sldId="485"/>
        </pc:sldMkLst>
      </pc:sldChg>
      <pc:sldChg chg="del">
        <pc:chgData name="Simone Beets" userId="5adb261a4dd6137b" providerId="LiveId" clId="{2E605C81-788B-49FC-9EB8-A9A661C59BD6}" dt="2025-05-26T04:38:57.978" v="1935" actId="47"/>
        <pc:sldMkLst>
          <pc:docMk/>
          <pc:sldMk cId="36184238" sldId="486"/>
        </pc:sldMkLst>
      </pc:sldChg>
      <pc:sldChg chg="del">
        <pc:chgData name="Simone Beets" userId="5adb261a4dd6137b" providerId="LiveId" clId="{2E605C81-788B-49FC-9EB8-A9A661C59BD6}" dt="2025-05-26T04:38:57.254" v="1934" actId="47"/>
        <pc:sldMkLst>
          <pc:docMk/>
          <pc:sldMk cId="355148996" sldId="487"/>
        </pc:sldMkLst>
      </pc:sldChg>
      <pc:sldChg chg="del">
        <pc:chgData name="Simone Beets" userId="5adb261a4dd6137b" providerId="LiveId" clId="{2E605C81-788B-49FC-9EB8-A9A661C59BD6}" dt="2025-05-26T04:38:59.099" v="1936" actId="47"/>
        <pc:sldMkLst>
          <pc:docMk/>
          <pc:sldMk cId="2798877767" sldId="488"/>
        </pc:sldMkLst>
      </pc:sldChg>
      <pc:sldChg chg="del">
        <pc:chgData name="Simone Beets" userId="5adb261a4dd6137b" providerId="LiveId" clId="{2E605C81-788B-49FC-9EB8-A9A661C59BD6}" dt="2025-05-26T04:38:59.557" v="1937" actId="47"/>
        <pc:sldMkLst>
          <pc:docMk/>
          <pc:sldMk cId="3775108204" sldId="489"/>
        </pc:sldMkLst>
      </pc:sldChg>
      <pc:sldChg chg="del">
        <pc:chgData name="Simone Beets" userId="5adb261a4dd6137b" providerId="LiveId" clId="{2E605C81-788B-49FC-9EB8-A9A661C59BD6}" dt="2025-05-26T04:39:00.529" v="1938" actId="47"/>
        <pc:sldMkLst>
          <pc:docMk/>
          <pc:sldMk cId="4284405685" sldId="490"/>
        </pc:sldMkLst>
      </pc:sldChg>
      <pc:sldChg chg="delSp modSp add mod ord delAnim modAnim">
        <pc:chgData name="Simone Beets" userId="5adb261a4dd6137b" providerId="LiveId" clId="{2E605C81-788B-49FC-9EB8-A9A661C59BD6}" dt="2025-05-26T04:06:05.839" v="841" actId="313"/>
        <pc:sldMkLst>
          <pc:docMk/>
          <pc:sldMk cId="604304610" sldId="491"/>
        </pc:sldMkLst>
        <pc:spChg chg="del">
          <ac:chgData name="Simone Beets" userId="5adb261a4dd6137b" providerId="LiveId" clId="{2E605C81-788B-49FC-9EB8-A9A661C59BD6}" dt="2025-05-26T04:04:11.955" v="429" actId="478"/>
          <ac:spMkLst>
            <pc:docMk/>
            <pc:sldMk cId="604304610" sldId="491"/>
            <ac:spMk id="3" creationId="{F06F6B85-1A85-8740-C8E2-015F9F79B042}"/>
          </ac:spMkLst>
        </pc:spChg>
        <pc:spChg chg="del">
          <ac:chgData name="Simone Beets" userId="5adb261a4dd6137b" providerId="LiveId" clId="{2E605C81-788B-49FC-9EB8-A9A661C59BD6}" dt="2025-05-26T04:04:12.739" v="430" actId="478"/>
          <ac:spMkLst>
            <pc:docMk/>
            <pc:sldMk cId="604304610" sldId="491"/>
            <ac:spMk id="4" creationId="{14B12335-9E8B-C337-3DAA-37B9119A5D58}"/>
          </ac:spMkLst>
        </pc:spChg>
        <pc:spChg chg="mod">
          <ac:chgData name="Simone Beets" userId="5adb261a4dd6137b" providerId="LiveId" clId="{2E605C81-788B-49FC-9EB8-A9A661C59BD6}" dt="2025-05-26T04:04:06.419" v="427" actId="20577"/>
          <ac:spMkLst>
            <pc:docMk/>
            <pc:sldMk cId="604304610" sldId="491"/>
            <ac:spMk id="20482" creationId="{BB12834D-CE08-16CC-9888-6A12B39FCE8D}"/>
          </ac:spMkLst>
        </pc:spChg>
        <pc:spChg chg="mod">
          <ac:chgData name="Simone Beets" userId="5adb261a4dd6137b" providerId="LiveId" clId="{2E605C81-788B-49FC-9EB8-A9A661C59BD6}" dt="2025-05-26T04:06:05.839" v="841" actId="313"/>
          <ac:spMkLst>
            <pc:docMk/>
            <pc:sldMk cId="604304610" sldId="491"/>
            <ac:spMk id="20483" creationId="{77BA1AF0-9F48-B449-5F98-49FEEDF27A4D}"/>
          </ac:spMkLst>
        </pc:spChg>
        <pc:picChg chg="del">
          <ac:chgData name="Simone Beets" userId="5adb261a4dd6137b" providerId="LiveId" clId="{2E605C81-788B-49FC-9EB8-A9A661C59BD6}" dt="2025-05-26T04:04:09.243" v="428" actId="478"/>
          <ac:picMkLst>
            <pc:docMk/>
            <pc:sldMk cId="604304610" sldId="491"/>
            <ac:picMk id="2" creationId="{71FB9952-ABCF-8293-5ACA-7D8DC8F6B887}"/>
          </ac:picMkLst>
        </pc:picChg>
      </pc:sldChg>
      <pc:sldChg chg="add del">
        <pc:chgData name="Simone Beets" userId="5adb261a4dd6137b" providerId="LiveId" clId="{2E605C81-788B-49FC-9EB8-A9A661C59BD6}" dt="2025-05-26T04:38:52.471" v="1926" actId="47"/>
        <pc:sldMkLst>
          <pc:docMk/>
          <pc:sldMk cId="1551720354" sldId="492"/>
        </pc:sldMkLst>
      </pc:sldChg>
      <pc:sldChg chg="addSp delSp modSp add mod ord delAnim modAnim">
        <pc:chgData name="Simone Beets" userId="5adb261a4dd6137b" providerId="LiveId" clId="{2E605C81-788B-49FC-9EB8-A9A661C59BD6}" dt="2025-05-26T04:07:10.719" v="877" actId="6549"/>
        <pc:sldMkLst>
          <pc:docMk/>
          <pc:sldMk cId="4076522587" sldId="493"/>
        </pc:sldMkLst>
        <pc:spChg chg="del">
          <ac:chgData name="Simone Beets" userId="5adb261a4dd6137b" providerId="LiveId" clId="{2E605C81-788B-49FC-9EB8-A9A661C59BD6}" dt="2025-05-26T04:06:43.428" v="867" actId="478"/>
          <ac:spMkLst>
            <pc:docMk/>
            <pc:sldMk cId="4076522587" sldId="493"/>
            <ac:spMk id="3" creationId="{3A8A626C-664E-3627-ED83-BC3D1E762DE3}"/>
          </ac:spMkLst>
        </pc:spChg>
        <pc:spChg chg="del">
          <ac:chgData name="Simone Beets" userId="5adb261a4dd6137b" providerId="LiveId" clId="{2E605C81-788B-49FC-9EB8-A9A661C59BD6}" dt="2025-05-26T04:06:46.743" v="870" actId="478"/>
          <ac:spMkLst>
            <pc:docMk/>
            <pc:sldMk cId="4076522587" sldId="493"/>
            <ac:spMk id="4" creationId="{C8C1E65F-56BA-03E5-2224-4BB46836FF96}"/>
          </ac:spMkLst>
        </pc:spChg>
        <pc:spChg chg="add mod">
          <ac:chgData name="Simone Beets" userId="5adb261a4dd6137b" providerId="LiveId" clId="{2E605C81-788B-49FC-9EB8-A9A661C59BD6}" dt="2025-05-26T04:06:44.052" v="868" actId="478"/>
          <ac:spMkLst>
            <pc:docMk/>
            <pc:sldMk cId="4076522587" sldId="493"/>
            <ac:spMk id="6" creationId="{D2FFF01C-1E72-15CC-1A40-F4455A751898}"/>
          </ac:spMkLst>
        </pc:spChg>
        <pc:spChg chg="mod">
          <ac:chgData name="Simone Beets" userId="5adb261a4dd6137b" providerId="LiveId" clId="{2E605C81-788B-49FC-9EB8-A9A661C59BD6}" dt="2025-05-26T04:06:30.614" v="862" actId="20577"/>
          <ac:spMkLst>
            <pc:docMk/>
            <pc:sldMk cId="4076522587" sldId="493"/>
            <ac:spMk id="20482" creationId="{6E2B8549-F3A1-EB65-5C41-C16A0850BE45}"/>
          </ac:spMkLst>
        </pc:spChg>
        <pc:spChg chg="add del mod">
          <ac:chgData name="Simone Beets" userId="5adb261a4dd6137b" providerId="LiveId" clId="{2E605C81-788B-49FC-9EB8-A9A661C59BD6}" dt="2025-05-26T04:07:10.719" v="877" actId="6549"/>
          <ac:spMkLst>
            <pc:docMk/>
            <pc:sldMk cId="4076522587" sldId="493"/>
            <ac:spMk id="20483" creationId="{5BB14CCB-D4DC-79FE-5E32-0740D0B2E3BA}"/>
          </ac:spMkLst>
        </pc:spChg>
        <pc:picChg chg="del">
          <ac:chgData name="Simone Beets" userId="5adb261a4dd6137b" providerId="LiveId" clId="{2E605C81-788B-49FC-9EB8-A9A661C59BD6}" dt="2025-05-26T04:06:35.499" v="863" actId="478"/>
          <ac:picMkLst>
            <pc:docMk/>
            <pc:sldMk cId="4076522587" sldId="493"/>
            <ac:picMk id="2" creationId="{F1250AAA-FDA7-AA05-9154-86532BAE7AF2}"/>
          </ac:picMkLst>
        </pc:picChg>
        <pc:picChg chg="add mod">
          <ac:chgData name="Simone Beets" userId="5adb261a4dd6137b" providerId="LiveId" clId="{2E605C81-788B-49FC-9EB8-A9A661C59BD6}" dt="2025-05-26T04:06:41.584" v="866" actId="14100"/>
          <ac:picMkLst>
            <pc:docMk/>
            <pc:sldMk cId="4076522587" sldId="493"/>
            <ac:picMk id="5" creationId="{1073B28C-D58B-10FF-7897-4D0550E9E0BD}"/>
          </ac:picMkLst>
        </pc:picChg>
      </pc:sldChg>
      <pc:sldChg chg="addSp delSp modSp add mod modAnim">
        <pc:chgData name="Simone Beets" userId="5adb261a4dd6137b" providerId="LiveId" clId="{2E605C81-788B-49FC-9EB8-A9A661C59BD6}" dt="2025-05-26T04:39:54.301" v="1940" actId="478"/>
        <pc:sldMkLst>
          <pc:docMk/>
          <pc:sldMk cId="4235326373" sldId="494"/>
        </pc:sldMkLst>
        <pc:spChg chg="add del mod">
          <ac:chgData name="Simone Beets" userId="5adb261a4dd6137b" providerId="LiveId" clId="{2E605C81-788B-49FC-9EB8-A9A661C59BD6}" dt="2025-05-26T04:39:54.301" v="1940" actId="478"/>
          <ac:spMkLst>
            <pc:docMk/>
            <pc:sldMk cId="4235326373" sldId="494"/>
            <ac:spMk id="3" creationId="{22943092-6D28-8382-4392-1B1570F5F8D9}"/>
          </ac:spMkLst>
        </pc:spChg>
        <pc:spChg chg="mod">
          <ac:chgData name="Simone Beets" userId="5adb261a4dd6137b" providerId="LiveId" clId="{2E605C81-788B-49FC-9EB8-A9A661C59BD6}" dt="2025-05-26T04:07:43.169" v="884" actId="20577"/>
          <ac:spMkLst>
            <pc:docMk/>
            <pc:sldMk cId="4235326373" sldId="494"/>
            <ac:spMk id="20482" creationId="{CDB2D434-EFA5-C2E1-E0C5-A0933F8C8570}"/>
          </ac:spMkLst>
        </pc:spChg>
        <pc:spChg chg="mod">
          <ac:chgData name="Simone Beets" userId="5adb261a4dd6137b" providerId="LiveId" clId="{2E605C81-788B-49FC-9EB8-A9A661C59BD6}" dt="2025-05-26T04:09:21.167" v="1142" actId="14100"/>
          <ac:spMkLst>
            <pc:docMk/>
            <pc:sldMk cId="4235326373" sldId="494"/>
            <ac:spMk id="20483" creationId="{F179C5DA-A8B7-CF73-3629-ADF33AFD5D95}"/>
          </ac:spMkLst>
        </pc:spChg>
        <pc:picChg chg="add mod">
          <ac:chgData name="Simone Beets" userId="5adb261a4dd6137b" providerId="LiveId" clId="{2E605C81-788B-49FC-9EB8-A9A661C59BD6}" dt="2025-05-26T04:09:23.537" v="1143" actId="14100"/>
          <ac:picMkLst>
            <pc:docMk/>
            <pc:sldMk cId="4235326373" sldId="494"/>
            <ac:picMk id="2" creationId="{027E20DD-D71A-D62A-23B8-1799A8C820D2}"/>
          </ac:picMkLst>
        </pc:picChg>
        <pc:picChg chg="del">
          <ac:chgData name="Simone Beets" userId="5adb261a4dd6137b" providerId="LiveId" clId="{2E605C81-788B-49FC-9EB8-A9A661C59BD6}" dt="2025-05-26T04:07:46.532" v="885" actId="478"/>
          <ac:picMkLst>
            <pc:docMk/>
            <pc:sldMk cId="4235326373" sldId="494"/>
            <ac:picMk id="5" creationId="{6D4865A1-EFB3-F98D-F0E5-23895571F03E}"/>
          </ac:picMkLst>
        </pc:picChg>
      </pc:sldChg>
      <pc:sldChg chg="modSp add mod modAnim">
        <pc:chgData name="Simone Beets" userId="5adb261a4dd6137b" providerId="LiveId" clId="{2E605C81-788B-49FC-9EB8-A9A661C59BD6}" dt="2025-05-26T04:11:26.627" v="1467" actId="20577"/>
        <pc:sldMkLst>
          <pc:docMk/>
          <pc:sldMk cId="2450083800" sldId="495"/>
        </pc:sldMkLst>
        <pc:spChg chg="mod">
          <ac:chgData name="Simone Beets" userId="5adb261a4dd6137b" providerId="LiveId" clId="{2E605C81-788B-49FC-9EB8-A9A661C59BD6}" dt="2025-05-26T04:10:32.223" v="1280" actId="21"/>
          <ac:spMkLst>
            <pc:docMk/>
            <pc:sldMk cId="2450083800" sldId="495"/>
            <ac:spMk id="3" creationId="{2CC793AC-7D6A-5B0F-5E9F-319027DD945E}"/>
          </ac:spMkLst>
        </pc:spChg>
        <pc:spChg chg="mod">
          <ac:chgData name="Simone Beets" userId="5adb261a4dd6137b" providerId="LiveId" clId="{2E605C81-788B-49FC-9EB8-A9A661C59BD6}" dt="2025-05-26T04:11:26.627" v="1467" actId="20577"/>
          <ac:spMkLst>
            <pc:docMk/>
            <pc:sldMk cId="2450083800" sldId="495"/>
            <ac:spMk id="20483" creationId="{95057ED2-B581-B7B7-A053-CD14E5D3E5D8}"/>
          </ac:spMkLst>
        </pc:spChg>
      </pc:sldChg>
      <pc:sldChg chg="addSp delSp modSp add mod modAnim">
        <pc:chgData name="Simone Beets" userId="5adb261a4dd6137b" providerId="LiveId" clId="{2E605C81-788B-49FC-9EB8-A9A661C59BD6}" dt="2025-05-26T04:29:47.804" v="1718" actId="14100"/>
        <pc:sldMkLst>
          <pc:docMk/>
          <pc:sldMk cId="3583654222" sldId="496"/>
        </pc:sldMkLst>
        <pc:spChg chg="del">
          <ac:chgData name="Simone Beets" userId="5adb261a4dd6137b" providerId="LiveId" clId="{2E605C81-788B-49FC-9EB8-A9A661C59BD6}" dt="2025-05-26T04:12:49.084" v="1496" actId="478"/>
          <ac:spMkLst>
            <pc:docMk/>
            <pc:sldMk cId="3583654222" sldId="496"/>
            <ac:spMk id="3" creationId="{50CB27F4-1892-B818-5E74-6A583AFABCB1}"/>
          </ac:spMkLst>
        </pc:spChg>
        <pc:spChg chg="add del mod">
          <ac:chgData name="Simone Beets" userId="5adb261a4dd6137b" providerId="LiveId" clId="{2E605C81-788B-49FC-9EB8-A9A661C59BD6}" dt="2025-05-26T04:12:35.996" v="1495" actId="478"/>
          <ac:spMkLst>
            <pc:docMk/>
            <pc:sldMk cId="3583654222" sldId="496"/>
            <ac:spMk id="4" creationId="{B48247AC-953A-FA5E-3565-4101B3443870}"/>
          </ac:spMkLst>
        </pc:spChg>
        <pc:spChg chg="add del mod">
          <ac:chgData name="Simone Beets" userId="5adb261a4dd6137b" providerId="LiveId" clId="{2E605C81-788B-49FC-9EB8-A9A661C59BD6}" dt="2025-05-26T04:20:34.933" v="1631" actId="478"/>
          <ac:spMkLst>
            <pc:docMk/>
            <pc:sldMk cId="3583654222" sldId="496"/>
            <ac:spMk id="7" creationId="{8454705C-9E87-7C05-79C1-271199514510}"/>
          </ac:spMkLst>
        </pc:spChg>
        <pc:spChg chg="add del mod">
          <ac:chgData name="Simone Beets" userId="5adb261a4dd6137b" providerId="LiveId" clId="{2E605C81-788B-49FC-9EB8-A9A661C59BD6}" dt="2025-05-26T04:20:34.933" v="1631" actId="478"/>
          <ac:spMkLst>
            <pc:docMk/>
            <pc:sldMk cId="3583654222" sldId="496"/>
            <ac:spMk id="8" creationId="{9381345A-8564-66B3-5483-E68F0A6BF9FE}"/>
          </ac:spMkLst>
        </pc:spChg>
        <pc:spChg chg="add del mod">
          <ac:chgData name="Simone Beets" userId="5adb261a4dd6137b" providerId="LiveId" clId="{2E605C81-788B-49FC-9EB8-A9A661C59BD6}" dt="2025-05-26T04:20:34.933" v="1631" actId="478"/>
          <ac:spMkLst>
            <pc:docMk/>
            <pc:sldMk cId="3583654222" sldId="496"/>
            <ac:spMk id="10" creationId="{42AEC163-1A96-B713-2757-D116AE8844BA}"/>
          </ac:spMkLst>
        </pc:spChg>
        <pc:spChg chg="add del mod">
          <ac:chgData name="Simone Beets" userId="5adb261a4dd6137b" providerId="LiveId" clId="{2E605C81-788B-49FC-9EB8-A9A661C59BD6}" dt="2025-05-26T04:20:34.933" v="1631" actId="478"/>
          <ac:spMkLst>
            <pc:docMk/>
            <pc:sldMk cId="3583654222" sldId="496"/>
            <ac:spMk id="11" creationId="{EF58310C-6D56-B749-3B71-60BFB09C70FB}"/>
          </ac:spMkLst>
        </pc:spChg>
        <pc:spChg chg="add del mod">
          <ac:chgData name="Simone Beets" userId="5adb261a4dd6137b" providerId="LiveId" clId="{2E605C81-788B-49FC-9EB8-A9A661C59BD6}" dt="2025-05-26T04:20:34.933" v="1631" actId="478"/>
          <ac:spMkLst>
            <pc:docMk/>
            <pc:sldMk cId="3583654222" sldId="496"/>
            <ac:spMk id="15" creationId="{BE57A042-48C5-8899-C1FB-B95EFBEE3B68}"/>
          </ac:spMkLst>
        </pc:spChg>
        <pc:spChg chg="add mod">
          <ac:chgData name="Simone Beets" userId="5adb261a4dd6137b" providerId="LiveId" clId="{2E605C81-788B-49FC-9EB8-A9A661C59BD6}" dt="2025-05-26T04:29:47.804" v="1718" actId="14100"/>
          <ac:spMkLst>
            <pc:docMk/>
            <pc:sldMk cId="3583654222" sldId="496"/>
            <ac:spMk id="18" creationId="{DCA20791-47D4-5B78-6A71-9E7EB9B90E28}"/>
          </ac:spMkLst>
        </pc:spChg>
        <pc:spChg chg="add mod">
          <ac:chgData name="Simone Beets" userId="5adb261a4dd6137b" providerId="LiveId" clId="{2E605C81-788B-49FC-9EB8-A9A661C59BD6}" dt="2025-05-26T04:22:40.971" v="1669" actId="1037"/>
          <ac:spMkLst>
            <pc:docMk/>
            <pc:sldMk cId="3583654222" sldId="496"/>
            <ac:spMk id="19" creationId="{71E1FA74-8331-45C8-3F46-A06584A4DECA}"/>
          </ac:spMkLst>
        </pc:spChg>
        <pc:spChg chg="add mod">
          <ac:chgData name="Simone Beets" userId="5adb261a4dd6137b" providerId="LiveId" clId="{2E605C81-788B-49FC-9EB8-A9A661C59BD6}" dt="2025-05-26T04:21:36.164" v="1665" actId="1036"/>
          <ac:spMkLst>
            <pc:docMk/>
            <pc:sldMk cId="3583654222" sldId="496"/>
            <ac:spMk id="21" creationId="{6D54E16B-2504-61F2-7974-6A7B30E9C593}"/>
          </ac:spMkLst>
        </pc:spChg>
        <pc:spChg chg="add mod">
          <ac:chgData name="Simone Beets" userId="5adb261a4dd6137b" providerId="LiveId" clId="{2E605C81-788B-49FC-9EB8-A9A661C59BD6}" dt="2025-05-26T04:21:18.005" v="1656" actId="1038"/>
          <ac:spMkLst>
            <pc:docMk/>
            <pc:sldMk cId="3583654222" sldId="496"/>
            <ac:spMk id="22" creationId="{42FBCA86-68CF-3486-AAEB-179C41DCA205}"/>
          </ac:spMkLst>
        </pc:spChg>
        <pc:spChg chg="add mod">
          <ac:chgData name="Simone Beets" userId="5adb261a4dd6137b" providerId="LiveId" clId="{2E605C81-788B-49FC-9EB8-A9A661C59BD6}" dt="2025-05-26T04:29:41.377" v="1716" actId="1076"/>
          <ac:spMkLst>
            <pc:docMk/>
            <pc:sldMk cId="3583654222" sldId="496"/>
            <ac:spMk id="26" creationId="{39506A69-920F-9198-5CB1-0248A62579B8}"/>
          </ac:spMkLst>
        </pc:spChg>
        <pc:spChg chg="add mod ord">
          <ac:chgData name="Simone Beets" userId="5adb261a4dd6137b" providerId="LiveId" clId="{2E605C81-788B-49FC-9EB8-A9A661C59BD6}" dt="2025-05-26T04:21:31.756" v="1659" actId="167"/>
          <ac:spMkLst>
            <pc:docMk/>
            <pc:sldMk cId="3583654222" sldId="496"/>
            <ac:spMk id="27" creationId="{E995147C-366D-184B-B3A1-1942183CF796}"/>
          </ac:spMkLst>
        </pc:spChg>
        <pc:spChg chg="mod">
          <ac:chgData name="Simone Beets" userId="5adb261a4dd6137b" providerId="LiveId" clId="{2E605C81-788B-49FC-9EB8-A9A661C59BD6}" dt="2025-05-26T04:20:39.308" v="1634" actId="1035"/>
          <ac:spMkLst>
            <pc:docMk/>
            <pc:sldMk cId="3583654222" sldId="496"/>
            <ac:spMk id="20482" creationId="{49BBA155-BC8C-94AF-5DCB-0A7629E536D5}"/>
          </ac:spMkLst>
        </pc:spChg>
        <pc:spChg chg="del">
          <ac:chgData name="Simone Beets" userId="5adb261a4dd6137b" providerId="LiveId" clId="{2E605C81-788B-49FC-9EB8-A9A661C59BD6}" dt="2025-05-26T04:12:33.771" v="1494" actId="478"/>
          <ac:spMkLst>
            <pc:docMk/>
            <pc:sldMk cId="3583654222" sldId="496"/>
            <ac:spMk id="20483" creationId="{AFEA42D8-123F-BBF6-FE18-99B41D28C2C9}"/>
          </ac:spMkLst>
        </pc:spChg>
        <pc:picChg chg="del">
          <ac:chgData name="Simone Beets" userId="5adb261a4dd6137b" providerId="LiveId" clId="{2E605C81-788B-49FC-9EB8-A9A661C59BD6}" dt="2025-05-26T04:12:29.428" v="1493" actId="478"/>
          <ac:picMkLst>
            <pc:docMk/>
            <pc:sldMk cId="3583654222" sldId="496"/>
            <ac:picMk id="2" creationId="{4D75FC6D-7D7B-347E-0EAC-7BC4B05CE5B5}"/>
          </ac:picMkLst>
        </pc:picChg>
        <pc:picChg chg="add del mod">
          <ac:chgData name="Simone Beets" userId="5adb261a4dd6137b" providerId="LiveId" clId="{2E605C81-788B-49FC-9EB8-A9A661C59BD6}" dt="2025-05-26T04:20:34.933" v="1631" actId="478"/>
          <ac:picMkLst>
            <pc:docMk/>
            <pc:sldMk cId="3583654222" sldId="496"/>
            <ac:picMk id="5" creationId="{F8CB1DB4-BE94-7E8A-C206-A7D830B7999D}"/>
          </ac:picMkLst>
        </pc:picChg>
        <pc:picChg chg="add del mod">
          <ac:chgData name="Simone Beets" userId="5adb261a4dd6137b" providerId="LiveId" clId="{2E605C81-788B-49FC-9EB8-A9A661C59BD6}" dt="2025-05-26T04:20:34.933" v="1631" actId="478"/>
          <ac:picMkLst>
            <pc:docMk/>
            <pc:sldMk cId="3583654222" sldId="496"/>
            <ac:picMk id="6" creationId="{91AF4598-E378-6396-28D7-72AEE7307224}"/>
          </ac:picMkLst>
        </pc:picChg>
        <pc:picChg chg="add del mod">
          <ac:chgData name="Simone Beets" userId="5adb261a4dd6137b" providerId="LiveId" clId="{2E605C81-788B-49FC-9EB8-A9A661C59BD6}" dt="2025-05-26T04:20:34.933" v="1631" actId="478"/>
          <ac:picMkLst>
            <pc:docMk/>
            <pc:sldMk cId="3583654222" sldId="496"/>
            <ac:picMk id="9" creationId="{FA027791-C9AA-C8CD-08C9-8FCCE3A07C0D}"/>
          </ac:picMkLst>
        </pc:picChg>
        <pc:picChg chg="add del mod">
          <ac:chgData name="Simone Beets" userId="5adb261a4dd6137b" providerId="LiveId" clId="{2E605C81-788B-49FC-9EB8-A9A661C59BD6}" dt="2025-05-26T04:20:34.933" v="1631" actId="478"/>
          <ac:picMkLst>
            <pc:docMk/>
            <pc:sldMk cId="3583654222" sldId="496"/>
            <ac:picMk id="12" creationId="{9F6FDA9D-DB26-96BE-69C1-5367C6C18856}"/>
          </ac:picMkLst>
        </pc:picChg>
        <pc:picChg chg="add del mod">
          <ac:chgData name="Simone Beets" userId="5adb261a4dd6137b" providerId="LiveId" clId="{2E605C81-788B-49FC-9EB8-A9A661C59BD6}" dt="2025-05-26T04:20:34.933" v="1631" actId="478"/>
          <ac:picMkLst>
            <pc:docMk/>
            <pc:sldMk cId="3583654222" sldId="496"/>
            <ac:picMk id="14" creationId="{59DC4C68-0421-7C2F-ECEB-8FD4F13757FA}"/>
          </ac:picMkLst>
        </pc:picChg>
        <pc:picChg chg="add mod">
          <ac:chgData name="Simone Beets" userId="5adb261a4dd6137b" providerId="LiveId" clId="{2E605C81-788B-49FC-9EB8-A9A661C59BD6}" dt="2025-05-26T04:26:04.493" v="1682" actId="1038"/>
          <ac:picMkLst>
            <pc:docMk/>
            <pc:sldMk cId="3583654222" sldId="496"/>
            <ac:picMk id="16" creationId="{859D120B-7B65-06D4-C5C4-2DB755562805}"/>
          </ac:picMkLst>
        </pc:picChg>
        <pc:picChg chg="add mod">
          <ac:chgData name="Simone Beets" userId="5adb261a4dd6137b" providerId="LiveId" clId="{2E605C81-788B-49FC-9EB8-A9A661C59BD6}" dt="2025-05-26T04:21:18.005" v="1656" actId="1038"/>
          <ac:picMkLst>
            <pc:docMk/>
            <pc:sldMk cId="3583654222" sldId="496"/>
            <ac:picMk id="17" creationId="{87453B04-5AF1-243E-0F9F-5DF11F498EEA}"/>
          </ac:picMkLst>
        </pc:picChg>
        <pc:picChg chg="add mod">
          <ac:chgData name="Simone Beets" userId="5adb261a4dd6137b" providerId="LiveId" clId="{2E605C81-788B-49FC-9EB8-A9A661C59BD6}" dt="2025-05-26T04:26:04.493" v="1682" actId="1038"/>
          <ac:picMkLst>
            <pc:docMk/>
            <pc:sldMk cId="3583654222" sldId="496"/>
            <ac:picMk id="20" creationId="{24BA5314-4640-E488-CC00-750BE7C2A31B}"/>
          </ac:picMkLst>
        </pc:picChg>
        <pc:picChg chg="add mod">
          <ac:chgData name="Simone Beets" userId="5adb261a4dd6137b" providerId="LiveId" clId="{2E605C81-788B-49FC-9EB8-A9A661C59BD6}" dt="2025-05-26T04:24:28.669" v="1672" actId="1037"/>
          <ac:picMkLst>
            <pc:docMk/>
            <pc:sldMk cId="3583654222" sldId="496"/>
            <ac:picMk id="23" creationId="{8F2EA6D2-4492-DD68-2A4A-DB2E3A9AC82C}"/>
          </ac:picMkLst>
        </pc:picChg>
        <pc:picChg chg="mod">
          <ac:chgData name="Simone Beets" userId="5adb261a4dd6137b" providerId="LiveId" clId="{2E605C81-788B-49FC-9EB8-A9A661C59BD6}" dt="2025-05-26T04:27:25.755" v="1695" actId="1037"/>
          <ac:picMkLst>
            <pc:docMk/>
            <pc:sldMk cId="3583654222" sldId="496"/>
            <ac:picMk id="24" creationId="{54B88DF7-699B-9883-0FA3-8D8E8958E124}"/>
          </ac:picMkLst>
        </pc:picChg>
        <pc:picChg chg="add mod">
          <ac:chgData name="Simone Beets" userId="5adb261a4dd6137b" providerId="LiveId" clId="{2E605C81-788B-49FC-9EB8-A9A661C59BD6}" dt="2025-05-26T04:29:08.446" v="1712" actId="1076"/>
          <ac:picMkLst>
            <pc:docMk/>
            <pc:sldMk cId="3583654222" sldId="496"/>
            <ac:picMk id="25" creationId="{BBD236A4-67D4-4341-7F0B-4D2E85D41BD8}"/>
          </ac:picMkLst>
        </pc:picChg>
      </pc:sldChg>
      <pc:sldChg chg="addSp delSp modSp add mod ord modAnim">
        <pc:chgData name="Simone Beets" userId="5adb261a4dd6137b" providerId="LiveId" clId="{2E605C81-788B-49FC-9EB8-A9A661C59BD6}" dt="2025-05-26T04:16:35.988" v="1549" actId="14100"/>
        <pc:sldMkLst>
          <pc:docMk/>
          <pc:sldMk cId="3931386628" sldId="497"/>
        </pc:sldMkLst>
        <pc:spChg chg="add mod">
          <ac:chgData name="Simone Beets" userId="5adb261a4dd6137b" providerId="LiveId" clId="{2E605C81-788B-49FC-9EB8-A9A661C59BD6}" dt="2025-05-26T04:15:56.374" v="1543" actId="1076"/>
          <ac:spMkLst>
            <pc:docMk/>
            <pc:sldMk cId="3931386628" sldId="497"/>
            <ac:spMk id="3" creationId="{8A0CD125-E10F-CE70-5DEE-50EB08777C29}"/>
          </ac:spMkLst>
        </pc:spChg>
        <pc:spChg chg="add mod">
          <ac:chgData name="Simone Beets" userId="5adb261a4dd6137b" providerId="LiveId" clId="{2E605C81-788B-49FC-9EB8-A9A661C59BD6}" dt="2025-05-26T04:14:34.638" v="1523"/>
          <ac:spMkLst>
            <pc:docMk/>
            <pc:sldMk cId="3931386628" sldId="497"/>
            <ac:spMk id="6" creationId="{609E10DC-7755-3D6C-4141-B06BEA86C2AD}"/>
          </ac:spMkLst>
        </pc:spChg>
        <pc:spChg chg="add mod">
          <ac:chgData name="Simone Beets" userId="5adb261a4dd6137b" providerId="LiveId" clId="{2E605C81-788B-49FC-9EB8-A9A661C59BD6}" dt="2025-05-26T04:14:34.638" v="1523"/>
          <ac:spMkLst>
            <pc:docMk/>
            <pc:sldMk cId="3931386628" sldId="497"/>
            <ac:spMk id="7" creationId="{342B2461-7A00-EFC8-8EEC-B80B480F3BA7}"/>
          </ac:spMkLst>
        </pc:spChg>
        <pc:spChg chg="mod">
          <ac:chgData name="Simone Beets" userId="5adb261a4dd6137b" providerId="LiveId" clId="{2E605C81-788B-49FC-9EB8-A9A661C59BD6}" dt="2025-05-26T04:14:25.501" v="1521" actId="20577"/>
          <ac:spMkLst>
            <pc:docMk/>
            <pc:sldMk cId="3931386628" sldId="497"/>
            <ac:spMk id="20482" creationId="{E747E45E-45FA-7D38-01A9-95BC9C6C710F}"/>
          </ac:spMkLst>
        </pc:spChg>
        <pc:spChg chg="mod">
          <ac:chgData name="Simone Beets" userId="5adb261a4dd6137b" providerId="LiveId" clId="{2E605C81-788B-49FC-9EB8-A9A661C59BD6}" dt="2025-05-26T04:15:24.139" v="1535" actId="14100"/>
          <ac:spMkLst>
            <pc:docMk/>
            <pc:sldMk cId="3931386628" sldId="497"/>
            <ac:spMk id="20483" creationId="{954B21DA-2AE8-95BC-FCE6-F9991F4DFC2B}"/>
          </ac:spMkLst>
        </pc:spChg>
        <pc:grpChg chg="add mod">
          <ac:chgData name="Simone Beets" userId="5adb261a4dd6137b" providerId="LiveId" clId="{2E605C81-788B-49FC-9EB8-A9A661C59BD6}" dt="2025-05-26T04:16:35.988" v="1549" actId="14100"/>
          <ac:grpSpMkLst>
            <pc:docMk/>
            <pc:sldMk cId="3931386628" sldId="497"/>
            <ac:grpSpMk id="4" creationId="{1DDAEFC3-E5FC-33B4-7867-8F6CF9171727}"/>
          </ac:grpSpMkLst>
        </pc:grpChg>
        <pc:picChg chg="add mod">
          <ac:chgData name="Simone Beets" userId="5adb261a4dd6137b" providerId="LiveId" clId="{2E605C81-788B-49FC-9EB8-A9A661C59BD6}" dt="2025-05-26T04:14:38.249" v="1524" actId="1076"/>
          <ac:picMkLst>
            <pc:docMk/>
            <pc:sldMk cId="3931386628" sldId="497"/>
            <ac:picMk id="2" creationId="{F0FA72EC-ABF5-6FE4-1F94-09CE9D23EA1E}"/>
          </ac:picMkLst>
        </pc:picChg>
        <pc:picChg chg="del">
          <ac:chgData name="Simone Beets" userId="5adb261a4dd6137b" providerId="LiveId" clId="{2E605C81-788B-49FC-9EB8-A9A661C59BD6}" dt="2025-05-26T04:14:34.195" v="1522" actId="478"/>
          <ac:picMkLst>
            <pc:docMk/>
            <pc:sldMk cId="3931386628" sldId="497"/>
            <ac:picMk id="5" creationId="{A23B1064-C653-9FA6-1B1E-74CB9E703529}"/>
          </ac:picMkLst>
        </pc:picChg>
      </pc:sldChg>
      <pc:sldChg chg="addSp delSp modSp add mod delAnim modAnim">
        <pc:chgData name="Simone Beets" userId="5adb261a4dd6137b" providerId="LiveId" clId="{2E605C81-788B-49FC-9EB8-A9A661C59BD6}" dt="2025-05-26T04:30:49.544" v="1726" actId="208"/>
        <pc:sldMkLst>
          <pc:docMk/>
          <pc:sldMk cId="2326012150" sldId="498"/>
        </pc:sldMkLst>
        <pc:spChg chg="del">
          <ac:chgData name="Simone Beets" userId="5adb261a4dd6137b" providerId="LiveId" clId="{2E605C81-788B-49FC-9EB8-A9A661C59BD6}" dt="2025-05-26T04:17:26.316" v="1554" actId="478"/>
          <ac:spMkLst>
            <pc:docMk/>
            <pc:sldMk cId="2326012150" sldId="498"/>
            <ac:spMk id="3" creationId="{6707A9E0-0963-6B12-E6C7-21CD0BAD9132}"/>
          </ac:spMkLst>
        </pc:spChg>
        <pc:spChg chg="add del mod">
          <ac:chgData name="Simone Beets" userId="5adb261a4dd6137b" providerId="LiveId" clId="{2E605C81-788B-49FC-9EB8-A9A661C59BD6}" dt="2025-05-26T04:17:23.390" v="1552" actId="478"/>
          <ac:spMkLst>
            <pc:docMk/>
            <pc:sldMk cId="2326012150" sldId="498"/>
            <ac:spMk id="5" creationId="{26084DE3-D215-AE27-DF7B-F287ACB4EFC1}"/>
          </ac:spMkLst>
        </pc:spChg>
        <pc:spChg chg="add mod">
          <ac:chgData name="Simone Beets" userId="5adb261a4dd6137b" providerId="LiveId" clId="{2E605C81-788B-49FC-9EB8-A9A661C59BD6}" dt="2025-05-26T04:30:34.080" v="1722" actId="207"/>
          <ac:spMkLst>
            <pc:docMk/>
            <pc:sldMk cId="2326012150" sldId="498"/>
            <ac:spMk id="8" creationId="{27BDA12D-FF0E-2C3E-BF02-8F71B81EC21D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9" creationId="{34BF315B-4C9D-45E6-926D-B3CA276A420F}"/>
          </ac:spMkLst>
        </pc:spChg>
        <pc:spChg chg="add mod">
          <ac:chgData name="Simone Beets" userId="5adb261a4dd6137b" providerId="LiveId" clId="{2E605C81-788B-49FC-9EB8-A9A661C59BD6}" dt="2025-05-26T04:30:42.643" v="1725" actId="208"/>
          <ac:spMkLst>
            <pc:docMk/>
            <pc:sldMk cId="2326012150" sldId="498"/>
            <ac:spMk id="10" creationId="{E7029BEC-CFA0-5C7E-2110-E08076E13E83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11" creationId="{E3A87932-C8C3-670F-95F5-45F6EA59457D}"/>
          </ac:spMkLst>
        </pc:spChg>
        <pc:spChg chg="add mod">
          <ac:chgData name="Simone Beets" userId="5adb261a4dd6137b" providerId="LiveId" clId="{2E605C81-788B-49FC-9EB8-A9A661C59BD6}" dt="2025-05-26T04:30:49.544" v="1726" actId="208"/>
          <ac:spMkLst>
            <pc:docMk/>
            <pc:sldMk cId="2326012150" sldId="498"/>
            <ac:spMk id="13" creationId="{14F5178C-E6C8-AAD6-CD76-3743B133DDC4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14" creationId="{5027BC3C-D00D-BEF9-D37C-974A8032BF00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15" creationId="{1EA59B0F-F24D-A448-4A86-447424E81D35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16" creationId="{7068CD5E-5819-7F63-DFE7-2E64B11A06F2}"/>
          </ac:spMkLst>
        </pc:spChg>
        <pc:spChg chg="add mod">
          <ac:chgData name="Simone Beets" userId="5adb261a4dd6137b" providerId="LiveId" clId="{2E605C81-788B-49FC-9EB8-A9A661C59BD6}" dt="2025-05-26T04:18:02.399" v="1605" actId="1035"/>
          <ac:spMkLst>
            <pc:docMk/>
            <pc:sldMk cId="2326012150" sldId="498"/>
            <ac:spMk id="17" creationId="{D821F040-6107-E184-B4F3-8CAB3E2BAC07}"/>
          </ac:spMkLst>
        </pc:spChg>
        <pc:spChg chg="add mod">
          <ac:chgData name="Simone Beets" userId="5adb261a4dd6137b" providerId="LiveId" clId="{2E605C81-788B-49FC-9EB8-A9A661C59BD6}" dt="2025-05-26T04:19:08.291" v="1626" actId="1037"/>
          <ac:spMkLst>
            <pc:docMk/>
            <pc:sldMk cId="2326012150" sldId="498"/>
            <ac:spMk id="18" creationId="{00C02AE6-6EBF-B749-D354-88784F0E503F}"/>
          </ac:spMkLst>
        </pc:spChg>
        <pc:spChg chg="add mod ord">
          <ac:chgData name="Simone Beets" userId="5adb261a4dd6137b" providerId="LiveId" clId="{2E605C81-788B-49FC-9EB8-A9A661C59BD6}" dt="2025-05-26T04:20:18.643" v="1630" actId="167"/>
          <ac:spMkLst>
            <pc:docMk/>
            <pc:sldMk cId="2326012150" sldId="498"/>
            <ac:spMk id="19" creationId="{3E9CF37B-AB2A-EC36-EE5F-480D6694F416}"/>
          </ac:spMkLst>
        </pc:spChg>
        <pc:spChg chg="mod">
          <ac:chgData name="Simone Beets" userId="5adb261a4dd6137b" providerId="LiveId" clId="{2E605C81-788B-49FC-9EB8-A9A661C59BD6}" dt="2025-05-26T04:17:57.527" v="1602" actId="1035"/>
          <ac:spMkLst>
            <pc:docMk/>
            <pc:sldMk cId="2326012150" sldId="498"/>
            <ac:spMk id="20482" creationId="{20E72D05-178C-BF23-6749-B535113B839B}"/>
          </ac:spMkLst>
        </pc:spChg>
        <pc:spChg chg="del">
          <ac:chgData name="Simone Beets" userId="5adb261a4dd6137b" providerId="LiveId" clId="{2E605C81-788B-49FC-9EB8-A9A661C59BD6}" dt="2025-05-26T04:17:21.754" v="1551" actId="478"/>
          <ac:spMkLst>
            <pc:docMk/>
            <pc:sldMk cId="2326012150" sldId="498"/>
            <ac:spMk id="20483" creationId="{23177C75-9F47-16DB-2545-075DB5B39C96}"/>
          </ac:spMkLst>
        </pc:spChg>
        <pc:grpChg chg="del">
          <ac:chgData name="Simone Beets" userId="5adb261a4dd6137b" providerId="LiveId" clId="{2E605C81-788B-49FC-9EB8-A9A661C59BD6}" dt="2025-05-26T04:17:25.316" v="1553" actId="478"/>
          <ac:grpSpMkLst>
            <pc:docMk/>
            <pc:sldMk cId="2326012150" sldId="498"/>
            <ac:grpSpMk id="4" creationId="{2F318614-8A29-BCDA-977F-BAF126138E97}"/>
          </ac:grpSpMkLst>
        </pc:grpChg>
        <pc:picChg chg="del">
          <ac:chgData name="Simone Beets" userId="5adb261a4dd6137b" providerId="LiveId" clId="{2E605C81-788B-49FC-9EB8-A9A661C59BD6}" dt="2025-05-26T04:17:25.316" v="1553" actId="478"/>
          <ac:picMkLst>
            <pc:docMk/>
            <pc:sldMk cId="2326012150" sldId="498"/>
            <ac:picMk id="2" creationId="{EFBE8257-C3F2-CBA5-4170-DEDAA488C904}"/>
          </ac:picMkLst>
        </pc:picChg>
      </pc:sldChg>
      <pc:sldChg chg="addSp delSp modSp add mod ord modAnim">
        <pc:chgData name="Simone Beets" userId="5adb261a4dd6137b" providerId="LiveId" clId="{2E605C81-788B-49FC-9EB8-A9A661C59BD6}" dt="2025-05-26T04:33:32.271" v="1783" actId="114"/>
        <pc:sldMkLst>
          <pc:docMk/>
          <pc:sldMk cId="1551794753" sldId="499"/>
        </pc:sldMkLst>
        <pc:spChg chg="mod">
          <ac:chgData name="Simone Beets" userId="5adb261a4dd6137b" providerId="LiveId" clId="{2E605C81-788B-49FC-9EB8-A9A661C59BD6}" dt="2025-05-26T04:31:08.957" v="1741" actId="20577"/>
          <ac:spMkLst>
            <pc:docMk/>
            <pc:sldMk cId="1551794753" sldId="499"/>
            <ac:spMk id="20482" creationId="{89096370-B5B2-10E5-CCC1-3AC295421648}"/>
          </ac:spMkLst>
        </pc:spChg>
        <pc:spChg chg="mod">
          <ac:chgData name="Simone Beets" userId="5adb261a4dd6137b" providerId="LiveId" clId="{2E605C81-788B-49FC-9EB8-A9A661C59BD6}" dt="2025-05-26T04:33:32.271" v="1783" actId="114"/>
          <ac:spMkLst>
            <pc:docMk/>
            <pc:sldMk cId="1551794753" sldId="499"/>
            <ac:spMk id="20483" creationId="{3F6E99EB-8D74-3174-EFB5-C2101552ECCE}"/>
          </ac:spMkLst>
        </pc:spChg>
        <pc:picChg chg="del">
          <ac:chgData name="Simone Beets" userId="5adb261a4dd6137b" providerId="LiveId" clId="{2E605C81-788B-49FC-9EB8-A9A661C59BD6}" dt="2025-05-26T04:31:15.348" v="1742" actId="478"/>
          <ac:picMkLst>
            <pc:docMk/>
            <pc:sldMk cId="1551794753" sldId="499"/>
            <ac:picMk id="2" creationId="{B5F991A6-6D5F-E7F3-C200-67BAD3637C12}"/>
          </ac:picMkLst>
        </pc:picChg>
        <pc:picChg chg="add mod">
          <ac:chgData name="Simone Beets" userId="5adb261a4dd6137b" providerId="LiveId" clId="{2E605C81-788B-49FC-9EB8-A9A661C59BD6}" dt="2025-05-26T04:32:00.245" v="1759" actId="1076"/>
          <ac:picMkLst>
            <pc:docMk/>
            <pc:sldMk cId="1551794753" sldId="499"/>
            <ac:picMk id="4" creationId="{8E2F64BD-ADD4-D35B-DAF4-833D8522369F}"/>
          </ac:picMkLst>
        </pc:picChg>
        <pc:picChg chg="add mod">
          <ac:chgData name="Simone Beets" userId="5adb261a4dd6137b" providerId="LiveId" clId="{2E605C81-788B-49FC-9EB8-A9A661C59BD6}" dt="2025-05-26T04:31:53.893" v="1757" actId="1076"/>
          <ac:picMkLst>
            <pc:docMk/>
            <pc:sldMk cId="1551794753" sldId="499"/>
            <ac:picMk id="5" creationId="{E66C51C3-416E-F809-092E-37887CF179D2}"/>
          </ac:picMkLst>
        </pc:picChg>
        <pc:picChg chg="add mod">
          <ac:chgData name="Simone Beets" userId="5adb261a4dd6137b" providerId="LiveId" clId="{2E605C81-788B-49FC-9EB8-A9A661C59BD6}" dt="2025-05-26T04:31:50.465" v="1756" actId="1076"/>
          <ac:picMkLst>
            <pc:docMk/>
            <pc:sldMk cId="1551794753" sldId="499"/>
            <ac:picMk id="6" creationId="{2608EF62-87C9-F66A-D589-760109EEFC6B}"/>
          </ac:picMkLst>
        </pc:picChg>
        <pc:picChg chg="add mod">
          <ac:chgData name="Simone Beets" userId="5adb261a4dd6137b" providerId="LiveId" clId="{2E605C81-788B-49FC-9EB8-A9A661C59BD6}" dt="2025-05-26T04:31:45.613" v="1755" actId="1076"/>
          <ac:picMkLst>
            <pc:docMk/>
            <pc:sldMk cId="1551794753" sldId="499"/>
            <ac:picMk id="7" creationId="{4A09D90F-B495-77F1-A8C1-11B9670EBADC}"/>
          </ac:picMkLst>
        </pc:picChg>
      </pc:sldChg>
      <pc:sldChg chg="modSp add modAnim">
        <pc:chgData name="Simone Beets" userId="5adb261a4dd6137b" providerId="LiveId" clId="{2E605C81-788B-49FC-9EB8-A9A661C59BD6}" dt="2025-05-26T04:33:57.484" v="1801" actId="20577"/>
        <pc:sldMkLst>
          <pc:docMk/>
          <pc:sldMk cId="1773631141" sldId="500"/>
        </pc:sldMkLst>
        <pc:spChg chg="mod">
          <ac:chgData name="Simone Beets" userId="5adb261a4dd6137b" providerId="LiveId" clId="{2E605C81-788B-49FC-9EB8-A9A661C59BD6}" dt="2025-05-26T04:33:57.484" v="1801" actId="20577"/>
          <ac:spMkLst>
            <pc:docMk/>
            <pc:sldMk cId="1773631141" sldId="500"/>
            <ac:spMk id="20483" creationId="{CDF42973-AB4B-7D53-2997-082694643ED2}"/>
          </ac:spMkLst>
        </pc:spChg>
      </pc:sldChg>
      <pc:sldChg chg="addSp delSp modSp add mod delAnim modAnim">
        <pc:chgData name="Simone Beets" userId="5adb261a4dd6137b" providerId="LiveId" clId="{2E605C81-788B-49FC-9EB8-A9A661C59BD6}" dt="2025-05-26T04:36:18.910" v="1868" actId="121"/>
        <pc:sldMkLst>
          <pc:docMk/>
          <pc:sldMk cId="3348058523" sldId="501"/>
        </pc:sldMkLst>
        <pc:spChg chg="del">
          <ac:chgData name="Simone Beets" userId="5adb261a4dd6137b" providerId="LiveId" clId="{2E605C81-788B-49FC-9EB8-A9A661C59BD6}" dt="2025-05-26T04:35:22.943" v="1851" actId="478"/>
          <ac:spMkLst>
            <pc:docMk/>
            <pc:sldMk cId="3348058523" sldId="501"/>
            <ac:spMk id="3" creationId="{B4D01747-E5D2-156D-84FE-4AB995AE3C73}"/>
          </ac:spMkLst>
        </pc:spChg>
        <pc:spChg chg="add mod ord">
          <ac:chgData name="Simone Beets" userId="5adb261a4dd6137b" providerId="LiveId" clId="{2E605C81-788B-49FC-9EB8-A9A661C59BD6}" dt="2025-05-26T04:35:58.557" v="1863" actId="167"/>
          <ac:spMkLst>
            <pc:docMk/>
            <pc:sldMk cId="3348058523" sldId="501"/>
            <ac:spMk id="8" creationId="{24CC2F8C-F1CC-E172-65F8-398BB83D3C76}"/>
          </ac:spMkLst>
        </pc:spChg>
        <pc:spChg chg="add mod">
          <ac:chgData name="Simone Beets" userId="5adb261a4dd6137b" providerId="LiveId" clId="{2E605C81-788B-49FC-9EB8-A9A661C59BD6}" dt="2025-05-26T04:36:18.910" v="1868" actId="121"/>
          <ac:spMkLst>
            <pc:docMk/>
            <pc:sldMk cId="3348058523" sldId="501"/>
            <ac:spMk id="9" creationId="{9406F12C-5477-9E01-D70D-CE5AEC964764}"/>
          </ac:spMkLst>
        </pc:spChg>
        <pc:spChg chg="mod">
          <ac:chgData name="Simone Beets" userId="5adb261a4dd6137b" providerId="LiveId" clId="{2E605C81-788B-49FC-9EB8-A9A661C59BD6}" dt="2025-05-26T04:34:33.581" v="1837" actId="20577"/>
          <ac:spMkLst>
            <pc:docMk/>
            <pc:sldMk cId="3348058523" sldId="501"/>
            <ac:spMk id="20482" creationId="{2E0B7EFD-4D55-C822-714E-DF28981BFF6C}"/>
          </ac:spMkLst>
        </pc:spChg>
        <pc:spChg chg="mod">
          <ac:chgData name="Simone Beets" userId="5adb261a4dd6137b" providerId="LiveId" clId="{2E605C81-788B-49FC-9EB8-A9A661C59BD6}" dt="2025-05-26T04:36:01.164" v="1864" actId="20577"/>
          <ac:spMkLst>
            <pc:docMk/>
            <pc:sldMk cId="3348058523" sldId="501"/>
            <ac:spMk id="20483" creationId="{1D71A625-2C10-F0C1-A0B9-EAF77C4DBC1A}"/>
          </ac:spMkLst>
        </pc:spChg>
        <pc:picChg chg="add mod">
          <ac:chgData name="Simone Beets" userId="5adb261a4dd6137b" providerId="LiveId" clId="{2E605C81-788B-49FC-9EB8-A9A661C59BD6}" dt="2025-05-26T04:35:48.136" v="1861" actId="1076"/>
          <ac:picMkLst>
            <pc:docMk/>
            <pc:sldMk cId="3348058523" sldId="501"/>
            <ac:picMk id="2" creationId="{1C49165D-A9B7-9B3B-62A9-35045C3116D0}"/>
          </ac:picMkLst>
        </pc:picChg>
        <pc:picChg chg="del">
          <ac:chgData name="Simone Beets" userId="5adb261a4dd6137b" providerId="LiveId" clId="{2E605C81-788B-49FC-9EB8-A9A661C59BD6}" dt="2025-05-26T04:34:26.678" v="1824" actId="478"/>
          <ac:picMkLst>
            <pc:docMk/>
            <pc:sldMk cId="3348058523" sldId="501"/>
            <ac:picMk id="4" creationId="{AC60A816-907F-856B-7F65-5EB7E2511527}"/>
          </ac:picMkLst>
        </pc:picChg>
        <pc:picChg chg="del">
          <ac:chgData name="Simone Beets" userId="5adb261a4dd6137b" providerId="LiveId" clId="{2E605C81-788B-49FC-9EB8-A9A661C59BD6}" dt="2025-05-26T04:34:24.863" v="1823" actId="478"/>
          <ac:picMkLst>
            <pc:docMk/>
            <pc:sldMk cId="3348058523" sldId="501"/>
            <ac:picMk id="5" creationId="{CB667BE4-5E72-4222-312A-F24879EF45F6}"/>
          </ac:picMkLst>
        </pc:picChg>
        <pc:picChg chg="del">
          <ac:chgData name="Simone Beets" userId="5adb261a4dd6137b" providerId="LiveId" clId="{2E605C81-788B-49FC-9EB8-A9A661C59BD6}" dt="2025-05-26T04:34:27.509" v="1825" actId="478"/>
          <ac:picMkLst>
            <pc:docMk/>
            <pc:sldMk cId="3348058523" sldId="501"/>
            <ac:picMk id="6" creationId="{BE066870-81BD-1DB6-32BD-F81D358517B5}"/>
          </ac:picMkLst>
        </pc:picChg>
        <pc:picChg chg="del">
          <ac:chgData name="Simone Beets" userId="5adb261a4dd6137b" providerId="LiveId" clId="{2E605C81-788B-49FC-9EB8-A9A661C59BD6}" dt="2025-05-26T04:34:27.956" v="1826" actId="478"/>
          <ac:picMkLst>
            <pc:docMk/>
            <pc:sldMk cId="3348058523" sldId="501"/>
            <ac:picMk id="7" creationId="{428A790A-834C-73BF-7601-E1B986EFF31E}"/>
          </ac:picMkLst>
        </pc:picChg>
      </pc:sldChg>
      <pc:sldChg chg="addSp delSp modSp add mod delAnim modAnim">
        <pc:chgData name="Simone Beets" userId="5adb261a4dd6137b" providerId="LiveId" clId="{2E605C81-788B-49FC-9EB8-A9A661C59BD6}" dt="2025-05-26T04:37:48.091" v="1906" actId="20577"/>
        <pc:sldMkLst>
          <pc:docMk/>
          <pc:sldMk cId="4186540622" sldId="502"/>
        </pc:sldMkLst>
        <pc:spChg chg="add mod ord">
          <ac:chgData name="Simone Beets" userId="5adb261a4dd6137b" providerId="LiveId" clId="{2E605C81-788B-49FC-9EB8-A9A661C59BD6}" dt="2025-05-26T04:37:45.222" v="1905" actId="167"/>
          <ac:spMkLst>
            <pc:docMk/>
            <pc:sldMk cId="4186540622" sldId="502"/>
            <ac:spMk id="3" creationId="{DB926702-81A9-6E36-97BA-D5425056F011}"/>
          </ac:spMkLst>
        </pc:spChg>
        <pc:spChg chg="del">
          <ac:chgData name="Simone Beets" userId="5adb261a4dd6137b" providerId="LiveId" clId="{2E605C81-788B-49FC-9EB8-A9A661C59BD6}" dt="2025-05-26T04:36:51.884" v="1882" actId="478"/>
          <ac:spMkLst>
            <pc:docMk/>
            <pc:sldMk cId="4186540622" sldId="502"/>
            <ac:spMk id="8" creationId="{087D4B1A-2831-7EF6-04C2-3EEEE8C4C28F}"/>
          </ac:spMkLst>
        </pc:spChg>
        <pc:spChg chg="del">
          <ac:chgData name="Simone Beets" userId="5adb261a4dd6137b" providerId="LiveId" clId="{2E605C81-788B-49FC-9EB8-A9A661C59BD6}" dt="2025-05-26T04:36:55.934" v="1884" actId="478"/>
          <ac:spMkLst>
            <pc:docMk/>
            <pc:sldMk cId="4186540622" sldId="502"/>
            <ac:spMk id="9" creationId="{496A177D-DDB6-836B-0AC5-FCCA3A2C006E}"/>
          </ac:spMkLst>
        </pc:spChg>
        <pc:spChg chg="mod">
          <ac:chgData name="Simone Beets" userId="5adb261a4dd6137b" providerId="LiveId" clId="{2E605C81-788B-49FC-9EB8-A9A661C59BD6}" dt="2025-05-26T04:37:48.091" v="1906" actId="20577"/>
          <ac:spMkLst>
            <pc:docMk/>
            <pc:sldMk cId="4186540622" sldId="502"/>
            <ac:spMk id="20483" creationId="{B3FF46F8-0FC4-139C-9ECA-98C5130CA053}"/>
          </ac:spMkLst>
        </pc:spChg>
        <pc:picChg chg="del">
          <ac:chgData name="Simone Beets" userId="5adb261a4dd6137b" providerId="LiveId" clId="{2E605C81-788B-49FC-9EB8-A9A661C59BD6}" dt="2025-05-26T04:36:53.687" v="1883" actId="478"/>
          <ac:picMkLst>
            <pc:docMk/>
            <pc:sldMk cId="4186540622" sldId="502"/>
            <ac:picMk id="2" creationId="{6744FB78-9F05-4253-9CEE-86123237E457}"/>
          </ac:picMkLst>
        </pc:picChg>
      </pc:sldChg>
      <pc:sldChg chg="delSp modSp add mod modAnim">
        <pc:chgData name="Simone Beets" userId="5adb261a4dd6137b" providerId="LiveId" clId="{2E605C81-788B-49FC-9EB8-A9A661C59BD6}" dt="2025-05-26T04:38:26.133" v="1925" actId="478"/>
        <pc:sldMkLst>
          <pc:docMk/>
          <pc:sldMk cId="2828392473" sldId="503"/>
        </pc:sldMkLst>
        <pc:spChg chg="del">
          <ac:chgData name="Simone Beets" userId="5adb261a4dd6137b" providerId="LiveId" clId="{2E605C81-788B-49FC-9EB8-A9A661C59BD6}" dt="2025-05-26T04:38:26.133" v="1925" actId="478"/>
          <ac:spMkLst>
            <pc:docMk/>
            <pc:sldMk cId="2828392473" sldId="503"/>
            <ac:spMk id="3" creationId="{10E7602A-01A3-1F36-418D-FCF58CE3B248}"/>
          </ac:spMkLst>
        </pc:spChg>
        <pc:spChg chg="mod">
          <ac:chgData name="Simone Beets" userId="5adb261a4dd6137b" providerId="LiveId" clId="{2E605C81-788B-49FC-9EB8-A9A661C59BD6}" dt="2025-05-26T04:38:04.206" v="1922" actId="20577"/>
          <ac:spMkLst>
            <pc:docMk/>
            <pc:sldMk cId="2828392473" sldId="503"/>
            <ac:spMk id="20482" creationId="{3036F6A8-B48E-E48A-74E3-17871D70A034}"/>
          </ac:spMkLst>
        </pc:spChg>
        <pc:spChg chg="mod">
          <ac:chgData name="Simone Beets" userId="5adb261a4dd6137b" providerId="LiveId" clId="{2E605C81-788B-49FC-9EB8-A9A661C59BD6}" dt="2025-05-26T04:38:09.879" v="1924"/>
          <ac:spMkLst>
            <pc:docMk/>
            <pc:sldMk cId="2828392473" sldId="503"/>
            <ac:spMk id="20483" creationId="{07597B69-456D-CCD4-FC2E-61CE4922AF62}"/>
          </ac:spMkLst>
        </pc:spChg>
      </pc:sldChg>
    </pc:docChg>
  </pc:docChgLst>
  <pc:docChgLst>
    <pc:chgData name="Beets, Simone (Dr) (Summerstrand Campus South)" userId="a9ed24f3-f7e1-440a-a32f-a1285e0bd405" providerId="ADAL" clId="{CEA3F62B-124B-4804-A65C-17FC2CE781AB}"/>
    <pc:docChg chg="undo redo custSel addSld delSld modSld sldOrd">
      <pc:chgData name="Beets, Simone (Dr) (Summerstrand Campus South)" userId="a9ed24f3-f7e1-440a-a32f-a1285e0bd405" providerId="ADAL" clId="{CEA3F62B-124B-4804-A65C-17FC2CE781AB}" dt="2026-05-03T23:01:35.150" v="128"/>
      <pc:docMkLst>
        <pc:docMk/>
      </pc:docMkLst>
      <pc:sldChg chg="modSp mod">
        <pc:chgData name="Beets, Simone (Dr) (Summerstrand Campus South)" userId="a9ed24f3-f7e1-440a-a32f-a1285e0bd405" providerId="ADAL" clId="{CEA3F62B-124B-4804-A65C-17FC2CE781AB}" dt="2026-05-03T22:13:23.585" v="0" actId="20577"/>
        <pc:sldMkLst>
          <pc:docMk/>
          <pc:sldMk cId="0" sldId="271"/>
        </pc:sldMkLst>
        <pc:spChg chg="mod">
          <ac:chgData name="Beets, Simone (Dr) (Summerstrand Campus South)" userId="a9ed24f3-f7e1-440a-a32f-a1285e0bd405" providerId="ADAL" clId="{CEA3F62B-124B-4804-A65C-17FC2CE781AB}" dt="2026-05-03T22:13:23.585" v="0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delSp modSp add mod">
        <pc:chgData name="Beets, Simone (Dr) (Summerstrand Campus South)" userId="a9ed24f3-f7e1-440a-a32f-a1285e0bd405" providerId="ADAL" clId="{CEA3F62B-124B-4804-A65C-17FC2CE781AB}" dt="2026-05-03T22:14:37.254" v="29" actId="1037"/>
        <pc:sldMkLst>
          <pc:docMk/>
          <pc:sldMk cId="333441223" sldId="341"/>
        </pc:sldMkLst>
        <pc:spChg chg="mod">
          <ac:chgData name="Beets, Simone (Dr) (Summerstrand Campus South)" userId="a9ed24f3-f7e1-440a-a32f-a1285e0bd405" providerId="ADAL" clId="{CEA3F62B-124B-4804-A65C-17FC2CE781AB}" dt="2026-05-03T22:13:48.886" v="14" actId="20577"/>
          <ac:spMkLst>
            <pc:docMk/>
            <pc:sldMk cId="333441223" sldId="341"/>
            <ac:spMk id="8" creationId="{5C1A5F8D-5E28-431E-9C4E-F84AAEA7BB92}"/>
          </ac:spMkLst>
        </pc:spChg>
        <pc:picChg chg="del">
          <ac:chgData name="Beets, Simone (Dr) (Summerstrand Campus South)" userId="a9ed24f3-f7e1-440a-a32f-a1285e0bd405" providerId="ADAL" clId="{CEA3F62B-124B-4804-A65C-17FC2CE781AB}" dt="2026-05-03T22:14:31.725" v="21" actId="478"/>
          <ac:picMkLst>
            <pc:docMk/>
            <pc:sldMk cId="333441223" sldId="341"/>
            <ac:picMk id="3" creationId="{1520FC1D-75C1-4880-86AD-072A03327087}"/>
          </ac:picMkLst>
        </pc:picChg>
        <pc:picChg chg="add del mod">
          <ac:chgData name="Beets, Simone (Dr) (Summerstrand Campus South)" userId="a9ed24f3-f7e1-440a-a32f-a1285e0bd405" providerId="ADAL" clId="{CEA3F62B-124B-4804-A65C-17FC2CE781AB}" dt="2026-05-03T22:14:30.466" v="20" actId="21"/>
          <ac:picMkLst>
            <pc:docMk/>
            <pc:sldMk cId="333441223" sldId="341"/>
            <ac:picMk id="4" creationId="{A04325DC-B66B-4C57-A72C-52B412F581D8}"/>
          </ac:picMkLst>
        </pc:picChg>
        <pc:picChg chg="add mod">
          <ac:chgData name="Beets, Simone (Dr) (Summerstrand Campus South)" userId="a9ed24f3-f7e1-440a-a32f-a1285e0bd405" providerId="ADAL" clId="{CEA3F62B-124B-4804-A65C-17FC2CE781AB}" dt="2026-05-03T22:14:37.254" v="29" actId="1037"/>
          <ac:picMkLst>
            <pc:docMk/>
            <pc:sldMk cId="333441223" sldId="341"/>
            <ac:picMk id="9" creationId="{D5E7755C-F30D-46EB-86A9-40870BD88195}"/>
          </ac:picMkLst>
        </pc:picChg>
      </pc:sldChg>
      <pc:sldChg chg="modSp modAnim modNotesTx">
        <pc:chgData name="Beets, Simone (Dr) (Summerstrand Campus South)" userId="a9ed24f3-f7e1-440a-a32f-a1285e0bd405" providerId="ADAL" clId="{CEA3F62B-124B-4804-A65C-17FC2CE781AB}" dt="2026-05-03T22:29:00.745" v="127" actId="20577"/>
        <pc:sldMkLst>
          <pc:docMk/>
          <pc:sldMk cId="2139219120" sldId="422"/>
        </pc:sldMkLst>
        <pc:spChg chg="mod">
          <ac:chgData name="Beets, Simone (Dr) (Summerstrand Campus South)" userId="a9ed24f3-f7e1-440a-a32f-a1285e0bd405" providerId="ADAL" clId="{CEA3F62B-124B-4804-A65C-17FC2CE781AB}" dt="2026-05-03T22:24:37.882" v="83" actId="20577"/>
          <ac:spMkLst>
            <pc:docMk/>
            <pc:sldMk cId="2139219120" sldId="422"/>
            <ac:spMk id="20483" creationId="{BFE4FE40-7CAC-E367-7591-1A565BE1DADF}"/>
          </ac:spMkLst>
        </pc:spChg>
      </pc:sldChg>
      <pc:sldChg chg="del">
        <pc:chgData name="Beets, Simone (Dr) (Summerstrand Campus South)" userId="a9ed24f3-f7e1-440a-a32f-a1285e0bd405" providerId="ADAL" clId="{CEA3F62B-124B-4804-A65C-17FC2CE781AB}" dt="2026-05-03T22:13:30.955" v="1" actId="47"/>
        <pc:sldMkLst>
          <pc:docMk/>
          <pc:sldMk cId="244380026" sldId="442"/>
        </pc:sldMkLst>
      </pc:sldChg>
      <pc:sldChg chg="modSp del mod">
        <pc:chgData name="Beets, Simone (Dr) (Summerstrand Campus South)" userId="a9ed24f3-f7e1-440a-a32f-a1285e0bd405" providerId="ADAL" clId="{CEA3F62B-124B-4804-A65C-17FC2CE781AB}" dt="2026-05-03T22:27:16.416" v="118" actId="47"/>
        <pc:sldMkLst>
          <pc:docMk/>
          <pc:sldMk cId="1981732923" sldId="465"/>
        </pc:sldMkLst>
        <pc:spChg chg="mod">
          <ac:chgData name="Beets, Simone (Dr) (Summerstrand Campus South)" userId="a9ed24f3-f7e1-440a-a32f-a1285e0bd405" providerId="ADAL" clId="{CEA3F62B-124B-4804-A65C-17FC2CE781AB}" dt="2026-05-03T22:26:28.927" v="112" actId="20577"/>
          <ac:spMkLst>
            <pc:docMk/>
            <pc:sldMk cId="1981732923" sldId="465"/>
            <ac:spMk id="81923" creationId="{3837DCEC-38D1-23BC-68BE-2487E637FBD8}"/>
          </ac:spMkLst>
        </pc:spChg>
      </pc:sldChg>
      <pc:sldChg chg="del">
        <pc:chgData name="Beets, Simone (Dr) (Summerstrand Campus South)" userId="a9ed24f3-f7e1-440a-a32f-a1285e0bd405" providerId="ADAL" clId="{CEA3F62B-124B-4804-A65C-17FC2CE781AB}" dt="2026-05-03T22:15:54.141" v="33" actId="47"/>
        <pc:sldMkLst>
          <pc:docMk/>
          <pc:sldMk cId="604304610" sldId="491"/>
        </pc:sldMkLst>
      </pc:sldChg>
      <pc:sldChg chg="modAnim">
        <pc:chgData name="Beets, Simone (Dr) (Summerstrand Campus South)" userId="a9ed24f3-f7e1-440a-a32f-a1285e0bd405" providerId="ADAL" clId="{CEA3F62B-124B-4804-A65C-17FC2CE781AB}" dt="2026-05-03T23:01:35.150" v="128"/>
        <pc:sldMkLst>
          <pc:docMk/>
          <pc:sldMk cId="2828392473" sldId="503"/>
        </pc:sldMkLst>
      </pc:sldChg>
      <pc:sldChg chg="modNotesTx">
        <pc:chgData name="Beets, Simone (Dr) (Summerstrand Campus South)" userId="a9ed24f3-f7e1-440a-a32f-a1285e0bd405" providerId="ADAL" clId="{CEA3F62B-124B-4804-A65C-17FC2CE781AB}" dt="2026-05-03T22:20:12.995" v="47" actId="20577"/>
        <pc:sldMkLst>
          <pc:docMk/>
          <pc:sldMk cId="2715110445" sldId="507"/>
        </pc:sldMkLst>
      </pc:sldChg>
      <pc:sldChg chg="del">
        <pc:chgData name="Beets, Simone (Dr) (Summerstrand Campus South)" userId="a9ed24f3-f7e1-440a-a32f-a1285e0bd405" providerId="ADAL" clId="{CEA3F62B-124B-4804-A65C-17FC2CE781AB}" dt="2026-05-03T22:16:37.698" v="38" actId="47"/>
        <pc:sldMkLst>
          <pc:docMk/>
          <pc:sldMk cId="1302728266" sldId="512"/>
        </pc:sldMkLst>
      </pc:sldChg>
      <pc:sldChg chg="modSp modAnim">
        <pc:chgData name="Beets, Simone (Dr) (Summerstrand Campus South)" userId="a9ed24f3-f7e1-440a-a32f-a1285e0bd405" providerId="ADAL" clId="{CEA3F62B-124B-4804-A65C-17FC2CE781AB}" dt="2026-05-03T22:25:22.045" v="86" actId="20577"/>
        <pc:sldMkLst>
          <pc:docMk/>
          <pc:sldMk cId="3395319727" sldId="513"/>
        </pc:sldMkLst>
        <pc:spChg chg="mod">
          <ac:chgData name="Beets, Simone (Dr) (Summerstrand Campus South)" userId="a9ed24f3-f7e1-440a-a32f-a1285e0bd405" providerId="ADAL" clId="{CEA3F62B-124B-4804-A65C-17FC2CE781AB}" dt="2026-05-03T22:25:22.045" v="86" actId="20577"/>
          <ac:spMkLst>
            <pc:docMk/>
            <pc:sldMk cId="3395319727" sldId="513"/>
            <ac:spMk id="20483" creationId="{A9839F97-29B9-EF34-3912-5FFE3EA7BF28}"/>
          </ac:spMkLst>
        </pc:spChg>
      </pc:sldChg>
      <pc:sldChg chg="modNotesTx">
        <pc:chgData name="Beets, Simone (Dr) (Summerstrand Campus South)" userId="a9ed24f3-f7e1-440a-a32f-a1285e0bd405" providerId="ADAL" clId="{CEA3F62B-124B-4804-A65C-17FC2CE781AB}" dt="2026-05-03T22:27:52.270" v="120" actId="20577"/>
        <pc:sldMkLst>
          <pc:docMk/>
          <pc:sldMk cId="2819060997" sldId="515"/>
        </pc:sldMkLst>
      </pc:sldChg>
      <pc:sldChg chg="modSp mod">
        <pc:chgData name="Beets, Simone (Dr) (Summerstrand Campus South)" userId="a9ed24f3-f7e1-440a-a32f-a1285e0bd405" providerId="ADAL" clId="{CEA3F62B-124B-4804-A65C-17FC2CE781AB}" dt="2026-05-03T22:27:11.445" v="117" actId="20577"/>
        <pc:sldMkLst>
          <pc:docMk/>
          <pc:sldMk cId="4160732819" sldId="516"/>
        </pc:sldMkLst>
        <pc:spChg chg="mod">
          <ac:chgData name="Beets, Simone (Dr) (Summerstrand Campus South)" userId="a9ed24f3-f7e1-440a-a32f-a1285e0bd405" providerId="ADAL" clId="{CEA3F62B-124B-4804-A65C-17FC2CE781AB}" dt="2026-05-03T22:27:11.445" v="117" actId="20577"/>
          <ac:spMkLst>
            <pc:docMk/>
            <pc:sldMk cId="4160732819" sldId="516"/>
            <ac:spMk id="81923" creationId="{69D10517-0E06-EBA1-B94D-92224021DDB6}"/>
          </ac:spMkLst>
        </pc:spChg>
      </pc:sldChg>
      <pc:sldChg chg="addSp delSp modSp add mod ord">
        <pc:chgData name="Beets, Simone (Dr) (Summerstrand Campus South)" userId="a9ed24f3-f7e1-440a-a32f-a1285e0bd405" providerId="ADAL" clId="{CEA3F62B-124B-4804-A65C-17FC2CE781AB}" dt="2026-05-03T22:17:51.605" v="46"/>
        <pc:sldMkLst>
          <pc:docMk/>
          <pc:sldMk cId="2113661305" sldId="517"/>
        </pc:sldMkLst>
        <pc:spChg chg="mod">
          <ac:chgData name="Beets, Simone (Dr) (Summerstrand Campus South)" userId="a9ed24f3-f7e1-440a-a32f-a1285e0bd405" providerId="ADAL" clId="{CEA3F62B-124B-4804-A65C-17FC2CE781AB}" dt="2026-05-03T22:16:00.531" v="37" actId="20577"/>
          <ac:spMkLst>
            <pc:docMk/>
            <pc:sldMk cId="2113661305" sldId="517"/>
            <ac:spMk id="8" creationId="{5C1A5F8D-5E28-431E-9C4E-F84AAEA7BB92}"/>
          </ac:spMkLst>
        </pc:spChg>
        <pc:picChg chg="add del mod">
          <ac:chgData name="Beets, Simone (Dr) (Summerstrand Campus South)" userId="a9ed24f3-f7e1-440a-a32f-a1285e0bd405" providerId="ADAL" clId="{CEA3F62B-124B-4804-A65C-17FC2CE781AB}" dt="2026-05-03T22:17:49.052" v="44" actId="21"/>
          <ac:picMkLst>
            <pc:docMk/>
            <pc:sldMk cId="2113661305" sldId="517"/>
            <ac:picMk id="3" creationId="{3A263BBE-E9D2-4B08-9A43-3644684C828F}"/>
          </ac:picMkLst>
        </pc:picChg>
        <pc:picChg chg="del">
          <ac:chgData name="Beets, Simone (Dr) (Summerstrand Campus South)" userId="a9ed24f3-f7e1-440a-a32f-a1285e0bd405" providerId="ADAL" clId="{CEA3F62B-124B-4804-A65C-17FC2CE781AB}" dt="2026-05-03T22:17:50.453" v="45" actId="478"/>
          <ac:picMkLst>
            <pc:docMk/>
            <pc:sldMk cId="2113661305" sldId="517"/>
            <ac:picMk id="9" creationId="{D5E7755C-F30D-46EB-86A9-40870BD88195}"/>
          </ac:picMkLst>
        </pc:picChg>
        <pc:picChg chg="add mod">
          <ac:chgData name="Beets, Simone (Dr) (Summerstrand Campus South)" userId="a9ed24f3-f7e1-440a-a32f-a1285e0bd405" providerId="ADAL" clId="{CEA3F62B-124B-4804-A65C-17FC2CE781AB}" dt="2026-05-03T22:17:51.605" v="46"/>
          <ac:picMkLst>
            <pc:docMk/>
            <pc:sldMk cId="2113661305" sldId="517"/>
            <ac:picMk id="10" creationId="{31C49C0C-C66E-4911-B2D3-73A40BB8F140}"/>
          </ac:picMkLst>
        </pc:picChg>
      </pc:sldChg>
      <pc:sldChg chg="addSp delSp modSp add mod ord">
        <pc:chgData name="Beets, Simone (Dr) (Summerstrand Campus South)" userId="a9ed24f3-f7e1-440a-a32f-a1285e0bd405" providerId="ADAL" clId="{CEA3F62B-124B-4804-A65C-17FC2CE781AB}" dt="2026-05-03T22:24:09.586" v="58" actId="478"/>
        <pc:sldMkLst>
          <pc:docMk/>
          <pc:sldMk cId="1133134407" sldId="518"/>
        </pc:sldMkLst>
        <pc:spChg chg="mod">
          <ac:chgData name="Beets, Simone (Dr) (Summerstrand Campus South)" userId="a9ed24f3-f7e1-440a-a32f-a1285e0bd405" providerId="ADAL" clId="{CEA3F62B-124B-4804-A65C-17FC2CE781AB}" dt="2026-05-03T22:23:14.205" v="54" actId="20577"/>
          <ac:spMkLst>
            <pc:docMk/>
            <pc:sldMk cId="1133134407" sldId="518"/>
            <ac:spMk id="8" creationId="{5C1A5F8D-5E28-431E-9C4E-F84AAEA7BB92}"/>
          </ac:spMkLst>
        </pc:spChg>
        <pc:picChg chg="add mod">
          <ac:chgData name="Beets, Simone (Dr) (Summerstrand Campus South)" userId="a9ed24f3-f7e1-440a-a32f-a1285e0bd405" providerId="ADAL" clId="{CEA3F62B-124B-4804-A65C-17FC2CE781AB}" dt="2026-05-03T22:24:07.500" v="57" actId="1076"/>
          <ac:picMkLst>
            <pc:docMk/>
            <pc:sldMk cId="1133134407" sldId="518"/>
            <ac:picMk id="3" creationId="{0D1FD2F6-CD3F-46D3-8DF4-D916C60DAC9C}"/>
          </ac:picMkLst>
        </pc:picChg>
        <pc:picChg chg="del">
          <ac:chgData name="Beets, Simone (Dr) (Summerstrand Campus South)" userId="a9ed24f3-f7e1-440a-a32f-a1285e0bd405" providerId="ADAL" clId="{CEA3F62B-124B-4804-A65C-17FC2CE781AB}" dt="2026-05-03T22:24:09.586" v="58" actId="478"/>
          <ac:picMkLst>
            <pc:docMk/>
            <pc:sldMk cId="1133134407" sldId="518"/>
            <ac:picMk id="10" creationId="{31C49C0C-C66E-4911-B2D3-73A40BB8F140}"/>
          </ac:picMkLst>
        </pc:picChg>
      </pc:sldChg>
    </pc:docChg>
  </pc:docChgLst>
  <pc:docChgLst>
    <pc:chgData name="Simone Beets" userId="5adb261a4dd6137b" providerId="LiveId" clId="{5622D2CA-130E-490A-952A-3E9DD0BAA9CD}"/>
    <pc:docChg chg="undo redo custSel addSld delSld modSld sldOrd">
      <pc:chgData name="Simone Beets" userId="5adb261a4dd6137b" providerId="LiveId" clId="{5622D2CA-130E-490A-952A-3E9DD0BAA9CD}" dt="2025-03-03T07:56:46.227" v="6019" actId="20577"/>
      <pc:docMkLst>
        <pc:docMk/>
      </pc:docMkLst>
      <pc:sldChg chg="modSp mod ord modAnim">
        <pc:chgData name="Simone Beets" userId="5adb261a4dd6137b" providerId="LiveId" clId="{5622D2CA-130E-490A-952A-3E9DD0BAA9CD}" dt="2025-03-02T10:50:17.022" v="5505"/>
        <pc:sldMkLst>
          <pc:docMk/>
          <pc:sldMk cId="0" sldId="257"/>
        </pc:sldMkLst>
      </pc:sldChg>
      <pc:sldChg chg="modSp mod">
        <pc:chgData name="Simone Beets" userId="5adb261a4dd6137b" providerId="LiveId" clId="{5622D2CA-130E-490A-952A-3E9DD0BAA9CD}" dt="2025-03-02T07:20:58.435" v="18" actId="20577"/>
        <pc:sldMkLst>
          <pc:docMk/>
          <pc:sldMk cId="0" sldId="271"/>
        </pc:sldMkLst>
        <pc:spChg chg="mod">
          <ac:chgData name="Simone Beets" userId="5adb261a4dd6137b" providerId="LiveId" clId="{5622D2CA-130E-490A-952A-3E9DD0BAA9CD}" dt="2025-03-02T07:20:58.435" v="18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5622D2CA-130E-490A-952A-3E9DD0BAA9CD}" dt="2025-03-02T10:16:12.549" v="4819" actId="47"/>
        <pc:sldMkLst>
          <pc:docMk/>
          <pc:sldMk cId="0" sldId="274"/>
        </pc:sldMkLst>
      </pc:sldChg>
      <pc:sldChg chg="del">
        <pc:chgData name="Simone Beets" userId="5adb261a4dd6137b" providerId="LiveId" clId="{5622D2CA-130E-490A-952A-3E9DD0BAA9CD}" dt="2025-03-02T10:16:20.630" v="4824" actId="47"/>
        <pc:sldMkLst>
          <pc:docMk/>
          <pc:sldMk cId="0" sldId="276"/>
        </pc:sldMkLst>
      </pc:sldChg>
      <pc:sldChg chg="del">
        <pc:chgData name="Simone Beets" userId="5adb261a4dd6137b" providerId="LiveId" clId="{5622D2CA-130E-490A-952A-3E9DD0BAA9CD}" dt="2025-03-02T10:16:21.770" v="4825" actId="47"/>
        <pc:sldMkLst>
          <pc:docMk/>
          <pc:sldMk cId="0" sldId="277"/>
        </pc:sldMkLst>
      </pc:sldChg>
      <pc:sldChg chg="delSp modSp mod">
        <pc:chgData name="Simone Beets" userId="5adb261a4dd6137b" providerId="LiveId" clId="{5622D2CA-130E-490A-952A-3E9DD0BAA9CD}" dt="2025-03-03T06:45:08.386" v="5654" actId="20577"/>
        <pc:sldMkLst>
          <pc:docMk/>
          <pc:sldMk cId="0" sldId="321"/>
        </pc:sldMkLst>
      </pc:sldChg>
      <pc:sldChg chg="modNotesTx">
        <pc:chgData name="Simone Beets" userId="5adb261a4dd6137b" providerId="LiveId" clId="{5622D2CA-130E-490A-952A-3E9DD0BAA9CD}" dt="2025-03-03T07:56:46.227" v="6019" actId="20577"/>
        <pc:sldMkLst>
          <pc:docMk/>
          <pc:sldMk cId="465305782" sldId="323"/>
        </pc:sldMkLst>
      </pc:sldChg>
      <pc:sldChg chg="addSp delSp modSp mod modNotesTx">
        <pc:chgData name="Simone Beets" userId="5adb261a4dd6137b" providerId="LiveId" clId="{5622D2CA-130E-490A-952A-3E9DD0BAA9CD}" dt="2025-03-02T10:19:31.737" v="4921" actId="20577"/>
        <pc:sldMkLst>
          <pc:docMk/>
          <pc:sldMk cId="2369434495" sldId="324"/>
        </pc:sldMkLst>
      </pc:sldChg>
      <pc:sldChg chg="delSp modSp mod ord delAnim modAnim modNotesTx">
        <pc:chgData name="Simone Beets" userId="5adb261a4dd6137b" providerId="LiveId" clId="{5622D2CA-130E-490A-952A-3E9DD0BAA9CD}" dt="2025-03-02T10:52:45.737" v="5524"/>
        <pc:sldMkLst>
          <pc:docMk/>
          <pc:sldMk cId="1526733309" sldId="325"/>
        </pc:sldMkLst>
      </pc:sldChg>
      <pc:sldChg chg="addSp modSp mod ord modNotesTx">
        <pc:chgData name="Simone Beets" userId="5adb261a4dd6137b" providerId="LiveId" clId="{5622D2CA-130E-490A-952A-3E9DD0BAA9CD}" dt="2025-03-02T08:40:56.383" v="2189"/>
        <pc:sldMkLst>
          <pc:docMk/>
          <pc:sldMk cId="4035415485" sldId="326"/>
        </pc:sldMkLst>
      </pc:sldChg>
      <pc:sldChg chg="del">
        <pc:chgData name="Simone Beets" userId="5adb261a4dd6137b" providerId="LiveId" clId="{5622D2CA-130E-490A-952A-3E9DD0BAA9CD}" dt="2025-03-02T10:16:01.270" v="4812" actId="47"/>
        <pc:sldMkLst>
          <pc:docMk/>
          <pc:sldMk cId="349174243" sldId="327"/>
        </pc:sldMkLst>
      </pc:sldChg>
      <pc:sldChg chg="del">
        <pc:chgData name="Simone Beets" userId="5adb261a4dd6137b" providerId="LiveId" clId="{5622D2CA-130E-490A-952A-3E9DD0BAA9CD}" dt="2025-03-02T10:16:02.434" v="4813" actId="47"/>
        <pc:sldMkLst>
          <pc:docMk/>
          <pc:sldMk cId="1334398919" sldId="328"/>
        </pc:sldMkLst>
      </pc:sldChg>
      <pc:sldChg chg="del">
        <pc:chgData name="Simone Beets" userId="5adb261a4dd6137b" providerId="LiveId" clId="{5622D2CA-130E-490A-952A-3E9DD0BAA9CD}" dt="2025-03-02T10:16:03.984" v="4814" actId="47"/>
        <pc:sldMkLst>
          <pc:docMk/>
          <pc:sldMk cId="3603584948" sldId="329"/>
        </pc:sldMkLst>
      </pc:sldChg>
      <pc:sldChg chg="del">
        <pc:chgData name="Simone Beets" userId="5adb261a4dd6137b" providerId="LiveId" clId="{5622D2CA-130E-490A-952A-3E9DD0BAA9CD}" dt="2025-03-02T10:16:04.681" v="4815" actId="47"/>
        <pc:sldMkLst>
          <pc:docMk/>
          <pc:sldMk cId="853854565" sldId="330"/>
        </pc:sldMkLst>
      </pc:sldChg>
      <pc:sldChg chg="del">
        <pc:chgData name="Simone Beets" userId="5adb261a4dd6137b" providerId="LiveId" clId="{5622D2CA-130E-490A-952A-3E9DD0BAA9CD}" dt="2025-03-02T10:16:05.318" v="4816" actId="47"/>
        <pc:sldMkLst>
          <pc:docMk/>
          <pc:sldMk cId="3484037023" sldId="331"/>
        </pc:sldMkLst>
      </pc:sldChg>
      <pc:sldChg chg="del">
        <pc:chgData name="Simone Beets" userId="5adb261a4dd6137b" providerId="LiveId" clId="{5622D2CA-130E-490A-952A-3E9DD0BAA9CD}" dt="2025-03-02T10:16:06.288" v="4817" actId="47"/>
        <pc:sldMkLst>
          <pc:docMk/>
          <pc:sldMk cId="3083429794" sldId="332"/>
        </pc:sldMkLst>
      </pc:sldChg>
      <pc:sldChg chg="del">
        <pc:chgData name="Simone Beets" userId="5adb261a4dd6137b" providerId="LiveId" clId="{5622D2CA-130E-490A-952A-3E9DD0BAA9CD}" dt="2025-03-02T10:16:07.165" v="4818" actId="47"/>
        <pc:sldMkLst>
          <pc:docMk/>
          <pc:sldMk cId="911306211" sldId="333"/>
        </pc:sldMkLst>
      </pc:sldChg>
      <pc:sldChg chg="del">
        <pc:chgData name="Simone Beets" userId="5adb261a4dd6137b" providerId="LiveId" clId="{5622D2CA-130E-490A-952A-3E9DD0BAA9CD}" dt="2025-03-02T10:16:14.324" v="4820" actId="47"/>
        <pc:sldMkLst>
          <pc:docMk/>
          <pc:sldMk cId="1550497282" sldId="335"/>
        </pc:sldMkLst>
      </pc:sldChg>
      <pc:sldChg chg="del">
        <pc:chgData name="Simone Beets" userId="5adb261a4dd6137b" providerId="LiveId" clId="{5622D2CA-130E-490A-952A-3E9DD0BAA9CD}" dt="2025-03-02T10:16:15.460" v="4821" actId="47"/>
        <pc:sldMkLst>
          <pc:docMk/>
          <pc:sldMk cId="2128091170" sldId="336"/>
        </pc:sldMkLst>
      </pc:sldChg>
      <pc:sldChg chg="del">
        <pc:chgData name="Simone Beets" userId="5adb261a4dd6137b" providerId="LiveId" clId="{5622D2CA-130E-490A-952A-3E9DD0BAA9CD}" dt="2025-03-02T10:16:16.428" v="4822" actId="47"/>
        <pc:sldMkLst>
          <pc:docMk/>
          <pc:sldMk cId="3352296232" sldId="337"/>
        </pc:sldMkLst>
      </pc:sldChg>
      <pc:sldChg chg="del">
        <pc:chgData name="Simone Beets" userId="5adb261a4dd6137b" providerId="LiveId" clId="{5622D2CA-130E-490A-952A-3E9DD0BAA9CD}" dt="2025-03-02T10:16:17.304" v="4823" actId="47"/>
        <pc:sldMkLst>
          <pc:docMk/>
          <pc:sldMk cId="2679042903" sldId="338"/>
        </pc:sldMkLst>
      </pc:sldChg>
      <pc:sldChg chg="addSp modSp add mod modAnim modNotesTx">
        <pc:chgData name="Simone Beets" userId="5adb261a4dd6137b" providerId="LiveId" clId="{5622D2CA-130E-490A-952A-3E9DD0BAA9CD}" dt="2025-03-03T05:50:57.208" v="5650" actId="12"/>
        <pc:sldMkLst>
          <pc:docMk/>
          <pc:sldMk cId="1762635146" sldId="339"/>
        </pc:sldMkLst>
      </pc:sldChg>
      <pc:sldChg chg="addSp delSp modSp add mod modAnim modNotesTx">
        <pc:chgData name="Simone Beets" userId="5adb261a4dd6137b" providerId="LiveId" clId="{5622D2CA-130E-490A-952A-3E9DD0BAA9CD}" dt="2025-03-02T08:01:59.787" v="888"/>
        <pc:sldMkLst>
          <pc:docMk/>
          <pc:sldMk cId="2049952096" sldId="340"/>
        </pc:sldMkLst>
      </pc:sldChg>
      <pc:sldChg chg="modSp add mod ord modNotesTx">
        <pc:chgData name="Simone Beets" userId="5adb261a4dd6137b" providerId="LiveId" clId="{5622D2CA-130E-490A-952A-3E9DD0BAA9CD}" dt="2025-03-02T10:21:09.838" v="4922" actId="20577"/>
        <pc:sldMkLst>
          <pc:docMk/>
          <pc:sldMk cId="2150004531" sldId="341"/>
        </pc:sldMkLst>
      </pc:sldChg>
      <pc:sldChg chg="addSp delSp modSp add del mod">
        <pc:chgData name="Simone Beets" userId="5adb261a4dd6137b" providerId="LiveId" clId="{5622D2CA-130E-490A-952A-3E9DD0BAA9CD}" dt="2025-03-02T09:38:41.224" v="4233" actId="2696"/>
        <pc:sldMkLst>
          <pc:docMk/>
          <pc:sldMk cId="2276303544" sldId="342"/>
        </pc:sldMkLst>
      </pc:sldChg>
      <pc:sldChg chg="add del">
        <pc:chgData name="Simone Beets" userId="5adb261a4dd6137b" providerId="LiveId" clId="{5622D2CA-130E-490A-952A-3E9DD0BAA9CD}" dt="2025-03-02T08:15:09.380" v="1030" actId="2890"/>
        <pc:sldMkLst>
          <pc:docMk/>
          <pc:sldMk cId="2719054179" sldId="342"/>
        </pc:sldMkLst>
      </pc:sldChg>
      <pc:sldChg chg="addSp delSp modSp add mod ord modAnim modNotesTx">
        <pc:chgData name="Simone Beets" userId="5adb261a4dd6137b" providerId="LiveId" clId="{5622D2CA-130E-490A-952A-3E9DD0BAA9CD}" dt="2025-03-02T08:42:07.677" v="2196" actId="1076"/>
        <pc:sldMkLst>
          <pc:docMk/>
          <pc:sldMk cId="4071039046" sldId="343"/>
        </pc:sldMkLst>
      </pc:sldChg>
      <pc:sldChg chg="add del">
        <pc:chgData name="Simone Beets" userId="5adb261a4dd6137b" providerId="LiveId" clId="{5622D2CA-130E-490A-952A-3E9DD0BAA9CD}" dt="2025-03-02T10:15:58.156" v="4810" actId="2696"/>
        <pc:sldMkLst>
          <pc:docMk/>
          <pc:sldMk cId="1942782805" sldId="344"/>
        </pc:sldMkLst>
      </pc:sldChg>
      <pc:sldChg chg="addSp delSp modSp add mod ord modAnim modNotesTx">
        <pc:chgData name="Simone Beets" userId="5adb261a4dd6137b" providerId="LiveId" clId="{5622D2CA-130E-490A-952A-3E9DD0BAA9CD}" dt="2025-03-02T08:59:53.573" v="3251" actId="20577"/>
        <pc:sldMkLst>
          <pc:docMk/>
          <pc:sldMk cId="2320920587" sldId="345"/>
        </pc:sldMkLst>
      </pc:sldChg>
      <pc:sldChg chg="modSp add mod ord modAnim modNotesTx">
        <pc:chgData name="Simone Beets" userId="5adb261a4dd6137b" providerId="LiveId" clId="{5622D2CA-130E-490A-952A-3E9DD0BAA9CD}" dt="2025-03-02T10:50:35.501" v="5506"/>
        <pc:sldMkLst>
          <pc:docMk/>
          <pc:sldMk cId="4249415124" sldId="346"/>
        </pc:sldMkLst>
      </pc:sldChg>
      <pc:sldChg chg="modSp add del mod">
        <pc:chgData name="Simone Beets" userId="5adb261a4dd6137b" providerId="LiveId" clId="{5622D2CA-130E-490A-952A-3E9DD0BAA9CD}" dt="2025-03-02T09:04:54.025" v="3321" actId="47"/>
        <pc:sldMkLst>
          <pc:docMk/>
          <pc:sldMk cId="2658726820" sldId="347"/>
        </pc:sldMkLst>
      </pc:sldChg>
      <pc:sldChg chg="modSp add mod modAnim">
        <pc:chgData name="Simone Beets" userId="5adb261a4dd6137b" providerId="LiveId" clId="{5622D2CA-130E-490A-952A-3E9DD0BAA9CD}" dt="2025-03-02T10:50:43.962" v="5507"/>
        <pc:sldMkLst>
          <pc:docMk/>
          <pc:sldMk cId="4247069512" sldId="348"/>
        </pc:sldMkLst>
      </pc:sldChg>
      <pc:sldChg chg="addSp modSp add mod modAnim modNotesTx">
        <pc:chgData name="Simone Beets" userId="5adb261a4dd6137b" providerId="LiveId" clId="{5622D2CA-130E-490A-952A-3E9DD0BAA9CD}" dt="2025-03-02T10:54:41.041" v="5529"/>
        <pc:sldMkLst>
          <pc:docMk/>
          <pc:sldMk cId="2920933396" sldId="349"/>
        </pc:sldMkLst>
      </pc:sldChg>
      <pc:sldChg chg="addSp delSp modSp add mod delAnim modAnim modNotesTx">
        <pc:chgData name="Simone Beets" userId="5adb261a4dd6137b" providerId="LiveId" clId="{5622D2CA-130E-490A-952A-3E9DD0BAA9CD}" dt="2025-03-02T10:55:28.053" v="5532"/>
        <pc:sldMkLst>
          <pc:docMk/>
          <pc:sldMk cId="4172721415" sldId="350"/>
        </pc:sldMkLst>
      </pc:sldChg>
      <pc:sldChg chg="addSp delSp modSp add mod modAnim">
        <pc:chgData name="Simone Beets" userId="5adb261a4dd6137b" providerId="LiveId" clId="{5622D2CA-130E-490A-952A-3E9DD0BAA9CD}" dt="2025-03-02T10:56:00.022" v="5533" actId="6549"/>
        <pc:sldMkLst>
          <pc:docMk/>
          <pc:sldMk cId="3808169131" sldId="351"/>
        </pc:sldMkLst>
      </pc:sldChg>
      <pc:sldChg chg="addSp delSp modSp add mod ord addAnim delAnim modAnim modNotesTx">
        <pc:chgData name="Simone Beets" userId="5adb261a4dd6137b" providerId="LiveId" clId="{5622D2CA-130E-490A-952A-3E9DD0BAA9CD}" dt="2025-03-02T09:37:42.894" v="4231" actId="20577"/>
        <pc:sldMkLst>
          <pc:docMk/>
          <pc:sldMk cId="583071382" sldId="352"/>
        </pc:sldMkLst>
      </pc:sldChg>
      <pc:sldChg chg="add del">
        <pc:chgData name="Simone Beets" userId="5adb261a4dd6137b" providerId="LiveId" clId="{5622D2CA-130E-490A-952A-3E9DD0BAA9CD}" dt="2025-03-02T10:15:59.877" v="4811" actId="47"/>
        <pc:sldMkLst>
          <pc:docMk/>
          <pc:sldMk cId="282828493" sldId="353"/>
        </pc:sldMkLst>
      </pc:sldChg>
      <pc:sldChg chg="add del ord">
        <pc:chgData name="Simone Beets" userId="5adb261a4dd6137b" providerId="LiveId" clId="{5622D2CA-130E-490A-952A-3E9DD0BAA9CD}" dt="2025-03-02T09:38:36.357" v="4232" actId="2696"/>
        <pc:sldMkLst>
          <pc:docMk/>
          <pc:sldMk cId="3330617832" sldId="353"/>
        </pc:sldMkLst>
      </pc:sldChg>
      <pc:sldChg chg="modSp add mod modNotesTx">
        <pc:chgData name="Simone Beets" userId="5adb261a4dd6137b" providerId="LiveId" clId="{5622D2CA-130E-490A-952A-3E9DD0BAA9CD}" dt="2025-03-02T10:31:06.831" v="5086" actId="6549"/>
        <pc:sldMkLst>
          <pc:docMk/>
          <pc:sldMk cId="2567004572" sldId="354"/>
        </pc:sldMkLst>
      </pc:sldChg>
      <pc:sldChg chg="addSp delSp modSp add mod ord delAnim modAnim modNotesTx">
        <pc:chgData name="Simone Beets" userId="5adb261a4dd6137b" providerId="LiveId" clId="{5622D2CA-130E-490A-952A-3E9DD0BAA9CD}" dt="2025-03-03T06:07:38.982" v="5651" actId="6549"/>
        <pc:sldMkLst>
          <pc:docMk/>
          <pc:sldMk cId="1094026494" sldId="355"/>
        </pc:sldMkLst>
      </pc:sldChg>
      <pc:sldChg chg="addSp delSp modSp add del mod ord delAnim modAnim">
        <pc:chgData name="Simone Beets" userId="5adb261a4dd6137b" providerId="LiveId" clId="{5622D2CA-130E-490A-952A-3E9DD0BAA9CD}" dt="2025-03-02T09:56:51.297" v="4506" actId="2696"/>
        <pc:sldMkLst>
          <pc:docMk/>
          <pc:sldMk cId="3434173093" sldId="356"/>
        </pc:sldMkLst>
      </pc:sldChg>
      <pc:sldChg chg="addSp delSp modSp add mod delAnim modAnim">
        <pc:chgData name="Simone Beets" userId="5adb261a4dd6137b" providerId="LiveId" clId="{5622D2CA-130E-490A-952A-3E9DD0BAA9CD}" dt="2025-03-02T10:33:17.815" v="5119" actId="20577"/>
        <pc:sldMkLst>
          <pc:docMk/>
          <pc:sldMk cId="3907085252" sldId="357"/>
        </pc:sldMkLst>
      </pc:sldChg>
      <pc:sldChg chg="delSp modSp add mod ord delAnim modAnim modNotesTx">
        <pc:chgData name="Simone Beets" userId="5adb261a4dd6137b" providerId="LiveId" clId="{5622D2CA-130E-490A-952A-3E9DD0BAA9CD}" dt="2025-03-02T10:52:55.564" v="5525"/>
        <pc:sldMkLst>
          <pc:docMk/>
          <pc:sldMk cId="1528914622" sldId="358"/>
        </pc:sldMkLst>
      </pc:sldChg>
      <pc:sldChg chg="add del">
        <pc:chgData name="Simone Beets" userId="5adb261a4dd6137b" providerId="LiveId" clId="{5622D2CA-130E-490A-952A-3E9DD0BAA9CD}" dt="2025-03-02T10:01:01.787" v="4565" actId="47"/>
        <pc:sldMkLst>
          <pc:docMk/>
          <pc:sldMk cId="1544276434" sldId="358"/>
        </pc:sldMkLst>
      </pc:sldChg>
      <pc:sldChg chg="addSp delSp modSp add mod delAnim modAnim modNotesTx">
        <pc:chgData name="Simone Beets" userId="5adb261a4dd6137b" providerId="LiveId" clId="{5622D2CA-130E-490A-952A-3E9DD0BAA9CD}" dt="2025-03-02T10:48:22.059" v="5503" actId="1036"/>
        <pc:sldMkLst>
          <pc:docMk/>
          <pc:sldMk cId="4062962358" sldId="359"/>
        </pc:sldMkLst>
      </pc:sldChg>
      <pc:sldChg chg="modSp add mod ord modAnim modNotesTx">
        <pc:chgData name="Simone Beets" userId="5adb261a4dd6137b" providerId="LiveId" clId="{5622D2CA-130E-490A-952A-3E9DD0BAA9CD}" dt="2025-03-02T10:53:04.710" v="5526"/>
        <pc:sldMkLst>
          <pc:docMk/>
          <pc:sldMk cId="1615067123" sldId="360"/>
        </pc:sldMkLst>
      </pc:sldChg>
      <pc:sldChg chg="addSp modSp add mod modAnim modNotesTx">
        <pc:chgData name="Simone Beets" userId="5adb261a4dd6137b" providerId="LiveId" clId="{5622D2CA-130E-490A-952A-3E9DD0BAA9CD}" dt="2025-03-02T10:14:53.273" v="4762" actId="6549"/>
        <pc:sldMkLst>
          <pc:docMk/>
          <pc:sldMk cId="2854956525" sldId="361"/>
        </pc:sldMkLst>
      </pc:sldChg>
      <pc:sldChg chg="modSp add mod ord modNotesTx">
        <pc:chgData name="Simone Beets" userId="5adb261a4dd6137b" providerId="LiveId" clId="{5622D2CA-130E-490A-952A-3E9DD0BAA9CD}" dt="2025-03-02T11:08:21.324" v="5648" actId="20577"/>
        <pc:sldMkLst>
          <pc:docMk/>
          <pc:sldMk cId="2845008166" sldId="362"/>
        </pc:sldMkLst>
      </pc:sldChg>
      <pc:sldChg chg="addSp delSp modSp add mod modAnim">
        <pc:chgData name="Simone Beets" userId="5adb261a4dd6137b" providerId="LiveId" clId="{5622D2CA-130E-490A-952A-3E9DD0BAA9CD}" dt="2025-03-02T10:32:12.287" v="5116" actId="1076"/>
        <pc:sldMkLst>
          <pc:docMk/>
          <pc:sldMk cId="2331509468" sldId="363"/>
        </pc:sldMkLst>
      </pc:sldChg>
    </pc:docChg>
  </pc:docChgLst>
  <pc:docChgLst>
    <pc:chgData name="Simone Beets" userId="5adb261a4dd6137b" providerId="LiveId" clId="{73E76A6F-86C1-47C7-88F2-1E4EF9849B9F}"/>
    <pc:docChg chg="undo custSel addSld delSld modSld sldOrd">
      <pc:chgData name="Simone Beets" userId="5adb261a4dd6137b" providerId="LiveId" clId="{73E76A6F-86C1-47C7-88F2-1E4EF9849B9F}" dt="2025-05-19T05:03:50.929" v="1085" actId="14100"/>
      <pc:docMkLst>
        <pc:docMk/>
      </pc:docMkLst>
      <pc:sldChg chg="modSp mod modNotesTx">
        <pc:chgData name="Simone Beets" userId="5adb261a4dd6137b" providerId="LiveId" clId="{73E76A6F-86C1-47C7-88F2-1E4EF9849B9F}" dt="2025-05-19T04:15:57.318" v="56" actId="6549"/>
        <pc:sldMkLst>
          <pc:docMk/>
          <pc:sldMk cId="0" sldId="271"/>
        </pc:sldMkLst>
        <pc:spChg chg="mod">
          <ac:chgData name="Simone Beets" userId="5adb261a4dd6137b" providerId="LiveId" clId="{73E76A6F-86C1-47C7-88F2-1E4EF9849B9F}" dt="2025-05-19T04:15:53.949" v="55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 ord modAnim">
        <pc:chgData name="Simone Beets" userId="5adb261a4dd6137b" providerId="LiveId" clId="{73E76A6F-86C1-47C7-88F2-1E4EF9849B9F}" dt="2025-05-19T04:17:55.957" v="176" actId="20577"/>
        <pc:sldMkLst>
          <pc:docMk/>
          <pc:sldMk cId="2049952096" sldId="340"/>
        </pc:sldMkLst>
      </pc:sldChg>
      <pc:sldChg chg="modSp mod">
        <pc:chgData name="Simone Beets" userId="5adb261a4dd6137b" providerId="LiveId" clId="{73E76A6F-86C1-47C7-88F2-1E4EF9849B9F}" dt="2025-05-19T05:03:50.929" v="1085" actId="14100"/>
        <pc:sldMkLst>
          <pc:docMk/>
          <pc:sldMk cId="3637301509" sldId="418"/>
        </pc:sldMkLst>
      </pc:sldChg>
      <pc:sldChg chg="addSp modSp mod modAnim">
        <pc:chgData name="Simone Beets" userId="5adb261a4dd6137b" providerId="LiveId" clId="{73E76A6F-86C1-47C7-88F2-1E4EF9849B9F}" dt="2025-05-19T04:26:28.769" v="490" actId="1076"/>
        <pc:sldMkLst>
          <pc:docMk/>
          <pc:sldMk cId="3254395611" sldId="445"/>
        </pc:sldMkLst>
      </pc:sldChg>
      <pc:sldChg chg="del">
        <pc:chgData name="Simone Beets" userId="5adb261a4dd6137b" providerId="LiveId" clId="{73E76A6F-86C1-47C7-88F2-1E4EF9849B9F}" dt="2025-05-19T04:55:35.897" v="1038" actId="47"/>
        <pc:sldMkLst>
          <pc:docMk/>
          <pc:sldMk cId="276270174" sldId="446"/>
        </pc:sldMkLst>
      </pc:sldChg>
      <pc:sldChg chg="del">
        <pc:chgData name="Simone Beets" userId="5adb261a4dd6137b" providerId="LiveId" clId="{73E76A6F-86C1-47C7-88F2-1E4EF9849B9F}" dt="2025-05-19T04:55:34.369" v="1037" actId="47"/>
        <pc:sldMkLst>
          <pc:docMk/>
          <pc:sldMk cId="1929359625" sldId="463"/>
        </pc:sldMkLst>
      </pc:sldChg>
      <pc:sldChg chg="addSp delSp modSp mod modAnim">
        <pc:chgData name="Simone Beets" userId="5adb261a4dd6137b" providerId="LiveId" clId="{73E76A6F-86C1-47C7-88F2-1E4EF9849B9F}" dt="2025-05-19T04:28:49.330" v="510" actId="114"/>
        <pc:sldMkLst>
          <pc:docMk/>
          <pc:sldMk cId="1574057065" sldId="466"/>
        </pc:sldMkLst>
      </pc:sldChg>
      <pc:sldChg chg="del">
        <pc:chgData name="Simone Beets" userId="5adb261a4dd6137b" providerId="LiveId" clId="{73E76A6F-86C1-47C7-88F2-1E4EF9849B9F}" dt="2025-05-19T04:45:41.944" v="864" actId="47"/>
        <pc:sldMkLst>
          <pc:docMk/>
          <pc:sldMk cId="3175637596" sldId="467"/>
        </pc:sldMkLst>
      </pc:sldChg>
      <pc:sldChg chg="del">
        <pc:chgData name="Simone Beets" userId="5adb261a4dd6137b" providerId="LiveId" clId="{73E76A6F-86C1-47C7-88F2-1E4EF9849B9F}" dt="2025-05-19T04:55:31.988" v="1035" actId="47"/>
        <pc:sldMkLst>
          <pc:docMk/>
          <pc:sldMk cId="3360349297" sldId="468"/>
        </pc:sldMkLst>
      </pc:sldChg>
      <pc:sldChg chg="del">
        <pc:chgData name="Simone Beets" userId="5adb261a4dd6137b" providerId="LiveId" clId="{73E76A6F-86C1-47C7-88F2-1E4EF9849B9F}" dt="2025-05-19T04:55:32.846" v="1036" actId="47"/>
        <pc:sldMkLst>
          <pc:docMk/>
          <pc:sldMk cId="3641775799" sldId="469"/>
        </pc:sldMkLst>
      </pc:sldChg>
      <pc:sldChg chg="del">
        <pc:chgData name="Simone Beets" userId="5adb261a4dd6137b" providerId="LiveId" clId="{73E76A6F-86C1-47C7-88F2-1E4EF9849B9F}" dt="2025-05-19T04:55:37.840" v="1040" actId="47"/>
        <pc:sldMkLst>
          <pc:docMk/>
          <pc:sldMk cId="846918527" sldId="470"/>
        </pc:sldMkLst>
      </pc:sldChg>
      <pc:sldChg chg="del">
        <pc:chgData name="Simone Beets" userId="5adb261a4dd6137b" providerId="LiveId" clId="{73E76A6F-86C1-47C7-88F2-1E4EF9849B9F}" dt="2025-05-19T04:55:38.878" v="1041" actId="47"/>
        <pc:sldMkLst>
          <pc:docMk/>
          <pc:sldMk cId="1344400379" sldId="471"/>
        </pc:sldMkLst>
      </pc:sldChg>
      <pc:sldChg chg="del">
        <pc:chgData name="Simone Beets" userId="5adb261a4dd6137b" providerId="LiveId" clId="{73E76A6F-86C1-47C7-88F2-1E4EF9849B9F}" dt="2025-05-19T04:55:40.478" v="1043" actId="47"/>
        <pc:sldMkLst>
          <pc:docMk/>
          <pc:sldMk cId="2781384769" sldId="472"/>
        </pc:sldMkLst>
      </pc:sldChg>
      <pc:sldChg chg="del">
        <pc:chgData name="Simone Beets" userId="5adb261a4dd6137b" providerId="LiveId" clId="{73E76A6F-86C1-47C7-88F2-1E4EF9849B9F}" dt="2025-05-19T04:55:41.119" v="1044" actId="47"/>
        <pc:sldMkLst>
          <pc:docMk/>
          <pc:sldMk cId="4093388334" sldId="473"/>
        </pc:sldMkLst>
      </pc:sldChg>
      <pc:sldChg chg="del">
        <pc:chgData name="Simone Beets" userId="5adb261a4dd6137b" providerId="LiveId" clId="{73E76A6F-86C1-47C7-88F2-1E4EF9849B9F}" dt="2025-05-19T04:55:42.151" v="1045" actId="47"/>
        <pc:sldMkLst>
          <pc:docMk/>
          <pc:sldMk cId="216997997" sldId="474"/>
        </pc:sldMkLst>
      </pc:sldChg>
      <pc:sldChg chg="del">
        <pc:chgData name="Simone Beets" userId="5adb261a4dd6137b" providerId="LiveId" clId="{73E76A6F-86C1-47C7-88F2-1E4EF9849B9F}" dt="2025-05-19T04:55:42.985" v="1046" actId="47"/>
        <pc:sldMkLst>
          <pc:docMk/>
          <pc:sldMk cId="3237138947" sldId="475"/>
        </pc:sldMkLst>
      </pc:sldChg>
      <pc:sldChg chg="del">
        <pc:chgData name="Simone Beets" userId="5adb261a4dd6137b" providerId="LiveId" clId="{73E76A6F-86C1-47C7-88F2-1E4EF9849B9F}" dt="2025-05-19T04:55:44.163" v="1047" actId="47"/>
        <pc:sldMkLst>
          <pc:docMk/>
          <pc:sldMk cId="729117134" sldId="476"/>
        </pc:sldMkLst>
      </pc:sldChg>
      <pc:sldChg chg="del">
        <pc:chgData name="Simone Beets" userId="5adb261a4dd6137b" providerId="LiveId" clId="{73E76A6F-86C1-47C7-88F2-1E4EF9849B9F}" dt="2025-05-19T04:55:36.670" v="1039" actId="47"/>
        <pc:sldMkLst>
          <pc:docMk/>
          <pc:sldMk cId="3899279044" sldId="477"/>
        </pc:sldMkLst>
      </pc:sldChg>
      <pc:sldChg chg="del">
        <pc:chgData name="Simone Beets" userId="5adb261a4dd6137b" providerId="LiveId" clId="{73E76A6F-86C1-47C7-88F2-1E4EF9849B9F}" dt="2025-05-19T04:55:39.599" v="1042" actId="47"/>
        <pc:sldMkLst>
          <pc:docMk/>
          <pc:sldMk cId="851870427" sldId="478"/>
        </pc:sldMkLst>
      </pc:sldChg>
      <pc:sldChg chg="del">
        <pc:chgData name="Simone Beets" userId="5adb261a4dd6137b" providerId="LiveId" clId="{73E76A6F-86C1-47C7-88F2-1E4EF9849B9F}" dt="2025-05-19T04:16:06.565" v="57" actId="47"/>
        <pc:sldMkLst>
          <pc:docMk/>
          <pc:sldMk cId="1869374830" sldId="479"/>
        </pc:sldMkLst>
      </pc:sldChg>
      <pc:sldChg chg="addSp delSp modSp add mod ord modAnim">
        <pc:chgData name="Simone Beets" userId="5adb261a4dd6137b" providerId="LiveId" clId="{73E76A6F-86C1-47C7-88F2-1E4EF9849B9F}" dt="2025-05-19T04:23:48.428" v="457" actId="14734"/>
        <pc:sldMkLst>
          <pc:docMk/>
          <pc:sldMk cId="2379305927" sldId="479"/>
        </pc:sldMkLst>
      </pc:sldChg>
      <pc:sldChg chg="modSp add modAnim">
        <pc:chgData name="Simone Beets" userId="5adb261a4dd6137b" providerId="LiveId" clId="{73E76A6F-86C1-47C7-88F2-1E4EF9849B9F}" dt="2025-05-19T04:29:33.338" v="513" actId="114"/>
        <pc:sldMkLst>
          <pc:docMk/>
          <pc:sldMk cId="50033510" sldId="480"/>
        </pc:sldMkLst>
      </pc:sldChg>
      <pc:sldChg chg="addSp modSp add mod modAnim">
        <pc:chgData name="Simone Beets" userId="5adb261a4dd6137b" providerId="LiveId" clId="{73E76A6F-86C1-47C7-88F2-1E4EF9849B9F}" dt="2025-05-19T04:34:46.869" v="608" actId="207"/>
        <pc:sldMkLst>
          <pc:docMk/>
          <pc:sldMk cId="1068450208" sldId="481"/>
        </pc:sldMkLst>
      </pc:sldChg>
      <pc:sldChg chg="addSp delSp modSp add mod ord modAnim">
        <pc:chgData name="Simone Beets" userId="5adb261a4dd6137b" providerId="LiveId" clId="{73E76A6F-86C1-47C7-88F2-1E4EF9849B9F}" dt="2025-05-19T04:55:24.537" v="1034"/>
        <pc:sldMkLst>
          <pc:docMk/>
          <pc:sldMk cId="2281522289" sldId="482"/>
        </pc:sldMkLst>
      </pc:sldChg>
      <pc:sldChg chg="modSp add mod ord modAnim">
        <pc:chgData name="Simone Beets" userId="5adb261a4dd6137b" providerId="LiveId" clId="{73E76A6F-86C1-47C7-88F2-1E4EF9849B9F}" dt="2025-05-19T04:36:48.543" v="659" actId="20577"/>
        <pc:sldMkLst>
          <pc:docMk/>
          <pc:sldMk cId="2226155253" sldId="483"/>
        </pc:sldMkLst>
      </pc:sldChg>
      <pc:sldChg chg="addSp delSp modSp add mod ord delAnim modAnim">
        <pc:chgData name="Simone Beets" userId="5adb261a4dd6137b" providerId="LiveId" clId="{73E76A6F-86C1-47C7-88F2-1E4EF9849B9F}" dt="2025-05-19T04:38:02.975" v="682" actId="122"/>
        <pc:sldMkLst>
          <pc:docMk/>
          <pc:sldMk cId="4152693905" sldId="484"/>
        </pc:sldMkLst>
      </pc:sldChg>
      <pc:sldChg chg="addSp delSp modSp add mod delAnim modAnim">
        <pc:chgData name="Simone Beets" userId="5adb261a4dd6137b" providerId="LiveId" clId="{73E76A6F-86C1-47C7-88F2-1E4EF9849B9F}" dt="2025-05-19T04:41:33.379" v="793" actId="14100"/>
        <pc:sldMkLst>
          <pc:docMk/>
          <pc:sldMk cId="2600509550" sldId="485"/>
        </pc:sldMkLst>
      </pc:sldChg>
      <pc:sldChg chg="modSp add mod ord modAnim">
        <pc:chgData name="Simone Beets" userId="5adb261a4dd6137b" providerId="LiveId" clId="{73E76A6F-86C1-47C7-88F2-1E4EF9849B9F}" dt="2025-05-19T04:45:04.372" v="850"/>
        <pc:sldMkLst>
          <pc:docMk/>
          <pc:sldMk cId="36184238" sldId="486"/>
        </pc:sldMkLst>
      </pc:sldChg>
      <pc:sldChg chg="addSp delSp modSp add mod ord delAnim modAnim">
        <pc:chgData name="Simone Beets" userId="5adb261a4dd6137b" providerId="LiveId" clId="{73E76A6F-86C1-47C7-88F2-1E4EF9849B9F}" dt="2025-05-19T04:55:21.124" v="1032"/>
        <pc:sldMkLst>
          <pc:docMk/>
          <pc:sldMk cId="355148996" sldId="487"/>
        </pc:sldMkLst>
      </pc:sldChg>
      <pc:sldChg chg="addSp delSp modSp add mod ord delAnim modAnim">
        <pc:chgData name="Simone Beets" userId="5adb261a4dd6137b" providerId="LiveId" clId="{73E76A6F-86C1-47C7-88F2-1E4EF9849B9F}" dt="2025-05-19T04:55:16.083" v="1030"/>
        <pc:sldMkLst>
          <pc:docMk/>
          <pc:sldMk cId="2798877767" sldId="488"/>
        </pc:sldMkLst>
      </pc:sldChg>
      <pc:sldChg chg="addSp delSp modSp add mod delAnim modAnim">
        <pc:chgData name="Simone Beets" userId="5adb261a4dd6137b" providerId="LiveId" clId="{73E76A6F-86C1-47C7-88F2-1E4EF9849B9F}" dt="2025-05-19T04:52:58.799" v="975" actId="113"/>
        <pc:sldMkLst>
          <pc:docMk/>
          <pc:sldMk cId="3775108204" sldId="489"/>
        </pc:sldMkLst>
      </pc:sldChg>
      <pc:sldChg chg="add del">
        <pc:chgData name="Simone Beets" userId="5adb261a4dd6137b" providerId="LiveId" clId="{73E76A6F-86C1-47C7-88F2-1E4EF9849B9F}" dt="2025-05-19T04:53:19.914" v="977" actId="2890"/>
        <pc:sldMkLst>
          <pc:docMk/>
          <pc:sldMk cId="581308320" sldId="490"/>
        </pc:sldMkLst>
      </pc:sldChg>
      <pc:sldChg chg="addSp delSp modSp add mod delAnim modAnim">
        <pc:chgData name="Simone Beets" userId="5adb261a4dd6137b" providerId="LiveId" clId="{73E76A6F-86C1-47C7-88F2-1E4EF9849B9F}" dt="2025-05-19T04:54:54.858" v="1029"/>
        <pc:sldMkLst>
          <pc:docMk/>
          <pc:sldMk cId="4284405685" sldId="490"/>
        </pc:sldMkLst>
      </pc:sldChg>
    </pc:docChg>
  </pc:docChgLst>
  <pc:docChgLst>
    <pc:chgData name="Simone Beets" userId="5adb261a4dd6137b" providerId="LiveId" clId="{E07A07D7-04D8-437C-9542-FAFF4F775B6E}"/>
    <pc:docChg chg="undo custSel addSld delSld modSld sldOrd">
      <pc:chgData name="Simone Beets" userId="5adb261a4dd6137b" providerId="LiveId" clId="{E07A07D7-04D8-437C-9542-FAFF4F775B6E}" dt="2025-05-16T08:34:56.614" v="9217" actId="14861"/>
      <pc:docMkLst>
        <pc:docMk/>
      </pc:docMkLst>
      <pc:sldChg chg="modSp mod modNotesTx">
        <pc:chgData name="Simone Beets" userId="5adb261a4dd6137b" providerId="LiveId" clId="{E07A07D7-04D8-437C-9542-FAFF4F775B6E}" dt="2025-05-07T11:32:53.826" v="9216"/>
        <pc:sldMkLst>
          <pc:docMk/>
          <pc:sldMk cId="0" sldId="271"/>
        </pc:sldMkLst>
        <pc:spChg chg="mod">
          <ac:chgData name="Simone Beets" userId="5adb261a4dd6137b" providerId="LiveId" clId="{E07A07D7-04D8-437C-9542-FAFF4F775B6E}" dt="2025-05-05T04:17:02.213" v="7858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E07A07D7-04D8-437C-9542-FAFF4F775B6E}" dt="2025-05-05T02:19:49.544" v="347" actId="47"/>
        <pc:sldMkLst>
          <pc:docMk/>
          <pc:sldMk cId="465305782" sldId="323"/>
        </pc:sldMkLst>
      </pc:sldChg>
      <pc:sldChg chg="delSp modSp mod modAnim modNotesTx">
        <pc:chgData name="Simone Beets" userId="5adb261a4dd6137b" providerId="LiveId" clId="{E07A07D7-04D8-437C-9542-FAFF4F775B6E}" dt="2025-05-05T06:53:16.066" v="8244" actId="6549"/>
        <pc:sldMkLst>
          <pc:docMk/>
          <pc:sldMk cId="2049952096" sldId="340"/>
        </pc:sldMkLst>
      </pc:sldChg>
      <pc:sldChg chg="addSp delSp modSp mod">
        <pc:chgData name="Simone Beets" userId="5adb261a4dd6137b" providerId="LiveId" clId="{E07A07D7-04D8-437C-9542-FAFF4F775B6E}" dt="2025-05-05T03:39:25.949" v="6954" actId="207"/>
        <pc:sldMkLst>
          <pc:docMk/>
          <pc:sldMk cId="3637301509" sldId="418"/>
        </pc:sldMkLst>
      </pc:sldChg>
      <pc:sldChg chg="del">
        <pc:chgData name="Simone Beets" userId="5adb261a4dd6137b" providerId="LiveId" clId="{E07A07D7-04D8-437C-9542-FAFF4F775B6E}" dt="2025-05-05T03:37:53.578" v="6902" actId="47"/>
        <pc:sldMkLst>
          <pc:docMk/>
          <pc:sldMk cId="811755344" sldId="425"/>
        </pc:sldMkLst>
      </pc:sldChg>
      <pc:sldChg chg="modSp mod modNotesTx">
        <pc:chgData name="Simone Beets" userId="5adb261a4dd6137b" providerId="LiveId" clId="{E07A07D7-04D8-437C-9542-FAFF4F775B6E}" dt="2025-05-05T04:43:53.951" v="7947" actId="20577"/>
        <pc:sldMkLst>
          <pc:docMk/>
          <pc:sldMk cId="244380026" sldId="442"/>
        </pc:sldMkLst>
        <pc:spChg chg="mod">
          <ac:chgData name="Simone Beets" userId="5adb261a4dd6137b" providerId="LiveId" clId="{E07A07D7-04D8-437C-9542-FAFF4F775B6E}" dt="2025-05-05T02:17:36.298" v="29" actId="20577"/>
          <ac:spMkLst>
            <pc:docMk/>
            <pc:sldMk cId="244380026" sldId="442"/>
            <ac:spMk id="3" creationId="{19B1ACD8-DDF9-5B3F-1BA1-98739E948141}"/>
          </ac:spMkLst>
        </pc:spChg>
      </pc:sldChg>
      <pc:sldChg chg="del">
        <pc:chgData name="Simone Beets" userId="5adb261a4dd6137b" providerId="LiveId" clId="{E07A07D7-04D8-437C-9542-FAFF4F775B6E}" dt="2025-05-05T02:19:51.183" v="348" actId="47"/>
        <pc:sldMkLst>
          <pc:docMk/>
          <pc:sldMk cId="2028940021" sldId="443"/>
        </pc:sldMkLst>
      </pc:sldChg>
      <pc:sldChg chg="modSp mod ord modAnim modNotesTx">
        <pc:chgData name="Simone Beets" userId="5adb261a4dd6137b" providerId="LiveId" clId="{E07A07D7-04D8-437C-9542-FAFF4F775B6E}" dt="2025-05-05T04:17:18.744" v="7859" actId="6549"/>
        <pc:sldMkLst>
          <pc:docMk/>
          <pc:sldMk cId="3254395611" sldId="445"/>
        </pc:sldMkLst>
      </pc:sldChg>
      <pc:sldChg chg="addSp delSp modSp mod ord modAnim modNotesTx">
        <pc:chgData name="Simone Beets" userId="5adb261a4dd6137b" providerId="LiveId" clId="{E07A07D7-04D8-437C-9542-FAFF4F775B6E}" dt="2025-05-05T04:07:19.518" v="7851"/>
        <pc:sldMkLst>
          <pc:docMk/>
          <pc:sldMk cId="276270174" sldId="446"/>
        </pc:sldMkLst>
      </pc:sldChg>
      <pc:sldChg chg="del">
        <pc:chgData name="Simone Beets" userId="5adb261a4dd6137b" providerId="LiveId" clId="{E07A07D7-04D8-437C-9542-FAFF4F775B6E}" dt="2025-05-05T03:37:54.163" v="6903" actId="47"/>
        <pc:sldMkLst>
          <pc:docMk/>
          <pc:sldMk cId="2903611770" sldId="448"/>
        </pc:sldMkLst>
      </pc:sldChg>
      <pc:sldChg chg="del">
        <pc:chgData name="Simone Beets" userId="5adb261a4dd6137b" providerId="LiveId" clId="{E07A07D7-04D8-437C-9542-FAFF4F775B6E}" dt="2025-05-05T03:37:55.516" v="6904" actId="47"/>
        <pc:sldMkLst>
          <pc:docMk/>
          <pc:sldMk cId="3925703631" sldId="450"/>
        </pc:sldMkLst>
      </pc:sldChg>
      <pc:sldChg chg="del">
        <pc:chgData name="Simone Beets" userId="5adb261a4dd6137b" providerId="LiveId" clId="{E07A07D7-04D8-437C-9542-FAFF4F775B6E}" dt="2025-05-05T03:37:55.984" v="6905" actId="47"/>
        <pc:sldMkLst>
          <pc:docMk/>
          <pc:sldMk cId="2194690210" sldId="451"/>
        </pc:sldMkLst>
      </pc:sldChg>
      <pc:sldChg chg="del">
        <pc:chgData name="Simone Beets" userId="5adb261a4dd6137b" providerId="LiveId" clId="{E07A07D7-04D8-437C-9542-FAFF4F775B6E}" dt="2025-05-05T03:37:57.037" v="6906" actId="47"/>
        <pc:sldMkLst>
          <pc:docMk/>
          <pc:sldMk cId="1982727569" sldId="452"/>
        </pc:sldMkLst>
      </pc:sldChg>
      <pc:sldChg chg="del">
        <pc:chgData name="Simone Beets" userId="5adb261a4dd6137b" providerId="LiveId" clId="{E07A07D7-04D8-437C-9542-FAFF4F775B6E}" dt="2025-05-05T03:37:57.474" v="6907" actId="47"/>
        <pc:sldMkLst>
          <pc:docMk/>
          <pc:sldMk cId="3443735419" sldId="453"/>
        </pc:sldMkLst>
      </pc:sldChg>
      <pc:sldChg chg="del">
        <pc:chgData name="Simone Beets" userId="5adb261a4dd6137b" providerId="LiveId" clId="{E07A07D7-04D8-437C-9542-FAFF4F775B6E}" dt="2025-05-05T03:37:58.041" v="6908" actId="47"/>
        <pc:sldMkLst>
          <pc:docMk/>
          <pc:sldMk cId="4291348502" sldId="454"/>
        </pc:sldMkLst>
      </pc:sldChg>
      <pc:sldChg chg="del">
        <pc:chgData name="Simone Beets" userId="5adb261a4dd6137b" providerId="LiveId" clId="{E07A07D7-04D8-437C-9542-FAFF4F775B6E}" dt="2025-05-05T03:37:58.708" v="6909" actId="47"/>
        <pc:sldMkLst>
          <pc:docMk/>
          <pc:sldMk cId="1251566926" sldId="455"/>
        </pc:sldMkLst>
      </pc:sldChg>
      <pc:sldChg chg="del">
        <pc:chgData name="Simone Beets" userId="5adb261a4dd6137b" providerId="LiveId" clId="{E07A07D7-04D8-437C-9542-FAFF4F775B6E}" dt="2025-05-05T03:37:59.333" v="6910" actId="47"/>
        <pc:sldMkLst>
          <pc:docMk/>
          <pc:sldMk cId="537521088" sldId="456"/>
        </pc:sldMkLst>
      </pc:sldChg>
      <pc:sldChg chg="del">
        <pc:chgData name="Simone Beets" userId="5adb261a4dd6137b" providerId="LiveId" clId="{E07A07D7-04D8-437C-9542-FAFF4F775B6E}" dt="2025-05-05T03:38:00.445" v="6911" actId="47"/>
        <pc:sldMkLst>
          <pc:docMk/>
          <pc:sldMk cId="2678204417" sldId="457"/>
        </pc:sldMkLst>
      </pc:sldChg>
      <pc:sldChg chg="del">
        <pc:chgData name="Simone Beets" userId="5adb261a4dd6137b" providerId="LiveId" clId="{E07A07D7-04D8-437C-9542-FAFF4F775B6E}" dt="2025-05-05T03:38:00.885" v="6912" actId="47"/>
        <pc:sldMkLst>
          <pc:docMk/>
          <pc:sldMk cId="2238009784" sldId="458"/>
        </pc:sldMkLst>
      </pc:sldChg>
      <pc:sldChg chg="del">
        <pc:chgData name="Simone Beets" userId="5adb261a4dd6137b" providerId="LiveId" clId="{E07A07D7-04D8-437C-9542-FAFF4F775B6E}" dt="2025-05-05T03:38:02.075" v="6914" actId="47"/>
        <pc:sldMkLst>
          <pc:docMk/>
          <pc:sldMk cId="1749086728" sldId="459"/>
        </pc:sldMkLst>
      </pc:sldChg>
      <pc:sldChg chg="del">
        <pc:chgData name="Simone Beets" userId="5adb261a4dd6137b" providerId="LiveId" clId="{E07A07D7-04D8-437C-9542-FAFF4F775B6E}" dt="2025-05-05T03:38:02.647" v="6915" actId="47"/>
        <pc:sldMkLst>
          <pc:docMk/>
          <pc:sldMk cId="53913516" sldId="460"/>
        </pc:sldMkLst>
      </pc:sldChg>
      <pc:sldChg chg="del">
        <pc:chgData name="Simone Beets" userId="5adb261a4dd6137b" providerId="LiveId" clId="{E07A07D7-04D8-437C-9542-FAFF4F775B6E}" dt="2025-05-05T03:38:03.360" v="6916" actId="47"/>
        <pc:sldMkLst>
          <pc:docMk/>
          <pc:sldMk cId="2995512110" sldId="461"/>
        </pc:sldMkLst>
      </pc:sldChg>
      <pc:sldChg chg="del">
        <pc:chgData name="Simone Beets" userId="5adb261a4dd6137b" providerId="LiveId" clId="{E07A07D7-04D8-437C-9542-FAFF4F775B6E}" dt="2025-05-05T03:38:04.202" v="6917" actId="47"/>
        <pc:sldMkLst>
          <pc:docMk/>
          <pc:sldMk cId="835226338" sldId="462"/>
        </pc:sldMkLst>
      </pc:sldChg>
      <pc:sldChg chg="modSp mod">
        <pc:chgData name="Simone Beets" userId="5adb261a4dd6137b" providerId="LiveId" clId="{E07A07D7-04D8-437C-9542-FAFF4F775B6E}" dt="2025-05-05T02:35:50.598" v="2231" actId="20577"/>
        <pc:sldMkLst>
          <pc:docMk/>
          <pc:sldMk cId="1929359625" sldId="463"/>
        </pc:sldMkLst>
      </pc:sldChg>
      <pc:sldChg chg="del">
        <pc:chgData name="Simone Beets" userId="5adb261a4dd6137b" providerId="LiveId" clId="{E07A07D7-04D8-437C-9542-FAFF4F775B6E}" dt="2025-05-05T02:35:58.144" v="2232" actId="47"/>
        <pc:sldMkLst>
          <pc:docMk/>
          <pc:sldMk cId="1804291163" sldId="464"/>
        </pc:sldMkLst>
      </pc:sldChg>
      <pc:sldChg chg="del">
        <pc:chgData name="Simone Beets" userId="5adb261a4dd6137b" providerId="LiveId" clId="{E07A07D7-04D8-437C-9542-FAFF4F775B6E}" dt="2025-05-05T03:38:01.298" v="6913" actId="47"/>
        <pc:sldMkLst>
          <pc:docMk/>
          <pc:sldMk cId="3226213347" sldId="465"/>
        </pc:sldMkLst>
      </pc:sldChg>
      <pc:sldChg chg="del">
        <pc:chgData name="Simone Beets" userId="5adb261a4dd6137b" providerId="LiveId" clId="{E07A07D7-04D8-437C-9542-FAFF4F775B6E}" dt="2025-05-05T02:19:52.625" v="349" actId="47"/>
        <pc:sldMkLst>
          <pc:docMk/>
          <pc:sldMk cId="252068716" sldId="466"/>
        </pc:sldMkLst>
      </pc:sldChg>
      <pc:sldChg chg="addSp delSp modSp add mod delAnim modAnim modNotesTx">
        <pc:chgData name="Simone Beets" userId="5adb261a4dd6137b" providerId="LiveId" clId="{E07A07D7-04D8-437C-9542-FAFF4F775B6E}" dt="2025-05-05T04:17:22.134" v="7860" actId="6549"/>
        <pc:sldMkLst>
          <pc:docMk/>
          <pc:sldMk cId="1574057065" sldId="466"/>
        </pc:sldMkLst>
      </pc:sldChg>
      <pc:sldChg chg="addSp delSp modSp add mod modAnim modNotesTx">
        <pc:chgData name="Simone Beets" userId="5adb261a4dd6137b" providerId="LiveId" clId="{E07A07D7-04D8-437C-9542-FAFF4F775B6E}" dt="2025-05-05T04:17:25.287" v="7861" actId="6549"/>
        <pc:sldMkLst>
          <pc:docMk/>
          <pc:sldMk cId="3175637596" sldId="467"/>
        </pc:sldMkLst>
      </pc:sldChg>
      <pc:sldChg chg="del">
        <pc:chgData name="Simone Beets" userId="5adb261a4dd6137b" providerId="LiveId" clId="{E07A07D7-04D8-437C-9542-FAFF4F775B6E}" dt="2025-05-05T02:19:53.152" v="350" actId="47"/>
        <pc:sldMkLst>
          <pc:docMk/>
          <pc:sldMk cId="3925491160" sldId="467"/>
        </pc:sldMkLst>
      </pc:sldChg>
      <pc:sldChg chg="del">
        <pc:chgData name="Simone Beets" userId="5adb261a4dd6137b" providerId="LiveId" clId="{E07A07D7-04D8-437C-9542-FAFF4F775B6E}" dt="2025-05-05T02:19:54.102" v="351" actId="47"/>
        <pc:sldMkLst>
          <pc:docMk/>
          <pc:sldMk cId="1919941849" sldId="468"/>
        </pc:sldMkLst>
      </pc:sldChg>
      <pc:sldChg chg="delSp modSp add mod ord delAnim modAnim modNotesTx">
        <pc:chgData name="Simone Beets" userId="5adb261a4dd6137b" providerId="LiveId" clId="{E07A07D7-04D8-437C-9542-FAFF4F775B6E}" dt="2025-05-05T04:17:28.262" v="7862" actId="6549"/>
        <pc:sldMkLst>
          <pc:docMk/>
          <pc:sldMk cId="3360349297" sldId="468"/>
        </pc:sldMkLst>
      </pc:sldChg>
      <pc:sldChg chg="del">
        <pc:chgData name="Simone Beets" userId="5adb261a4dd6137b" providerId="LiveId" clId="{E07A07D7-04D8-437C-9542-FAFF4F775B6E}" dt="2025-05-05T02:19:54.812" v="352" actId="47"/>
        <pc:sldMkLst>
          <pc:docMk/>
          <pc:sldMk cId="1143944041" sldId="469"/>
        </pc:sldMkLst>
      </pc:sldChg>
      <pc:sldChg chg="addSp modSp add mod modClrScheme modAnim chgLayout modNotesTx">
        <pc:chgData name="Simone Beets" userId="5adb261a4dd6137b" providerId="LiveId" clId="{E07A07D7-04D8-437C-9542-FAFF4F775B6E}" dt="2025-05-16T08:34:56.614" v="9217" actId="14861"/>
        <pc:sldMkLst>
          <pc:docMk/>
          <pc:sldMk cId="3641775799" sldId="469"/>
        </pc:sldMkLst>
      </pc:sldChg>
      <pc:sldChg chg="addSp delSp modSp add mod ord delAnim modAnim modNotesTx">
        <pc:chgData name="Simone Beets" userId="5adb261a4dd6137b" providerId="LiveId" clId="{E07A07D7-04D8-437C-9542-FAFF4F775B6E}" dt="2025-05-05T04:17:38.551" v="7865" actId="6549"/>
        <pc:sldMkLst>
          <pc:docMk/>
          <pc:sldMk cId="846918527" sldId="470"/>
        </pc:sldMkLst>
      </pc:sldChg>
      <pc:sldChg chg="addSp delSp modSp add mod ord addAnim delAnim modAnim modNotesTx">
        <pc:chgData name="Simone Beets" userId="5adb261a4dd6137b" providerId="LiveId" clId="{E07A07D7-04D8-437C-9542-FAFF4F775B6E}" dt="2025-05-05T04:17:41.430" v="7866" actId="6549"/>
        <pc:sldMkLst>
          <pc:docMk/>
          <pc:sldMk cId="1344400379" sldId="471"/>
        </pc:sldMkLst>
      </pc:sldChg>
      <pc:sldChg chg="addSp delSp modSp add mod delAnim modAnim modNotesTx">
        <pc:chgData name="Simone Beets" userId="5adb261a4dd6137b" providerId="LiveId" clId="{E07A07D7-04D8-437C-9542-FAFF4F775B6E}" dt="2025-05-05T04:17:46.933" v="7868" actId="6549"/>
        <pc:sldMkLst>
          <pc:docMk/>
          <pc:sldMk cId="2781384769" sldId="472"/>
        </pc:sldMkLst>
      </pc:sldChg>
      <pc:sldChg chg="addSp modSp add mod modAnim modNotesTx">
        <pc:chgData name="Simone Beets" userId="5adb261a4dd6137b" providerId="LiveId" clId="{E07A07D7-04D8-437C-9542-FAFF4F775B6E}" dt="2025-05-05T03:56:46.161" v="7652" actId="6549"/>
        <pc:sldMkLst>
          <pc:docMk/>
          <pc:sldMk cId="4093388334" sldId="473"/>
        </pc:sldMkLst>
      </pc:sldChg>
      <pc:sldChg chg="addSp delSp modSp add mod addAnim delAnim modAnim modNotesTx">
        <pc:chgData name="Simone Beets" userId="5adb261a4dd6137b" providerId="LiveId" clId="{E07A07D7-04D8-437C-9542-FAFF4F775B6E}" dt="2025-05-05T04:17:51.791" v="7869" actId="6549"/>
        <pc:sldMkLst>
          <pc:docMk/>
          <pc:sldMk cId="216997997" sldId="474"/>
        </pc:sldMkLst>
      </pc:sldChg>
      <pc:sldChg chg="addSp delSp modSp add mod delAnim modAnim modNotesTx">
        <pc:chgData name="Simone Beets" userId="5adb261a4dd6137b" providerId="LiveId" clId="{E07A07D7-04D8-437C-9542-FAFF4F775B6E}" dt="2025-05-05T04:17:54.533" v="7870" actId="6549"/>
        <pc:sldMkLst>
          <pc:docMk/>
          <pc:sldMk cId="3237138947" sldId="475"/>
        </pc:sldMkLst>
      </pc:sldChg>
      <pc:sldChg chg="addSp delSp modSp add mod delAnim modAnim modNotesTx">
        <pc:chgData name="Simone Beets" userId="5adb261a4dd6137b" providerId="LiveId" clId="{E07A07D7-04D8-437C-9542-FAFF4F775B6E}" dt="2025-05-05T04:17:57.390" v="7871" actId="6549"/>
        <pc:sldMkLst>
          <pc:docMk/>
          <pc:sldMk cId="729117134" sldId="476"/>
        </pc:sldMkLst>
      </pc:sldChg>
      <pc:sldChg chg="addSp delSp modSp add mod ord delAnim modAnim modNotesTx">
        <pc:chgData name="Simone Beets" userId="5adb261a4dd6137b" providerId="LiveId" clId="{E07A07D7-04D8-437C-9542-FAFF4F775B6E}" dt="2025-05-05T04:17:35.566" v="7864" actId="6549"/>
        <pc:sldMkLst>
          <pc:docMk/>
          <pc:sldMk cId="3899279044" sldId="477"/>
        </pc:sldMkLst>
      </pc:sldChg>
      <pc:sldChg chg="delSp modSp add modAnim modNotesTx">
        <pc:chgData name="Simone Beets" userId="5adb261a4dd6137b" providerId="LiveId" clId="{E07A07D7-04D8-437C-9542-FAFF4F775B6E}" dt="2025-05-05T04:17:44.111" v="7867" actId="6549"/>
        <pc:sldMkLst>
          <pc:docMk/>
          <pc:sldMk cId="851870427" sldId="478"/>
        </pc:sldMkLst>
      </pc:sldChg>
      <pc:sldChg chg="addSp delSp modSp add mod modNotesTx">
        <pc:chgData name="Simone Beets" userId="5adb261a4dd6137b" providerId="LiveId" clId="{E07A07D7-04D8-437C-9542-FAFF4F775B6E}" dt="2025-05-05T07:17:05.336" v="9214" actId="5793"/>
        <pc:sldMkLst>
          <pc:docMk/>
          <pc:sldMk cId="1869374830" sldId="479"/>
        </pc:sldMkLst>
      </pc:sldChg>
    </pc:docChg>
  </pc:docChgLst>
  <pc:docChgLst>
    <pc:chgData name="Simone Beets" userId="5adb261a4dd6137b" providerId="LiveId" clId="{1F3AC849-F215-41EC-84EC-A04449DBE6BC}"/>
    <pc:docChg chg="undo redo custSel addSld delSld modSld sldOrd">
      <pc:chgData name="Simone Beets" userId="5adb261a4dd6137b" providerId="LiveId" clId="{1F3AC849-F215-41EC-84EC-A04449DBE6BC}" dt="2025-03-17T18:28:03.640" v="5646" actId="5793"/>
      <pc:docMkLst>
        <pc:docMk/>
      </pc:docMkLst>
      <pc:sldChg chg="del">
        <pc:chgData name="Simone Beets" userId="5adb261a4dd6137b" providerId="LiveId" clId="{1F3AC849-F215-41EC-84EC-A04449DBE6BC}" dt="2025-03-16T06:48:20.676" v="107" actId="2696"/>
        <pc:sldMkLst>
          <pc:docMk/>
          <pc:sldMk cId="0" sldId="257"/>
        </pc:sldMkLst>
      </pc:sldChg>
      <pc:sldChg chg="modSp mod">
        <pc:chgData name="Simone Beets" userId="5adb261a4dd6137b" providerId="LiveId" clId="{1F3AC849-F215-41EC-84EC-A04449DBE6BC}" dt="2025-03-16T10:29:55.197" v="3962" actId="20577"/>
        <pc:sldMkLst>
          <pc:docMk/>
          <pc:sldMk cId="0" sldId="271"/>
        </pc:sldMkLst>
        <pc:spChg chg="mod">
          <ac:chgData name="Simone Beets" userId="5adb261a4dd6137b" providerId="LiveId" clId="{1F3AC849-F215-41EC-84EC-A04449DBE6BC}" dt="2025-03-16T10:29:55.197" v="3962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 ord modNotesTx">
        <pc:chgData name="Simone Beets" userId="5adb261a4dd6137b" providerId="LiveId" clId="{1F3AC849-F215-41EC-84EC-A04449DBE6BC}" dt="2025-03-17T18:27:55.911" v="5644" actId="20577"/>
        <pc:sldMkLst>
          <pc:docMk/>
          <pc:sldMk cId="0" sldId="321"/>
        </pc:sldMkLst>
      </pc:sldChg>
      <pc:sldChg chg="modNotesTx">
        <pc:chgData name="Simone Beets" userId="5adb261a4dd6137b" providerId="LiveId" clId="{1F3AC849-F215-41EC-84EC-A04449DBE6BC}" dt="2025-03-17T06:36:57.181" v="5505" actId="20577"/>
        <pc:sldMkLst>
          <pc:docMk/>
          <pc:sldMk cId="465305782" sldId="323"/>
        </pc:sldMkLst>
      </pc:sldChg>
      <pc:sldChg chg="modSp add mod">
        <pc:chgData name="Simone Beets" userId="5adb261a4dd6137b" providerId="LiveId" clId="{1F3AC849-F215-41EC-84EC-A04449DBE6BC}" dt="2025-03-16T08:13:58.126" v="1975" actId="1076"/>
        <pc:sldMkLst>
          <pc:docMk/>
          <pc:sldMk cId="2369434495" sldId="324"/>
        </pc:sldMkLst>
      </pc:sldChg>
      <pc:sldChg chg="modSp mod ord modAnim modNotesTx">
        <pc:chgData name="Simone Beets" userId="5adb261a4dd6137b" providerId="LiveId" clId="{1F3AC849-F215-41EC-84EC-A04449DBE6BC}" dt="2025-03-16T08:05:44.324" v="1663" actId="12"/>
        <pc:sldMkLst>
          <pc:docMk/>
          <pc:sldMk cId="1762635146" sldId="339"/>
        </pc:sldMkLst>
      </pc:sldChg>
      <pc:sldChg chg="addSp delSp modSp mod modAnim">
        <pc:chgData name="Simone Beets" userId="5adb261a4dd6137b" providerId="LiveId" clId="{1F3AC849-F215-41EC-84EC-A04449DBE6BC}" dt="2025-03-16T08:14:38.139" v="1984" actId="21"/>
        <pc:sldMkLst>
          <pc:docMk/>
          <pc:sldMk cId="2049952096" sldId="340"/>
        </pc:sldMkLst>
      </pc:sldChg>
      <pc:sldChg chg="del">
        <pc:chgData name="Simone Beets" userId="5adb261a4dd6137b" providerId="LiveId" clId="{1F3AC849-F215-41EC-84EC-A04449DBE6BC}" dt="2025-03-16T09:53:46.195" v="3924" actId="47"/>
        <pc:sldMkLst>
          <pc:docMk/>
          <pc:sldMk cId="4249415124" sldId="346"/>
        </pc:sldMkLst>
      </pc:sldChg>
      <pc:sldChg chg="del">
        <pc:chgData name="Simone Beets" userId="5adb261a4dd6137b" providerId="LiveId" clId="{1F3AC849-F215-41EC-84EC-A04449DBE6BC}" dt="2025-03-16T09:53:46.931" v="3925" actId="47"/>
        <pc:sldMkLst>
          <pc:docMk/>
          <pc:sldMk cId="4247069512" sldId="348"/>
        </pc:sldMkLst>
      </pc:sldChg>
      <pc:sldChg chg="addSp delSp modSp add mod ord delAnim modAnim modNotesTx">
        <pc:chgData name="Simone Beets" userId="5adb261a4dd6137b" providerId="LiveId" clId="{1F3AC849-F215-41EC-84EC-A04449DBE6BC}" dt="2025-03-17T04:48:18.964" v="5109" actId="20577"/>
        <pc:sldMkLst>
          <pc:docMk/>
          <pc:sldMk cId="583071382" sldId="352"/>
        </pc:sldMkLst>
      </pc:sldChg>
      <pc:sldChg chg="delSp modSp mod modAnim modNotesTx">
        <pc:chgData name="Simone Beets" userId="5adb261a4dd6137b" providerId="LiveId" clId="{1F3AC849-F215-41EC-84EC-A04449DBE6BC}" dt="2025-03-17T18:26:01.563" v="5566" actId="20577"/>
        <pc:sldMkLst>
          <pc:docMk/>
          <pc:sldMk cId="3867261677" sldId="364"/>
        </pc:sldMkLst>
      </pc:sldChg>
      <pc:sldChg chg="del">
        <pc:chgData name="Simone Beets" userId="5adb261a4dd6137b" providerId="LiveId" clId="{1F3AC849-F215-41EC-84EC-A04449DBE6BC}" dt="2025-03-16T04:46:13.043" v="28" actId="2696"/>
        <pc:sldMkLst>
          <pc:docMk/>
          <pc:sldMk cId="745339609" sldId="365"/>
        </pc:sldMkLst>
      </pc:sldChg>
      <pc:sldChg chg="del">
        <pc:chgData name="Simone Beets" userId="5adb261a4dd6137b" providerId="LiveId" clId="{1F3AC849-F215-41EC-84EC-A04449DBE6BC}" dt="2025-03-16T09:53:33.205" v="3911" actId="2696"/>
        <pc:sldMkLst>
          <pc:docMk/>
          <pc:sldMk cId="193908100" sldId="366"/>
        </pc:sldMkLst>
      </pc:sldChg>
      <pc:sldChg chg="del">
        <pc:chgData name="Simone Beets" userId="5adb261a4dd6137b" providerId="LiveId" clId="{1F3AC849-F215-41EC-84EC-A04449DBE6BC}" dt="2025-03-16T06:48:16.533" v="106" actId="2696"/>
        <pc:sldMkLst>
          <pc:docMk/>
          <pc:sldMk cId="1943306920" sldId="367"/>
        </pc:sldMkLst>
      </pc:sldChg>
      <pc:sldChg chg="addSp delSp modSp mod ord delAnim modAnim modNotesTx">
        <pc:chgData name="Simone Beets" userId="5adb261a4dd6137b" providerId="LiveId" clId="{1F3AC849-F215-41EC-84EC-A04449DBE6BC}" dt="2025-03-16T10:30:25.255" v="3964" actId="20577"/>
        <pc:sldMkLst>
          <pc:docMk/>
          <pc:sldMk cId="1679562004" sldId="368"/>
        </pc:sldMkLst>
      </pc:sldChg>
      <pc:sldChg chg="del">
        <pc:chgData name="Simone Beets" userId="5adb261a4dd6137b" providerId="LiveId" clId="{1F3AC849-F215-41EC-84EC-A04449DBE6BC}" dt="2025-03-16T09:53:35.482" v="3913" actId="47"/>
        <pc:sldMkLst>
          <pc:docMk/>
          <pc:sldMk cId="1853407" sldId="369"/>
        </pc:sldMkLst>
      </pc:sldChg>
      <pc:sldChg chg="del">
        <pc:chgData name="Simone Beets" userId="5adb261a4dd6137b" providerId="LiveId" clId="{1F3AC849-F215-41EC-84EC-A04449DBE6BC}" dt="2025-03-16T09:53:36.320" v="3914" actId="47"/>
        <pc:sldMkLst>
          <pc:docMk/>
          <pc:sldMk cId="681711374" sldId="370"/>
        </pc:sldMkLst>
      </pc:sldChg>
      <pc:sldChg chg="del">
        <pc:chgData name="Simone Beets" userId="5adb261a4dd6137b" providerId="LiveId" clId="{1F3AC849-F215-41EC-84EC-A04449DBE6BC}" dt="2025-03-16T09:53:36.975" v="3915" actId="47"/>
        <pc:sldMkLst>
          <pc:docMk/>
          <pc:sldMk cId="1043982446" sldId="371"/>
        </pc:sldMkLst>
      </pc:sldChg>
      <pc:sldChg chg="modSp del mod ord modAnim">
        <pc:chgData name="Simone Beets" userId="5adb261a4dd6137b" providerId="LiveId" clId="{1F3AC849-F215-41EC-84EC-A04449DBE6BC}" dt="2025-03-16T08:04:14.113" v="1655" actId="2696"/>
        <pc:sldMkLst>
          <pc:docMk/>
          <pc:sldMk cId="734426289" sldId="373"/>
        </pc:sldMkLst>
      </pc:sldChg>
      <pc:sldChg chg="del">
        <pc:chgData name="Simone Beets" userId="5adb261a4dd6137b" providerId="LiveId" clId="{1F3AC849-F215-41EC-84EC-A04449DBE6BC}" dt="2025-03-16T09:53:38.712" v="3917" actId="47"/>
        <pc:sldMkLst>
          <pc:docMk/>
          <pc:sldMk cId="4232052156" sldId="374"/>
        </pc:sldMkLst>
      </pc:sldChg>
      <pc:sldChg chg="del">
        <pc:chgData name="Simone Beets" userId="5adb261a4dd6137b" providerId="LiveId" clId="{1F3AC849-F215-41EC-84EC-A04449DBE6BC}" dt="2025-03-16T09:53:40.062" v="3918" actId="47"/>
        <pc:sldMkLst>
          <pc:docMk/>
          <pc:sldMk cId="1470916720" sldId="375"/>
        </pc:sldMkLst>
      </pc:sldChg>
      <pc:sldChg chg="del">
        <pc:chgData name="Simone Beets" userId="5adb261a4dd6137b" providerId="LiveId" clId="{1F3AC849-F215-41EC-84EC-A04449DBE6BC}" dt="2025-03-16T09:53:41.266" v="3919" actId="47"/>
        <pc:sldMkLst>
          <pc:docMk/>
          <pc:sldMk cId="558122889" sldId="376"/>
        </pc:sldMkLst>
      </pc:sldChg>
      <pc:sldChg chg="del">
        <pc:chgData name="Simone Beets" userId="5adb261a4dd6137b" providerId="LiveId" clId="{1F3AC849-F215-41EC-84EC-A04449DBE6BC}" dt="2025-03-16T09:53:42.313" v="3920" actId="47"/>
        <pc:sldMkLst>
          <pc:docMk/>
          <pc:sldMk cId="1978091042" sldId="377"/>
        </pc:sldMkLst>
      </pc:sldChg>
      <pc:sldChg chg="del">
        <pc:chgData name="Simone Beets" userId="5adb261a4dd6137b" providerId="LiveId" clId="{1F3AC849-F215-41EC-84EC-A04449DBE6BC}" dt="2025-03-16T09:53:43.150" v="3921" actId="47"/>
        <pc:sldMkLst>
          <pc:docMk/>
          <pc:sldMk cId="3002671383" sldId="378"/>
        </pc:sldMkLst>
      </pc:sldChg>
      <pc:sldChg chg="del">
        <pc:chgData name="Simone Beets" userId="5adb261a4dd6137b" providerId="LiveId" clId="{1F3AC849-F215-41EC-84EC-A04449DBE6BC}" dt="2025-03-16T09:53:44.333" v="3922" actId="47"/>
        <pc:sldMkLst>
          <pc:docMk/>
          <pc:sldMk cId="4237056731" sldId="379"/>
        </pc:sldMkLst>
      </pc:sldChg>
      <pc:sldChg chg="del">
        <pc:chgData name="Simone Beets" userId="5adb261a4dd6137b" providerId="LiveId" clId="{1F3AC849-F215-41EC-84EC-A04449DBE6BC}" dt="2025-03-16T09:53:47.734" v="3926" actId="47"/>
        <pc:sldMkLst>
          <pc:docMk/>
          <pc:sldMk cId="2112352835" sldId="380"/>
        </pc:sldMkLst>
      </pc:sldChg>
      <pc:sldChg chg="del">
        <pc:chgData name="Simone Beets" userId="5adb261a4dd6137b" providerId="LiveId" clId="{1F3AC849-F215-41EC-84EC-A04449DBE6BC}" dt="2025-03-16T09:53:48.990" v="3927" actId="47"/>
        <pc:sldMkLst>
          <pc:docMk/>
          <pc:sldMk cId="3520987890" sldId="381"/>
        </pc:sldMkLst>
      </pc:sldChg>
      <pc:sldChg chg="del">
        <pc:chgData name="Simone Beets" userId="5adb261a4dd6137b" providerId="LiveId" clId="{1F3AC849-F215-41EC-84EC-A04449DBE6BC}" dt="2025-03-16T09:53:49.871" v="3928" actId="47"/>
        <pc:sldMkLst>
          <pc:docMk/>
          <pc:sldMk cId="1482955239" sldId="382"/>
        </pc:sldMkLst>
      </pc:sldChg>
      <pc:sldChg chg="del">
        <pc:chgData name="Simone Beets" userId="5adb261a4dd6137b" providerId="LiveId" clId="{1F3AC849-F215-41EC-84EC-A04449DBE6BC}" dt="2025-03-16T09:53:50.620" v="3929" actId="47"/>
        <pc:sldMkLst>
          <pc:docMk/>
          <pc:sldMk cId="2193058390" sldId="383"/>
        </pc:sldMkLst>
      </pc:sldChg>
      <pc:sldChg chg="del">
        <pc:chgData name="Simone Beets" userId="5adb261a4dd6137b" providerId="LiveId" clId="{1F3AC849-F215-41EC-84EC-A04449DBE6BC}" dt="2025-03-16T09:53:51.623" v="3930" actId="47"/>
        <pc:sldMkLst>
          <pc:docMk/>
          <pc:sldMk cId="2755305679" sldId="384"/>
        </pc:sldMkLst>
      </pc:sldChg>
      <pc:sldChg chg="del">
        <pc:chgData name="Simone Beets" userId="5adb261a4dd6137b" providerId="LiveId" clId="{1F3AC849-F215-41EC-84EC-A04449DBE6BC}" dt="2025-03-16T09:53:52.250" v="3931" actId="47"/>
        <pc:sldMkLst>
          <pc:docMk/>
          <pc:sldMk cId="3435839152" sldId="385"/>
        </pc:sldMkLst>
      </pc:sldChg>
      <pc:sldChg chg="del">
        <pc:chgData name="Simone Beets" userId="5adb261a4dd6137b" providerId="LiveId" clId="{1F3AC849-F215-41EC-84EC-A04449DBE6BC}" dt="2025-03-16T09:53:53.137" v="3932" actId="47"/>
        <pc:sldMkLst>
          <pc:docMk/>
          <pc:sldMk cId="2665890241" sldId="386"/>
        </pc:sldMkLst>
      </pc:sldChg>
      <pc:sldChg chg="del">
        <pc:chgData name="Simone Beets" userId="5adb261a4dd6137b" providerId="LiveId" clId="{1F3AC849-F215-41EC-84EC-A04449DBE6BC}" dt="2025-03-16T09:53:54.033" v="3933" actId="47"/>
        <pc:sldMkLst>
          <pc:docMk/>
          <pc:sldMk cId="2929070598" sldId="387"/>
        </pc:sldMkLst>
      </pc:sldChg>
      <pc:sldChg chg="del">
        <pc:chgData name="Simone Beets" userId="5adb261a4dd6137b" providerId="LiveId" clId="{1F3AC849-F215-41EC-84EC-A04449DBE6BC}" dt="2025-03-16T09:53:54.698" v="3934" actId="47"/>
        <pc:sldMkLst>
          <pc:docMk/>
          <pc:sldMk cId="3566379816" sldId="388"/>
        </pc:sldMkLst>
      </pc:sldChg>
      <pc:sldChg chg="add del">
        <pc:chgData name="Simone Beets" userId="5adb261a4dd6137b" providerId="LiveId" clId="{1F3AC849-F215-41EC-84EC-A04449DBE6BC}" dt="2025-03-16T09:53:45.507" v="3923" actId="47"/>
        <pc:sldMkLst>
          <pc:docMk/>
          <pc:sldMk cId="3090960088" sldId="389"/>
        </pc:sldMkLst>
      </pc:sldChg>
      <pc:sldChg chg="modSp add mod modAnim modNotesTx">
        <pc:chgData name="Simone Beets" userId="5adb261a4dd6137b" providerId="LiveId" clId="{1F3AC849-F215-41EC-84EC-A04449DBE6BC}" dt="2025-03-16T08:11:57.016" v="1958" actId="12"/>
        <pc:sldMkLst>
          <pc:docMk/>
          <pc:sldMk cId="2684210106" sldId="390"/>
        </pc:sldMkLst>
      </pc:sldChg>
      <pc:sldChg chg="modSp add mod ord modAnim modNotesTx">
        <pc:chgData name="Simone Beets" userId="5adb261a4dd6137b" providerId="LiveId" clId="{1F3AC849-F215-41EC-84EC-A04449DBE6BC}" dt="2025-03-16T08:46:09.879" v="2584" actId="6549"/>
        <pc:sldMkLst>
          <pc:docMk/>
          <pc:sldMk cId="422397288" sldId="391"/>
        </pc:sldMkLst>
      </pc:sldChg>
      <pc:sldChg chg="addSp delSp modSp add del mod modAnim modNotesTx">
        <pc:chgData name="Simone Beets" userId="5adb261a4dd6137b" providerId="LiveId" clId="{1F3AC849-F215-41EC-84EC-A04449DBE6BC}" dt="2025-03-16T07:38:42.637" v="1217" actId="2696"/>
        <pc:sldMkLst>
          <pc:docMk/>
          <pc:sldMk cId="3668451241" sldId="392"/>
        </pc:sldMkLst>
      </pc:sldChg>
      <pc:sldChg chg="addSp modSp add mod modAnim">
        <pc:chgData name="Simone Beets" userId="5adb261a4dd6137b" providerId="LiveId" clId="{1F3AC849-F215-41EC-84EC-A04449DBE6BC}" dt="2025-03-17T04:36:47.367" v="5105" actId="1076"/>
        <pc:sldMkLst>
          <pc:docMk/>
          <pc:sldMk cId="1662032250" sldId="393"/>
        </pc:sldMkLst>
      </pc:sldChg>
      <pc:sldChg chg="addSp delSp modSp add mod addAnim delAnim modAnim modNotesTx">
        <pc:chgData name="Simone Beets" userId="5adb261a4dd6137b" providerId="LiveId" clId="{1F3AC849-F215-41EC-84EC-A04449DBE6BC}" dt="2025-03-17T04:46:05.441" v="5108" actId="6549"/>
        <pc:sldMkLst>
          <pc:docMk/>
          <pc:sldMk cId="226156491" sldId="394"/>
        </pc:sldMkLst>
      </pc:sldChg>
      <pc:sldChg chg="modSp add del mod ord modAnim">
        <pc:chgData name="Simone Beets" userId="5adb261a4dd6137b" providerId="LiveId" clId="{1F3AC849-F215-41EC-84EC-A04449DBE6BC}" dt="2025-03-16T08:00:28.692" v="1586" actId="2696"/>
        <pc:sldMkLst>
          <pc:docMk/>
          <pc:sldMk cId="2179254168" sldId="395"/>
        </pc:sldMkLst>
      </pc:sldChg>
      <pc:sldChg chg="addSp delSp modSp add mod delAnim modAnim modNotesTx">
        <pc:chgData name="Simone Beets" userId="5adb261a4dd6137b" providerId="LiveId" clId="{1F3AC849-F215-41EC-84EC-A04449DBE6BC}" dt="2025-03-17T04:36:56.714" v="5107"/>
        <pc:sldMkLst>
          <pc:docMk/>
          <pc:sldMk cId="920287109" sldId="396"/>
        </pc:sldMkLst>
      </pc:sldChg>
      <pc:sldChg chg="modSp add mod ord modAnim modNotesTx">
        <pc:chgData name="Simone Beets" userId="5adb261a4dd6137b" providerId="LiveId" clId="{1F3AC849-F215-41EC-84EC-A04449DBE6BC}" dt="2025-03-16T08:08:44.451" v="1941" actId="20577"/>
        <pc:sldMkLst>
          <pc:docMk/>
          <pc:sldMk cId="1427072437" sldId="397"/>
        </pc:sldMkLst>
      </pc:sldChg>
      <pc:sldChg chg="add del">
        <pc:chgData name="Simone Beets" userId="5adb261a4dd6137b" providerId="LiveId" clId="{1F3AC849-F215-41EC-84EC-A04449DBE6BC}" dt="2025-03-16T09:53:34.820" v="3912" actId="47"/>
        <pc:sldMkLst>
          <pc:docMk/>
          <pc:sldMk cId="4288141710" sldId="398"/>
        </pc:sldMkLst>
      </pc:sldChg>
      <pc:sldChg chg="delSp modSp add mod delAnim modAnim modNotesTx">
        <pc:chgData name="Simone Beets" userId="5adb261a4dd6137b" providerId="LiveId" clId="{1F3AC849-F215-41EC-84EC-A04449DBE6BC}" dt="2025-03-16T08:44:45.655" v="2552" actId="20577"/>
        <pc:sldMkLst>
          <pc:docMk/>
          <pc:sldMk cId="536390260" sldId="399"/>
        </pc:sldMkLst>
      </pc:sldChg>
      <pc:sldChg chg="add del">
        <pc:chgData name="Simone Beets" userId="5adb261a4dd6137b" providerId="LiveId" clId="{1F3AC849-F215-41EC-84EC-A04449DBE6BC}" dt="2025-03-16T09:53:37.636" v="3916" actId="47"/>
        <pc:sldMkLst>
          <pc:docMk/>
          <pc:sldMk cId="753274260" sldId="400"/>
        </pc:sldMkLst>
      </pc:sldChg>
      <pc:sldChg chg="modSp add mod modAnim">
        <pc:chgData name="Simone Beets" userId="5adb261a4dd6137b" providerId="LiveId" clId="{1F3AC849-F215-41EC-84EC-A04449DBE6BC}" dt="2025-03-16T08:49:46.815" v="2689" actId="20577"/>
        <pc:sldMkLst>
          <pc:docMk/>
          <pc:sldMk cId="1928756358" sldId="401"/>
        </pc:sldMkLst>
      </pc:sldChg>
      <pc:sldChg chg="addSp delSp modSp add mod delAnim modAnim">
        <pc:chgData name="Simone Beets" userId="5adb261a4dd6137b" providerId="LiveId" clId="{1F3AC849-F215-41EC-84EC-A04449DBE6BC}" dt="2025-03-16T10:23:05.876" v="3950"/>
        <pc:sldMkLst>
          <pc:docMk/>
          <pc:sldMk cId="2581493560" sldId="402"/>
        </pc:sldMkLst>
      </pc:sldChg>
      <pc:sldChg chg="addSp delSp modSp add mod addAnim delAnim modAnim modNotesTx">
        <pc:chgData name="Simone Beets" userId="5adb261a4dd6137b" providerId="LiveId" clId="{1F3AC849-F215-41EC-84EC-A04449DBE6BC}" dt="2025-03-17T18:27:10.480" v="5570" actId="20577"/>
        <pc:sldMkLst>
          <pc:docMk/>
          <pc:sldMk cId="2548823524" sldId="403"/>
        </pc:sldMkLst>
      </pc:sldChg>
      <pc:sldChg chg="modSp add mod ord modAnim modNotesTx">
        <pc:chgData name="Simone Beets" userId="5adb261a4dd6137b" providerId="LiveId" clId="{1F3AC849-F215-41EC-84EC-A04449DBE6BC}" dt="2025-03-17T04:53:13.090" v="5110" actId="20577"/>
        <pc:sldMkLst>
          <pc:docMk/>
          <pc:sldMk cId="741803763" sldId="404"/>
        </pc:sldMkLst>
      </pc:sldChg>
      <pc:sldChg chg="addSp delSp modSp add mod delAnim modAnim modNotesTx">
        <pc:chgData name="Simone Beets" userId="5adb261a4dd6137b" providerId="LiveId" clId="{1F3AC849-F215-41EC-84EC-A04449DBE6BC}" dt="2025-03-16T10:30:45.426" v="3965" actId="6549"/>
        <pc:sldMkLst>
          <pc:docMk/>
          <pc:sldMk cId="1601805029" sldId="405"/>
        </pc:sldMkLst>
      </pc:sldChg>
      <pc:sldChg chg="modSp add mod ord modAnim modNotesTx">
        <pc:chgData name="Simone Beets" userId="5adb261a4dd6137b" providerId="LiveId" clId="{1F3AC849-F215-41EC-84EC-A04449DBE6BC}" dt="2025-03-16T10:31:29.418" v="3970" actId="20577"/>
        <pc:sldMkLst>
          <pc:docMk/>
          <pc:sldMk cId="4220622377" sldId="406"/>
        </pc:sldMkLst>
      </pc:sldChg>
      <pc:sldChg chg="modSp add ord modAnim modNotesTx">
        <pc:chgData name="Simone Beets" userId="5adb261a4dd6137b" providerId="LiveId" clId="{1F3AC849-F215-41EC-84EC-A04449DBE6BC}" dt="2025-03-16T10:31:49.149" v="3974" actId="6549"/>
        <pc:sldMkLst>
          <pc:docMk/>
          <pc:sldMk cId="2242960218" sldId="407"/>
        </pc:sldMkLst>
      </pc:sldChg>
      <pc:sldChg chg="addSp delSp modSp add mod delAnim modAnim modNotesTx">
        <pc:chgData name="Simone Beets" userId="5adb261a4dd6137b" providerId="LiveId" clId="{1F3AC849-F215-41EC-84EC-A04449DBE6BC}" dt="2025-03-16T10:30:52.501" v="3966"/>
        <pc:sldMkLst>
          <pc:docMk/>
          <pc:sldMk cId="976054929" sldId="408"/>
        </pc:sldMkLst>
      </pc:sldChg>
      <pc:sldChg chg="add del">
        <pc:chgData name="Simone Beets" userId="5adb261a4dd6137b" providerId="LiveId" clId="{1F3AC849-F215-41EC-84EC-A04449DBE6BC}" dt="2025-03-16T09:15:46.771" v="3586" actId="47"/>
        <pc:sldMkLst>
          <pc:docMk/>
          <pc:sldMk cId="1278055312" sldId="408"/>
        </pc:sldMkLst>
      </pc:sldChg>
      <pc:sldChg chg="add del">
        <pc:chgData name="Simone Beets" userId="5adb261a4dd6137b" providerId="LiveId" clId="{1F3AC849-F215-41EC-84EC-A04449DBE6BC}" dt="2025-03-16T09:28:02.304" v="3677" actId="47"/>
        <pc:sldMkLst>
          <pc:docMk/>
          <pc:sldMk cId="3871225136" sldId="409"/>
        </pc:sldMkLst>
      </pc:sldChg>
      <pc:sldChg chg="addSp modSp add mod modAnim modNotesTx">
        <pc:chgData name="Simone Beets" userId="5adb261a4dd6137b" providerId="LiveId" clId="{1F3AC849-F215-41EC-84EC-A04449DBE6BC}" dt="2025-03-16T10:31:38.901" v="3971" actId="6549"/>
        <pc:sldMkLst>
          <pc:docMk/>
          <pc:sldMk cId="246443275" sldId="410"/>
        </pc:sldMkLst>
      </pc:sldChg>
      <pc:sldChg chg="delSp modSp add mod modAnim modNotesTx">
        <pc:chgData name="Simone Beets" userId="5adb261a4dd6137b" providerId="LiveId" clId="{1F3AC849-F215-41EC-84EC-A04449DBE6BC}" dt="2025-03-16T10:31:42.100" v="3972" actId="6549"/>
        <pc:sldMkLst>
          <pc:docMk/>
          <pc:sldMk cId="852655609" sldId="411"/>
        </pc:sldMkLst>
      </pc:sldChg>
      <pc:sldChg chg="delSp modSp add mod ord modAnim modNotesTx">
        <pc:chgData name="Simone Beets" userId="5adb261a4dd6137b" providerId="LiveId" clId="{1F3AC849-F215-41EC-84EC-A04449DBE6BC}" dt="2025-03-16T10:31:44.604" v="3973" actId="6549"/>
        <pc:sldMkLst>
          <pc:docMk/>
          <pc:sldMk cId="395443802" sldId="412"/>
        </pc:sldMkLst>
      </pc:sldChg>
      <pc:sldChg chg="modSp add mod modAnim modNotesTx">
        <pc:chgData name="Simone Beets" userId="5adb261a4dd6137b" providerId="LiveId" clId="{1F3AC849-F215-41EC-84EC-A04449DBE6BC}" dt="2025-03-16T10:31:51.981" v="3975" actId="6549"/>
        <pc:sldMkLst>
          <pc:docMk/>
          <pc:sldMk cId="438604043" sldId="413"/>
        </pc:sldMkLst>
      </pc:sldChg>
      <pc:sldChg chg="modSp add mod modAnim modNotesTx">
        <pc:chgData name="Simone Beets" userId="5adb261a4dd6137b" providerId="LiveId" clId="{1F3AC849-F215-41EC-84EC-A04449DBE6BC}" dt="2025-03-16T10:31:55.431" v="3976" actId="6549"/>
        <pc:sldMkLst>
          <pc:docMk/>
          <pc:sldMk cId="3096865357" sldId="414"/>
        </pc:sldMkLst>
      </pc:sldChg>
      <pc:sldChg chg="modSp add mod modAnim modNotesTx">
        <pc:chgData name="Simone Beets" userId="5adb261a4dd6137b" providerId="LiveId" clId="{1F3AC849-F215-41EC-84EC-A04449DBE6BC}" dt="2025-03-16T10:36:49.868" v="4468" actId="20577"/>
        <pc:sldMkLst>
          <pc:docMk/>
          <pc:sldMk cId="3654530391" sldId="415"/>
        </pc:sldMkLst>
      </pc:sldChg>
      <pc:sldChg chg="modSp add modAnim modNotesTx">
        <pc:chgData name="Simone Beets" userId="5adb261a4dd6137b" providerId="LiveId" clId="{1F3AC849-F215-41EC-84EC-A04449DBE6BC}" dt="2025-03-16T10:33:08.804" v="4076" actId="20577"/>
        <pc:sldMkLst>
          <pc:docMk/>
          <pc:sldMk cId="3180297522" sldId="416"/>
        </pc:sldMkLst>
      </pc:sldChg>
      <pc:sldChg chg="modSp add mod ord modNotesTx">
        <pc:chgData name="Simone Beets" userId="5adb261a4dd6137b" providerId="LiveId" clId="{1F3AC849-F215-41EC-84EC-A04449DBE6BC}" dt="2025-03-17T18:28:03.640" v="5646" actId="5793"/>
        <pc:sldMkLst>
          <pc:docMk/>
          <pc:sldMk cId="2083726452" sldId="417"/>
        </pc:sldMkLst>
      </pc:sldChg>
      <pc:sldChg chg="add">
        <pc:chgData name="Simone Beets" userId="5adb261a4dd6137b" providerId="LiveId" clId="{1F3AC849-F215-41EC-84EC-A04449DBE6BC}" dt="2025-03-16T10:20:13.543" v="3935" actId="2890"/>
        <pc:sldMkLst>
          <pc:docMk/>
          <pc:sldMk cId="3637301509" sldId="418"/>
        </pc:sldMkLst>
      </pc:sldChg>
      <pc:sldChg chg="add modNotesTx">
        <pc:chgData name="Simone Beets" userId="5adb261a4dd6137b" providerId="LiveId" clId="{1F3AC849-F215-41EC-84EC-A04449DBE6BC}" dt="2025-03-17T18:26:30.771" v="5568" actId="20577"/>
        <pc:sldMkLst>
          <pc:docMk/>
          <pc:sldMk cId="4218234025" sldId="419"/>
        </pc:sldMkLst>
      </pc:sldChg>
      <pc:sldChg chg="addSp delSp modSp add mod ord modAnim">
        <pc:chgData name="Simone Beets" userId="5adb261a4dd6137b" providerId="LiveId" clId="{1F3AC849-F215-41EC-84EC-A04449DBE6BC}" dt="2025-03-17T06:36:50.868" v="5504"/>
        <pc:sldMkLst>
          <pc:docMk/>
          <pc:sldMk cId="2673821010" sldId="420"/>
        </pc:sldMkLst>
      </pc:sldChg>
      <pc:sldChg chg="modSp add mod ord modAnim">
        <pc:chgData name="Simone Beets" userId="5adb261a4dd6137b" providerId="LiveId" clId="{1F3AC849-F215-41EC-84EC-A04449DBE6BC}" dt="2025-03-17T06:39:04.103" v="5564" actId="20577"/>
        <pc:sldMkLst>
          <pc:docMk/>
          <pc:sldMk cId="3254186665" sldId="421"/>
        </pc:sldMkLst>
      </pc:sldChg>
    </pc:docChg>
  </pc:docChgLst>
  <pc:docChgLst>
    <pc:chgData name="Simone Beets" userId="5adb261a4dd6137b" providerId="LiveId" clId="{DDE58967-A244-4D6C-9C7F-5BC75BC9361B}"/>
    <pc:docChg chg="custSel addSld delSld modSld sldOrd">
      <pc:chgData name="Simone Beets" userId="5adb261a4dd6137b" providerId="LiveId" clId="{DDE58967-A244-4D6C-9C7F-5BC75BC9361B}" dt="2025-05-27T03:56:41.499" v="3057" actId="20577"/>
      <pc:docMkLst>
        <pc:docMk/>
      </pc:docMkLst>
      <pc:sldChg chg="modNotesTx">
        <pc:chgData name="Simone Beets" userId="5adb261a4dd6137b" providerId="LiveId" clId="{DDE58967-A244-4D6C-9C7F-5BC75BC9361B}" dt="2025-05-26T08:09:38.131" v="3009" actId="20577"/>
        <pc:sldMkLst>
          <pc:docMk/>
          <pc:sldMk cId="0" sldId="269"/>
        </pc:sldMkLst>
      </pc:sldChg>
      <pc:sldChg chg="modSp mod">
        <pc:chgData name="Simone Beets" userId="5adb261a4dd6137b" providerId="LiveId" clId="{DDE58967-A244-4D6C-9C7F-5BC75BC9361B}" dt="2025-05-26T04:58:33.477" v="13" actId="20577"/>
        <pc:sldMkLst>
          <pc:docMk/>
          <pc:sldMk cId="0" sldId="271"/>
        </pc:sldMkLst>
        <pc:spChg chg="mod">
          <ac:chgData name="Simone Beets" userId="5adb261a4dd6137b" providerId="LiveId" clId="{DDE58967-A244-4D6C-9C7F-5BC75BC9361B}" dt="2025-05-26T04:58:33.477" v="13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DDE58967-A244-4D6C-9C7F-5BC75BC9361B}" dt="2025-05-26T04:58:41.400" v="14" actId="47"/>
        <pc:sldMkLst>
          <pc:docMk/>
          <pc:sldMk cId="2049952096" sldId="340"/>
        </pc:sldMkLst>
      </pc:sldChg>
      <pc:sldChg chg="modSp add mod ord modAnim modNotesTx">
        <pc:chgData name="Simone Beets" userId="5adb261a4dd6137b" providerId="LiveId" clId="{DDE58967-A244-4D6C-9C7F-5BC75BC9361B}" dt="2025-05-26T06:54:53.802" v="2022" actId="403"/>
        <pc:sldMkLst>
          <pc:docMk/>
          <pc:sldMk cId="2139219120" sldId="422"/>
        </pc:sldMkLst>
        <pc:spChg chg="mod">
          <ac:chgData name="Simone Beets" userId="5adb261a4dd6137b" providerId="LiveId" clId="{DDE58967-A244-4D6C-9C7F-5BC75BC9361B}" dt="2025-05-26T06:54:53.802" v="2022" actId="403"/>
          <ac:spMkLst>
            <pc:docMk/>
            <pc:sldMk cId="2139219120" sldId="422"/>
            <ac:spMk id="20482" creationId="{0432E8AB-1362-3FFF-82A2-25F2108BE439}"/>
          </ac:spMkLst>
        </pc:spChg>
        <pc:spChg chg="mod">
          <ac:chgData name="Simone Beets" userId="5adb261a4dd6137b" providerId="LiveId" clId="{DDE58967-A244-4D6C-9C7F-5BC75BC9361B}" dt="2025-05-26T06:14:17.481" v="1266" actId="20577"/>
          <ac:spMkLst>
            <pc:docMk/>
            <pc:sldMk cId="2139219120" sldId="422"/>
            <ac:spMk id="20483" creationId="{BFE4FE40-7CAC-E367-7591-1A565BE1DADF}"/>
          </ac:spMkLst>
        </pc:spChg>
      </pc:sldChg>
      <pc:sldChg chg="modNotesTx">
        <pc:chgData name="Simone Beets" userId="5adb261a4dd6137b" providerId="LiveId" clId="{DDE58967-A244-4D6C-9C7F-5BC75BC9361B}" dt="2025-05-26T06:53:49.001" v="1950" actId="20577"/>
        <pc:sldMkLst>
          <pc:docMk/>
          <pc:sldMk cId="244380026" sldId="442"/>
        </pc:sldMkLst>
      </pc:sldChg>
      <pc:sldChg chg="del">
        <pc:chgData name="Simone Beets" userId="5adb261a4dd6137b" providerId="LiveId" clId="{DDE58967-A244-4D6C-9C7F-5BC75BC9361B}" dt="2025-05-26T04:58:47.455" v="15" actId="47"/>
        <pc:sldMkLst>
          <pc:docMk/>
          <pc:sldMk cId="3254395611" sldId="445"/>
        </pc:sldMkLst>
      </pc:sldChg>
      <pc:sldChg chg="modSp add mod modAnim">
        <pc:chgData name="Simone Beets" userId="5adb261a4dd6137b" providerId="LiveId" clId="{DDE58967-A244-4D6C-9C7F-5BC75BC9361B}" dt="2025-05-26T06:54:50.571" v="2020" actId="403"/>
        <pc:sldMkLst>
          <pc:docMk/>
          <pc:sldMk cId="253438566" sldId="449"/>
        </pc:sldMkLst>
        <pc:spChg chg="mod">
          <ac:chgData name="Simone Beets" userId="5adb261a4dd6137b" providerId="LiveId" clId="{DDE58967-A244-4D6C-9C7F-5BC75BC9361B}" dt="2025-05-26T06:54:50.571" v="2020" actId="403"/>
          <ac:spMkLst>
            <pc:docMk/>
            <pc:sldMk cId="253438566" sldId="449"/>
            <ac:spMk id="20482" creationId="{B21C0C66-76D5-E2C2-0224-1E8401221598}"/>
          </ac:spMkLst>
        </pc:spChg>
        <pc:spChg chg="mod">
          <ac:chgData name="Simone Beets" userId="5adb261a4dd6137b" providerId="LiveId" clId="{DDE58967-A244-4D6C-9C7F-5BC75BC9361B}" dt="2025-05-26T06:15:29.958" v="1281" actId="6549"/>
          <ac:spMkLst>
            <pc:docMk/>
            <pc:sldMk cId="253438566" sldId="449"/>
            <ac:spMk id="20483" creationId="{49AAAB6B-ABD1-27B2-55A3-CB8064D1273A}"/>
          </ac:spMkLst>
        </pc:spChg>
      </pc:sldChg>
      <pc:sldChg chg="modSp add mod modNotesTx">
        <pc:chgData name="Simone Beets" userId="5adb261a4dd6137b" providerId="LiveId" clId="{DDE58967-A244-4D6C-9C7F-5BC75BC9361B}" dt="2025-05-26T07:00:01.647" v="2111" actId="14"/>
        <pc:sldMkLst>
          <pc:docMk/>
          <pc:sldMk cId="1981732923" sldId="465"/>
        </pc:sldMkLst>
        <pc:spChg chg="mod">
          <ac:chgData name="Simone Beets" userId="5adb261a4dd6137b" providerId="LiveId" clId="{DDE58967-A244-4D6C-9C7F-5BC75BC9361B}" dt="2025-05-26T06:21:44.533" v="1610" actId="6549"/>
          <ac:spMkLst>
            <pc:docMk/>
            <pc:sldMk cId="1981732923" sldId="465"/>
            <ac:spMk id="81922" creationId="{644B56AE-BFDF-A474-761A-B3EB74D8D3D5}"/>
          </ac:spMkLst>
        </pc:spChg>
        <pc:spChg chg="mod">
          <ac:chgData name="Simone Beets" userId="5adb261a4dd6137b" providerId="LiveId" clId="{DDE58967-A244-4D6C-9C7F-5BC75BC9361B}" dt="2025-05-26T07:00:01.647" v="2111" actId="14"/>
          <ac:spMkLst>
            <pc:docMk/>
            <pc:sldMk cId="1981732923" sldId="465"/>
            <ac:spMk id="81923" creationId="{3837DCEC-38D1-23BC-68BE-2487E637FBD8}"/>
          </ac:spMkLst>
        </pc:spChg>
      </pc:sldChg>
      <pc:sldChg chg="addSp delSp modSp mod modAnim">
        <pc:chgData name="Simone Beets" userId="5adb261a4dd6137b" providerId="LiveId" clId="{DDE58967-A244-4D6C-9C7F-5BC75BC9361B}" dt="2025-05-26T05:16:53.960" v="382" actId="113"/>
        <pc:sldMkLst>
          <pc:docMk/>
          <pc:sldMk cId="604304610" sldId="491"/>
        </pc:sldMkLst>
        <pc:spChg chg="add del mod">
          <ac:chgData name="Simone Beets" userId="5adb261a4dd6137b" providerId="LiveId" clId="{DDE58967-A244-4D6C-9C7F-5BC75BC9361B}" dt="2025-05-26T05:16:03.526" v="365" actId="478"/>
          <ac:spMkLst>
            <pc:docMk/>
            <pc:sldMk cId="604304610" sldId="491"/>
            <ac:spMk id="2" creationId="{E9507E46-BB84-5307-5743-BB5D9C2F64AE}"/>
          </ac:spMkLst>
        </pc:spChg>
        <pc:spChg chg="add del mod">
          <ac:chgData name="Simone Beets" userId="5adb261a4dd6137b" providerId="LiveId" clId="{DDE58967-A244-4D6C-9C7F-5BC75BC9361B}" dt="2025-05-26T05:16:02.038" v="364" actId="478"/>
          <ac:spMkLst>
            <pc:docMk/>
            <pc:sldMk cId="604304610" sldId="491"/>
            <ac:spMk id="3" creationId="{D448E5AA-207C-5C74-306F-210679E605E2}"/>
          </ac:spMkLst>
        </pc:spChg>
        <pc:spChg chg="add mod ord">
          <ac:chgData name="Simone Beets" userId="5adb261a4dd6137b" providerId="LiveId" clId="{DDE58967-A244-4D6C-9C7F-5BC75BC9361B}" dt="2025-05-26T05:16:19.871" v="368" actId="167"/>
          <ac:spMkLst>
            <pc:docMk/>
            <pc:sldMk cId="604304610" sldId="491"/>
            <ac:spMk id="4" creationId="{CF5FB3E6-BCE4-1E66-B374-ECE821C6D2A3}"/>
          </ac:spMkLst>
        </pc:spChg>
        <pc:spChg chg="mod">
          <ac:chgData name="Simone Beets" userId="5adb261a4dd6137b" providerId="LiveId" clId="{DDE58967-A244-4D6C-9C7F-5BC75BC9361B}" dt="2025-05-26T05:16:53.960" v="382" actId="113"/>
          <ac:spMkLst>
            <pc:docMk/>
            <pc:sldMk cId="604304610" sldId="491"/>
            <ac:spMk id="20482" creationId="{BB12834D-CE08-16CC-9888-6A12B39FCE8D}"/>
          </ac:spMkLst>
        </pc:spChg>
        <pc:spChg chg="del mod">
          <ac:chgData name="Simone Beets" userId="5adb261a4dd6137b" providerId="LiveId" clId="{DDE58967-A244-4D6C-9C7F-5BC75BC9361B}" dt="2025-05-26T05:15:58.342" v="363" actId="478"/>
          <ac:spMkLst>
            <pc:docMk/>
            <pc:sldMk cId="604304610" sldId="491"/>
            <ac:spMk id="20483" creationId="{77BA1AF0-9F48-B449-5F98-49FEEDF27A4D}"/>
          </ac:spMkLst>
        </pc:spChg>
      </pc:sldChg>
      <pc:sldChg chg="del">
        <pc:chgData name="Simone Beets" userId="5adb261a4dd6137b" providerId="LiveId" clId="{DDE58967-A244-4D6C-9C7F-5BC75BC9361B}" dt="2025-05-26T05:03:00.406" v="56" actId="47"/>
        <pc:sldMkLst>
          <pc:docMk/>
          <pc:sldMk cId="4076522587" sldId="493"/>
        </pc:sldMkLst>
      </pc:sldChg>
      <pc:sldChg chg="del">
        <pc:chgData name="Simone Beets" userId="5adb261a4dd6137b" providerId="LiveId" clId="{DDE58967-A244-4D6C-9C7F-5BC75BC9361B}" dt="2025-05-26T05:03:02.301" v="57" actId="47"/>
        <pc:sldMkLst>
          <pc:docMk/>
          <pc:sldMk cId="4235326373" sldId="494"/>
        </pc:sldMkLst>
      </pc:sldChg>
      <pc:sldChg chg="del">
        <pc:chgData name="Simone Beets" userId="5adb261a4dd6137b" providerId="LiveId" clId="{DDE58967-A244-4D6C-9C7F-5BC75BC9361B}" dt="2025-05-26T05:03:02.949" v="58" actId="47"/>
        <pc:sldMkLst>
          <pc:docMk/>
          <pc:sldMk cId="2450083800" sldId="495"/>
        </pc:sldMkLst>
      </pc:sldChg>
      <pc:sldChg chg="del">
        <pc:chgData name="Simone Beets" userId="5adb261a4dd6137b" providerId="LiveId" clId="{DDE58967-A244-4D6C-9C7F-5BC75BC9361B}" dt="2025-05-26T05:03:04.121" v="59" actId="47"/>
        <pc:sldMkLst>
          <pc:docMk/>
          <pc:sldMk cId="3583654222" sldId="496"/>
        </pc:sldMkLst>
      </pc:sldChg>
      <pc:sldChg chg="del">
        <pc:chgData name="Simone Beets" userId="5adb261a4dd6137b" providerId="LiveId" clId="{DDE58967-A244-4D6C-9C7F-5BC75BC9361B}" dt="2025-05-26T05:03:05.046" v="60" actId="47"/>
        <pc:sldMkLst>
          <pc:docMk/>
          <pc:sldMk cId="3931386628" sldId="497"/>
        </pc:sldMkLst>
      </pc:sldChg>
      <pc:sldChg chg="del">
        <pc:chgData name="Simone Beets" userId="5adb261a4dd6137b" providerId="LiveId" clId="{DDE58967-A244-4D6C-9C7F-5BC75BC9361B}" dt="2025-05-26T05:03:05.702" v="61" actId="47"/>
        <pc:sldMkLst>
          <pc:docMk/>
          <pc:sldMk cId="2326012150" sldId="498"/>
        </pc:sldMkLst>
      </pc:sldChg>
      <pc:sldChg chg="del">
        <pc:chgData name="Simone Beets" userId="5adb261a4dd6137b" providerId="LiveId" clId="{DDE58967-A244-4D6C-9C7F-5BC75BC9361B}" dt="2025-05-26T05:03:06.750" v="62" actId="47"/>
        <pc:sldMkLst>
          <pc:docMk/>
          <pc:sldMk cId="1551794753" sldId="499"/>
        </pc:sldMkLst>
      </pc:sldChg>
      <pc:sldChg chg="del">
        <pc:chgData name="Simone Beets" userId="5adb261a4dd6137b" providerId="LiveId" clId="{DDE58967-A244-4D6C-9C7F-5BC75BC9361B}" dt="2025-05-26T05:03:07.383" v="63" actId="47"/>
        <pc:sldMkLst>
          <pc:docMk/>
          <pc:sldMk cId="1773631141" sldId="500"/>
        </pc:sldMkLst>
      </pc:sldChg>
      <pc:sldChg chg="del">
        <pc:chgData name="Simone Beets" userId="5adb261a4dd6137b" providerId="LiveId" clId="{DDE58967-A244-4D6C-9C7F-5BC75BC9361B}" dt="2025-05-26T05:03:08.398" v="64" actId="47"/>
        <pc:sldMkLst>
          <pc:docMk/>
          <pc:sldMk cId="3348058523" sldId="501"/>
        </pc:sldMkLst>
      </pc:sldChg>
      <pc:sldChg chg="addSp delSp modSp mod modAnim">
        <pc:chgData name="Simone Beets" userId="5adb261a4dd6137b" providerId="LiveId" clId="{DDE58967-A244-4D6C-9C7F-5BC75BC9361B}" dt="2025-05-26T05:20:40.078" v="581"/>
        <pc:sldMkLst>
          <pc:docMk/>
          <pc:sldMk cId="4186540622" sldId="502"/>
        </pc:sldMkLst>
        <pc:spChg chg="add del mod">
          <ac:chgData name="Simone Beets" userId="5adb261a4dd6137b" providerId="LiveId" clId="{DDE58967-A244-4D6C-9C7F-5BC75BC9361B}" dt="2025-05-26T05:20:19.061" v="577" actId="1035"/>
          <ac:spMkLst>
            <pc:docMk/>
            <pc:sldMk cId="4186540622" sldId="502"/>
            <ac:spMk id="2" creationId="{EA709F98-4871-9C93-69E8-3B1CB1443081}"/>
          </ac:spMkLst>
        </pc:spChg>
        <pc:spChg chg="del">
          <ac:chgData name="Simone Beets" userId="5adb261a4dd6137b" providerId="LiveId" clId="{DDE58967-A244-4D6C-9C7F-5BC75BC9361B}" dt="2025-05-26T05:20:12.518" v="574" actId="478"/>
          <ac:spMkLst>
            <pc:docMk/>
            <pc:sldMk cId="4186540622" sldId="502"/>
            <ac:spMk id="3" creationId="{DB926702-81A9-6E36-97BA-D5425056F011}"/>
          </ac:spMkLst>
        </pc:spChg>
        <pc:spChg chg="add mod">
          <ac:chgData name="Simone Beets" userId="5adb261a4dd6137b" providerId="LiveId" clId="{DDE58967-A244-4D6C-9C7F-5BC75BC9361B}" dt="2025-05-26T05:20:22.367" v="578" actId="404"/>
          <ac:spMkLst>
            <pc:docMk/>
            <pc:sldMk cId="4186540622" sldId="502"/>
            <ac:spMk id="6" creationId="{741FBD9C-CF34-CC79-42EF-0919016089F0}"/>
          </ac:spMkLst>
        </pc:spChg>
        <pc:spChg chg="add mod">
          <ac:chgData name="Simone Beets" userId="5adb261a4dd6137b" providerId="LiveId" clId="{DDE58967-A244-4D6C-9C7F-5BC75BC9361B}" dt="2025-05-26T05:20:26.815" v="579" actId="404"/>
          <ac:spMkLst>
            <pc:docMk/>
            <pc:sldMk cId="4186540622" sldId="502"/>
            <ac:spMk id="8" creationId="{C9C40FAC-839C-0309-2E8D-43A3C3A8BA57}"/>
          </ac:spMkLst>
        </pc:spChg>
        <pc:spChg chg="add del mod">
          <ac:chgData name="Simone Beets" userId="5adb261a4dd6137b" providerId="LiveId" clId="{DDE58967-A244-4D6C-9C7F-5BC75BC9361B}" dt="2025-05-26T05:19:33.670" v="532" actId="478"/>
          <ac:spMkLst>
            <pc:docMk/>
            <pc:sldMk cId="4186540622" sldId="502"/>
            <ac:spMk id="9" creationId="{B6ADC36D-1346-5EB0-5CFA-35A09942DD7A}"/>
          </ac:spMkLst>
        </pc:spChg>
        <pc:spChg chg="del mod">
          <ac:chgData name="Simone Beets" userId="5adb261a4dd6137b" providerId="LiveId" clId="{DDE58967-A244-4D6C-9C7F-5BC75BC9361B}" dt="2025-05-26T05:17:32.511" v="393" actId="478"/>
          <ac:spMkLst>
            <pc:docMk/>
            <pc:sldMk cId="4186540622" sldId="502"/>
            <ac:spMk id="20482" creationId="{6AA7E853-8FD9-416E-226E-A20019B69D64}"/>
          </ac:spMkLst>
        </pc:spChg>
        <pc:spChg chg="del mod">
          <ac:chgData name="Simone Beets" userId="5adb261a4dd6137b" providerId="LiveId" clId="{DDE58967-A244-4D6C-9C7F-5BC75BC9361B}" dt="2025-05-26T05:19:31.583" v="531" actId="478"/>
          <ac:spMkLst>
            <pc:docMk/>
            <pc:sldMk cId="4186540622" sldId="502"/>
            <ac:spMk id="20483" creationId="{B3FF46F8-0FC4-139C-9ECA-98C5130CA053}"/>
          </ac:spMkLst>
        </pc:spChg>
        <pc:picChg chg="add mod">
          <ac:chgData name="Simone Beets" userId="5adb261a4dd6137b" providerId="LiveId" clId="{DDE58967-A244-4D6C-9C7F-5BC75BC9361B}" dt="2025-05-26T05:20:05.687" v="572" actId="1037"/>
          <ac:picMkLst>
            <pc:docMk/>
            <pc:sldMk cId="4186540622" sldId="502"/>
            <ac:picMk id="5" creationId="{452D8B1D-FF10-E0CC-B2C2-FE31532367FC}"/>
          </ac:picMkLst>
        </pc:picChg>
        <pc:picChg chg="add mod">
          <ac:chgData name="Simone Beets" userId="5adb261a4dd6137b" providerId="LiveId" clId="{DDE58967-A244-4D6C-9C7F-5BC75BC9361B}" dt="2025-05-26T05:20:05.687" v="572" actId="1037"/>
          <ac:picMkLst>
            <pc:docMk/>
            <pc:sldMk cId="4186540622" sldId="502"/>
            <ac:picMk id="7" creationId="{0FBB0B88-71C8-230E-A3BF-C31681949ED8}"/>
          </ac:picMkLst>
        </pc:picChg>
      </pc:sldChg>
      <pc:sldChg chg="addSp modSp mod modAnim">
        <pc:chgData name="Simone Beets" userId="5adb261a4dd6137b" providerId="LiveId" clId="{DDE58967-A244-4D6C-9C7F-5BC75BC9361B}" dt="2025-05-26T07:24:51.315" v="2225" actId="20577"/>
        <pc:sldMkLst>
          <pc:docMk/>
          <pc:sldMk cId="2828392473" sldId="503"/>
        </pc:sldMkLst>
        <pc:spChg chg="add mod">
          <ac:chgData name="Simone Beets" userId="5adb261a4dd6137b" providerId="LiveId" clId="{DDE58967-A244-4D6C-9C7F-5BC75BC9361B}" dt="2025-05-26T05:09:01.841" v="236" actId="1582"/>
          <ac:spMkLst>
            <pc:docMk/>
            <pc:sldMk cId="2828392473" sldId="503"/>
            <ac:spMk id="4" creationId="{776EF265-9174-232E-9062-7922D5416157}"/>
          </ac:spMkLst>
        </pc:spChg>
        <pc:spChg chg="mod">
          <ac:chgData name="Simone Beets" userId="5adb261a4dd6137b" providerId="LiveId" clId="{DDE58967-A244-4D6C-9C7F-5BC75BC9361B}" dt="2025-05-26T05:07:39.614" v="222" actId="20577"/>
          <ac:spMkLst>
            <pc:docMk/>
            <pc:sldMk cId="2828392473" sldId="503"/>
            <ac:spMk id="20482" creationId="{3036F6A8-B48E-E48A-74E3-17871D70A034}"/>
          </ac:spMkLst>
        </pc:spChg>
        <pc:spChg chg="mod">
          <ac:chgData name="Simone Beets" userId="5adb261a4dd6137b" providerId="LiveId" clId="{DDE58967-A244-4D6C-9C7F-5BC75BC9361B}" dt="2025-05-26T07:24:51.315" v="2225" actId="20577"/>
          <ac:spMkLst>
            <pc:docMk/>
            <pc:sldMk cId="2828392473" sldId="503"/>
            <ac:spMk id="20483" creationId="{07597B69-456D-CCD4-FC2E-61CE4922AF62}"/>
          </ac:spMkLst>
        </pc:spChg>
        <pc:picChg chg="add mod">
          <ac:chgData name="Simone Beets" userId="5adb261a4dd6137b" providerId="LiveId" clId="{DDE58967-A244-4D6C-9C7F-5BC75BC9361B}" dt="2025-05-26T05:08:46.817" v="232" actId="1076"/>
          <ac:picMkLst>
            <pc:docMk/>
            <pc:sldMk cId="2828392473" sldId="503"/>
            <ac:picMk id="3" creationId="{85F7AAC6-0D30-91DE-2676-4C684E445B94}"/>
          </ac:picMkLst>
        </pc:picChg>
      </pc:sldChg>
      <pc:sldChg chg="addSp delSp modSp add mod modAnim">
        <pc:chgData name="Simone Beets" userId="5adb261a4dd6137b" providerId="LiveId" clId="{DDE58967-A244-4D6C-9C7F-5BC75BC9361B}" dt="2025-05-26T06:53:59.469" v="1951" actId="207"/>
        <pc:sldMkLst>
          <pc:docMk/>
          <pc:sldMk cId="4099807185" sldId="504"/>
        </pc:sldMkLst>
        <pc:spChg chg="del">
          <ac:chgData name="Simone Beets" userId="5adb261a4dd6137b" providerId="LiveId" clId="{DDE58967-A244-4D6C-9C7F-5BC75BC9361B}" dt="2025-05-26T05:00:05.869" v="41" actId="478"/>
          <ac:spMkLst>
            <pc:docMk/>
            <pc:sldMk cId="4099807185" sldId="504"/>
            <ac:spMk id="2" creationId="{C3C4DAF2-63B4-068E-0410-40A6B8C128EE}"/>
          </ac:spMkLst>
        </pc:spChg>
        <pc:spChg chg="mod">
          <ac:chgData name="Simone Beets" userId="5adb261a4dd6137b" providerId="LiveId" clId="{DDE58967-A244-4D6C-9C7F-5BC75BC9361B}" dt="2025-05-26T06:53:59.469" v="1951" actId="207"/>
          <ac:spMkLst>
            <pc:docMk/>
            <pc:sldMk cId="4099807185" sldId="504"/>
            <ac:spMk id="20482" creationId="{78AE7A7C-663B-D9D6-E46A-F67E1B7D0285}"/>
          </ac:spMkLst>
        </pc:spChg>
        <pc:spChg chg="mod">
          <ac:chgData name="Simone Beets" userId="5adb261a4dd6137b" providerId="LiveId" clId="{DDE58967-A244-4D6C-9C7F-5BC75BC9361B}" dt="2025-05-26T04:59:56.534" v="38"/>
          <ac:spMkLst>
            <pc:docMk/>
            <pc:sldMk cId="4099807185" sldId="504"/>
            <ac:spMk id="20483" creationId="{5E867CD9-AD99-0D27-2082-EA90EFDAF2C8}"/>
          </ac:spMkLst>
        </pc:spChg>
        <pc:picChg chg="add mod">
          <ac:chgData name="Simone Beets" userId="5adb261a4dd6137b" providerId="LiveId" clId="{DDE58967-A244-4D6C-9C7F-5BC75BC9361B}" dt="2025-05-26T05:00:03.054" v="40" actId="1076"/>
          <ac:picMkLst>
            <pc:docMk/>
            <pc:sldMk cId="4099807185" sldId="504"/>
            <ac:picMk id="3" creationId="{52537D49-49B8-4588-2191-E7506A0CDC44}"/>
          </ac:picMkLst>
        </pc:picChg>
      </pc:sldChg>
      <pc:sldChg chg="addSp delSp modSp add mod modAnim">
        <pc:chgData name="Simone Beets" userId="5adb261a4dd6137b" providerId="LiveId" clId="{DDE58967-A244-4D6C-9C7F-5BC75BC9361B}" dt="2025-05-26T06:54:03.914" v="1952" actId="207"/>
        <pc:sldMkLst>
          <pc:docMk/>
          <pc:sldMk cId="1172167320" sldId="505"/>
        </pc:sldMkLst>
        <pc:spChg chg="add mod">
          <ac:chgData name="Simone Beets" userId="5adb261a4dd6137b" providerId="LiveId" clId="{DDE58967-A244-4D6C-9C7F-5BC75BC9361B}" dt="2025-05-26T05:01:56.981" v="55" actId="122"/>
          <ac:spMkLst>
            <pc:docMk/>
            <pc:sldMk cId="1172167320" sldId="505"/>
            <ac:spMk id="4" creationId="{88036D26-1002-E48F-8CFE-20186EA2FC72}"/>
          </ac:spMkLst>
        </pc:spChg>
        <pc:spChg chg="mod">
          <ac:chgData name="Simone Beets" userId="5adb261a4dd6137b" providerId="LiveId" clId="{DDE58967-A244-4D6C-9C7F-5BC75BC9361B}" dt="2025-05-26T06:54:03.914" v="1952" actId="207"/>
          <ac:spMkLst>
            <pc:docMk/>
            <pc:sldMk cId="1172167320" sldId="505"/>
            <ac:spMk id="20482" creationId="{4CFFC908-CEBB-1896-170E-CC727DCA7C15}"/>
          </ac:spMkLst>
        </pc:spChg>
        <pc:spChg chg="mod">
          <ac:chgData name="Simone Beets" userId="5adb261a4dd6137b" providerId="LiveId" clId="{DDE58967-A244-4D6C-9C7F-5BC75BC9361B}" dt="2025-05-26T05:00:38.998" v="51" actId="20577"/>
          <ac:spMkLst>
            <pc:docMk/>
            <pc:sldMk cId="1172167320" sldId="505"/>
            <ac:spMk id="20483" creationId="{F008A150-43F8-84AF-9AE0-017B9B7BF048}"/>
          </ac:spMkLst>
        </pc:spChg>
        <pc:picChg chg="add mod">
          <ac:chgData name="Simone Beets" userId="5adb261a4dd6137b" providerId="LiveId" clId="{DDE58967-A244-4D6C-9C7F-5BC75BC9361B}" dt="2025-05-26T05:00:33.197" v="49" actId="14100"/>
          <ac:picMkLst>
            <pc:docMk/>
            <pc:sldMk cId="1172167320" sldId="505"/>
            <ac:picMk id="2" creationId="{4D779886-8CEF-0898-F0DA-158C848FC6AC}"/>
          </ac:picMkLst>
        </pc:picChg>
        <pc:picChg chg="del">
          <ac:chgData name="Simone Beets" userId="5adb261a4dd6137b" providerId="LiveId" clId="{DDE58967-A244-4D6C-9C7F-5BC75BC9361B}" dt="2025-05-26T05:00:25.550" v="46" actId="478"/>
          <ac:picMkLst>
            <pc:docMk/>
            <pc:sldMk cId="1172167320" sldId="505"/>
            <ac:picMk id="3" creationId="{D32DE341-6012-1156-BC67-36D547D109D3}"/>
          </ac:picMkLst>
        </pc:picChg>
      </pc:sldChg>
      <pc:sldChg chg="addSp delSp modSp add mod modAnim">
        <pc:chgData name="Simone Beets" userId="5adb261a4dd6137b" providerId="LiveId" clId="{DDE58967-A244-4D6C-9C7F-5BC75BC9361B}" dt="2025-05-26T05:21:22.239" v="592" actId="14"/>
        <pc:sldMkLst>
          <pc:docMk/>
          <pc:sldMk cId="3206408956" sldId="506"/>
        </pc:sldMkLst>
        <pc:spChg chg="add mod">
          <ac:chgData name="Simone Beets" userId="5adb261a4dd6137b" providerId="LiveId" clId="{DDE58967-A244-4D6C-9C7F-5BC75BC9361B}" dt="2025-05-26T05:04:52.552" v="81" actId="14100"/>
          <ac:spMkLst>
            <pc:docMk/>
            <pc:sldMk cId="3206408956" sldId="506"/>
            <ac:spMk id="2" creationId="{8E1B7B73-98F3-C325-7BBB-255831540A63}"/>
          </ac:spMkLst>
        </pc:spChg>
        <pc:spChg chg="del">
          <ac:chgData name="Simone Beets" userId="5adb261a4dd6137b" providerId="LiveId" clId="{DDE58967-A244-4D6C-9C7F-5BC75BC9361B}" dt="2025-05-26T05:03:40.102" v="72" actId="478"/>
          <ac:spMkLst>
            <pc:docMk/>
            <pc:sldMk cId="3206408956" sldId="506"/>
            <ac:spMk id="3" creationId="{E9EC722C-9FFE-B18A-9C60-5DD8753CAABF}"/>
          </ac:spMkLst>
        </pc:spChg>
        <pc:spChg chg="add mod">
          <ac:chgData name="Simone Beets" userId="5adb261a4dd6137b" providerId="LiveId" clId="{DDE58967-A244-4D6C-9C7F-5BC75BC9361B}" dt="2025-05-26T05:05:04.417" v="85" actId="1076"/>
          <ac:spMkLst>
            <pc:docMk/>
            <pc:sldMk cId="3206408956" sldId="506"/>
            <ac:spMk id="4" creationId="{04461945-61D6-078C-E956-6065D40EE1F7}"/>
          </ac:spMkLst>
        </pc:spChg>
        <pc:spChg chg="mod">
          <ac:chgData name="Simone Beets" userId="5adb261a4dd6137b" providerId="LiveId" clId="{DDE58967-A244-4D6C-9C7F-5BC75BC9361B}" dt="2025-05-26T05:21:22.239" v="592" actId="14"/>
          <ac:spMkLst>
            <pc:docMk/>
            <pc:sldMk cId="3206408956" sldId="506"/>
            <ac:spMk id="20483" creationId="{E1D31941-6EDE-4187-C96B-A0F409941FBB}"/>
          </ac:spMkLst>
        </pc:spChg>
      </pc:sldChg>
      <pc:sldChg chg="addSp delSp modSp add mod modAnim modNotesTx">
        <pc:chgData name="Simone Beets" userId="5adb261a4dd6137b" providerId="LiveId" clId="{DDE58967-A244-4D6C-9C7F-5BC75BC9361B}" dt="2025-05-26T08:14:20.160" v="3010" actId="207"/>
        <pc:sldMkLst>
          <pc:docMk/>
          <pc:sldMk cId="2715110445" sldId="507"/>
        </pc:sldMkLst>
        <pc:spChg chg="del">
          <ac:chgData name="Simone Beets" userId="5adb261a4dd6137b" providerId="LiveId" clId="{DDE58967-A244-4D6C-9C7F-5BC75BC9361B}" dt="2025-05-26T05:05:21.005" v="89" actId="478"/>
          <ac:spMkLst>
            <pc:docMk/>
            <pc:sldMk cId="2715110445" sldId="507"/>
            <ac:spMk id="2" creationId="{78307606-B7B2-153F-5A2A-BFC409BAEE41}"/>
          </ac:spMkLst>
        </pc:spChg>
        <pc:spChg chg="add del mod">
          <ac:chgData name="Simone Beets" userId="5adb261a4dd6137b" providerId="LiveId" clId="{DDE58967-A244-4D6C-9C7F-5BC75BC9361B}" dt="2025-05-26T05:05:22.662" v="90" actId="478"/>
          <ac:spMkLst>
            <pc:docMk/>
            <pc:sldMk cId="2715110445" sldId="507"/>
            <ac:spMk id="3" creationId="{1EA77161-81EC-4BA9-7021-D5D3444985A6}"/>
          </ac:spMkLst>
        </pc:spChg>
        <pc:spChg chg="del">
          <ac:chgData name="Simone Beets" userId="5adb261a4dd6137b" providerId="LiveId" clId="{DDE58967-A244-4D6C-9C7F-5BC75BC9361B}" dt="2025-05-26T05:05:20.134" v="88" actId="478"/>
          <ac:spMkLst>
            <pc:docMk/>
            <pc:sldMk cId="2715110445" sldId="507"/>
            <ac:spMk id="4" creationId="{6962B00D-72E1-9AD9-E0C8-7BD5B03B862B}"/>
          </ac:spMkLst>
        </pc:spChg>
        <pc:spChg chg="mod">
          <ac:chgData name="Simone Beets" userId="5adb261a4dd6137b" providerId="LiveId" clId="{DDE58967-A244-4D6C-9C7F-5BC75BC9361B}" dt="2025-05-26T05:07:15.782" v="194" actId="1037"/>
          <ac:spMkLst>
            <pc:docMk/>
            <pc:sldMk cId="2715110445" sldId="507"/>
            <ac:spMk id="7" creationId="{EE5772B7-688E-6A1F-660E-B1ED35D0C5BF}"/>
          </ac:spMkLst>
        </pc:spChg>
        <pc:spChg chg="mod">
          <ac:chgData name="Simone Beets" userId="5adb261a4dd6137b" providerId="LiveId" clId="{DDE58967-A244-4D6C-9C7F-5BC75BC9361B}" dt="2025-05-26T05:05:53.446" v="134" actId="1038"/>
          <ac:spMkLst>
            <pc:docMk/>
            <pc:sldMk cId="2715110445" sldId="507"/>
            <ac:spMk id="10" creationId="{F3DA81B8-8CD6-BD47-949D-EDA761B4C2BE}"/>
          </ac:spMkLst>
        </pc:spChg>
        <pc:spChg chg="mod">
          <ac:chgData name="Simone Beets" userId="5adb261a4dd6137b" providerId="LiveId" clId="{DDE58967-A244-4D6C-9C7F-5BC75BC9361B}" dt="2025-05-26T05:06:15.605" v="158" actId="1037"/>
          <ac:spMkLst>
            <pc:docMk/>
            <pc:sldMk cId="2715110445" sldId="507"/>
            <ac:spMk id="13" creationId="{3101285F-47C2-A5CD-221A-38A4BAA577B6}"/>
          </ac:spMkLst>
        </pc:spChg>
        <pc:spChg chg="mod">
          <ac:chgData name="Simone Beets" userId="5adb261a4dd6137b" providerId="LiveId" clId="{DDE58967-A244-4D6C-9C7F-5BC75BC9361B}" dt="2025-05-26T05:05:53.446" v="134" actId="1038"/>
          <ac:spMkLst>
            <pc:docMk/>
            <pc:sldMk cId="2715110445" sldId="507"/>
            <ac:spMk id="16" creationId="{758710C6-4953-B0F2-D504-023ED9EC14E9}"/>
          </ac:spMkLst>
        </pc:spChg>
        <pc:spChg chg="add mod">
          <ac:chgData name="Simone Beets" userId="5adb261a4dd6137b" providerId="LiveId" clId="{DDE58967-A244-4D6C-9C7F-5BC75BC9361B}" dt="2025-05-26T05:06:20.623" v="159" actId="14100"/>
          <ac:spMkLst>
            <pc:docMk/>
            <pc:sldMk cId="2715110445" sldId="507"/>
            <ac:spMk id="17" creationId="{1240F83B-8406-9FE3-2BB5-19BBF4276ED0}"/>
          </ac:spMkLst>
        </pc:spChg>
        <pc:spChg chg="add mod">
          <ac:chgData name="Simone Beets" userId="5adb261a4dd6137b" providerId="LiveId" clId="{DDE58967-A244-4D6C-9C7F-5BC75BC9361B}" dt="2025-05-26T08:14:20.160" v="3010" actId="207"/>
          <ac:spMkLst>
            <pc:docMk/>
            <pc:sldMk cId="2715110445" sldId="507"/>
            <ac:spMk id="18" creationId="{932A9C93-B88C-8DCE-526F-E7E66A0075F8}"/>
          </ac:spMkLst>
        </pc:spChg>
        <pc:spChg chg="add mod">
          <ac:chgData name="Simone Beets" userId="5adb261a4dd6137b" providerId="LiveId" clId="{DDE58967-A244-4D6C-9C7F-5BC75BC9361B}" dt="2025-05-26T05:06:31.108" v="160" actId="14100"/>
          <ac:spMkLst>
            <pc:docMk/>
            <pc:sldMk cId="2715110445" sldId="507"/>
            <ac:spMk id="19" creationId="{84EB7F52-DA1F-2D48-FFCB-1EFAD9F79F10}"/>
          </ac:spMkLst>
        </pc:spChg>
        <pc:spChg chg="add mod">
          <ac:chgData name="Simone Beets" userId="5adb261a4dd6137b" providerId="LiveId" clId="{DDE58967-A244-4D6C-9C7F-5BC75BC9361B}" dt="2025-05-26T05:06:15.605" v="158" actId="1037"/>
          <ac:spMkLst>
            <pc:docMk/>
            <pc:sldMk cId="2715110445" sldId="507"/>
            <ac:spMk id="20" creationId="{83FDFBBE-BC8A-88C4-9E54-65E893FECCF8}"/>
          </ac:spMkLst>
        </pc:spChg>
        <pc:spChg chg="add mod">
          <ac:chgData name="Simone Beets" userId="5adb261a4dd6137b" providerId="LiveId" clId="{DDE58967-A244-4D6C-9C7F-5BC75BC9361B}" dt="2025-05-26T05:06:15.605" v="158" actId="1037"/>
          <ac:spMkLst>
            <pc:docMk/>
            <pc:sldMk cId="2715110445" sldId="507"/>
            <ac:spMk id="21" creationId="{CAB681A0-DDEB-018C-DABB-21597B51A00B}"/>
          </ac:spMkLst>
        </pc:spChg>
        <pc:spChg chg="add mod">
          <ac:chgData name="Simone Beets" userId="5adb261a4dd6137b" providerId="LiveId" clId="{DDE58967-A244-4D6C-9C7F-5BC75BC9361B}" dt="2025-05-26T05:06:35.974" v="178" actId="1037"/>
          <ac:spMkLst>
            <pc:docMk/>
            <pc:sldMk cId="2715110445" sldId="507"/>
            <ac:spMk id="22" creationId="{FB0A6C6F-5837-0067-448F-02DD6974A81B}"/>
          </ac:spMkLst>
        </pc:spChg>
        <pc:spChg chg="mod">
          <ac:chgData name="Simone Beets" userId="5adb261a4dd6137b" providerId="LiveId" clId="{DDE58967-A244-4D6C-9C7F-5BC75BC9361B}" dt="2025-05-26T05:07:07.579" v="187" actId="1076"/>
          <ac:spMkLst>
            <pc:docMk/>
            <pc:sldMk cId="2715110445" sldId="507"/>
            <ac:spMk id="20482" creationId="{BF603F7E-ED31-D62C-0559-189B3D2345BC}"/>
          </ac:spMkLst>
        </pc:spChg>
        <pc:spChg chg="del">
          <ac:chgData name="Simone Beets" userId="5adb261a4dd6137b" providerId="LiveId" clId="{DDE58967-A244-4D6C-9C7F-5BC75BC9361B}" dt="2025-05-26T05:05:18.918" v="87" actId="478"/>
          <ac:spMkLst>
            <pc:docMk/>
            <pc:sldMk cId="2715110445" sldId="507"/>
            <ac:spMk id="20483" creationId="{A678AD81-4279-C406-ABF6-F14D97219944}"/>
          </ac:spMkLst>
        </pc:spChg>
        <pc:grpChg chg="mod">
          <ac:chgData name="Simone Beets" userId="5adb261a4dd6137b" providerId="LiveId" clId="{DDE58967-A244-4D6C-9C7F-5BC75BC9361B}" dt="2025-05-26T05:06:15.605" v="158" actId="1037"/>
          <ac:grpSpMkLst>
            <pc:docMk/>
            <pc:sldMk cId="2715110445" sldId="507"/>
            <ac:grpSpMk id="5" creationId="{D3B874DF-D9EA-15F2-6BD9-8DCE2BD08270}"/>
          </ac:grpSpMkLst>
        </pc:grpChg>
        <pc:grpChg chg="mod">
          <ac:chgData name="Simone Beets" userId="5adb261a4dd6137b" providerId="LiveId" clId="{DDE58967-A244-4D6C-9C7F-5BC75BC9361B}" dt="2025-05-26T05:06:15.605" v="158" actId="1037"/>
          <ac:grpSpMkLst>
            <pc:docMk/>
            <pc:sldMk cId="2715110445" sldId="507"/>
            <ac:grpSpMk id="11" creationId="{E69CD7EE-4AE7-8717-4D92-9425369823EA}"/>
          </ac:grpSpMkLst>
        </pc:grpChg>
        <pc:picChg chg="mod">
          <ac:chgData name="Simone Beets" userId="5adb261a4dd6137b" providerId="LiveId" clId="{DDE58967-A244-4D6C-9C7F-5BC75BC9361B}" dt="2025-05-26T05:06:15.605" v="158" actId="1037"/>
          <ac:picMkLst>
            <pc:docMk/>
            <pc:sldMk cId="2715110445" sldId="507"/>
            <ac:picMk id="6" creationId="{2F26B37A-8CB6-8EF5-5429-9066213E14AF}"/>
          </ac:picMkLst>
        </pc:picChg>
        <pc:picChg chg="mod">
          <ac:chgData name="Simone Beets" userId="5adb261a4dd6137b" providerId="LiveId" clId="{DDE58967-A244-4D6C-9C7F-5BC75BC9361B}" dt="2025-05-26T05:06:15.605" v="158" actId="1037"/>
          <ac:picMkLst>
            <pc:docMk/>
            <pc:sldMk cId="2715110445" sldId="507"/>
            <ac:picMk id="12" creationId="{8AFFD4FE-34F7-0903-DE19-30573BA17722}"/>
          </ac:picMkLst>
        </pc:picChg>
      </pc:sldChg>
      <pc:sldChg chg="addSp delSp modSp add del mod modAnim">
        <pc:chgData name="Simone Beets" userId="5adb261a4dd6137b" providerId="LiveId" clId="{DDE58967-A244-4D6C-9C7F-5BC75BC9361B}" dt="2025-05-26T05:15:03.188" v="354" actId="47"/>
        <pc:sldMkLst>
          <pc:docMk/>
          <pc:sldMk cId="1118643798" sldId="508"/>
        </pc:sldMkLst>
        <pc:spChg chg="del">
          <ac:chgData name="Simone Beets" userId="5adb261a4dd6137b" providerId="LiveId" clId="{DDE58967-A244-4D6C-9C7F-5BC75BC9361B}" dt="2025-05-26T05:09:44.142" v="247" actId="478"/>
          <ac:spMkLst>
            <pc:docMk/>
            <pc:sldMk cId="1118643798" sldId="508"/>
            <ac:spMk id="4" creationId="{092200AB-FC70-8ECC-9FAE-B5E01463F52C}"/>
          </ac:spMkLst>
        </pc:spChg>
        <pc:spChg chg="add del mod">
          <ac:chgData name="Simone Beets" userId="5adb261a4dd6137b" providerId="LiveId" clId="{DDE58967-A244-4D6C-9C7F-5BC75BC9361B}" dt="2025-05-26T05:10:02.273" v="250" actId="478"/>
          <ac:spMkLst>
            <pc:docMk/>
            <pc:sldMk cId="1118643798" sldId="508"/>
            <ac:spMk id="6" creationId="{1D9A8C84-7319-F1EA-51F3-6477B10DE67B}"/>
          </ac:spMkLst>
        </pc:spChg>
        <pc:spChg chg="add del mod">
          <ac:chgData name="Simone Beets" userId="5adb261a4dd6137b" providerId="LiveId" clId="{DDE58967-A244-4D6C-9C7F-5BC75BC9361B}" dt="2025-05-26T05:10:02.273" v="250" actId="478"/>
          <ac:spMkLst>
            <pc:docMk/>
            <pc:sldMk cId="1118643798" sldId="508"/>
            <ac:spMk id="7" creationId="{D4B70310-C656-B863-CD65-C85229E6ECD2}"/>
          </ac:spMkLst>
        </pc:spChg>
        <pc:spChg chg="add del mod">
          <ac:chgData name="Simone Beets" userId="5adb261a4dd6137b" providerId="LiveId" clId="{DDE58967-A244-4D6C-9C7F-5BC75BC9361B}" dt="2025-05-26T05:10:02.273" v="250" actId="478"/>
          <ac:spMkLst>
            <pc:docMk/>
            <pc:sldMk cId="1118643798" sldId="508"/>
            <ac:spMk id="8" creationId="{E78C5A3F-FEA8-25B9-83A5-CD9085D766FD}"/>
          </ac:spMkLst>
        </pc:spChg>
        <pc:spChg chg="add del mod">
          <ac:chgData name="Simone Beets" userId="5adb261a4dd6137b" providerId="LiveId" clId="{DDE58967-A244-4D6C-9C7F-5BC75BC9361B}" dt="2025-05-26T05:10:02.273" v="250" actId="478"/>
          <ac:spMkLst>
            <pc:docMk/>
            <pc:sldMk cId="1118643798" sldId="508"/>
            <ac:spMk id="9" creationId="{DAA96C06-1973-FFD7-535B-474CADAC44E3}"/>
          </ac:spMkLst>
        </pc:spChg>
        <pc:spChg chg="add del mod">
          <ac:chgData name="Simone Beets" userId="5adb261a4dd6137b" providerId="LiveId" clId="{DDE58967-A244-4D6C-9C7F-5BC75BC9361B}" dt="2025-05-26T05:10:02.273" v="250" actId="478"/>
          <ac:spMkLst>
            <pc:docMk/>
            <pc:sldMk cId="1118643798" sldId="508"/>
            <ac:spMk id="10" creationId="{BC7C5E65-8E4D-BB06-B18E-161C803BD029}"/>
          </ac:spMkLst>
        </pc:spChg>
        <pc:spChg chg="add del mod">
          <ac:chgData name="Simone Beets" userId="5adb261a4dd6137b" providerId="LiveId" clId="{DDE58967-A244-4D6C-9C7F-5BC75BC9361B}" dt="2025-05-26T05:10:02.273" v="250" actId="478"/>
          <ac:spMkLst>
            <pc:docMk/>
            <pc:sldMk cId="1118643798" sldId="508"/>
            <ac:spMk id="11" creationId="{764F7DFB-D22C-57B3-EBDC-B7A1573C126D}"/>
          </ac:spMkLst>
        </pc:spChg>
        <pc:spChg chg="add del mod">
          <ac:chgData name="Simone Beets" userId="5adb261a4dd6137b" providerId="LiveId" clId="{DDE58967-A244-4D6C-9C7F-5BC75BC9361B}" dt="2025-05-26T05:10:02.273" v="250" actId="478"/>
          <ac:spMkLst>
            <pc:docMk/>
            <pc:sldMk cId="1118643798" sldId="508"/>
            <ac:spMk id="12" creationId="{C94017C5-FA8D-9411-979E-3BEAF556E7BF}"/>
          </ac:spMkLst>
        </pc:spChg>
        <pc:spChg chg="add del mod">
          <ac:chgData name="Simone Beets" userId="5adb261a4dd6137b" providerId="LiveId" clId="{DDE58967-A244-4D6C-9C7F-5BC75BC9361B}" dt="2025-05-26T05:10:02.273" v="250" actId="478"/>
          <ac:spMkLst>
            <pc:docMk/>
            <pc:sldMk cId="1118643798" sldId="508"/>
            <ac:spMk id="13" creationId="{EC75881E-8A99-3FE4-8907-B900BFCEFD3B}"/>
          </ac:spMkLst>
        </pc:spChg>
        <pc:spChg chg="add del mod">
          <ac:chgData name="Simone Beets" userId="5adb261a4dd6137b" providerId="LiveId" clId="{DDE58967-A244-4D6C-9C7F-5BC75BC9361B}" dt="2025-05-26T05:10:02.273" v="250" actId="478"/>
          <ac:spMkLst>
            <pc:docMk/>
            <pc:sldMk cId="1118643798" sldId="508"/>
            <ac:spMk id="14" creationId="{F7861B4B-3ACF-9A73-AD38-10AA4282270D}"/>
          </ac:spMkLst>
        </pc:spChg>
        <pc:spChg chg="mod">
          <ac:chgData name="Simone Beets" userId="5adb261a4dd6137b" providerId="LiveId" clId="{DDE58967-A244-4D6C-9C7F-5BC75BC9361B}" dt="2025-05-26T05:09:20.546" v="238"/>
          <ac:spMkLst>
            <pc:docMk/>
            <pc:sldMk cId="1118643798" sldId="508"/>
            <ac:spMk id="20482" creationId="{BA2D7D8F-068B-39C8-2CF5-D4D551BFCF3C}"/>
          </ac:spMkLst>
        </pc:spChg>
        <pc:spChg chg="mod">
          <ac:chgData name="Simone Beets" userId="5adb261a4dd6137b" providerId="LiveId" clId="{DDE58967-A244-4D6C-9C7F-5BC75BC9361B}" dt="2025-05-26T05:14:15.591" v="340" actId="404"/>
          <ac:spMkLst>
            <pc:docMk/>
            <pc:sldMk cId="1118643798" sldId="508"/>
            <ac:spMk id="20483" creationId="{FCCA6AF1-C5D1-48A6-DF8C-1EE1CF583D59}"/>
          </ac:spMkLst>
        </pc:spChg>
        <pc:picChg chg="del">
          <ac:chgData name="Simone Beets" userId="5adb261a4dd6137b" providerId="LiveId" clId="{DDE58967-A244-4D6C-9C7F-5BC75BC9361B}" dt="2025-05-26T05:09:42.926" v="246" actId="478"/>
          <ac:picMkLst>
            <pc:docMk/>
            <pc:sldMk cId="1118643798" sldId="508"/>
            <ac:picMk id="3" creationId="{80659DC3-554E-A1E4-BAFA-246E746F0A9F}"/>
          </ac:picMkLst>
        </pc:picChg>
        <pc:picChg chg="add del mod">
          <ac:chgData name="Simone Beets" userId="5adb261a4dd6137b" providerId="LiveId" clId="{DDE58967-A244-4D6C-9C7F-5BC75BC9361B}" dt="2025-05-26T05:10:02.273" v="250" actId="478"/>
          <ac:picMkLst>
            <pc:docMk/>
            <pc:sldMk cId="1118643798" sldId="508"/>
            <ac:picMk id="5" creationId="{23D5CA61-5D65-9DFD-1D3D-979B3AD75CE2}"/>
          </ac:picMkLst>
        </pc:picChg>
      </pc:sldChg>
      <pc:sldChg chg="addSp delSp modSp add mod modAnim">
        <pc:chgData name="Simone Beets" userId="5adb261a4dd6137b" providerId="LiveId" clId="{DDE58967-A244-4D6C-9C7F-5BC75BC9361B}" dt="2025-05-26T07:24:23.972" v="2135"/>
        <pc:sldMkLst>
          <pc:docMk/>
          <pc:sldMk cId="565559602" sldId="509"/>
        </pc:sldMkLst>
        <pc:spChg chg="add del mod">
          <ac:chgData name="Simone Beets" userId="5adb261a4dd6137b" providerId="LiveId" clId="{DDE58967-A244-4D6C-9C7F-5BC75BC9361B}" dt="2025-05-26T05:10:14.477" v="254" actId="478"/>
          <ac:spMkLst>
            <pc:docMk/>
            <pc:sldMk cId="565559602" sldId="509"/>
            <ac:spMk id="2" creationId="{4CA0228B-91DE-AD76-2050-3AFF2FFE848F}"/>
          </ac:spMkLst>
        </pc:spChg>
        <pc:spChg chg="add mod">
          <ac:chgData name="Simone Beets" userId="5adb261a4dd6137b" providerId="LiveId" clId="{DDE58967-A244-4D6C-9C7F-5BC75BC9361B}" dt="2025-05-26T05:13:11.242" v="330" actId="14100"/>
          <ac:spMkLst>
            <pc:docMk/>
            <pc:sldMk cId="565559602" sldId="509"/>
            <ac:spMk id="5" creationId="{7D86C653-928A-BEB3-E638-3EB7EDA69FBF}"/>
          </ac:spMkLst>
        </pc:spChg>
        <pc:spChg chg="add mod">
          <ac:chgData name="Simone Beets" userId="5adb261a4dd6137b" providerId="LiveId" clId="{DDE58967-A244-4D6C-9C7F-5BC75BC9361B}" dt="2025-05-26T05:13:42.487" v="337" actId="14100"/>
          <ac:spMkLst>
            <pc:docMk/>
            <pc:sldMk cId="565559602" sldId="509"/>
            <ac:spMk id="6" creationId="{7346C396-D8D7-5E8F-19E3-3D3AC3B5BFFC}"/>
          </ac:spMkLst>
        </pc:spChg>
        <pc:spChg chg="add mod">
          <ac:chgData name="Simone Beets" userId="5adb261a4dd6137b" providerId="LiveId" clId="{DDE58967-A244-4D6C-9C7F-5BC75BC9361B}" dt="2025-05-26T05:13:50.234" v="338" actId="14100"/>
          <ac:spMkLst>
            <pc:docMk/>
            <pc:sldMk cId="565559602" sldId="509"/>
            <ac:spMk id="7" creationId="{0C6ACEFB-E943-6915-5939-FD0E967CD089}"/>
          </ac:spMkLst>
        </pc:spChg>
        <pc:spChg chg="add mod">
          <ac:chgData name="Simone Beets" userId="5adb261a4dd6137b" providerId="LiveId" clId="{DDE58967-A244-4D6C-9C7F-5BC75BC9361B}" dt="2025-05-26T05:14:31.971" v="345" actId="14100"/>
          <ac:spMkLst>
            <pc:docMk/>
            <pc:sldMk cId="565559602" sldId="509"/>
            <ac:spMk id="8" creationId="{36165B18-F77D-E32C-6BE3-6E32C670DCCA}"/>
          </ac:spMkLst>
        </pc:spChg>
        <pc:spChg chg="add mod">
          <ac:chgData name="Simone Beets" userId="5adb261a4dd6137b" providerId="LiveId" clId="{DDE58967-A244-4D6C-9C7F-5BC75BC9361B}" dt="2025-05-26T05:14:27.838" v="344" actId="1076"/>
          <ac:spMkLst>
            <pc:docMk/>
            <pc:sldMk cId="565559602" sldId="509"/>
            <ac:spMk id="9" creationId="{93F072A2-4638-6C84-1D5E-5CEB6B7F64B9}"/>
          </ac:spMkLst>
        </pc:spChg>
        <pc:spChg chg="add mod">
          <ac:chgData name="Simone Beets" userId="5adb261a4dd6137b" providerId="LiveId" clId="{DDE58967-A244-4D6C-9C7F-5BC75BC9361B}" dt="2025-05-26T05:11:26.739" v="306" actId="14100"/>
          <ac:spMkLst>
            <pc:docMk/>
            <pc:sldMk cId="565559602" sldId="509"/>
            <ac:spMk id="10" creationId="{52DE17B3-464A-68A5-8A40-4829B4F9D2AA}"/>
          </ac:spMkLst>
        </pc:spChg>
        <pc:spChg chg="add mod">
          <ac:chgData name="Simone Beets" userId="5adb261a4dd6137b" providerId="LiveId" clId="{DDE58967-A244-4D6C-9C7F-5BC75BC9361B}" dt="2025-05-26T05:11:18.796" v="304" actId="1076"/>
          <ac:spMkLst>
            <pc:docMk/>
            <pc:sldMk cId="565559602" sldId="509"/>
            <ac:spMk id="11" creationId="{9695E52F-CAE7-78A6-9078-9A81905D4CE0}"/>
          </ac:spMkLst>
        </pc:spChg>
        <pc:spChg chg="add mod">
          <ac:chgData name="Simone Beets" userId="5adb261a4dd6137b" providerId="LiveId" clId="{DDE58967-A244-4D6C-9C7F-5BC75BC9361B}" dt="2025-05-26T05:13:35.671" v="336" actId="207"/>
          <ac:spMkLst>
            <pc:docMk/>
            <pc:sldMk cId="565559602" sldId="509"/>
            <ac:spMk id="12" creationId="{A2F54C53-27B9-7761-7702-91BDE5A7496B}"/>
          </ac:spMkLst>
        </pc:spChg>
        <pc:spChg chg="add mod">
          <ac:chgData name="Simone Beets" userId="5adb261a4dd6137b" providerId="LiveId" clId="{DDE58967-A244-4D6C-9C7F-5BC75BC9361B}" dt="2025-05-26T05:13:27.382" v="334" actId="1076"/>
          <ac:spMkLst>
            <pc:docMk/>
            <pc:sldMk cId="565559602" sldId="509"/>
            <ac:spMk id="13" creationId="{9A39686D-3054-A286-AC26-ACDED977B2AE}"/>
          </ac:spMkLst>
        </pc:spChg>
        <pc:spChg chg="add mod">
          <ac:chgData name="Simone Beets" userId="5adb261a4dd6137b" providerId="LiveId" clId="{DDE58967-A244-4D6C-9C7F-5BC75BC9361B}" dt="2025-05-26T05:14:43.366" v="348" actId="207"/>
          <ac:spMkLst>
            <pc:docMk/>
            <pc:sldMk cId="565559602" sldId="509"/>
            <ac:spMk id="14" creationId="{BAC814EB-B742-8611-B46B-97A98B1943F0}"/>
          </ac:spMkLst>
        </pc:spChg>
        <pc:spChg chg="mod">
          <ac:chgData name="Simone Beets" userId="5adb261a4dd6137b" providerId="LiveId" clId="{DDE58967-A244-4D6C-9C7F-5BC75BC9361B}" dt="2025-05-26T05:14:57.462" v="353" actId="1036"/>
          <ac:spMkLst>
            <pc:docMk/>
            <pc:sldMk cId="565559602" sldId="509"/>
            <ac:spMk id="20482" creationId="{0B6EF709-B0DA-FE7D-57CE-B504686248F6}"/>
          </ac:spMkLst>
        </pc:spChg>
        <pc:spChg chg="del">
          <ac:chgData name="Simone Beets" userId="5adb261a4dd6137b" providerId="LiveId" clId="{DDE58967-A244-4D6C-9C7F-5BC75BC9361B}" dt="2025-05-26T05:10:10.302" v="252" actId="478"/>
          <ac:spMkLst>
            <pc:docMk/>
            <pc:sldMk cId="565559602" sldId="509"/>
            <ac:spMk id="20483" creationId="{27E8D52D-7EF1-D71F-5ED6-6063CB7110BE}"/>
          </ac:spMkLst>
        </pc:spChg>
        <pc:picChg chg="add mod">
          <ac:chgData name="Simone Beets" userId="5adb261a4dd6137b" providerId="LiveId" clId="{DDE58967-A244-4D6C-9C7F-5BC75BC9361B}" dt="2025-05-26T05:11:12.345" v="303" actId="1076"/>
          <ac:picMkLst>
            <pc:docMk/>
            <pc:sldMk cId="565559602" sldId="509"/>
            <ac:picMk id="3" creationId="{4CABC790-5808-06F8-F4F0-3CB84890A0EB}"/>
          </ac:picMkLst>
        </pc:picChg>
        <pc:picChg chg="mod">
          <ac:chgData name="Simone Beets" userId="5adb261a4dd6137b" providerId="LiveId" clId="{DDE58967-A244-4D6C-9C7F-5BC75BC9361B}" dt="2025-05-26T05:12:01.973" v="320" actId="1037"/>
          <ac:picMkLst>
            <pc:docMk/>
            <pc:sldMk cId="565559602" sldId="509"/>
            <ac:picMk id="4" creationId="{70BA65D8-CA55-86A6-DA0A-5A0C20CE33E6}"/>
          </ac:picMkLst>
        </pc:picChg>
      </pc:sldChg>
      <pc:sldChg chg="delSp modSp add mod ord modAnim">
        <pc:chgData name="Simone Beets" userId="5adb261a4dd6137b" providerId="LiveId" clId="{DDE58967-A244-4D6C-9C7F-5BC75BC9361B}" dt="2025-05-26T05:15:21.053" v="361" actId="478"/>
        <pc:sldMkLst>
          <pc:docMk/>
          <pc:sldMk cId="4098556617" sldId="510"/>
        </pc:sldMkLst>
        <pc:spChg chg="del">
          <ac:chgData name="Simone Beets" userId="5adb261a4dd6137b" providerId="LiveId" clId="{DDE58967-A244-4D6C-9C7F-5BC75BC9361B}" dt="2025-05-26T05:15:21.053" v="361" actId="478"/>
          <ac:spMkLst>
            <pc:docMk/>
            <pc:sldMk cId="4098556617" sldId="510"/>
            <ac:spMk id="4" creationId="{742AFB0B-A5D3-AEAE-EA69-C7F26C096059}"/>
          </ac:spMkLst>
        </pc:spChg>
        <pc:spChg chg="mod">
          <ac:chgData name="Simone Beets" userId="5adb261a4dd6137b" providerId="LiveId" clId="{DDE58967-A244-4D6C-9C7F-5BC75BC9361B}" dt="2025-05-26T05:15:13.452" v="358"/>
          <ac:spMkLst>
            <pc:docMk/>
            <pc:sldMk cId="4098556617" sldId="510"/>
            <ac:spMk id="20482" creationId="{0FB626BD-42E7-0B06-1432-45ECE6046ACD}"/>
          </ac:spMkLst>
        </pc:spChg>
        <pc:spChg chg="mod">
          <ac:chgData name="Simone Beets" userId="5adb261a4dd6137b" providerId="LiveId" clId="{DDE58967-A244-4D6C-9C7F-5BC75BC9361B}" dt="2025-05-26T05:15:17.962" v="359"/>
          <ac:spMkLst>
            <pc:docMk/>
            <pc:sldMk cId="4098556617" sldId="510"/>
            <ac:spMk id="20483" creationId="{BBAC605D-BEC8-79E7-9745-4EC95DAD61CF}"/>
          </ac:spMkLst>
        </pc:spChg>
        <pc:picChg chg="del">
          <ac:chgData name="Simone Beets" userId="5adb261a4dd6137b" providerId="LiveId" clId="{DDE58967-A244-4D6C-9C7F-5BC75BC9361B}" dt="2025-05-26T05:15:19.782" v="360" actId="478"/>
          <ac:picMkLst>
            <pc:docMk/>
            <pc:sldMk cId="4098556617" sldId="510"/>
            <ac:picMk id="3" creationId="{92ABF5B6-81D9-8936-21A7-A952B232E491}"/>
          </ac:picMkLst>
        </pc:picChg>
      </pc:sldChg>
      <pc:sldChg chg="add">
        <pc:chgData name="Simone Beets" userId="5adb261a4dd6137b" providerId="LiveId" clId="{DDE58967-A244-4D6C-9C7F-5BC75BC9361B}" dt="2025-05-26T05:15:52.818" v="362" actId="2890"/>
        <pc:sldMkLst>
          <pc:docMk/>
          <pc:sldMk cId="3700645942" sldId="511"/>
        </pc:sldMkLst>
      </pc:sldChg>
      <pc:sldChg chg="modSp add mod ord">
        <pc:chgData name="Simone Beets" userId="5adb261a4dd6137b" providerId="LiveId" clId="{DDE58967-A244-4D6C-9C7F-5BC75BC9361B}" dt="2025-05-26T05:17:16.901" v="391" actId="20577"/>
        <pc:sldMkLst>
          <pc:docMk/>
          <pc:sldMk cId="1302728266" sldId="512"/>
        </pc:sldMkLst>
        <pc:spChg chg="mod">
          <ac:chgData name="Simone Beets" userId="5adb261a4dd6137b" providerId="LiveId" clId="{DDE58967-A244-4D6C-9C7F-5BC75BC9361B}" dt="2025-05-26T05:17:16.901" v="391" actId="20577"/>
          <ac:spMkLst>
            <pc:docMk/>
            <pc:sldMk cId="1302728266" sldId="512"/>
            <ac:spMk id="20482" creationId="{73840B24-1DE0-01CF-88A3-C1C618C61A98}"/>
          </ac:spMkLst>
        </pc:spChg>
      </pc:sldChg>
      <pc:sldChg chg="modSp add modAnim">
        <pc:chgData name="Simone Beets" userId="5adb261a4dd6137b" providerId="LiveId" clId="{DDE58967-A244-4D6C-9C7F-5BC75BC9361B}" dt="2025-05-27T03:55:53.907" v="3051" actId="20577"/>
        <pc:sldMkLst>
          <pc:docMk/>
          <pc:sldMk cId="3395319727" sldId="513"/>
        </pc:sldMkLst>
        <pc:spChg chg="mod">
          <ac:chgData name="Simone Beets" userId="5adb261a4dd6137b" providerId="LiveId" clId="{DDE58967-A244-4D6C-9C7F-5BC75BC9361B}" dt="2025-05-26T06:54:47.931" v="2018" actId="403"/>
          <ac:spMkLst>
            <pc:docMk/>
            <pc:sldMk cId="3395319727" sldId="513"/>
            <ac:spMk id="20482" creationId="{44520A16-4CF9-CA4D-0D50-987BF598D554}"/>
          </ac:spMkLst>
        </pc:spChg>
        <pc:spChg chg="mod">
          <ac:chgData name="Simone Beets" userId="5adb261a4dd6137b" providerId="LiveId" clId="{DDE58967-A244-4D6C-9C7F-5BC75BC9361B}" dt="2025-05-27T03:55:53.907" v="3051" actId="20577"/>
          <ac:spMkLst>
            <pc:docMk/>
            <pc:sldMk cId="3395319727" sldId="513"/>
            <ac:spMk id="20483" creationId="{A9839F97-29B9-EF34-3912-5FFE3EA7BF28}"/>
          </ac:spMkLst>
        </pc:spChg>
      </pc:sldChg>
      <pc:sldChg chg="modSp add mod modAnim">
        <pc:chgData name="Simone Beets" userId="5adb261a4dd6137b" providerId="LiveId" clId="{DDE58967-A244-4D6C-9C7F-5BC75BC9361B}" dt="2025-05-26T06:58:47.371" v="2035" actId="6549"/>
        <pc:sldMkLst>
          <pc:docMk/>
          <pc:sldMk cId="1310724583" sldId="514"/>
        </pc:sldMkLst>
        <pc:spChg chg="mod">
          <ac:chgData name="Simone Beets" userId="5adb261a4dd6137b" providerId="LiveId" clId="{DDE58967-A244-4D6C-9C7F-5BC75BC9361B}" dt="2025-05-26T06:54:44.292" v="2016" actId="403"/>
          <ac:spMkLst>
            <pc:docMk/>
            <pc:sldMk cId="1310724583" sldId="514"/>
            <ac:spMk id="20482" creationId="{8420196D-49A0-9B26-76C3-A62185056393}"/>
          </ac:spMkLst>
        </pc:spChg>
        <pc:spChg chg="mod">
          <ac:chgData name="Simone Beets" userId="5adb261a4dd6137b" providerId="LiveId" clId="{DDE58967-A244-4D6C-9C7F-5BC75BC9361B}" dt="2025-05-26T06:58:47.371" v="2035" actId="6549"/>
          <ac:spMkLst>
            <pc:docMk/>
            <pc:sldMk cId="1310724583" sldId="514"/>
            <ac:spMk id="20483" creationId="{72659181-7EFA-0A9E-23AF-F3093F65D585}"/>
          </ac:spMkLst>
        </pc:spChg>
      </pc:sldChg>
      <pc:sldChg chg="modSp add mod modNotesTx">
        <pc:chgData name="Simone Beets" userId="5adb261a4dd6137b" providerId="LiveId" clId="{DDE58967-A244-4D6C-9C7F-5BC75BC9361B}" dt="2025-05-26T08:24:20.311" v="3030" actId="20577"/>
        <pc:sldMkLst>
          <pc:docMk/>
          <pc:sldMk cId="2819060997" sldId="515"/>
        </pc:sldMkLst>
        <pc:spChg chg="mod">
          <ac:chgData name="Simone Beets" userId="5adb261a4dd6137b" providerId="LiveId" clId="{DDE58967-A244-4D6C-9C7F-5BC75BC9361B}" dt="2025-05-26T06:35:12.668" v="1874" actId="113"/>
          <ac:spMkLst>
            <pc:docMk/>
            <pc:sldMk cId="2819060997" sldId="515"/>
            <ac:spMk id="81923" creationId="{0BB1CAD9-0B00-EAAE-C4A6-935B34F3A9FD}"/>
          </ac:spMkLst>
        </pc:spChg>
      </pc:sldChg>
      <pc:sldChg chg="modSp add mod">
        <pc:chgData name="Simone Beets" userId="5adb261a4dd6137b" providerId="LiveId" clId="{DDE58967-A244-4D6C-9C7F-5BC75BC9361B}" dt="2025-05-27T03:56:41.499" v="3057" actId="20577"/>
        <pc:sldMkLst>
          <pc:docMk/>
          <pc:sldMk cId="4160732819" sldId="516"/>
        </pc:sldMkLst>
        <pc:spChg chg="mod">
          <ac:chgData name="Simone Beets" userId="5adb261a4dd6137b" providerId="LiveId" clId="{DDE58967-A244-4D6C-9C7F-5BC75BC9361B}" dt="2025-05-27T03:56:41.499" v="3057" actId="20577"/>
          <ac:spMkLst>
            <pc:docMk/>
            <pc:sldMk cId="4160732819" sldId="516"/>
            <ac:spMk id="81923" creationId="{69D10517-0E06-EBA1-B94D-92224021DDB6}"/>
          </ac:spMkLst>
        </pc:spChg>
      </pc:sldChg>
    </pc:docChg>
  </pc:docChgLst>
  <pc:docChgLst>
    <pc:chgData name="Simone Beets" userId="5adb261a4dd6137b" providerId="LiveId" clId="{737403A7-CBCD-479B-BA12-77557D72448E}"/>
    <pc:docChg chg="undo custSel addSld delSld modSld sldOrd">
      <pc:chgData name="Simone Beets" userId="5adb261a4dd6137b" providerId="LiveId" clId="{737403A7-CBCD-479B-BA12-77557D72448E}" dt="2025-02-25T08:23:09.708" v="5143" actId="6549"/>
      <pc:docMkLst>
        <pc:docMk/>
      </pc:docMkLst>
      <pc:sldChg chg="delSp modSp mod ord modNotesTx">
        <pc:chgData name="Simone Beets" userId="5adb261a4dd6137b" providerId="LiveId" clId="{737403A7-CBCD-479B-BA12-77557D72448E}" dt="2025-02-24T08:11:07.535" v="5130" actId="478"/>
        <pc:sldMkLst>
          <pc:docMk/>
          <pc:sldMk cId="0" sldId="257"/>
        </pc:sldMkLst>
      </pc:sldChg>
      <pc:sldChg chg="del">
        <pc:chgData name="Simone Beets" userId="5adb261a4dd6137b" providerId="LiveId" clId="{737403A7-CBCD-479B-BA12-77557D72448E}" dt="2025-02-23T20:51:18.554" v="3509" actId="47"/>
        <pc:sldMkLst>
          <pc:docMk/>
          <pc:sldMk cId="0" sldId="258"/>
        </pc:sldMkLst>
      </pc:sldChg>
      <pc:sldChg chg="del">
        <pc:chgData name="Simone Beets" userId="5adb261a4dd6137b" providerId="LiveId" clId="{737403A7-CBCD-479B-BA12-77557D72448E}" dt="2025-02-23T20:50:45.434" v="3499" actId="47"/>
        <pc:sldMkLst>
          <pc:docMk/>
          <pc:sldMk cId="0" sldId="267"/>
        </pc:sldMkLst>
      </pc:sldChg>
      <pc:sldChg chg="addSp delSp modSp del mod">
        <pc:chgData name="Simone Beets" userId="5adb261a4dd6137b" providerId="LiveId" clId="{737403A7-CBCD-479B-BA12-77557D72448E}" dt="2025-02-23T20:54:00.747" v="3656" actId="2696"/>
        <pc:sldMkLst>
          <pc:docMk/>
          <pc:sldMk cId="0" sldId="272"/>
        </pc:sldMkLst>
      </pc:sldChg>
      <pc:sldChg chg="del">
        <pc:chgData name="Simone Beets" userId="5adb261a4dd6137b" providerId="LiveId" clId="{737403A7-CBCD-479B-BA12-77557D72448E}" dt="2025-02-23T20:46:22.389" v="3388" actId="47"/>
        <pc:sldMkLst>
          <pc:docMk/>
          <pc:sldMk cId="0" sldId="273"/>
        </pc:sldMkLst>
      </pc:sldChg>
      <pc:sldChg chg="addSp delSp modSp mod ord modTransition modNotesTx">
        <pc:chgData name="Simone Beets" userId="5adb261a4dd6137b" providerId="LiveId" clId="{737403A7-CBCD-479B-BA12-77557D72448E}" dt="2025-02-23T22:06:24.558" v="5023" actId="20577"/>
        <pc:sldMkLst>
          <pc:docMk/>
          <pc:sldMk cId="0" sldId="274"/>
        </pc:sldMkLst>
      </pc:sldChg>
      <pc:sldChg chg="del">
        <pc:chgData name="Simone Beets" userId="5adb261a4dd6137b" providerId="LiveId" clId="{737403A7-CBCD-479B-BA12-77557D72448E}" dt="2025-02-23T20:46:24.091" v="3389" actId="47"/>
        <pc:sldMkLst>
          <pc:docMk/>
          <pc:sldMk cId="0" sldId="275"/>
        </pc:sldMkLst>
      </pc:sldChg>
      <pc:sldChg chg="modSp mod">
        <pc:chgData name="Simone Beets" userId="5adb261a4dd6137b" providerId="LiveId" clId="{737403A7-CBCD-479B-BA12-77557D72448E}" dt="2025-02-23T21:44:55.874" v="4929" actId="15"/>
        <pc:sldMkLst>
          <pc:docMk/>
          <pc:sldMk cId="0" sldId="276"/>
        </pc:sldMkLst>
      </pc:sldChg>
      <pc:sldChg chg="modSp mod">
        <pc:chgData name="Simone Beets" userId="5adb261a4dd6137b" providerId="LiveId" clId="{737403A7-CBCD-479B-BA12-77557D72448E}" dt="2025-02-24T08:10:47.210" v="5127"/>
        <pc:sldMkLst>
          <pc:docMk/>
          <pc:sldMk cId="0" sldId="277"/>
        </pc:sldMkLst>
      </pc:sldChg>
      <pc:sldChg chg="del">
        <pc:chgData name="Simone Beets" userId="5adb261a4dd6137b" providerId="LiveId" clId="{737403A7-CBCD-479B-BA12-77557D72448E}" dt="2025-02-23T20:51:05.557" v="3506" actId="47"/>
        <pc:sldMkLst>
          <pc:docMk/>
          <pc:sldMk cId="0" sldId="278"/>
        </pc:sldMkLst>
      </pc:sldChg>
      <pc:sldChg chg="del">
        <pc:chgData name="Simone Beets" userId="5adb261a4dd6137b" providerId="LiveId" clId="{737403A7-CBCD-479B-BA12-77557D72448E}" dt="2025-02-23T20:50:47.073" v="3500" actId="47"/>
        <pc:sldMkLst>
          <pc:docMk/>
          <pc:sldMk cId="0" sldId="280"/>
        </pc:sldMkLst>
      </pc:sldChg>
      <pc:sldChg chg="del">
        <pc:chgData name="Simone Beets" userId="5adb261a4dd6137b" providerId="LiveId" clId="{737403A7-CBCD-479B-BA12-77557D72448E}" dt="2025-02-23T20:50:47.694" v="3501" actId="47"/>
        <pc:sldMkLst>
          <pc:docMk/>
          <pc:sldMk cId="0" sldId="281"/>
        </pc:sldMkLst>
      </pc:sldChg>
      <pc:sldChg chg="del">
        <pc:chgData name="Simone Beets" userId="5adb261a4dd6137b" providerId="LiveId" clId="{737403A7-CBCD-479B-BA12-77557D72448E}" dt="2025-02-23T20:50:54.496" v="3502" actId="47"/>
        <pc:sldMkLst>
          <pc:docMk/>
          <pc:sldMk cId="0" sldId="282"/>
        </pc:sldMkLst>
      </pc:sldChg>
      <pc:sldChg chg="del">
        <pc:chgData name="Simone Beets" userId="5adb261a4dd6137b" providerId="LiveId" clId="{737403A7-CBCD-479B-BA12-77557D72448E}" dt="2025-02-23T20:51:00.268" v="3503" actId="47"/>
        <pc:sldMkLst>
          <pc:docMk/>
          <pc:sldMk cId="0" sldId="283"/>
        </pc:sldMkLst>
      </pc:sldChg>
      <pc:sldChg chg="del">
        <pc:chgData name="Simone Beets" userId="5adb261a4dd6137b" providerId="LiveId" clId="{737403A7-CBCD-479B-BA12-77557D72448E}" dt="2025-02-23T20:51:04.504" v="3505" actId="47"/>
        <pc:sldMkLst>
          <pc:docMk/>
          <pc:sldMk cId="0" sldId="284"/>
        </pc:sldMkLst>
      </pc:sldChg>
      <pc:sldChg chg="del">
        <pc:chgData name="Simone Beets" userId="5adb261a4dd6137b" providerId="LiveId" clId="{737403A7-CBCD-479B-BA12-77557D72448E}" dt="2025-02-23T20:51:15.542" v="3507" actId="47"/>
        <pc:sldMkLst>
          <pc:docMk/>
          <pc:sldMk cId="0" sldId="285"/>
        </pc:sldMkLst>
      </pc:sldChg>
      <pc:sldChg chg="del">
        <pc:chgData name="Simone Beets" userId="5adb261a4dd6137b" providerId="LiveId" clId="{737403A7-CBCD-479B-BA12-77557D72448E}" dt="2025-02-23T20:51:19.628" v="3510" actId="47"/>
        <pc:sldMkLst>
          <pc:docMk/>
          <pc:sldMk cId="0" sldId="286"/>
        </pc:sldMkLst>
      </pc:sldChg>
      <pc:sldChg chg="del">
        <pc:chgData name="Simone Beets" userId="5adb261a4dd6137b" providerId="LiveId" clId="{737403A7-CBCD-479B-BA12-77557D72448E}" dt="2025-02-23T20:51:17.251" v="3508" actId="47"/>
        <pc:sldMkLst>
          <pc:docMk/>
          <pc:sldMk cId="0" sldId="287"/>
        </pc:sldMkLst>
      </pc:sldChg>
      <pc:sldChg chg="del">
        <pc:chgData name="Simone Beets" userId="5adb261a4dd6137b" providerId="LiveId" clId="{737403A7-CBCD-479B-BA12-77557D72448E}" dt="2025-02-23T20:51:24.649" v="3515" actId="47"/>
        <pc:sldMkLst>
          <pc:docMk/>
          <pc:sldMk cId="0" sldId="289"/>
        </pc:sldMkLst>
      </pc:sldChg>
      <pc:sldChg chg="del">
        <pc:chgData name="Simone Beets" userId="5adb261a4dd6137b" providerId="LiveId" clId="{737403A7-CBCD-479B-BA12-77557D72448E}" dt="2025-02-23T20:51:21.360" v="3512" actId="47"/>
        <pc:sldMkLst>
          <pc:docMk/>
          <pc:sldMk cId="0" sldId="290"/>
        </pc:sldMkLst>
      </pc:sldChg>
      <pc:sldChg chg="del">
        <pc:chgData name="Simone Beets" userId="5adb261a4dd6137b" providerId="LiveId" clId="{737403A7-CBCD-479B-BA12-77557D72448E}" dt="2025-02-23T20:51:20.530" v="3511" actId="47"/>
        <pc:sldMkLst>
          <pc:docMk/>
          <pc:sldMk cId="0" sldId="291"/>
        </pc:sldMkLst>
      </pc:sldChg>
      <pc:sldChg chg="del">
        <pc:chgData name="Simone Beets" userId="5adb261a4dd6137b" providerId="LiveId" clId="{737403A7-CBCD-479B-BA12-77557D72448E}" dt="2025-02-23T20:51:22.551" v="3513" actId="47"/>
        <pc:sldMkLst>
          <pc:docMk/>
          <pc:sldMk cId="0" sldId="292"/>
        </pc:sldMkLst>
      </pc:sldChg>
      <pc:sldChg chg="del">
        <pc:chgData name="Simone Beets" userId="5adb261a4dd6137b" providerId="LiveId" clId="{737403A7-CBCD-479B-BA12-77557D72448E}" dt="2025-02-23T20:51:23.729" v="3514" actId="47"/>
        <pc:sldMkLst>
          <pc:docMk/>
          <pc:sldMk cId="0" sldId="293"/>
        </pc:sldMkLst>
      </pc:sldChg>
      <pc:sldChg chg="del">
        <pc:chgData name="Simone Beets" userId="5adb261a4dd6137b" providerId="LiveId" clId="{737403A7-CBCD-479B-BA12-77557D72448E}" dt="2025-02-23T20:51:25.272" v="3516" actId="47"/>
        <pc:sldMkLst>
          <pc:docMk/>
          <pc:sldMk cId="0" sldId="294"/>
        </pc:sldMkLst>
      </pc:sldChg>
      <pc:sldChg chg="del">
        <pc:chgData name="Simone Beets" userId="5adb261a4dd6137b" providerId="LiveId" clId="{737403A7-CBCD-479B-BA12-77557D72448E}" dt="2025-02-23T20:51:26.690" v="3518" actId="47"/>
        <pc:sldMkLst>
          <pc:docMk/>
          <pc:sldMk cId="0" sldId="295"/>
        </pc:sldMkLst>
      </pc:sldChg>
      <pc:sldChg chg="del">
        <pc:chgData name="Simone Beets" userId="5adb261a4dd6137b" providerId="LiveId" clId="{737403A7-CBCD-479B-BA12-77557D72448E}" dt="2025-02-23T20:51:27.506" v="3519" actId="47"/>
        <pc:sldMkLst>
          <pc:docMk/>
          <pc:sldMk cId="0" sldId="296"/>
        </pc:sldMkLst>
      </pc:sldChg>
      <pc:sldChg chg="del">
        <pc:chgData name="Simone Beets" userId="5adb261a4dd6137b" providerId="LiveId" clId="{737403A7-CBCD-479B-BA12-77557D72448E}" dt="2025-02-23T20:51:28.018" v="3520" actId="47"/>
        <pc:sldMkLst>
          <pc:docMk/>
          <pc:sldMk cId="0" sldId="297"/>
        </pc:sldMkLst>
      </pc:sldChg>
      <pc:sldChg chg="del">
        <pc:chgData name="Simone Beets" userId="5adb261a4dd6137b" providerId="LiveId" clId="{737403A7-CBCD-479B-BA12-77557D72448E}" dt="2025-02-23T20:51:29.508" v="3521" actId="47"/>
        <pc:sldMkLst>
          <pc:docMk/>
          <pc:sldMk cId="0" sldId="298"/>
        </pc:sldMkLst>
      </pc:sldChg>
      <pc:sldChg chg="del">
        <pc:chgData name="Simone Beets" userId="5adb261a4dd6137b" providerId="LiveId" clId="{737403A7-CBCD-479B-BA12-77557D72448E}" dt="2025-02-23T20:51:30.775" v="3522" actId="47"/>
        <pc:sldMkLst>
          <pc:docMk/>
          <pc:sldMk cId="0" sldId="299"/>
        </pc:sldMkLst>
      </pc:sldChg>
      <pc:sldChg chg="del">
        <pc:chgData name="Simone Beets" userId="5adb261a4dd6137b" providerId="LiveId" clId="{737403A7-CBCD-479B-BA12-77557D72448E}" dt="2025-02-23T20:51:31.281" v="3523" actId="47"/>
        <pc:sldMkLst>
          <pc:docMk/>
          <pc:sldMk cId="0" sldId="300"/>
        </pc:sldMkLst>
      </pc:sldChg>
      <pc:sldChg chg="del">
        <pc:chgData name="Simone Beets" userId="5adb261a4dd6137b" providerId="LiveId" clId="{737403A7-CBCD-479B-BA12-77557D72448E}" dt="2025-02-23T20:51:32.505" v="3524" actId="47"/>
        <pc:sldMkLst>
          <pc:docMk/>
          <pc:sldMk cId="0" sldId="301"/>
        </pc:sldMkLst>
      </pc:sldChg>
      <pc:sldChg chg="del">
        <pc:chgData name="Simone Beets" userId="5adb261a4dd6137b" providerId="LiveId" clId="{737403A7-CBCD-479B-BA12-77557D72448E}" dt="2025-02-23T20:51:33.484" v="3525" actId="47"/>
        <pc:sldMkLst>
          <pc:docMk/>
          <pc:sldMk cId="0" sldId="302"/>
        </pc:sldMkLst>
      </pc:sldChg>
      <pc:sldChg chg="del">
        <pc:chgData name="Simone Beets" userId="5adb261a4dd6137b" providerId="LiveId" clId="{737403A7-CBCD-479B-BA12-77557D72448E}" dt="2025-02-23T20:51:34.442" v="3526" actId="47"/>
        <pc:sldMkLst>
          <pc:docMk/>
          <pc:sldMk cId="0" sldId="303"/>
        </pc:sldMkLst>
      </pc:sldChg>
      <pc:sldChg chg="del">
        <pc:chgData name="Simone Beets" userId="5adb261a4dd6137b" providerId="LiveId" clId="{737403A7-CBCD-479B-BA12-77557D72448E}" dt="2025-02-23T20:51:34.922" v="3527" actId="47"/>
        <pc:sldMkLst>
          <pc:docMk/>
          <pc:sldMk cId="0" sldId="304"/>
        </pc:sldMkLst>
      </pc:sldChg>
      <pc:sldChg chg="del">
        <pc:chgData name="Simone Beets" userId="5adb261a4dd6137b" providerId="LiveId" clId="{737403A7-CBCD-479B-BA12-77557D72448E}" dt="2025-02-23T20:51:35.866" v="3528" actId="47"/>
        <pc:sldMkLst>
          <pc:docMk/>
          <pc:sldMk cId="0" sldId="305"/>
        </pc:sldMkLst>
      </pc:sldChg>
      <pc:sldChg chg="del">
        <pc:chgData name="Simone Beets" userId="5adb261a4dd6137b" providerId="LiveId" clId="{737403A7-CBCD-479B-BA12-77557D72448E}" dt="2025-02-23T20:51:36.388" v="3529" actId="47"/>
        <pc:sldMkLst>
          <pc:docMk/>
          <pc:sldMk cId="0" sldId="306"/>
        </pc:sldMkLst>
      </pc:sldChg>
      <pc:sldChg chg="del">
        <pc:chgData name="Simone Beets" userId="5adb261a4dd6137b" providerId="LiveId" clId="{737403A7-CBCD-479B-BA12-77557D72448E}" dt="2025-02-23T20:51:37.321" v="3530" actId="47"/>
        <pc:sldMkLst>
          <pc:docMk/>
          <pc:sldMk cId="0" sldId="307"/>
        </pc:sldMkLst>
      </pc:sldChg>
      <pc:sldChg chg="del">
        <pc:chgData name="Simone Beets" userId="5adb261a4dd6137b" providerId="LiveId" clId="{737403A7-CBCD-479B-BA12-77557D72448E}" dt="2025-02-23T20:51:37.763" v="3531" actId="47"/>
        <pc:sldMkLst>
          <pc:docMk/>
          <pc:sldMk cId="0" sldId="308"/>
        </pc:sldMkLst>
      </pc:sldChg>
      <pc:sldChg chg="del">
        <pc:chgData name="Simone Beets" userId="5adb261a4dd6137b" providerId="LiveId" clId="{737403A7-CBCD-479B-BA12-77557D72448E}" dt="2025-02-23T20:51:38.954" v="3532" actId="47"/>
        <pc:sldMkLst>
          <pc:docMk/>
          <pc:sldMk cId="0" sldId="309"/>
        </pc:sldMkLst>
      </pc:sldChg>
      <pc:sldChg chg="del">
        <pc:chgData name="Simone Beets" userId="5adb261a4dd6137b" providerId="LiveId" clId="{737403A7-CBCD-479B-BA12-77557D72448E}" dt="2025-02-23T20:51:39.284" v="3533" actId="47"/>
        <pc:sldMkLst>
          <pc:docMk/>
          <pc:sldMk cId="0" sldId="310"/>
        </pc:sldMkLst>
      </pc:sldChg>
      <pc:sldChg chg="del">
        <pc:chgData name="Simone Beets" userId="5adb261a4dd6137b" providerId="LiveId" clId="{737403A7-CBCD-479B-BA12-77557D72448E}" dt="2025-02-23T20:51:41.146" v="3535" actId="47"/>
        <pc:sldMkLst>
          <pc:docMk/>
          <pc:sldMk cId="0" sldId="311"/>
        </pc:sldMkLst>
      </pc:sldChg>
      <pc:sldChg chg="del">
        <pc:chgData name="Simone Beets" userId="5adb261a4dd6137b" providerId="LiveId" clId="{737403A7-CBCD-479B-BA12-77557D72448E}" dt="2025-02-23T20:51:42.219" v="3536" actId="47"/>
        <pc:sldMkLst>
          <pc:docMk/>
          <pc:sldMk cId="0" sldId="313"/>
        </pc:sldMkLst>
      </pc:sldChg>
      <pc:sldChg chg="del">
        <pc:chgData name="Simone Beets" userId="5adb261a4dd6137b" providerId="LiveId" clId="{737403A7-CBCD-479B-BA12-77557D72448E}" dt="2025-02-23T20:51:40.498" v="3534" actId="47"/>
        <pc:sldMkLst>
          <pc:docMk/>
          <pc:sldMk cId="0" sldId="314"/>
        </pc:sldMkLst>
      </pc:sldChg>
      <pc:sldChg chg="del">
        <pc:chgData name="Simone Beets" userId="5adb261a4dd6137b" providerId="LiveId" clId="{737403A7-CBCD-479B-BA12-77557D72448E}" dt="2025-02-23T20:51:42.756" v="3537" actId="47"/>
        <pc:sldMkLst>
          <pc:docMk/>
          <pc:sldMk cId="0" sldId="315"/>
        </pc:sldMkLst>
      </pc:sldChg>
      <pc:sldChg chg="del">
        <pc:chgData name="Simone Beets" userId="5adb261a4dd6137b" providerId="LiveId" clId="{737403A7-CBCD-479B-BA12-77557D72448E}" dt="2025-02-23T20:51:43.974" v="3538" actId="47"/>
        <pc:sldMkLst>
          <pc:docMk/>
          <pc:sldMk cId="0" sldId="316"/>
        </pc:sldMkLst>
      </pc:sldChg>
      <pc:sldChg chg="del">
        <pc:chgData name="Simone Beets" userId="5adb261a4dd6137b" providerId="LiveId" clId="{737403A7-CBCD-479B-BA12-77557D72448E}" dt="2025-02-23T20:46:25.308" v="3390" actId="47"/>
        <pc:sldMkLst>
          <pc:docMk/>
          <pc:sldMk cId="0" sldId="317"/>
        </pc:sldMkLst>
      </pc:sldChg>
      <pc:sldChg chg="del">
        <pc:chgData name="Simone Beets" userId="5adb261a4dd6137b" providerId="LiveId" clId="{737403A7-CBCD-479B-BA12-77557D72448E}" dt="2025-02-23T20:50:44.898" v="3498" actId="47"/>
        <pc:sldMkLst>
          <pc:docMk/>
          <pc:sldMk cId="0" sldId="319"/>
        </pc:sldMkLst>
      </pc:sldChg>
      <pc:sldChg chg="del">
        <pc:chgData name="Simone Beets" userId="5adb261a4dd6137b" providerId="LiveId" clId="{737403A7-CBCD-479B-BA12-77557D72448E}" dt="2025-02-23T20:51:26.209" v="3517" actId="47"/>
        <pc:sldMkLst>
          <pc:docMk/>
          <pc:sldMk cId="0" sldId="320"/>
        </pc:sldMkLst>
      </pc:sldChg>
      <pc:sldChg chg="addSp modSp mod">
        <pc:chgData name="Simone Beets" userId="5adb261a4dd6137b" providerId="LiveId" clId="{737403A7-CBCD-479B-BA12-77557D72448E}" dt="2025-02-23T20:53:40.959" v="3655" actId="20577"/>
        <pc:sldMkLst>
          <pc:docMk/>
          <pc:sldMk cId="0" sldId="321"/>
        </pc:sldMkLst>
      </pc:sldChg>
      <pc:sldChg chg="del">
        <pc:chgData name="Simone Beets" userId="5adb261a4dd6137b" providerId="LiveId" clId="{737403A7-CBCD-479B-BA12-77557D72448E}" dt="2025-02-23T20:51:03.025" v="3504" actId="47"/>
        <pc:sldMkLst>
          <pc:docMk/>
          <pc:sldMk cId="0" sldId="322"/>
        </pc:sldMkLst>
      </pc:sldChg>
      <pc:sldChg chg="addSp delSp modSp add mod modAnim modNotesTx">
        <pc:chgData name="Simone Beets" userId="5adb261a4dd6137b" providerId="LiveId" clId="{737403A7-CBCD-479B-BA12-77557D72448E}" dt="2025-02-24T08:11:03.536" v="5128" actId="478"/>
        <pc:sldMkLst>
          <pc:docMk/>
          <pc:sldMk cId="465305782" sldId="323"/>
        </pc:sldMkLst>
      </pc:sldChg>
      <pc:sldChg chg="addSp delSp modSp add modAnim modNotesTx">
        <pc:chgData name="Simone Beets" userId="5adb261a4dd6137b" providerId="LiveId" clId="{737403A7-CBCD-479B-BA12-77557D72448E}" dt="2025-02-24T08:11:05.903" v="5129" actId="478"/>
        <pc:sldMkLst>
          <pc:docMk/>
          <pc:sldMk cId="2369434495" sldId="324"/>
        </pc:sldMkLst>
      </pc:sldChg>
      <pc:sldChg chg="addSp delSp modSp add mod addAnim delAnim modAnim modNotesTx">
        <pc:chgData name="Simone Beets" userId="5adb261a4dd6137b" providerId="LiveId" clId="{737403A7-CBCD-479B-BA12-77557D72448E}" dt="2025-02-25T08:23:09.708" v="5143" actId="6549"/>
        <pc:sldMkLst>
          <pc:docMk/>
          <pc:sldMk cId="1526733309" sldId="325"/>
        </pc:sldMkLst>
      </pc:sldChg>
      <pc:sldChg chg="addSp delSp modSp add mod delAnim modNotesTx">
        <pc:chgData name="Simone Beets" userId="5adb261a4dd6137b" providerId="LiveId" clId="{737403A7-CBCD-479B-BA12-77557D72448E}" dt="2025-02-24T08:11:10.880" v="5132" actId="478"/>
        <pc:sldMkLst>
          <pc:docMk/>
          <pc:sldMk cId="4035415485" sldId="326"/>
        </pc:sldMkLst>
      </pc:sldChg>
      <pc:sldChg chg="delSp modSp add mod ord delAnim modNotesTx">
        <pc:chgData name="Simone Beets" userId="5adb261a4dd6137b" providerId="LiveId" clId="{737403A7-CBCD-479B-BA12-77557D72448E}" dt="2025-02-24T08:11:12.271" v="5133" actId="478"/>
        <pc:sldMkLst>
          <pc:docMk/>
          <pc:sldMk cId="349174243" sldId="327"/>
        </pc:sldMkLst>
      </pc:sldChg>
      <pc:sldChg chg="delSp modSp add mod modNotesTx">
        <pc:chgData name="Simone Beets" userId="5adb261a4dd6137b" providerId="LiveId" clId="{737403A7-CBCD-479B-BA12-77557D72448E}" dt="2025-02-24T08:11:14.575" v="5134" actId="478"/>
        <pc:sldMkLst>
          <pc:docMk/>
          <pc:sldMk cId="1334398919" sldId="328"/>
        </pc:sldMkLst>
      </pc:sldChg>
      <pc:sldChg chg="delSp modSp add mod modNotesTx">
        <pc:chgData name="Simone Beets" userId="5adb261a4dd6137b" providerId="LiveId" clId="{737403A7-CBCD-479B-BA12-77557D72448E}" dt="2025-02-24T08:11:16.622" v="5135" actId="478"/>
        <pc:sldMkLst>
          <pc:docMk/>
          <pc:sldMk cId="3603584948" sldId="329"/>
        </pc:sldMkLst>
      </pc:sldChg>
      <pc:sldChg chg="delSp modSp add mod modNotesTx">
        <pc:chgData name="Simone Beets" userId="5adb261a4dd6137b" providerId="LiveId" clId="{737403A7-CBCD-479B-BA12-77557D72448E}" dt="2025-02-24T08:11:17.983" v="5136" actId="478"/>
        <pc:sldMkLst>
          <pc:docMk/>
          <pc:sldMk cId="853854565" sldId="330"/>
        </pc:sldMkLst>
      </pc:sldChg>
      <pc:sldChg chg="delSp modSp add mod modNotesTx">
        <pc:chgData name="Simone Beets" userId="5adb261a4dd6137b" providerId="LiveId" clId="{737403A7-CBCD-479B-BA12-77557D72448E}" dt="2025-02-24T08:11:19.263" v="5137" actId="478"/>
        <pc:sldMkLst>
          <pc:docMk/>
          <pc:sldMk cId="3484037023" sldId="331"/>
        </pc:sldMkLst>
      </pc:sldChg>
      <pc:sldChg chg="delSp modSp add mod modNotesTx">
        <pc:chgData name="Simone Beets" userId="5adb261a4dd6137b" providerId="LiveId" clId="{737403A7-CBCD-479B-BA12-77557D72448E}" dt="2025-02-24T08:11:20.688" v="5138" actId="478"/>
        <pc:sldMkLst>
          <pc:docMk/>
          <pc:sldMk cId="3083429794" sldId="332"/>
        </pc:sldMkLst>
      </pc:sldChg>
      <pc:sldChg chg="addSp delSp modSp add mod addAnim delAnim modAnim modNotesTx">
        <pc:chgData name="Simone Beets" userId="5adb261a4dd6137b" providerId="LiveId" clId="{737403A7-CBCD-479B-BA12-77557D72448E}" dt="2025-02-24T08:11:23.534" v="5139" actId="478"/>
        <pc:sldMkLst>
          <pc:docMk/>
          <pc:sldMk cId="911306211" sldId="333"/>
        </pc:sldMkLst>
      </pc:sldChg>
      <pc:sldChg chg="add del">
        <pc:chgData name="Simone Beets" userId="5adb261a4dd6137b" providerId="LiveId" clId="{737403A7-CBCD-479B-BA12-77557D72448E}" dt="2025-02-23T20:46:21.811" v="3387" actId="47"/>
        <pc:sldMkLst>
          <pc:docMk/>
          <pc:sldMk cId="1424463807" sldId="334"/>
        </pc:sldMkLst>
      </pc:sldChg>
      <pc:sldChg chg="modSp add mod modTransition modNotesTx">
        <pc:chgData name="Simone Beets" userId="5adb261a4dd6137b" providerId="LiveId" clId="{737403A7-CBCD-479B-BA12-77557D72448E}" dt="2025-02-23T22:06:27.819" v="5024" actId="20577"/>
        <pc:sldMkLst>
          <pc:docMk/>
          <pc:sldMk cId="1550497282" sldId="335"/>
        </pc:sldMkLst>
      </pc:sldChg>
      <pc:sldChg chg="modSp add mod modTransition modNotesTx">
        <pc:chgData name="Simone Beets" userId="5adb261a4dd6137b" providerId="LiveId" clId="{737403A7-CBCD-479B-BA12-77557D72448E}" dt="2025-02-23T22:06:29.629" v="5025" actId="20577"/>
        <pc:sldMkLst>
          <pc:docMk/>
          <pc:sldMk cId="2128091170" sldId="336"/>
        </pc:sldMkLst>
      </pc:sldChg>
      <pc:sldChg chg="modSp add mod modTransition modNotesTx">
        <pc:chgData name="Simone Beets" userId="5adb261a4dd6137b" providerId="LiveId" clId="{737403A7-CBCD-479B-BA12-77557D72448E}" dt="2025-02-23T22:06:31.306" v="5026" actId="20577"/>
        <pc:sldMkLst>
          <pc:docMk/>
          <pc:sldMk cId="3352296232" sldId="337"/>
        </pc:sldMkLst>
      </pc:sldChg>
      <pc:sldChg chg="modSp add mod modTransition modNotesTx">
        <pc:chgData name="Simone Beets" userId="5adb261a4dd6137b" providerId="LiveId" clId="{737403A7-CBCD-479B-BA12-77557D72448E}" dt="2025-02-23T21:43:07.283" v="4926" actId="20577"/>
        <pc:sldMkLst>
          <pc:docMk/>
          <pc:sldMk cId="2679042903" sldId="3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5F629E-DEAC-48C0-2DCA-FBDE58F65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62174-60A2-FD62-0D8D-A3E8C1B851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153D84-A18A-4BAE-9F10-57636B33BFED}" type="datetimeFigureOut">
              <a:rPr lang="en-ZA"/>
              <a:pPr>
                <a:defRPr/>
              </a:pPr>
              <a:t>2026/05/04</a:t>
            </a:fld>
            <a:endParaRPr lang="en-Z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B229DF-27D9-CADC-CB1D-8A5C6271F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Z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A3F31E-A0CC-3475-963C-03616313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Z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8012-A92A-E433-5835-781BFC9B90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9196-14E7-6FE6-7FAD-81CCB8236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69D768E-C3EC-41DC-8B8B-05D8793498BE}" type="slidenum">
              <a:rPr lang="en-ZA"/>
              <a:pPr>
                <a:defRPr/>
              </a:pPr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4376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776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8D00-AF29-A9B4-E9F1-F88DE70A6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CD339-40AA-D834-FF29-3A4F5208F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B13FA-E409-47D5-EDDC-7DC0940B9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3EBC-AF87-E17D-9BFE-292B20095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6200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2BD9D-A8D1-D52D-AAA2-F42FE9D40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D6A38-40F6-54E1-8718-AD7945B9E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AB46E-824D-C4D0-40CC-5C6C02ED7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5FC58-04BB-2330-66A1-4CFB04948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4506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8A3F-1C84-8E42-6A38-26C0BEE6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2B1E73-3331-8E21-FB28-19985A54C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71D40-9E3B-11F7-1B74-4893D394C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FE7DB-D255-5001-6F61-EA7AB9EE7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4745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398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9DBD-46D6-545F-6699-8DD2E9CB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03C87-4DD9-D098-4CD7-0E0908364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64BFF-33D7-68BA-6B78-B0DEA4936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ZA" dirty="0"/>
              <a:t>(devices, languages, …)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C13BB-4E30-20D7-63BA-1903D2D41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8685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7CA56-71A4-7421-658E-7588B239A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A213F-B022-8048-EC34-7CAC0FEF0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63857-FD87-E583-D080-220DF26A9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77218-12D4-6E55-6C7D-9EA21E314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4133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9CCCE-59D9-A406-36A3-09D5F75AF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DB2FB-1967-D5FB-3308-CF7CCB5E9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1AF62-6A04-6AC6-2F03-261CDEFBC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Explicitly code each element and their placement (top left)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Right side and bottom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Right: Same UI described using FXML – XML-based markup language (why it is important to know XML)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Describe the UI in a declarative way instead of coding it manually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Bottom: Write some code to load the FXML file and display the UI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Builds the UI from the FXML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FXML – separates UI design from application logic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Build UIs more visually (if using a tool like </a:t>
            </a:r>
            <a:r>
              <a:rPr lang="en-ZA" dirty="0" err="1"/>
              <a:t>SceneBuilder</a:t>
            </a:r>
            <a:r>
              <a:rPr lang="en-ZA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Cleaner, focused on logic, and not the layout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21A1-3AF0-A391-6068-F22F6D8A1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8188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1853-EAFF-C06A-E421-72D852764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A40DB-7351-FD75-F369-B3519CF09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B45E9-1B93-A9FE-6B23-94E970BDC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A52FD-E9AA-4E0B-FA15-054960C11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93852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88645-708B-2F92-920B-803E0F25F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C8B1E-2369-9967-FEF9-BC1A074FB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92B84-2CB2-1F1C-B8EB-2412DF372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2CDE4-8301-58EB-A0A2-A9ED499F8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026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08A6C-7C8C-39FC-C032-4E067191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D6109-0D3A-EB34-172F-6E0E3B4F0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DA057-6A3A-B62D-83EE-E4C79C5FC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74E9C-DC2D-EBC6-D7E4-1F0C7B15F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8087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885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92948-08F0-270F-BC86-7F2001659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42B3-5005-4D91-821B-2156A1661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FDDA-5893-787C-F646-1E58AC7E5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Please be there before start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T: drive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Copy from T: drive to local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Then save back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Read carefully – for Section B, read the entire question before answering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Look at the mark allocation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F0FB2-7F0E-33E6-CFFA-CB09645E2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1538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3BAB1-673B-D175-232E-E91CD0EC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1B295-1BD1-B936-D6A4-A6C4C4A13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5153E-8876-8AA8-C4CE-36D48AE38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/>
              <a:t>Use AI tools like ChatGPT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ask it questions &amp; for some examples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62373-B9B3-45C6-FF70-3BA7501E4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3648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B9E00-7B43-7FE2-081E-2ACBB8A22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A7DBA-DA55-A943-0AB1-6AE684F12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0547B-2517-1AB1-9FF6-AF8C774FB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/>
              <a:t>Use AI tools like ChatGPT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ask it questions &amp; for some examples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ADAA6-E4FB-8232-787B-54988AE7E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8907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CC507-52EA-ED9C-0057-B787156D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CBA70-31A2-592F-8875-F66349392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BC538-3A96-3BF1-3D42-B08F6B99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/>
              <a:t>Use AI tools like ChatGPT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/>
              <a:t> ask it questions &amp; for some examples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7C36E-4DD0-F162-B379-66C13E77E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35722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F614-CD09-61B5-8500-B5F72867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D79F9-42FB-FF20-35F6-3D6A428C6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2D6BA-83A3-09B3-B8AF-EC217C2C0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78674-0161-58C5-8ECB-C6DC90054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833815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727CB-1D78-1B7C-3A65-3CAEC61F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56254-58A8-37E1-34C1-EF7C138CD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45801-613B-118C-222B-80EFDDCF8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CDBBE-0819-3D85-F3F9-9D19705B9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4787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Wanted to leave you with some thoughts on soft skills etc that I think can be important in the workplace</a:t>
            </a:r>
          </a:p>
          <a:p>
            <a:endParaRPr lang="en-ZA" dirty="0"/>
          </a:p>
          <a:p>
            <a:r>
              <a:rPr lang="en-ZA" dirty="0"/>
              <a:t>But then I thought no, I’ll see you in PV302, so I’ll leave it for then :D</a:t>
            </a:r>
          </a:p>
          <a:p>
            <a:endParaRPr lang="en-ZA" dirty="0"/>
          </a:p>
          <a:p>
            <a:r>
              <a:rPr lang="en-ZA" dirty="0"/>
              <a:t>Wish you all the best for your exams.</a:t>
            </a:r>
          </a:p>
          <a:p>
            <a:endParaRPr lang="en-ZA" dirty="0"/>
          </a:p>
          <a:p>
            <a:r>
              <a:rPr lang="en-ZA" dirty="0"/>
              <a:t>Visualise academic record – whatever you see your marks on with all distinctions or all passes depending on what you’re aiming for.</a:t>
            </a:r>
          </a:p>
          <a:p>
            <a:r>
              <a:rPr lang="en-ZA" dirty="0"/>
              <a:t>Work towards that during the exams.</a:t>
            </a:r>
          </a:p>
          <a:p>
            <a:endParaRPr lang="en-ZA" dirty="0"/>
          </a:p>
          <a:p>
            <a:r>
              <a:rPr lang="en-ZA" dirty="0"/>
              <a:t>That’s it for WRPV301 this semester! Thank you! Have a good week!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020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D4BB4-2F8D-6C42-F4E9-2B180692ED59}"/>
              </a:ext>
            </a:extLst>
          </p:cNvPr>
          <p:cNvSpPr/>
          <p:nvPr userDrawn="1"/>
        </p:nvSpPr>
        <p:spPr>
          <a:xfrm>
            <a:off x="0" y="-1588"/>
            <a:ext cx="9144000" cy="5145088"/>
          </a:xfrm>
          <a:prstGeom prst="rect">
            <a:avLst/>
          </a:prstGeom>
          <a:solidFill>
            <a:srgbClr val="00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F85402B-8170-4E09-CFEB-83BA8A50B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744538"/>
            <a:ext cx="37893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2787774"/>
            <a:ext cx="7848872" cy="486054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560" y="3381840"/>
            <a:ext cx="7848872" cy="145821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2461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EC000"/>
              </a:buClr>
              <a:buSzPct val="80000"/>
              <a:defRPr sz="2000">
                <a:latin typeface="Avenir Book"/>
              </a:defRPr>
            </a:lvl1pPr>
            <a:lvl2pPr>
              <a:buClr>
                <a:srgbClr val="FEC000"/>
              </a:buClr>
              <a:buSzPct val="80000"/>
              <a:defRPr sz="2000">
                <a:latin typeface="Avenir Book"/>
              </a:defRPr>
            </a:lvl2pPr>
            <a:lvl3pPr>
              <a:buClr>
                <a:srgbClr val="FEC000"/>
              </a:buClr>
              <a:buSzPct val="80000"/>
              <a:defRPr sz="2000">
                <a:latin typeface="Avenir Book"/>
              </a:defRPr>
            </a:lvl3pPr>
            <a:lvl4pPr>
              <a:buClr>
                <a:srgbClr val="FEC000"/>
              </a:buClr>
              <a:buSzPct val="80000"/>
              <a:defRPr sz="2000">
                <a:latin typeface="Avenir Book"/>
              </a:defRPr>
            </a:lvl4pPr>
            <a:lvl5pPr>
              <a:buClr>
                <a:srgbClr val="FEC000"/>
              </a:buClr>
              <a:buSzPct val="80000"/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340108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0" i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92416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005576"/>
            <a:ext cx="4032572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1" y="1005576"/>
            <a:ext cx="4176713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2828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62355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641933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456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3" y="465516"/>
            <a:ext cx="2877497" cy="819774"/>
          </a:xfrm>
        </p:spPr>
        <p:txBody>
          <a:bodyPr anchor="t"/>
          <a:lstStyle>
            <a:lvl1pPr algn="l">
              <a:defRPr sz="2200" b="1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981" y="465517"/>
            <a:ext cx="4889467" cy="412910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52" y="1285291"/>
            <a:ext cx="2877497" cy="33093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4368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0" i="0" baseline="0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853275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97" y="303498"/>
            <a:ext cx="8128527" cy="5941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5" y="1113589"/>
            <a:ext cx="8136904" cy="3481034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50275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05" y="249493"/>
            <a:ext cx="2018551" cy="4345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6" y="249493"/>
            <a:ext cx="5913947" cy="4345130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787133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854-2AB0-CB10-64EC-90BE9215D8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588"/>
            <a:ext cx="9144000" cy="5191126"/>
          </a:xfrm>
          <a:prstGeom prst="rect">
            <a:avLst/>
          </a:prstGeom>
          <a:solidFill>
            <a:srgbClr val="FEC000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239776"/>
            <a:ext cx="4376737" cy="4748870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73501097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E339C2-10EE-A968-9884-2A9840336F4A}"/>
              </a:ext>
            </a:extLst>
          </p:cNvPr>
          <p:cNvSpPr/>
          <p:nvPr userDrawn="1"/>
        </p:nvSpPr>
        <p:spPr>
          <a:xfrm>
            <a:off x="-339725" y="-192088"/>
            <a:ext cx="9823450" cy="5527676"/>
          </a:xfrm>
          <a:prstGeom prst="rect">
            <a:avLst/>
          </a:prstGeom>
          <a:solidFill>
            <a:srgbClr val="00102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725984"/>
            <a:ext cx="4376737" cy="4262661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01242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Slogan Slide (16-9).jpg">
            <a:extLst>
              <a:ext uri="{FF2B5EF4-FFF2-40B4-BE49-F238E27FC236}">
                <a16:creationId xmlns:a16="http://schemas.microsoft.com/office/drawing/2014/main" id="{B81BB40B-38F8-E738-36C0-ECB883458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-30163"/>
            <a:ext cx="9240838" cy="520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50984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U Title Slide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015448E5-F638-B1D6-C8DF-532BFBB72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792163"/>
            <a:ext cx="28416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1357"/>
            <a:ext cx="7886700" cy="56842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7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28650" y="3270709"/>
            <a:ext cx="7886700" cy="32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28650" y="3763934"/>
            <a:ext cx="7886700" cy="2744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8650" y="4104269"/>
            <a:ext cx="7886700" cy="2744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28650" y="4444605"/>
            <a:ext cx="7886700" cy="326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67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3668B8-86C9-9421-3159-C823938B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303213"/>
            <a:ext cx="84963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0CB888D-7791-A522-D910-4377162E8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12838"/>
            <a:ext cx="85058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pic>
        <p:nvPicPr>
          <p:cNvPr id="1028" name="Picture 6">
            <a:extLst>
              <a:ext uri="{FF2B5EF4-FFF2-40B4-BE49-F238E27FC236}">
                <a16:creationId xmlns:a16="http://schemas.microsoft.com/office/drawing/2014/main" id="{E93FDCF3-2B47-AE1D-06CC-D555B13F21D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8500"/>
            <a:ext cx="9144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Avenir Book"/>
          <a:ea typeface="ＭＳ Ｐゴシック" charset="0"/>
          <a:cs typeface="+mn-cs"/>
        </a:defRPr>
      </a:lvl1pPr>
      <a:lvl2pPr marL="347663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Char char="•"/>
        <a:defRPr sz="2000">
          <a:solidFill>
            <a:schemeClr val="tx1"/>
          </a:solidFill>
          <a:latin typeface="Avenir Book"/>
          <a:ea typeface="ＭＳ Ｐゴシック" charset="0"/>
        </a:defRPr>
      </a:lvl2pPr>
      <a:lvl3pPr marL="547688" indent="-1984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Arial" panose="020B0604020202020204" pitchFamily="34" charset="0"/>
        <a:buChar char="-"/>
        <a:defRPr sz="2000">
          <a:solidFill>
            <a:schemeClr val="tx1"/>
          </a:solidFill>
          <a:latin typeface="Avenir Book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fx/2/canvas/jfxpub-canvas.ht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ocs.oracle.com/javafx/2/ui_controls/file-chooser.ht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fx/2/fxml_get_started/jfxpub-fxml_get_started.ht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javafx/2/get_started/fxml_tutorial.ht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4AA0ABE0-6903-5F9A-268C-90F84406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>
            <a:extLst>
              <a:ext uri="{FF2B5EF4-FFF2-40B4-BE49-F238E27FC236}">
                <a16:creationId xmlns:a16="http://schemas.microsoft.com/office/drawing/2014/main" id="{25B10FB9-A15F-F8CA-E0F3-B4914ABDD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67150"/>
            <a:ext cx="9144000" cy="4333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 dirty="0">
                <a:ea typeface="ＭＳ Ｐゴシック" panose="020B0600070205080204" pitchFamily="34" charset="-128"/>
              </a:rPr>
              <a:t>Lecture 12: Canvas &amp; FXML</a:t>
            </a:r>
            <a:endParaRPr lang="en-ZA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8436" name="Text Placeholder 3">
            <a:extLst>
              <a:ext uri="{FF2B5EF4-FFF2-40B4-BE49-F238E27FC236}">
                <a16:creationId xmlns:a16="http://schemas.microsoft.com/office/drawing/2014/main" id="{4FA56CAD-107C-CCF9-44D6-34BF5165418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>
          <a:xfrm>
            <a:off x="611188" y="4386263"/>
            <a:ext cx="7886700" cy="273050"/>
          </a:xfrm>
        </p:spPr>
        <p:txBody>
          <a:bodyPr/>
          <a:lstStyle/>
          <a:p>
            <a:r>
              <a:rPr lang="en-US" altLang="en-US" sz="1200">
                <a:ea typeface="ＭＳ Ｐゴシック" panose="020B0600070205080204" pitchFamily="34" charset="-128"/>
              </a:rPr>
              <a:t>WRPV301: Advanced Programming</a:t>
            </a:r>
            <a:endParaRPr lang="en-ZA" altLang="en-US" sz="1200">
              <a:ea typeface="ＭＳ Ｐゴシック" panose="020B0600070205080204" pitchFamily="34" charset="-128"/>
            </a:endParaRPr>
          </a:p>
        </p:txBody>
      </p:sp>
      <p:sp>
        <p:nvSpPr>
          <p:cNvPr id="18437" name="Text Placeholder 5">
            <a:extLst>
              <a:ext uri="{FF2B5EF4-FFF2-40B4-BE49-F238E27FC236}">
                <a16:creationId xmlns:a16="http://schemas.microsoft.com/office/drawing/2014/main" id="{7B434F81-E8A3-A7A9-ADB2-DAC0071210D7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>
          <a:xfrm>
            <a:off x="611188" y="4732338"/>
            <a:ext cx="7886700" cy="325437"/>
          </a:xfrm>
        </p:spPr>
        <p:txBody>
          <a:bodyPr/>
          <a:lstStyle/>
          <a:p>
            <a:r>
              <a:rPr lang="en-US" altLang="en-US" sz="1400">
                <a:ea typeface="ＭＳ Ｐゴシック" panose="020B0600070205080204" pitchFamily="34" charset="-128"/>
              </a:rPr>
              <a:t>Dr Simone Beets</a:t>
            </a:r>
            <a:endParaRPr lang="en-ZA" altLang="en-US" sz="1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043608" y="2156251"/>
            <a:ext cx="3707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sz="4800" b="1" dirty="0">
                <a:solidFill>
                  <a:srgbClr val="FFFFFF"/>
                </a:solidFill>
                <a:latin typeface="Avenir Medium"/>
              </a:rPr>
              <a:t>Canvas</a:t>
            </a:r>
            <a:endParaRPr kumimoji="0" lang="en-ZA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Medium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E7755C-F30D-46EB-86A9-40870BD88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1347614"/>
            <a:ext cx="2438095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1223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C9CFB-508E-D6F9-EA58-A3604DFFF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DD19F42-65F2-9D28-23AD-F1E0F561EB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Canvas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19FB1200-D8E1-D590-1288-86AB165732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059582"/>
            <a:ext cx="8496300" cy="3481387"/>
          </a:xfrm>
        </p:spPr>
        <p:txBody>
          <a:bodyPr/>
          <a:lstStyle/>
          <a:p>
            <a:r>
              <a:rPr lang="en-US" dirty="0"/>
              <a:t>Sometimes you need to draw everything yourself</a:t>
            </a:r>
          </a:p>
          <a:p>
            <a:pPr lvl="1"/>
            <a:r>
              <a:rPr lang="en-US" dirty="0"/>
              <a:t>Standard controls don’t do the job</a:t>
            </a:r>
          </a:p>
          <a:p>
            <a:pPr lvl="1"/>
            <a:r>
              <a:rPr lang="en-US" dirty="0"/>
              <a:t>Creating a new control, e.g., a new type of chart</a:t>
            </a:r>
          </a:p>
          <a:p>
            <a:pPr lvl="1"/>
            <a:r>
              <a:rPr lang="en-US" dirty="0"/>
              <a:t>Creating interactive applications such as a game</a:t>
            </a:r>
          </a:p>
          <a:p>
            <a:r>
              <a:rPr lang="en-US" dirty="0"/>
              <a:t>All controls have a Canvas</a:t>
            </a:r>
          </a:p>
          <a:p>
            <a:r>
              <a:rPr lang="en-US" dirty="0"/>
              <a:t>A Canvas lets you</a:t>
            </a:r>
          </a:p>
          <a:p>
            <a:pPr lvl="1"/>
            <a:r>
              <a:rPr lang="en-US" dirty="0"/>
              <a:t>Draw individual pixels, lines, circles, polylines, apply shading, draw images onto it, do operations (such as AND, NOT, XOR…), render 3D objects…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AE32CE-6979-DED4-E451-E5AB3C916F9A}"/>
              </a:ext>
            </a:extLst>
          </p:cNvPr>
          <p:cNvSpPr/>
          <p:nvPr/>
        </p:nvSpPr>
        <p:spPr>
          <a:xfrm>
            <a:off x="0" y="4083918"/>
            <a:ext cx="9144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https://docs.oracle.com/javafx/2/canvas/jfxpub-canvas.htm</a:t>
            </a:r>
            <a:r>
              <a:rPr lang="en-ZA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064594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8CC6F-2878-8C97-6D57-E2810EDA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8AE7A7C-663B-D9D6-E46A-F67E1B7D0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Canvas </a:t>
            </a:r>
            <a:r>
              <a:rPr lang="en-ZA" dirty="0">
                <a:solidFill>
                  <a:srgbClr val="FEC000"/>
                </a:solidFill>
              </a:rPr>
              <a:t>/Example01</a:t>
            </a:r>
            <a:endParaRPr lang="en-US" altLang="en-US" dirty="0">
              <a:solidFill>
                <a:srgbClr val="FEC000"/>
              </a:solidFill>
              <a:latin typeface="Avenir Medium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5E867CD9-AD99-0D27-2082-EA90EFDAF2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059582"/>
            <a:ext cx="8496300" cy="3481387"/>
          </a:xfrm>
        </p:spPr>
        <p:txBody>
          <a:bodyPr/>
          <a:lstStyle/>
          <a:p>
            <a:r>
              <a:rPr lang="en-ZA" dirty="0"/>
              <a:t>Canvas object</a:t>
            </a:r>
          </a:p>
          <a:p>
            <a:pPr lvl="1"/>
            <a:r>
              <a:rPr lang="en-ZA" dirty="0"/>
              <a:t>Represents drawing area</a:t>
            </a:r>
          </a:p>
          <a:p>
            <a:pPr lvl="1"/>
            <a:r>
              <a:rPr lang="en-ZA" dirty="0"/>
              <a:t>Is an image</a:t>
            </a:r>
          </a:p>
          <a:p>
            <a:pPr lvl="1"/>
            <a:r>
              <a:rPr lang="en-ZA" dirty="0"/>
              <a:t>Has a graphics context</a:t>
            </a:r>
          </a:p>
          <a:p>
            <a:r>
              <a:rPr lang="en-ZA" dirty="0"/>
              <a:t>Graphics Context</a:t>
            </a:r>
          </a:p>
          <a:p>
            <a:pPr lvl="1"/>
            <a:r>
              <a:rPr lang="en-ZA" dirty="0"/>
              <a:t>Provides tools to draw on the Canvas</a:t>
            </a:r>
          </a:p>
          <a:p>
            <a:pPr lvl="1"/>
            <a:endParaRPr lang="en-ZA" dirty="0"/>
          </a:p>
          <a:p>
            <a:pPr lvl="1"/>
            <a:endParaRPr lang="en-ZA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52537D49-49B8-4588-2191-E7506A0CD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923975"/>
            <a:ext cx="3086100" cy="2857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980718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7C5C-2655-90D6-5F29-B973FEA22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CFFC908-CEBB-1896-170E-CC727DCA7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Canvas </a:t>
            </a:r>
            <a:r>
              <a:rPr lang="en-ZA" dirty="0">
                <a:solidFill>
                  <a:srgbClr val="FEC000"/>
                </a:solidFill>
              </a:rPr>
              <a:t>/Example02</a:t>
            </a:r>
            <a:endParaRPr lang="en-US" altLang="en-US" dirty="0">
              <a:solidFill>
                <a:srgbClr val="FEC000"/>
              </a:solidFill>
              <a:latin typeface="Avenir Medium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F008A150-43F8-84AF-9AE0-017B9B7BF0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059582"/>
            <a:ext cx="4752206" cy="3481387"/>
          </a:xfrm>
        </p:spPr>
        <p:txBody>
          <a:bodyPr/>
          <a:lstStyle/>
          <a:p>
            <a:r>
              <a:rPr lang="en-ZA" dirty="0"/>
              <a:t>Can handle events, just like any other control</a:t>
            </a:r>
          </a:p>
          <a:p>
            <a:r>
              <a:rPr lang="en-ZA" dirty="0"/>
              <a:t>Drawing application that</a:t>
            </a:r>
          </a:p>
          <a:p>
            <a:pPr lvl="1"/>
            <a:r>
              <a:rPr lang="en-ZA" dirty="0"/>
              <a:t>Draw either lines or ovals by dragging out shape</a:t>
            </a:r>
          </a:p>
          <a:p>
            <a:pPr lvl="1"/>
            <a:r>
              <a:rPr lang="en-ZA" dirty="0"/>
              <a:t>Stores shapes drawn so </a:t>
            </a:r>
            <a:r>
              <a:rPr lang="en-ZA" i="1" dirty="0"/>
              <a:t>could</a:t>
            </a:r>
            <a:r>
              <a:rPr lang="en-ZA" dirty="0"/>
              <a:t> be edited later</a:t>
            </a:r>
          </a:p>
          <a:p>
            <a:pPr lvl="1"/>
            <a:r>
              <a:rPr lang="en-ZA" dirty="0"/>
              <a:t>Allows loading and saving of drawn shapes</a:t>
            </a:r>
          </a:p>
          <a:p>
            <a:endParaRPr lang="en-ZA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D779886-8CEF-0898-F0DA-158C848FC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952" y="483518"/>
            <a:ext cx="3713015" cy="41098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036D26-1002-E48F-8CFE-20186EA2FC72}"/>
              </a:ext>
            </a:extLst>
          </p:cNvPr>
          <p:cNvSpPr/>
          <p:nvPr/>
        </p:nvSpPr>
        <p:spPr>
          <a:xfrm>
            <a:off x="23267" y="4233192"/>
            <a:ext cx="512479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1400" dirty="0">
                <a:hlinkClick r:id="rId4"/>
              </a:rPr>
              <a:t>http://docs.oracle.com/javafx/2/ui_controls/file-chooser.htm</a:t>
            </a:r>
            <a:r>
              <a:rPr lang="en-Z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216732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043608" y="2156251"/>
            <a:ext cx="3707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sz="4800" b="1" dirty="0">
                <a:solidFill>
                  <a:srgbClr val="FFFFFF"/>
                </a:solidFill>
                <a:latin typeface="Avenir Medium"/>
              </a:rPr>
              <a:t>FXML</a:t>
            </a:r>
            <a:endParaRPr kumimoji="0" lang="en-ZA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Medium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C49C0C-C66E-4911-B2D3-73A40BB8F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14" y="1203598"/>
            <a:ext cx="2438740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61305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AF1A-397E-C648-09E4-4289E067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09F98-4871-9C93-69E8-3B1CB1443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860" y="771550"/>
            <a:ext cx="7092280" cy="593725"/>
          </a:xfrm>
        </p:spPr>
        <p:txBody>
          <a:bodyPr/>
          <a:lstStyle/>
          <a:p>
            <a:pPr algn="ctr"/>
            <a:r>
              <a:rPr lang="en-ZA" dirty="0"/>
              <a:t>Programmatically creating UIs</a:t>
            </a:r>
          </a:p>
        </p:txBody>
      </p:sp>
      <p:pic>
        <p:nvPicPr>
          <p:cNvPr id="5" name="Graphic 4" descr="Sad face outline with solid fill">
            <a:extLst>
              <a:ext uri="{FF2B5EF4-FFF2-40B4-BE49-F238E27FC236}">
                <a16:creationId xmlns:a16="http://schemas.microsoft.com/office/drawing/2014/main" id="{452D8B1D-FF10-E0CC-B2C2-FE3153236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528" y="1851670"/>
            <a:ext cx="914400" cy="914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41FBD9C-CF34-CC79-42EF-0919016089F0}"/>
              </a:ext>
            </a:extLst>
          </p:cNvPr>
          <p:cNvSpPr txBox="1">
            <a:spLocks/>
          </p:cNvSpPr>
          <p:nvPr/>
        </p:nvSpPr>
        <p:spPr bwMode="auto">
          <a:xfrm>
            <a:off x="1237928" y="2000323"/>
            <a:ext cx="6321896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ZA" sz="3600" kern="0" dirty="0"/>
              <a:t>Tedious</a:t>
            </a:r>
          </a:p>
        </p:txBody>
      </p:sp>
      <p:pic>
        <p:nvPicPr>
          <p:cNvPr id="7" name="Graphic 6" descr="Sad face outline with solid fill">
            <a:extLst>
              <a:ext uri="{FF2B5EF4-FFF2-40B4-BE49-F238E27FC236}">
                <a16:creationId xmlns:a16="http://schemas.microsoft.com/office/drawing/2014/main" id="{0FBB0B88-71C8-230E-A3BF-C31681949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528" y="3097510"/>
            <a:ext cx="914400" cy="914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9C40FAC-839C-0309-2E8D-43A3C3A8BA57}"/>
              </a:ext>
            </a:extLst>
          </p:cNvPr>
          <p:cNvSpPr txBox="1">
            <a:spLocks/>
          </p:cNvSpPr>
          <p:nvPr/>
        </p:nvSpPr>
        <p:spPr bwMode="auto">
          <a:xfrm>
            <a:off x="1237928" y="3246163"/>
            <a:ext cx="779856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ZA" sz="3600" kern="0" dirty="0"/>
              <a:t>Possibly needs to be redone for other formats</a:t>
            </a:r>
          </a:p>
        </p:txBody>
      </p:sp>
    </p:spTree>
    <p:extLst>
      <p:ext uri="{BB962C8B-B14F-4D97-AF65-F5344CB8AC3E}">
        <p14:creationId xmlns:p14="http://schemas.microsoft.com/office/powerpoint/2010/main" val="41865406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0C380-4491-D9E2-D40B-68C2A2CD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972B2AA7-EE29-BECA-8BA5-D7A59844B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FXML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E1D31941-6EDE-4187-C96B-A0F409941F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15566"/>
            <a:ext cx="8712646" cy="3481387"/>
          </a:xfrm>
        </p:spPr>
        <p:txBody>
          <a:bodyPr/>
          <a:lstStyle/>
          <a:p>
            <a:r>
              <a:rPr lang="en-ZA" dirty="0"/>
              <a:t>XML description of UI &amp; event handlers</a:t>
            </a:r>
          </a:p>
          <a:p>
            <a:pPr lvl="1"/>
            <a:r>
              <a:rPr lang="en-ZA" dirty="0"/>
              <a:t>Uses </a:t>
            </a:r>
            <a:r>
              <a:rPr lang="en-ZA" i="1" dirty="0"/>
              <a:t>reflection</a:t>
            </a:r>
            <a:r>
              <a:rPr lang="en-ZA" dirty="0"/>
              <a:t> to link controller, controller fields referring to controls &amp; methods to be called when an event occurs</a:t>
            </a:r>
          </a:p>
          <a:p>
            <a:r>
              <a:rPr lang="en-ZA" dirty="0"/>
              <a:t>View &amp; (Model + Controller) separated</a:t>
            </a:r>
          </a:p>
          <a:p>
            <a:r>
              <a:rPr lang="en-ZA" dirty="0"/>
              <a:t>Non-programmers can create UI</a:t>
            </a:r>
          </a:p>
          <a:p>
            <a:pPr lvl="1"/>
            <a:r>
              <a:rPr lang="en-ZA" dirty="0"/>
              <a:t>If change UI, don’t need to recompile, simply reload UI from FXML</a:t>
            </a:r>
          </a:p>
          <a:p>
            <a:r>
              <a:rPr lang="en-ZA" dirty="0"/>
              <a:t>Specialised tools</a:t>
            </a:r>
          </a:p>
          <a:p>
            <a:pPr lvl="1"/>
            <a:r>
              <a:rPr lang="en-ZA" dirty="0"/>
              <a:t>drag-and-drop UI editors exist to create FXML, e.g., </a:t>
            </a:r>
            <a:r>
              <a:rPr lang="en-ZA" dirty="0" err="1"/>
              <a:t>SceneBuilder</a:t>
            </a:r>
            <a:endParaRPr lang="en-ZA" dirty="0"/>
          </a:p>
          <a:p>
            <a:pPr lvl="1"/>
            <a:r>
              <a:rPr lang="en-ZA" dirty="0"/>
              <a:t>IDEs can link with &amp; generate code from FXML, e.g., IntelliJ</a:t>
            </a:r>
          </a:p>
          <a:p>
            <a:pPr lvl="1"/>
            <a:endParaRPr lang="en-Z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1B7B73-98F3-C325-7BBB-255831540A63}"/>
              </a:ext>
            </a:extLst>
          </p:cNvPr>
          <p:cNvSpPr/>
          <p:nvPr/>
        </p:nvSpPr>
        <p:spPr>
          <a:xfrm>
            <a:off x="2740943" y="130696"/>
            <a:ext cx="64030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1400" dirty="0">
                <a:hlinkClick r:id="rId3"/>
              </a:rPr>
              <a:t>http://docs.oracle.com/javafx/2/fxml_get_started/jfxpub-fxml_get_started.htm</a:t>
            </a:r>
            <a:r>
              <a:rPr lang="en-ZA" sz="1400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61945-61D6-078C-E956-6065D40EE1F7}"/>
              </a:ext>
            </a:extLst>
          </p:cNvPr>
          <p:cNvSpPr/>
          <p:nvPr/>
        </p:nvSpPr>
        <p:spPr>
          <a:xfrm>
            <a:off x="3275856" y="438770"/>
            <a:ext cx="49685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1400" dirty="0">
                <a:hlinkClick r:id="rId4"/>
              </a:rPr>
              <a:t>https://docs.oracle.com/javafx/2/get_started/fxml_tutorial.htm</a:t>
            </a:r>
            <a:r>
              <a:rPr lang="en-Z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640895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CFF0E-AFF0-529F-1414-33DBB60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F603F7E-ED31-D62C-0559-189B3D234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21361" y="1978025"/>
            <a:ext cx="1971631" cy="593725"/>
          </a:xfrm>
        </p:spPr>
        <p:txBody>
          <a:bodyPr/>
          <a:lstStyle/>
          <a:p>
            <a:pPr algn="ctr"/>
            <a:r>
              <a:rPr lang="en-US" altLang="en-US" b="1" dirty="0">
                <a:latin typeface="Avenir Medium" pitchFamily="2" charset="0"/>
                <a:ea typeface="ＭＳ Ｐゴシック" panose="020B0600070205080204" pitchFamily="34" charset="-128"/>
              </a:rPr>
              <a:t>FXML PARTS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B874DF-D9EA-15F2-6BD9-8DCE2BD08270}"/>
              </a:ext>
            </a:extLst>
          </p:cNvPr>
          <p:cNvGrpSpPr/>
          <p:nvPr/>
        </p:nvGrpSpPr>
        <p:grpSpPr>
          <a:xfrm>
            <a:off x="2915816" y="-92546"/>
            <a:ext cx="3025510" cy="1620580"/>
            <a:chOff x="4084280" y="788292"/>
            <a:chExt cx="3025510" cy="16205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F26B37A-8CB6-8EF5-5429-9066213E1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9F9F9"/>
                </a:clrFrom>
                <a:clrTo>
                  <a:srgbClr val="F9F9F9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1815" y="999172"/>
              <a:ext cx="2847975" cy="1409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5772B7-688E-6A1F-660E-B1ED35D0C5BF}"/>
                </a:ext>
              </a:extLst>
            </p:cNvPr>
            <p:cNvSpPr txBox="1"/>
            <p:nvPr/>
          </p:nvSpPr>
          <p:spPr>
            <a:xfrm>
              <a:off x="4084280" y="788292"/>
              <a:ext cx="1872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/>
                <a:t>UI to be created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F3C5C1D-7885-0687-A62F-CDAC0790D7A6}"/>
              </a:ext>
            </a:extLst>
          </p:cNvPr>
          <p:cNvGrpSpPr/>
          <p:nvPr/>
        </p:nvGrpSpPr>
        <p:grpSpPr>
          <a:xfrm>
            <a:off x="45577" y="1236376"/>
            <a:ext cx="3571875" cy="1256228"/>
            <a:chOff x="513013" y="2896240"/>
            <a:chExt cx="3571875" cy="1256228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64F84328-093A-2416-642D-12F41CA3B6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013" y="3304743"/>
              <a:ext cx="3571875" cy="84772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DA81B8-8CD6-BD47-949D-EDA761B4C2BE}"/>
                </a:ext>
              </a:extLst>
            </p:cNvPr>
            <p:cNvSpPr txBox="1"/>
            <p:nvPr/>
          </p:nvSpPr>
          <p:spPr>
            <a:xfrm>
              <a:off x="513013" y="2896240"/>
              <a:ext cx="31313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/>
                <a:t>Programmatic Creation of UI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9CD7EE-4AE7-8717-4D92-9425369823EA}"/>
              </a:ext>
            </a:extLst>
          </p:cNvPr>
          <p:cNvGrpSpPr/>
          <p:nvPr/>
        </p:nvGrpSpPr>
        <p:grpSpPr>
          <a:xfrm>
            <a:off x="6469652" y="2166016"/>
            <a:ext cx="2619375" cy="1664732"/>
            <a:chOff x="5999816" y="2711574"/>
            <a:chExt cx="2619375" cy="1664732"/>
          </a:xfrm>
        </p:grpSpPr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8AFFD4FE-34F7-0903-DE19-30573BA17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9816" y="3080906"/>
              <a:ext cx="2619375" cy="129540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01285F-47C2-A5CD-221A-38A4BAA577B6}"/>
                </a:ext>
              </a:extLst>
            </p:cNvPr>
            <p:cNvSpPr txBox="1"/>
            <p:nvPr/>
          </p:nvSpPr>
          <p:spPr>
            <a:xfrm>
              <a:off x="5999816" y="2711574"/>
              <a:ext cx="2500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/>
                <a:t>FXML Description of UI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2C18A5-FA6F-952E-4983-36C4ED94ACC1}"/>
              </a:ext>
            </a:extLst>
          </p:cNvPr>
          <p:cNvGrpSpPr/>
          <p:nvPr/>
        </p:nvGrpSpPr>
        <p:grpSpPr>
          <a:xfrm>
            <a:off x="45577" y="3084795"/>
            <a:ext cx="5314950" cy="2026682"/>
            <a:chOff x="5999816" y="4620953"/>
            <a:chExt cx="5314950" cy="2026682"/>
          </a:xfrm>
        </p:grpSpPr>
        <p:pic>
          <p:nvPicPr>
            <p:cNvPr id="15" name="Picture 7">
              <a:extLst>
                <a:ext uri="{FF2B5EF4-FFF2-40B4-BE49-F238E27FC236}">
                  <a16:creationId xmlns:a16="http://schemas.microsoft.com/office/drawing/2014/main" id="{C27ACF25-5B96-1485-8BA4-FCBEBD0B7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9816" y="4990285"/>
              <a:ext cx="5314950" cy="165735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8710C6-4953-B0F2-D504-023ED9EC14E9}"/>
                </a:ext>
              </a:extLst>
            </p:cNvPr>
            <p:cNvSpPr txBox="1"/>
            <p:nvPr/>
          </p:nvSpPr>
          <p:spPr>
            <a:xfrm>
              <a:off x="5999816" y="4620953"/>
              <a:ext cx="2367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/>
                <a:t>Code to load FXML UI</a:t>
              </a:r>
            </a:p>
          </p:txBody>
        </p:sp>
      </p:grpSp>
      <p:sp>
        <p:nvSpPr>
          <p:cNvPr id="17" name="Bent-Up Arrow 15">
            <a:extLst>
              <a:ext uri="{FF2B5EF4-FFF2-40B4-BE49-F238E27FC236}">
                <a16:creationId xmlns:a16="http://schemas.microsoft.com/office/drawing/2014/main" id="{1240F83B-8406-9FE3-2BB5-19BBF4276ED0}"/>
              </a:ext>
            </a:extLst>
          </p:cNvPr>
          <p:cNvSpPr/>
          <p:nvPr/>
        </p:nvSpPr>
        <p:spPr>
          <a:xfrm rot="16200000" flipV="1">
            <a:off x="1160971" y="-632813"/>
            <a:ext cx="890397" cy="2847977"/>
          </a:xfrm>
          <a:prstGeom prst="bentUpArrow">
            <a:avLst>
              <a:gd name="adj1" fmla="val 25000"/>
              <a:gd name="adj2" fmla="val 25000"/>
              <a:gd name="adj3" fmla="val 4040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Bent-Up Arrow 17">
            <a:extLst>
              <a:ext uri="{FF2B5EF4-FFF2-40B4-BE49-F238E27FC236}">
                <a16:creationId xmlns:a16="http://schemas.microsoft.com/office/drawing/2014/main" id="{932A9C93-B88C-8DCE-526F-E7E66A0075F8}"/>
              </a:ext>
            </a:extLst>
          </p:cNvPr>
          <p:cNvSpPr/>
          <p:nvPr/>
        </p:nvSpPr>
        <p:spPr>
          <a:xfrm rot="5400000" flipH="1" flipV="1">
            <a:off x="5998721" y="29180"/>
            <a:ext cx="1880994" cy="2392678"/>
          </a:xfrm>
          <a:prstGeom prst="bentUpArrow">
            <a:avLst>
              <a:gd name="adj1" fmla="val 20949"/>
              <a:gd name="adj2" fmla="val 19531"/>
              <a:gd name="adj3" fmla="val 28251"/>
            </a:avLst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Bent-Up Arrow 18">
            <a:extLst>
              <a:ext uri="{FF2B5EF4-FFF2-40B4-BE49-F238E27FC236}">
                <a16:creationId xmlns:a16="http://schemas.microsoft.com/office/drawing/2014/main" id="{84EB7F52-DA1F-2D48-FFCB-1EFAD9F79F10}"/>
              </a:ext>
            </a:extLst>
          </p:cNvPr>
          <p:cNvSpPr/>
          <p:nvPr/>
        </p:nvSpPr>
        <p:spPr>
          <a:xfrm>
            <a:off x="5536398" y="3927382"/>
            <a:ext cx="2619375" cy="708660"/>
          </a:xfrm>
          <a:prstGeom prst="bentUpArrow">
            <a:avLst>
              <a:gd name="adj1" fmla="val 35753"/>
              <a:gd name="adj2" fmla="val 39516"/>
              <a:gd name="adj3" fmla="val 40404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FDFBBE-BC8A-88C4-9E54-65E893FECCF8}"/>
              </a:ext>
            </a:extLst>
          </p:cNvPr>
          <p:cNvSpPr txBox="1"/>
          <p:nvPr/>
        </p:nvSpPr>
        <p:spPr>
          <a:xfrm>
            <a:off x="470595" y="172498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i="1" dirty="0"/>
              <a:t>manually creates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B681A0-DDEB-018C-DABB-21597B51A00B}"/>
              </a:ext>
            </a:extLst>
          </p:cNvPr>
          <p:cNvSpPr txBox="1"/>
          <p:nvPr/>
        </p:nvSpPr>
        <p:spPr>
          <a:xfrm>
            <a:off x="6560747" y="118334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i="1" dirty="0"/>
              <a:t>describes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0A6C6F-5837-0067-448F-02DD6974A81B}"/>
              </a:ext>
            </a:extLst>
          </p:cNvPr>
          <p:cNvSpPr txBox="1"/>
          <p:nvPr/>
        </p:nvSpPr>
        <p:spPr>
          <a:xfrm>
            <a:off x="5292080" y="4067656"/>
            <a:ext cx="25218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i="1" dirty="0"/>
              <a:t>automatically creates </a:t>
            </a:r>
          </a:p>
          <a:p>
            <a:pPr algn="ctr"/>
            <a:endParaRPr lang="en-ZA" i="1" dirty="0"/>
          </a:p>
          <a:p>
            <a:pPr algn="ctr"/>
            <a:r>
              <a:rPr lang="en-ZA" i="1" dirty="0"/>
              <a:t>from description</a:t>
            </a:r>
          </a:p>
        </p:txBody>
      </p:sp>
    </p:spTree>
    <p:extLst>
      <p:ext uri="{BB962C8B-B14F-4D97-AF65-F5344CB8AC3E}">
        <p14:creationId xmlns:p14="http://schemas.microsoft.com/office/powerpoint/2010/main" val="2715110445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DF6B-1F66-863D-01B4-B80BBE00E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036F6A8-B48E-E48A-74E3-17871D70A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Starting an FXML application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07597B69-456D-CCD4-FC2E-61CE4922AF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15566"/>
            <a:ext cx="4320158" cy="3481387"/>
          </a:xfrm>
        </p:spPr>
        <p:txBody>
          <a:bodyPr/>
          <a:lstStyle/>
          <a:p>
            <a:r>
              <a:rPr lang="en-US" dirty="0"/>
              <a:t>Create a JavaFX application</a:t>
            </a:r>
          </a:p>
          <a:p>
            <a:pPr lvl="1"/>
            <a:r>
              <a:rPr lang="en-US" dirty="0"/>
              <a:t>Creates some internal links between FXML documents &amp; code</a:t>
            </a:r>
          </a:p>
          <a:p>
            <a:pPr lvl="1"/>
            <a:r>
              <a:rPr lang="en-US" dirty="0"/>
              <a:t>Auto-generates some startup files for you</a:t>
            </a:r>
          </a:p>
          <a:p>
            <a:r>
              <a:rPr lang="en-US" dirty="0"/>
              <a:t>See tab at the bottom for </a:t>
            </a:r>
            <a:r>
              <a:rPr lang="en-US" dirty="0" err="1"/>
              <a:t>SceneBuilder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Can switch between the two tabs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F7AAC6-0D30-91DE-2676-4C684E445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752" y="1044401"/>
            <a:ext cx="4219949" cy="37958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6EF265-9174-232E-9062-7922D5416157}"/>
              </a:ext>
            </a:extLst>
          </p:cNvPr>
          <p:cNvSpPr/>
          <p:nvPr/>
        </p:nvSpPr>
        <p:spPr>
          <a:xfrm>
            <a:off x="4644008" y="2656259"/>
            <a:ext cx="1152128" cy="419547"/>
          </a:xfrm>
          <a:prstGeom prst="rect">
            <a:avLst/>
          </a:prstGeom>
          <a:noFill/>
          <a:ln w="76200"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8392473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99069-1499-8537-5DD9-4B5FD3D7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0B6EF709-B0DA-FE7D-57CE-B50468624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5817"/>
            <a:ext cx="4138635" cy="593725"/>
          </a:xfrm>
        </p:spPr>
        <p:txBody>
          <a:bodyPr/>
          <a:lstStyle/>
          <a:p>
            <a:r>
              <a:rPr lang="en-US" altLang="en-US" sz="3200" dirty="0">
                <a:latin typeface="Avenir Medium" pitchFamily="2" charset="0"/>
                <a:ea typeface="ＭＳ Ｐゴシック" panose="020B0600070205080204" pitchFamily="34" charset="-128"/>
              </a:rPr>
              <a:t>Create UI (in IntelliJ or Scene Builder)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CABC790-5808-06F8-F4F0-3CB84890A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635" y="0"/>
            <a:ext cx="4977931" cy="277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70BA65D8-CA55-86A6-DA0A-5A0C20CE3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7556" r="28001" b="54666"/>
          <a:stretch/>
        </p:blipFill>
        <p:spPr bwMode="auto">
          <a:xfrm>
            <a:off x="-36512" y="2243771"/>
            <a:ext cx="6743850" cy="3070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ular Callout 5">
            <a:extLst>
              <a:ext uri="{FF2B5EF4-FFF2-40B4-BE49-F238E27FC236}">
                <a16:creationId xmlns:a16="http://schemas.microsoft.com/office/drawing/2014/main" id="{7D86C653-928A-BEB3-E638-3EB7EDA69FBF}"/>
              </a:ext>
            </a:extLst>
          </p:cNvPr>
          <p:cNvSpPr/>
          <p:nvPr/>
        </p:nvSpPr>
        <p:spPr>
          <a:xfrm>
            <a:off x="3707904" y="3650929"/>
            <a:ext cx="1800200" cy="216965"/>
          </a:xfrm>
          <a:prstGeom prst="wedgeRectCallout">
            <a:avLst>
              <a:gd name="adj1" fmla="val 51869"/>
              <a:gd name="adj2" fmla="val -1256166"/>
            </a:avLst>
          </a:prstGeom>
          <a:solidFill>
            <a:srgbClr val="00CC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ular Callout 9">
            <a:extLst>
              <a:ext uri="{FF2B5EF4-FFF2-40B4-BE49-F238E27FC236}">
                <a16:creationId xmlns:a16="http://schemas.microsoft.com/office/drawing/2014/main" id="{7346C396-D8D7-5E8F-19E3-3D3AC3B5BFFC}"/>
              </a:ext>
            </a:extLst>
          </p:cNvPr>
          <p:cNvSpPr/>
          <p:nvPr/>
        </p:nvSpPr>
        <p:spPr>
          <a:xfrm>
            <a:off x="1704644" y="4053927"/>
            <a:ext cx="1336040" cy="146132"/>
          </a:xfrm>
          <a:prstGeom prst="wedgeRectCallout">
            <a:avLst>
              <a:gd name="adj1" fmla="val 311032"/>
              <a:gd name="adj2" fmla="val -1957608"/>
            </a:avLst>
          </a:prstGeom>
          <a:solidFill>
            <a:srgbClr val="00B0F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ular Callout 10">
            <a:extLst>
              <a:ext uri="{FF2B5EF4-FFF2-40B4-BE49-F238E27FC236}">
                <a16:creationId xmlns:a16="http://schemas.microsoft.com/office/drawing/2014/main" id="{0C6ACEFB-E943-6915-5939-FD0E967CD089}"/>
              </a:ext>
            </a:extLst>
          </p:cNvPr>
          <p:cNvSpPr/>
          <p:nvPr/>
        </p:nvSpPr>
        <p:spPr>
          <a:xfrm>
            <a:off x="2555776" y="4837333"/>
            <a:ext cx="1336040" cy="146132"/>
          </a:xfrm>
          <a:prstGeom prst="wedgeRectCallout">
            <a:avLst>
              <a:gd name="adj1" fmla="val 309035"/>
              <a:gd name="adj2" fmla="val -2179223"/>
            </a:avLst>
          </a:prstGeom>
          <a:solidFill>
            <a:srgbClr val="00B0F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ular Callout 11">
            <a:extLst>
              <a:ext uri="{FF2B5EF4-FFF2-40B4-BE49-F238E27FC236}">
                <a16:creationId xmlns:a16="http://schemas.microsoft.com/office/drawing/2014/main" id="{36165B18-F77D-E32C-6BE3-6E32C670DCCA}"/>
              </a:ext>
            </a:extLst>
          </p:cNvPr>
          <p:cNvSpPr/>
          <p:nvPr/>
        </p:nvSpPr>
        <p:spPr>
          <a:xfrm>
            <a:off x="1233540" y="2443741"/>
            <a:ext cx="2359659" cy="998278"/>
          </a:xfrm>
          <a:prstGeom prst="wedgeRectCallout">
            <a:avLst>
              <a:gd name="adj1" fmla="val 26217"/>
              <a:gd name="adj2" fmla="val -68814"/>
            </a:avLst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072A2-4638-6C84-1D5E-5CEB6B7F64B9}"/>
              </a:ext>
            </a:extLst>
          </p:cNvPr>
          <p:cNvSpPr txBox="1"/>
          <p:nvPr/>
        </p:nvSpPr>
        <p:spPr>
          <a:xfrm>
            <a:off x="1847904" y="2045888"/>
            <a:ext cx="2464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dirty="0"/>
              <a:t>Imports needed for used controls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E17B3-464A-68A5-8A40-4829B4F9D2AA}"/>
              </a:ext>
            </a:extLst>
          </p:cNvPr>
          <p:cNvSpPr/>
          <p:nvPr/>
        </p:nvSpPr>
        <p:spPr>
          <a:xfrm>
            <a:off x="6444208" y="1760344"/>
            <a:ext cx="2520280" cy="156210"/>
          </a:xfrm>
          <a:prstGeom prst="rect">
            <a:avLst/>
          </a:prstGeom>
          <a:solidFill>
            <a:srgbClr val="00B0F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95E52F-CAE7-78A6-9078-9A81905D4CE0}"/>
              </a:ext>
            </a:extLst>
          </p:cNvPr>
          <p:cNvSpPr/>
          <p:nvPr/>
        </p:nvSpPr>
        <p:spPr>
          <a:xfrm>
            <a:off x="6128761" y="1109486"/>
            <a:ext cx="990600" cy="156210"/>
          </a:xfrm>
          <a:prstGeom prst="rect">
            <a:avLst/>
          </a:prstGeom>
          <a:solidFill>
            <a:srgbClr val="00B0F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F54C53-27B9-7761-7702-91BDE5A7496B}"/>
              </a:ext>
            </a:extLst>
          </p:cNvPr>
          <p:cNvSpPr/>
          <p:nvPr/>
        </p:nvSpPr>
        <p:spPr>
          <a:xfrm>
            <a:off x="5508104" y="988141"/>
            <a:ext cx="1508760" cy="106680"/>
          </a:xfrm>
          <a:prstGeom prst="rect">
            <a:avLst/>
          </a:prstGeom>
          <a:solidFill>
            <a:srgbClr val="00CC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39686D-3054-A286-AC26-ACDED977B2AE}"/>
              </a:ext>
            </a:extLst>
          </p:cNvPr>
          <p:cNvSpPr/>
          <p:nvPr/>
        </p:nvSpPr>
        <p:spPr>
          <a:xfrm>
            <a:off x="5508104" y="18703"/>
            <a:ext cx="986790" cy="193307"/>
          </a:xfrm>
          <a:prstGeom prst="rect">
            <a:avLst/>
          </a:prstGeom>
          <a:solidFill>
            <a:srgbClr val="00CC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AC814EB-B742-8611-B46B-97A98B1943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771550"/>
            <a:ext cx="4320158" cy="3481387"/>
          </a:xfrm>
        </p:spPr>
        <p:txBody>
          <a:bodyPr/>
          <a:lstStyle/>
          <a:p>
            <a:r>
              <a:rPr lang="en-US" sz="1600" dirty="0"/>
              <a:t>To generate code from FXML</a:t>
            </a:r>
          </a:p>
          <a:p>
            <a:pPr lvl="1"/>
            <a:r>
              <a:rPr lang="en-US" sz="1200" dirty="0"/>
              <a:t>Open FXML document</a:t>
            </a:r>
          </a:p>
          <a:p>
            <a:pPr lvl="1"/>
            <a:r>
              <a:rPr lang="en-US" sz="1200" dirty="0"/>
              <a:t>For </a:t>
            </a:r>
            <a:r>
              <a:rPr lang="en-US" sz="1200" dirty="0" err="1"/>
              <a:t>fx:ids</a:t>
            </a:r>
            <a:r>
              <a:rPr lang="en-US" sz="1200" dirty="0"/>
              <a:t> of controls, select create field</a:t>
            </a:r>
          </a:p>
          <a:p>
            <a:pPr lvl="1"/>
            <a:r>
              <a:rPr lang="en-US" sz="1200" dirty="0"/>
              <a:t>For events, e.g., </a:t>
            </a:r>
            <a:r>
              <a:rPr lang="en-US" sz="1200" dirty="0" err="1"/>
              <a:t>onAction</a:t>
            </a:r>
            <a:r>
              <a:rPr lang="en-US" sz="1200" dirty="0"/>
              <a:t>, select create method</a:t>
            </a:r>
          </a:p>
          <a:p>
            <a:r>
              <a:rPr lang="en-US" sz="1600" dirty="0"/>
              <a:t>See </a:t>
            </a:r>
            <a:r>
              <a:rPr lang="en-US" sz="1600" dirty="0">
                <a:solidFill>
                  <a:srgbClr val="FEC000"/>
                </a:solidFill>
              </a:rPr>
              <a:t>/FXML-Examples</a:t>
            </a:r>
          </a:p>
        </p:txBody>
      </p:sp>
    </p:spTree>
    <p:extLst>
      <p:ext uri="{BB962C8B-B14F-4D97-AF65-F5344CB8AC3E}">
        <p14:creationId xmlns:p14="http://schemas.microsoft.com/office/powerpoint/2010/main" val="565559602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DADF1-408D-8C93-797F-F3C2B38D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0FB626BD-42E7-0B06-1432-45ECE6046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Setting up Bindings</a:t>
            </a:r>
            <a:endParaRPr lang="en-US" altLang="en-US" dirty="0">
              <a:latin typeface="Avenir Medium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BAC605D-BEC8-79E7-9745-4EC95DAD61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915566"/>
            <a:ext cx="4320158" cy="3481387"/>
          </a:xfrm>
        </p:spPr>
        <p:txBody>
          <a:bodyPr/>
          <a:lstStyle/>
          <a:p>
            <a:r>
              <a:rPr lang="en-ZA" dirty="0"/>
              <a:t>May want to create bindings</a:t>
            </a:r>
          </a:p>
          <a:p>
            <a:pPr lvl="1"/>
            <a:r>
              <a:rPr lang="en-ZA" i="1" dirty="0"/>
              <a:t>After </a:t>
            </a:r>
            <a:r>
              <a:rPr lang="en-ZA" dirty="0"/>
              <a:t>obtained references to controls</a:t>
            </a:r>
          </a:p>
          <a:p>
            <a:pPr lvl="1"/>
            <a:r>
              <a:rPr lang="en-ZA" i="1" dirty="0"/>
              <a:t>Before</a:t>
            </a:r>
            <a:r>
              <a:rPr lang="en-ZA" dirty="0"/>
              <a:t> UI shown to user</a:t>
            </a:r>
          </a:p>
          <a:p>
            <a:r>
              <a:rPr lang="en-ZA" dirty="0"/>
              <a:t>Implement the </a:t>
            </a:r>
            <a:r>
              <a:rPr lang="en-ZA" i="1" dirty="0" err="1"/>
              <a:t>Initializable</a:t>
            </a:r>
            <a:r>
              <a:rPr lang="en-ZA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409855661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043608" y="2156251"/>
            <a:ext cx="3707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sz="4800" b="1" dirty="0">
                <a:solidFill>
                  <a:srgbClr val="FFFFFF"/>
                </a:solidFill>
                <a:latin typeface="Avenir Medium"/>
              </a:rPr>
              <a:t>EXAM</a:t>
            </a:r>
            <a:endParaRPr kumimoji="0" lang="en-ZA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Medium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1FD2F6-CD3F-46D3-8DF4-D916C60DA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405" y="1419622"/>
            <a:ext cx="2438740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34407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A725-E2F7-5CFE-C9C5-F2A2ED30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0432E8AB-1362-3FFF-82A2-25F2108BE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Exam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FE4FE40-7CAC-E367-7591-1A565BE1DAD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7" y="1005576"/>
            <a:ext cx="4752529" cy="3589046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Remember to prep your cheat sheets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Double-sided, A4 page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Only allowed for practical session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Content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30% theory, 70% practical = 100 marks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 content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Logistics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??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Will be in the labs</a:t>
            </a:r>
          </a:p>
        </p:txBody>
      </p:sp>
      <p:pic>
        <p:nvPicPr>
          <p:cNvPr id="3" name="Picture 2" descr="A paper with writing on it&#10;&#10;AI-generated content may be incorrect.">
            <a:extLst>
              <a:ext uri="{FF2B5EF4-FFF2-40B4-BE49-F238E27FC236}">
                <a16:creationId xmlns:a16="http://schemas.microsoft.com/office/drawing/2014/main" id="{DE92D820-B01B-B0B4-057E-0AEE2FB72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4072"/>
          <a:stretch/>
        </p:blipFill>
        <p:spPr>
          <a:xfrm>
            <a:off x="5047456" y="1208584"/>
            <a:ext cx="3704215" cy="31830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921912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C39B-9592-BD85-B700-07535170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21C0C66-76D5-E2C2-0224-1E8401221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Exam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49AAAB6B-ABD1-27B2-55A3-CB8064D1273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6" y="1005576"/>
            <a:ext cx="8640961" cy="3589046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To prep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Theory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Slides (all lectures)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Practical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Slides (all lectures)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Examples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Assignments 1-4</a:t>
            </a:r>
          </a:p>
        </p:txBody>
      </p:sp>
    </p:spTree>
    <p:extLst>
      <p:ext uri="{BB962C8B-B14F-4D97-AF65-F5344CB8AC3E}">
        <p14:creationId xmlns:p14="http://schemas.microsoft.com/office/powerpoint/2010/main" val="25343856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B614-06A5-8F97-7877-4B1E0939A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4520A16-4CF9-CA4D-0D50-987BF598D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Exam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9839F97-29B9-EF34-3912-5FFE3EA7BF2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6" y="1005576"/>
            <a:ext cx="8640961" cy="3589046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Structure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Similar to tests</a:t>
            </a:r>
          </a:p>
          <a:p>
            <a:pPr lvl="1"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Class mark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Entry to exam: 40%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Final mark to pass: 50% (&amp; need 40% in exam)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Final mark for re-exam: 45%</a:t>
            </a:r>
          </a:p>
          <a:p>
            <a:pPr lvl="1"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9531972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ECDC0-1551-1BF0-AA41-EB059655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8420196D-49A0-9B26-76C3-A62185056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Exam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72659181-7EFA-0A9E-23AF-F3093F65D58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6" y="1005576"/>
            <a:ext cx="8640961" cy="3589046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Remember that the exam &amp; assignment environments are different, so not as scary as assignments </a:t>
            </a:r>
            <a:r>
              <a:rPr lang="en-ZA" altLang="en-US" sz="2400" dirty="0">
                <a:sym typeface="Wingdings" panose="05000000000000000000" pitchFamily="2" charset="2"/>
              </a:rPr>
              <a:t>😊</a:t>
            </a:r>
            <a:endParaRPr lang="en-US" altLang="en-US" sz="2400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endParaRPr lang="en-US" altLang="en-US" sz="2400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sym typeface="Wingdings" panose="05000000000000000000" pitchFamily="2" charset="2"/>
              </a:rPr>
              <a:t>The exam is not a warzone </a:t>
            </a:r>
            <a:r>
              <a:rPr lang="en-ZA" altLang="en-US" sz="2400" dirty="0">
                <a:sym typeface="Wingdings" panose="05000000000000000000" pitchFamily="2" charset="2"/>
              </a:rPr>
              <a:t>😄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1072458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FFDB6-3724-BEBD-1EEB-D3CF9EB00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Content Placeholder 2">
            <a:extLst>
              <a:ext uri="{FF2B5EF4-FFF2-40B4-BE49-F238E27FC236}">
                <a16:creationId xmlns:a16="http://schemas.microsoft.com/office/drawing/2014/main" id="{69D10517-0E06-EBA1-B94D-92224021DD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12646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For practical 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Can use </a:t>
            </a:r>
            <a:r>
              <a:rPr lang="en-US" altLang="en-US" dirty="0" err="1">
                <a:latin typeface="Avenir Book" pitchFamily="2" charset="0"/>
                <a:ea typeface="ＭＳ Ｐゴシック" panose="020B0600070205080204" pitchFamily="34" charset="-128"/>
              </a:rPr>
              <a:t>SceneBuilder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(&amp; there will be help)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No custom controls or canvas drawing</a:t>
            </a:r>
          </a:p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	</a:t>
            </a:r>
            <a:endParaRPr lang="en-US" altLang="en-US" dirty="0">
              <a:solidFill>
                <a:schemeClr val="accent5">
                  <a:lumMod val="50000"/>
                </a:schemeClr>
              </a:solidFill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81922" name="Title 1">
            <a:extLst>
              <a:ext uri="{FF2B5EF4-FFF2-40B4-BE49-F238E27FC236}">
                <a16:creationId xmlns:a16="http://schemas.microsoft.com/office/drawing/2014/main" id="{534D70A3-3766-0462-36D7-9259CE4DE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Summary</a:t>
            </a:r>
            <a:endParaRPr lang="en-US" altLang="en-US" i="1" dirty="0">
              <a:latin typeface="Avenir Medium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0732819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1F228-90D1-1B7B-164F-F7FA7424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Content Placeholder 2">
            <a:extLst>
              <a:ext uri="{FF2B5EF4-FFF2-40B4-BE49-F238E27FC236}">
                <a16:creationId xmlns:a16="http://schemas.microsoft.com/office/drawing/2014/main" id="{0BB1CAD9-0B00-EAAE-C4A6-935B34F3A9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12646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Will test out environment in lab &amp; setup instructions if needed</a:t>
            </a:r>
          </a:p>
          <a:p>
            <a:pPr lvl="1"/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BUT</a:t>
            </a:r>
            <a:r>
              <a:rPr lang="en-US" altLang="en-US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 </a:t>
            </a:r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your</a:t>
            </a:r>
            <a:r>
              <a:rPr lang="en-US" altLang="en-US" dirty="0">
                <a:solidFill>
                  <a:schemeClr val="accent5">
                    <a:lumMod val="50000"/>
                  </a:schemeClr>
                </a:solidFill>
                <a:latin typeface="Avenir Book" pitchFamily="2" charset="0"/>
                <a:ea typeface="ＭＳ Ｐゴシック" panose="020B0600070205080204" pitchFamily="34" charset="-128"/>
              </a:rPr>
              <a:t> responsibility to make sure you know how it all works too</a:t>
            </a:r>
          </a:p>
        </p:txBody>
      </p:sp>
      <p:sp>
        <p:nvSpPr>
          <p:cNvPr id="81922" name="Title 1">
            <a:extLst>
              <a:ext uri="{FF2B5EF4-FFF2-40B4-BE49-F238E27FC236}">
                <a16:creationId xmlns:a16="http://schemas.microsoft.com/office/drawing/2014/main" id="{E054EC5B-2C1A-7EB2-6C64-7C841C3C1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Summary</a:t>
            </a:r>
            <a:endParaRPr lang="en-US" altLang="en-US" i="1" dirty="0">
              <a:latin typeface="Avenir Medium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9060997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20248</TotalTime>
  <Words>914</Words>
  <Application>Microsoft Office PowerPoint</Application>
  <PresentationFormat>On-screen Show (16:9)</PresentationFormat>
  <Paragraphs>160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Avenir Black</vt:lpstr>
      <vt:lpstr>Avenir Book</vt:lpstr>
      <vt:lpstr>Avenir LT 45 Book</vt:lpstr>
      <vt:lpstr>Avenir Medium</vt:lpstr>
      <vt:lpstr>Wingdings</vt:lpstr>
      <vt:lpstr>Default Design</vt:lpstr>
      <vt:lpstr>Lecture 12: Canvas &amp; FXML</vt:lpstr>
      <vt:lpstr>PowerPoint Presentation</vt:lpstr>
      <vt:lpstr>Canvas</vt:lpstr>
      <vt:lpstr>Canvas /Example01</vt:lpstr>
      <vt:lpstr>Canvas /Example02</vt:lpstr>
      <vt:lpstr>PowerPoint Presentation</vt:lpstr>
      <vt:lpstr>Programmatically creating UIs</vt:lpstr>
      <vt:lpstr>FXML</vt:lpstr>
      <vt:lpstr>FXML PARTS</vt:lpstr>
      <vt:lpstr>Starting an FXML application</vt:lpstr>
      <vt:lpstr>Create UI (in IntelliJ or Scene Builder)</vt:lpstr>
      <vt:lpstr>Setting up Bindings</vt:lpstr>
      <vt:lpstr>PowerPoint Presentation</vt:lpstr>
      <vt:lpstr>Exam</vt:lpstr>
      <vt:lpstr>Exam</vt:lpstr>
      <vt:lpstr>Exam</vt:lpstr>
      <vt:lpstr>Exam</vt:lpstr>
      <vt:lpstr>Summary</vt:lpstr>
      <vt:lpstr>Summary</vt:lpstr>
      <vt:lpstr>PowerPoint Presentation</vt:lpstr>
    </vt:vector>
  </TitlesOfParts>
  <Company>NMMU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CSchonknecht</dc:creator>
  <cp:lastModifiedBy>Beets, Simone (Dr) (Summerstrand Campus South)</cp:lastModifiedBy>
  <cp:revision>96</cp:revision>
  <dcterms:created xsi:type="dcterms:W3CDTF">2006-12-05T12:30:39Z</dcterms:created>
  <dcterms:modified xsi:type="dcterms:W3CDTF">2026-05-04T12:17:28Z</dcterms:modified>
</cp:coreProperties>
</file>