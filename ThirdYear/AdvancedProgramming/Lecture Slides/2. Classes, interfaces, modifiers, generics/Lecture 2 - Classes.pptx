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71" r:id="rId2"/>
    <p:sldId id="341" r:id="rId3"/>
    <p:sldId id="320" r:id="rId4"/>
    <p:sldId id="352" r:id="rId5"/>
    <p:sldId id="324" r:id="rId6"/>
    <p:sldId id="257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3" r:id="rId15"/>
    <p:sldId id="274" r:id="rId16"/>
    <p:sldId id="335" r:id="rId17"/>
    <p:sldId id="336" r:id="rId18"/>
    <p:sldId id="337" r:id="rId19"/>
    <p:sldId id="338" r:id="rId20"/>
    <p:sldId id="276" r:id="rId21"/>
    <p:sldId id="353" r:id="rId22"/>
    <p:sldId id="277" r:id="rId23"/>
    <p:sldId id="354" r:id="rId24"/>
    <p:sldId id="355" r:id="rId25"/>
    <p:sldId id="339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21" r:id="rId37"/>
    <p:sldId id="269" r:id="rId38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0"/>
    <a:srgbClr val="00CC00"/>
    <a:srgbClr val="FFFFFF"/>
    <a:srgbClr val="001027"/>
    <a:srgbClr val="9B221F"/>
    <a:srgbClr val="003057"/>
    <a:srgbClr val="57BCE9"/>
    <a:srgbClr val="F14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528" autoAdjust="0"/>
  </p:normalViewPr>
  <p:slideViewPr>
    <p:cSldViewPr>
      <p:cViewPr varScale="1">
        <p:scale>
          <a:sx n="90" d="100"/>
          <a:sy n="90" d="100"/>
        </p:scale>
        <p:origin x="1680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ets, Simone (Dr) (Summerstrand Campus South)" userId="a9ed24f3-f7e1-440a-a32f-a1285e0bd405" providerId="ADAL" clId="{48241710-00D0-448C-A0A9-12E119F87392}"/>
    <pc:docChg chg="undo custSel addSld delSld modSld sldOrd">
      <pc:chgData name="Beets, Simone (Dr) (Summerstrand Campus South)" userId="a9ed24f3-f7e1-440a-a32f-a1285e0bd405" providerId="ADAL" clId="{48241710-00D0-448C-A0A9-12E119F87392}" dt="2026-02-23T18:08:14.545" v="560" actId="20577"/>
      <pc:docMkLst>
        <pc:docMk/>
      </pc:docMkLst>
      <pc:sldChg chg="modNotesTx">
        <pc:chgData name="Beets, Simone (Dr) (Summerstrand Campus South)" userId="a9ed24f3-f7e1-440a-a32f-a1285e0bd405" providerId="ADAL" clId="{48241710-00D0-448C-A0A9-12E119F87392}" dt="2026-02-22T20:56:53.527" v="541" actId="20577"/>
        <pc:sldMkLst>
          <pc:docMk/>
          <pc:sldMk cId="0" sldId="257"/>
        </pc:sldMkLst>
      </pc:sldChg>
      <pc:sldChg chg="modSp mod modNotesTx">
        <pc:chgData name="Beets, Simone (Dr) (Summerstrand Campus South)" userId="a9ed24f3-f7e1-440a-a32f-a1285e0bd405" providerId="ADAL" clId="{48241710-00D0-448C-A0A9-12E119F87392}" dt="2026-02-22T20:56:06.523" v="540" actId="20577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48241710-00D0-448C-A0A9-12E119F87392}" dt="2026-02-22T19:55:55.430" v="75" actId="14100"/>
          <ac:spMkLst>
            <pc:docMk/>
            <pc:sldMk cId="0" sldId="271"/>
            <ac:spMk id="17411" creationId="{25B10FB9-A15F-F8CA-E0F3-B4914ABDDFA6}"/>
          </ac:spMkLst>
        </pc:spChg>
        <pc:spChg chg="mod">
          <ac:chgData name="Beets, Simone (Dr) (Summerstrand Campus South)" userId="a9ed24f3-f7e1-440a-a32f-a1285e0bd405" providerId="ADAL" clId="{48241710-00D0-448C-A0A9-12E119F87392}" dt="2026-02-22T19:55:50.350" v="74" actId="1036"/>
          <ac:spMkLst>
            <pc:docMk/>
            <pc:sldMk cId="0" sldId="271"/>
            <ac:spMk id="18436" creationId="{4FA56CAD-107C-CCF9-44D6-34BF51654181}"/>
          </ac:spMkLst>
        </pc:spChg>
        <pc:spChg chg="mod">
          <ac:chgData name="Beets, Simone (Dr) (Summerstrand Campus South)" userId="a9ed24f3-f7e1-440a-a32f-a1285e0bd405" providerId="ADAL" clId="{48241710-00D0-448C-A0A9-12E119F87392}" dt="2026-02-22T19:55:44.696" v="69" actId="1035"/>
          <ac:spMkLst>
            <pc:docMk/>
            <pc:sldMk cId="0" sldId="271"/>
            <ac:spMk id="18437" creationId="{7B434F81-E8A3-A7A9-ADB2-DAC0071210D7}"/>
          </ac:spMkLst>
        </pc:spChg>
      </pc:sldChg>
      <pc:sldChg chg="modSp mod">
        <pc:chgData name="Beets, Simone (Dr) (Summerstrand Campus South)" userId="a9ed24f3-f7e1-440a-a32f-a1285e0bd405" providerId="ADAL" clId="{48241710-00D0-448C-A0A9-12E119F87392}" dt="2026-02-22T20:26:20.181" v="126" actId="108"/>
        <pc:sldMkLst>
          <pc:docMk/>
          <pc:sldMk cId="0" sldId="276"/>
        </pc:sldMkLst>
        <pc:spChg chg="mod">
          <ac:chgData name="Beets, Simone (Dr) (Summerstrand Campus South)" userId="a9ed24f3-f7e1-440a-a32f-a1285e0bd405" providerId="ADAL" clId="{48241710-00D0-448C-A0A9-12E119F87392}" dt="2026-02-22T20:26:20.181" v="126" actId="108"/>
          <ac:spMkLst>
            <pc:docMk/>
            <pc:sldMk cId="0" sldId="276"/>
            <ac:spMk id="18435" creationId="{37CBF094-519B-F5A1-666C-8E4E49E4D71B}"/>
          </ac:spMkLst>
        </pc:spChg>
      </pc:sldChg>
      <pc:sldChg chg="modSp mod">
        <pc:chgData name="Beets, Simone (Dr) (Summerstrand Campus South)" userId="a9ed24f3-f7e1-440a-a32f-a1285e0bd405" providerId="ADAL" clId="{48241710-00D0-448C-A0A9-12E119F87392}" dt="2026-02-22T20:29:35.104" v="174" actId="20577"/>
        <pc:sldMkLst>
          <pc:docMk/>
          <pc:sldMk cId="0" sldId="277"/>
        </pc:sldMkLst>
        <pc:spChg chg="mod">
          <ac:chgData name="Beets, Simone (Dr) (Summerstrand Campus South)" userId="a9ed24f3-f7e1-440a-a32f-a1285e0bd405" providerId="ADAL" clId="{48241710-00D0-448C-A0A9-12E119F87392}" dt="2026-02-22T20:29:35.104" v="174" actId="20577"/>
          <ac:spMkLst>
            <pc:docMk/>
            <pc:sldMk cId="0" sldId="277"/>
            <ac:spMk id="27651" creationId="{0ADFC579-31FE-C35A-F876-8A0ACD762833}"/>
          </ac:spMkLst>
        </pc:spChg>
      </pc:sldChg>
      <pc:sldChg chg="addSp delSp modSp add mod ord">
        <pc:chgData name="Beets, Simone (Dr) (Summerstrand Campus South)" userId="a9ed24f3-f7e1-440a-a32f-a1285e0bd405" providerId="ADAL" clId="{48241710-00D0-448C-A0A9-12E119F87392}" dt="2026-02-23T07:51:59.479" v="547"/>
        <pc:sldMkLst>
          <pc:docMk/>
          <pc:sldMk cId="4261337612" sldId="320"/>
        </pc:sldMkLst>
        <pc:spChg chg="del">
          <ac:chgData name="Beets, Simone (Dr) (Summerstrand Campus South)" userId="a9ed24f3-f7e1-440a-a32f-a1285e0bd405" providerId="ADAL" clId="{48241710-00D0-448C-A0A9-12E119F87392}" dt="2026-02-22T19:51:05.862" v="31" actId="478"/>
          <ac:spMkLst>
            <pc:docMk/>
            <pc:sldMk cId="4261337612" sldId="320"/>
            <ac:spMk id="2" creationId="{1F4CD6A8-553C-43F1-A77D-18B7F5EB0D1D}"/>
          </ac:spMkLst>
        </pc:spChg>
        <pc:spChg chg="mod">
          <ac:chgData name="Beets, Simone (Dr) (Summerstrand Campus South)" userId="a9ed24f3-f7e1-440a-a32f-a1285e0bd405" providerId="ADAL" clId="{48241710-00D0-448C-A0A9-12E119F87392}" dt="2026-02-22T19:50:28.119" v="30" actId="20577"/>
          <ac:spMkLst>
            <pc:docMk/>
            <pc:sldMk cId="4261337612" sldId="320"/>
            <ac:spMk id="6" creationId="{4EF63B2A-1BAD-4500-BEC8-D920F283705A}"/>
          </ac:spMkLst>
        </pc:spChg>
        <pc:spChg chg="add mod">
          <ac:chgData name="Beets, Simone (Dr) (Summerstrand Campus South)" userId="a9ed24f3-f7e1-440a-a32f-a1285e0bd405" providerId="ADAL" clId="{48241710-00D0-448C-A0A9-12E119F87392}" dt="2026-02-22T19:51:11.199" v="35" actId="20577"/>
          <ac:spMkLst>
            <pc:docMk/>
            <pc:sldMk cId="4261337612" sldId="320"/>
            <ac:spMk id="8" creationId="{3608F24A-372B-4707-96C8-CEAF29C5DC0A}"/>
          </ac:spMkLst>
        </pc:spChg>
        <pc:picChg chg="del">
          <ac:chgData name="Beets, Simone (Dr) (Summerstrand Campus South)" userId="a9ed24f3-f7e1-440a-a32f-a1285e0bd405" providerId="ADAL" clId="{48241710-00D0-448C-A0A9-12E119F87392}" dt="2026-02-22T19:51:06.880" v="32" actId="478"/>
          <ac:picMkLst>
            <pc:docMk/>
            <pc:sldMk cId="4261337612" sldId="320"/>
            <ac:picMk id="4" creationId="{00388102-09F4-8979-100E-B98D3F3286F9}"/>
          </ac:picMkLst>
        </pc:picChg>
        <pc:picChg chg="add mod">
          <ac:chgData name="Beets, Simone (Dr) (Summerstrand Campus South)" userId="a9ed24f3-f7e1-440a-a32f-a1285e0bd405" providerId="ADAL" clId="{48241710-00D0-448C-A0A9-12E119F87392}" dt="2026-02-22T19:51:08.006" v="33"/>
          <ac:picMkLst>
            <pc:docMk/>
            <pc:sldMk cId="4261337612" sldId="320"/>
            <ac:picMk id="9" creationId="{A4029B47-BBE4-4F18-BC5E-2147F226263F}"/>
          </ac:picMkLst>
        </pc:picChg>
      </pc:sldChg>
      <pc:sldChg chg="addSp delSp modSp mod ord">
        <pc:chgData name="Beets, Simone (Dr) (Summerstrand Campus South)" userId="a9ed24f3-f7e1-440a-a32f-a1285e0bd405" providerId="ADAL" clId="{48241710-00D0-448C-A0A9-12E119F87392}" dt="2026-02-22T20:54:35.459" v="495" actId="1076"/>
        <pc:sldMkLst>
          <pc:docMk/>
          <pc:sldMk cId="0" sldId="321"/>
        </pc:sldMkLst>
        <pc:picChg chg="del">
          <ac:chgData name="Beets, Simone (Dr) (Summerstrand Campus South)" userId="a9ed24f3-f7e1-440a-a32f-a1285e0bd405" providerId="ADAL" clId="{48241710-00D0-448C-A0A9-12E119F87392}" dt="2026-02-22T20:54:28.871" v="491" actId="478"/>
          <ac:picMkLst>
            <pc:docMk/>
            <pc:sldMk cId="0" sldId="321"/>
            <ac:picMk id="3" creationId="{A7262E4D-FB72-3E5D-DF25-A64E69A4DACF}"/>
          </ac:picMkLst>
        </pc:picChg>
        <pc:picChg chg="add mod">
          <ac:chgData name="Beets, Simone (Dr) (Summerstrand Campus South)" userId="a9ed24f3-f7e1-440a-a32f-a1285e0bd405" providerId="ADAL" clId="{48241710-00D0-448C-A0A9-12E119F87392}" dt="2026-02-22T20:54:35.459" v="495" actId="1076"/>
          <ac:picMkLst>
            <pc:docMk/>
            <pc:sldMk cId="0" sldId="321"/>
            <ac:picMk id="4" creationId="{BFA7331C-08F4-4F3C-87D8-1DD17BAA3FB4}"/>
          </ac:picMkLst>
        </pc:picChg>
      </pc:sldChg>
      <pc:sldChg chg="del">
        <pc:chgData name="Beets, Simone (Dr) (Summerstrand Campus South)" userId="a9ed24f3-f7e1-440a-a32f-a1285e0bd405" providerId="ADAL" clId="{48241710-00D0-448C-A0A9-12E119F87392}" dt="2026-02-22T19:52:22.844" v="37" actId="47"/>
        <pc:sldMkLst>
          <pc:docMk/>
          <pc:sldMk cId="465305782" sldId="323"/>
        </pc:sldMkLst>
      </pc:sldChg>
      <pc:sldChg chg="addSp modSp modAnim modNotesTx">
        <pc:chgData name="Beets, Simone (Dr) (Summerstrand Campus South)" userId="a9ed24f3-f7e1-440a-a32f-a1285e0bd405" providerId="ADAL" clId="{48241710-00D0-448C-A0A9-12E119F87392}" dt="2026-02-22T20:57:42.644" v="543"/>
        <pc:sldMkLst>
          <pc:docMk/>
          <pc:sldMk cId="1526733309" sldId="325"/>
        </pc:sldMkLst>
        <pc:spChg chg="mod">
          <ac:chgData name="Beets, Simone (Dr) (Summerstrand Campus South)" userId="a9ed24f3-f7e1-440a-a32f-a1285e0bd405" providerId="ADAL" clId="{48241710-00D0-448C-A0A9-12E119F87392}" dt="2026-02-22T20:02:22.818" v="107" actId="20577"/>
          <ac:spMkLst>
            <pc:docMk/>
            <pc:sldMk cId="1526733309" sldId="325"/>
            <ac:spMk id="20483" creationId="{43E78822-4D97-C8BB-7F0D-3DEB1206D4E7}"/>
          </ac:spMkLst>
        </pc:spChg>
        <pc:picChg chg="add mod">
          <ac:chgData name="Beets, Simone (Dr) (Summerstrand Campus South)" userId="a9ed24f3-f7e1-440a-a32f-a1285e0bd405" providerId="ADAL" clId="{48241710-00D0-448C-A0A9-12E119F87392}" dt="2026-02-22T20:08:40.075" v="112" actId="1076"/>
          <ac:picMkLst>
            <pc:docMk/>
            <pc:sldMk cId="1526733309" sldId="325"/>
            <ac:picMk id="6" creationId="{210ADC26-98B7-4580-AAC8-80F28EBECD77}"/>
          </ac:picMkLst>
        </pc:picChg>
      </pc:sldChg>
      <pc:sldChg chg="modSp mod modNotesTx">
        <pc:chgData name="Beets, Simone (Dr) (Summerstrand Campus South)" userId="a9ed24f3-f7e1-440a-a32f-a1285e0bd405" providerId="ADAL" clId="{48241710-00D0-448C-A0A9-12E119F87392}" dt="2026-02-23T18:07:22.550" v="552" actId="20577"/>
        <pc:sldMkLst>
          <pc:docMk/>
          <pc:sldMk cId="4035415485" sldId="326"/>
        </pc:sldMkLst>
        <pc:graphicFrameChg chg="modGraphic">
          <ac:chgData name="Beets, Simone (Dr) (Summerstrand Campus South)" userId="a9ed24f3-f7e1-440a-a32f-a1285e0bd405" providerId="ADAL" clId="{48241710-00D0-448C-A0A9-12E119F87392}" dt="2026-02-22T20:07:11.038" v="110" actId="404"/>
          <ac:graphicFrameMkLst>
            <pc:docMk/>
            <pc:sldMk cId="4035415485" sldId="326"/>
            <ac:graphicFrameMk id="5" creationId="{B31244C3-BD05-C907-B61B-9799F1381576}"/>
          </ac:graphicFrameMkLst>
        </pc:graphicFrameChg>
      </pc:sldChg>
      <pc:sldChg chg="modNotesTx">
        <pc:chgData name="Beets, Simone (Dr) (Summerstrand Campus South)" userId="a9ed24f3-f7e1-440a-a32f-a1285e0bd405" providerId="ADAL" clId="{48241710-00D0-448C-A0A9-12E119F87392}" dt="2026-02-23T18:07:39.584" v="554" actId="14"/>
        <pc:sldMkLst>
          <pc:docMk/>
          <pc:sldMk cId="3603584948" sldId="329"/>
        </pc:sldMkLst>
      </pc:sldChg>
      <pc:sldChg chg="modSp mod modNotesTx">
        <pc:chgData name="Beets, Simone (Dr) (Summerstrand Campus South)" userId="a9ed24f3-f7e1-440a-a32f-a1285e0bd405" providerId="ADAL" clId="{48241710-00D0-448C-A0A9-12E119F87392}" dt="2026-02-23T18:07:41.886" v="556" actId="14"/>
        <pc:sldMkLst>
          <pc:docMk/>
          <pc:sldMk cId="853854565" sldId="330"/>
        </pc:sldMkLst>
        <pc:spChg chg="mod">
          <ac:chgData name="Beets, Simone (Dr) (Summerstrand Campus South)" userId="a9ed24f3-f7e1-440a-a32f-a1285e0bd405" providerId="ADAL" clId="{48241710-00D0-448C-A0A9-12E119F87392}" dt="2026-02-22T20:20:42.758" v="119" actId="14"/>
          <ac:spMkLst>
            <pc:docMk/>
            <pc:sldMk cId="853854565" sldId="330"/>
            <ac:spMk id="20483" creationId="{FC53E828-AAA3-96DC-BDE9-69AA65380B17}"/>
          </ac:spMkLst>
        </pc:spChg>
      </pc:sldChg>
      <pc:sldChg chg="modSp mod modNotesTx">
        <pc:chgData name="Beets, Simone (Dr) (Summerstrand Campus South)" userId="a9ed24f3-f7e1-440a-a32f-a1285e0bd405" providerId="ADAL" clId="{48241710-00D0-448C-A0A9-12E119F87392}" dt="2026-02-23T18:07:45.800" v="558" actId="14"/>
        <pc:sldMkLst>
          <pc:docMk/>
          <pc:sldMk cId="3484037023" sldId="331"/>
        </pc:sldMkLst>
        <pc:spChg chg="mod">
          <ac:chgData name="Beets, Simone (Dr) (Summerstrand Campus South)" userId="a9ed24f3-f7e1-440a-a32f-a1285e0bd405" providerId="ADAL" clId="{48241710-00D0-448C-A0A9-12E119F87392}" dt="2026-02-22T20:21:34.336" v="124"/>
          <ac:spMkLst>
            <pc:docMk/>
            <pc:sldMk cId="3484037023" sldId="331"/>
            <ac:spMk id="20483" creationId="{940E8710-4EF5-533B-00AE-16DC9739F934}"/>
          </ac:spMkLst>
        </pc:spChg>
      </pc:sldChg>
      <pc:sldChg chg="modSp del mod">
        <pc:chgData name="Beets, Simone (Dr) (Summerstrand Campus South)" userId="a9ed24f3-f7e1-440a-a32f-a1285e0bd405" providerId="ADAL" clId="{48241710-00D0-448C-A0A9-12E119F87392}" dt="2026-02-22T20:21:40.942" v="125" actId="47"/>
        <pc:sldMkLst>
          <pc:docMk/>
          <pc:sldMk cId="3083429794" sldId="332"/>
        </pc:sldMkLst>
        <pc:spChg chg="mod">
          <ac:chgData name="Beets, Simone (Dr) (Summerstrand Campus South)" userId="a9ed24f3-f7e1-440a-a32f-a1285e0bd405" providerId="ADAL" clId="{48241710-00D0-448C-A0A9-12E119F87392}" dt="2026-02-22T20:21:31.589" v="122" actId="21"/>
          <ac:spMkLst>
            <pc:docMk/>
            <pc:sldMk cId="3083429794" sldId="332"/>
            <ac:spMk id="20483" creationId="{9D3F868F-9FE6-EC67-FB40-EE91416AC4B5}"/>
          </ac:spMkLst>
        </pc:spChg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1762635146" sldId="339"/>
        </pc:sldMkLst>
      </pc:sldChg>
      <pc:sldChg chg="add del">
        <pc:chgData name="Beets, Simone (Dr) (Summerstrand Campus South)" userId="a9ed24f3-f7e1-440a-a32f-a1285e0bd405" providerId="ADAL" clId="{48241710-00D0-448C-A0A9-12E119F87392}" dt="2026-02-22T20:39:00.889" v="488" actId="47"/>
        <pc:sldMkLst>
          <pc:docMk/>
          <pc:sldMk cId="2049952096" sldId="340"/>
        </pc:sldMkLst>
      </pc:sldChg>
      <pc:sldChg chg="add ord">
        <pc:chgData name="Beets, Simone (Dr) (Summerstrand Campus South)" userId="a9ed24f3-f7e1-440a-a32f-a1285e0bd405" providerId="ADAL" clId="{48241710-00D0-448C-A0A9-12E119F87392}" dt="2026-02-23T07:51:59.479" v="547"/>
        <pc:sldMkLst>
          <pc:docMk/>
          <pc:sldMk cId="333441223" sldId="341"/>
        </pc:sldMkLst>
      </pc:sldChg>
      <pc:sldChg chg="modSp add modNotesTx">
        <pc:chgData name="Beets, Simone (Dr) (Summerstrand Campus South)" userId="a9ed24f3-f7e1-440a-a32f-a1285e0bd405" providerId="ADAL" clId="{48241710-00D0-448C-A0A9-12E119F87392}" dt="2026-02-23T18:08:04.847" v="559" actId="20577"/>
        <pc:sldMkLst>
          <pc:docMk/>
          <pc:sldMk cId="0" sldId="342"/>
        </pc:sldMkLst>
        <pc:spChg chg="mod">
          <ac:chgData name="Beets, Simone (Dr) (Summerstrand Campus South)" userId="a9ed24f3-f7e1-440a-a32f-a1285e0bd405" providerId="ADAL" clId="{48241710-00D0-448C-A0A9-12E119F87392}" dt="2026-02-23T07:53:54.686" v="548" actId="113"/>
          <ac:spMkLst>
            <pc:docMk/>
            <pc:sldMk cId="0" sldId="342"/>
            <ac:spMk id="20483" creationId="{2765B96F-5E0B-4F16-853C-BC3176108521}"/>
          </ac:spMkLst>
        </pc:spChg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4071039046" sldId="343"/>
        </pc:sldMkLst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2150004531" sldId="344"/>
        </pc:sldMkLst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762314150" sldId="345"/>
        </pc:sldMkLst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2320920587" sldId="346"/>
        </pc:sldMkLst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4249415124" sldId="347"/>
        </pc:sldMkLst>
      </pc:sldChg>
      <pc:sldChg chg="add modNotesTx">
        <pc:chgData name="Beets, Simone (Dr) (Summerstrand Campus South)" userId="a9ed24f3-f7e1-440a-a32f-a1285e0bd405" providerId="ADAL" clId="{48241710-00D0-448C-A0A9-12E119F87392}" dt="2026-02-23T18:08:14.545" v="560" actId="20577"/>
        <pc:sldMkLst>
          <pc:docMk/>
          <pc:sldMk cId="4247069512" sldId="348"/>
        </pc:sldMkLst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2920933396" sldId="349"/>
        </pc:sldMkLst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4172721415" sldId="350"/>
        </pc:sldMkLst>
      </pc:sldChg>
      <pc:sldChg chg="add">
        <pc:chgData name="Beets, Simone (Dr) (Summerstrand Campus South)" userId="a9ed24f3-f7e1-440a-a32f-a1285e0bd405" providerId="ADAL" clId="{48241710-00D0-448C-A0A9-12E119F87392}" dt="2026-02-22T19:54:31.276" v="38"/>
        <pc:sldMkLst>
          <pc:docMk/>
          <pc:sldMk cId="3808169131" sldId="351"/>
        </pc:sldMkLst>
      </pc:sldChg>
      <pc:sldChg chg="addSp delSp modSp add mod ord">
        <pc:chgData name="Beets, Simone (Dr) (Summerstrand Campus South)" userId="a9ed24f3-f7e1-440a-a32f-a1285e0bd405" providerId="ADAL" clId="{48241710-00D0-448C-A0A9-12E119F87392}" dt="2026-02-22T19:57:55.283" v="98" actId="1076"/>
        <pc:sldMkLst>
          <pc:docMk/>
          <pc:sldMk cId="4225800705" sldId="352"/>
        </pc:sldMkLst>
        <pc:spChg chg="mod">
          <ac:chgData name="Beets, Simone (Dr) (Summerstrand Campus South)" userId="a9ed24f3-f7e1-440a-a32f-a1285e0bd405" providerId="ADAL" clId="{48241710-00D0-448C-A0A9-12E119F87392}" dt="2026-02-22T19:57:08.302" v="94" actId="20577"/>
          <ac:spMkLst>
            <pc:docMk/>
            <pc:sldMk cId="4225800705" sldId="352"/>
            <ac:spMk id="8" creationId="{5C1A5F8D-5E28-431E-9C4E-F84AAEA7BB92}"/>
          </ac:spMkLst>
        </pc:spChg>
        <pc:picChg chg="add mod">
          <ac:chgData name="Beets, Simone (Dr) (Summerstrand Campus South)" userId="a9ed24f3-f7e1-440a-a32f-a1285e0bd405" providerId="ADAL" clId="{48241710-00D0-448C-A0A9-12E119F87392}" dt="2026-02-22T19:57:55.283" v="98" actId="1076"/>
          <ac:picMkLst>
            <pc:docMk/>
            <pc:sldMk cId="4225800705" sldId="352"/>
            <ac:picMk id="3" creationId="{E7B41C65-BDCB-48BE-B550-4894DFB2B7DB}"/>
          </ac:picMkLst>
        </pc:picChg>
        <pc:picChg chg="del">
          <ac:chgData name="Beets, Simone (Dr) (Summerstrand Campus South)" userId="a9ed24f3-f7e1-440a-a32f-a1285e0bd405" providerId="ADAL" clId="{48241710-00D0-448C-A0A9-12E119F87392}" dt="2026-02-22T19:57:45.302" v="95" actId="478"/>
          <ac:picMkLst>
            <pc:docMk/>
            <pc:sldMk cId="4225800705" sldId="352"/>
            <ac:picMk id="6" creationId="{E5A2FA59-91BD-4119-A8C4-E622C715D76D}"/>
          </ac:picMkLst>
        </pc:picChg>
      </pc:sldChg>
      <pc:sldChg chg="addSp delSp modSp add mod ord">
        <pc:chgData name="Beets, Simone (Dr) (Summerstrand Campus South)" userId="a9ed24f3-f7e1-440a-a32f-a1285e0bd405" providerId="ADAL" clId="{48241710-00D0-448C-A0A9-12E119F87392}" dt="2026-02-22T20:28:21.208" v="164" actId="478"/>
        <pc:sldMkLst>
          <pc:docMk/>
          <pc:sldMk cId="2650025702" sldId="353"/>
        </pc:sldMkLst>
        <pc:spChg chg="mod">
          <ac:chgData name="Beets, Simone (Dr) (Summerstrand Campus South)" userId="a9ed24f3-f7e1-440a-a32f-a1285e0bd405" providerId="ADAL" clId="{48241710-00D0-448C-A0A9-12E119F87392}" dt="2026-02-22T20:26:55.361" v="158" actId="1076"/>
          <ac:spMkLst>
            <pc:docMk/>
            <pc:sldMk cId="2650025702" sldId="353"/>
            <ac:spMk id="8" creationId="{5C1A5F8D-5E28-431E-9C4E-F84AAEA7BB92}"/>
          </ac:spMkLst>
        </pc:spChg>
        <pc:picChg chg="del">
          <ac:chgData name="Beets, Simone (Dr) (Summerstrand Campus South)" userId="a9ed24f3-f7e1-440a-a32f-a1285e0bd405" providerId="ADAL" clId="{48241710-00D0-448C-A0A9-12E119F87392}" dt="2026-02-22T20:28:21.208" v="164" actId="478"/>
          <ac:picMkLst>
            <pc:docMk/>
            <pc:sldMk cId="2650025702" sldId="353"/>
            <ac:picMk id="3" creationId="{E7B41C65-BDCB-48BE-B550-4894DFB2B7DB}"/>
          </ac:picMkLst>
        </pc:picChg>
        <pc:picChg chg="add mod">
          <ac:chgData name="Beets, Simone (Dr) (Summerstrand Campus South)" userId="a9ed24f3-f7e1-440a-a32f-a1285e0bd405" providerId="ADAL" clId="{48241710-00D0-448C-A0A9-12E119F87392}" dt="2026-02-22T20:28:19.003" v="163" actId="1076"/>
          <ac:picMkLst>
            <pc:docMk/>
            <pc:sldMk cId="2650025702" sldId="353"/>
            <ac:picMk id="4" creationId="{296E996F-3E98-44BF-AD18-03F24F209806}"/>
          </ac:picMkLst>
        </pc:picChg>
      </pc:sldChg>
      <pc:sldChg chg="addSp delSp modSp add mod ord">
        <pc:chgData name="Beets, Simone (Dr) (Summerstrand Campus South)" userId="a9ed24f3-f7e1-440a-a32f-a1285e0bd405" providerId="ADAL" clId="{48241710-00D0-448C-A0A9-12E119F87392}" dt="2026-02-22T20:32:59.738" v="198" actId="478"/>
        <pc:sldMkLst>
          <pc:docMk/>
          <pc:sldMk cId="1122056894" sldId="354"/>
        </pc:sldMkLst>
        <pc:spChg chg="mod">
          <ac:chgData name="Beets, Simone (Dr) (Summerstrand Campus South)" userId="a9ed24f3-f7e1-440a-a32f-a1285e0bd405" providerId="ADAL" clId="{48241710-00D0-448C-A0A9-12E119F87392}" dt="2026-02-22T20:30:32.543" v="194" actId="1076"/>
          <ac:spMkLst>
            <pc:docMk/>
            <pc:sldMk cId="1122056894" sldId="354"/>
            <ac:spMk id="8" creationId="{5C1A5F8D-5E28-431E-9C4E-F84AAEA7BB92}"/>
          </ac:spMkLst>
        </pc:spChg>
        <pc:picChg chg="add mod">
          <ac:chgData name="Beets, Simone (Dr) (Summerstrand Campus South)" userId="a9ed24f3-f7e1-440a-a32f-a1285e0bd405" providerId="ADAL" clId="{48241710-00D0-448C-A0A9-12E119F87392}" dt="2026-02-22T20:32:57.930" v="197" actId="1076"/>
          <ac:picMkLst>
            <pc:docMk/>
            <pc:sldMk cId="1122056894" sldId="354"/>
            <ac:picMk id="3" creationId="{54D13FEB-C673-41EB-9D2D-DF96C3BB409C}"/>
          </ac:picMkLst>
        </pc:picChg>
        <pc:picChg chg="del">
          <ac:chgData name="Beets, Simone (Dr) (Summerstrand Campus South)" userId="a9ed24f3-f7e1-440a-a32f-a1285e0bd405" providerId="ADAL" clId="{48241710-00D0-448C-A0A9-12E119F87392}" dt="2026-02-22T20:32:59.738" v="198" actId="478"/>
          <ac:picMkLst>
            <pc:docMk/>
            <pc:sldMk cId="1122056894" sldId="354"/>
            <ac:picMk id="4" creationId="{296E996F-3E98-44BF-AD18-03F24F209806}"/>
          </ac:picMkLst>
        </pc:picChg>
      </pc:sldChg>
      <pc:sldChg chg="addSp modSp add mod ord modAnim modNotesTx">
        <pc:chgData name="Beets, Simone (Dr) (Summerstrand Campus South)" userId="a9ed24f3-f7e1-440a-a32f-a1285e0bd405" providerId="ADAL" clId="{48241710-00D0-448C-A0A9-12E119F87392}" dt="2026-02-22T20:38:57.221" v="487"/>
        <pc:sldMkLst>
          <pc:docMk/>
          <pc:sldMk cId="2619129213" sldId="355"/>
        </pc:sldMkLst>
        <pc:spChg chg="add mod">
          <ac:chgData name="Beets, Simone (Dr) (Summerstrand Campus South)" userId="a9ed24f3-f7e1-440a-a32f-a1285e0bd405" providerId="ADAL" clId="{48241710-00D0-448C-A0A9-12E119F87392}" dt="2026-02-22T20:38:21.976" v="485" actId="208"/>
          <ac:spMkLst>
            <pc:docMk/>
            <pc:sldMk cId="2619129213" sldId="355"/>
            <ac:spMk id="4" creationId="{020E4A34-7045-42A6-89A2-AFF0692A8537}"/>
          </ac:spMkLst>
        </pc:spChg>
        <pc:spChg chg="add mod">
          <ac:chgData name="Beets, Simone (Dr) (Summerstrand Campus South)" userId="a9ed24f3-f7e1-440a-a32f-a1285e0bd405" providerId="ADAL" clId="{48241710-00D0-448C-A0A9-12E119F87392}" dt="2026-02-22T20:37:36.169" v="480" actId="14100"/>
          <ac:spMkLst>
            <pc:docMk/>
            <pc:sldMk cId="2619129213" sldId="355"/>
            <ac:spMk id="5" creationId="{3EE532DF-E2D6-4786-9C98-EF448409E587}"/>
          </ac:spMkLst>
        </pc:spChg>
        <pc:spChg chg="add mod">
          <ac:chgData name="Beets, Simone (Dr) (Summerstrand Campus South)" userId="a9ed24f3-f7e1-440a-a32f-a1285e0bd405" providerId="ADAL" clId="{48241710-00D0-448C-A0A9-12E119F87392}" dt="2026-02-22T20:37:09.762" v="476" actId="14100"/>
          <ac:spMkLst>
            <pc:docMk/>
            <pc:sldMk cId="2619129213" sldId="355"/>
            <ac:spMk id="7" creationId="{E3F297AD-2A61-46EE-808B-7EBF69E72E45}"/>
          </ac:spMkLst>
        </pc:spChg>
        <pc:spChg chg="add mod">
          <ac:chgData name="Beets, Simone (Dr) (Summerstrand Campus South)" userId="a9ed24f3-f7e1-440a-a32f-a1285e0bd405" providerId="ADAL" clId="{48241710-00D0-448C-A0A9-12E119F87392}" dt="2026-02-22T20:37:02.703" v="469" actId="1037"/>
          <ac:spMkLst>
            <pc:docMk/>
            <pc:sldMk cId="2619129213" sldId="355"/>
            <ac:spMk id="8" creationId="{B5E71508-417A-4165-88A7-1F7A30974E78}"/>
          </ac:spMkLst>
        </pc:spChg>
        <pc:spChg chg="add mod">
          <ac:chgData name="Beets, Simone (Dr) (Summerstrand Campus South)" userId="a9ed24f3-f7e1-440a-a32f-a1285e0bd405" providerId="ADAL" clId="{48241710-00D0-448C-A0A9-12E119F87392}" dt="2026-02-22T20:38:26.947" v="486" actId="208"/>
          <ac:spMkLst>
            <pc:docMk/>
            <pc:sldMk cId="2619129213" sldId="355"/>
            <ac:spMk id="10" creationId="{0C244923-E68D-41CF-A924-126059829F8E}"/>
          </ac:spMkLst>
        </pc:spChg>
        <pc:spChg chg="mod">
          <ac:chgData name="Beets, Simone (Dr) (Summerstrand Campus South)" userId="a9ed24f3-f7e1-440a-a32f-a1285e0bd405" providerId="ADAL" clId="{48241710-00D0-448C-A0A9-12E119F87392}" dt="2026-02-22T20:33:20.305" v="211" actId="20577"/>
          <ac:spMkLst>
            <pc:docMk/>
            <pc:sldMk cId="2619129213" sldId="355"/>
            <ac:spMk id="27650" creationId="{534EA976-2436-8C36-6E24-EC7AEB3B5053}"/>
          </ac:spMkLst>
        </pc:spChg>
        <pc:spChg chg="mod">
          <ac:chgData name="Beets, Simone (Dr) (Summerstrand Campus South)" userId="a9ed24f3-f7e1-440a-a32f-a1285e0bd405" providerId="ADAL" clId="{48241710-00D0-448C-A0A9-12E119F87392}" dt="2026-02-22T20:37:32.382" v="479" actId="14100"/>
          <ac:spMkLst>
            <pc:docMk/>
            <pc:sldMk cId="2619129213" sldId="355"/>
            <ac:spMk id="27651" creationId="{0ADFC579-31FE-C35A-F876-8A0ACD762833}"/>
          </ac:spMkLst>
        </pc:spChg>
      </pc:sldChg>
    </pc:docChg>
  </pc:docChgLst>
  <pc:docChgLst>
    <pc:chgData name="Simone Beets" userId="5adb261a4dd6137b" providerId="LiveId" clId="{737403A7-CBCD-479B-BA12-77557D72448E}"/>
    <pc:docChg chg="undo custSel addSld delSld modSld sldOrd">
      <pc:chgData name="Simone Beets" userId="5adb261a4dd6137b" providerId="LiveId" clId="{737403A7-CBCD-479B-BA12-77557D72448E}" dt="2025-03-03T07:59:39.205" v="5174" actId="20577"/>
      <pc:docMkLst>
        <pc:docMk/>
      </pc:docMkLst>
      <pc:sldChg chg="delSp modSp mod ord modNotesTx">
        <pc:chgData name="Simone Beets" userId="5adb261a4dd6137b" providerId="LiveId" clId="{737403A7-CBCD-479B-BA12-77557D72448E}" dt="2025-02-24T08:11:07.535" v="5130" actId="478"/>
        <pc:sldMkLst>
          <pc:docMk/>
          <pc:sldMk cId="0" sldId="257"/>
        </pc:sldMkLst>
        <pc:spChg chg="mod">
          <ac:chgData name="Simone Beets" userId="5adb261a4dd6137b" providerId="LiveId" clId="{737403A7-CBCD-479B-BA12-77557D72448E}" dt="2025-02-23T19:48:43.588" v="340" actId="20577"/>
          <ac:spMkLst>
            <pc:docMk/>
            <pc:sldMk cId="0" sldId="257"/>
            <ac:spMk id="20482" creationId="{B22372D1-C1BC-8D02-5DE2-06417E4194EE}"/>
          </ac:spMkLst>
        </pc:spChg>
        <pc:spChg chg="mod">
          <ac:chgData name="Simone Beets" userId="5adb261a4dd6137b" providerId="LiveId" clId="{737403A7-CBCD-479B-BA12-77557D72448E}" dt="2025-02-23T19:54:35.248" v="483" actId="6549"/>
          <ac:spMkLst>
            <pc:docMk/>
            <pc:sldMk cId="0" sldId="257"/>
            <ac:spMk id="20483" creationId="{2765B96F-5E0B-4F16-853C-BC3176108521}"/>
          </ac:spMkLst>
        </pc:spChg>
      </pc:sldChg>
      <pc:sldChg chg="del">
        <pc:chgData name="Simone Beets" userId="5adb261a4dd6137b" providerId="LiveId" clId="{737403A7-CBCD-479B-BA12-77557D72448E}" dt="2025-02-23T20:51:18.554" v="3509" actId="47"/>
        <pc:sldMkLst>
          <pc:docMk/>
          <pc:sldMk cId="0" sldId="258"/>
        </pc:sldMkLst>
      </pc:sldChg>
      <pc:sldChg chg="del">
        <pc:chgData name="Simone Beets" userId="5adb261a4dd6137b" providerId="LiveId" clId="{737403A7-CBCD-479B-BA12-77557D72448E}" dt="2025-02-23T20:50:45.434" v="3499" actId="47"/>
        <pc:sldMkLst>
          <pc:docMk/>
          <pc:sldMk cId="0" sldId="267"/>
        </pc:sldMkLst>
      </pc:sldChg>
      <pc:sldChg chg="modSp mod">
        <pc:chgData name="Simone Beets" userId="5adb261a4dd6137b" providerId="LiveId" clId="{737403A7-CBCD-479B-BA12-77557D72448E}" dt="2025-02-23T19:44:28.298" v="50" actId="20577"/>
        <pc:sldMkLst>
          <pc:docMk/>
          <pc:sldMk cId="0" sldId="271"/>
        </pc:sldMkLst>
        <pc:spChg chg="mod">
          <ac:chgData name="Simone Beets" userId="5adb261a4dd6137b" providerId="LiveId" clId="{737403A7-CBCD-479B-BA12-77557D72448E}" dt="2025-02-23T19:44:28.298" v="50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del mod">
        <pc:chgData name="Simone Beets" userId="5adb261a4dd6137b" providerId="LiveId" clId="{737403A7-CBCD-479B-BA12-77557D72448E}" dt="2025-02-23T20:54:00.747" v="3656" actId="2696"/>
        <pc:sldMkLst>
          <pc:docMk/>
          <pc:sldMk cId="0" sldId="272"/>
        </pc:sldMkLst>
      </pc:sldChg>
      <pc:sldChg chg="del">
        <pc:chgData name="Simone Beets" userId="5adb261a4dd6137b" providerId="LiveId" clId="{737403A7-CBCD-479B-BA12-77557D72448E}" dt="2025-02-23T20:46:22.389" v="3388" actId="47"/>
        <pc:sldMkLst>
          <pc:docMk/>
          <pc:sldMk cId="0" sldId="273"/>
        </pc:sldMkLst>
      </pc:sldChg>
      <pc:sldChg chg="addSp delSp modSp mod ord modTransition modNotesTx">
        <pc:chgData name="Simone Beets" userId="5adb261a4dd6137b" providerId="LiveId" clId="{737403A7-CBCD-479B-BA12-77557D72448E}" dt="2025-02-23T22:06:24.558" v="5023" actId="20577"/>
        <pc:sldMkLst>
          <pc:docMk/>
          <pc:sldMk cId="0" sldId="274"/>
        </pc:sldMkLst>
        <pc:spChg chg="add mod">
          <ac:chgData name="Simone Beets" userId="5adb261a4dd6137b" providerId="LiveId" clId="{737403A7-CBCD-479B-BA12-77557D72448E}" dt="2025-02-23T21:39:06.355" v="4886" actId="20577"/>
          <ac:spMkLst>
            <pc:docMk/>
            <pc:sldMk cId="0" sldId="274"/>
            <ac:spMk id="6" creationId="{1D4E2414-6294-617A-9BBB-AE64D9622BC1}"/>
          </ac:spMkLst>
        </pc:spChg>
        <pc:graphicFrameChg chg="add mod modGraphic">
          <ac:chgData name="Simone Beets" userId="5adb261a4dd6137b" providerId="LiveId" clId="{737403A7-CBCD-479B-BA12-77557D72448E}" dt="2025-02-23T20:54:10.455" v="3657" actId="113"/>
          <ac:graphicFrameMkLst>
            <pc:docMk/>
            <pc:sldMk cId="0" sldId="274"/>
            <ac:graphicFrameMk id="3" creationId="{62FE4915-405C-9968-AF52-AF26FC6441A6}"/>
          </ac:graphicFrameMkLst>
        </pc:graphicFrameChg>
      </pc:sldChg>
      <pc:sldChg chg="del">
        <pc:chgData name="Simone Beets" userId="5adb261a4dd6137b" providerId="LiveId" clId="{737403A7-CBCD-479B-BA12-77557D72448E}" dt="2025-02-23T20:46:24.091" v="3389" actId="47"/>
        <pc:sldMkLst>
          <pc:docMk/>
          <pc:sldMk cId="0" sldId="275"/>
        </pc:sldMkLst>
      </pc:sldChg>
      <pc:sldChg chg="modSp mod">
        <pc:chgData name="Simone Beets" userId="5adb261a4dd6137b" providerId="LiveId" clId="{737403A7-CBCD-479B-BA12-77557D72448E}" dt="2025-02-23T21:44:55.874" v="4929" actId="15"/>
        <pc:sldMkLst>
          <pc:docMk/>
          <pc:sldMk cId="0" sldId="276"/>
        </pc:sldMkLst>
        <pc:spChg chg="mod">
          <ac:chgData name="Simone Beets" userId="5adb261a4dd6137b" providerId="LiveId" clId="{737403A7-CBCD-479B-BA12-77557D72448E}" dt="2025-02-23T21:44:55.874" v="4929" actId="15"/>
          <ac:spMkLst>
            <pc:docMk/>
            <pc:sldMk cId="0" sldId="276"/>
            <ac:spMk id="18435" creationId="{37CBF094-519B-F5A1-666C-8E4E49E4D71B}"/>
          </ac:spMkLst>
        </pc:spChg>
        <pc:spChg chg="mod">
          <ac:chgData name="Simone Beets" userId="5adb261a4dd6137b" providerId="LiveId" clId="{737403A7-CBCD-479B-BA12-77557D72448E}" dt="2025-02-23T20:46:41.998" v="3430" actId="20577"/>
          <ac:spMkLst>
            <pc:docMk/>
            <pc:sldMk cId="0" sldId="276"/>
            <ac:spMk id="26626" creationId="{EEFBA319-EB28-15BC-F93B-CA6C6F461B4D}"/>
          </ac:spMkLst>
        </pc:spChg>
      </pc:sldChg>
      <pc:sldChg chg="modSp mod">
        <pc:chgData name="Simone Beets" userId="5adb261a4dd6137b" providerId="LiveId" clId="{737403A7-CBCD-479B-BA12-77557D72448E}" dt="2025-02-24T08:10:47.210" v="5127"/>
        <pc:sldMkLst>
          <pc:docMk/>
          <pc:sldMk cId="0" sldId="277"/>
        </pc:sldMkLst>
        <pc:spChg chg="mod">
          <ac:chgData name="Simone Beets" userId="5adb261a4dd6137b" providerId="LiveId" clId="{737403A7-CBCD-479B-BA12-77557D72448E}" dt="2025-02-23T20:49:16.494" v="3483" actId="20577"/>
          <ac:spMkLst>
            <pc:docMk/>
            <pc:sldMk cId="0" sldId="277"/>
            <ac:spMk id="27650" creationId="{534EA976-2436-8C36-6E24-EC7AEB3B5053}"/>
          </ac:spMkLst>
        </pc:spChg>
        <pc:spChg chg="mod">
          <ac:chgData name="Simone Beets" userId="5adb261a4dd6137b" providerId="LiveId" clId="{737403A7-CBCD-479B-BA12-77557D72448E}" dt="2025-02-24T08:10:47.210" v="5127"/>
          <ac:spMkLst>
            <pc:docMk/>
            <pc:sldMk cId="0" sldId="277"/>
            <ac:spMk id="27651" creationId="{0ADFC579-31FE-C35A-F876-8A0ACD762833}"/>
          </ac:spMkLst>
        </pc:spChg>
      </pc:sldChg>
      <pc:sldChg chg="del">
        <pc:chgData name="Simone Beets" userId="5adb261a4dd6137b" providerId="LiveId" clId="{737403A7-CBCD-479B-BA12-77557D72448E}" dt="2025-02-23T20:51:05.557" v="3506" actId="47"/>
        <pc:sldMkLst>
          <pc:docMk/>
          <pc:sldMk cId="0" sldId="278"/>
        </pc:sldMkLst>
      </pc:sldChg>
      <pc:sldChg chg="del">
        <pc:chgData name="Simone Beets" userId="5adb261a4dd6137b" providerId="LiveId" clId="{737403A7-CBCD-479B-BA12-77557D72448E}" dt="2025-02-23T20:50:47.073" v="3500" actId="47"/>
        <pc:sldMkLst>
          <pc:docMk/>
          <pc:sldMk cId="0" sldId="280"/>
        </pc:sldMkLst>
      </pc:sldChg>
      <pc:sldChg chg="del">
        <pc:chgData name="Simone Beets" userId="5adb261a4dd6137b" providerId="LiveId" clId="{737403A7-CBCD-479B-BA12-77557D72448E}" dt="2025-02-23T20:50:47.694" v="3501" actId="47"/>
        <pc:sldMkLst>
          <pc:docMk/>
          <pc:sldMk cId="0" sldId="281"/>
        </pc:sldMkLst>
      </pc:sldChg>
      <pc:sldChg chg="del">
        <pc:chgData name="Simone Beets" userId="5adb261a4dd6137b" providerId="LiveId" clId="{737403A7-CBCD-479B-BA12-77557D72448E}" dt="2025-02-23T20:50:54.496" v="3502" actId="47"/>
        <pc:sldMkLst>
          <pc:docMk/>
          <pc:sldMk cId="0" sldId="282"/>
        </pc:sldMkLst>
      </pc:sldChg>
      <pc:sldChg chg="del">
        <pc:chgData name="Simone Beets" userId="5adb261a4dd6137b" providerId="LiveId" clId="{737403A7-CBCD-479B-BA12-77557D72448E}" dt="2025-02-23T20:51:00.268" v="3503" actId="47"/>
        <pc:sldMkLst>
          <pc:docMk/>
          <pc:sldMk cId="0" sldId="283"/>
        </pc:sldMkLst>
      </pc:sldChg>
      <pc:sldChg chg="del">
        <pc:chgData name="Simone Beets" userId="5adb261a4dd6137b" providerId="LiveId" clId="{737403A7-CBCD-479B-BA12-77557D72448E}" dt="2025-02-23T20:51:04.504" v="3505" actId="47"/>
        <pc:sldMkLst>
          <pc:docMk/>
          <pc:sldMk cId="0" sldId="284"/>
        </pc:sldMkLst>
      </pc:sldChg>
      <pc:sldChg chg="del">
        <pc:chgData name="Simone Beets" userId="5adb261a4dd6137b" providerId="LiveId" clId="{737403A7-CBCD-479B-BA12-77557D72448E}" dt="2025-02-23T20:51:15.542" v="3507" actId="47"/>
        <pc:sldMkLst>
          <pc:docMk/>
          <pc:sldMk cId="0" sldId="285"/>
        </pc:sldMkLst>
      </pc:sldChg>
      <pc:sldChg chg="del">
        <pc:chgData name="Simone Beets" userId="5adb261a4dd6137b" providerId="LiveId" clId="{737403A7-CBCD-479B-BA12-77557D72448E}" dt="2025-02-23T20:51:19.628" v="3510" actId="47"/>
        <pc:sldMkLst>
          <pc:docMk/>
          <pc:sldMk cId="0" sldId="286"/>
        </pc:sldMkLst>
      </pc:sldChg>
      <pc:sldChg chg="del">
        <pc:chgData name="Simone Beets" userId="5adb261a4dd6137b" providerId="LiveId" clId="{737403A7-CBCD-479B-BA12-77557D72448E}" dt="2025-02-23T20:51:17.251" v="3508" actId="47"/>
        <pc:sldMkLst>
          <pc:docMk/>
          <pc:sldMk cId="0" sldId="287"/>
        </pc:sldMkLst>
      </pc:sldChg>
      <pc:sldChg chg="del">
        <pc:chgData name="Simone Beets" userId="5adb261a4dd6137b" providerId="LiveId" clId="{737403A7-CBCD-479B-BA12-77557D72448E}" dt="2025-02-23T20:51:24.649" v="3515" actId="47"/>
        <pc:sldMkLst>
          <pc:docMk/>
          <pc:sldMk cId="0" sldId="289"/>
        </pc:sldMkLst>
      </pc:sldChg>
      <pc:sldChg chg="del">
        <pc:chgData name="Simone Beets" userId="5adb261a4dd6137b" providerId="LiveId" clId="{737403A7-CBCD-479B-BA12-77557D72448E}" dt="2025-02-23T20:51:21.360" v="3512" actId="47"/>
        <pc:sldMkLst>
          <pc:docMk/>
          <pc:sldMk cId="0" sldId="290"/>
        </pc:sldMkLst>
      </pc:sldChg>
      <pc:sldChg chg="del">
        <pc:chgData name="Simone Beets" userId="5adb261a4dd6137b" providerId="LiveId" clId="{737403A7-CBCD-479B-BA12-77557D72448E}" dt="2025-02-23T20:51:20.530" v="3511" actId="47"/>
        <pc:sldMkLst>
          <pc:docMk/>
          <pc:sldMk cId="0" sldId="291"/>
        </pc:sldMkLst>
      </pc:sldChg>
      <pc:sldChg chg="del">
        <pc:chgData name="Simone Beets" userId="5adb261a4dd6137b" providerId="LiveId" clId="{737403A7-CBCD-479B-BA12-77557D72448E}" dt="2025-02-23T20:51:22.551" v="3513" actId="47"/>
        <pc:sldMkLst>
          <pc:docMk/>
          <pc:sldMk cId="0" sldId="292"/>
        </pc:sldMkLst>
      </pc:sldChg>
      <pc:sldChg chg="del">
        <pc:chgData name="Simone Beets" userId="5adb261a4dd6137b" providerId="LiveId" clId="{737403A7-CBCD-479B-BA12-77557D72448E}" dt="2025-02-23T20:51:23.729" v="3514" actId="47"/>
        <pc:sldMkLst>
          <pc:docMk/>
          <pc:sldMk cId="0" sldId="293"/>
        </pc:sldMkLst>
      </pc:sldChg>
      <pc:sldChg chg="del">
        <pc:chgData name="Simone Beets" userId="5adb261a4dd6137b" providerId="LiveId" clId="{737403A7-CBCD-479B-BA12-77557D72448E}" dt="2025-02-23T20:51:25.272" v="3516" actId="47"/>
        <pc:sldMkLst>
          <pc:docMk/>
          <pc:sldMk cId="0" sldId="294"/>
        </pc:sldMkLst>
      </pc:sldChg>
      <pc:sldChg chg="del">
        <pc:chgData name="Simone Beets" userId="5adb261a4dd6137b" providerId="LiveId" clId="{737403A7-CBCD-479B-BA12-77557D72448E}" dt="2025-02-23T20:51:26.690" v="3518" actId="47"/>
        <pc:sldMkLst>
          <pc:docMk/>
          <pc:sldMk cId="0" sldId="295"/>
        </pc:sldMkLst>
      </pc:sldChg>
      <pc:sldChg chg="del">
        <pc:chgData name="Simone Beets" userId="5adb261a4dd6137b" providerId="LiveId" clId="{737403A7-CBCD-479B-BA12-77557D72448E}" dt="2025-02-23T20:51:27.506" v="3519" actId="47"/>
        <pc:sldMkLst>
          <pc:docMk/>
          <pc:sldMk cId="0" sldId="296"/>
        </pc:sldMkLst>
      </pc:sldChg>
      <pc:sldChg chg="del">
        <pc:chgData name="Simone Beets" userId="5adb261a4dd6137b" providerId="LiveId" clId="{737403A7-CBCD-479B-BA12-77557D72448E}" dt="2025-02-23T20:51:28.018" v="3520" actId="47"/>
        <pc:sldMkLst>
          <pc:docMk/>
          <pc:sldMk cId="0" sldId="297"/>
        </pc:sldMkLst>
      </pc:sldChg>
      <pc:sldChg chg="del">
        <pc:chgData name="Simone Beets" userId="5adb261a4dd6137b" providerId="LiveId" clId="{737403A7-CBCD-479B-BA12-77557D72448E}" dt="2025-02-23T20:51:29.508" v="3521" actId="47"/>
        <pc:sldMkLst>
          <pc:docMk/>
          <pc:sldMk cId="0" sldId="298"/>
        </pc:sldMkLst>
      </pc:sldChg>
      <pc:sldChg chg="del">
        <pc:chgData name="Simone Beets" userId="5adb261a4dd6137b" providerId="LiveId" clId="{737403A7-CBCD-479B-BA12-77557D72448E}" dt="2025-02-23T20:51:30.775" v="3522" actId="47"/>
        <pc:sldMkLst>
          <pc:docMk/>
          <pc:sldMk cId="0" sldId="299"/>
        </pc:sldMkLst>
      </pc:sldChg>
      <pc:sldChg chg="del">
        <pc:chgData name="Simone Beets" userId="5adb261a4dd6137b" providerId="LiveId" clId="{737403A7-CBCD-479B-BA12-77557D72448E}" dt="2025-02-23T20:51:31.281" v="3523" actId="47"/>
        <pc:sldMkLst>
          <pc:docMk/>
          <pc:sldMk cId="0" sldId="300"/>
        </pc:sldMkLst>
      </pc:sldChg>
      <pc:sldChg chg="del">
        <pc:chgData name="Simone Beets" userId="5adb261a4dd6137b" providerId="LiveId" clId="{737403A7-CBCD-479B-BA12-77557D72448E}" dt="2025-02-23T20:51:32.505" v="3524" actId="47"/>
        <pc:sldMkLst>
          <pc:docMk/>
          <pc:sldMk cId="0" sldId="301"/>
        </pc:sldMkLst>
      </pc:sldChg>
      <pc:sldChg chg="del">
        <pc:chgData name="Simone Beets" userId="5adb261a4dd6137b" providerId="LiveId" clId="{737403A7-CBCD-479B-BA12-77557D72448E}" dt="2025-02-23T20:51:33.484" v="3525" actId="47"/>
        <pc:sldMkLst>
          <pc:docMk/>
          <pc:sldMk cId="0" sldId="302"/>
        </pc:sldMkLst>
      </pc:sldChg>
      <pc:sldChg chg="del">
        <pc:chgData name="Simone Beets" userId="5adb261a4dd6137b" providerId="LiveId" clId="{737403A7-CBCD-479B-BA12-77557D72448E}" dt="2025-02-23T20:51:34.442" v="3526" actId="47"/>
        <pc:sldMkLst>
          <pc:docMk/>
          <pc:sldMk cId="0" sldId="303"/>
        </pc:sldMkLst>
      </pc:sldChg>
      <pc:sldChg chg="del">
        <pc:chgData name="Simone Beets" userId="5adb261a4dd6137b" providerId="LiveId" clId="{737403A7-CBCD-479B-BA12-77557D72448E}" dt="2025-02-23T20:51:34.922" v="3527" actId="47"/>
        <pc:sldMkLst>
          <pc:docMk/>
          <pc:sldMk cId="0" sldId="304"/>
        </pc:sldMkLst>
      </pc:sldChg>
      <pc:sldChg chg="del">
        <pc:chgData name="Simone Beets" userId="5adb261a4dd6137b" providerId="LiveId" clId="{737403A7-CBCD-479B-BA12-77557D72448E}" dt="2025-02-23T20:51:35.866" v="3528" actId="47"/>
        <pc:sldMkLst>
          <pc:docMk/>
          <pc:sldMk cId="0" sldId="305"/>
        </pc:sldMkLst>
      </pc:sldChg>
      <pc:sldChg chg="del">
        <pc:chgData name="Simone Beets" userId="5adb261a4dd6137b" providerId="LiveId" clId="{737403A7-CBCD-479B-BA12-77557D72448E}" dt="2025-02-23T20:51:36.388" v="3529" actId="47"/>
        <pc:sldMkLst>
          <pc:docMk/>
          <pc:sldMk cId="0" sldId="306"/>
        </pc:sldMkLst>
      </pc:sldChg>
      <pc:sldChg chg="del">
        <pc:chgData name="Simone Beets" userId="5adb261a4dd6137b" providerId="LiveId" clId="{737403A7-CBCD-479B-BA12-77557D72448E}" dt="2025-02-23T20:51:37.321" v="3530" actId="47"/>
        <pc:sldMkLst>
          <pc:docMk/>
          <pc:sldMk cId="0" sldId="307"/>
        </pc:sldMkLst>
      </pc:sldChg>
      <pc:sldChg chg="del">
        <pc:chgData name="Simone Beets" userId="5adb261a4dd6137b" providerId="LiveId" clId="{737403A7-CBCD-479B-BA12-77557D72448E}" dt="2025-02-23T20:51:37.763" v="3531" actId="47"/>
        <pc:sldMkLst>
          <pc:docMk/>
          <pc:sldMk cId="0" sldId="308"/>
        </pc:sldMkLst>
      </pc:sldChg>
      <pc:sldChg chg="del">
        <pc:chgData name="Simone Beets" userId="5adb261a4dd6137b" providerId="LiveId" clId="{737403A7-CBCD-479B-BA12-77557D72448E}" dt="2025-02-23T20:51:38.954" v="3532" actId="47"/>
        <pc:sldMkLst>
          <pc:docMk/>
          <pc:sldMk cId="0" sldId="309"/>
        </pc:sldMkLst>
      </pc:sldChg>
      <pc:sldChg chg="del">
        <pc:chgData name="Simone Beets" userId="5adb261a4dd6137b" providerId="LiveId" clId="{737403A7-CBCD-479B-BA12-77557D72448E}" dt="2025-02-23T20:51:39.284" v="3533" actId="47"/>
        <pc:sldMkLst>
          <pc:docMk/>
          <pc:sldMk cId="0" sldId="310"/>
        </pc:sldMkLst>
      </pc:sldChg>
      <pc:sldChg chg="del">
        <pc:chgData name="Simone Beets" userId="5adb261a4dd6137b" providerId="LiveId" clId="{737403A7-CBCD-479B-BA12-77557D72448E}" dt="2025-02-23T20:51:41.146" v="3535" actId="47"/>
        <pc:sldMkLst>
          <pc:docMk/>
          <pc:sldMk cId="0" sldId="311"/>
        </pc:sldMkLst>
      </pc:sldChg>
      <pc:sldChg chg="del">
        <pc:chgData name="Simone Beets" userId="5adb261a4dd6137b" providerId="LiveId" clId="{737403A7-CBCD-479B-BA12-77557D72448E}" dt="2025-02-23T20:51:42.219" v="3536" actId="47"/>
        <pc:sldMkLst>
          <pc:docMk/>
          <pc:sldMk cId="0" sldId="313"/>
        </pc:sldMkLst>
      </pc:sldChg>
      <pc:sldChg chg="del">
        <pc:chgData name="Simone Beets" userId="5adb261a4dd6137b" providerId="LiveId" clId="{737403A7-CBCD-479B-BA12-77557D72448E}" dt="2025-02-23T20:51:40.498" v="3534" actId="47"/>
        <pc:sldMkLst>
          <pc:docMk/>
          <pc:sldMk cId="0" sldId="314"/>
        </pc:sldMkLst>
      </pc:sldChg>
      <pc:sldChg chg="del">
        <pc:chgData name="Simone Beets" userId="5adb261a4dd6137b" providerId="LiveId" clId="{737403A7-CBCD-479B-BA12-77557D72448E}" dt="2025-02-23T20:51:42.756" v="3537" actId="47"/>
        <pc:sldMkLst>
          <pc:docMk/>
          <pc:sldMk cId="0" sldId="315"/>
        </pc:sldMkLst>
      </pc:sldChg>
      <pc:sldChg chg="del">
        <pc:chgData name="Simone Beets" userId="5adb261a4dd6137b" providerId="LiveId" clId="{737403A7-CBCD-479B-BA12-77557D72448E}" dt="2025-02-23T20:51:43.974" v="3538" actId="47"/>
        <pc:sldMkLst>
          <pc:docMk/>
          <pc:sldMk cId="0" sldId="316"/>
        </pc:sldMkLst>
      </pc:sldChg>
      <pc:sldChg chg="del">
        <pc:chgData name="Simone Beets" userId="5adb261a4dd6137b" providerId="LiveId" clId="{737403A7-CBCD-479B-BA12-77557D72448E}" dt="2025-02-23T20:46:25.308" v="3390" actId="47"/>
        <pc:sldMkLst>
          <pc:docMk/>
          <pc:sldMk cId="0" sldId="317"/>
        </pc:sldMkLst>
      </pc:sldChg>
      <pc:sldChg chg="del">
        <pc:chgData name="Simone Beets" userId="5adb261a4dd6137b" providerId="LiveId" clId="{737403A7-CBCD-479B-BA12-77557D72448E}" dt="2025-02-23T20:50:44.898" v="3498" actId="47"/>
        <pc:sldMkLst>
          <pc:docMk/>
          <pc:sldMk cId="0" sldId="319"/>
        </pc:sldMkLst>
      </pc:sldChg>
      <pc:sldChg chg="del">
        <pc:chgData name="Simone Beets" userId="5adb261a4dd6137b" providerId="LiveId" clId="{737403A7-CBCD-479B-BA12-77557D72448E}" dt="2025-02-23T20:51:26.209" v="3517" actId="47"/>
        <pc:sldMkLst>
          <pc:docMk/>
          <pc:sldMk cId="4261337612" sldId="320"/>
        </pc:sldMkLst>
      </pc:sldChg>
      <pc:sldChg chg="addSp modSp mod">
        <pc:chgData name="Simone Beets" userId="5adb261a4dd6137b" providerId="LiveId" clId="{737403A7-CBCD-479B-BA12-77557D72448E}" dt="2025-02-23T20:53:40.959" v="3655" actId="20577"/>
        <pc:sldMkLst>
          <pc:docMk/>
          <pc:sldMk cId="0" sldId="321"/>
        </pc:sldMkLst>
        <pc:spChg chg="mod">
          <ac:chgData name="Simone Beets" userId="5adb261a4dd6137b" providerId="LiveId" clId="{737403A7-CBCD-479B-BA12-77557D72448E}" dt="2025-02-23T20:53:40.959" v="3655" actId="20577"/>
          <ac:spMkLst>
            <pc:docMk/>
            <pc:sldMk cId="0" sldId="321"/>
            <ac:spMk id="81923" creationId="{5C6BFA09-EEC3-E74B-06BD-B7D47D876082}"/>
          </ac:spMkLst>
        </pc:spChg>
        <pc:picChg chg="add mod">
          <ac:chgData name="Simone Beets" userId="5adb261a4dd6137b" providerId="LiveId" clId="{737403A7-CBCD-479B-BA12-77557D72448E}" dt="2025-02-23T20:53:14.078" v="3574" actId="1076"/>
          <ac:picMkLst>
            <pc:docMk/>
            <pc:sldMk cId="0" sldId="321"/>
            <ac:picMk id="3" creationId="{A7262E4D-FB72-3E5D-DF25-A64E69A4DACF}"/>
          </ac:picMkLst>
        </pc:picChg>
      </pc:sldChg>
      <pc:sldChg chg="del">
        <pc:chgData name="Simone Beets" userId="5adb261a4dd6137b" providerId="LiveId" clId="{737403A7-CBCD-479B-BA12-77557D72448E}" dt="2025-02-23T20:51:03.025" v="3504" actId="47"/>
        <pc:sldMkLst>
          <pc:docMk/>
          <pc:sldMk cId="0" sldId="322"/>
        </pc:sldMkLst>
      </pc:sldChg>
      <pc:sldChg chg="addSp delSp modSp add mod modAnim modNotesTx">
        <pc:chgData name="Simone Beets" userId="5adb261a4dd6137b" providerId="LiveId" clId="{737403A7-CBCD-479B-BA12-77557D72448E}" dt="2025-02-24T08:11:03.536" v="5128" actId="478"/>
        <pc:sldMkLst>
          <pc:docMk/>
          <pc:sldMk cId="465305782" sldId="323"/>
        </pc:sldMkLst>
        <pc:spChg chg="add mod">
          <ac:chgData name="Simone Beets" userId="5adb261a4dd6137b" providerId="LiveId" clId="{737403A7-CBCD-479B-BA12-77557D72448E}" dt="2025-02-23T19:45:57.006" v="131" actId="403"/>
          <ac:spMkLst>
            <pc:docMk/>
            <pc:sldMk cId="465305782" sldId="323"/>
            <ac:spMk id="4" creationId="{B56BFBEA-DA88-4D77-20BA-F3A5D2144C52}"/>
          </ac:spMkLst>
        </pc:spChg>
      </pc:sldChg>
      <pc:sldChg chg="addSp delSp modSp add modAnim modNotesTx">
        <pc:chgData name="Simone Beets" userId="5adb261a4dd6137b" providerId="LiveId" clId="{737403A7-CBCD-479B-BA12-77557D72448E}" dt="2025-02-24T08:11:05.903" v="5129" actId="478"/>
        <pc:sldMkLst>
          <pc:docMk/>
          <pc:sldMk cId="2369434495" sldId="324"/>
        </pc:sldMkLst>
        <pc:spChg chg="add mod">
          <ac:chgData name="Simone Beets" userId="5adb261a4dd6137b" providerId="LiveId" clId="{737403A7-CBCD-479B-BA12-77557D72448E}" dt="2025-02-23T19:50:01.359" v="419" actId="1076"/>
          <ac:spMkLst>
            <pc:docMk/>
            <pc:sldMk cId="2369434495" sldId="324"/>
            <ac:spMk id="3" creationId="{F9F832B1-564F-379A-A63A-D83FCA0A461D}"/>
          </ac:spMkLst>
        </pc:spChg>
        <pc:picChg chg="add mod">
          <ac:chgData name="Simone Beets" userId="5adb261a4dd6137b" providerId="LiveId" clId="{737403A7-CBCD-479B-BA12-77557D72448E}" dt="2025-02-23T19:50:01.359" v="419" actId="1076"/>
          <ac:picMkLst>
            <pc:docMk/>
            <pc:sldMk cId="2369434495" sldId="324"/>
            <ac:picMk id="4" creationId="{898D7AA1-FB92-98F8-6723-E35460526946}"/>
          </ac:picMkLst>
        </pc:picChg>
      </pc:sldChg>
      <pc:sldChg chg="addSp delSp modSp add mod addAnim delAnim modAnim modNotesTx">
        <pc:chgData name="Simone Beets" userId="5adb261a4dd6137b" providerId="LiveId" clId="{737403A7-CBCD-479B-BA12-77557D72448E}" dt="2025-03-03T07:59:39.205" v="5174" actId="20577"/>
        <pc:sldMkLst>
          <pc:docMk/>
          <pc:sldMk cId="1526733309" sldId="325"/>
        </pc:sldMkLst>
        <pc:spChg chg="add mod">
          <ac:chgData name="Simone Beets" userId="5adb261a4dd6137b" providerId="LiveId" clId="{737403A7-CBCD-479B-BA12-77557D72448E}" dt="2025-02-23T21:05:46.094" v="3717" actId="1035"/>
          <ac:spMkLst>
            <pc:docMk/>
            <pc:sldMk cId="1526733309" sldId="325"/>
            <ac:spMk id="4" creationId="{E02CDE45-974C-FCA1-40ED-CA93DC59B457}"/>
          </ac:spMkLst>
        </pc:spChg>
        <pc:spChg chg="mod">
          <ac:chgData name="Simone Beets" userId="5adb261a4dd6137b" providerId="LiveId" clId="{737403A7-CBCD-479B-BA12-77557D72448E}" dt="2025-03-03T07:59:39.205" v="5174" actId="20577"/>
          <ac:spMkLst>
            <pc:docMk/>
            <pc:sldMk cId="1526733309" sldId="325"/>
            <ac:spMk id="20483" creationId="{43E78822-4D97-C8BB-7F0D-3DEB1206D4E7}"/>
          </ac:spMkLst>
        </pc:spChg>
        <pc:picChg chg="add mod">
          <ac:chgData name="Simone Beets" userId="5adb261a4dd6137b" providerId="LiveId" clId="{737403A7-CBCD-479B-BA12-77557D72448E}" dt="2025-02-23T19:53:36.809" v="482" actId="1076"/>
          <ac:picMkLst>
            <pc:docMk/>
            <pc:sldMk cId="1526733309" sldId="325"/>
            <ac:picMk id="3" creationId="{7665F35F-E491-9411-F5CE-0EABC2932E3B}"/>
          </ac:picMkLst>
        </pc:picChg>
      </pc:sldChg>
      <pc:sldChg chg="addSp delSp modSp add mod delAnim modNotesTx">
        <pc:chgData name="Simone Beets" userId="5adb261a4dd6137b" providerId="LiveId" clId="{737403A7-CBCD-479B-BA12-77557D72448E}" dt="2025-02-24T08:11:10.880" v="5132" actId="478"/>
        <pc:sldMkLst>
          <pc:docMk/>
          <pc:sldMk cId="4035415485" sldId="326"/>
        </pc:sldMkLst>
        <pc:graphicFrameChg chg="add mod modGraphic">
          <ac:chgData name="Simone Beets" userId="5adb261a4dd6137b" providerId="LiveId" clId="{737403A7-CBCD-479B-BA12-77557D72448E}" dt="2025-02-23T20:09:39.565" v="2230" actId="12100"/>
          <ac:graphicFrameMkLst>
            <pc:docMk/>
            <pc:sldMk cId="4035415485" sldId="326"/>
            <ac:graphicFrameMk id="5" creationId="{B31244C3-BD05-C907-B61B-9799F1381576}"/>
          </ac:graphicFrameMkLst>
        </pc:graphicFrameChg>
      </pc:sldChg>
      <pc:sldChg chg="delSp modSp add mod ord delAnim modNotesTx">
        <pc:chgData name="Simone Beets" userId="5adb261a4dd6137b" providerId="LiveId" clId="{737403A7-CBCD-479B-BA12-77557D72448E}" dt="2025-02-24T08:11:12.271" v="5133" actId="478"/>
        <pc:sldMkLst>
          <pc:docMk/>
          <pc:sldMk cId="349174243" sldId="327"/>
        </pc:sldMkLst>
        <pc:spChg chg="mod">
          <ac:chgData name="Simone Beets" userId="5adb261a4dd6137b" providerId="LiveId" clId="{737403A7-CBCD-479B-BA12-77557D72448E}" dt="2025-02-23T20:10:36.384" v="2249" actId="20577"/>
          <ac:spMkLst>
            <pc:docMk/>
            <pc:sldMk cId="349174243" sldId="327"/>
            <ac:spMk id="20482" creationId="{A5F00A1E-7813-10CD-1B01-F5D136B14DE1}"/>
          </ac:spMkLst>
        </pc:spChg>
        <pc:spChg chg="mod">
          <ac:chgData name="Simone Beets" userId="5adb261a4dd6137b" providerId="LiveId" clId="{737403A7-CBCD-479B-BA12-77557D72448E}" dt="2025-02-23T20:12:02.211" v="2277" actId="20577"/>
          <ac:spMkLst>
            <pc:docMk/>
            <pc:sldMk cId="349174243" sldId="327"/>
            <ac:spMk id="20483" creationId="{EB3FE9AB-868D-DD28-2D81-5E2EB8C96771}"/>
          </ac:spMkLst>
        </pc:spChg>
      </pc:sldChg>
      <pc:sldChg chg="delSp modSp add mod modNotesTx">
        <pc:chgData name="Simone Beets" userId="5adb261a4dd6137b" providerId="LiveId" clId="{737403A7-CBCD-479B-BA12-77557D72448E}" dt="2025-02-24T08:11:14.575" v="5134" actId="478"/>
        <pc:sldMkLst>
          <pc:docMk/>
          <pc:sldMk cId="1334398919" sldId="328"/>
        </pc:sldMkLst>
        <pc:spChg chg="mod">
          <ac:chgData name="Simone Beets" userId="5adb261a4dd6137b" providerId="LiveId" clId="{737403A7-CBCD-479B-BA12-77557D72448E}" dt="2025-02-23T20:13:06.922" v="2303" actId="108"/>
          <ac:spMkLst>
            <pc:docMk/>
            <pc:sldMk cId="1334398919" sldId="328"/>
            <ac:spMk id="20483" creationId="{F6576E7A-3F45-C65D-372F-B90F2F295907}"/>
          </ac:spMkLst>
        </pc:spChg>
      </pc:sldChg>
      <pc:sldChg chg="delSp modSp add mod modNotesTx">
        <pc:chgData name="Simone Beets" userId="5adb261a4dd6137b" providerId="LiveId" clId="{737403A7-CBCD-479B-BA12-77557D72448E}" dt="2025-02-24T08:11:16.622" v="5135" actId="478"/>
        <pc:sldMkLst>
          <pc:docMk/>
          <pc:sldMk cId="3603584948" sldId="329"/>
        </pc:sldMkLst>
        <pc:spChg chg="mod">
          <ac:chgData name="Simone Beets" userId="5adb261a4dd6137b" providerId="LiveId" clId="{737403A7-CBCD-479B-BA12-77557D72448E}" dt="2025-02-23T20:18:10.690" v="2919" actId="20577"/>
          <ac:spMkLst>
            <pc:docMk/>
            <pc:sldMk cId="3603584948" sldId="329"/>
            <ac:spMk id="20482" creationId="{3D61038D-1D0F-8E04-369A-9F96421E6FA2}"/>
          </ac:spMkLst>
        </pc:spChg>
        <pc:spChg chg="mod">
          <ac:chgData name="Simone Beets" userId="5adb261a4dd6137b" providerId="LiveId" clId="{737403A7-CBCD-479B-BA12-77557D72448E}" dt="2025-02-23T21:26:00.155" v="4629" actId="2711"/>
          <ac:spMkLst>
            <pc:docMk/>
            <pc:sldMk cId="3603584948" sldId="329"/>
            <ac:spMk id="20483" creationId="{0653722E-9BCE-BD85-527F-5C3E327A5D38}"/>
          </ac:spMkLst>
        </pc:spChg>
      </pc:sldChg>
      <pc:sldChg chg="delSp modSp add mod modNotesTx">
        <pc:chgData name="Simone Beets" userId="5adb261a4dd6137b" providerId="LiveId" clId="{737403A7-CBCD-479B-BA12-77557D72448E}" dt="2025-02-24T08:11:17.983" v="5136" actId="478"/>
        <pc:sldMkLst>
          <pc:docMk/>
          <pc:sldMk cId="853854565" sldId="330"/>
        </pc:sldMkLst>
        <pc:spChg chg="mod">
          <ac:chgData name="Simone Beets" userId="5adb261a4dd6137b" providerId="LiveId" clId="{737403A7-CBCD-479B-BA12-77557D72448E}" dt="2025-02-23T20:19:25.151" v="2945" actId="207"/>
          <ac:spMkLst>
            <pc:docMk/>
            <pc:sldMk cId="853854565" sldId="330"/>
            <ac:spMk id="20483" creationId="{FC53E828-AAA3-96DC-BDE9-69AA65380B17}"/>
          </ac:spMkLst>
        </pc:spChg>
      </pc:sldChg>
      <pc:sldChg chg="delSp modSp add mod modNotesTx">
        <pc:chgData name="Simone Beets" userId="5adb261a4dd6137b" providerId="LiveId" clId="{737403A7-CBCD-479B-BA12-77557D72448E}" dt="2025-02-24T08:11:19.263" v="5137" actId="478"/>
        <pc:sldMkLst>
          <pc:docMk/>
          <pc:sldMk cId="3484037023" sldId="331"/>
        </pc:sldMkLst>
        <pc:spChg chg="mod">
          <ac:chgData name="Simone Beets" userId="5adb261a4dd6137b" providerId="LiveId" clId="{737403A7-CBCD-479B-BA12-77557D72448E}" dt="2025-02-23T21:30:37.221" v="4669" actId="20577"/>
          <ac:spMkLst>
            <pc:docMk/>
            <pc:sldMk cId="3484037023" sldId="331"/>
            <ac:spMk id="20483" creationId="{940E8710-4EF5-533B-00AE-16DC9739F934}"/>
          </ac:spMkLst>
        </pc:spChg>
      </pc:sldChg>
      <pc:sldChg chg="delSp modSp add mod modNotesTx">
        <pc:chgData name="Simone Beets" userId="5adb261a4dd6137b" providerId="LiveId" clId="{737403A7-CBCD-479B-BA12-77557D72448E}" dt="2025-02-24T08:11:20.688" v="5138" actId="478"/>
        <pc:sldMkLst>
          <pc:docMk/>
          <pc:sldMk cId="3083429794" sldId="332"/>
        </pc:sldMkLst>
        <pc:spChg chg="mod">
          <ac:chgData name="Simone Beets" userId="5adb261a4dd6137b" providerId="LiveId" clId="{737403A7-CBCD-479B-BA12-77557D72448E}" dt="2025-02-23T20:20:51.731" v="2972" actId="207"/>
          <ac:spMkLst>
            <pc:docMk/>
            <pc:sldMk cId="3083429794" sldId="332"/>
            <ac:spMk id="20483" creationId="{9D3F868F-9FE6-EC67-FB40-EE91416AC4B5}"/>
          </ac:spMkLst>
        </pc:spChg>
      </pc:sldChg>
      <pc:sldChg chg="addSp delSp modSp add mod addAnim delAnim modAnim modNotesTx">
        <pc:chgData name="Simone Beets" userId="5adb261a4dd6137b" providerId="LiveId" clId="{737403A7-CBCD-479B-BA12-77557D72448E}" dt="2025-02-24T08:11:23.534" v="5139" actId="478"/>
        <pc:sldMkLst>
          <pc:docMk/>
          <pc:sldMk cId="911306211" sldId="333"/>
        </pc:sldMkLst>
        <pc:spChg chg="add mod ord">
          <ac:chgData name="Simone Beets" userId="5adb261a4dd6137b" providerId="LiveId" clId="{737403A7-CBCD-479B-BA12-77557D72448E}" dt="2025-02-23T20:27:57.762" v="3056" actId="1076"/>
          <ac:spMkLst>
            <pc:docMk/>
            <pc:sldMk cId="911306211" sldId="333"/>
            <ac:spMk id="4" creationId="{5C95C1FD-4061-2EFE-CB38-73F1F848A2D7}"/>
          </ac:spMkLst>
        </pc:spChg>
        <pc:spChg chg="add mod">
          <ac:chgData name="Simone Beets" userId="5adb261a4dd6137b" providerId="LiveId" clId="{737403A7-CBCD-479B-BA12-77557D72448E}" dt="2025-02-23T20:27:10.514" v="3040" actId="1582"/>
          <ac:spMkLst>
            <pc:docMk/>
            <pc:sldMk cId="911306211" sldId="333"/>
            <ac:spMk id="5" creationId="{973D0009-0C6C-0FE2-00B0-42C7DD9CA7B8}"/>
          </ac:spMkLst>
        </pc:spChg>
        <pc:spChg chg="add del mod">
          <ac:chgData name="Simone Beets" userId="5adb261a4dd6137b" providerId="LiveId" clId="{737403A7-CBCD-479B-BA12-77557D72448E}" dt="2025-02-23T20:29:47.039" v="3079" actId="478"/>
          <ac:spMkLst>
            <pc:docMk/>
            <pc:sldMk cId="911306211" sldId="333"/>
            <ac:spMk id="7" creationId="{B4B80DA0-1305-3577-7956-BD740EC5457A}"/>
          </ac:spMkLst>
        </pc:spChg>
        <pc:spChg chg="add del mod">
          <ac:chgData name="Simone Beets" userId="5adb261a4dd6137b" providerId="LiveId" clId="{737403A7-CBCD-479B-BA12-77557D72448E}" dt="2025-02-23T20:29:47.460" v="3080" actId="478"/>
          <ac:spMkLst>
            <pc:docMk/>
            <pc:sldMk cId="911306211" sldId="333"/>
            <ac:spMk id="8" creationId="{45D01DCB-6F3C-7E19-965E-6FBB5BE142E1}"/>
          </ac:spMkLst>
        </pc:spChg>
        <pc:spChg chg="add del mod">
          <ac:chgData name="Simone Beets" userId="5adb261a4dd6137b" providerId="LiveId" clId="{737403A7-CBCD-479B-BA12-77557D72448E}" dt="2025-02-23T20:29:47.876" v="3081" actId="478"/>
          <ac:spMkLst>
            <pc:docMk/>
            <pc:sldMk cId="911306211" sldId="333"/>
            <ac:spMk id="9" creationId="{FE35B423-5AD0-248E-E5C0-01C442366CDD}"/>
          </ac:spMkLst>
        </pc:spChg>
        <pc:spChg chg="add del mod">
          <ac:chgData name="Simone Beets" userId="5adb261a4dd6137b" providerId="LiveId" clId="{737403A7-CBCD-479B-BA12-77557D72448E}" dt="2025-02-23T20:29:48.179" v="3082" actId="478"/>
          <ac:spMkLst>
            <pc:docMk/>
            <pc:sldMk cId="911306211" sldId="333"/>
            <ac:spMk id="10" creationId="{23BA5BB9-6C03-2E05-C79C-A7EB2F805556}"/>
          </ac:spMkLst>
        </pc:spChg>
        <pc:spChg chg="add del mod">
          <ac:chgData name="Simone Beets" userId="5adb261a4dd6137b" providerId="LiveId" clId="{737403A7-CBCD-479B-BA12-77557D72448E}" dt="2025-02-23T20:29:48.587" v="3083" actId="478"/>
          <ac:spMkLst>
            <pc:docMk/>
            <pc:sldMk cId="911306211" sldId="333"/>
            <ac:spMk id="11" creationId="{31F29C38-A8D0-FD72-5823-6AAC0802BBF6}"/>
          </ac:spMkLst>
        </pc:spChg>
        <pc:spChg chg="mod">
          <ac:chgData name="Simone Beets" userId="5adb261a4dd6137b" providerId="LiveId" clId="{737403A7-CBCD-479B-BA12-77557D72448E}" dt="2025-02-23T20:21:30.452" v="2985" actId="404"/>
          <ac:spMkLst>
            <pc:docMk/>
            <pc:sldMk cId="911306211" sldId="333"/>
            <ac:spMk id="20482" creationId="{C41F5FF1-1C48-F641-E04B-C208F9A330E1}"/>
          </ac:spMkLst>
        </pc:spChg>
        <pc:graphicFrameChg chg="add mod modGraphic">
          <ac:chgData name="Simone Beets" userId="5adb261a4dd6137b" providerId="LiveId" clId="{737403A7-CBCD-479B-BA12-77557D72448E}" dt="2025-02-23T20:26:48.944" v="3035" actId="404"/>
          <ac:graphicFrameMkLst>
            <pc:docMk/>
            <pc:sldMk cId="911306211" sldId="333"/>
            <ac:graphicFrameMk id="3" creationId="{394BC3C7-3766-A2BB-7DB7-7EC3D861BB98}"/>
          </ac:graphicFrameMkLst>
        </pc:graphicFrameChg>
      </pc:sldChg>
      <pc:sldChg chg="add del">
        <pc:chgData name="Simone Beets" userId="5adb261a4dd6137b" providerId="LiveId" clId="{737403A7-CBCD-479B-BA12-77557D72448E}" dt="2025-02-23T20:46:21.811" v="3387" actId="47"/>
        <pc:sldMkLst>
          <pc:docMk/>
          <pc:sldMk cId="1424463807" sldId="334"/>
        </pc:sldMkLst>
      </pc:sldChg>
      <pc:sldChg chg="modSp add mod modTransition modNotesTx">
        <pc:chgData name="Simone Beets" userId="5adb261a4dd6137b" providerId="LiveId" clId="{737403A7-CBCD-479B-BA12-77557D72448E}" dt="2025-02-23T22:06:27.819" v="5024" actId="20577"/>
        <pc:sldMkLst>
          <pc:docMk/>
          <pc:sldMk cId="1550497282" sldId="335"/>
        </pc:sldMkLst>
        <pc:spChg chg="mod">
          <ac:chgData name="Simone Beets" userId="5adb261a4dd6137b" providerId="LiveId" clId="{737403A7-CBCD-479B-BA12-77557D72448E}" dt="2025-02-23T21:41:12.323" v="4892" actId="20577"/>
          <ac:spMkLst>
            <pc:docMk/>
            <pc:sldMk cId="1550497282" sldId="335"/>
            <ac:spMk id="6" creationId="{3CD3B6EA-8815-CDD5-ACF4-1F1914D6FE08}"/>
          </ac:spMkLst>
        </pc:spChg>
        <pc:graphicFrameChg chg="mod">
          <ac:chgData name="Simone Beets" userId="5adb261a4dd6137b" providerId="LiveId" clId="{737403A7-CBCD-479B-BA12-77557D72448E}" dt="2025-02-23T20:54:22.408" v="3658" actId="113"/>
          <ac:graphicFrameMkLst>
            <pc:docMk/>
            <pc:sldMk cId="1550497282" sldId="335"/>
            <ac:graphicFrameMk id="3" creationId="{B9C0B63A-7556-CB0D-B073-33D1A3AA9297}"/>
          </ac:graphicFrameMkLst>
        </pc:graphicFrameChg>
      </pc:sldChg>
      <pc:sldChg chg="modSp add mod modTransition modNotesTx">
        <pc:chgData name="Simone Beets" userId="5adb261a4dd6137b" providerId="LiveId" clId="{737403A7-CBCD-479B-BA12-77557D72448E}" dt="2025-02-23T22:06:29.629" v="5025" actId="20577"/>
        <pc:sldMkLst>
          <pc:docMk/>
          <pc:sldMk cId="2128091170" sldId="336"/>
        </pc:sldMkLst>
        <pc:spChg chg="mod">
          <ac:chgData name="Simone Beets" userId="5adb261a4dd6137b" providerId="LiveId" clId="{737403A7-CBCD-479B-BA12-77557D72448E}" dt="2025-02-23T20:45:28.040" v="3349" actId="20577"/>
          <ac:spMkLst>
            <pc:docMk/>
            <pc:sldMk cId="2128091170" sldId="336"/>
            <ac:spMk id="6" creationId="{4F97DCE7-93BF-746B-CA8F-BC14EE4DB766}"/>
          </ac:spMkLst>
        </pc:spChg>
        <pc:graphicFrameChg chg="mod">
          <ac:chgData name="Simone Beets" userId="5adb261a4dd6137b" providerId="LiveId" clId="{737403A7-CBCD-479B-BA12-77557D72448E}" dt="2025-02-23T20:54:28.799" v="3659" actId="113"/>
          <ac:graphicFrameMkLst>
            <pc:docMk/>
            <pc:sldMk cId="2128091170" sldId="336"/>
            <ac:graphicFrameMk id="3" creationId="{B6EEED02-CC98-395D-3828-60EEB9549932}"/>
          </ac:graphicFrameMkLst>
        </pc:graphicFrameChg>
      </pc:sldChg>
      <pc:sldChg chg="modSp add mod modTransition modNotesTx">
        <pc:chgData name="Simone Beets" userId="5adb261a4dd6137b" providerId="LiveId" clId="{737403A7-CBCD-479B-BA12-77557D72448E}" dt="2025-02-23T22:06:31.306" v="5026" actId="20577"/>
        <pc:sldMkLst>
          <pc:docMk/>
          <pc:sldMk cId="3352296232" sldId="337"/>
        </pc:sldMkLst>
        <pc:spChg chg="mod">
          <ac:chgData name="Simone Beets" userId="5adb261a4dd6137b" providerId="LiveId" clId="{737403A7-CBCD-479B-BA12-77557D72448E}" dt="2025-02-23T20:45:48.497" v="3369"/>
          <ac:spMkLst>
            <pc:docMk/>
            <pc:sldMk cId="3352296232" sldId="337"/>
            <ac:spMk id="6" creationId="{7B11902A-9417-CBE7-54E1-51747F09ACAA}"/>
          </ac:spMkLst>
        </pc:spChg>
        <pc:graphicFrameChg chg="mod">
          <ac:chgData name="Simone Beets" userId="5adb261a4dd6137b" providerId="LiveId" clId="{737403A7-CBCD-479B-BA12-77557D72448E}" dt="2025-02-23T20:54:34.251" v="3660" actId="113"/>
          <ac:graphicFrameMkLst>
            <pc:docMk/>
            <pc:sldMk cId="3352296232" sldId="337"/>
            <ac:graphicFrameMk id="3" creationId="{1E3997CE-3D54-7031-3253-967432BCE24F}"/>
          </ac:graphicFrameMkLst>
        </pc:graphicFrameChg>
      </pc:sldChg>
      <pc:sldChg chg="modSp add mod modTransition modNotesTx">
        <pc:chgData name="Simone Beets" userId="5adb261a4dd6137b" providerId="LiveId" clId="{737403A7-CBCD-479B-BA12-77557D72448E}" dt="2025-02-23T21:43:07.283" v="4926" actId="20577"/>
        <pc:sldMkLst>
          <pc:docMk/>
          <pc:sldMk cId="2679042903" sldId="338"/>
        </pc:sldMkLst>
        <pc:spChg chg="mod">
          <ac:chgData name="Simone Beets" userId="5adb261a4dd6137b" providerId="LiveId" clId="{737403A7-CBCD-479B-BA12-77557D72448E}" dt="2025-02-23T20:46:10.718" v="3386"/>
          <ac:spMkLst>
            <pc:docMk/>
            <pc:sldMk cId="2679042903" sldId="338"/>
            <ac:spMk id="6" creationId="{2577941B-E7D9-A019-2225-DC22A009EC08}"/>
          </ac:spMkLst>
        </pc:spChg>
        <pc:graphicFrameChg chg="mod">
          <ac:chgData name="Simone Beets" userId="5adb261a4dd6137b" providerId="LiveId" clId="{737403A7-CBCD-479B-BA12-77557D72448E}" dt="2025-02-23T20:54:40.115" v="3661" actId="113"/>
          <ac:graphicFrameMkLst>
            <pc:docMk/>
            <pc:sldMk cId="2679042903" sldId="338"/>
            <ac:graphicFrameMk id="3" creationId="{20CD0E6E-C9A7-AAD5-CC56-19D91BD9EFF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3F60F1-31C5-4FBB-8783-FC5252601EE3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ZA"/>
        </a:p>
      </dgm:t>
    </dgm:pt>
    <dgm:pt modelId="{0BFC0406-1195-4145-A4C4-88E3A601933E}">
      <dgm:prSet phldrT="[Text]"/>
      <dgm:spPr/>
      <dgm:t>
        <a:bodyPr/>
        <a:lstStyle/>
        <a:p>
          <a:r>
            <a:rPr lang="en-ZA" dirty="0"/>
            <a:t>Why?</a:t>
          </a:r>
        </a:p>
      </dgm:t>
    </dgm:pt>
    <dgm:pt modelId="{368D27BB-19FE-43F7-9D08-6993014D7E26}" type="parTrans" cxnId="{B2B5DF10-CED7-4F3D-8289-13CA4A48D7EC}">
      <dgm:prSet/>
      <dgm:spPr/>
      <dgm:t>
        <a:bodyPr/>
        <a:lstStyle/>
        <a:p>
          <a:endParaRPr lang="en-ZA"/>
        </a:p>
      </dgm:t>
    </dgm:pt>
    <dgm:pt modelId="{C5BFEB9E-D7D1-4698-A9D3-C282885395AC}" type="sibTrans" cxnId="{B2B5DF10-CED7-4F3D-8289-13CA4A48D7EC}">
      <dgm:prSet/>
      <dgm:spPr/>
      <dgm:t>
        <a:bodyPr/>
        <a:lstStyle/>
        <a:p>
          <a:endParaRPr lang="en-ZA"/>
        </a:p>
      </dgm:t>
    </dgm:pt>
    <dgm:pt modelId="{B307FDD9-8893-43AC-AC4C-8B2EA8DCE41B}">
      <dgm:prSet phldrT="[Text]" custT="1"/>
      <dgm:spPr/>
      <dgm:t>
        <a:bodyPr/>
        <a:lstStyle/>
        <a:p>
          <a:r>
            <a:rPr lang="en-ZA" sz="1200" dirty="0"/>
            <a:t>Encapsulation &amp; data hiding</a:t>
          </a:r>
        </a:p>
      </dgm:t>
    </dgm:pt>
    <dgm:pt modelId="{7AC3B208-329E-4AB0-81B6-D2111F2F9B3F}" type="parTrans" cxnId="{5D314B97-2BBA-4EF2-8AE3-B1C74531FB70}">
      <dgm:prSet/>
      <dgm:spPr/>
      <dgm:t>
        <a:bodyPr/>
        <a:lstStyle/>
        <a:p>
          <a:endParaRPr lang="en-ZA"/>
        </a:p>
      </dgm:t>
    </dgm:pt>
    <dgm:pt modelId="{CCFFF0E6-0455-4910-BBE0-2FCDAD0E6CF7}" type="sibTrans" cxnId="{5D314B97-2BBA-4EF2-8AE3-B1C74531FB70}">
      <dgm:prSet/>
      <dgm:spPr/>
      <dgm:t>
        <a:bodyPr/>
        <a:lstStyle/>
        <a:p>
          <a:endParaRPr lang="en-ZA"/>
        </a:p>
      </dgm:t>
    </dgm:pt>
    <dgm:pt modelId="{512289D8-CA15-49B9-AE5F-8BDBBCDF13E4}">
      <dgm:prSet phldrT="[Text]" custT="1"/>
      <dgm:spPr/>
      <dgm:t>
        <a:bodyPr/>
        <a:lstStyle/>
        <a:p>
          <a:r>
            <a:rPr lang="en-ZA" sz="1200" dirty="0"/>
            <a:t>Minimising dependencies</a:t>
          </a:r>
        </a:p>
      </dgm:t>
    </dgm:pt>
    <dgm:pt modelId="{D8E39A89-08E6-4FF4-9A9A-A481C6D81450}" type="parTrans" cxnId="{1E23DE67-AAA9-4B6B-BF01-AD79FC936C05}">
      <dgm:prSet/>
      <dgm:spPr/>
      <dgm:t>
        <a:bodyPr/>
        <a:lstStyle/>
        <a:p>
          <a:endParaRPr lang="en-ZA"/>
        </a:p>
      </dgm:t>
    </dgm:pt>
    <dgm:pt modelId="{B51A57F5-AD15-46A7-A139-198528A04040}" type="sibTrans" cxnId="{1E23DE67-AAA9-4B6B-BF01-AD79FC936C05}">
      <dgm:prSet/>
      <dgm:spPr/>
      <dgm:t>
        <a:bodyPr/>
        <a:lstStyle/>
        <a:p>
          <a:endParaRPr lang="en-ZA"/>
        </a:p>
      </dgm:t>
    </dgm:pt>
    <dgm:pt modelId="{3951B11B-376A-4F13-991F-68D27CF57AF8}">
      <dgm:prSet phldrT="[Text]" custT="1"/>
      <dgm:spPr/>
      <dgm:t>
        <a:bodyPr/>
        <a:lstStyle/>
        <a:p>
          <a:r>
            <a:rPr lang="en-ZA" sz="1200" dirty="0"/>
            <a:t>Improved maintainability</a:t>
          </a:r>
        </a:p>
      </dgm:t>
    </dgm:pt>
    <dgm:pt modelId="{39952E82-364C-4767-8983-7C0027D57C9E}" type="parTrans" cxnId="{14CE2A60-DA60-4065-AFBA-D184B6488D14}">
      <dgm:prSet/>
      <dgm:spPr/>
      <dgm:t>
        <a:bodyPr/>
        <a:lstStyle/>
        <a:p>
          <a:endParaRPr lang="en-ZA"/>
        </a:p>
      </dgm:t>
    </dgm:pt>
    <dgm:pt modelId="{F7D125CA-513D-4465-85A5-1BDE8EC1FFC0}" type="sibTrans" cxnId="{14CE2A60-DA60-4065-AFBA-D184B6488D14}">
      <dgm:prSet/>
      <dgm:spPr/>
      <dgm:t>
        <a:bodyPr/>
        <a:lstStyle/>
        <a:p>
          <a:endParaRPr lang="en-ZA"/>
        </a:p>
      </dgm:t>
    </dgm:pt>
    <dgm:pt modelId="{AF0280BF-B33A-469A-B8F7-A6BA40D7E1B7}">
      <dgm:prSet phldrT="[Text]" custT="1"/>
      <dgm:spPr/>
      <dgm:t>
        <a:bodyPr/>
        <a:lstStyle/>
        <a:p>
          <a:r>
            <a:rPr lang="en-ZA" sz="1600" dirty="0"/>
            <a:t>Better control over API design</a:t>
          </a:r>
        </a:p>
      </dgm:t>
    </dgm:pt>
    <dgm:pt modelId="{72E0EE3C-0171-4406-99A0-A36DF5AC8840}" type="parTrans" cxnId="{68AF1D91-EB01-4F86-85FB-4BCCA8F43ED1}">
      <dgm:prSet/>
      <dgm:spPr/>
      <dgm:t>
        <a:bodyPr/>
        <a:lstStyle/>
        <a:p>
          <a:endParaRPr lang="en-ZA"/>
        </a:p>
      </dgm:t>
    </dgm:pt>
    <dgm:pt modelId="{777529C3-633E-4E3F-B7BF-E1B27DD13014}" type="sibTrans" cxnId="{68AF1D91-EB01-4F86-85FB-4BCCA8F43ED1}">
      <dgm:prSet/>
      <dgm:spPr/>
      <dgm:t>
        <a:bodyPr/>
        <a:lstStyle/>
        <a:p>
          <a:endParaRPr lang="en-ZA"/>
        </a:p>
      </dgm:t>
    </dgm:pt>
    <dgm:pt modelId="{FCEF8728-5062-467B-8FD6-88A8E34194D5}">
      <dgm:prSet phldrT="[Text]" custT="1"/>
      <dgm:spPr/>
      <dgm:t>
        <a:bodyPr/>
        <a:lstStyle/>
        <a:p>
          <a:r>
            <a:rPr lang="en-ZA" sz="1600" dirty="0"/>
            <a:t>Prevention of unintended usage</a:t>
          </a:r>
        </a:p>
      </dgm:t>
    </dgm:pt>
    <dgm:pt modelId="{8350E7A7-548E-4C98-A10C-EB1B3F17ED94}" type="parTrans" cxnId="{9AE602C2-B882-4DA1-8CFE-76BFC696AA5E}">
      <dgm:prSet/>
      <dgm:spPr/>
      <dgm:t>
        <a:bodyPr/>
        <a:lstStyle/>
        <a:p>
          <a:endParaRPr lang="en-ZA"/>
        </a:p>
      </dgm:t>
    </dgm:pt>
    <dgm:pt modelId="{0AED79E8-F27D-4B54-B231-D4E792CF7A9E}" type="sibTrans" cxnId="{9AE602C2-B882-4DA1-8CFE-76BFC696AA5E}">
      <dgm:prSet/>
      <dgm:spPr/>
      <dgm:t>
        <a:bodyPr/>
        <a:lstStyle/>
        <a:p>
          <a:endParaRPr lang="en-ZA"/>
        </a:p>
      </dgm:t>
    </dgm:pt>
    <dgm:pt modelId="{8D09B4DD-EB57-460A-A037-208845AA42E0}">
      <dgm:prSet phldrT="[Text]" custT="1"/>
      <dgm:spPr/>
      <dgm:t>
        <a:bodyPr/>
        <a:lstStyle/>
        <a:p>
          <a:r>
            <a:rPr lang="en-ZA" sz="2000" dirty="0"/>
            <a:t>Security</a:t>
          </a:r>
        </a:p>
      </dgm:t>
    </dgm:pt>
    <dgm:pt modelId="{D751CC19-B672-40C4-92F9-F80F10F3D3E6}" type="parTrans" cxnId="{A39FB42A-EB45-4635-AA5F-911A7529DCAE}">
      <dgm:prSet/>
      <dgm:spPr/>
      <dgm:t>
        <a:bodyPr/>
        <a:lstStyle/>
        <a:p>
          <a:endParaRPr lang="en-ZA"/>
        </a:p>
      </dgm:t>
    </dgm:pt>
    <dgm:pt modelId="{32E62F3D-236F-418C-9F08-73DE7D80FA12}" type="sibTrans" cxnId="{A39FB42A-EB45-4635-AA5F-911A7529DCAE}">
      <dgm:prSet/>
      <dgm:spPr/>
      <dgm:t>
        <a:bodyPr/>
        <a:lstStyle/>
        <a:p>
          <a:endParaRPr lang="en-ZA"/>
        </a:p>
      </dgm:t>
    </dgm:pt>
    <dgm:pt modelId="{96B3D0C6-7CF4-45FB-B608-03BA680A41B1}" type="pres">
      <dgm:prSet presAssocID="{423F60F1-31C5-4FBB-8783-FC5252601EE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FB6B5E80-789F-40A0-964D-5D57F5B4244F}" type="pres">
      <dgm:prSet presAssocID="{0BFC0406-1195-4145-A4C4-88E3A601933E}" presName="Parent" presStyleLbl="node0" presStyleIdx="0" presStyleCnt="1">
        <dgm:presLayoutVars>
          <dgm:chMax val="6"/>
          <dgm:chPref val="6"/>
        </dgm:presLayoutVars>
      </dgm:prSet>
      <dgm:spPr/>
    </dgm:pt>
    <dgm:pt modelId="{4B59A9F0-BF90-43E6-8989-2F48033ED992}" type="pres">
      <dgm:prSet presAssocID="{B307FDD9-8893-43AC-AC4C-8B2EA8DCE41B}" presName="Accent1" presStyleCnt="0"/>
      <dgm:spPr/>
    </dgm:pt>
    <dgm:pt modelId="{BC941F62-B947-447E-9BC7-C9BF28CD4605}" type="pres">
      <dgm:prSet presAssocID="{B307FDD9-8893-43AC-AC4C-8B2EA8DCE41B}" presName="Accent" presStyleLbl="bgShp" presStyleIdx="0" presStyleCnt="6"/>
      <dgm:spPr/>
    </dgm:pt>
    <dgm:pt modelId="{BC720C93-8919-40F4-8657-B3C989C29FEE}" type="pres">
      <dgm:prSet presAssocID="{B307FDD9-8893-43AC-AC4C-8B2EA8DCE41B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A2FB2785-A701-44B1-B690-F6FB5F66C65B}" type="pres">
      <dgm:prSet presAssocID="{512289D8-CA15-49B9-AE5F-8BDBBCDF13E4}" presName="Accent2" presStyleCnt="0"/>
      <dgm:spPr/>
    </dgm:pt>
    <dgm:pt modelId="{3EFD42DD-FF14-45F5-B75E-465390FF37DC}" type="pres">
      <dgm:prSet presAssocID="{512289D8-CA15-49B9-AE5F-8BDBBCDF13E4}" presName="Accent" presStyleLbl="bgShp" presStyleIdx="1" presStyleCnt="6"/>
      <dgm:spPr/>
    </dgm:pt>
    <dgm:pt modelId="{0804EEC5-DE44-41A9-A37D-A296086229AF}" type="pres">
      <dgm:prSet presAssocID="{512289D8-CA15-49B9-AE5F-8BDBBCDF13E4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FA2AA01-9E3A-4A24-9A94-CB2204D14A33}" type="pres">
      <dgm:prSet presAssocID="{3951B11B-376A-4F13-991F-68D27CF57AF8}" presName="Accent3" presStyleCnt="0"/>
      <dgm:spPr/>
    </dgm:pt>
    <dgm:pt modelId="{084C9CB8-0BCF-4622-8289-20817479A94B}" type="pres">
      <dgm:prSet presAssocID="{3951B11B-376A-4F13-991F-68D27CF57AF8}" presName="Accent" presStyleLbl="bgShp" presStyleIdx="2" presStyleCnt="6"/>
      <dgm:spPr/>
    </dgm:pt>
    <dgm:pt modelId="{70AFCBD1-788A-4944-B5F9-4B4D71625DF0}" type="pres">
      <dgm:prSet presAssocID="{3951B11B-376A-4F13-991F-68D27CF57AF8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055537FC-B4C7-4ED4-86A4-C025CC887B8F}" type="pres">
      <dgm:prSet presAssocID="{AF0280BF-B33A-469A-B8F7-A6BA40D7E1B7}" presName="Accent4" presStyleCnt="0"/>
      <dgm:spPr/>
    </dgm:pt>
    <dgm:pt modelId="{49EB901F-CEAF-4924-81EC-3E57328477C7}" type="pres">
      <dgm:prSet presAssocID="{AF0280BF-B33A-469A-B8F7-A6BA40D7E1B7}" presName="Accent" presStyleLbl="bgShp" presStyleIdx="3" presStyleCnt="6"/>
      <dgm:spPr/>
    </dgm:pt>
    <dgm:pt modelId="{B52B5A32-3BD7-47CE-BD7E-41F4987D072D}" type="pres">
      <dgm:prSet presAssocID="{AF0280BF-B33A-469A-B8F7-A6BA40D7E1B7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F8105C1-C87C-4E04-96D1-F3D5DE8384B8}" type="pres">
      <dgm:prSet presAssocID="{FCEF8728-5062-467B-8FD6-88A8E34194D5}" presName="Accent5" presStyleCnt="0"/>
      <dgm:spPr/>
    </dgm:pt>
    <dgm:pt modelId="{A3D40480-02F5-4B1B-80A2-541A4A3A881B}" type="pres">
      <dgm:prSet presAssocID="{FCEF8728-5062-467B-8FD6-88A8E34194D5}" presName="Accent" presStyleLbl="bgShp" presStyleIdx="4" presStyleCnt="6"/>
      <dgm:spPr/>
    </dgm:pt>
    <dgm:pt modelId="{001028E6-826D-4916-A89E-22D4B290D3BB}" type="pres">
      <dgm:prSet presAssocID="{FCEF8728-5062-467B-8FD6-88A8E34194D5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948CBC52-41F9-4A88-9E12-FD7B1A292F70}" type="pres">
      <dgm:prSet presAssocID="{8D09B4DD-EB57-460A-A037-208845AA42E0}" presName="Accent6" presStyleCnt="0"/>
      <dgm:spPr/>
    </dgm:pt>
    <dgm:pt modelId="{9E35CB06-0CFA-4272-B4AB-84AE25B1DC9B}" type="pres">
      <dgm:prSet presAssocID="{8D09B4DD-EB57-460A-A037-208845AA42E0}" presName="Accent" presStyleLbl="bgShp" presStyleIdx="5" presStyleCnt="6"/>
      <dgm:spPr/>
    </dgm:pt>
    <dgm:pt modelId="{BAA9AD75-9055-4694-882E-C1F728BEEC57}" type="pres">
      <dgm:prSet presAssocID="{8D09B4DD-EB57-460A-A037-208845AA42E0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2B5DF10-CED7-4F3D-8289-13CA4A48D7EC}" srcId="{423F60F1-31C5-4FBB-8783-FC5252601EE3}" destId="{0BFC0406-1195-4145-A4C4-88E3A601933E}" srcOrd="0" destOrd="0" parTransId="{368D27BB-19FE-43F7-9D08-6993014D7E26}" sibTransId="{C5BFEB9E-D7D1-4698-A9D3-C282885395AC}"/>
    <dgm:cxn modelId="{90FB6418-C536-4917-9933-2BFE081BD827}" type="presOf" srcId="{8D09B4DD-EB57-460A-A037-208845AA42E0}" destId="{BAA9AD75-9055-4694-882E-C1F728BEEC57}" srcOrd="0" destOrd="0" presId="urn:microsoft.com/office/officeart/2011/layout/HexagonRadial"/>
    <dgm:cxn modelId="{A39FB42A-EB45-4635-AA5F-911A7529DCAE}" srcId="{0BFC0406-1195-4145-A4C4-88E3A601933E}" destId="{8D09B4DD-EB57-460A-A037-208845AA42E0}" srcOrd="5" destOrd="0" parTransId="{D751CC19-B672-40C4-92F9-F80F10F3D3E6}" sibTransId="{32E62F3D-236F-418C-9F08-73DE7D80FA12}"/>
    <dgm:cxn modelId="{B08A893C-2C96-47A5-8042-7321A29BFEAD}" type="presOf" srcId="{AF0280BF-B33A-469A-B8F7-A6BA40D7E1B7}" destId="{B52B5A32-3BD7-47CE-BD7E-41F4987D072D}" srcOrd="0" destOrd="0" presId="urn:microsoft.com/office/officeart/2011/layout/HexagonRadial"/>
    <dgm:cxn modelId="{14CE2A60-DA60-4065-AFBA-D184B6488D14}" srcId="{0BFC0406-1195-4145-A4C4-88E3A601933E}" destId="{3951B11B-376A-4F13-991F-68D27CF57AF8}" srcOrd="2" destOrd="0" parTransId="{39952E82-364C-4767-8983-7C0027D57C9E}" sibTransId="{F7D125CA-513D-4465-85A5-1BDE8EC1FFC0}"/>
    <dgm:cxn modelId="{1E23DE67-AAA9-4B6B-BF01-AD79FC936C05}" srcId="{0BFC0406-1195-4145-A4C4-88E3A601933E}" destId="{512289D8-CA15-49B9-AE5F-8BDBBCDF13E4}" srcOrd="1" destOrd="0" parTransId="{D8E39A89-08E6-4FF4-9A9A-A481C6D81450}" sibTransId="{B51A57F5-AD15-46A7-A139-198528A04040}"/>
    <dgm:cxn modelId="{D1FA8F48-3222-4019-A3FD-34E07C4986E3}" type="presOf" srcId="{FCEF8728-5062-467B-8FD6-88A8E34194D5}" destId="{001028E6-826D-4916-A89E-22D4B290D3BB}" srcOrd="0" destOrd="0" presId="urn:microsoft.com/office/officeart/2011/layout/HexagonRadial"/>
    <dgm:cxn modelId="{9F44B87B-E5CF-4BCF-A393-4C4F8ACAFF19}" type="presOf" srcId="{0BFC0406-1195-4145-A4C4-88E3A601933E}" destId="{FB6B5E80-789F-40A0-964D-5D57F5B4244F}" srcOrd="0" destOrd="0" presId="urn:microsoft.com/office/officeart/2011/layout/HexagonRadial"/>
    <dgm:cxn modelId="{68AF1D91-EB01-4F86-85FB-4BCCA8F43ED1}" srcId="{0BFC0406-1195-4145-A4C4-88E3A601933E}" destId="{AF0280BF-B33A-469A-B8F7-A6BA40D7E1B7}" srcOrd="3" destOrd="0" parTransId="{72E0EE3C-0171-4406-99A0-A36DF5AC8840}" sibTransId="{777529C3-633E-4E3F-B7BF-E1B27DD13014}"/>
    <dgm:cxn modelId="{5D314B97-2BBA-4EF2-8AE3-B1C74531FB70}" srcId="{0BFC0406-1195-4145-A4C4-88E3A601933E}" destId="{B307FDD9-8893-43AC-AC4C-8B2EA8DCE41B}" srcOrd="0" destOrd="0" parTransId="{7AC3B208-329E-4AB0-81B6-D2111F2F9B3F}" sibTransId="{CCFFF0E6-0455-4910-BBE0-2FCDAD0E6CF7}"/>
    <dgm:cxn modelId="{2ABD0E9A-30D8-4543-A27B-3FB2270BB93F}" type="presOf" srcId="{512289D8-CA15-49B9-AE5F-8BDBBCDF13E4}" destId="{0804EEC5-DE44-41A9-A37D-A296086229AF}" srcOrd="0" destOrd="0" presId="urn:microsoft.com/office/officeart/2011/layout/HexagonRadial"/>
    <dgm:cxn modelId="{3F8A05B9-8B15-498F-A071-0F6203513D41}" type="presOf" srcId="{423F60F1-31C5-4FBB-8783-FC5252601EE3}" destId="{96B3D0C6-7CF4-45FB-B608-03BA680A41B1}" srcOrd="0" destOrd="0" presId="urn:microsoft.com/office/officeart/2011/layout/HexagonRadial"/>
    <dgm:cxn modelId="{9AE602C2-B882-4DA1-8CFE-76BFC696AA5E}" srcId="{0BFC0406-1195-4145-A4C4-88E3A601933E}" destId="{FCEF8728-5062-467B-8FD6-88A8E34194D5}" srcOrd="4" destOrd="0" parTransId="{8350E7A7-548E-4C98-A10C-EB1B3F17ED94}" sibTransId="{0AED79E8-F27D-4B54-B231-D4E792CF7A9E}"/>
    <dgm:cxn modelId="{3C927EDD-0D36-4B37-BC44-FFE0043BB2EB}" type="presOf" srcId="{B307FDD9-8893-43AC-AC4C-8B2EA8DCE41B}" destId="{BC720C93-8919-40F4-8657-B3C989C29FEE}" srcOrd="0" destOrd="0" presId="urn:microsoft.com/office/officeart/2011/layout/HexagonRadial"/>
    <dgm:cxn modelId="{F87132F9-F51B-4600-BD2C-1F8ADEF1D220}" type="presOf" srcId="{3951B11B-376A-4F13-991F-68D27CF57AF8}" destId="{70AFCBD1-788A-4944-B5F9-4B4D71625DF0}" srcOrd="0" destOrd="0" presId="urn:microsoft.com/office/officeart/2011/layout/HexagonRadial"/>
    <dgm:cxn modelId="{ABE617DF-298A-40A8-B11A-D3648FD0CBA4}" type="presParOf" srcId="{96B3D0C6-7CF4-45FB-B608-03BA680A41B1}" destId="{FB6B5E80-789F-40A0-964D-5D57F5B4244F}" srcOrd="0" destOrd="0" presId="urn:microsoft.com/office/officeart/2011/layout/HexagonRadial"/>
    <dgm:cxn modelId="{A74779E3-32C3-47DE-9309-BB7DC2AEABB1}" type="presParOf" srcId="{96B3D0C6-7CF4-45FB-B608-03BA680A41B1}" destId="{4B59A9F0-BF90-43E6-8989-2F48033ED992}" srcOrd="1" destOrd="0" presId="urn:microsoft.com/office/officeart/2011/layout/HexagonRadial"/>
    <dgm:cxn modelId="{B6CA9E6F-90CE-4AFB-A7BB-C5E52C2B3837}" type="presParOf" srcId="{4B59A9F0-BF90-43E6-8989-2F48033ED992}" destId="{BC941F62-B947-447E-9BC7-C9BF28CD4605}" srcOrd="0" destOrd="0" presId="urn:microsoft.com/office/officeart/2011/layout/HexagonRadial"/>
    <dgm:cxn modelId="{4E32D121-E552-47AD-94A8-8F1E20CDEA98}" type="presParOf" srcId="{96B3D0C6-7CF4-45FB-B608-03BA680A41B1}" destId="{BC720C93-8919-40F4-8657-B3C989C29FEE}" srcOrd="2" destOrd="0" presId="urn:microsoft.com/office/officeart/2011/layout/HexagonRadial"/>
    <dgm:cxn modelId="{60E3D58F-F7B7-4232-BF1C-F09971B42B69}" type="presParOf" srcId="{96B3D0C6-7CF4-45FB-B608-03BA680A41B1}" destId="{A2FB2785-A701-44B1-B690-F6FB5F66C65B}" srcOrd="3" destOrd="0" presId="urn:microsoft.com/office/officeart/2011/layout/HexagonRadial"/>
    <dgm:cxn modelId="{F0DA85CD-C207-4667-8BCF-BFEE48DB5ED9}" type="presParOf" srcId="{A2FB2785-A701-44B1-B690-F6FB5F66C65B}" destId="{3EFD42DD-FF14-45F5-B75E-465390FF37DC}" srcOrd="0" destOrd="0" presId="urn:microsoft.com/office/officeart/2011/layout/HexagonRadial"/>
    <dgm:cxn modelId="{4585259D-0DEA-4BCB-BDE3-3B869C33DB22}" type="presParOf" srcId="{96B3D0C6-7CF4-45FB-B608-03BA680A41B1}" destId="{0804EEC5-DE44-41A9-A37D-A296086229AF}" srcOrd="4" destOrd="0" presId="urn:microsoft.com/office/officeart/2011/layout/HexagonRadial"/>
    <dgm:cxn modelId="{4D732F09-965C-4131-8F1F-74DCA9BFFA7A}" type="presParOf" srcId="{96B3D0C6-7CF4-45FB-B608-03BA680A41B1}" destId="{FFA2AA01-9E3A-4A24-9A94-CB2204D14A33}" srcOrd="5" destOrd="0" presId="urn:microsoft.com/office/officeart/2011/layout/HexagonRadial"/>
    <dgm:cxn modelId="{C2B8B4AE-898C-4D92-A484-214D05AA0F64}" type="presParOf" srcId="{FFA2AA01-9E3A-4A24-9A94-CB2204D14A33}" destId="{084C9CB8-0BCF-4622-8289-20817479A94B}" srcOrd="0" destOrd="0" presId="urn:microsoft.com/office/officeart/2011/layout/HexagonRadial"/>
    <dgm:cxn modelId="{FC08C761-7E48-4BE1-81E9-3C4D7FD5A341}" type="presParOf" srcId="{96B3D0C6-7CF4-45FB-B608-03BA680A41B1}" destId="{70AFCBD1-788A-4944-B5F9-4B4D71625DF0}" srcOrd="6" destOrd="0" presId="urn:microsoft.com/office/officeart/2011/layout/HexagonRadial"/>
    <dgm:cxn modelId="{AB59AD20-8536-4DE3-AE84-847894D0C049}" type="presParOf" srcId="{96B3D0C6-7CF4-45FB-B608-03BA680A41B1}" destId="{055537FC-B4C7-4ED4-86A4-C025CC887B8F}" srcOrd="7" destOrd="0" presId="urn:microsoft.com/office/officeart/2011/layout/HexagonRadial"/>
    <dgm:cxn modelId="{8B988DA0-5B92-42E0-9464-2B4B7B315FB9}" type="presParOf" srcId="{055537FC-B4C7-4ED4-86A4-C025CC887B8F}" destId="{49EB901F-CEAF-4924-81EC-3E57328477C7}" srcOrd="0" destOrd="0" presId="urn:microsoft.com/office/officeart/2011/layout/HexagonRadial"/>
    <dgm:cxn modelId="{6127B75C-18A3-4695-A28A-65FC471D24C8}" type="presParOf" srcId="{96B3D0C6-7CF4-45FB-B608-03BA680A41B1}" destId="{B52B5A32-3BD7-47CE-BD7E-41F4987D072D}" srcOrd="8" destOrd="0" presId="urn:microsoft.com/office/officeart/2011/layout/HexagonRadial"/>
    <dgm:cxn modelId="{C8716C0D-9178-4206-B5F3-16ECF5DF782C}" type="presParOf" srcId="{96B3D0C6-7CF4-45FB-B608-03BA680A41B1}" destId="{EF8105C1-C87C-4E04-96D1-F3D5DE8384B8}" srcOrd="9" destOrd="0" presId="urn:microsoft.com/office/officeart/2011/layout/HexagonRadial"/>
    <dgm:cxn modelId="{83A6C13D-B306-4137-9ECE-D06C062FF795}" type="presParOf" srcId="{EF8105C1-C87C-4E04-96D1-F3D5DE8384B8}" destId="{A3D40480-02F5-4B1B-80A2-541A4A3A881B}" srcOrd="0" destOrd="0" presId="urn:microsoft.com/office/officeart/2011/layout/HexagonRadial"/>
    <dgm:cxn modelId="{B9244ECF-CAA8-4D2C-AEBF-A4660AC8833C}" type="presParOf" srcId="{96B3D0C6-7CF4-45FB-B608-03BA680A41B1}" destId="{001028E6-826D-4916-A89E-22D4B290D3BB}" srcOrd="10" destOrd="0" presId="urn:microsoft.com/office/officeart/2011/layout/HexagonRadial"/>
    <dgm:cxn modelId="{A30F548D-7E2D-4CC9-994C-C9F01A63FFA6}" type="presParOf" srcId="{96B3D0C6-7CF4-45FB-B608-03BA680A41B1}" destId="{948CBC52-41F9-4A88-9E12-FD7B1A292F70}" srcOrd="11" destOrd="0" presId="urn:microsoft.com/office/officeart/2011/layout/HexagonRadial"/>
    <dgm:cxn modelId="{799C29A8-7264-4BD1-AFED-61518BAB3F5C}" type="presParOf" srcId="{948CBC52-41F9-4A88-9E12-FD7B1A292F70}" destId="{9E35CB06-0CFA-4272-B4AB-84AE25B1DC9B}" srcOrd="0" destOrd="0" presId="urn:microsoft.com/office/officeart/2011/layout/HexagonRadial"/>
    <dgm:cxn modelId="{91A3866F-9D3A-47B3-8167-D822A16459DB}" type="presParOf" srcId="{96B3D0C6-7CF4-45FB-B608-03BA680A41B1}" destId="{BAA9AD75-9055-4694-882E-C1F728BEEC57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52C4D7-ADE6-4A5E-A245-ABF5CB9DC686}" type="doc">
      <dgm:prSet loTypeId="urn:microsoft.com/office/officeart/2005/8/layout/radial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ZA"/>
        </a:p>
      </dgm:t>
    </dgm:pt>
    <dgm:pt modelId="{3645E9F2-A712-4C58-A891-F6C40E14C259}">
      <dgm:prSet phldrT="[Text]"/>
      <dgm:spPr/>
      <dgm:t>
        <a:bodyPr/>
        <a:lstStyle/>
        <a:p>
          <a:r>
            <a:rPr lang="en-ZA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gm:t>
    </dgm:pt>
    <dgm:pt modelId="{63E1EACC-EB42-4424-B9CE-0E6B09DC010B}" type="parTrans" cxnId="{C20BF74E-41A3-4D23-AC79-658141E775DA}">
      <dgm:prSet/>
      <dgm:spPr/>
      <dgm:t>
        <a:bodyPr/>
        <a:lstStyle/>
        <a:p>
          <a:endParaRPr lang="en-ZA"/>
        </a:p>
      </dgm:t>
    </dgm:pt>
    <dgm:pt modelId="{56C891A4-AB5D-4325-8804-28CEF7220D27}" type="sibTrans" cxnId="{C20BF74E-41A3-4D23-AC79-658141E775DA}">
      <dgm:prSet/>
      <dgm:spPr/>
      <dgm:t>
        <a:bodyPr/>
        <a:lstStyle/>
        <a:p>
          <a:endParaRPr lang="en-ZA"/>
        </a:p>
      </dgm:t>
    </dgm:pt>
    <dgm:pt modelId="{7C314680-5E23-4EB2-BE1B-D6C945406468}">
      <dgm:prSet phldrT="[Text]"/>
      <dgm:spPr/>
      <dgm:t>
        <a:bodyPr/>
        <a:lstStyle/>
        <a:p>
          <a:r>
            <a:rPr lang="en-ZA" b="1"/>
            <a:t>Abstract </a:t>
          </a:r>
          <a:r>
            <a:rPr lang="en-ZA" b="1" dirty="0"/>
            <a:t>class</a:t>
          </a:r>
        </a:p>
      </dgm:t>
    </dgm:pt>
    <dgm:pt modelId="{1033BC1B-CDFB-4FEC-B98B-420D60CC5889}" type="parTrans" cxnId="{68D4C837-C131-464E-A7EF-BFE5916973CA}">
      <dgm:prSet/>
      <dgm:spPr/>
      <dgm:t>
        <a:bodyPr/>
        <a:lstStyle/>
        <a:p>
          <a:endParaRPr lang="en-ZA"/>
        </a:p>
      </dgm:t>
    </dgm:pt>
    <dgm:pt modelId="{2869EC04-545C-47F8-8616-40BF4EC5FD57}" type="sibTrans" cxnId="{68D4C837-C131-464E-A7EF-BFE5916973CA}">
      <dgm:prSet/>
      <dgm:spPr/>
      <dgm:t>
        <a:bodyPr/>
        <a:lstStyle/>
        <a:p>
          <a:endParaRPr lang="en-ZA"/>
        </a:p>
      </dgm:t>
    </dgm:pt>
    <dgm:pt modelId="{308F6583-BBDA-405B-BF1A-6880B5E3B300}">
      <dgm:prSet phldrT="[Text]"/>
      <dgm:spPr/>
      <dgm:t>
        <a:bodyPr/>
        <a:lstStyle/>
        <a:p>
          <a:r>
            <a:rPr lang="en-ZA" dirty="0"/>
            <a:t>Interface</a:t>
          </a:r>
        </a:p>
      </dgm:t>
    </dgm:pt>
    <dgm:pt modelId="{A4FF98D8-C167-4A6F-9902-A47F8B90DCED}" type="sibTrans" cxnId="{FEA1E92E-E5C3-4CD8-941E-2B656FA0C09D}">
      <dgm:prSet/>
      <dgm:spPr/>
      <dgm:t>
        <a:bodyPr/>
        <a:lstStyle/>
        <a:p>
          <a:endParaRPr lang="en-ZA"/>
        </a:p>
      </dgm:t>
    </dgm:pt>
    <dgm:pt modelId="{5CFB161C-5369-4F0D-8ED1-C7D2A1BEF7C7}" type="parTrans" cxnId="{FEA1E92E-E5C3-4CD8-941E-2B656FA0C09D}">
      <dgm:prSet/>
      <dgm:spPr/>
      <dgm:t>
        <a:bodyPr/>
        <a:lstStyle/>
        <a:p>
          <a:endParaRPr lang="en-ZA"/>
        </a:p>
      </dgm:t>
    </dgm:pt>
    <dgm:pt modelId="{2FAEBC24-222D-4B35-8746-D84E69C814C4}">
      <dgm:prSet phldrT="[Text]"/>
      <dgm:spPr/>
      <dgm:t>
        <a:bodyPr/>
        <a:lstStyle/>
        <a:p>
          <a:r>
            <a:rPr lang="en-ZA" dirty="0"/>
            <a:t>Inner classes</a:t>
          </a:r>
        </a:p>
      </dgm:t>
    </dgm:pt>
    <dgm:pt modelId="{7B973FE4-C444-46F7-BFAB-E7051BF75B3E}" type="sibTrans" cxnId="{6AAFF633-E309-4676-B382-F32747F7A62D}">
      <dgm:prSet/>
      <dgm:spPr/>
      <dgm:t>
        <a:bodyPr/>
        <a:lstStyle/>
        <a:p>
          <a:endParaRPr lang="en-ZA"/>
        </a:p>
      </dgm:t>
    </dgm:pt>
    <dgm:pt modelId="{2F8AD339-7A8B-4F71-8143-3F268FF34735}" type="parTrans" cxnId="{6AAFF633-E309-4676-B382-F32747F7A62D}">
      <dgm:prSet/>
      <dgm:spPr/>
      <dgm:t>
        <a:bodyPr/>
        <a:lstStyle/>
        <a:p>
          <a:endParaRPr lang="en-ZA"/>
        </a:p>
      </dgm:t>
    </dgm:pt>
    <dgm:pt modelId="{5DEA1B94-88F2-4E06-A1A4-7C5E4F8126E9}">
      <dgm:prSet phldrT="[Text]"/>
      <dgm:spPr/>
      <dgm:t>
        <a:bodyPr/>
        <a:lstStyle/>
        <a:p>
          <a:r>
            <a:rPr lang="en-ZA" dirty="0"/>
            <a:t>Static inner class</a:t>
          </a:r>
        </a:p>
      </dgm:t>
    </dgm:pt>
    <dgm:pt modelId="{48CC6D41-0FEB-43D5-8328-6D8AF3B3242F}" type="sibTrans" cxnId="{AA2D117B-B869-4FA3-88D0-03450616CC4C}">
      <dgm:prSet/>
      <dgm:spPr/>
      <dgm:t>
        <a:bodyPr/>
        <a:lstStyle/>
        <a:p>
          <a:endParaRPr lang="en-ZA"/>
        </a:p>
      </dgm:t>
    </dgm:pt>
    <dgm:pt modelId="{5847736A-F5B1-4509-9E77-DCBBDAA8F434}" type="parTrans" cxnId="{AA2D117B-B869-4FA3-88D0-03450616CC4C}">
      <dgm:prSet/>
      <dgm:spPr/>
      <dgm:t>
        <a:bodyPr/>
        <a:lstStyle/>
        <a:p>
          <a:endParaRPr lang="en-ZA"/>
        </a:p>
      </dgm:t>
    </dgm:pt>
    <dgm:pt modelId="{D68F53A8-A0C1-47B4-9ED0-755870146AA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ZA" dirty="0"/>
            <a:t>Anonymous class</a:t>
          </a:r>
        </a:p>
      </dgm:t>
    </dgm:pt>
    <dgm:pt modelId="{0B67AA94-D03A-4D99-8B6D-0AADE693CFB9}" type="sibTrans" cxnId="{D4EB562D-E6B2-4AD0-8015-33E7DD695B13}">
      <dgm:prSet/>
      <dgm:spPr/>
      <dgm:t>
        <a:bodyPr/>
        <a:lstStyle/>
        <a:p>
          <a:endParaRPr lang="en-ZA"/>
        </a:p>
      </dgm:t>
    </dgm:pt>
    <dgm:pt modelId="{A0E2016B-8C22-4F5D-9A67-7F5302796644}" type="parTrans" cxnId="{D4EB562D-E6B2-4AD0-8015-33E7DD695B1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ZA"/>
        </a:p>
      </dgm:t>
    </dgm:pt>
    <dgm:pt modelId="{E2CCBEA3-28A1-4496-BE12-697755DAEF64}" type="pres">
      <dgm:prSet presAssocID="{7F52C4D7-ADE6-4A5E-A245-ABF5CB9DC68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C10BBB-8504-45AB-A476-6A3EE4DF1A8F}" type="pres">
      <dgm:prSet presAssocID="{3645E9F2-A712-4C58-A891-F6C40E14C259}" presName="centerShape" presStyleLbl="node0" presStyleIdx="0" presStyleCnt="1"/>
      <dgm:spPr/>
    </dgm:pt>
    <dgm:pt modelId="{EE64D8AD-4307-4710-8599-7CF64ABC8949}" type="pres">
      <dgm:prSet presAssocID="{1033BC1B-CDFB-4FEC-B98B-420D60CC5889}" presName="parTrans" presStyleLbl="sibTrans2D1" presStyleIdx="0" presStyleCnt="5"/>
      <dgm:spPr/>
    </dgm:pt>
    <dgm:pt modelId="{02CEC15F-2E8E-4D77-B884-DBA50D732BD9}" type="pres">
      <dgm:prSet presAssocID="{1033BC1B-CDFB-4FEC-B98B-420D60CC5889}" presName="connectorText" presStyleLbl="sibTrans2D1" presStyleIdx="0" presStyleCnt="5"/>
      <dgm:spPr/>
    </dgm:pt>
    <dgm:pt modelId="{02BA924F-66FE-40A7-97CF-50453AF6E14B}" type="pres">
      <dgm:prSet presAssocID="{7C314680-5E23-4EB2-BE1B-D6C945406468}" presName="node" presStyleLbl="node1" presStyleIdx="0" presStyleCnt="5">
        <dgm:presLayoutVars>
          <dgm:bulletEnabled val="1"/>
        </dgm:presLayoutVars>
      </dgm:prSet>
      <dgm:spPr/>
    </dgm:pt>
    <dgm:pt modelId="{CD93B90A-013D-4A45-8678-6FB9234B336E}" type="pres">
      <dgm:prSet presAssocID="{5CFB161C-5369-4F0D-8ED1-C7D2A1BEF7C7}" presName="parTrans" presStyleLbl="sibTrans2D1" presStyleIdx="1" presStyleCnt="5"/>
      <dgm:spPr/>
    </dgm:pt>
    <dgm:pt modelId="{AD8A459A-3D7A-4D94-B649-2B5039199F92}" type="pres">
      <dgm:prSet presAssocID="{5CFB161C-5369-4F0D-8ED1-C7D2A1BEF7C7}" presName="connectorText" presStyleLbl="sibTrans2D1" presStyleIdx="1" presStyleCnt="5"/>
      <dgm:spPr/>
    </dgm:pt>
    <dgm:pt modelId="{9CF51613-A651-4B97-B01E-2422B0E1AEFA}" type="pres">
      <dgm:prSet presAssocID="{308F6583-BBDA-405B-BF1A-6880B5E3B300}" presName="node" presStyleLbl="node1" presStyleIdx="1" presStyleCnt="5">
        <dgm:presLayoutVars>
          <dgm:bulletEnabled val="1"/>
        </dgm:presLayoutVars>
      </dgm:prSet>
      <dgm:spPr/>
    </dgm:pt>
    <dgm:pt modelId="{05A94DFF-0487-4120-8F92-DC17453000DB}" type="pres">
      <dgm:prSet presAssocID="{2F8AD339-7A8B-4F71-8143-3F268FF34735}" presName="parTrans" presStyleLbl="sibTrans2D1" presStyleIdx="2" presStyleCnt="5"/>
      <dgm:spPr/>
    </dgm:pt>
    <dgm:pt modelId="{52CAD699-D61A-4FF0-AF04-8AC946158392}" type="pres">
      <dgm:prSet presAssocID="{2F8AD339-7A8B-4F71-8143-3F268FF34735}" presName="connectorText" presStyleLbl="sibTrans2D1" presStyleIdx="2" presStyleCnt="5"/>
      <dgm:spPr/>
    </dgm:pt>
    <dgm:pt modelId="{30D3CE37-EB5A-40CB-BEED-E1891C95C9F1}" type="pres">
      <dgm:prSet presAssocID="{2FAEBC24-222D-4B35-8746-D84E69C814C4}" presName="node" presStyleLbl="node1" presStyleIdx="2" presStyleCnt="5">
        <dgm:presLayoutVars>
          <dgm:bulletEnabled val="1"/>
        </dgm:presLayoutVars>
      </dgm:prSet>
      <dgm:spPr/>
    </dgm:pt>
    <dgm:pt modelId="{75B531F2-5F93-49D3-AE43-26E976D239BB}" type="pres">
      <dgm:prSet presAssocID="{5847736A-F5B1-4509-9E77-DCBBDAA8F434}" presName="parTrans" presStyleLbl="sibTrans2D1" presStyleIdx="3" presStyleCnt="5"/>
      <dgm:spPr/>
    </dgm:pt>
    <dgm:pt modelId="{B5B22334-E9EA-444A-8430-B79ABEA56A50}" type="pres">
      <dgm:prSet presAssocID="{5847736A-F5B1-4509-9E77-DCBBDAA8F434}" presName="connectorText" presStyleLbl="sibTrans2D1" presStyleIdx="3" presStyleCnt="5"/>
      <dgm:spPr/>
    </dgm:pt>
    <dgm:pt modelId="{45E98B5D-47CB-498A-A964-7A65884DB3BA}" type="pres">
      <dgm:prSet presAssocID="{5DEA1B94-88F2-4E06-A1A4-7C5E4F8126E9}" presName="node" presStyleLbl="node1" presStyleIdx="3" presStyleCnt="5">
        <dgm:presLayoutVars>
          <dgm:bulletEnabled val="1"/>
        </dgm:presLayoutVars>
      </dgm:prSet>
      <dgm:spPr/>
    </dgm:pt>
    <dgm:pt modelId="{D2A4EC3D-EAF6-43B4-A4EC-9B2AF4ED5DE5}" type="pres">
      <dgm:prSet presAssocID="{A0E2016B-8C22-4F5D-9A67-7F5302796644}" presName="parTrans" presStyleLbl="sibTrans2D1" presStyleIdx="4" presStyleCnt="5"/>
      <dgm:spPr/>
    </dgm:pt>
    <dgm:pt modelId="{6484FC23-0C7C-4F0E-BF5F-81A6253BE955}" type="pres">
      <dgm:prSet presAssocID="{A0E2016B-8C22-4F5D-9A67-7F5302796644}" presName="connectorText" presStyleLbl="sibTrans2D1" presStyleIdx="4" presStyleCnt="5"/>
      <dgm:spPr/>
    </dgm:pt>
    <dgm:pt modelId="{4E2FC945-FA89-46D8-B80E-77B5C70122A8}" type="pres">
      <dgm:prSet presAssocID="{D68F53A8-A0C1-47B4-9ED0-755870146AA3}" presName="node" presStyleLbl="node1" presStyleIdx="4" presStyleCnt="5">
        <dgm:presLayoutVars>
          <dgm:bulletEnabled val="1"/>
        </dgm:presLayoutVars>
      </dgm:prSet>
      <dgm:spPr/>
    </dgm:pt>
  </dgm:ptLst>
  <dgm:cxnLst>
    <dgm:cxn modelId="{4391791A-A288-4380-BB8A-58C174AA0D34}" type="presOf" srcId="{2FAEBC24-222D-4B35-8746-D84E69C814C4}" destId="{30D3CE37-EB5A-40CB-BEED-E1891C95C9F1}" srcOrd="0" destOrd="0" presId="urn:microsoft.com/office/officeart/2005/8/layout/radial5"/>
    <dgm:cxn modelId="{69871526-38C2-43C2-AB3B-0E1B3A56B03F}" type="presOf" srcId="{2F8AD339-7A8B-4F71-8143-3F268FF34735}" destId="{52CAD699-D61A-4FF0-AF04-8AC946158392}" srcOrd="1" destOrd="0" presId="urn:microsoft.com/office/officeart/2005/8/layout/radial5"/>
    <dgm:cxn modelId="{D4EB562D-E6B2-4AD0-8015-33E7DD695B13}" srcId="{3645E9F2-A712-4C58-A891-F6C40E14C259}" destId="{D68F53A8-A0C1-47B4-9ED0-755870146AA3}" srcOrd="4" destOrd="0" parTransId="{A0E2016B-8C22-4F5D-9A67-7F5302796644}" sibTransId="{0B67AA94-D03A-4D99-8B6D-0AADE693CFB9}"/>
    <dgm:cxn modelId="{FEA1E92E-E5C3-4CD8-941E-2B656FA0C09D}" srcId="{3645E9F2-A712-4C58-A891-F6C40E14C259}" destId="{308F6583-BBDA-405B-BF1A-6880B5E3B300}" srcOrd="1" destOrd="0" parTransId="{5CFB161C-5369-4F0D-8ED1-C7D2A1BEF7C7}" sibTransId="{A4FF98D8-C167-4A6F-9902-A47F8B90DCED}"/>
    <dgm:cxn modelId="{9530A832-68C6-4025-B109-AA9DA0F9BCB5}" type="presOf" srcId="{5DEA1B94-88F2-4E06-A1A4-7C5E4F8126E9}" destId="{45E98B5D-47CB-498A-A964-7A65884DB3BA}" srcOrd="0" destOrd="0" presId="urn:microsoft.com/office/officeart/2005/8/layout/radial5"/>
    <dgm:cxn modelId="{D8004E33-C3D0-4308-8220-B90DB0189D36}" type="presOf" srcId="{A0E2016B-8C22-4F5D-9A67-7F5302796644}" destId="{6484FC23-0C7C-4F0E-BF5F-81A6253BE955}" srcOrd="1" destOrd="0" presId="urn:microsoft.com/office/officeart/2005/8/layout/radial5"/>
    <dgm:cxn modelId="{6AAFF633-E309-4676-B382-F32747F7A62D}" srcId="{3645E9F2-A712-4C58-A891-F6C40E14C259}" destId="{2FAEBC24-222D-4B35-8746-D84E69C814C4}" srcOrd="2" destOrd="0" parTransId="{2F8AD339-7A8B-4F71-8143-3F268FF34735}" sibTransId="{7B973FE4-C444-46F7-BFAB-E7051BF75B3E}"/>
    <dgm:cxn modelId="{68D4C837-C131-464E-A7EF-BFE5916973CA}" srcId="{3645E9F2-A712-4C58-A891-F6C40E14C259}" destId="{7C314680-5E23-4EB2-BE1B-D6C945406468}" srcOrd="0" destOrd="0" parTransId="{1033BC1B-CDFB-4FEC-B98B-420D60CC5889}" sibTransId="{2869EC04-545C-47F8-8616-40BF4EC5FD57}"/>
    <dgm:cxn modelId="{2BA9933C-6A33-49DE-89E5-4879AF5583E5}" type="presOf" srcId="{3645E9F2-A712-4C58-A891-F6C40E14C259}" destId="{28C10BBB-8504-45AB-A476-6A3EE4DF1A8F}" srcOrd="0" destOrd="0" presId="urn:microsoft.com/office/officeart/2005/8/layout/radial5"/>
    <dgm:cxn modelId="{C20BF74E-41A3-4D23-AC79-658141E775DA}" srcId="{7F52C4D7-ADE6-4A5E-A245-ABF5CB9DC686}" destId="{3645E9F2-A712-4C58-A891-F6C40E14C259}" srcOrd="0" destOrd="0" parTransId="{63E1EACC-EB42-4424-B9CE-0E6B09DC010B}" sibTransId="{56C891A4-AB5D-4325-8804-28CEF7220D27}"/>
    <dgm:cxn modelId="{A88C2050-FCAE-4C03-BBE3-987FA4704A99}" type="presOf" srcId="{D68F53A8-A0C1-47B4-9ED0-755870146AA3}" destId="{4E2FC945-FA89-46D8-B80E-77B5C70122A8}" srcOrd="0" destOrd="0" presId="urn:microsoft.com/office/officeart/2005/8/layout/radial5"/>
    <dgm:cxn modelId="{C254935A-D57A-4735-A0B7-F42919A5CB68}" type="presOf" srcId="{5847736A-F5B1-4509-9E77-DCBBDAA8F434}" destId="{B5B22334-E9EA-444A-8430-B79ABEA56A50}" srcOrd="1" destOrd="0" presId="urn:microsoft.com/office/officeart/2005/8/layout/radial5"/>
    <dgm:cxn modelId="{AA2D117B-B869-4FA3-88D0-03450616CC4C}" srcId="{3645E9F2-A712-4C58-A891-F6C40E14C259}" destId="{5DEA1B94-88F2-4E06-A1A4-7C5E4F8126E9}" srcOrd="3" destOrd="0" parTransId="{5847736A-F5B1-4509-9E77-DCBBDAA8F434}" sibTransId="{48CC6D41-0FEB-43D5-8328-6D8AF3B3242F}"/>
    <dgm:cxn modelId="{5726A2A0-E8C0-43CD-AEFE-E53A4A50DD9F}" type="presOf" srcId="{308F6583-BBDA-405B-BF1A-6880B5E3B300}" destId="{9CF51613-A651-4B97-B01E-2422B0E1AEFA}" srcOrd="0" destOrd="0" presId="urn:microsoft.com/office/officeart/2005/8/layout/radial5"/>
    <dgm:cxn modelId="{1B4267A7-990F-40F7-9CE8-5BC29542EDBA}" type="presOf" srcId="{1033BC1B-CDFB-4FEC-B98B-420D60CC5889}" destId="{02CEC15F-2E8E-4D77-B884-DBA50D732BD9}" srcOrd="1" destOrd="0" presId="urn:microsoft.com/office/officeart/2005/8/layout/radial5"/>
    <dgm:cxn modelId="{1F27C7AF-EF8E-42B4-9BDB-5347CD84AAB6}" type="presOf" srcId="{2F8AD339-7A8B-4F71-8143-3F268FF34735}" destId="{05A94DFF-0487-4120-8F92-DC17453000DB}" srcOrd="0" destOrd="0" presId="urn:microsoft.com/office/officeart/2005/8/layout/radial5"/>
    <dgm:cxn modelId="{68C809B8-9A82-4BB6-A09C-42B873501FCE}" type="presOf" srcId="{1033BC1B-CDFB-4FEC-B98B-420D60CC5889}" destId="{EE64D8AD-4307-4710-8599-7CF64ABC8949}" srcOrd="0" destOrd="0" presId="urn:microsoft.com/office/officeart/2005/8/layout/radial5"/>
    <dgm:cxn modelId="{491DEDB8-D7E9-4B38-95CA-7A413E463929}" type="presOf" srcId="{5CFB161C-5369-4F0D-8ED1-C7D2A1BEF7C7}" destId="{CD93B90A-013D-4A45-8678-6FB9234B336E}" srcOrd="0" destOrd="0" presId="urn:microsoft.com/office/officeart/2005/8/layout/radial5"/>
    <dgm:cxn modelId="{1E9213BB-5F9D-41C9-BF18-519E90728636}" type="presOf" srcId="{7F52C4D7-ADE6-4A5E-A245-ABF5CB9DC686}" destId="{E2CCBEA3-28A1-4496-BE12-697755DAEF64}" srcOrd="0" destOrd="0" presId="urn:microsoft.com/office/officeart/2005/8/layout/radial5"/>
    <dgm:cxn modelId="{11D4DEC7-FC80-4CFF-A83E-6A4B72BFCA0F}" type="presOf" srcId="{5CFB161C-5369-4F0D-8ED1-C7D2A1BEF7C7}" destId="{AD8A459A-3D7A-4D94-B649-2B5039199F92}" srcOrd="1" destOrd="0" presId="urn:microsoft.com/office/officeart/2005/8/layout/radial5"/>
    <dgm:cxn modelId="{E84953ED-EF65-498A-98FA-CCDD9ED94203}" type="presOf" srcId="{5847736A-F5B1-4509-9E77-DCBBDAA8F434}" destId="{75B531F2-5F93-49D3-AE43-26E976D239BB}" srcOrd="0" destOrd="0" presId="urn:microsoft.com/office/officeart/2005/8/layout/radial5"/>
    <dgm:cxn modelId="{5D53A5ED-3788-4255-86D1-925C19D641F5}" type="presOf" srcId="{7C314680-5E23-4EB2-BE1B-D6C945406468}" destId="{02BA924F-66FE-40A7-97CF-50453AF6E14B}" srcOrd="0" destOrd="0" presId="urn:microsoft.com/office/officeart/2005/8/layout/radial5"/>
    <dgm:cxn modelId="{CA8AA8F5-F5E3-45F4-935E-A999A346D4F1}" type="presOf" srcId="{A0E2016B-8C22-4F5D-9A67-7F5302796644}" destId="{D2A4EC3D-EAF6-43B4-A4EC-9B2AF4ED5DE5}" srcOrd="0" destOrd="0" presId="urn:microsoft.com/office/officeart/2005/8/layout/radial5"/>
    <dgm:cxn modelId="{685E7A91-4199-4A35-A577-C906C92AA0BE}" type="presParOf" srcId="{E2CCBEA3-28A1-4496-BE12-697755DAEF64}" destId="{28C10BBB-8504-45AB-A476-6A3EE4DF1A8F}" srcOrd="0" destOrd="0" presId="urn:microsoft.com/office/officeart/2005/8/layout/radial5"/>
    <dgm:cxn modelId="{B9EAE738-1F64-49E1-A3D6-5FDBC425A01E}" type="presParOf" srcId="{E2CCBEA3-28A1-4496-BE12-697755DAEF64}" destId="{EE64D8AD-4307-4710-8599-7CF64ABC8949}" srcOrd="1" destOrd="0" presId="urn:microsoft.com/office/officeart/2005/8/layout/radial5"/>
    <dgm:cxn modelId="{0192828E-4755-4628-BA5F-D72A23B97FBE}" type="presParOf" srcId="{EE64D8AD-4307-4710-8599-7CF64ABC8949}" destId="{02CEC15F-2E8E-4D77-B884-DBA50D732BD9}" srcOrd="0" destOrd="0" presId="urn:microsoft.com/office/officeart/2005/8/layout/radial5"/>
    <dgm:cxn modelId="{0770D2C0-C686-4BB8-85F8-98D1DE0F1E42}" type="presParOf" srcId="{E2CCBEA3-28A1-4496-BE12-697755DAEF64}" destId="{02BA924F-66FE-40A7-97CF-50453AF6E14B}" srcOrd="2" destOrd="0" presId="urn:microsoft.com/office/officeart/2005/8/layout/radial5"/>
    <dgm:cxn modelId="{EEC9918D-4B75-45E4-AC58-66B1973713F8}" type="presParOf" srcId="{E2CCBEA3-28A1-4496-BE12-697755DAEF64}" destId="{CD93B90A-013D-4A45-8678-6FB9234B336E}" srcOrd="3" destOrd="0" presId="urn:microsoft.com/office/officeart/2005/8/layout/radial5"/>
    <dgm:cxn modelId="{7B76EBAA-ED3D-4C51-BC3D-B7BD05BC5B92}" type="presParOf" srcId="{CD93B90A-013D-4A45-8678-6FB9234B336E}" destId="{AD8A459A-3D7A-4D94-B649-2B5039199F92}" srcOrd="0" destOrd="0" presId="urn:microsoft.com/office/officeart/2005/8/layout/radial5"/>
    <dgm:cxn modelId="{23F4CAEA-FC51-4251-8DCB-1113B616AEAC}" type="presParOf" srcId="{E2CCBEA3-28A1-4496-BE12-697755DAEF64}" destId="{9CF51613-A651-4B97-B01E-2422B0E1AEFA}" srcOrd="4" destOrd="0" presId="urn:microsoft.com/office/officeart/2005/8/layout/radial5"/>
    <dgm:cxn modelId="{BE47981B-EFBB-4614-8246-F8D7479AB06B}" type="presParOf" srcId="{E2CCBEA3-28A1-4496-BE12-697755DAEF64}" destId="{05A94DFF-0487-4120-8F92-DC17453000DB}" srcOrd="5" destOrd="0" presId="urn:microsoft.com/office/officeart/2005/8/layout/radial5"/>
    <dgm:cxn modelId="{92225C5C-6FDD-4041-8823-D19FA4A8B5E0}" type="presParOf" srcId="{05A94DFF-0487-4120-8F92-DC17453000DB}" destId="{52CAD699-D61A-4FF0-AF04-8AC946158392}" srcOrd="0" destOrd="0" presId="urn:microsoft.com/office/officeart/2005/8/layout/radial5"/>
    <dgm:cxn modelId="{CA76D047-1D70-43B9-BB04-FFFA3F4E0AA7}" type="presParOf" srcId="{E2CCBEA3-28A1-4496-BE12-697755DAEF64}" destId="{30D3CE37-EB5A-40CB-BEED-E1891C95C9F1}" srcOrd="6" destOrd="0" presId="urn:microsoft.com/office/officeart/2005/8/layout/radial5"/>
    <dgm:cxn modelId="{F3DEB11B-776F-47E3-BE68-16E343F8A4C0}" type="presParOf" srcId="{E2CCBEA3-28A1-4496-BE12-697755DAEF64}" destId="{75B531F2-5F93-49D3-AE43-26E976D239BB}" srcOrd="7" destOrd="0" presId="urn:microsoft.com/office/officeart/2005/8/layout/radial5"/>
    <dgm:cxn modelId="{4269C03B-DA72-424F-B482-B7AEF48B2AF4}" type="presParOf" srcId="{75B531F2-5F93-49D3-AE43-26E976D239BB}" destId="{B5B22334-E9EA-444A-8430-B79ABEA56A50}" srcOrd="0" destOrd="0" presId="urn:microsoft.com/office/officeart/2005/8/layout/radial5"/>
    <dgm:cxn modelId="{FA8987A4-B9C2-43DA-960D-910798198C85}" type="presParOf" srcId="{E2CCBEA3-28A1-4496-BE12-697755DAEF64}" destId="{45E98B5D-47CB-498A-A964-7A65884DB3BA}" srcOrd="8" destOrd="0" presId="urn:microsoft.com/office/officeart/2005/8/layout/radial5"/>
    <dgm:cxn modelId="{ACAD222B-5C30-4DF7-9CE5-295E79A91516}" type="presParOf" srcId="{E2CCBEA3-28A1-4496-BE12-697755DAEF64}" destId="{D2A4EC3D-EAF6-43B4-A4EC-9B2AF4ED5DE5}" srcOrd="9" destOrd="0" presId="urn:microsoft.com/office/officeart/2005/8/layout/radial5"/>
    <dgm:cxn modelId="{A20571C7-3095-445E-B8B7-B8D3D4EE4B4E}" type="presParOf" srcId="{D2A4EC3D-EAF6-43B4-A4EC-9B2AF4ED5DE5}" destId="{6484FC23-0C7C-4F0E-BF5F-81A6253BE955}" srcOrd="0" destOrd="0" presId="urn:microsoft.com/office/officeart/2005/8/layout/radial5"/>
    <dgm:cxn modelId="{20DD7099-CDA4-45A3-8C54-93CE274EA327}" type="presParOf" srcId="{E2CCBEA3-28A1-4496-BE12-697755DAEF64}" destId="{4E2FC945-FA89-46D8-B80E-77B5C70122A8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52C4D7-ADE6-4A5E-A245-ABF5CB9DC686}" type="doc">
      <dgm:prSet loTypeId="urn:microsoft.com/office/officeart/2005/8/layout/radial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ZA"/>
        </a:p>
      </dgm:t>
    </dgm:pt>
    <dgm:pt modelId="{3645E9F2-A712-4C58-A891-F6C40E14C259}">
      <dgm:prSet phldrT="[Text]"/>
      <dgm:spPr/>
      <dgm:t>
        <a:bodyPr/>
        <a:lstStyle/>
        <a:p>
          <a:r>
            <a:rPr lang="en-ZA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gm:t>
    </dgm:pt>
    <dgm:pt modelId="{63E1EACC-EB42-4424-B9CE-0E6B09DC010B}" type="parTrans" cxnId="{C20BF74E-41A3-4D23-AC79-658141E775DA}">
      <dgm:prSet/>
      <dgm:spPr/>
      <dgm:t>
        <a:bodyPr/>
        <a:lstStyle/>
        <a:p>
          <a:endParaRPr lang="en-ZA"/>
        </a:p>
      </dgm:t>
    </dgm:pt>
    <dgm:pt modelId="{56C891A4-AB5D-4325-8804-28CEF7220D27}" type="sibTrans" cxnId="{C20BF74E-41A3-4D23-AC79-658141E775DA}">
      <dgm:prSet/>
      <dgm:spPr/>
      <dgm:t>
        <a:bodyPr/>
        <a:lstStyle/>
        <a:p>
          <a:endParaRPr lang="en-ZA"/>
        </a:p>
      </dgm:t>
    </dgm:pt>
    <dgm:pt modelId="{7C314680-5E23-4EB2-BE1B-D6C945406468}">
      <dgm:prSet phldrT="[Text]"/>
      <dgm:spPr/>
      <dgm:t>
        <a:bodyPr/>
        <a:lstStyle/>
        <a:p>
          <a:r>
            <a:rPr lang="en-ZA"/>
            <a:t>Abstract </a:t>
          </a:r>
          <a:r>
            <a:rPr lang="en-ZA" dirty="0"/>
            <a:t>class</a:t>
          </a:r>
        </a:p>
      </dgm:t>
    </dgm:pt>
    <dgm:pt modelId="{1033BC1B-CDFB-4FEC-B98B-420D60CC5889}" type="parTrans" cxnId="{68D4C837-C131-464E-A7EF-BFE5916973CA}">
      <dgm:prSet/>
      <dgm:spPr/>
      <dgm:t>
        <a:bodyPr/>
        <a:lstStyle/>
        <a:p>
          <a:endParaRPr lang="en-ZA"/>
        </a:p>
      </dgm:t>
    </dgm:pt>
    <dgm:pt modelId="{2869EC04-545C-47F8-8616-40BF4EC5FD57}" type="sibTrans" cxnId="{68D4C837-C131-464E-A7EF-BFE5916973CA}">
      <dgm:prSet/>
      <dgm:spPr/>
      <dgm:t>
        <a:bodyPr/>
        <a:lstStyle/>
        <a:p>
          <a:endParaRPr lang="en-ZA"/>
        </a:p>
      </dgm:t>
    </dgm:pt>
    <dgm:pt modelId="{308F6583-BBDA-405B-BF1A-6880B5E3B300}">
      <dgm:prSet phldrT="[Text]"/>
      <dgm:spPr/>
      <dgm:t>
        <a:bodyPr/>
        <a:lstStyle/>
        <a:p>
          <a:r>
            <a:rPr lang="en-ZA" b="1" dirty="0"/>
            <a:t>Interface</a:t>
          </a:r>
        </a:p>
      </dgm:t>
    </dgm:pt>
    <dgm:pt modelId="{A4FF98D8-C167-4A6F-9902-A47F8B90DCED}" type="sibTrans" cxnId="{FEA1E92E-E5C3-4CD8-941E-2B656FA0C09D}">
      <dgm:prSet/>
      <dgm:spPr/>
      <dgm:t>
        <a:bodyPr/>
        <a:lstStyle/>
        <a:p>
          <a:endParaRPr lang="en-ZA"/>
        </a:p>
      </dgm:t>
    </dgm:pt>
    <dgm:pt modelId="{5CFB161C-5369-4F0D-8ED1-C7D2A1BEF7C7}" type="parTrans" cxnId="{FEA1E92E-E5C3-4CD8-941E-2B656FA0C09D}">
      <dgm:prSet/>
      <dgm:spPr/>
      <dgm:t>
        <a:bodyPr/>
        <a:lstStyle/>
        <a:p>
          <a:endParaRPr lang="en-ZA"/>
        </a:p>
      </dgm:t>
    </dgm:pt>
    <dgm:pt modelId="{2FAEBC24-222D-4B35-8746-D84E69C814C4}">
      <dgm:prSet phldrT="[Text]"/>
      <dgm:spPr/>
      <dgm:t>
        <a:bodyPr/>
        <a:lstStyle/>
        <a:p>
          <a:r>
            <a:rPr lang="en-ZA" dirty="0"/>
            <a:t>Inner classes</a:t>
          </a:r>
        </a:p>
      </dgm:t>
    </dgm:pt>
    <dgm:pt modelId="{7B973FE4-C444-46F7-BFAB-E7051BF75B3E}" type="sibTrans" cxnId="{6AAFF633-E309-4676-B382-F32747F7A62D}">
      <dgm:prSet/>
      <dgm:spPr/>
      <dgm:t>
        <a:bodyPr/>
        <a:lstStyle/>
        <a:p>
          <a:endParaRPr lang="en-ZA"/>
        </a:p>
      </dgm:t>
    </dgm:pt>
    <dgm:pt modelId="{2F8AD339-7A8B-4F71-8143-3F268FF34735}" type="parTrans" cxnId="{6AAFF633-E309-4676-B382-F32747F7A62D}">
      <dgm:prSet/>
      <dgm:spPr/>
      <dgm:t>
        <a:bodyPr/>
        <a:lstStyle/>
        <a:p>
          <a:endParaRPr lang="en-ZA"/>
        </a:p>
      </dgm:t>
    </dgm:pt>
    <dgm:pt modelId="{5DEA1B94-88F2-4E06-A1A4-7C5E4F8126E9}">
      <dgm:prSet phldrT="[Text]"/>
      <dgm:spPr/>
      <dgm:t>
        <a:bodyPr/>
        <a:lstStyle/>
        <a:p>
          <a:r>
            <a:rPr lang="en-ZA" dirty="0"/>
            <a:t>Static inner class</a:t>
          </a:r>
        </a:p>
      </dgm:t>
    </dgm:pt>
    <dgm:pt modelId="{48CC6D41-0FEB-43D5-8328-6D8AF3B3242F}" type="sibTrans" cxnId="{AA2D117B-B869-4FA3-88D0-03450616CC4C}">
      <dgm:prSet/>
      <dgm:spPr/>
      <dgm:t>
        <a:bodyPr/>
        <a:lstStyle/>
        <a:p>
          <a:endParaRPr lang="en-ZA"/>
        </a:p>
      </dgm:t>
    </dgm:pt>
    <dgm:pt modelId="{5847736A-F5B1-4509-9E77-DCBBDAA8F434}" type="parTrans" cxnId="{AA2D117B-B869-4FA3-88D0-03450616CC4C}">
      <dgm:prSet/>
      <dgm:spPr/>
      <dgm:t>
        <a:bodyPr/>
        <a:lstStyle/>
        <a:p>
          <a:endParaRPr lang="en-ZA"/>
        </a:p>
      </dgm:t>
    </dgm:pt>
    <dgm:pt modelId="{D68F53A8-A0C1-47B4-9ED0-755870146AA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ZA" dirty="0"/>
            <a:t>Anonymous class</a:t>
          </a:r>
        </a:p>
      </dgm:t>
    </dgm:pt>
    <dgm:pt modelId="{0B67AA94-D03A-4D99-8B6D-0AADE693CFB9}" type="sibTrans" cxnId="{D4EB562D-E6B2-4AD0-8015-33E7DD695B13}">
      <dgm:prSet/>
      <dgm:spPr/>
      <dgm:t>
        <a:bodyPr/>
        <a:lstStyle/>
        <a:p>
          <a:endParaRPr lang="en-ZA"/>
        </a:p>
      </dgm:t>
    </dgm:pt>
    <dgm:pt modelId="{A0E2016B-8C22-4F5D-9A67-7F5302796644}" type="parTrans" cxnId="{D4EB562D-E6B2-4AD0-8015-33E7DD695B1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ZA"/>
        </a:p>
      </dgm:t>
    </dgm:pt>
    <dgm:pt modelId="{E2CCBEA3-28A1-4496-BE12-697755DAEF64}" type="pres">
      <dgm:prSet presAssocID="{7F52C4D7-ADE6-4A5E-A245-ABF5CB9DC68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C10BBB-8504-45AB-A476-6A3EE4DF1A8F}" type="pres">
      <dgm:prSet presAssocID="{3645E9F2-A712-4C58-A891-F6C40E14C259}" presName="centerShape" presStyleLbl="node0" presStyleIdx="0" presStyleCnt="1"/>
      <dgm:spPr/>
    </dgm:pt>
    <dgm:pt modelId="{EE64D8AD-4307-4710-8599-7CF64ABC8949}" type="pres">
      <dgm:prSet presAssocID="{1033BC1B-CDFB-4FEC-B98B-420D60CC5889}" presName="parTrans" presStyleLbl="sibTrans2D1" presStyleIdx="0" presStyleCnt="5"/>
      <dgm:spPr/>
    </dgm:pt>
    <dgm:pt modelId="{02CEC15F-2E8E-4D77-B884-DBA50D732BD9}" type="pres">
      <dgm:prSet presAssocID="{1033BC1B-CDFB-4FEC-B98B-420D60CC5889}" presName="connectorText" presStyleLbl="sibTrans2D1" presStyleIdx="0" presStyleCnt="5"/>
      <dgm:spPr/>
    </dgm:pt>
    <dgm:pt modelId="{02BA924F-66FE-40A7-97CF-50453AF6E14B}" type="pres">
      <dgm:prSet presAssocID="{7C314680-5E23-4EB2-BE1B-D6C945406468}" presName="node" presStyleLbl="node1" presStyleIdx="0" presStyleCnt="5">
        <dgm:presLayoutVars>
          <dgm:bulletEnabled val="1"/>
        </dgm:presLayoutVars>
      </dgm:prSet>
      <dgm:spPr/>
    </dgm:pt>
    <dgm:pt modelId="{CD93B90A-013D-4A45-8678-6FB9234B336E}" type="pres">
      <dgm:prSet presAssocID="{5CFB161C-5369-4F0D-8ED1-C7D2A1BEF7C7}" presName="parTrans" presStyleLbl="sibTrans2D1" presStyleIdx="1" presStyleCnt="5"/>
      <dgm:spPr/>
    </dgm:pt>
    <dgm:pt modelId="{AD8A459A-3D7A-4D94-B649-2B5039199F92}" type="pres">
      <dgm:prSet presAssocID="{5CFB161C-5369-4F0D-8ED1-C7D2A1BEF7C7}" presName="connectorText" presStyleLbl="sibTrans2D1" presStyleIdx="1" presStyleCnt="5"/>
      <dgm:spPr/>
    </dgm:pt>
    <dgm:pt modelId="{9CF51613-A651-4B97-B01E-2422B0E1AEFA}" type="pres">
      <dgm:prSet presAssocID="{308F6583-BBDA-405B-BF1A-6880B5E3B300}" presName="node" presStyleLbl="node1" presStyleIdx="1" presStyleCnt="5">
        <dgm:presLayoutVars>
          <dgm:bulletEnabled val="1"/>
        </dgm:presLayoutVars>
      </dgm:prSet>
      <dgm:spPr/>
    </dgm:pt>
    <dgm:pt modelId="{05A94DFF-0487-4120-8F92-DC17453000DB}" type="pres">
      <dgm:prSet presAssocID="{2F8AD339-7A8B-4F71-8143-3F268FF34735}" presName="parTrans" presStyleLbl="sibTrans2D1" presStyleIdx="2" presStyleCnt="5"/>
      <dgm:spPr/>
    </dgm:pt>
    <dgm:pt modelId="{52CAD699-D61A-4FF0-AF04-8AC946158392}" type="pres">
      <dgm:prSet presAssocID="{2F8AD339-7A8B-4F71-8143-3F268FF34735}" presName="connectorText" presStyleLbl="sibTrans2D1" presStyleIdx="2" presStyleCnt="5"/>
      <dgm:spPr/>
    </dgm:pt>
    <dgm:pt modelId="{30D3CE37-EB5A-40CB-BEED-E1891C95C9F1}" type="pres">
      <dgm:prSet presAssocID="{2FAEBC24-222D-4B35-8746-D84E69C814C4}" presName="node" presStyleLbl="node1" presStyleIdx="2" presStyleCnt="5">
        <dgm:presLayoutVars>
          <dgm:bulletEnabled val="1"/>
        </dgm:presLayoutVars>
      </dgm:prSet>
      <dgm:spPr/>
    </dgm:pt>
    <dgm:pt modelId="{75B531F2-5F93-49D3-AE43-26E976D239BB}" type="pres">
      <dgm:prSet presAssocID="{5847736A-F5B1-4509-9E77-DCBBDAA8F434}" presName="parTrans" presStyleLbl="sibTrans2D1" presStyleIdx="3" presStyleCnt="5"/>
      <dgm:spPr/>
    </dgm:pt>
    <dgm:pt modelId="{B5B22334-E9EA-444A-8430-B79ABEA56A50}" type="pres">
      <dgm:prSet presAssocID="{5847736A-F5B1-4509-9E77-DCBBDAA8F434}" presName="connectorText" presStyleLbl="sibTrans2D1" presStyleIdx="3" presStyleCnt="5"/>
      <dgm:spPr/>
    </dgm:pt>
    <dgm:pt modelId="{45E98B5D-47CB-498A-A964-7A65884DB3BA}" type="pres">
      <dgm:prSet presAssocID="{5DEA1B94-88F2-4E06-A1A4-7C5E4F8126E9}" presName="node" presStyleLbl="node1" presStyleIdx="3" presStyleCnt="5">
        <dgm:presLayoutVars>
          <dgm:bulletEnabled val="1"/>
        </dgm:presLayoutVars>
      </dgm:prSet>
      <dgm:spPr/>
    </dgm:pt>
    <dgm:pt modelId="{D2A4EC3D-EAF6-43B4-A4EC-9B2AF4ED5DE5}" type="pres">
      <dgm:prSet presAssocID="{A0E2016B-8C22-4F5D-9A67-7F5302796644}" presName="parTrans" presStyleLbl="sibTrans2D1" presStyleIdx="4" presStyleCnt="5"/>
      <dgm:spPr/>
    </dgm:pt>
    <dgm:pt modelId="{6484FC23-0C7C-4F0E-BF5F-81A6253BE955}" type="pres">
      <dgm:prSet presAssocID="{A0E2016B-8C22-4F5D-9A67-7F5302796644}" presName="connectorText" presStyleLbl="sibTrans2D1" presStyleIdx="4" presStyleCnt="5"/>
      <dgm:spPr/>
    </dgm:pt>
    <dgm:pt modelId="{4E2FC945-FA89-46D8-B80E-77B5C70122A8}" type="pres">
      <dgm:prSet presAssocID="{D68F53A8-A0C1-47B4-9ED0-755870146AA3}" presName="node" presStyleLbl="node1" presStyleIdx="4" presStyleCnt="5">
        <dgm:presLayoutVars>
          <dgm:bulletEnabled val="1"/>
        </dgm:presLayoutVars>
      </dgm:prSet>
      <dgm:spPr/>
    </dgm:pt>
  </dgm:ptLst>
  <dgm:cxnLst>
    <dgm:cxn modelId="{4391791A-A288-4380-BB8A-58C174AA0D34}" type="presOf" srcId="{2FAEBC24-222D-4B35-8746-D84E69C814C4}" destId="{30D3CE37-EB5A-40CB-BEED-E1891C95C9F1}" srcOrd="0" destOrd="0" presId="urn:microsoft.com/office/officeart/2005/8/layout/radial5"/>
    <dgm:cxn modelId="{69871526-38C2-43C2-AB3B-0E1B3A56B03F}" type="presOf" srcId="{2F8AD339-7A8B-4F71-8143-3F268FF34735}" destId="{52CAD699-D61A-4FF0-AF04-8AC946158392}" srcOrd="1" destOrd="0" presId="urn:microsoft.com/office/officeart/2005/8/layout/radial5"/>
    <dgm:cxn modelId="{D4EB562D-E6B2-4AD0-8015-33E7DD695B13}" srcId="{3645E9F2-A712-4C58-A891-F6C40E14C259}" destId="{D68F53A8-A0C1-47B4-9ED0-755870146AA3}" srcOrd="4" destOrd="0" parTransId="{A0E2016B-8C22-4F5D-9A67-7F5302796644}" sibTransId="{0B67AA94-D03A-4D99-8B6D-0AADE693CFB9}"/>
    <dgm:cxn modelId="{FEA1E92E-E5C3-4CD8-941E-2B656FA0C09D}" srcId="{3645E9F2-A712-4C58-A891-F6C40E14C259}" destId="{308F6583-BBDA-405B-BF1A-6880B5E3B300}" srcOrd="1" destOrd="0" parTransId="{5CFB161C-5369-4F0D-8ED1-C7D2A1BEF7C7}" sibTransId="{A4FF98D8-C167-4A6F-9902-A47F8B90DCED}"/>
    <dgm:cxn modelId="{9530A832-68C6-4025-B109-AA9DA0F9BCB5}" type="presOf" srcId="{5DEA1B94-88F2-4E06-A1A4-7C5E4F8126E9}" destId="{45E98B5D-47CB-498A-A964-7A65884DB3BA}" srcOrd="0" destOrd="0" presId="urn:microsoft.com/office/officeart/2005/8/layout/radial5"/>
    <dgm:cxn modelId="{D8004E33-C3D0-4308-8220-B90DB0189D36}" type="presOf" srcId="{A0E2016B-8C22-4F5D-9A67-7F5302796644}" destId="{6484FC23-0C7C-4F0E-BF5F-81A6253BE955}" srcOrd="1" destOrd="0" presId="urn:microsoft.com/office/officeart/2005/8/layout/radial5"/>
    <dgm:cxn modelId="{6AAFF633-E309-4676-B382-F32747F7A62D}" srcId="{3645E9F2-A712-4C58-A891-F6C40E14C259}" destId="{2FAEBC24-222D-4B35-8746-D84E69C814C4}" srcOrd="2" destOrd="0" parTransId="{2F8AD339-7A8B-4F71-8143-3F268FF34735}" sibTransId="{7B973FE4-C444-46F7-BFAB-E7051BF75B3E}"/>
    <dgm:cxn modelId="{68D4C837-C131-464E-A7EF-BFE5916973CA}" srcId="{3645E9F2-A712-4C58-A891-F6C40E14C259}" destId="{7C314680-5E23-4EB2-BE1B-D6C945406468}" srcOrd="0" destOrd="0" parTransId="{1033BC1B-CDFB-4FEC-B98B-420D60CC5889}" sibTransId="{2869EC04-545C-47F8-8616-40BF4EC5FD57}"/>
    <dgm:cxn modelId="{2BA9933C-6A33-49DE-89E5-4879AF5583E5}" type="presOf" srcId="{3645E9F2-A712-4C58-A891-F6C40E14C259}" destId="{28C10BBB-8504-45AB-A476-6A3EE4DF1A8F}" srcOrd="0" destOrd="0" presId="urn:microsoft.com/office/officeart/2005/8/layout/radial5"/>
    <dgm:cxn modelId="{C20BF74E-41A3-4D23-AC79-658141E775DA}" srcId="{7F52C4D7-ADE6-4A5E-A245-ABF5CB9DC686}" destId="{3645E9F2-A712-4C58-A891-F6C40E14C259}" srcOrd="0" destOrd="0" parTransId="{63E1EACC-EB42-4424-B9CE-0E6B09DC010B}" sibTransId="{56C891A4-AB5D-4325-8804-28CEF7220D27}"/>
    <dgm:cxn modelId="{A88C2050-FCAE-4C03-BBE3-987FA4704A99}" type="presOf" srcId="{D68F53A8-A0C1-47B4-9ED0-755870146AA3}" destId="{4E2FC945-FA89-46D8-B80E-77B5C70122A8}" srcOrd="0" destOrd="0" presId="urn:microsoft.com/office/officeart/2005/8/layout/radial5"/>
    <dgm:cxn modelId="{C254935A-D57A-4735-A0B7-F42919A5CB68}" type="presOf" srcId="{5847736A-F5B1-4509-9E77-DCBBDAA8F434}" destId="{B5B22334-E9EA-444A-8430-B79ABEA56A50}" srcOrd="1" destOrd="0" presId="urn:microsoft.com/office/officeart/2005/8/layout/radial5"/>
    <dgm:cxn modelId="{AA2D117B-B869-4FA3-88D0-03450616CC4C}" srcId="{3645E9F2-A712-4C58-A891-F6C40E14C259}" destId="{5DEA1B94-88F2-4E06-A1A4-7C5E4F8126E9}" srcOrd="3" destOrd="0" parTransId="{5847736A-F5B1-4509-9E77-DCBBDAA8F434}" sibTransId="{48CC6D41-0FEB-43D5-8328-6D8AF3B3242F}"/>
    <dgm:cxn modelId="{5726A2A0-E8C0-43CD-AEFE-E53A4A50DD9F}" type="presOf" srcId="{308F6583-BBDA-405B-BF1A-6880B5E3B300}" destId="{9CF51613-A651-4B97-B01E-2422B0E1AEFA}" srcOrd="0" destOrd="0" presId="urn:microsoft.com/office/officeart/2005/8/layout/radial5"/>
    <dgm:cxn modelId="{1B4267A7-990F-40F7-9CE8-5BC29542EDBA}" type="presOf" srcId="{1033BC1B-CDFB-4FEC-B98B-420D60CC5889}" destId="{02CEC15F-2E8E-4D77-B884-DBA50D732BD9}" srcOrd="1" destOrd="0" presId="urn:microsoft.com/office/officeart/2005/8/layout/radial5"/>
    <dgm:cxn modelId="{1F27C7AF-EF8E-42B4-9BDB-5347CD84AAB6}" type="presOf" srcId="{2F8AD339-7A8B-4F71-8143-3F268FF34735}" destId="{05A94DFF-0487-4120-8F92-DC17453000DB}" srcOrd="0" destOrd="0" presId="urn:microsoft.com/office/officeart/2005/8/layout/radial5"/>
    <dgm:cxn modelId="{68C809B8-9A82-4BB6-A09C-42B873501FCE}" type="presOf" srcId="{1033BC1B-CDFB-4FEC-B98B-420D60CC5889}" destId="{EE64D8AD-4307-4710-8599-7CF64ABC8949}" srcOrd="0" destOrd="0" presId="urn:microsoft.com/office/officeart/2005/8/layout/radial5"/>
    <dgm:cxn modelId="{491DEDB8-D7E9-4B38-95CA-7A413E463929}" type="presOf" srcId="{5CFB161C-5369-4F0D-8ED1-C7D2A1BEF7C7}" destId="{CD93B90A-013D-4A45-8678-6FB9234B336E}" srcOrd="0" destOrd="0" presId="urn:microsoft.com/office/officeart/2005/8/layout/radial5"/>
    <dgm:cxn modelId="{1E9213BB-5F9D-41C9-BF18-519E90728636}" type="presOf" srcId="{7F52C4D7-ADE6-4A5E-A245-ABF5CB9DC686}" destId="{E2CCBEA3-28A1-4496-BE12-697755DAEF64}" srcOrd="0" destOrd="0" presId="urn:microsoft.com/office/officeart/2005/8/layout/radial5"/>
    <dgm:cxn modelId="{11D4DEC7-FC80-4CFF-A83E-6A4B72BFCA0F}" type="presOf" srcId="{5CFB161C-5369-4F0D-8ED1-C7D2A1BEF7C7}" destId="{AD8A459A-3D7A-4D94-B649-2B5039199F92}" srcOrd="1" destOrd="0" presId="urn:microsoft.com/office/officeart/2005/8/layout/radial5"/>
    <dgm:cxn modelId="{E84953ED-EF65-498A-98FA-CCDD9ED94203}" type="presOf" srcId="{5847736A-F5B1-4509-9E77-DCBBDAA8F434}" destId="{75B531F2-5F93-49D3-AE43-26E976D239BB}" srcOrd="0" destOrd="0" presId="urn:microsoft.com/office/officeart/2005/8/layout/radial5"/>
    <dgm:cxn modelId="{5D53A5ED-3788-4255-86D1-925C19D641F5}" type="presOf" srcId="{7C314680-5E23-4EB2-BE1B-D6C945406468}" destId="{02BA924F-66FE-40A7-97CF-50453AF6E14B}" srcOrd="0" destOrd="0" presId="urn:microsoft.com/office/officeart/2005/8/layout/radial5"/>
    <dgm:cxn modelId="{CA8AA8F5-F5E3-45F4-935E-A999A346D4F1}" type="presOf" srcId="{A0E2016B-8C22-4F5D-9A67-7F5302796644}" destId="{D2A4EC3D-EAF6-43B4-A4EC-9B2AF4ED5DE5}" srcOrd="0" destOrd="0" presId="urn:microsoft.com/office/officeart/2005/8/layout/radial5"/>
    <dgm:cxn modelId="{685E7A91-4199-4A35-A577-C906C92AA0BE}" type="presParOf" srcId="{E2CCBEA3-28A1-4496-BE12-697755DAEF64}" destId="{28C10BBB-8504-45AB-A476-6A3EE4DF1A8F}" srcOrd="0" destOrd="0" presId="urn:microsoft.com/office/officeart/2005/8/layout/radial5"/>
    <dgm:cxn modelId="{B9EAE738-1F64-49E1-A3D6-5FDBC425A01E}" type="presParOf" srcId="{E2CCBEA3-28A1-4496-BE12-697755DAEF64}" destId="{EE64D8AD-4307-4710-8599-7CF64ABC8949}" srcOrd="1" destOrd="0" presId="urn:microsoft.com/office/officeart/2005/8/layout/radial5"/>
    <dgm:cxn modelId="{0192828E-4755-4628-BA5F-D72A23B97FBE}" type="presParOf" srcId="{EE64D8AD-4307-4710-8599-7CF64ABC8949}" destId="{02CEC15F-2E8E-4D77-B884-DBA50D732BD9}" srcOrd="0" destOrd="0" presId="urn:microsoft.com/office/officeart/2005/8/layout/radial5"/>
    <dgm:cxn modelId="{0770D2C0-C686-4BB8-85F8-98D1DE0F1E42}" type="presParOf" srcId="{E2CCBEA3-28A1-4496-BE12-697755DAEF64}" destId="{02BA924F-66FE-40A7-97CF-50453AF6E14B}" srcOrd="2" destOrd="0" presId="urn:microsoft.com/office/officeart/2005/8/layout/radial5"/>
    <dgm:cxn modelId="{EEC9918D-4B75-45E4-AC58-66B1973713F8}" type="presParOf" srcId="{E2CCBEA3-28A1-4496-BE12-697755DAEF64}" destId="{CD93B90A-013D-4A45-8678-6FB9234B336E}" srcOrd="3" destOrd="0" presId="urn:microsoft.com/office/officeart/2005/8/layout/radial5"/>
    <dgm:cxn modelId="{7B76EBAA-ED3D-4C51-BC3D-B7BD05BC5B92}" type="presParOf" srcId="{CD93B90A-013D-4A45-8678-6FB9234B336E}" destId="{AD8A459A-3D7A-4D94-B649-2B5039199F92}" srcOrd="0" destOrd="0" presId="urn:microsoft.com/office/officeart/2005/8/layout/radial5"/>
    <dgm:cxn modelId="{23F4CAEA-FC51-4251-8DCB-1113B616AEAC}" type="presParOf" srcId="{E2CCBEA3-28A1-4496-BE12-697755DAEF64}" destId="{9CF51613-A651-4B97-B01E-2422B0E1AEFA}" srcOrd="4" destOrd="0" presId="urn:microsoft.com/office/officeart/2005/8/layout/radial5"/>
    <dgm:cxn modelId="{BE47981B-EFBB-4614-8246-F8D7479AB06B}" type="presParOf" srcId="{E2CCBEA3-28A1-4496-BE12-697755DAEF64}" destId="{05A94DFF-0487-4120-8F92-DC17453000DB}" srcOrd="5" destOrd="0" presId="urn:microsoft.com/office/officeart/2005/8/layout/radial5"/>
    <dgm:cxn modelId="{92225C5C-6FDD-4041-8823-D19FA4A8B5E0}" type="presParOf" srcId="{05A94DFF-0487-4120-8F92-DC17453000DB}" destId="{52CAD699-D61A-4FF0-AF04-8AC946158392}" srcOrd="0" destOrd="0" presId="urn:microsoft.com/office/officeart/2005/8/layout/radial5"/>
    <dgm:cxn modelId="{CA76D047-1D70-43B9-BB04-FFFA3F4E0AA7}" type="presParOf" srcId="{E2CCBEA3-28A1-4496-BE12-697755DAEF64}" destId="{30D3CE37-EB5A-40CB-BEED-E1891C95C9F1}" srcOrd="6" destOrd="0" presId="urn:microsoft.com/office/officeart/2005/8/layout/radial5"/>
    <dgm:cxn modelId="{F3DEB11B-776F-47E3-BE68-16E343F8A4C0}" type="presParOf" srcId="{E2CCBEA3-28A1-4496-BE12-697755DAEF64}" destId="{75B531F2-5F93-49D3-AE43-26E976D239BB}" srcOrd="7" destOrd="0" presId="urn:microsoft.com/office/officeart/2005/8/layout/radial5"/>
    <dgm:cxn modelId="{4269C03B-DA72-424F-B482-B7AEF48B2AF4}" type="presParOf" srcId="{75B531F2-5F93-49D3-AE43-26E976D239BB}" destId="{B5B22334-E9EA-444A-8430-B79ABEA56A50}" srcOrd="0" destOrd="0" presId="urn:microsoft.com/office/officeart/2005/8/layout/radial5"/>
    <dgm:cxn modelId="{FA8987A4-B9C2-43DA-960D-910798198C85}" type="presParOf" srcId="{E2CCBEA3-28A1-4496-BE12-697755DAEF64}" destId="{45E98B5D-47CB-498A-A964-7A65884DB3BA}" srcOrd="8" destOrd="0" presId="urn:microsoft.com/office/officeart/2005/8/layout/radial5"/>
    <dgm:cxn modelId="{ACAD222B-5C30-4DF7-9CE5-295E79A91516}" type="presParOf" srcId="{E2CCBEA3-28A1-4496-BE12-697755DAEF64}" destId="{D2A4EC3D-EAF6-43B4-A4EC-9B2AF4ED5DE5}" srcOrd="9" destOrd="0" presId="urn:microsoft.com/office/officeart/2005/8/layout/radial5"/>
    <dgm:cxn modelId="{A20571C7-3095-445E-B8B7-B8D3D4EE4B4E}" type="presParOf" srcId="{D2A4EC3D-EAF6-43B4-A4EC-9B2AF4ED5DE5}" destId="{6484FC23-0C7C-4F0E-BF5F-81A6253BE955}" srcOrd="0" destOrd="0" presId="urn:microsoft.com/office/officeart/2005/8/layout/radial5"/>
    <dgm:cxn modelId="{20DD7099-CDA4-45A3-8C54-93CE274EA327}" type="presParOf" srcId="{E2CCBEA3-28A1-4496-BE12-697755DAEF64}" destId="{4E2FC945-FA89-46D8-B80E-77B5C70122A8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52C4D7-ADE6-4A5E-A245-ABF5CB9DC686}" type="doc">
      <dgm:prSet loTypeId="urn:microsoft.com/office/officeart/2005/8/layout/radial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ZA"/>
        </a:p>
      </dgm:t>
    </dgm:pt>
    <dgm:pt modelId="{3645E9F2-A712-4C58-A891-F6C40E14C259}">
      <dgm:prSet phldrT="[Text]"/>
      <dgm:spPr/>
      <dgm:t>
        <a:bodyPr/>
        <a:lstStyle/>
        <a:p>
          <a:r>
            <a:rPr lang="en-ZA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gm:t>
    </dgm:pt>
    <dgm:pt modelId="{63E1EACC-EB42-4424-B9CE-0E6B09DC010B}" type="parTrans" cxnId="{C20BF74E-41A3-4D23-AC79-658141E775DA}">
      <dgm:prSet/>
      <dgm:spPr/>
      <dgm:t>
        <a:bodyPr/>
        <a:lstStyle/>
        <a:p>
          <a:endParaRPr lang="en-ZA"/>
        </a:p>
      </dgm:t>
    </dgm:pt>
    <dgm:pt modelId="{56C891A4-AB5D-4325-8804-28CEF7220D27}" type="sibTrans" cxnId="{C20BF74E-41A3-4D23-AC79-658141E775DA}">
      <dgm:prSet/>
      <dgm:spPr/>
      <dgm:t>
        <a:bodyPr/>
        <a:lstStyle/>
        <a:p>
          <a:endParaRPr lang="en-ZA"/>
        </a:p>
      </dgm:t>
    </dgm:pt>
    <dgm:pt modelId="{7C314680-5E23-4EB2-BE1B-D6C945406468}">
      <dgm:prSet phldrT="[Text]"/>
      <dgm:spPr/>
      <dgm:t>
        <a:bodyPr/>
        <a:lstStyle/>
        <a:p>
          <a:r>
            <a:rPr lang="en-ZA"/>
            <a:t>Abstract </a:t>
          </a:r>
          <a:r>
            <a:rPr lang="en-ZA" dirty="0"/>
            <a:t>class</a:t>
          </a:r>
        </a:p>
      </dgm:t>
    </dgm:pt>
    <dgm:pt modelId="{1033BC1B-CDFB-4FEC-B98B-420D60CC5889}" type="parTrans" cxnId="{68D4C837-C131-464E-A7EF-BFE5916973CA}">
      <dgm:prSet/>
      <dgm:spPr/>
      <dgm:t>
        <a:bodyPr/>
        <a:lstStyle/>
        <a:p>
          <a:endParaRPr lang="en-ZA"/>
        </a:p>
      </dgm:t>
    </dgm:pt>
    <dgm:pt modelId="{2869EC04-545C-47F8-8616-40BF4EC5FD57}" type="sibTrans" cxnId="{68D4C837-C131-464E-A7EF-BFE5916973CA}">
      <dgm:prSet/>
      <dgm:spPr/>
      <dgm:t>
        <a:bodyPr/>
        <a:lstStyle/>
        <a:p>
          <a:endParaRPr lang="en-ZA"/>
        </a:p>
      </dgm:t>
    </dgm:pt>
    <dgm:pt modelId="{308F6583-BBDA-405B-BF1A-6880B5E3B300}">
      <dgm:prSet phldrT="[Text]"/>
      <dgm:spPr/>
      <dgm:t>
        <a:bodyPr/>
        <a:lstStyle/>
        <a:p>
          <a:r>
            <a:rPr lang="en-ZA" dirty="0"/>
            <a:t>Interface</a:t>
          </a:r>
        </a:p>
      </dgm:t>
    </dgm:pt>
    <dgm:pt modelId="{A4FF98D8-C167-4A6F-9902-A47F8B90DCED}" type="sibTrans" cxnId="{FEA1E92E-E5C3-4CD8-941E-2B656FA0C09D}">
      <dgm:prSet/>
      <dgm:spPr/>
      <dgm:t>
        <a:bodyPr/>
        <a:lstStyle/>
        <a:p>
          <a:endParaRPr lang="en-ZA"/>
        </a:p>
      </dgm:t>
    </dgm:pt>
    <dgm:pt modelId="{5CFB161C-5369-4F0D-8ED1-C7D2A1BEF7C7}" type="parTrans" cxnId="{FEA1E92E-E5C3-4CD8-941E-2B656FA0C09D}">
      <dgm:prSet/>
      <dgm:spPr/>
      <dgm:t>
        <a:bodyPr/>
        <a:lstStyle/>
        <a:p>
          <a:endParaRPr lang="en-ZA"/>
        </a:p>
      </dgm:t>
    </dgm:pt>
    <dgm:pt modelId="{2FAEBC24-222D-4B35-8746-D84E69C814C4}">
      <dgm:prSet phldrT="[Text]"/>
      <dgm:spPr/>
      <dgm:t>
        <a:bodyPr/>
        <a:lstStyle/>
        <a:p>
          <a:r>
            <a:rPr lang="en-ZA" b="1" dirty="0"/>
            <a:t>Inner classes</a:t>
          </a:r>
        </a:p>
      </dgm:t>
    </dgm:pt>
    <dgm:pt modelId="{7B973FE4-C444-46F7-BFAB-E7051BF75B3E}" type="sibTrans" cxnId="{6AAFF633-E309-4676-B382-F32747F7A62D}">
      <dgm:prSet/>
      <dgm:spPr/>
      <dgm:t>
        <a:bodyPr/>
        <a:lstStyle/>
        <a:p>
          <a:endParaRPr lang="en-ZA"/>
        </a:p>
      </dgm:t>
    </dgm:pt>
    <dgm:pt modelId="{2F8AD339-7A8B-4F71-8143-3F268FF34735}" type="parTrans" cxnId="{6AAFF633-E309-4676-B382-F32747F7A62D}">
      <dgm:prSet/>
      <dgm:spPr/>
      <dgm:t>
        <a:bodyPr/>
        <a:lstStyle/>
        <a:p>
          <a:endParaRPr lang="en-ZA"/>
        </a:p>
      </dgm:t>
    </dgm:pt>
    <dgm:pt modelId="{5DEA1B94-88F2-4E06-A1A4-7C5E4F8126E9}">
      <dgm:prSet phldrT="[Text]"/>
      <dgm:spPr/>
      <dgm:t>
        <a:bodyPr/>
        <a:lstStyle/>
        <a:p>
          <a:r>
            <a:rPr lang="en-ZA" dirty="0"/>
            <a:t>Static inner class</a:t>
          </a:r>
        </a:p>
      </dgm:t>
    </dgm:pt>
    <dgm:pt modelId="{48CC6D41-0FEB-43D5-8328-6D8AF3B3242F}" type="sibTrans" cxnId="{AA2D117B-B869-4FA3-88D0-03450616CC4C}">
      <dgm:prSet/>
      <dgm:spPr/>
      <dgm:t>
        <a:bodyPr/>
        <a:lstStyle/>
        <a:p>
          <a:endParaRPr lang="en-ZA"/>
        </a:p>
      </dgm:t>
    </dgm:pt>
    <dgm:pt modelId="{5847736A-F5B1-4509-9E77-DCBBDAA8F434}" type="parTrans" cxnId="{AA2D117B-B869-4FA3-88D0-03450616CC4C}">
      <dgm:prSet/>
      <dgm:spPr/>
      <dgm:t>
        <a:bodyPr/>
        <a:lstStyle/>
        <a:p>
          <a:endParaRPr lang="en-ZA"/>
        </a:p>
      </dgm:t>
    </dgm:pt>
    <dgm:pt modelId="{D68F53A8-A0C1-47B4-9ED0-755870146AA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ZA" dirty="0"/>
            <a:t>Anonymous class</a:t>
          </a:r>
        </a:p>
      </dgm:t>
    </dgm:pt>
    <dgm:pt modelId="{0B67AA94-D03A-4D99-8B6D-0AADE693CFB9}" type="sibTrans" cxnId="{D4EB562D-E6B2-4AD0-8015-33E7DD695B13}">
      <dgm:prSet/>
      <dgm:spPr/>
      <dgm:t>
        <a:bodyPr/>
        <a:lstStyle/>
        <a:p>
          <a:endParaRPr lang="en-ZA"/>
        </a:p>
      </dgm:t>
    </dgm:pt>
    <dgm:pt modelId="{A0E2016B-8C22-4F5D-9A67-7F5302796644}" type="parTrans" cxnId="{D4EB562D-E6B2-4AD0-8015-33E7DD695B1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ZA"/>
        </a:p>
      </dgm:t>
    </dgm:pt>
    <dgm:pt modelId="{E2CCBEA3-28A1-4496-BE12-697755DAEF64}" type="pres">
      <dgm:prSet presAssocID="{7F52C4D7-ADE6-4A5E-A245-ABF5CB9DC68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C10BBB-8504-45AB-A476-6A3EE4DF1A8F}" type="pres">
      <dgm:prSet presAssocID="{3645E9F2-A712-4C58-A891-F6C40E14C259}" presName="centerShape" presStyleLbl="node0" presStyleIdx="0" presStyleCnt="1"/>
      <dgm:spPr/>
    </dgm:pt>
    <dgm:pt modelId="{EE64D8AD-4307-4710-8599-7CF64ABC8949}" type="pres">
      <dgm:prSet presAssocID="{1033BC1B-CDFB-4FEC-B98B-420D60CC5889}" presName="parTrans" presStyleLbl="sibTrans2D1" presStyleIdx="0" presStyleCnt="5"/>
      <dgm:spPr/>
    </dgm:pt>
    <dgm:pt modelId="{02CEC15F-2E8E-4D77-B884-DBA50D732BD9}" type="pres">
      <dgm:prSet presAssocID="{1033BC1B-CDFB-4FEC-B98B-420D60CC5889}" presName="connectorText" presStyleLbl="sibTrans2D1" presStyleIdx="0" presStyleCnt="5"/>
      <dgm:spPr/>
    </dgm:pt>
    <dgm:pt modelId="{02BA924F-66FE-40A7-97CF-50453AF6E14B}" type="pres">
      <dgm:prSet presAssocID="{7C314680-5E23-4EB2-BE1B-D6C945406468}" presName="node" presStyleLbl="node1" presStyleIdx="0" presStyleCnt="5">
        <dgm:presLayoutVars>
          <dgm:bulletEnabled val="1"/>
        </dgm:presLayoutVars>
      </dgm:prSet>
      <dgm:spPr/>
    </dgm:pt>
    <dgm:pt modelId="{CD93B90A-013D-4A45-8678-6FB9234B336E}" type="pres">
      <dgm:prSet presAssocID="{5CFB161C-5369-4F0D-8ED1-C7D2A1BEF7C7}" presName="parTrans" presStyleLbl="sibTrans2D1" presStyleIdx="1" presStyleCnt="5"/>
      <dgm:spPr/>
    </dgm:pt>
    <dgm:pt modelId="{AD8A459A-3D7A-4D94-B649-2B5039199F92}" type="pres">
      <dgm:prSet presAssocID="{5CFB161C-5369-4F0D-8ED1-C7D2A1BEF7C7}" presName="connectorText" presStyleLbl="sibTrans2D1" presStyleIdx="1" presStyleCnt="5"/>
      <dgm:spPr/>
    </dgm:pt>
    <dgm:pt modelId="{9CF51613-A651-4B97-B01E-2422B0E1AEFA}" type="pres">
      <dgm:prSet presAssocID="{308F6583-BBDA-405B-BF1A-6880B5E3B300}" presName="node" presStyleLbl="node1" presStyleIdx="1" presStyleCnt="5">
        <dgm:presLayoutVars>
          <dgm:bulletEnabled val="1"/>
        </dgm:presLayoutVars>
      </dgm:prSet>
      <dgm:spPr/>
    </dgm:pt>
    <dgm:pt modelId="{05A94DFF-0487-4120-8F92-DC17453000DB}" type="pres">
      <dgm:prSet presAssocID="{2F8AD339-7A8B-4F71-8143-3F268FF34735}" presName="parTrans" presStyleLbl="sibTrans2D1" presStyleIdx="2" presStyleCnt="5"/>
      <dgm:spPr/>
    </dgm:pt>
    <dgm:pt modelId="{52CAD699-D61A-4FF0-AF04-8AC946158392}" type="pres">
      <dgm:prSet presAssocID="{2F8AD339-7A8B-4F71-8143-3F268FF34735}" presName="connectorText" presStyleLbl="sibTrans2D1" presStyleIdx="2" presStyleCnt="5"/>
      <dgm:spPr/>
    </dgm:pt>
    <dgm:pt modelId="{30D3CE37-EB5A-40CB-BEED-E1891C95C9F1}" type="pres">
      <dgm:prSet presAssocID="{2FAEBC24-222D-4B35-8746-D84E69C814C4}" presName="node" presStyleLbl="node1" presStyleIdx="2" presStyleCnt="5">
        <dgm:presLayoutVars>
          <dgm:bulletEnabled val="1"/>
        </dgm:presLayoutVars>
      </dgm:prSet>
      <dgm:spPr/>
    </dgm:pt>
    <dgm:pt modelId="{75B531F2-5F93-49D3-AE43-26E976D239BB}" type="pres">
      <dgm:prSet presAssocID="{5847736A-F5B1-4509-9E77-DCBBDAA8F434}" presName="parTrans" presStyleLbl="sibTrans2D1" presStyleIdx="3" presStyleCnt="5"/>
      <dgm:spPr/>
    </dgm:pt>
    <dgm:pt modelId="{B5B22334-E9EA-444A-8430-B79ABEA56A50}" type="pres">
      <dgm:prSet presAssocID="{5847736A-F5B1-4509-9E77-DCBBDAA8F434}" presName="connectorText" presStyleLbl="sibTrans2D1" presStyleIdx="3" presStyleCnt="5"/>
      <dgm:spPr/>
    </dgm:pt>
    <dgm:pt modelId="{45E98B5D-47CB-498A-A964-7A65884DB3BA}" type="pres">
      <dgm:prSet presAssocID="{5DEA1B94-88F2-4E06-A1A4-7C5E4F8126E9}" presName="node" presStyleLbl="node1" presStyleIdx="3" presStyleCnt="5">
        <dgm:presLayoutVars>
          <dgm:bulletEnabled val="1"/>
        </dgm:presLayoutVars>
      </dgm:prSet>
      <dgm:spPr/>
    </dgm:pt>
    <dgm:pt modelId="{D2A4EC3D-EAF6-43B4-A4EC-9B2AF4ED5DE5}" type="pres">
      <dgm:prSet presAssocID="{A0E2016B-8C22-4F5D-9A67-7F5302796644}" presName="parTrans" presStyleLbl="sibTrans2D1" presStyleIdx="4" presStyleCnt="5"/>
      <dgm:spPr/>
    </dgm:pt>
    <dgm:pt modelId="{6484FC23-0C7C-4F0E-BF5F-81A6253BE955}" type="pres">
      <dgm:prSet presAssocID="{A0E2016B-8C22-4F5D-9A67-7F5302796644}" presName="connectorText" presStyleLbl="sibTrans2D1" presStyleIdx="4" presStyleCnt="5"/>
      <dgm:spPr/>
    </dgm:pt>
    <dgm:pt modelId="{4E2FC945-FA89-46D8-B80E-77B5C70122A8}" type="pres">
      <dgm:prSet presAssocID="{D68F53A8-A0C1-47B4-9ED0-755870146AA3}" presName="node" presStyleLbl="node1" presStyleIdx="4" presStyleCnt="5">
        <dgm:presLayoutVars>
          <dgm:bulletEnabled val="1"/>
        </dgm:presLayoutVars>
      </dgm:prSet>
      <dgm:spPr/>
    </dgm:pt>
  </dgm:ptLst>
  <dgm:cxnLst>
    <dgm:cxn modelId="{4391791A-A288-4380-BB8A-58C174AA0D34}" type="presOf" srcId="{2FAEBC24-222D-4B35-8746-D84E69C814C4}" destId="{30D3CE37-EB5A-40CB-BEED-E1891C95C9F1}" srcOrd="0" destOrd="0" presId="urn:microsoft.com/office/officeart/2005/8/layout/radial5"/>
    <dgm:cxn modelId="{69871526-38C2-43C2-AB3B-0E1B3A56B03F}" type="presOf" srcId="{2F8AD339-7A8B-4F71-8143-3F268FF34735}" destId="{52CAD699-D61A-4FF0-AF04-8AC946158392}" srcOrd="1" destOrd="0" presId="urn:microsoft.com/office/officeart/2005/8/layout/radial5"/>
    <dgm:cxn modelId="{D4EB562D-E6B2-4AD0-8015-33E7DD695B13}" srcId="{3645E9F2-A712-4C58-A891-F6C40E14C259}" destId="{D68F53A8-A0C1-47B4-9ED0-755870146AA3}" srcOrd="4" destOrd="0" parTransId="{A0E2016B-8C22-4F5D-9A67-7F5302796644}" sibTransId="{0B67AA94-D03A-4D99-8B6D-0AADE693CFB9}"/>
    <dgm:cxn modelId="{FEA1E92E-E5C3-4CD8-941E-2B656FA0C09D}" srcId="{3645E9F2-A712-4C58-A891-F6C40E14C259}" destId="{308F6583-BBDA-405B-BF1A-6880B5E3B300}" srcOrd="1" destOrd="0" parTransId="{5CFB161C-5369-4F0D-8ED1-C7D2A1BEF7C7}" sibTransId="{A4FF98D8-C167-4A6F-9902-A47F8B90DCED}"/>
    <dgm:cxn modelId="{9530A832-68C6-4025-B109-AA9DA0F9BCB5}" type="presOf" srcId="{5DEA1B94-88F2-4E06-A1A4-7C5E4F8126E9}" destId="{45E98B5D-47CB-498A-A964-7A65884DB3BA}" srcOrd="0" destOrd="0" presId="urn:microsoft.com/office/officeart/2005/8/layout/radial5"/>
    <dgm:cxn modelId="{D8004E33-C3D0-4308-8220-B90DB0189D36}" type="presOf" srcId="{A0E2016B-8C22-4F5D-9A67-7F5302796644}" destId="{6484FC23-0C7C-4F0E-BF5F-81A6253BE955}" srcOrd="1" destOrd="0" presId="urn:microsoft.com/office/officeart/2005/8/layout/radial5"/>
    <dgm:cxn modelId="{6AAFF633-E309-4676-B382-F32747F7A62D}" srcId="{3645E9F2-A712-4C58-A891-F6C40E14C259}" destId="{2FAEBC24-222D-4B35-8746-D84E69C814C4}" srcOrd="2" destOrd="0" parTransId="{2F8AD339-7A8B-4F71-8143-3F268FF34735}" sibTransId="{7B973FE4-C444-46F7-BFAB-E7051BF75B3E}"/>
    <dgm:cxn modelId="{68D4C837-C131-464E-A7EF-BFE5916973CA}" srcId="{3645E9F2-A712-4C58-A891-F6C40E14C259}" destId="{7C314680-5E23-4EB2-BE1B-D6C945406468}" srcOrd="0" destOrd="0" parTransId="{1033BC1B-CDFB-4FEC-B98B-420D60CC5889}" sibTransId="{2869EC04-545C-47F8-8616-40BF4EC5FD57}"/>
    <dgm:cxn modelId="{2BA9933C-6A33-49DE-89E5-4879AF5583E5}" type="presOf" srcId="{3645E9F2-A712-4C58-A891-F6C40E14C259}" destId="{28C10BBB-8504-45AB-A476-6A3EE4DF1A8F}" srcOrd="0" destOrd="0" presId="urn:microsoft.com/office/officeart/2005/8/layout/radial5"/>
    <dgm:cxn modelId="{C20BF74E-41A3-4D23-AC79-658141E775DA}" srcId="{7F52C4D7-ADE6-4A5E-A245-ABF5CB9DC686}" destId="{3645E9F2-A712-4C58-A891-F6C40E14C259}" srcOrd="0" destOrd="0" parTransId="{63E1EACC-EB42-4424-B9CE-0E6B09DC010B}" sibTransId="{56C891A4-AB5D-4325-8804-28CEF7220D27}"/>
    <dgm:cxn modelId="{A88C2050-FCAE-4C03-BBE3-987FA4704A99}" type="presOf" srcId="{D68F53A8-A0C1-47B4-9ED0-755870146AA3}" destId="{4E2FC945-FA89-46D8-B80E-77B5C70122A8}" srcOrd="0" destOrd="0" presId="urn:microsoft.com/office/officeart/2005/8/layout/radial5"/>
    <dgm:cxn modelId="{C254935A-D57A-4735-A0B7-F42919A5CB68}" type="presOf" srcId="{5847736A-F5B1-4509-9E77-DCBBDAA8F434}" destId="{B5B22334-E9EA-444A-8430-B79ABEA56A50}" srcOrd="1" destOrd="0" presId="urn:microsoft.com/office/officeart/2005/8/layout/radial5"/>
    <dgm:cxn modelId="{AA2D117B-B869-4FA3-88D0-03450616CC4C}" srcId="{3645E9F2-A712-4C58-A891-F6C40E14C259}" destId="{5DEA1B94-88F2-4E06-A1A4-7C5E4F8126E9}" srcOrd="3" destOrd="0" parTransId="{5847736A-F5B1-4509-9E77-DCBBDAA8F434}" sibTransId="{48CC6D41-0FEB-43D5-8328-6D8AF3B3242F}"/>
    <dgm:cxn modelId="{5726A2A0-E8C0-43CD-AEFE-E53A4A50DD9F}" type="presOf" srcId="{308F6583-BBDA-405B-BF1A-6880B5E3B300}" destId="{9CF51613-A651-4B97-B01E-2422B0E1AEFA}" srcOrd="0" destOrd="0" presId="urn:microsoft.com/office/officeart/2005/8/layout/radial5"/>
    <dgm:cxn modelId="{1B4267A7-990F-40F7-9CE8-5BC29542EDBA}" type="presOf" srcId="{1033BC1B-CDFB-4FEC-B98B-420D60CC5889}" destId="{02CEC15F-2E8E-4D77-B884-DBA50D732BD9}" srcOrd="1" destOrd="0" presId="urn:microsoft.com/office/officeart/2005/8/layout/radial5"/>
    <dgm:cxn modelId="{1F27C7AF-EF8E-42B4-9BDB-5347CD84AAB6}" type="presOf" srcId="{2F8AD339-7A8B-4F71-8143-3F268FF34735}" destId="{05A94DFF-0487-4120-8F92-DC17453000DB}" srcOrd="0" destOrd="0" presId="urn:microsoft.com/office/officeart/2005/8/layout/radial5"/>
    <dgm:cxn modelId="{68C809B8-9A82-4BB6-A09C-42B873501FCE}" type="presOf" srcId="{1033BC1B-CDFB-4FEC-B98B-420D60CC5889}" destId="{EE64D8AD-4307-4710-8599-7CF64ABC8949}" srcOrd="0" destOrd="0" presId="urn:microsoft.com/office/officeart/2005/8/layout/radial5"/>
    <dgm:cxn modelId="{491DEDB8-D7E9-4B38-95CA-7A413E463929}" type="presOf" srcId="{5CFB161C-5369-4F0D-8ED1-C7D2A1BEF7C7}" destId="{CD93B90A-013D-4A45-8678-6FB9234B336E}" srcOrd="0" destOrd="0" presId="urn:microsoft.com/office/officeart/2005/8/layout/radial5"/>
    <dgm:cxn modelId="{1E9213BB-5F9D-41C9-BF18-519E90728636}" type="presOf" srcId="{7F52C4D7-ADE6-4A5E-A245-ABF5CB9DC686}" destId="{E2CCBEA3-28A1-4496-BE12-697755DAEF64}" srcOrd="0" destOrd="0" presId="urn:microsoft.com/office/officeart/2005/8/layout/radial5"/>
    <dgm:cxn modelId="{11D4DEC7-FC80-4CFF-A83E-6A4B72BFCA0F}" type="presOf" srcId="{5CFB161C-5369-4F0D-8ED1-C7D2A1BEF7C7}" destId="{AD8A459A-3D7A-4D94-B649-2B5039199F92}" srcOrd="1" destOrd="0" presId="urn:microsoft.com/office/officeart/2005/8/layout/radial5"/>
    <dgm:cxn modelId="{E84953ED-EF65-498A-98FA-CCDD9ED94203}" type="presOf" srcId="{5847736A-F5B1-4509-9E77-DCBBDAA8F434}" destId="{75B531F2-5F93-49D3-AE43-26E976D239BB}" srcOrd="0" destOrd="0" presId="urn:microsoft.com/office/officeart/2005/8/layout/radial5"/>
    <dgm:cxn modelId="{5D53A5ED-3788-4255-86D1-925C19D641F5}" type="presOf" srcId="{7C314680-5E23-4EB2-BE1B-D6C945406468}" destId="{02BA924F-66FE-40A7-97CF-50453AF6E14B}" srcOrd="0" destOrd="0" presId="urn:microsoft.com/office/officeart/2005/8/layout/radial5"/>
    <dgm:cxn modelId="{CA8AA8F5-F5E3-45F4-935E-A999A346D4F1}" type="presOf" srcId="{A0E2016B-8C22-4F5D-9A67-7F5302796644}" destId="{D2A4EC3D-EAF6-43B4-A4EC-9B2AF4ED5DE5}" srcOrd="0" destOrd="0" presId="urn:microsoft.com/office/officeart/2005/8/layout/radial5"/>
    <dgm:cxn modelId="{685E7A91-4199-4A35-A577-C906C92AA0BE}" type="presParOf" srcId="{E2CCBEA3-28A1-4496-BE12-697755DAEF64}" destId="{28C10BBB-8504-45AB-A476-6A3EE4DF1A8F}" srcOrd="0" destOrd="0" presId="urn:microsoft.com/office/officeart/2005/8/layout/radial5"/>
    <dgm:cxn modelId="{B9EAE738-1F64-49E1-A3D6-5FDBC425A01E}" type="presParOf" srcId="{E2CCBEA3-28A1-4496-BE12-697755DAEF64}" destId="{EE64D8AD-4307-4710-8599-7CF64ABC8949}" srcOrd="1" destOrd="0" presId="urn:microsoft.com/office/officeart/2005/8/layout/radial5"/>
    <dgm:cxn modelId="{0192828E-4755-4628-BA5F-D72A23B97FBE}" type="presParOf" srcId="{EE64D8AD-4307-4710-8599-7CF64ABC8949}" destId="{02CEC15F-2E8E-4D77-B884-DBA50D732BD9}" srcOrd="0" destOrd="0" presId="urn:microsoft.com/office/officeart/2005/8/layout/radial5"/>
    <dgm:cxn modelId="{0770D2C0-C686-4BB8-85F8-98D1DE0F1E42}" type="presParOf" srcId="{E2CCBEA3-28A1-4496-BE12-697755DAEF64}" destId="{02BA924F-66FE-40A7-97CF-50453AF6E14B}" srcOrd="2" destOrd="0" presId="urn:microsoft.com/office/officeart/2005/8/layout/radial5"/>
    <dgm:cxn modelId="{EEC9918D-4B75-45E4-AC58-66B1973713F8}" type="presParOf" srcId="{E2CCBEA3-28A1-4496-BE12-697755DAEF64}" destId="{CD93B90A-013D-4A45-8678-6FB9234B336E}" srcOrd="3" destOrd="0" presId="urn:microsoft.com/office/officeart/2005/8/layout/radial5"/>
    <dgm:cxn modelId="{7B76EBAA-ED3D-4C51-BC3D-B7BD05BC5B92}" type="presParOf" srcId="{CD93B90A-013D-4A45-8678-6FB9234B336E}" destId="{AD8A459A-3D7A-4D94-B649-2B5039199F92}" srcOrd="0" destOrd="0" presId="urn:microsoft.com/office/officeart/2005/8/layout/radial5"/>
    <dgm:cxn modelId="{23F4CAEA-FC51-4251-8DCB-1113B616AEAC}" type="presParOf" srcId="{E2CCBEA3-28A1-4496-BE12-697755DAEF64}" destId="{9CF51613-A651-4B97-B01E-2422B0E1AEFA}" srcOrd="4" destOrd="0" presId="urn:microsoft.com/office/officeart/2005/8/layout/radial5"/>
    <dgm:cxn modelId="{BE47981B-EFBB-4614-8246-F8D7479AB06B}" type="presParOf" srcId="{E2CCBEA3-28A1-4496-BE12-697755DAEF64}" destId="{05A94DFF-0487-4120-8F92-DC17453000DB}" srcOrd="5" destOrd="0" presId="urn:microsoft.com/office/officeart/2005/8/layout/radial5"/>
    <dgm:cxn modelId="{92225C5C-6FDD-4041-8823-D19FA4A8B5E0}" type="presParOf" srcId="{05A94DFF-0487-4120-8F92-DC17453000DB}" destId="{52CAD699-D61A-4FF0-AF04-8AC946158392}" srcOrd="0" destOrd="0" presId="urn:microsoft.com/office/officeart/2005/8/layout/radial5"/>
    <dgm:cxn modelId="{CA76D047-1D70-43B9-BB04-FFFA3F4E0AA7}" type="presParOf" srcId="{E2CCBEA3-28A1-4496-BE12-697755DAEF64}" destId="{30D3CE37-EB5A-40CB-BEED-E1891C95C9F1}" srcOrd="6" destOrd="0" presId="urn:microsoft.com/office/officeart/2005/8/layout/radial5"/>
    <dgm:cxn modelId="{F3DEB11B-776F-47E3-BE68-16E343F8A4C0}" type="presParOf" srcId="{E2CCBEA3-28A1-4496-BE12-697755DAEF64}" destId="{75B531F2-5F93-49D3-AE43-26E976D239BB}" srcOrd="7" destOrd="0" presId="urn:microsoft.com/office/officeart/2005/8/layout/radial5"/>
    <dgm:cxn modelId="{4269C03B-DA72-424F-B482-B7AEF48B2AF4}" type="presParOf" srcId="{75B531F2-5F93-49D3-AE43-26E976D239BB}" destId="{B5B22334-E9EA-444A-8430-B79ABEA56A50}" srcOrd="0" destOrd="0" presId="urn:microsoft.com/office/officeart/2005/8/layout/radial5"/>
    <dgm:cxn modelId="{FA8987A4-B9C2-43DA-960D-910798198C85}" type="presParOf" srcId="{E2CCBEA3-28A1-4496-BE12-697755DAEF64}" destId="{45E98B5D-47CB-498A-A964-7A65884DB3BA}" srcOrd="8" destOrd="0" presId="urn:microsoft.com/office/officeart/2005/8/layout/radial5"/>
    <dgm:cxn modelId="{ACAD222B-5C30-4DF7-9CE5-295E79A91516}" type="presParOf" srcId="{E2CCBEA3-28A1-4496-BE12-697755DAEF64}" destId="{D2A4EC3D-EAF6-43B4-A4EC-9B2AF4ED5DE5}" srcOrd="9" destOrd="0" presId="urn:microsoft.com/office/officeart/2005/8/layout/radial5"/>
    <dgm:cxn modelId="{A20571C7-3095-445E-B8B7-B8D3D4EE4B4E}" type="presParOf" srcId="{D2A4EC3D-EAF6-43B4-A4EC-9B2AF4ED5DE5}" destId="{6484FC23-0C7C-4F0E-BF5F-81A6253BE955}" srcOrd="0" destOrd="0" presId="urn:microsoft.com/office/officeart/2005/8/layout/radial5"/>
    <dgm:cxn modelId="{20DD7099-CDA4-45A3-8C54-93CE274EA327}" type="presParOf" srcId="{E2CCBEA3-28A1-4496-BE12-697755DAEF64}" destId="{4E2FC945-FA89-46D8-B80E-77B5C70122A8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52C4D7-ADE6-4A5E-A245-ABF5CB9DC686}" type="doc">
      <dgm:prSet loTypeId="urn:microsoft.com/office/officeart/2005/8/layout/radial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ZA"/>
        </a:p>
      </dgm:t>
    </dgm:pt>
    <dgm:pt modelId="{3645E9F2-A712-4C58-A891-F6C40E14C259}">
      <dgm:prSet phldrT="[Text]"/>
      <dgm:spPr/>
      <dgm:t>
        <a:bodyPr/>
        <a:lstStyle/>
        <a:p>
          <a:r>
            <a:rPr lang="en-ZA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gm:t>
    </dgm:pt>
    <dgm:pt modelId="{63E1EACC-EB42-4424-B9CE-0E6B09DC010B}" type="parTrans" cxnId="{C20BF74E-41A3-4D23-AC79-658141E775DA}">
      <dgm:prSet/>
      <dgm:spPr/>
      <dgm:t>
        <a:bodyPr/>
        <a:lstStyle/>
        <a:p>
          <a:endParaRPr lang="en-ZA"/>
        </a:p>
      </dgm:t>
    </dgm:pt>
    <dgm:pt modelId="{56C891A4-AB5D-4325-8804-28CEF7220D27}" type="sibTrans" cxnId="{C20BF74E-41A3-4D23-AC79-658141E775DA}">
      <dgm:prSet/>
      <dgm:spPr/>
      <dgm:t>
        <a:bodyPr/>
        <a:lstStyle/>
        <a:p>
          <a:endParaRPr lang="en-ZA"/>
        </a:p>
      </dgm:t>
    </dgm:pt>
    <dgm:pt modelId="{7C314680-5E23-4EB2-BE1B-D6C945406468}">
      <dgm:prSet phldrT="[Text]"/>
      <dgm:spPr/>
      <dgm:t>
        <a:bodyPr/>
        <a:lstStyle/>
        <a:p>
          <a:r>
            <a:rPr lang="en-ZA"/>
            <a:t>Abstract </a:t>
          </a:r>
          <a:r>
            <a:rPr lang="en-ZA" dirty="0"/>
            <a:t>class</a:t>
          </a:r>
        </a:p>
      </dgm:t>
    </dgm:pt>
    <dgm:pt modelId="{1033BC1B-CDFB-4FEC-B98B-420D60CC5889}" type="parTrans" cxnId="{68D4C837-C131-464E-A7EF-BFE5916973CA}">
      <dgm:prSet/>
      <dgm:spPr/>
      <dgm:t>
        <a:bodyPr/>
        <a:lstStyle/>
        <a:p>
          <a:endParaRPr lang="en-ZA"/>
        </a:p>
      </dgm:t>
    </dgm:pt>
    <dgm:pt modelId="{2869EC04-545C-47F8-8616-40BF4EC5FD57}" type="sibTrans" cxnId="{68D4C837-C131-464E-A7EF-BFE5916973CA}">
      <dgm:prSet/>
      <dgm:spPr/>
      <dgm:t>
        <a:bodyPr/>
        <a:lstStyle/>
        <a:p>
          <a:endParaRPr lang="en-ZA"/>
        </a:p>
      </dgm:t>
    </dgm:pt>
    <dgm:pt modelId="{308F6583-BBDA-405B-BF1A-6880B5E3B300}">
      <dgm:prSet phldrT="[Text]"/>
      <dgm:spPr/>
      <dgm:t>
        <a:bodyPr/>
        <a:lstStyle/>
        <a:p>
          <a:r>
            <a:rPr lang="en-ZA" dirty="0"/>
            <a:t>Interface</a:t>
          </a:r>
        </a:p>
      </dgm:t>
    </dgm:pt>
    <dgm:pt modelId="{A4FF98D8-C167-4A6F-9902-A47F8B90DCED}" type="sibTrans" cxnId="{FEA1E92E-E5C3-4CD8-941E-2B656FA0C09D}">
      <dgm:prSet/>
      <dgm:spPr/>
      <dgm:t>
        <a:bodyPr/>
        <a:lstStyle/>
        <a:p>
          <a:endParaRPr lang="en-ZA"/>
        </a:p>
      </dgm:t>
    </dgm:pt>
    <dgm:pt modelId="{5CFB161C-5369-4F0D-8ED1-C7D2A1BEF7C7}" type="parTrans" cxnId="{FEA1E92E-E5C3-4CD8-941E-2B656FA0C09D}">
      <dgm:prSet/>
      <dgm:spPr/>
      <dgm:t>
        <a:bodyPr/>
        <a:lstStyle/>
        <a:p>
          <a:endParaRPr lang="en-ZA"/>
        </a:p>
      </dgm:t>
    </dgm:pt>
    <dgm:pt modelId="{2FAEBC24-222D-4B35-8746-D84E69C814C4}">
      <dgm:prSet phldrT="[Text]"/>
      <dgm:spPr/>
      <dgm:t>
        <a:bodyPr/>
        <a:lstStyle/>
        <a:p>
          <a:r>
            <a:rPr lang="en-ZA" dirty="0"/>
            <a:t>Inner classes</a:t>
          </a:r>
        </a:p>
      </dgm:t>
    </dgm:pt>
    <dgm:pt modelId="{7B973FE4-C444-46F7-BFAB-E7051BF75B3E}" type="sibTrans" cxnId="{6AAFF633-E309-4676-B382-F32747F7A62D}">
      <dgm:prSet/>
      <dgm:spPr/>
      <dgm:t>
        <a:bodyPr/>
        <a:lstStyle/>
        <a:p>
          <a:endParaRPr lang="en-ZA"/>
        </a:p>
      </dgm:t>
    </dgm:pt>
    <dgm:pt modelId="{2F8AD339-7A8B-4F71-8143-3F268FF34735}" type="parTrans" cxnId="{6AAFF633-E309-4676-B382-F32747F7A62D}">
      <dgm:prSet/>
      <dgm:spPr/>
      <dgm:t>
        <a:bodyPr/>
        <a:lstStyle/>
        <a:p>
          <a:endParaRPr lang="en-ZA"/>
        </a:p>
      </dgm:t>
    </dgm:pt>
    <dgm:pt modelId="{5DEA1B94-88F2-4E06-A1A4-7C5E4F8126E9}">
      <dgm:prSet phldrT="[Text]"/>
      <dgm:spPr/>
      <dgm:t>
        <a:bodyPr/>
        <a:lstStyle/>
        <a:p>
          <a:r>
            <a:rPr lang="en-ZA" b="1" dirty="0"/>
            <a:t>Static inner class</a:t>
          </a:r>
        </a:p>
      </dgm:t>
    </dgm:pt>
    <dgm:pt modelId="{48CC6D41-0FEB-43D5-8328-6D8AF3B3242F}" type="sibTrans" cxnId="{AA2D117B-B869-4FA3-88D0-03450616CC4C}">
      <dgm:prSet/>
      <dgm:spPr/>
      <dgm:t>
        <a:bodyPr/>
        <a:lstStyle/>
        <a:p>
          <a:endParaRPr lang="en-ZA"/>
        </a:p>
      </dgm:t>
    </dgm:pt>
    <dgm:pt modelId="{5847736A-F5B1-4509-9E77-DCBBDAA8F434}" type="parTrans" cxnId="{AA2D117B-B869-4FA3-88D0-03450616CC4C}">
      <dgm:prSet/>
      <dgm:spPr/>
      <dgm:t>
        <a:bodyPr/>
        <a:lstStyle/>
        <a:p>
          <a:endParaRPr lang="en-ZA"/>
        </a:p>
      </dgm:t>
    </dgm:pt>
    <dgm:pt modelId="{D68F53A8-A0C1-47B4-9ED0-755870146AA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ZA" dirty="0"/>
            <a:t>Anonymous class</a:t>
          </a:r>
        </a:p>
      </dgm:t>
    </dgm:pt>
    <dgm:pt modelId="{0B67AA94-D03A-4D99-8B6D-0AADE693CFB9}" type="sibTrans" cxnId="{D4EB562D-E6B2-4AD0-8015-33E7DD695B13}">
      <dgm:prSet/>
      <dgm:spPr/>
      <dgm:t>
        <a:bodyPr/>
        <a:lstStyle/>
        <a:p>
          <a:endParaRPr lang="en-ZA"/>
        </a:p>
      </dgm:t>
    </dgm:pt>
    <dgm:pt modelId="{A0E2016B-8C22-4F5D-9A67-7F5302796644}" type="parTrans" cxnId="{D4EB562D-E6B2-4AD0-8015-33E7DD695B1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ZA"/>
        </a:p>
      </dgm:t>
    </dgm:pt>
    <dgm:pt modelId="{E2CCBEA3-28A1-4496-BE12-697755DAEF64}" type="pres">
      <dgm:prSet presAssocID="{7F52C4D7-ADE6-4A5E-A245-ABF5CB9DC68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C10BBB-8504-45AB-A476-6A3EE4DF1A8F}" type="pres">
      <dgm:prSet presAssocID="{3645E9F2-A712-4C58-A891-F6C40E14C259}" presName="centerShape" presStyleLbl="node0" presStyleIdx="0" presStyleCnt="1"/>
      <dgm:spPr/>
    </dgm:pt>
    <dgm:pt modelId="{EE64D8AD-4307-4710-8599-7CF64ABC8949}" type="pres">
      <dgm:prSet presAssocID="{1033BC1B-CDFB-4FEC-B98B-420D60CC5889}" presName="parTrans" presStyleLbl="sibTrans2D1" presStyleIdx="0" presStyleCnt="5"/>
      <dgm:spPr/>
    </dgm:pt>
    <dgm:pt modelId="{02CEC15F-2E8E-4D77-B884-DBA50D732BD9}" type="pres">
      <dgm:prSet presAssocID="{1033BC1B-CDFB-4FEC-B98B-420D60CC5889}" presName="connectorText" presStyleLbl="sibTrans2D1" presStyleIdx="0" presStyleCnt="5"/>
      <dgm:spPr/>
    </dgm:pt>
    <dgm:pt modelId="{02BA924F-66FE-40A7-97CF-50453AF6E14B}" type="pres">
      <dgm:prSet presAssocID="{7C314680-5E23-4EB2-BE1B-D6C945406468}" presName="node" presStyleLbl="node1" presStyleIdx="0" presStyleCnt="5">
        <dgm:presLayoutVars>
          <dgm:bulletEnabled val="1"/>
        </dgm:presLayoutVars>
      </dgm:prSet>
      <dgm:spPr/>
    </dgm:pt>
    <dgm:pt modelId="{CD93B90A-013D-4A45-8678-6FB9234B336E}" type="pres">
      <dgm:prSet presAssocID="{5CFB161C-5369-4F0D-8ED1-C7D2A1BEF7C7}" presName="parTrans" presStyleLbl="sibTrans2D1" presStyleIdx="1" presStyleCnt="5"/>
      <dgm:spPr/>
    </dgm:pt>
    <dgm:pt modelId="{AD8A459A-3D7A-4D94-B649-2B5039199F92}" type="pres">
      <dgm:prSet presAssocID="{5CFB161C-5369-4F0D-8ED1-C7D2A1BEF7C7}" presName="connectorText" presStyleLbl="sibTrans2D1" presStyleIdx="1" presStyleCnt="5"/>
      <dgm:spPr/>
    </dgm:pt>
    <dgm:pt modelId="{9CF51613-A651-4B97-B01E-2422B0E1AEFA}" type="pres">
      <dgm:prSet presAssocID="{308F6583-BBDA-405B-BF1A-6880B5E3B300}" presName="node" presStyleLbl="node1" presStyleIdx="1" presStyleCnt="5">
        <dgm:presLayoutVars>
          <dgm:bulletEnabled val="1"/>
        </dgm:presLayoutVars>
      </dgm:prSet>
      <dgm:spPr/>
    </dgm:pt>
    <dgm:pt modelId="{05A94DFF-0487-4120-8F92-DC17453000DB}" type="pres">
      <dgm:prSet presAssocID="{2F8AD339-7A8B-4F71-8143-3F268FF34735}" presName="parTrans" presStyleLbl="sibTrans2D1" presStyleIdx="2" presStyleCnt="5"/>
      <dgm:spPr/>
    </dgm:pt>
    <dgm:pt modelId="{52CAD699-D61A-4FF0-AF04-8AC946158392}" type="pres">
      <dgm:prSet presAssocID="{2F8AD339-7A8B-4F71-8143-3F268FF34735}" presName="connectorText" presStyleLbl="sibTrans2D1" presStyleIdx="2" presStyleCnt="5"/>
      <dgm:spPr/>
    </dgm:pt>
    <dgm:pt modelId="{30D3CE37-EB5A-40CB-BEED-E1891C95C9F1}" type="pres">
      <dgm:prSet presAssocID="{2FAEBC24-222D-4B35-8746-D84E69C814C4}" presName="node" presStyleLbl="node1" presStyleIdx="2" presStyleCnt="5">
        <dgm:presLayoutVars>
          <dgm:bulletEnabled val="1"/>
        </dgm:presLayoutVars>
      </dgm:prSet>
      <dgm:spPr/>
    </dgm:pt>
    <dgm:pt modelId="{75B531F2-5F93-49D3-AE43-26E976D239BB}" type="pres">
      <dgm:prSet presAssocID="{5847736A-F5B1-4509-9E77-DCBBDAA8F434}" presName="parTrans" presStyleLbl="sibTrans2D1" presStyleIdx="3" presStyleCnt="5"/>
      <dgm:spPr/>
    </dgm:pt>
    <dgm:pt modelId="{B5B22334-E9EA-444A-8430-B79ABEA56A50}" type="pres">
      <dgm:prSet presAssocID="{5847736A-F5B1-4509-9E77-DCBBDAA8F434}" presName="connectorText" presStyleLbl="sibTrans2D1" presStyleIdx="3" presStyleCnt="5"/>
      <dgm:spPr/>
    </dgm:pt>
    <dgm:pt modelId="{45E98B5D-47CB-498A-A964-7A65884DB3BA}" type="pres">
      <dgm:prSet presAssocID="{5DEA1B94-88F2-4E06-A1A4-7C5E4F8126E9}" presName="node" presStyleLbl="node1" presStyleIdx="3" presStyleCnt="5">
        <dgm:presLayoutVars>
          <dgm:bulletEnabled val="1"/>
        </dgm:presLayoutVars>
      </dgm:prSet>
      <dgm:spPr/>
    </dgm:pt>
    <dgm:pt modelId="{D2A4EC3D-EAF6-43B4-A4EC-9B2AF4ED5DE5}" type="pres">
      <dgm:prSet presAssocID="{A0E2016B-8C22-4F5D-9A67-7F5302796644}" presName="parTrans" presStyleLbl="sibTrans2D1" presStyleIdx="4" presStyleCnt="5"/>
      <dgm:spPr/>
    </dgm:pt>
    <dgm:pt modelId="{6484FC23-0C7C-4F0E-BF5F-81A6253BE955}" type="pres">
      <dgm:prSet presAssocID="{A0E2016B-8C22-4F5D-9A67-7F5302796644}" presName="connectorText" presStyleLbl="sibTrans2D1" presStyleIdx="4" presStyleCnt="5"/>
      <dgm:spPr/>
    </dgm:pt>
    <dgm:pt modelId="{4E2FC945-FA89-46D8-B80E-77B5C70122A8}" type="pres">
      <dgm:prSet presAssocID="{D68F53A8-A0C1-47B4-9ED0-755870146AA3}" presName="node" presStyleLbl="node1" presStyleIdx="4" presStyleCnt="5">
        <dgm:presLayoutVars>
          <dgm:bulletEnabled val="1"/>
        </dgm:presLayoutVars>
      </dgm:prSet>
      <dgm:spPr/>
    </dgm:pt>
  </dgm:ptLst>
  <dgm:cxnLst>
    <dgm:cxn modelId="{4391791A-A288-4380-BB8A-58C174AA0D34}" type="presOf" srcId="{2FAEBC24-222D-4B35-8746-D84E69C814C4}" destId="{30D3CE37-EB5A-40CB-BEED-E1891C95C9F1}" srcOrd="0" destOrd="0" presId="urn:microsoft.com/office/officeart/2005/8/layout/radial5"/>
    <dgm:cxn modelId="{69871526-38C2-43C2-AB3B-0E1B3A56B03F}" type="presOf" srcId="{2F8AD339-7A8B-4F71-8143-3F268FF34735}" destId="{52CAD699-D61A-4FF0-AF04-8AC946158392}" srcOrd="1" destOrd="0" presId="urn:microsoft.com/office/officeart/2005/8/layout/radial5"/>
    <dgm:cxn modelId="{D4EB562D-E6B2-4AD0-8015-33E7DD695B13}" srcId="{3645E9F2-A712-4C58-A891-F6C40E14C259}" destId="{D68F53A8-A0C1-47B4-9ED0-755870146AA3}" srcOrd="4" destOrd="0" parTransId="{A0E2016B-8C22-4F5D-9A67-7F5302796644}" sibTransId="{0B67AA94-D03A-4D99-8B6D-0AADE693CFB9}"/>
    <dgm:cxn modelId="{FEA1E92E-E5C3-4CD8-941E-2B656FA0C09D}" srcId="{3645E9F2-A712-4C58-A891-F6C40E14C259}" destId="{308F6583-BBDA-405B-BF1A-6880B5E3B300}" srcOrd="1" destOrd="0" parTransId="{5CFB161C-5369-4F0D-8ED1-C7D2A1BEF7C7}" sibTransId="{A4FF98D8-C167-4A6F-9902-A47F8B90DCED}"/>
    <dgm:cxn modelId="{9530A832-68C6-4025-B109-AA9DA0F9BCB5}" type="presOf" srcId="{5DEA1B94-88F2-4E06-A1A4-7C5E4F8126E9}" destId="{45E98B5D-47CB-498A-A964-7A65884DB3BA}" srcOrd="0" destOrd="0" presId="urn:microsoft.com/office/officeart/2005/8/layout/radial5"/>
    <dgm:cxn modelId="{D8004E33-C3D0-4308-8220-B90DB0189D36}" type="presOf" srcId="{A0E2016B-8C22-4F5D-9A67-7F5302796644}" destId="{6484FC23-0C7C-4F0E-BF5F-81A6253BE955}" srcOrd="1" destOrd="0" presId="urn:microsoft.com/office/officeart/2005/8/layout/radial5"/>
    <dgm:cxn modelId="{6AAFF633-E309-4676-B382-F32747F7A62D}" srcId="{3645E9F2-A712-4C58-A891-F6C40E14C259}" destId="{2FAEBC24-222D-4B35-8746-D84E69C814C4}" srcOrd="2" destOrd="0" parTransId="{2F8AD339-7A8B-4F71-8143-3F268FF34735}" sibTransId="{7B973FE4-C444-46F7-BFAB-E7051BF75B3E}"/>
    <dgm:cxn modelId="{68D4C837-C131-464E-A7EF-BFE5916973CA}" srcId="{3645E9F2-A712-4C58-A891-F6C40E14C259}" destId="{7C314680-5E23-4EB2-BE1B-D6C945406468}" srcOrd="0" destOrd="0" parTransId="{1033BC1B-CDFB-4FEC-B98B-420D60CC5889}" sibTransId="{2869EC04-545C-47F8-8616-40BF4EC5FD57}"/>
    <dgm:cxn modelId="{2BA9933C-6A33-49DE-89E5-4879AF5583E5}" type="presOf" srcId="{3645E9F2-A712-4C58-A891-F6C40E14C259}" destId="{28C10BBB-8504-45AB-A476-6A3EE4DF1A8F}" srcOrd="0" destOrd="0" presId="urn:microsoft.com/office/officeart/2005/8/layout/radial5"/>
    <dgm:cxn modelId="{C20BF74E-41A3-4D23-AC79-658141E775DA}" srcId="{7F52C4D7-ADE6-4A5E-A245-ABF5CB9DC686}" destId="{3645E9F2-A712-4C58-A891-F6C40E14C259}" srcOrd="0" destOrd="0" parTransId="{63E1EACC-EB42-4424-B9CE-0E6B09DC010B}" sibTransId="{56C891A4-AB5D-4325-8804-28CEF7220D27}"/>
    <dgm:cxn modelId="{A88C2050-FCAE-4C03-BBE3-987FA4704A99}" type="presOf" srcId="{D68F53A8-A0C1-47B4-9ED0-755870146AA3}" destId="{4E2FC945-FA89-46D8-B80E-77B5C70122A8}" srcOrd="0" destOrd="0" presId="urn:microsoft.com/office/officeart/2005/8/layout/radial5"/>
    <dgm:cxn modelId="{C254935A-D57A-4735-A0B7-F42919A5CB68}" type="presOf" srcId="{5847736A-F5B1-4509-9E77-DCBBDAA8F434}" destId="{B5B22334-E9EA-444A-8430-B79ABEA56A50}" srcOrd="1" destOrd="0" presId="urn:microsoft.com/office/officeart/2005/8/layout/radial5"/>
    <dgm:cxn modelId="{AA2D117B-B869-4FA3-88D0-03450616CC4C}" srcId="{3645E9F2-A712-4C58-A891-F6C40E14C259}" destId="{5DEA1B94-88F2-4E06-A1A4-7C5E4F8126E9}" srcOrd="3" destOrd="0" parTransId="{5847736A-F5B1-4509-9E77-DCBBDAA8F434}" sibTransId="{48CC6D41-0FEB-43D5-8328-6D8AF3B3242F}"/>
    <dgm:cxn modelId="{5726A2A0-E8C0-43CD-AEFE-E53A4A50DD9F}" type="presOf" srcId="{308F6583-BBDA-405B-BF1A-6880B5E3B300}" destId="{9CF51613-A651-4B97-B01E-2422B0E1AEFA}" srcOrd="0" destOrd="0" presId="urn:microsoft.com/office/officeart/2005/8/layout/radial5"/>
    <dgm:cxn modelId="{1B4267A7-990F-40F7-9CE8-5BC29542EDBA}" type="presOf" srcId="{1033BC1B-CDFB-4FEC-B98B-420D60CC5889}" destId="{02CEC15F-2E8E-4D77-B884-DBA50D732BD9}" srcOrd="1" destOrd="0" presId="urn:microsoft.com/office/officeart/2005/8/layout/radial5"/>
    <dgm:cxn modelId="{1F27C7AF-EF8E-42B4-9BDB-5347CD84AAB6}" type="presOf" srcId="{2F8AD339-7A8B-4F71-8143-3F268FF34735}" destId="{05A94DFF-0487-4120-8F92-DC17453000DB}" srcOrd="0" destOrd="0" presId="urn:microsoft.com/office/officeart/2005/8/layout/radial5"/>
    <dgm:cxn modelId="{68C809B8-9A82-4BB6-A09C-42B873501FCE}" type="presOf" srcId="{1033BC1B-CDFB-4FEC-B98B-420D60CC5889}" destId="{EE64D8AD-4307-4710-8599-7CF64ABC8949}" srcOrd="0" destOrd="0" presId="urn:microsoft.com/office/officeart/2005/8/layout/radial5"/>
    <dgm:cxn modelId="{491DEDB8-D7E9-4B38-95CA-7A413E463929}" type="presOf" srcId="{5CFB161C-5369-4F0D-8ED1-C7D2A1BEF7C7}" destId="{CD93B90A-013D-4A45-8678-6FB9234B336E}" srcOrd="0" destOrd="0" presId="urn:microsoft.com/office/officeart/2005/8/layout/radial5"/>
    <dgm:cxn modelId="{1E9213BB-5F9D-41C9-BF18-519E90728636}" type="presOf" srcId="{7F52C4D7-ADE6-4A5E-A245-ABF5CB9DC686}" destId="{E2CCBEA3-28A1-4496-BE12-697755DAEF64}" srcOrd="0" destOrd="0" presId="urn:microsoft.com/office/officeart/2005/8/layout/radial5"/>
    <dgm:cxn modelId="{11D4DEC7-FC80-4CFF-A83E-6A4B72BFCA0F}" type="presOf" srcId="{5CFB161C-5369-4F0D-8ED1-C7D2A1BEF7C7}" destId="{AD8A459A-3D7A-4D94-B649-2B5039199F92}" srcOrd="1" destOrd="0" presId="urn:microsoft.com/office/officeart/2005/8/layout/radial5"/>
    <dgm:cxn modelId="{E84953ED-EF65-498A-98FA-CCDD9ED94203}" type="presOf" srcId="{5847736A-F5B1-4509-9E77-DCBBDAA8F434}" destId="{75B531F2-5F93-49D3-AE43-26E976D239BB}" srcOrd="0" destOrd="0" presId="urn:microsoft.com/office/officeart/2005/8/layout/radial5"/>
    <dgm:cxn modelId="{5D53A5ED-3788-4255-86D1-925C19D641F5}" type="presOf" srcId="{7C314680-5E23-4EB2-BE1B-D6C945406468}" destId="{02BA924F-66FE-40A7-97CF-50453AF6E14B}" srcOrd="0" destOrd="0" presId="urn:microsoft.com/office/officeart/2005/8/layout/radial5"/>
    <dgm:cxn modelId="{CA8AA8F5-F5E3-45F4-935E-A999A346D4F1}" type="presOf" srcId="{A0E2016B-8C22-4F5D-9A67-7F5302796644}" destId="{D2A4EC3D-EAF6-43B4-A4EC-9B2AF4ED5DE5}" srcOrd="0" destOrd="0" presId="urn:microsoft.com/office/officeart/2005/8/layout/radial5"/>
    <dgm:cxn modelId="{685E7A91-4199-4A35-A577-C906C92AA0BE}" type="presParOf" srcId="{E2CCBEA3-28A1-4496-BE12-697755DAEF64}" destId="{28C10BBB-8504-45AB-A476-6A3EE4DF1A8F}" srcOrd="0" destOrd="0" presId="urn:microsoft.com/office/officeart/2005/8/layout/radial5"/>
    <dgm:cxn modelId="{B9EAE738-1F64-49E1-A3D6-5FDBC425A01E}" type="presParOf" srcId="{E2CCBEA3-28A1-4496-BE12-697755DAEF64}" destId="{EE64D8AD-4307-4710-8599-7CF64ABC8949}" srcOrd="1" destOrd="0" presId="urn:microsoft.com/office/officeart/2005/8/layout/radial5"/>
    <dgm:cxn modelId="{0192828E-4755-4628-BA5F-D72A23B97FBE}" type="presParOf" srcId="{EE64D8AD-4307-4710-8599-7CF64ABC8949}" destId="{02CEC15F-2E8E-4D77-B884-DBA50D732BD9}" srcOrd="0" destOrd="0" presId="urn:microsoft.com/office/officeart/2005/8/layout/radial5"/>
    <dgm:cxn modelId="{0770D2C0-C686-4BB8-85F8-98D1DE0F1E42}" type="presParOf" srcId="{E2CCBEA3-28A1-4496-BE12-697755DAEF64}" destId="{02BA924F-66FE-40A7-97CF-50453AF6E14B}" srcOrd="2" destOrd="0" presId="urn:microsoft.com/office/officeart/2005/8/layout/radial5"/>
    <dgm:cxn modelId="{EEC9918D-4B75-45E4-AC58-66B1973713F8}" type="presParOf" srcId="{E2CCBEA3-28A1-4496-BE12-697755DAEF64}" destId="{CD93B90A-013D-4A45-8678-6FB9234B336E}" srcOrd="3" destOrd="0" presId="urn:microsoft.com/office/officeart/2005/8/layout/radial5"/>
    <dgm:cxn modelId="{7B76EBAA-ED3D-4C51-BC3D-B7BD05BC5B92}" type="presParOf" srcId="{CD93B90A-013D-4A45-8678-6FB9234B336E}" destId="{AD8A459A-3D7A-4D94-B649-2B5039199F92}" srcOrd="0" destOrd="0" presId="urn:microsoft.com/office/officeart/2005/8/layout/radial5"/>
    <dgm:cxn modelId="{23F4CAEA-FC51-4251-8DCB-1113B616AEAC}" type="presParOf" srcId="{E2CCBEA3-28A1-4496-BE12-697755DAEF64}" destId="{9CF51613-A651-4B97-B01E-2422B0E1AEFA}" srcOrd="4" destOrd="0" presId="urn:microsoft.com/office/officeart/2005/8/layout/radial5"/>
    <dgm:cxn modelId="{BE47981B-EFBB-4614-8246-F8D7479AB06B}" type="presParOf" srcId="{E2CCBEA3-28A1-4496-BE12-697755DAEF64}" destId="{05A94DFF-0487-4120-8F92-DC17453000DB}" srcOrd="5" destOrd="0" presId="urn:microsoft.com/office/officeart/2005/8/layout/radial5"/>
    <dgm:cxn modelId="{92225C5C-6FDD-4041-8823-D19FA4A8B5E0}" type="presParOf" srcId="{05A94DFF-0487-4120-8F92-DC17453000DB}" destId="{52CAD699-D61A-4FF0-AF04-8AC946158392}" srcOrd="0" destOrd="0" presId="urn:microsoft.com/office/officeart/2005/8/layout/radial5"/>
    <dgm:cxn modelId="{CA76D047-1D70-43B9-BB04-FFFA3F4E0AA7}" type="presParOf" srcId="{E2CCBEA3-28A1-4496-BE12-697755DAEF64}" destId="{30D3CE37-EB5A-40CB-BEED-E1891C95C9F1}" srcOrd="6" destOrd="0" presId="urn:microsoft.com/office/officeart/2005/8/layout/radial5"/>
    <dgm:cxn modelId="{F3DEB11B-776F-47E3-BE68-16E343F8A4C0}" type="presParOf" srcId="{E2CCBEA3-28A1-4496-BE12-697755DAEF64}" destId="{75B531F2-5F93-49D3-AE43-26E976D239BB}" srcOrd="7" destOrd="0" presId="urn:microsoft.com/office/officeart/2005/8/layout/radial5"/>
    <dgm:cxn modelId="{4269C03B-DA72-424F-B482-B7AEF48B2AF4}" type="presParOf" srcId="{75B531F2-5F93-49D3-AE43-26E976D239BB}" destId="{B5B22334-E9EA-444A-8430-B79ABEA56A50}" srcOrd="0" destOrd="0" presId="urn:microsoft.com/office/officeart/2005/8/layout/radial5"/>
    <dgm:cxn modelId="{FA8987A4-B9C2-43DA-960D-910798198C85}" type="presParOf" srcId="{E2CCBEA3-28A1-4496-BE12-697755DAEF64}" destId="{45E98B5D-47CB-498A-A964-7A65884DB3BA}" srcOrd="8" destOrd="0" presId="urn:microsoft.com/office/officeart/2005/8/layout/radial5"/>
    <dgm:cxn modelId="{ACAD222B-5C30-4DF7-9CE5-295E79A91516}" type="presParOf" srcId="{E2CCBEA3-28A1-4496-BE12-697755DAEF64}" destId="{D2A4EC3D-EAF6-43B4-A4EC-9B2AF4ED5DE5}" srcOrd="9" destOrd="0" presId="urn:microsoft.com/office/officeart/2005/8/layout/radial5"/>
    <dgm:cxn modelId="{A20571C7-3095-445E-B8B7-B8D3D4EE4B4E}" type="presParOf" srcId="{D2A4EC3D-EAF6-43B4-A4EC-9B2AF4ED5DE5}" destId="{6484FC23-0C7C-4F0E-BF5F-81A6253BE955}" srcOrd="0" destOrd="0" presId="urn:microsoft.com/office/officeart/2005/8/layout/radial5"/>
    <dgm:cxn modelId="{20DD7099-CDA4-45A3-8C54-93CE274EA327}" type="presParOf" srcId="{E2CCBEA3-28A1-4496-BE12-697755DAEF64}" destId="{4E2FC945-FA89-46D8-B80E-77B5C70122A8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F52C4D7-ADE6-4A5E-A245-ABF5CB9DC686}" type="doc">
      <dgm:prSet loTypeId="urn:microsoft.com/office/officeart/2005/8/layout/radial5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ZA"/>
        </a:p>
      </dgm:t>
    </dgm:pt>
    <dgm:pt modelId="{3645E9F2-A712-4C58-A891-F6C40E14C259}">
      <dgm:prSet phldrT="[Text]"/>
      <dgm:spPr/>
      <dgm:t>
        <a:bodyPr/>
        <a:lstStyle/>
        <a:p>
          <a:r>
            <a:rPr lang="en-ZA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gm:t>
    </dgm:pt>
    <dgm:pt modelId="{63E1EACC-EB42-4424-B9CE-0E6B09DC010B}" type="parTrans" cxnId="{C20BF74E-41A3-4D23-AC79-658141E775DA}">
      <dgm:prSet/>
      <dgm:spPr/>
      <dgm:t>
        <a:bodyPr/>
        <a:lstStyle/>
        <a:p>
          <a:endParaRPr lang="en-ZA"/>
        </a:p>
      </dgm:t>
    </dgm:pt>
    <dgm:pt modelId="{56C891A4-AB5D-4325-8804-28CEF7220D27}" type="sibTrans" cxnId="{C20BF74E-41A3-4D23-AC79-658141E775DA}">
      <dgm:prSet/>
      <dgm:spPr/>
      <dgm:t>
        <a:bodyPr/>
        <a:lstStyle/>
        <a:p>
          <a:endParaRPr lang="en-ZA"/>
        </a:p>
      </dgm:t>
    </dgm:pt>
    <dgm:pt modelId="{7C314680-5E23-4EB2-BE1B-D6C945406468}">
      <dgm:prSet phldrT="[Text]"/>
      <dgm:spPr/>
      <dgm:t>
        <a:bodyPr/>
        <a:lstStyle/>
        <a:p>
          <a:r>
            <a:rPr lang="en-ZA"/>
            <a:t>Abstract </a:t>
          </a:r>
          <a:r>
            <a:rPr lang="en-ZA" dirty="0"/>
            <a:t>class</a:t>
          </a:r>
        </a:p>
      </dgm:t>
    </dgm:pt>
    <dgm:pt modelId="{1033BC1B-CDFB-4FEC-B98B-420D60CC5889}" type="parTrans" cxnId="{68D4C837-C131-464E-A7EF-BFE5916973CA}">
      <dgm:prSet/>
      <dgm:spPr/>
      <dgm:t>
        <a:bodyPr/>
        <a:lstStyle/>
        <a:p>
          <a:endParaRPr lang="en-ZA"/>
        </a:p>
      </dgm:t>
    </dgm:pt>
    <dgm:pt modelId="{2869EC04-545C-47F8-8616-40BF4EC5FD57}" type="sibTrans" cxnId="{68D4C837-C131-464E-A7EF-BFE5916973CA}">
      <dgm:prSet/>
      <dgm:spPr/>
      <dgm:t>
        <a:bodyPr/>
        <a:lstStyle/>
        <a:p>
          <a:endParaRPr lang="en-ZA"/>
        </a:p>
      </dgm:t>
    </dgm:pt>
    <dgm:pt modelId="{308F6583-BBDA-405B-BF1A-6880B5E3B300}">
      <dgm:prSet phldrT="[Text]"/>
      <dgm:spPr/>
      <dgm:t>
        <a:bodyPr/>
        <a:lstStyle/>
        <a:p>
          <a:r>
            <a:rPr lang="en-ZA" dirty="0"/>
            <a:t>Interface</a:t>
          </a:r>
        </a:p>
      </dgm:t>
    </dgm:pt>
    <dgm:pt modelId="{A4FF98D8-C167-4A6F-9902-A47F8B90DCED}" type="sibTrans" cxnId="{FEA1E92E-E5C3-4CD8-941E-2B656FA0C09D}">
      <dgm:prSet/>
      <dgm:spPr/>
      <dgm:t>
        <a:bodyPr/>
        <a:lstStyle/>
        <a:p>
          <a:endParaRPr lang="en-ZA"/>
        </a:p>
      </dgm:t>
    </dgm:pt>
    <dgm:pt modelId="{5CFB161C-5369-4F0D-8ED1-C7D2A1BEF7C7}" type="parTrans" cxnId="{FEA1E92E-E5C3-4CD8-941E-2B656FA0C09D}">
      <dgm:prSet/>
      <dgm:spPr/>
      <dgm:t>
        <a:bodyPr/>
        <a:lstStyle/>
        <a:p>
          <a:endParaRPr lang="en-ZA"/>
        </a:p>
      </dgm:t>
    </dgm:pt>
    <dgm:pt modelId="{2FAEBC24-222D-4B35-8746-D84E69C814C4}">
      <dgm:prSet phldrT="[Text]"/>
      <dgm:spPr/>
      <dgm:t>
        <a:bodyPr/>
        <a:lstStyle/>
        <a:p>
          <a:r>
            <a:rPr lang="en-ZA" dirty="0"/>
            <a:t>Inner classes</a:t>
          </a:r>
        </a:p>
      </dgm:t>
    </dgm:pt>
    <dgm:pt modelId="{7B973FE4-C444-46F7-BFAB-E7051BF75B3E}" type="sibTrans" cxnId="{6AAFF633-E309-4676-B382-F32747F7A62D}">
      <dgm:prSet/>
      <dgm:spPr/>
      <dgm:t>
        <a:bodyPr/>
        <a:lstStyle/>
        <a:p>
          <a:endParaRPr lang="en-ZA"/>
        </a:p>
      </dgm:t>
    </dgm:pt>
    <dgm:pt modelId="{2F8AD339-7A8B-4F71-8143-3F268FF34735}" type="parTrans" cxnId="{6AAFF633-E309-4676-B382-F32747F7A62D}">
      <dgm:prSet/>
      <dgm:spPr/>
      <dgm:t>
        <a:bodyPr/>
        <a:lstStyle/>
        <a:p>
          <a:endParaRPr lang="en-ZA"/>
        </a:p>
      </dgm:t>
    </dgm:pt>
    <dgm:pt modelId="{5DEA1B94-88F2-4E06-A1A4-7C5E4F8126E9}">
      <dgm:prSet phldrT="[Text]"/>
      <dgm:spPr/>
      <dgm:t>
        <a:bodyPr/>
        <a:lstStyle/>
        <a:p>
          <a:r>
            <a:rPr lang="en-ZA" dirty="0"/>
            <a:t>Static inner class</a:t>
          </a:r>
        </a:p>
      </dgm:t>
    </dgm:pt>
    <dgm:pt modelId="{48CC6D41-0FEB-43D5-8328-6D8AF3B3242F}" type="sibTrans" cxnId="{AA2D117B-B869-4FA3-88D0-03450616CC4C}">
      <dgm:prSet/>
      <dgm:spPr/>
      <dgm:t>
        <a:bodyPr/>
        <a:lstStyle/>
        <a:p>
          <a:endParaRPr lang="en-ZA"/>
        </a:p>
      </dgm:t>
    </dgm:pt>
    <dgm:pt modelId="{5847736A-F5B1-4509-9E77-DCBBDAA8F434}" type="parTrans" cxnId="{AA2D117B-B869-4FA3-88D0-03450616CC4C}">
      <dgm:prSet/>
      <dgm:spPr/>
      <dgm:t>
        <a:bodyPr/>
        <a:lstStyle/>
        <a:p>
          <a:endParaRPr lang="en-ZA"/>
        </a:p>
      </dgm:t>
    </dgm:pt>
    <dgm:pt modelId="{D68F53A8-A0C1-47B4-9ED0-755870146AA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ZA" b="1" dirty="0"/>
            <a:t>Anonymous class</a:t>
          </a:r>
        </a:p>
      </dgm:t>
    </dgm:pt>
    <dgm:pt modelId="{0B67AA94-D03A-4D99-8B6D-0AADE693CFB9}" type="sibTrans" cxnId="{D4EB562D-E6B2-4AD0-8015-33E7DD695B13}">
      <dgm:prSet/>
      <dgm:spPr/>
      <dgm:t>
        <a:bodyPr/>
        <a:lstStyle/>
        <a:p>
          <a:endParaRPr lang="en-ZA"/>
        </a:p>
      </dgm:t>
    </dgm:pt>
    <dgm:pt modelId="{A0E2016B-8C22-4F5D-9A67-7F5302796644}" type="parTrans" cxnId="{D4EB562D-E6B2-4AD0-8015-33E7DD695B1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ZA"/>
        </a:p>
      </dgm:t>
    </dgm:pt>
    <dgm:pt modelId="{E2CCBEA3-28A1-4496-BE12-697755DAEF64}" type="pres">
      <dgm:prSet presAssocID="{7F52C4D7-ADE6-4A5E-A245-ABF5CB9DC68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C10BBB-8504-45AB-A476-6A3EE4DF1A8F}" type="pres">
      <dgm:prSet presAssocID="{3645E9F2-A712-4C58-A891-F6C40E14C259}" presName="centerShape" presStyleLbl="node0" presStyleIdx="0" presStyleCnt="1"/>
      <dgm:spPr/>
    </dgm:pt>
    <dgm:pt modelId="{EE64D8AD-4307-4710-8599-7CF64ABC8949}" type="pres">
      <dgm:prSet presAssocID="{1033BC1B-CDFB-4FEC-B98B-420D60CC5889}" presName="parTrans" presStyleLbl="sibTrans2D1" presStyleIdx="0" presStyleCnt="5"/>
      <dgm:spPr/>
    </dgm:pt>
    <dgm:pt modelId="{02CEC15F-2E8E-4D77-B884-DBA50D732BD9}" type="pres">
      <dgm:prSet presAssocID="{1033BC1B-CDFB-4FEC-B98B-420D60CC5889}" presName="connectorText" presStyleLbl="sibTrans2D1" presStyleIdx="0" presStyleCnt="5"/>
      <dgm:spPr/>
    </dgm:pt>
    <dgm:pt modelId="{02BA924F-66FE-40A7-97CF-50453AF6E14B}" type="pres">
      <dgm:prSet presAssocID="{7C314680-5E23-4EB2-BE1B-D6C945406468}" presName="node" presStyleLbl="node1" presStyleIdx="0" presStyleCnt="5">
        <dgm:presLayoutVars>
          <dgm:bulletEnabled val="1"/>
        </dgm:presLayoutVars>
      </dgm:prSet>
      <dgm:spPr/>
    </dgm:pt>
    <dgm:pt modelId="{CD93B90A-013D-4A45-8678-6FB9234B336E}" type="pres">
      <dgm:prSet presAssocID="{5CFB161C-5369-4F0D-8ED1-C7D2A1BEF7C7}" presName="parTrans" presStyleLbl="sibTrans2D1" presStyleIdx="1" presStyleCnt="5"/>
      <dgm:spPr/>
    </dgm:pt>
    <dgm:pt modelId="{AD8A459A-3D7A-4D94-B649-2B5039199F92}" type="pres">
      <dgm:prSet presAssocID="{5CFB161C-5369-4F0D-8ED1-C7D2A1BEF7C7}" presName="connectorText" presStyleLbl="sibTrans2D1" presStyleIdx="1" presStyleCnt="5"/>
      <dgm:spPr/>
    </dgm:pt>
    <dgm:pt modelId="{9CF51613-A651-4B97-B01E-2422B0E1AEFA}" type="pres">
      <dgm:prSet presAssocID="{308F6583-BBDA-405B-BF1A-6880B5E3B300}" presName="node" presStyleLbl="node1" presStyleIdx="1" presStyleCnt="5">
        <dgm:presLayoutVars>
          <dgm:bulletEnabled val="1"/>
        </dgm:presLayoutVars>
      </dgm:prSet>
      <dgm:spPr/>
    </dgm:pt>
    <dgm:pt modelId="{05A94DFF-0487-4120-8F92-DC17453000DB}" type="pres">
      <dgm:prSet presAssocID="{2F8AD339-7A8B-4F71-8143-3F268FF34735}" presName="parTrans" presStyleLbl="sibTrans2D1" presStyleIdx="2" presStyleCnt="5"/>
      <dgm:spPr/>
    </dgm:pt>
    <dgm:pt modelId="{52CAD699-D61A-4FF0-AF04-8AC946158392}" type="pres">
      <dgm:prSet presAssocID="{2F8AD339-7A8B-4F71-8143-3F268FF34735}" presName="connectorText" presStyleLbl="sibTrans2D1" presStyleIdx="2" presStyleCnt="5"/>
      <dgm:spPr/>
    </dgm:pt>
    <dgm:pt modelId="{30D3CE37-EB5A-40CB-BEED-E1891C95C9F1}" type="pres">
      <dgm:prSet presAssocID="{2FAEBC24-222D-4B35-8746-D84E69C814C4}" presName="node" presStyleLbl="node1" presStyleIdx="2" presStyleCnt="5">
        <dgm:presLayoutVars>
          <dgm:bulletEnabled val="1"/>
        </dgm:presLayoutVars>
      </dgm:prSet>
      <dgm:spPr/>
    </dgm:pt>
    <dgm:pt modelId="{75B531F2-5F93-49D3-AE43-26E976D239BB}" type="pres">
      <dgm:prSet presAssocID="{5847736A-F5B1-4509-9E77-DCBBDAA8F434}" presName="parTrans" presStyleLbl="sibTrans2D1" presStyleIdx="3" presStyleCnt="5"/>
      <dgm:spPr/>
    </dgm:pt>
    <dgm:pt modelId="{B5B22334-E9EA-444A-8430-B79ABEA56A50}" type="pres">
      <dgm:prSet presAssocID="{5847736A-F5B1-4509-9E77-DCBBDAA8F434}" presName="connectorText" presStyleLbl="sibTrans2D1" presStyleIdx="3" presStyleCnt="5"/>
      <dgm:spPr/>
    </dgm:pt>
    <dgm:pt modelId="{45E98B5D-47CB-498A-A964-7A65884DB3BA}" type="pres">
      <dgm:prSet presAssocID="{5DEA1B94-88F2-4E06-A1A4-7C5E4F8126E9}" presName="node" presStyleLbl="node1" presStyleIdx="3" presStyleCnt="5">
        <dgm:presLayoutVars>
          <dgm:bulletEnabled val="1"/>
        </dgm:presLayoutVars>
      </dgm:prSet>
      <dgm:spPr/>
    </dgm:pt>
    <dgm:pt modelId="{D2A4EC3D-EAF6-43B4-A4EC-9B2AF4ED5DE5}" type="pres">
      <dgm:prSet presAssocID="{A0E2016B-8C22-4F5D-9A67-7F5302796644}" presName="parTrans" presStyleLbl="sibTrans2D1" presStyleIdx="4" presStyleCnt="5"/>
      <dgm:spPr/>
    </dgm:pt>
    <dgm:pt modelId="{6484FC23-0C7C-4F0E-BF5F-81A6253BE955}" type="pres">
      <dgm:prSet presAssocID="{A0E2016B-8C22-4F5D-9A67-7F5302796644}" presName="connectorText" presStyleLbl="sibTrans2D1" presStyleIdx="4" presStyleCnt="5"/>
      <dgm:spPr/>
    </dgm:pt>
    <dgm:pt modelId="{4E2FC945-FA89-46D8-B80E-77B5C70122A8}" type="pres">
      <dgm:prSet presAssocID="{D68F53A8-A0C1-47B4-9ED0-755870146AA3}" presName="node" presStyleLbl="node1" presStyleIdx="4" presStyleCnt="5">
        <dgm:presLayoutVars>
          <dgm:bulletEnabled val="1"/>
        </dgm:presLayoutVars>
      </dgm:prSet>
      <dgm:spPr/>
    </dgm:pt>
  </dgm:ptLst>
  <dgm:cxnLst>
    <dgm:cxn modelId="{4391791A-A288-4380-BB8A-58C174AA0D34}" type="presOf" srcId="{2FAEBC24-222D-4B35-8746-D84E69C814C4}" destId="{30D3CE37-EB5A-40CB-BEED-E1891C95C9F1}" srcOrd="0" destOrd="0" presId="urn:microsoft.com/office/officeart/2005/8/layout/radial5"/>
    <dgm:cxn modelId="{69871526-38C2-43C2-AB3B-0E1B3A56B03F}" type="presOf" srcId="{2F8AD339-7A8B-4F71-8143-3F268FF34735}" destId="{52CAD699-D61A-4FF0-AF04-8AC946158392}" srcOrd="1" destOrd="0" presId="urn:microsoft.com/office/officeart/2005/8/layout/radial5"/>
    <dgm:cxn modelId="{D4EB562D-E6B2-4AD0-8015-33E7DD695B13}" srcId="{3645E9F2-A712-4C58-A891-F6C40E14C259}" destId="{D68F53A8-A0C1-47B4-9ED0-755870146AA3}" srcOrd="4" destOrd="0" parTransId="{A0E2016B-8C22-4F5D-9A67-7F5302796644}" sibTransId="{0B67AA94-D03A-4D99-8B6D-0AADE693CFB9}"/>
    <dgm:cxn modelId="{FEA1E92E-E5C3-4CD8-941E-2B656FA0C09D}" srcId="{3645E9F2-A712-4C58-A891-F6C40E14C259}" destId="{308F6583-BBDA-405B-BF1A-6880B5E3B300}" srcOrd="1" destOrd="0" parTransId="{5CFB161C-5369-4F0D-8ED1-C7D2A1BEF7C7}" sibTransId="{A4FF98D8-C167-4A6F-9902-A47F8B90DCED}"/>
    <dgm:cxn modelId="{9530A832-68C6-4025-B109-AA9DA0F9BCB5}" type="presOf" srcId="{5DEA1B94-88F2-4E06-A1A4-7C5E4F8126E9}" destId="{45E98B5D-47CB-498A-A964-7A65884DB3BA}" srcOrd="0" destOrd="0" presId="urn:microsoft.com/office/officeart/2005/8/layout/radial5"/>
    <dgm:cxn modelId="{D8004E33-C3D0-4308-8220-B90DB0189D36}" type="presOf" srcId="{A0E2016B-8C22-4F5D-9A67-7F5302796644}" destId="{6484FC23-0C7C-4F0E-BF5F-81A6253BE955}" srcOrd="1" destOrd="0" presId="urn:microsoft.com/office/officeart/2005/8/layout/radial5"/>
    <dgm:cxn modelId="{6AAFF633-E309-4676-B382-F32747F7A62D}" srcId="{3645E9F2-A712-4C58-A891-F6C40E14C259}" destId="{2FAEBC24-222D-4B35-8746-D84E69C814C4}" srcOrd="2" destOrd="0" parTransId="{2F8AD339-7A8B-4F71-8143-3F268FF34735}" sibTransId="{7B973FE4-C444-46F7-BFAB-E7051BF75B3E}"/>
    <dgm:cxn modelId="{68D4C837-C131-464E-A7EF-BFE5916973CA}" srcId="{3645E9F2-A712-4C58-A891-F6C40E14C259}" destId="{7C314680-5E23-4EB2-BE1B-D6C945406468}" srcOrd="0" destOrd="0" parTransId="{1033BC1B-CDFB-4FEC-B98B-420D60CC5889}" sibTransId="{2869EC04-545C-47F8-8616-40BF4EC5FD57}"/>
    <dgm:cxn modelId="{2BA9933C-6A33-49DE-89E5-4879AF5583E5}" type="presOf" srcId="{3645E9F2-A712-4C58-A891-F6C40E14C259}" destId="{28C10BBB-8504-45AB-A476-6A3EE4DF1A8F}" srcOrd="0" destOrd="0" presId="urn:microsoft.com/office/officeart/2005/8/layout/radial5"/>
    <dgm:cxn modelId="{C20BF74E-41A3-4D23-AC79-658141E775DA}" srcId="{7F52C4D7-ADE6-4A5E-A245-ABF5CB9DC686}" destId="{3645E9F2-A712-4C58-A891-F6C40E14C259}" srcOrd="0" destOrd="0" parTransId="{63E1EACC-EB42-4424-B9CE-0E6B09DC010B}" sibTransId="{56C891A4-AB5D-4325-8804-28CEF7220D27}"/>
    <dgm:cxn modelId="{A88C2050-FCAE-4C03-BBE3-987FA4704A99}" type="presOf" srcId="{D68F53A8-A0C1-47B4-9ED0-755870146AA3}" destId="{4E2FC945-FA89-46D8-B80E-77B5C70122A8}" srcOrd="0" destOrd="0" presId="urn:microsoft.com/office/officeart/2005/8/layout/radial5"/>
    <dgm:cxn modelId="{C254935A-D57A-4735-A0B7-F42919A5CB68}" type="presOf" srcId="{5847736A-F5B1-4509-9E77-DCBBDAA8F434}" destId="{B5B22334-E9EA-444A-8430-B79ABEA56A50}" srcOrd="1" destOrd="0" presId="urn:microsoft.com/office/officeart/2005/8/layout/radial5"/>
    <dgm:cxn modelId="{AA2D117B-B869-4FA3-88D0-03450616CC4C}" srcId="{3645E9F2-A712-4C58-A891-F6C40E14C259}" destId="{5DEA1B94-88F2-4E06-A1A4-7C5E4F8126E9}" srcOrd="3" destOrd="0" parTransId="{5847736A-F5B1-4509-9E77-DCBBDAA8F434}" sibTransId="{48CC6D41-0FEB-43D5-8328-6D8AF3B3242F}"/>
    <dgm:cxn modelId="{5726A2A0-E8C0-43CD-AEFE-E53A4A50DD9F}" type="presOf" srcId="{308F6583-BBDA-405B-BF1A-6880B5E3B300}" destId="{9CF51613-A651-4B97-B01E-2422B0E1AEFA}" srcOrd="0" destOrd="0" presId="urn:microsoft.com/office/officeart/2005/8/layout/radial5"/>
    <dgm:cxn modelId="{1B4267A7-990F-40F7-9CE8-5BC29542EDBA}" type="presOf" srcId="{1033BC1B-CDFB-4FEC-B98B-420D60CC5889}" destId="{02CEC15F-2E8E-4D77-B884-DBA50D732BD9}" srcOrd="1" destOrd="0" presId="urn:microsoft.com/office/officeart/2005/8/layout/radial5"/>
    <dgm:cxn modelId="{1F27C7AF-EF8E-42B4-9BDB-5347CD84AAB6}" type="presOf" srcId="{2F8AD339-7A8B-4F71-8143-3F268FF34735}" destId="{05A94DFF-0487-4120-8F92-DC17453000DB}" srcOrd="0" destOrd="0" presId="urn:microsoft.com/office/officeart/2005/8/layout/radial5"/>
    <dgm:cxn modelId="{68C809B8-9A82-4BB6-A09C-42B873501FCE}" type="presOf" srcId="{1033BC1B-CDFB-4FEC-B98B-420D60CC5889}" destId="{EE64D8AD-4307-4710-8599-7CF64ABC8949}" srcOrd="0" destOrd="0" presId="urn:microsoft.com/office/officeart/2005/8/layout/radial5"/>
    <dgm:cxn modelId="{491DEDB8-D7E9-4B38-95CA-7A413E463929}" type="presOf" srcId="{5CFB161C-5369-4F0D-8ED1-C7D2A1BEF7C7}" destId="{CD93B90A-013D-4A45-8678-6FB9234B336E}" srcOrd="0" destOrd="0" presId="urn:microsoft.com/office/officeart/2005/8/layout/radial5"/>
    <dgm:cxn modelId="{1E9213BB-5F9D-41C9-BF18-519E90728636}" type="presOf" srcId="{7F52C4D7-ADE6-4A5E-A245-ABF5CB9DC686}" destId="{E2CCBEA3-28A1-4496-BE12-697755DAEF64}" srcOrd="0" destOrd="0" presId="urn:microsoft.com/office/officeart/2005/8/layout/radial5"/>
    <dgm:cxn modelId="{11D4DEC7-FC80-4CFF-A83E-6A4B72BFCA0F}" type="presOf" srcId="{5CFB161C-5369-4F0D-8ED1-C7D2A1BEF7C7}" destId="{AD8A459A-3D7A-4D94-B649-2B5039199F92}" srcOrd="1" destOrd="0" presId="urn:microsoft.com/office/officeart/2005/8/layout/radial5"/>
    <dgm:cxn modelId="{E84953ED-EF65-498A-98FA-CCDD9ED94203}" type="presOf" srcId="{5847736A-F5B1-4509-9E77-DCBBDAA8F434}" destId="{75B531F2-5F93-49D3-AE43-26E976D239BB}" srcOrd="0" destOrd="0" presId="urn:microsoft.com/office/officeart/2005/8/layout/radial5"/>
    <dgm:cxn modelId="{5D53A5ED-3788-4255-86D1-925C19D641F5}" type="presOf" srcId="{7C314680-5E23-4EB2-BE1B-D6C945406468}" destId="{02BA924F-66FE-40A7-97CF-50453AF6E14B}" srcOrd="0" destOrd="0" presId="urn:microsoft.com/office/officeart/2005/8/layout/radial5"/>
    <dgm:cxn modelId="{CA8AA8F5-F5E3-45F4-935E-A999A346D4F1}" type="presOf" srcId="{A0E2016B-8C22-4F5D-9A67-7F5302796644}" destId="{D2A4EC3D-EAF6-43B4-A4EC-9B2AF4ED5DE5}" srcOrd="0" destOrd="0" presId="urn:microsoft.com/office/officeart/2005/8/layout/radial5"/>
    <dgm:cxn modelId="{685E7A91-4199-4A35-A577-C906C92AA0BE}" type="presParOf" srcId="{E2CCBEA3-28A1-4496-BE12-697755DAEF64}" destId="{28C10BBB-8504-45AB-A476-6A3EE4DF1A8F}" srcOrd="0" destOrd="0" presId="urn:microsoft.com/office/officeart/2005/8/layout/radial5"/>
    <dgm:cxn modelId="{B9EAE738-1F64-49E1-A3D6-5FDBC425A01E}" type="presParOf" srcId="{E2CCBEA3-28A1-4496-BE12-697755DAEF64}" destId="{EE64D8AD-4307-4710-8599-7CF64ABC8949}" srcOrd="1" destOrd="0" presId="urn:microsoft.com/office/officeart/2005/8/layout/radial5"/>
    <dgm:cxn modelId="{0192828E-4755-4628-BA5F-D72A23B97FBE}" type="presParOf" srcId="{EE64D8AD-4307-4710-8599-7CF64ABC8949}" destId="{02CEC15F-2E8E-4D77-B884-DBA50D732BD9}" srcOrd="0" destOrd="0" presId="urn:microsoft.com/office/officeart/2005/8/layout/radial5"/>
    <dgm:cxn modelId="{0770D2C0-C686-4BB8-85F8-98D1DE0F1E42}" type="presParOf" srcId="{E2CCBEA3-28A1-4496-BE12-697755DAEF64}" destId="{02BA924F-66FE-40A7-97CF-50453AF6E14B}" srcOrd="2" destOrd="0" presId="urn:microsoft.com/office/officeart/2005/8/layout/radial5"/>
    <dgm:cxn modelId="{EEC9918D-4B75-45E4-AC58-66B1973713F8}" type="presParOf" srcId="{E2CCBEA3-28A1-4496-BE12-697755DAEF64}" destId="{CD93B90A-013D-4A45-8678-6FB9234B336E}" srcOrd="3" destOrd="0" presId="urn:microsoft.com/office/officeart/2005/8/layout/radial5"/>
    <dgm:cxn modelId="{7B76EBAA-ED3D-4C51-BC3D-B7BD05BC5B92}" type="presParOf" srcId="{CD93B90A-013D-4A45-8678-6FB9234B336E}" destId="{AD8A459A-3D7A-4D94-B649-2B5039199F92}" srcOrd="0" destOrd="0" presId="urn:microsoft.com/office/officeart/2005/8/layout/radial5"/>
    <dgm:cxn modelId="{23F4CAEA-FC51-4251-8DCB-1113B616AEAC}" type="presParOf" srcId="{E2CCBEA3-28A1-4496-BE12-697755DAEF64}" destId="{9CF51613-A651-4B97-B01E-2422B0E1AEFA}" srcOrd="4" destOrd="0" presId="urn:microsoft.com/office/officeart/2005/8/layout/radial5"/>
    <dgm:cxn modelId="{BE47981B-EFBB-4614-8246-F8D7479AB06B}" type="presParOf" srcId="{E2CCBEA3-28A1-4496-BE12-697755DAEF64}" destId="{05A94DFF-0487-4120-8F92-DC17453000DB}" srcOrd="5" destOrd="0" presId="urn:microsoft.com/office/officeart/2005/8/layout/radial5"/>
    <dgm:cxn modelId="{92225C5C-6FDD-4041-8823-D19FA4A8B5E0}" type="presParOf" srcId="{05A94DFF-0487-4120-8F92-DC17453000DB}" destId="{52CAD699-D61A-4FF0-AF04-8AC946158392}" srcOrd="0" destOrd="0" presId="urn:microsoft.com/office/officeart/2005/8/layout/radial5"/>
    <dgm:cxn modelId="{CA76D047-1D70-43B9-BB04-FFFA3F4E0AA7}" type="presParOf" srcId="{E2CCBEA3-28A1-4496-BE12-697755DAEF64}" destId="{30D3CE37-EB5A-40CB-BEED-E1891C95C9F1}" srcOrd="6" destOrd="0" presId="urn:microsoft.com/office/officeart/2005/8/layout/radial5"/>
    <dgm:cxn modelId="{F3DEB11B-776F-47E3-BE68-16E343F8A4C0}" type="presParOf" srcId="{E2CCBEA3-28A1-4496-BE12-697755DAEF64}" destId="{75B531F2-5F93-49D3-AE43-26E976D239BB}" srcOrd="7" destOrd="0" presId="urn:microsoft.com/office/officeart/2005/8/layout/radial5"/>
    <dgm:cxn modelId="{4269C03B-DA72-424F-B482-B7AEF48B2AF4}" type="presParOf" srcId="{75B531F2-5F93-49D3-AE43-26E976D239BB}" destId="{B5B22334-E9EA-444A-8430-B79ABEA56A50}" srcOrd="0" destOrd="0" presId="urn:microsoft.com/office/officeart/2005/8/layout/radial5"/>
    <dgm:cxn modelId="{FA8987A4-B9C2-43DA-960D-910798198C85}" type="presParOf" srcId="{E2CCBEA3-28A1-4496-BE12-697755DAEF64}" destId="{45E98B5D-47CB-498A-A964-7A65884DB3BA}" srcOrd="8" destOrd="0" presId="urn:microsoft.com/office/officeart/2005/8/layout/radial5"/>
    <dgm:cxn modelId="{ACAD222B-5C30-4DF7-9CE5-295E79A91516}" type="presParOf" srcId="{E2CCBEA3-28A1-4496-BE12-697755DAEF64}" destId="{D2A4EC3D-EAF6-43B4-A4EC-9B2AF4ED5DE5}" srcOrd="9" destOrd="0" presId="urn:microsoft.com/office/officeart/2005/8/layout/radial5"/>
    <dgm:cxn modelId="{A20571C7-3095-445E-B8B7-B8D3D4EE4B4E}" type="presParOf" srcId="{D2A4EC3D-EAF6-43B4-A4EC-9B2AF4ED5DE5}" destId="{6484FC23-0C7C-4F0E-BF5F-81A6253BE955}" srcOrd="0" destOrd="0" presId="urn:microsoft.com/office/officeart/2005/8/layout/radial5"/>
    <dgm:cxn modelId="{20DD7099-CDA4-45A3-8C54-93CE274EA327}" type="presParOf" srcId="{E2CCBEA3-28A1-4496-BE12-697755DAEF64}" destId="{4E2FC945-FA89-46D8-B80E-77B5C70122A8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23F60F1-31C5-4FBB-8783-FC5252601EE3}" type="doc">
      <dgm:prSet loTypeId="urn:microsoft.com/office/officeart/2005/8/layout/cycle6" loCatId="cycle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ZA"/>
        </a:p>
      </dgm:t>
    </dgm:pt>
    <dgm:pt modelId="{B307FDD9-8893-43AC-AC4C-8B2EA8DCE41B}">
      <dgm:prSet phldrT="[Text]" custT="1"/>
      <dgm:spPr/>
      <dgm:t>
        <a:bodyPr/>
        <a:lstStyle/>
        <a:p>
          <a:r>
            <a:rPr lang="en-ZA" sz="2000" dirty="0"/>
            <a:t>Early detection</a:t>
          </a:r>
        </a:p>
      </dgm:t>
    </dgm:pt>
    <dgm:pt modelId="{7AC3B208-329E-4AB0-81B6-D2111F2F9B3F}" type="parTrans" cxnId="{5D314B97-2BBA-4EF2-8AE3-B1C74531FB70}">
      <dgm:prSet/>
      <dgm:spPr/>
      <dgm:t>
        <a:bodyPr/>
        <a:lstStyle/>
        <a:p>
          <a:endParaRPr lang="en-ZA"/>
        </a:p>
      </dgm:t>
    </dgm:pt>
    <dgm:pt modelId="{CCFFF0E6-0455-4910-BBE0-2FCDAD0E6CF7}" type="sibTrans" cxnId="{5D314B97-2BBA-4EF2-8AE3-B1C74531FB70}">
      <dgm:prSet/>
      <dgm:spPr/>
      <dgm:t>
        <a:bodyPr/>
        <a:lstStyle/>
        <a:p>
          <a:endParaRPr lang="en-ZA"/>
        </a:p>
      </dgm:t>
    </dgm:pt>
    <dgm:pt modelId="{512289D8-CA15-49B9-AE5F-8BDBBCDF13E4}">
      <dgm:prSet phldrT="[Text]" custT="1"/>
      <dgm:spPr/>
      <dgm:t>
        <a:bodyPr/>
        <a:lstStyle/>
        <a:p>
          <a:r>
            <a:rPr lang="en-ZA" sz="2000" dirty="0"/>
            <a:t>Safer code</a:t>
          </a:r>
        </a:p>
      </dgm:t>
    </dgm:pt>
    <dgm:pt modelId="{D8E39A89-08E6-4FF4-9A9A-A481C6D81450}" type="parTrans" cxnId="{1E23DE67-AAA9-4B6B-BF01-AD79FC936C05}">
      <dgm:prSet/>
      <dgm:spPr/>
      <dgm:t>
        <a:bodyPr/>
        <a:lstStyle/>
        <a:p>
          <a:endParaRPr lang="en-ZA"/>
        </a:p>
      </dgm:t>
    </dgm:pt>
    <dgm:pt modelId="{B51A57F5-AD15-46A7-A139-198528A04040}" type="sibTrans" cxnId="{1E23DE67-AAA9-4B6B-BF01-AD79FC936C05}">
      <dgm:prSet/>
      <dgm:spPr/>
      <dgm:t>
        <a:bodyPr/>
        <a:lstStyle/>
        <a:p>
          <a:endParaRPr lang="en-ZA"/>
        </a:p>
      </dgm:t>
    </dgm:pt>
    <dgm:pt modelId="{3951B11B-376A-4F13-991F-68D27CF57AF8}">
      <dgm:prSet phldrT="[Text]" custT="1"/>
      <dgm:spPr/>
      <dgm:t>
        <a:bodyPr/>
        <a:lstStyle/>
        <a:p>
          <a:r>
            <a:rPr lang="en-ZA" sz="2000" dirty="0"/>
            <a:t>Lower cost to fix</a:t>
          </a:r>
        </a:p>
      </dgm:t>
    </dgm:pt>
    <dgm:pt modelId="{39952E82-364C-4767-8983-7C0027D57C9E}" type="parTrans" cxnId="{14CE2A60-DA60-4065-AFBA-D184B6488D14}">
      <dgm:prSet/>
      <dgm:spPr/>
      <dgm:t>
        <a:bodyPr/>
        <a:lstStyle/>
        <a:p>
          <a:endParaRPr lang="en-ZA"/>
        </a:p>
      </dgm:t>
    </dgm:pt>
    <dgm:pt modelId="{F7D125CA-513D-4465-85A5-1BDE8EC1FFC0}" type="sibTrans" cxnId="{14CE2A60-DA60-4065-AFBA-D184B6488D14}">
      <dgm:prSet/>
      <dgm:spPr/>
      <dgm:t>
        <a:bodyPr/>
        <a:lstStyle/>
        <a:p>
          <a:endParaRPr lang="en-ZA"/>
        </a:p>
      </dgm:t>
    </dgm:pt>
    <dgm:pt modelId="{AF0280BF-B33A-469A-B8F7-A6BA40D7E1B7}">
      <dgm:prSet phldrT="[Text]" custT="1"/>
      <dgm:spPr/>
      <dgm:t>
        <a:bodyPr/>
        <a:lstStyle/>
        <a:p>
          <a:r>
            <a:rPr lang="en-ZA" sz="2000" dirty="0"/>
            <a:t>Better optimisation</a:t>
          </a:r>
        </a:p>
      </dgm:t>
    </dgm:pt>
    <dgm:pt modelId="{72E0EE3C-0171-4406-99A0-A36DF5AC8840}" type="parTrans" cxnId="{68AF1D91-EB01-4F86-85FB-4BCCA8F43ED1}">
      <dgm:prSet/>
      <dgm:spPr/>
      <dgm:t>
        <a:bodyPr/>
        <a:lstStyle/>
        <a:p>
          <a:endParaRPr lang="en-ZA"/>
        </a:p>
      </dgm:t>
    </dgm:pt>
    <dgm:pt modelId="{777529C3-633E-4E3F-B7BF-E1B27DD13014}" type="sibTrans" cxnId="{68AF1D91-EB01-4F86-85FB-4BCCA8F43ED1}">
      <dgm:prSet/>
      <dgm:spPr/>
      <dgm:t>
        <a:bodyPr/>
        <a:lstStyle/>
        <a:p>
          <a:endParaRPr lang="en-ZA"/>
        </a:p>
      </dgm:t>
    </dgm:pt>
    <dgm:pt modelId="{FCEF8728-5062-467B-8FD6-88A8E34194D5}">
      <dgm:prSet phldrT="[Text]" custT="1"/>
      <dgm:spPr/>
      <dgm:t>
        <a:bodyPr/>
        <a:lstStyle/>
        <a:p>
          <a:r>
            <a:rPr lang="en-ZA" sz="2000" dirty="0"/>
            <a:t>Confidence to refactor</a:t>
          </a:r>
        </a:p>
      </dgm:t>
    </dgm:pt>
    <dgm:pt modelId="{8350E7A7-548E-4C98-A10C-EB1B3F17ED94}" type="parTrans" cxnId="{9AE602C2-B882-4DA1-8CFE-76BFC696AA5E}">
      <dgm:prSet/>
      <dgm:spPr/>
      <dgm:t>
        <a:bodyPr/>
        <a:lstStyle/>
        <a:p>
          <a:endParaRPr lang="en-ZA"/>
        </a:p>
      </dgm:t>
    </dgm:pt>
    <dgm:pt modelId="{0AED79E8-F27D-4B54-B231-D4E792CF7A9E}" type="sibTrans" cxnId="{9AE602C2-B882-4DA1-8CFE-76BFC696AA5E}">
      <dgm:prSet/>
      <dgm:spPr/>
      <dgm:t>
        <a:bodyPr/>
        <a:lstStyle/>
        <a:p>
          <a:endParaRPr lang="en-ZA"/>
        </a:p>
      </dgm:t>
    </dgm:pt>
    <dgm:pt modelId="{DA29C09D-7F2E-4FA9-9C26-D50104FAD5D7}" type="pres">
      <dgm:prSet presAssocID="{423F60F1-31C5-4FBB-8783-FC5252601EE3}" presName="cycle" presStyleCnt="0">
        <dgm:presLayoutVars>
          <dgm:dir/>
          <dgm:resizeHandles val="exact"/>
        </dgm:presLayoutVars>
      </dgm:prSet>
      <dgm:spPr/>
    </dgm:pt>
    <dgm:pt modelId="{D08B1C0A-ED62-4378-8598-5BDBEE12A2E1}" type="pres">
      <dgm:prSet presAssocID="{B307FDD9-8893-43AC-AC4C-8B2EA8DCE41B}" presName="node" presStyleLbl="node1" presStyleIdx="0" presStyleCnt="5" custScaleX="115273">
        <dgm:presLayoutVars>
          <dgm:bulletEnabled val="1"/>
        </dgm:presLayoutVars>
      </dgm:prSet>
      <dgm:spPr/>
    </dgm:pt>
    <dgm:pt modelId="{5F443E34-30C9-45C0-9BF1-290927BD66BC}" type="pres">
      <dgm:prSet presAssocID="{B307FDD9-8893-43AC-AC4C-8B2EA8DCE41B}" presName="spNode" presStyleCnt="0"/>
      <dgm:spPr/>
    </dgm:pt>
    <dgm:pt modelId="{C40D2356-ADFE-445E-B2B0-600F11369D40}" type="pres">
      <dgm:prSet presAssocID="{CCFFF0E6-0455-4910-BBE0-2FCDAD0E6CF7}" presName="sibTrans" presStyleLbl="sibTrans1D1" presStyleIdx="0" presStyleCnt="5"/>
      <dgm:spPr/>
    </dgm:pt>
    <dgm:pt modelId="{74DFAF1B-CCD4-435A-9021-4A6A645AE06B}" type="pres">
      <dgm:prSet presAssocID="{512289D8-CA15-49B9-AE5F-8BDBBCDF13E4}" presName="node" presStyleLbl="node1" presStyleIdx="1" presStyleCnt="5" custScaleX="108148">
        <dgm:presLayoutVars>
          <dgm:bulletEnabled val="1"/>
        </dgm:presLayoutVars>
      </dgm:prSet>
      <dgm:spPr/>
    </dgm:pt>
    <dgm:pt modelId="{3F92305A-FF76-4C8D-B25C-861AF4813816}" type="pres">
      <dgm:prSet presAssocID="{512289D8-CA15-49B9-AE5F-8BDBBCDF13E4}" presName="spNode" presStyleCnt="0"/>
      <dgm:spPr/>
    </dgm:pt>
    <dgm:pt modelId="{A5156D73-DB39-4233-B31D-D197E7BE37A9}" type="pres">
      <dgm:prSet presAssocID="{B51A57F5-AD15-46A7-A139-198528A04040}" presName="sibTrans" presStyleLbl="sibTrans1D1" presStyleIdx="1" presStyleCnt="5"/>
      <dgm:spPr/>
    </dgm:pt>
    <dgm:pt modelId="{478BBBD6-53AB-403A-B7A9-A6BD24D95CF1}" type="pres">
      <dgm:prSet presAssocID="{3951B11B-376A-4F13-991F-68D27CF57AF8}" presName="node" presStyleLbl="node1" presStyleIdx="2" presStyleCnt="5" custScaleX="111207">
        <dgm:presLayoutVars>
          <dgm:bulletEnabled val="1"/>
        </dgm:presLayoutVars>
      </dgm:prSet>
      <dgm:spPr/>
    </dgm:pt>
    <dgm:pt modelId="{F368502B-9C09-46A4-A048-B1949AC8737B}" type="pres">
      <dgm:prSet presAssocID="{3951B11B-376A-4F13-991F-68D27CF57AF8}" presName="spNode" presStyleCnt="0"/>
      <dgm:spPr/>
    </dgm:pt>
    <dgm:pt modelId="{F4126A82-2A0D-40BE-BF67-9A623299C4D6}" type="pres">
      <dgm:prSet presAssocID="{F7D125CA-513D-4465-85A5-1BDE8EC1FFC0}" presName="sibTrans" presStyleLbl="sibTrans1D1" presStyleIdx="2" presStyleCnt="5"/>
      <dgm:spPr/>
    </dgm:pt>
    <dgm:pt modelId="{937F5D26-64F0-4050-9445-BC3FC6EB9E0A}" type="pres">
      <dgm:prSet presAssocID="{AF0280BF-B33A-469A-B8F7-A6BA40D7E1B7}" presName="node" presStyleLbl="node1" presStyleIdx="3" presStyleCnt="5" custScaleX="110198">
        <dgm:presLayoutVars>
          <dgm:bulletEnabled val="1"/>
        </dgm:presLayoutVars>
      </dgm:prSet>
      <dgm:spPr/>
    </dgm:pt>
    <dgm:pt modelId="{0D333EEC-1F70-4951-AD4A-A9E569D12F12}" type="pres">
      <dgm:prSet presAssocID="{AF0280BF-B33A-469A-B8F7-A6BA40D7E1B7}" presName="spNode" presStyleCnt="0"/>
      <dgm:spPr/>
    </dgm:pt>
    <dgm:pt modelId="{05E2387E-C005-469C-A33A-EBD81FD3F524}" type="pres">
      <dgm:prSet presAssocID="{777529C3-633E-4E3F-B7BF-E1B27DD13014}" presName="sibTrans" presStyleLbl="sibTrans1D1" presStyleIdx="3" presStyleCnt="5"/>
      <dgm:spPr/>
    </dgm:pt>
    <dgm:pt modelId="{1AB4AF5D-6C79-4A34-BD01-088819B3B001}" type="pres">
      <dgm:prSet presAssocID="{FCEF8728-5062-467B-8FD6-88A8E34194D5}" presName="node" presStyleLbl="node1" presStyleIdx="4" presStyleCnt="5" custScaleX="108064">
        <dgm:presLayoutVars>
          <dgm:bulletEnabled val="1"/>
        </dgm:presLayoutVars>
      </dgm:prSet>
      <dgm:spPr/>
    </dgm:pt>
    <dgm:pt modelId="{DB8DAEFD-92BF-47D9-BA6C-D0F80BBE7550}" type="pres">
      <dgm:prSet presAssocID="{FCEF8728-5062-467B-8FD6-88A8E34194D5}" presName="spNode" presStyleCnt="0"/>
      <dgm:spPr/>
    </dgm:pt>
    <dgm:pt modelId="{536DA638-6566-4D23-ADD1-FC8F7B640C65}" type="pres">
      <dgm:prSet presAssocID="{0AED79E8-F27D-4B54-B231-D4E792CF7A9E}" presName="sibTrans" presStyleLbl="sibTrans1D1" presStyleIdx="4" presStyleCnt="5"/>
      <dgm:spPr/>
    </dgm:pt>
  </dgm:ptLst>
  <dgm:cxnLst>
    <dgm:cxn modelId="{F484E110-83C7-46CA-8D76-23A78B62808A}" type="presOf" srcId="{B51A57F5-AD15-46A7-A139-198528A04040}" destId="{A5156D73-DB39-4233-B31D-D197E7BE37A9}" srcOrd="0" destOrd="0" presId="urn:microsoft.com/office/officeart/2005/8/layout/cycle6"/>
    <dgm:cxn modelId="{268FF112-1AB2-431D-8039-E9B930501F0C}" type="presOf" srcId="{FCEF8728-5062-467B-8FD6-88A8E34194D5}" destId="{1AB4AF5D-6C79-4A34-BD01-088819B3B001}" srcOrd="0" destOrd="0" presId="urn:microsoft.com/office/officeart/2005/8/layout/cycle6"/>
    <dgm:cxn modelId="{14AF5B34-06D7-4DD6-8D94-E2CC70CEE15A}" type="presOf" srcId="{0AED79E8-F27D-4B54-B231-D4E792CF7A9E}" destId="{536DA638-6566-4D23-ADD1-FC8F7B640C65}" srcOrd="0" destOrd="0" presId="urn:microsoft.com/office/officeart/2005/8/layout/cycle6"/>
    <dgm:cxn modelId="{14CE2A60-DA60-4065-AFBA-D184B6488D14}" srcId="{423F60F1-31C5-4FBB-8783-FC5252601EE3}" destId="{3951B11B-376A-4F13-991F-68D27CF57AF8}" srcOrd="2" destOrd="0" parTransId="{39952E82-364C-4767-8983-7C0027D57C9E}" sibTransId="{F7D125CA-513D-4465-85A5-1BDE8EC1FFC0}"/>
    <dgm:cxn modelId="{8655CB45-2664-462D-A9DA-34C1BF0288C6}" type="presOf" srcId="{F7D125CA-513D-4465-85A5-1BDE8EC1FFC0}" destId="{F4126A82-2A0D-40BE-BF67-9A623299C4D6}" srcOrd="0" destOrd="0" presId="urn:microsoft.com/office/officeart/2005/8/layout/cycle6"/>
    <dgm:cxn modelId="{1E23DE67-AAA9-4B6B-BF01-AD79FC936C05}" srcId="{423F60F1-31C5-4FBB-8783-FC5252601EE3}" destId="{512289D8-CA15-49B9-AE5F-8BDBBCDF13E4}" srcOrd="1" destOrd="0" parTransId="{D8E39A89-08E6-4FF4-9A9A-A481C6D81450}" sibTransId="{B51A57F5-AD15-46A7-A139-198528A04040}"/>
    <dgm:cxn modelId="{0BB1E94D-19DB-486B-8309-9C1E8E8CE3B9}" type="presOf" srcId="{423F60F1-31C5-4FBB-8783-FC5252601EE3}" destId="{DA29C09D-7F2E-4FA9-9C26-D50104FAD5D7}" srcOrd="0" destOrd="0" presId="urn:microsoft.com/office/officeart/2005/8/layout/cycle6"/>
    <dgm:cxn modelId="{CB789050-67D5-4E89-B134-3E4031D77A30}" type="presOf" srcId="{CCFFF0E6-0455-4910-BBE0-2FCDAD0E6CF7}" destId="{C40D2356-ADFE-445E-B2B0-600F11369D40}" srcOrd="0" destOrd="0" presId="urn:microsoft.com/office/officeart/2005/8/layout/cycle6"/>
    <dgm:cxn modelId="{D6895A86-4D59-41D5-8986-885C71C2C4AA}" type="presOf" srcId="{B307FDD9-8893-43AC-AC4C-8B2EA8DCE41B}" destId="{D08B1C0A-ED62-4378-8598-5BDBEE12A2E1}" srcOrd="0" destOrd="0" presId="urn:microsoft.com/office/officeart/2005/8/layout/cycle6"/>
    <dgm:cxn modelId="{68AF1D91-EB01-4F86-85FB-4BCCA8F43ED1}" srcId="{423F60F1-31C5-4FBB-8783-FC5252601EE3}" destId="{AF0280BF-B33A-469A-B8F7-A6BA40D7E1B7}" srcOrd="3" destOrd="0" parTransId="{72E0EE3C-0171-4406-99A0-A36DF5AC8840}" sibTransId="{777529C3-633E-4E3F-B7BF-E1B27DD13014}"/>
    <dgm:cxn modelId="{6B007096-F906-48B1-8413-ED8B94F65AA5}" type="presOf" srcId="{512289D8-CA15-49B9-AE5F-8BDBBCDF13E4}" destId="{74DFAF1B-CCD4-435A-9021-4A6A645AE06B}" srcOrd="0" destOrd="0" presId="urn:microsoft.com/office/officeart/2005/8/layout/cycle6"/>
    <dgm:cxn modelId="{5D314B97-2BBA-4EF2-8AE3-B1C74531FB70}" srcId="{423F60F1-31C5-4FBB-8783-FC5252601EE3}" destId="{B307FDD9-8893-43AC-AC4C-8B2EA8DCE41B}" srcOrd="0" destOrd="0" parTransId="{7AC3B208-329E-4AB0-81B6-D2111F2F9B3F}" sibTransId="{CCFFF0E6-0455-4910-BBE0-2FCDAD0E6CF7}"/>
    <dgm:cxn modelId="{C3F5E9B7-26CD-4D60-82BC-11D645228F20}" type="presOf" srcId="{AF0280BF-B33A-469A-B8F7-A6BA40D7E1B7}" destId="{937F5D26-64F0-4050-9445-BC3FC6EB9E0A}" srcOrd="0" destOrd="0" presId="urn:microsoft.com/office/officeart/2005/8/layout/cycle6"/>
    <dgm:cxn modelId="{0021DAB8-52C9-4B5F-B854-835553617F5F}" type="presOf" srcId="{777529C3-633E-4E3F-B7BF-E1B27DD13014}" destId="{05E2387E-C005-469C-A33A-EBD81FD3F524}" srcOrd="0" destOrd="0" presId="urn:microsoft.com/office/officeart/2005/8/layout/cycle6"/>
    <dgm:cxn modelId="{9AE602C2-B882-4DA1-8CFE-76BFC696AA5E}" srcId="{423F60F1-31C5-4FBB-8783-FC5252601EE3}" destId="{FCEF8728-5062-467B-8FD6-88A8E34194D5}" srcOrd="4" destOrd="0" parTransId="{8350E7A7-548E-4C98-A10C-EB1B3F17ED94}" sibTransId="{0AED79E8-F27D-4B54-B231-D4E792CF7A9E}"/>
    <dgm:cxn modelId="{2A17BCFC-99BF-4953-A9AA-D07499848C18}" type="presOf" srcId="{3951B11B-376A-4F13-991F-68D27CF57AF8}" destId="{478BBBD6-53AB-403A-B7A9-A6BD24D95CF1}" srcOrd="0" destOrd="0" presId="urn:microsoft.com/office/officeart/2005/8/layout/cycle6"/>
    <dgm:cxn modelId="{FC525990-A933-4019-8E4E-7610BFC137E1}" type="presParOf" srcId="{DA29C09D-7F2E-4FA9-9C26-D50104FAD5D7}" destId="{D08B1C0A-ED62-4378-8598-5BDBEE12A2E1}" srcOrd="0" destOrd="0" presId="urn:microsoft.com/office/officeart/2005/8/layout/cycle6"/>
    <dgm:cxn modelId="{7E5FBD55-79F0-4F1A-B7A1-24F50EB48906}" type="presParOf" srcId="{DA29C09D-7F2E-4FA9-9C26-D50104FAD5D7}" destId="{5F443E34-30C9-45C0-9BF1-290927BD66BC}" srcOrd="1" destOrd="0" presId="urn:microsoft.com/office/officeart/2005/8/layout/cycle6"/>
    <dgm:cxn modelId="{30C69805-278C-4B39-B1AB-95AD87615E1F}" type="presParOf" srcId="{DA29C09D-7F2E-4FA9-9C26-D50104FAD5D7}" destId="{C40D2356-ADFE-445E-B2B0-600F11369D40}" srcOrd="2" destOrd="0" presId="urn:microsoft.com/office/officeart/2005/8/layout/cycle6"/>
    <dgm:cxn modelId="{170AFE9D-B76F-4E7C-BED1-14A69CC63457}" type="presParOf" srcId="{DA29C09D-7F2E-4FA9-9C26-D50104FAD5D7}" destId="{74DFAF1B-CCD4-435A-9021-4A6A645AE06B}" srcOrd="3" destOrd="0" presId="urn:microsoft.com/office/officeart/2005/8/layout/cycle6"/>
    <dgm:cxn modelId="{BC77391B-5FE8-43B8-95CB-D4C5FA19B119}" type="presParOf" srcId="{DA29C09D-7F2E-4FA9-9C26-D50104FAD5D7}" destId="{3F92305A-FF76-4C8D-B25C-861AF4813816}" srcOrd="4" destOrd="0" presId="urn:microsoft.com/office/officeart/2005/8/layout/cycle6"/>
    <dgm:cxn modelId="{467A1D2C-C7EB-4E49-8B41-6B7EE8CCE652}" type="presParOf" srcId="{DA29C09D-7F2E-4FA9-9C26-D50104FAD5D7}" destId="{A5156D73-DB39-4233-B31D-D197E7BE37A9}" srcOrd="5" destOrd="0" presId="urn:microsoft.com/office/officeart/2005/8/layout/cycle6"/>
    <dgm:cxn modelId="{035D099C-6828-434C-AEC2-EE0D41020C51}" type="presParOf" srcId="{DA29C09D-7F2E-4FA9-9C26-D50104FAD5D7}" destId="{478BBBD6-53AB-403A-B7A9-A6BD24D95CF1}" srcOrd="6" destOrd="0" presId="urn:microsoft.com/office/officeart/2005/8/layout/cycle6"/>
    <dgm:cxn modelId="{74AE88DB-D59D-4625-A004-C6AE4ABE3682}" type="presParOf" srcId="{DA29C09D-7F2E-4FA9-9C26-D50104FAD5D7}" destId="{F368502B-9C09-46A4-A048-B1949AC8737B}" srcOrd="7" destOrd="0" presId="urn:microsoft.com/office/officeart/2005/8/layout/cycle6"/>
    <dgm:cxn modelId="{311D498A-573D-4167-883A-B867471567DD}" type="presParOf" srcId="{DA29C09D-7F2E-4FA9-9C26-D50104FAD5D7}" destId="{F4126A82-2A0D-40BE-BF67-9A623299C4D6}" srcOrd="8" destOrd="0" presId="urn:microsoft.com/office/officeart/2005/8/layout/cycle6"/>
    <dgm:cxn modelId="{A8D68B14-8A82-4779-9809-12A3E120D9D9}" type="presParOf" srcId="{DA29C09D-7F2E-4FA9-9C26-D50104FAD5D7}" destId="{937F5D26-64F0-4050-9445-BC3FC6EB9E0A}" srcOrd="9" destOrd="0" presId="urn:microsoft.com/office/officeart/2005/8/layout/cycle6"/>
    <dgm:cxn modelId="{05526CE1-117F-40B8-8174-EDC5AD825735}" type="presParOf" srcId="{DA29C09D-7F2E-4FA9-9C26-D50104FAD5D7}" destId="{0D333EEC-1F70-4951-AD4A-A9E569D12F12}" srcOrd="10" destOrd="0" presId="urn:microsoft.com/office/officeart/2005/8/layout/cycle6"/>
    <dgm:cxn modelId="{3F58D14E-1DB3-4637-8D18-94CD385B1011}" type="presParOf" srcId="{DA29C09D-7F2E-4FA9-9C26-D50104FAD5D7}" destId="{05E2387E-C005-469C-A33A-EBD81FD3F524}" srcOrd="11" destOrd="0" presId="urn:microsoft.com/office/officeart/2005/8/layout/cycle6"/>
    <dgm:cxn modelId="{64940411-0616-4CD2-B8D0-8BAC1409B7F3}" type="presParOf" srcId="{DA29C09D-7F2E-4FA9-9C26-D50104FAD5D7}" destId="{1AB4AF5D-6C79-4A34-BD01-088819B3B001}" srcOrd="12" destOrd="0" presId="urn:microsoft.com/office/officeart/2005/8/layout/cycle6"/>
    <dgm:cxn modelId="{D5C1CABD-4B51-4058-8539-073D7A5118EB}" type="presParOf" srcId="{DA29C09D-7F2E-4FA9-9C26-D50104FAD5D7}" destId="{DB8DAEFD-92BF-47D9-BA6C-D0F80BBE7550}" srcOrd="13" destOrd="0" presId="urn:microsoft.com/office/officeart/2005/8/layout/cycle6"/>
    <dgm:cxn modelId="{F36E21B4-09BA-4BEF-BCB2-869699F8E66B}" type="presParOf" srcId="{DA29C09D-7F2E-4FA9-9C26-D50104FAD5D7}" destId="{536DA638-6566-4D23-ADD1-FC8F7B640C65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B5E80-789F-40A0-964D-5D57F5B4244F}">
      <dsp:nvSpPr>
        <dsp:cNvPr id="0" name=""/>
        <dsp:cNvSpPr/>
      </dsp:nvSpPr>
      <dsp:spPr>
        <a:xfrm>
          <a:off x="3102890" y="1612833"/>
          <a:ext cx="2049981" cy="1773316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900" kern="1200" dirty="0"/>
            <a:t>Why?</a:t>
          </a:r>
        </a:p>
      </dsp:txBody>
      <dsp:txXfrm>
        <a:off x="3442601" y="1906696"/>
        <a:ext cx="1370559" cy="1185590"/>
      </dsp:txXfrm>
    </dsp:sp>
    <dsp:sp modelId="{3EFD42DD-FF14-45F5-B75E-465390FF37DC}">
      <dsp:nvSpPr>
        <dsp:cNvPr id="0" name=""/>
        <dsp:cNvSpPr/>
      </dsp:nvSpPr>
      <dsp:spPr>
        <a:xfrm>
          <a:off x="4386573" y="764421"/>
          <a:ext cx="773451" cy="6664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20C93-8919-40F4-8657-B3C989C29FEE}">
      <dsp:nvSpPr>
        <dsp:cNvPr id="0" name=""/>
        <dsp:cNvSpPr/>
      </dsp:nvSpPr>
      <dsp:spPr>
        <a:xfrm>
          <a:off x="3291723" y="0"/>
          <a:ext cx="1679945" cy="1453349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/>
            <a:t>Encapsulation &amp; data hiding</a:t>
          </a:r>
        </a:p>
      </dsp:txBody>
      <dsp:txXfrm>
        <a:off x="3570126" y="240851"/>
        <a:ext cx="1123139" cy="971647"/>
      </dsp:txXfrm>
    </dsp:sp>
    <dsp:sp modelId="{084C9CB8-0BCF-4622-8289-20817479A94B}">
      <dsp:nvSpPr>
        <dsp:cNvPr id="0" name=""/>
        <dsp:cNvSpPr/>
      </dsp:nvSpPr>
      <dsp:spPr>
        <a:xfrm>
          <a:off x="5289251" y="2010292"/>
          <a:ext cx="773451" cy="6664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4EEC5-DE44-41A9-A37D-A296086229AF}">
      <dsp:nvSpPr>
        <dsp:cNvPr id="0" name=""/>
        <dsp:cNvSpPr/>
      </dsp:nvSpPr>
      <dsp:spPr>
        <a:xfrm>
          <a:off x="4832428" y="893907"/>
          <a:ext cx="1679945" cy="1453349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shade val="50000"/>
            <a:hueOff val="0"/>
            <a:satOff val="-12475"/>
            <a:lumOff val="165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/>
            <a:t>Minimising dependencies</a:t>
          </a:r>
        </a:p>
      </dsp:txBody>
      <dsp:txXfrm>
        <a:off x="5110831" y="1134758"/>
        <a:ext cx="1123139" cy="971647"/>
      </dsp:txXfrm>
    </dsp:sp>
    <dsp:sp modelId="{49EB901F-CEAF-4924-81EC-3E57328477C7}">
      <dsp:nvSpPr>
        <dsp:cNvPr id="0" name=""/>
        <dsp:cNvSpPr/>
      </dsp:nvSpPr>
      <dsp:spPr>
        <a:xfrm>
          <a:off x="4662192" y="3416647"/>
          <a:ext cx="773451" cy="6664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FCBD1-788A-4944-B5F9-4B4D71625DF0}">
      <dsp:nvSpPr>
        <dsp:cNvPr id="0" name=""/>
        <dsp:cNvSpPr/>
      </dsp:nvSpPr>
      <dsp:spPr>
        <a:xfrm>
          <a:off x="4832428" y="2651226"/>
          <a:ext cx="1679945" cy="1453349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shade val="50000"/>
            <a:hueOff val="0"/>
            <a:satOff val="-24950"/>
            <a:lumOff val="3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/>
            <a:t>Improved maintainability</a:t>
          </a:r>
        </a:p>
      </dsp:txBody>
      <dsp:txXfrm>
        <a:off x="5110831" y="2892077"/>
        <a:ext cx="1123139" cy="971647"/>
      </dsp:txXfrm>
    </dsp:sp>
    <dsp:sp modelId="{A3D40480-02F5-4B1B-80A2-541A4A3A881B}">
      <dsp:nvSpPr>
        <dsp:cNvPr id="0" name=""/>
        <dsp:cNvSpPr/>
      </dsp:nvSpPr>
      <dsp:spPr>
        <a:xfrm>
          <a:off x="3106705" y="3562632"/>
          <a:ext cx="773451" cy="6664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B5A32-3BD7-47CE-BD7E-41F4987D072D}">
      <dsp:nvSpPr>
        <dsp:cNvPr id="0" name=""/>
        <dsp:cNvSpPr/>
      </dsp:nvSpPr>
      <dsp:spPr>
        <a:xfrm>
          <a:off x="3291723" y="3546134"/>
          <a:ext cx="1679945" cy="1453349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shade val="50000"/>
            <a:hueOff val="0"/>
            <a:satOff val="-37425"/>
            <a:lumOff val="496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/>
            <a:t>Better control over API design</a:t>
          </a:r>
        </a:p>
      </dsp:txBody>
      <dsp:txXfrm>
        <a:off x="3570126" y="3786985"/>
        <a:ext cx="1123139" cy="971647"/>
      </dsp:txXfrm>
    </dsp:sp>
    <dsp:sp modelId="{9E35CB06-0CFA-4272-B4AB-84AE25B1DC9B}">
      <dsp:nvSpPr>
        <dsp:cNvPr id="0" name=""/>
        <dsp:cNvSpPr/>
      </dsp:nvSpPr>
      <dsp:spPr>
        <a:xfrm>
          <a:off x="2189244" y="2317260"/>
          <a:ext cx="773451" cy="6664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028E6-826D-4916-A89E-22D4B290D3BB}">
      <dsp:nvSpPr>
        <dsp:cNvPr id="0" name=""/>
        <dsp:cNvSpPr/>
      </dsp:nvSpPr>
      <dsp:spPr>
        <a:xfrm>
          <a:off x="1743866" y="2652226"/>
          <a:ext cx="1679945" cy="1453349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shade val="50000"/>
            <a:hueOff val="0"/>
            <a:satOff val="-24950"/>
            <a:lumOff val="3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/>
            <a:t>Prevention of unintended usage</a:t>
          </a:r>
        </a:p>
      </dsp:txBody>
      <dsp:txXfrm>
        <a:off x="2022269" y="2893077"/>
        <a:ext cx="1123139" cy="971647"/>
      </dsp:txXfrm>
    </dsp:sp>
    <dsp:sp modelId="{BAA9AD75-9055-4694-882E-C1F728BEEC57}">
      <dsp:nvSpPr>
        <dsp:cNvPr id="0" name=""/>
        <dsp:cNvSpPr/>
      </dsp:nvSpPr>
      <dsp:spPr>
        <a:xfrm>
          <a:off x="1743866" y="891907"/>
          <a:ext cx="1679945" cy="1453349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shade val="50000"/>
            <a:hueOff val="0"/>
            <a:satOff val="-12475"/>
            <a:lumOff val="165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Security</a:t>
          </a:r>
        </a:p>
      </dsp:txBody>
      <dsp:txXfrm>
        <a:off x="2022269" y="1132758"/>
        <a:ext cx="1123139" cy="971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10BBB-8504-45AB-A476-6A3EE4DF1A8F}">
      <dsp:nvSpPr>
        <dsp:cNvPr id="0" name=""/>
        <dsp:cNvSpPr/>
      </dsp:nvSpPr>
      <dsp:spPr>
        <a:xfrm>
          <a:off x="3178337" y="1989670"/>
          <a:ext cx="1420189" cy="14201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sp:txBody>
      <dsp:txXfrm>
        <a:off x="3386319" y="2197652"/>
        <a:ext cx="1004225" cy="1004225"/>
      </dsp:txXfrm>
    </dsp:sp>
    <dsp:sp modelId="{EE64D8AD-4307-4710-8599-7CF64ABC8949}">
      <dsp:nvSpPr>
        <dsp:cNvPr id="0" name=""/>
        <dsp:cNvSpPr/>
      </dsp:nvSpPr>
      <dsp:spPr>
        <a:xfrm rot="16200000">
          <a:off x="3738191" y="1473270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3783263" y="1614915"/>
        <a:ext cx="210336" cy="289718"/>
      </dsp:txXfrm>
    </dsp:sp>
    <dsp:sp modelId="{02BA924F-66FE-40A7-97CF-50453AF6E14B}">
      <dsp:nvSpPr>
        <dsp:cNvPr id="0" name=""/>
        <dsp:cNvSpPr/>
      </dsp:nvSpPr>
      <dsp:spPr>
        <a:xfrm>
          <a:off x="3178337" y="2538"/>
          <a:ext cx="1420189" cy="14201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1" kern="1200"/>
            <a:t>Abstract </a:t>
          </a:r>
          <a:r>
            <a:rPr lang="en-ZA" sz="1400" b="1" kern="1200" dirty="0"/>
            <a:t>class</a:t>
          </a:r>
        </a:p>
      </dsp:txBody>
      <dsp:txXfrm>
        <a:off x="3386319" y="210520"/>
        <a:ext cx="1004225" cy="1004225"/>
      </dsp:txXfrm>
    </dsp:sp>
    <dsp:sp modelId="{CD93B90A-013D-4A45-8678-6FB9234B336E}">
      <dsp:nvSpPr>
        <dsp:cNvPr id="0" name=""/>
        <dsp:cNvSpPr/>
      </dsp:nvSpPr>
      <dsp:spPr>
        <a:xfrm rot="20520000">
          <a:off x="4675041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677247" y="2264433"/>
        <a:ext cx="210336" cy="289718"/>
      </dsp:txXfrm>
    </dsp:sp>
    <dsp:sp modelId="{9CF51613-A651-4B97-B01E-2422B0E1AEFA}">
      <dsp:nvSpPr>
        <dsp:cNvPr id="0" name=""/>
        <dsp:cNvSpPr/>
      </dsp:nvSpPr>
      <dsp:spPr>
        <a:xfrm>
          <a:off x="5068213" y="1375612"/>
          <a:ext cx="1420189" cy="1420189"/>
        </a:xfrm>
        <a:prstGeom prst="ellipse">
          <a:avLst/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Interface</a:t>
          </a:r>
        </a:p>
      </dsp:txBody>
      <dsp:txXfrm>
        <a:off x="5276195" y="1583594"/>
        <a:ext cx="1004225" cy="1004225"/>
      </dsp:txXfrm>
    </dsp:sp>
    <dsp:sp modelId="{05A94DFF-0487-4120-8F92-DC17453000DB}">
      <dsp:nvSpPr>
        <dsp:cNvPr id="0" name=""/>
        <dsp:cNvSpPr/>
      </dsp:nvSpPr>
      <dsp:spPr>
        <a:xfrm rot="3240000">
          <a:off x="431719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335775" y="3315374"/>
        <a:ext cx="210336" cy="289718"/>
      </dsp:txXfrm>
    </dsp:sp>
    <dsp:sp modelId="{30D3CE37-EB5A-40CB-BEED-E1891C95C9F1}">
      <dsp:nvSpPr>
        <dsp:cNvPr id="0" name=""/>
        <dsp:cNvSpPr/>
      </dsp:nvSpPr>
      <dsp:spPr>
        <a:xfrm>
          <a:off x="4346344" y="3597294"/>
          <a:ext cx="1420189" cy="1420189"/>
        </a:xfrm>
        <a:prstGeom prst="ellipse">
          <a:avLst/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Inner classes</a:t>
          </a:r>
        </a:p>
      </dsp:txBody>
      <dsp:txXfrm>
        <a:off x="4554326" y="3805276"/>
        <a:ext cx="1004225" cy="1004225"/>
      </dsp:txXfrm>
    </dsp:sp>
    <dsp:sp modelId="{75B531F2-5F93-49D3-AE43-26E976D239BB}">
      <dsp:nvSpPr>
        <dsp:cNvPr id="0" name=""/>
        <dsp:cNvSpPr/>
      </dsp:nvSpPr>
      <dsp:spPr>
        <a:xfrm rot="7560000">
          <a:off x="315918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 rot="10800000">
        <a:off x="3230751" y="3315374"/>
        <a:ext cx="210336" cy="289718"/>
      </dsp:txXfrm>
    </dsp:sp>
    <dsp:sp modelId="{45E98B5D-47CB-498A-A964-7A65884DB3BA}">
      <dsp:nvSpPr>
        <dsp:cNvPr id="0" name=""/>
        <dsp:cNvSpPr/>
      </dsp:nvSpPr>
      <dsp:spPr>
        <a:xfrm>
          <a:off x="2010330" y="3597294"/>
          <a:ext cx="1420189" cy="1420189"/>
        </a:xfrm>
        <a:prstGeom prst="ellipse">
          <a:avLst/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Static inner class</a:t>
          </a:r>
        </a:p>
      </dsp:txBody>
      <dsp:txXfrm>
        <a:off x="2218312" y="3805276"/>
        <a:ext cx="1004225" cy="1004225"/>
      </dsp:txXfrm>
    </dsp:sp>
    <dsp:sp modelId="{D2A4EC3D-EAF6-43B4-A4EC-9B2AF4ED5DE5}">
      <dsp:nvSpPr>
        <dsp:cNvPr id="0" name=""/>
        <dsp:cNvSpPr/>
      </dsp:nvSpPr>
      <dsp:spPr>
        <a:xfrm rot="11880000">
          <a:off x="2801342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 rot="10800000">
        <a:off x="2889280" y="2264433"/>
        <a:ext cx="210336" cy="289718"/>
      </dsp:txXfrm>
    </dsp:sp>
    <dsp:sp modelId="{4E2FC945-FA89-46D8-B80E-77B5C70122A8}">
      <dsp:nvSpPr>
        <dsp:cNvPr id="0" name=""/>
        <dsp:cNvSpPr/>
      </dsp:nvSpPr>
      <dsp:spPr>
        <a:xfrm>
          <a:off x="1288461" y="1375612"/>
          <a:ext cx="1420189" cy="1420189"/>
        </a:xfrm>
        <a:prstGeom prst="ellipse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Anonymous class</a:t>
          </a:r>
        </a:p>
      </dsp:txBody>
      <dsp:txXfrm>
        <a:off x="1496443" y="1583594"/>
        <a:ext cx="1004225" cy="10042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10BBB-8504-45AB-A476-6A3EE4DF1A8F}">
      <dsp:nvSpPr>
        <dsp:cNvPr id="0" name=""/>
        <dsp:cNvSpPr/>
      </dsp:nvSpPr>
      <dsp:spPr>
        <a:xfrm>
          <a:off x="3178337" y="1989670"/>
          <a:ext cx="1420189" cy="14201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sp:txBody>
      <dsp:txXfrm>
        <a:off x="3386319" y="2197652"/>
        <a:ext cx="1004225" cy="1004225"/>
      </dsp:txXfrm>
    </dsp:sp>
    <dsp:sp modelId="{EE64D8AD-4307-4710-8599-7CF64ABC8949}">
      <dsp:nvSpPr>
        <dsp:cNvPr id="0" name=""/>
        <dsp:cNvSpPr/>
      </dsp:nvSpPr>
      <dsp:spPr>
        <a:xfrm rot="16200000">
          <a:off x="3738191" y="1473270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3783263" y="1614915"/>
        <a:ext cx="210336" cy="289718"/>
      </dsp:txXfrm>
    </dsp:sp>
    <dsp:sp modelId="{02BA924F-66FE-40A7-97CF-50453AF6E14B}">
      <dsp:nvSpPr>
        <dsp:cNvPr id="0" name=""/>
        <dsp:cNvSpPr/>
      </dsp:nvSpPr>
      <dsp:spPr>
        <a:xfrm>
          <a:off x="3178337" y="2538"/>
          <a:ext cx="1420189" cy="14201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/>
            <a:t>Abstract </a:t>
          </a:r>
          <a:r>
            <a:rPr lang="en-ZA" sz="1400" kern="1200" dirty="0"/>
            <a:t>class</a:t>
          </a:r>
        </a:p>
      </dsp:txBody>
      <dsp:txXfrm>
        <a:off x="3386319" y="210520"/>
        <a:ext cx="1004225" cy="1004225"/>
      </dsp:txXfrm>
    </dsp:sp>
    <dsp:sp modelId="{CD93B90A-013D-4A45-8678-6FB9234B336E}">
      <dsp:nvSpPr>
        <dsp:cNvPr id="0" name=""/>
        <dsp:cNvSpPr/>
      </dsp:nvSpPr>
      <dsp:spPr>
        <a:xfrm rot="20520000">
          <a:off x="4675041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677247" y="2264433"/>
        <a:ext cx="210336" cy="289718"/>
      </dsp:txXfrm>
    </dsp:sp>
    <dsp:sp modelId="{9CF51613-A651-4B97-B01E-2422B0E1AEFA}">
      <dsp:nvSpPr>
        <dsp:cNvPr id="0" name=""/>
        <dsp:cNvSpPr/>
      </dsp:nvSpPr>
      <dsp:spPr>
        <a:xfrm>
          <a:off x="5068213" y="1375612"/>
          <a:ext cx="1420189" cy="1420189"/>
        </a:xfrm>
        <a:prstGeom prst="ellipse">
          <a:avLst/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1" kern="1200" dirty="0"/>
            <a:t>Interface</a:t>
          </a:r>
        </a:p>
      </dsp:txBody>
      <dsp:txXfrm>
        <a:off x="5276195" y="1583594"/>
        <a:ext cx="1004225" cy="1004225"/>
      </dsp:txXfrm>
    </dsp:sp>
    <dsp:sp modelId="{05A94DFF-0487-4120-8F92-DC17453000DB}">
      <dsp:nvSpPr>
        <dsp:cNvPr id="0" name=""/>
        <dsp:cNvSpPr/>
      </dsp:nvSpPr>
      <dsp:spPr>
        <a:xfrm rot="3240000">
          <a:off x="431719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335775" y="3315374"/>
        <a:ext cx="210336" cy="289718"/>
      </dsp:txXfrm>
    </dsp:sp>
    <dsp:sp modelId="{30D3CE37-EB5A-40CB-BEED-E1891C95C9F1}">
      <dsp:nvSpPr>
        <dsp:cNvPr id="0" name=""/>
        <dsp:cNvSpPr/>
      </dsp:nvSpPr>
      <dsp:spPr>
        <a:xfrm>
          <a:off x="4346344" y="3597294"/>
          <a:ext cx="1420189" cy="1420189"/>
        </a:xfrm>
        <a:prstGeom prst="ellipse">
          <a:avLst/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Inner classes</a:t>
          </a:r>
        </a:p>
      </dsp:txBody>
      <dsp:txXfrm>
        <a:off x="4554326" y="3805276"/>
        <a:ext cx="1004225" cy="1004225"/>
      </dsp:txXfrm>
    </dsp:sp>
    <dsp:sp modelId="{75B531F2-5F93-49D3-AE43-26E976D239BB}">
      <dsp:nvSpPr>
        <dsp:cNvPr id="0" name=""/>
        <dsp:cNvSpPr/>
      </dsp:nvSpPr>
      <dsp:spPr>
        <a:xfrm rot="7560000">
          <a:off x="315918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 rot="10800000">
        <a:off x="3230751" y="3315374"/>
        <a:ext cx="210336" cy="289718"/>
      </dsp:txXfrm>
    </dsp:sp>
    <dsp:sp modelId="{45E98B5D-47CB-498A-A964-7A65884DB3BA}">
      <dsp:nvSpPr>
        <dsp:cNvPr id="0" name=""/>
        <dsp:cNvSpPr/>
      </dsp:nvSpPr>
      <dsp:spPr>
        <a:xfrm>
          <a:off x="2010330" y="3597294"/>
          <a:ext cx="1420189" cy="1420189"/>
        </a:xfrm>
        <a:prstGeom prst="ellipse">
          <a:avLst/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Static inner class</a:t>
          </a:r>
        </a:p>
      </dsp:txBody>
      <dsp:txXfrm>
        <a:off x="2218312" y="3805276"/>
        <a:ext cx="1004225" cy="1004225"/>
      </dsp:txXfrm>
    </dsp:sp>
    <dsp:sp modelId="{D2A4EC3D-EAF6-43B4-A4EC-9B2AF4ED5DE5}">
      <dsp:nvSpPr>
        <dsp:cNvPr id="0" name=""/>
        <dsp:cNvSpPr/>
      </dsp:nvSpPr>
      <dsp:spPr>
        <a:xfrm rot="11880000">
          <a:off x="2801342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 rot="10800000">
        <a:off x="2889280" y="2264433"/>
        <a:ext cx="210336" cy="289718"/>
      </dsp:txXfrm>
    </dsp:sp>
    <dsp:sp modelId="{4E2FC945-FA89-46D8-B80E-77B5C70122A8}">
      <dsp:nvSpPr>
        <dsp:cNvPr id="0" name=""/>
        <dsp:cNvSpPr/>
      </dsp:nvSpPr>
      <dsp:spPr>
        <a:xfrm>
          <a:off x="1288461" y="1375612"/>
          <a:ext cx="1420189" cy="1420189"/>
        </a:xfrm>
        <a:prstGeom prst="ellipse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Anonymous class</a:t>
          </a:r>
        </a:p>
      </dsp:txBody>
      <dsp:txXfrm>
        <a:off x="1496443" y="1583594"/>
        <a:ext cx="1004225" cy="10042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10BBB-8504-45AB-A476-6A3EE4DF1A8F}">
      <dsp:nvSpPr>
        <dsp:cNvPr id="0" name=""/>
        <dsp:cNvSpPr/>
      </dsp:nvSpPr>
      <dsp:spPr>
        <a:xfrm>
          <a:off x="3178337" y="1989670"/>
          <a:ext cx="1420189" cy="14201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sp:txBody>
      <dsp:txXfrm>
        <a:off x="3386319" y="2197652"/>
        <a:ext cx="1004225" cy="1004225"/>
      </dsp:txXfrm>
    </dsp:sp>
    <dsp:sp modelId="{EE64D8AD-4307-4710-8599-7CF64ABC8949}">
      <dsp:nvSpPr>
        <dsp:cNvPr id="0" name=""/>
        <dsp:cNvSpPr/>
      </dsp:nvSpPr>
      <dsp:spPr>
        <a:xfrm rot="16200000">
          <a:off x="3738191" y="1473270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3783263" y="1614915"/>
        <a:ext cx="210336" cy="289718"/>
      </dsp:txXfrm>
    </dsp:sp>
    <dsp:sp modelId="{02BA924F-66FE-40A7-97CF-50453AF6E14B}">
      <dsp:nvSpPr>
        <dsp:cNvPr id="0" name=""/>
        <dsp:cNvSpPr/>
      </dsp:nvSpPr>
      <dsp:spPr>
        <a:xfrm>
          <a:off x="3178337" y="2538"/>
          <a:ext cx="1420189" cy="14201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/>
            <a:t>Abstract </a:t>
          </a:r>
          <a:r>
            <a:rPr lang="en-ZA" sz="1400" kern="1200" dirty="0"/>
            <a:t>class</a:t>
          </a:r>
        </a:p>
      </dsp:txBody>
      <dsp:txXfrm>
        <a:off x="3386319" y="210520"/>
        <a:ext cx="1004225" cy="1004225"/>
      </dsp:txXfrm>
    </dsp:sp>
    <dsp:sp modelId="{CD93B90A-013D-4A45-8678-6FB9234B336E}">
      <dsp:nvSpPr>
        <dsp:cNvPr id="0" name=""/>
        <dsp:cNvSpPr/>
      </dsp:nvSpPr>
      <dsp:spPr>
        <a:xfrm rot="20520000">
          <a:off x="4675041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677247" y="2264433"/>
        <a:ext cx="210336" cy="289718"/>
      </dsp:txXfrm>
    </dsp:sp>
    <dsp:sp modelId="{9CF51613-A651-4B97-B01E-2422B0E1AEFA}">
      <dsp:nvSpPr>
        <dsp:cNvPr id="0" name=""/>
        <dsp:cNvSpPr/>
      </dsp:nvSpPr>
      <dsp:spPr>
        <a:xfrm>
          <a:off x="5068213" y="1375612"/>
          <a:ext cx="1420189" cy="1420189"/>
        </a:xfrm>
        <a:prstGeom prst="ellipse">
          <a:avLst/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Interface</a:t>
          </a:r>
        </a:p>
      </dsp:txBody>
      <dsp:txXfrm>
        <a:off x="5276195" y="1583594"/>
        <a:ext cx="1004225" cy="1004225"/>
      </dsp:txXfrm>
    </dsp:sp>
    <dsp:sp modelId="{05A94DFF-0487-4120-8F92-DC17453000DB}">
      <dsp:nvSpPr>
        <dsp:cNvPr id="0" name=""/>
        <dsp:cNvSpPr/>
      </dsp:nvSpPr>
      <dsp:spPr>
        <a:xfrm rot="3240000">
          <a:off x="431719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335775" y="3315374"/>
        <a:ext cx="210336" cy="289718"/>
      </dsp:txXfrm>
    </dsp:sp>
    <dsp:sp modelId="{30D3CE37-EB5A-40CB-BEED-E1891C95C9F1}">
      <dsp:nvSpPr>
        <dsp:cNvPr id="0" name=""/>
        <dsp:cNvSpPr/>
      </dsp:nvSpPr>
      <dsp:spPr>
        <a:xfrm>
          <a:off x="4346344" y="3597294"/>
          <a:ext cx="1420189" cy="1420189"/>
        </a:xfrm>
        <a:prstGeom prst="ellipse">
          <a:avLst/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1" kern="1200" dirty="0"/>
            <a:t>Inner classes</a:t>
          </a:r>
        </a:p>
      </dsp:txBody>
      <dsp:txXfrm>
        <a:off x="4554326" y="3805276"/>
        <a:ext cx="1004225" cy="1004225"/>
      </dsp:txXfrm>
    </dsp:sp>
    <dsp:sp modelId="{75B531F2-5F93-49D3-AE43-26E976D239BB}">
      <dsp:nvSpPr>
        <dsp:cNvPr id="0" name=""/>
        <dsp:cNvSpPr/>
      </dsp:nvSpPr>
      <dsp:spPr>
        <a:xfrm rot="7560000">
          <a:off x="315918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 rot="10800000">
        <a:off x="3230751" y="3315374"/>
        <a:ext cx="210336" cy="289718"/>
      </dsp:txXfrm>
    </dsp:sp>
    <dsp:sp modelId="{45E98B5D-47CB-498A-A964-7A65884DB3BA}">
      <dsp:nvSpPr>
        <dsp:cNvPr id="0" name=""/>
        <dsp:cNvSpPr/>
      </dsp:nvSpPr>
      <dsp:spPr>
        <a:xfrm>
          <a:off x="2010330" y="3597294"/>
          <a:ext cx="1420189" cy="1420189"/>
        </a:xfrm>
        <a:prstGeom prst="ellipse">
          <a:avLst/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Static inner class</a:t>
          </a:r>
        </a:p>
      </dsp:txBody>
      <dsp:txXfrm>
        <a:off x="2218312" y="3805276"/>
        <a:ext cx="1004225" cy="1004225"/>
      </dsp:txXfrm>
    </dsp:sp>
    <dsp:sp modelId="{D2A4EC3D-EAF6-43B4-A4EC-9B2AF4ED5DE5}">
      <dsp:nvSpPr>
        <dsp:cNvPr id="0" name=""/>
        <dsp:cNvSpPr/>
      </dsp:nvSpPr>
      <dsp:spPr>
        <a:xfrm rot="11880000">
          <a:off x="2801342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 rot="10800000">
        <a:off x="2889280" y="2264433"/>
        <a:ext cx="210336" cy="289718"/>
      </dsp:txXfrm>
    </dsp:sp>
    <dsp:sp modelId="{4E2FC945-FA89-46D8-B80E-77B5C70122A8}">
      <dsp:nvSpPr>
        <dsp:cNvPr id="0" name=""/>
        <dsp:cNvSpPr/>
      </dsp:nvSpPr>
      <dsp:spPr>
        <a:xfrm>
          <a:off x="1288461" y="1375612"/>
          <a:ext cx="1420189" cy="1420189"/>
        </a:xfrm>
        <a:prstGeom prst="ellipse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Anonymous class</a:t>
          </a:r>
        </a:p>
      </dsp:txBody>
      <dsp:txXfrm>
        <a:off x="1496443" y="1583594"/>
        <a:ext cx="1004225" cy="10042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10BBB-8504-45AB-A476-6A3EE4DF1A8F}">
      <dsp:nvSpPr>
        <dsp:cNvPr id="0" name=""/>
        <dsp:cNvSpPr/>
      </dsp:nvSpPr>
      <dsp:spPr>
        <a:xfrm>
          <a:off x="3178337" y="1989670"/>
          <a:ext cx="1420189" cy="14201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sp:txBody>
      <dsp:txXfrm>
        <a:off x="3386319" y="2197652"/>
        <a:ext cx="1004225" cy="1004225"/>
      </dsp:txXfrm>
    </dsp:sp>
    <dsp:sp modelId="{EE64D8AD-4307-4710-8599-7CF64ABC8949}">
      <dsp:nvSpPr>
        <dsp:cNvPr id="0" name=""/>
        <dsp:cNvSpPr/>
      </dsp:nvSpPr>
      <dsp:spPr>
        <a:xfrm rot="16200000">
          <a:off x="3738191" y="1473270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3783263" y="1614915"/>
        <a:ext cx="210336" cy="289718"/>
      </dsp:txXfrm>
    </dsp:sp>
    <dsp:sp modelId="{02BA924F-66FE-40A7-97CF-50453AF6E14B}">
      <dsp:nvSpPr>
        <dsp:cNvPr id="0" name=""/>
        <dsp:cNvSpPr/>
      </dsp:nvSpPr>
      <dsp:spPr>
        <a:xfrm>
          <a:off x="3178337" y="2538"/>
          <a:ext cx="1420189" cy="14201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/>
            <a:t>Abstract </a:t>
          </a:r>
          <a:r>
            <a:rPr lang="en-ZA" sz="1400" kern="1200" dirty="0"/>
            <a:t>class</a:t>
          </a:r>
        </a:p>
      </dsp:txBody>
      <dsp:txXfrm>
        <a:off x="3386319" y="210520"/>
        <a:ext cx="1004225" cy="1004225"/>
      </dsp:txXfrm>
    </dsp:sp>
    <dsp:sp modelId="{CD93B90A-013D-4A45-8678-6FB9234B336E}">
      <dsp:nvSpPr>
        <dsp:cNvPr id="0" name=""/>
        <dsp:cNvSpPr/>
      </dsp:nvSpPr>
      <dsp:spPr>
        <a:xfrm rot="20520000">
          <a:off x="4675041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677247" y="2264433"/>
        <a:ext cx="210336" cy="289718"/>
      </dsp:txXfrm>
    </dsp:sp>
    <dsp:sp modelId="{9CF51613-A651-4B97-B01E-2422B0E1AEFA}">
      <dsp:nvSpPr>
        <dsp:cNvPr id="0" name=""/>
        <dsp:cNvSpPr/>
      </dsp:nvSpPr>
      <dsp:spPr>
        <a:xfrm>
          <a:off x="5068213" y="1375612"/>
          <a:ext cx="1420189" cy="1420189"/>
        </a:xfrm>
        <a:prstGeom prst="ellipse">
          <a:avLst/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Interface</a:t>
          </a:r>
        </a:p>
      </dsp:txBody>
      <dsp:txXfrm>
        <a:off x="5276195" y="1583594"/>
        <a:ext cx="1004225" cy="1004225"/>
      </dsp:txXfrm>
    </dsp:sp>
    <dsp:sp modelId="{05A94DFF-0487-4120-8F92-DC17453000DB}">
      <dsp:nvSpPr>
        <dsp:cNvPr id="0" name=""/>
        <dsp:cNvSpPr/>
      </dsp:nvSpPr>
      <dsp:spPr>
        <a:xfrm rot="3240000">
          <a:off x="431719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>
        <a:off x="4335775" y="3315374"/>
        <a:ext cx="210336" cy="289718"/>
      </dsp:txXfrm>
    </dsp:sp>
    <dsp:sp modelId="{30D3CE37-EB5A-40CB-BEED-E1891C95C9F1}">
      <dsp:nvSpPr>
        <dsp:cNvPr id="0" name=""/>
        <dsp:cNvSpPr/>
      </dsp:nvSpPr>
      <dsp:spPr>
        <a:xfrm>
          <a:off x="4346344" y="3597294"/>
          <a:ext cx="1420189" cy="1420189"/>
        </a:xfrm>
        <a:prstGeom prst="ellipse">
          <a:avLst/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Inner classes</a:t>
          </a:r>
        </a:p>
      </dsp:txBody>
      <dsp:txXfrm>
        <a:off x="4554326" y="3805276"/>
        <a:ext cx="1004225" cy="1004225"/>
      </dsp:txXfrm>
    </dsp:sp>
    <dsp:sp modelId="{75B531F2-5F93-49D3-AE43-26E976D239BB}">
      <dsp:nvSpPr>
        <dsp:cNvPr id="0" name=""/>
        <dsp:cNvSpPr/>
      </dsp:nvSpPr>
      <dsp:spPr>
        <a:xfrm rot="7560000">
          <a:off x="315918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 rot="10800000">
        <a:off x="3230751" y="3315374"/>
        <a:ext cx="210336" cy="289718"/>
      </dsp:txXfrm>
    </dsp:sp>
    <dsp:sp modelId="{45E98B5D-47CB-498A-A964-7A65884DB3BA}">
      <dsp:nvSpPr>
        <dsp:cNvPr id="0" name=""/>
        <dsp:cNvSpPr/>
      </dsp:nvSpPr>
      <dsp:spPr>
        <a:xfrm>
          <a:off x="2010330" y="3597294"/>
          <a:ext cx="1420189" cy="1420189"/>
        </a:xfrm>
        <a:prstGeom prst="ellipse">
          <a:avLst/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b="1" kern="1200" dirty="0"/>
            <a:t>Static inner class</a:t>
          </a:r>
        </a:p>
      </dsp:txBody>
      <dsp:txXfrm>
        <a:off x="2218312" y="3805276"/>
        <a:ext cx="1004225" cy="1004225"/>
      </dsp:txXfrm>
    </dsp:sp>
    <dsp:sp modelId="{D2A4EC3D-EAF6-43B4-A4EC-9B2AF4ED5DE5}">
      <dsp:nvSpPr>
        <dsp:cNvPr id="0" name=""/>
        <dsp:cNvSpPr/>
      </dsp:nvSpPr>
      <dsp:spPr>
        <a:xfrm rot="11880000">
          <a:off x="2801342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/>
        </a:p>
      </dsp:txBody>
      <dsp:txXfrm rot="10800000">
        <a:off x="2889280" y="2264433"/>
        <a:ext cx="210336" cy="289718"/>
      </dsp:txXfrm>
    </dsp:sp>
    <dsp:sp modelId="{4E2FC945-FA89-46D8-B80E-77B5C70122A8}">
      <dsp:nvSpPr>
        <dsp:cNvPr id="0" name=""/>
        <dsp:cNvSpPr/>
      </dsp:nvSpPr>
      <dsp:spPr>
        <a:xfrm>
          <a:off x="1288461" y="1375612"/>
          <a:ext cx="1420189" cy="1420189"/>
        </a:xfrm>
        <a:prstGeom prst="ellipse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Anonymous class</a:t>
          </a:r>
        </a:p>
      </dsp:txBody>
      <dsp:txXfrm>
        <a:off x="1496443" y="1583594"/>
        <a:ext cx="1004225" cy="10042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10BBB-8504-45AB-A476-6A3EE4DF1A8F}">
      <dsp:nvSpPr>
        <dsp:cNvPr id="0" name=""/>
        <dsp:cNvSpPr/>
      </dsp:nvSpPr>
      <dsp:spPr>
        <a:xfrm>
          <a:off x="3178337" y="1989670"/>
          <a:ext cx="1420189" cy="14201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>
              <a:solidFill>
                <a:schemeClr val="accent6">
                  <a:lumMod val="50000"/>
                </a:schemeClr>
              </a:solidFill>
            </a:rPr>
            <a:t>When to use each one?</a:t>
          </a:r>
        </a:p>
      </dsp:txBody>
      <dsp:txXfrm>
        <a:off x="3386319" y="2197652"/>
        <a:ext cx="1004225" cy="1004225"/>
      </dsp:txXfrm>
    </dsp:sp>
    <dsp:sp modelId="{EE64D8AD-4307-4710-8599-7CF64ABC8949}">
      <dsp:nvSpPr>
        <dsp:cNvPr id="0" name=""/>
        <dsp:cNvSpPr/>
      </dsp:nvSpPr>
      <dsp:spPr>
        <a:xfrm rot="16200000">
          <a:off x="3738191" y="1473270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300" kern="1200"/>
        </a:p>
      </dsp:txBody>
      <dsp:txXfrm>
        <a:off x="3783263" y="1614915"/>
        <a:ext cx="210336" cy="289718"/>
      </dsp:txXfrm>
    </dsp:sp>
    <dsp:sp modelId="{02BA924F-66FE-40A7-97CF-50453AF6E14B}">
      <dsp:nvSpPr>
        <dsp:cNvPr id="0" name=""/>
        <dsp:cNvSpPr/>
      </dsp:nvSpPr>
      <dsp:spPr>
        <a:xfrm>
          <a:off x="3178337" y="2538"/>
          <a:ext cx="1420189" cy="14201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kern="1200"/>
            <a:t>Abstract </a:t>
          </a:r>
          <a:r>
            <a:rPr lang="en-ZA" sz="1300" kern="1200" dirty="0"/>
            <a:t>class</a:t>
          </a:r>
        </a:p>
      </dsp:txBody>
      <dsp:txXfrm>
        <a:off x="3386319" y="210520"/>
        <a:ext cx="1004225" cy="1004225"/>
      </dsp:txXfrm>
    </dsp:sp>
    <dsp:sp modelId="{CD93B90A-013D-4A45-8678-6FB9234B336E}">
      <dsp:nvSpPr>
        <dsp:cNvPr id="0" name=""/>
        <dsp:cNvSpPr/>
      </dsp:nvSpPr>
      <dsp:spPr>
        <a:xfrm rot="20520000">
          <a:off x="4675041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300" kern="1200"/>
        </a:p>
      </dsp:txBody>
      <dsp:txXfrm>
        <a:off x="4677247" y="2264433"/>
        <a:ext cx="210336" cy="289718"/>
      </dsp:txXfrm>
    </dsp:sp>
    <dsp:sp modelId="{9CF51613-A651-4B97-B01E-2422B0E1AEFA}">
      <dsp:nvSpPr>
        <dsp:cNvPr id="0" name=""/>
        <dsp:cNvSpPr/>
      </dsp:nvSpPr>
      <dsp:spPr>
        <a:xfrm>
          <a:off x="5068213" y="1375612"/>
          <a:ext cx="1420189" cy="1420189"/>
        </a:xfrm>
        <a:prstGeom prst="ellipse">
          <a:avLst/>
        </a:prstGeom>
        <a:solidFill>
          <a:schemeClr val="accent2">
            <a:hueOff val="-3600000"/>
            <a:satOff val="-12501"/>
            <a:lumOff val="15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kern="1200" dirty="0"/>
            <a:t>Interface</a:t>
          </a:r>
        </a:p>
      </dsp:txBody>
      <dsp:txXfrm>
        <a:off x="5276195" y="1583594"/>
        <a:ext cx="1004225" cy="1004225"/>
      </dsp:txXfrm>
    </dsp:sp>
    <dsp:sp modelId="{05A94DFF-0487-4120-8F92-DC17453000DB}">
      <dsp:nvSpPr>
        <dsp:cNvPr id="0" name=""/>
        <dsp:cNvSpPr/>
      </dsp:nvSpPr>
      <dsp:spPr>
        <a:xfrm rot="3240000">
          <a:off x="431719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300" kern="1200"/>
        </a:p>
      </dsp:txBody>
      <dsp:txXfrm>
        <a:off x="4335775" y="3315374"/>
        <a:ext cx="210336" cy="289718"/>
      </dsp:txXfrm>
    </dsp:sp>
    <dsp:sp modelId="{30D3CE37-EB5A-40CB-BEED-E1891C95C9F1}">
      <dsp:nvSpPr>
        <dsp:cNvPr id="0" name=""/>
        <dsp:cNvSpPr/>
      </dsp:nvSpPr>
      <dsp:spPr>
        <a:xfrm>
          <a:off x="4346344" y="3597294"/>
          <a:ext cx="1420189" cy="1420189"/>
        </a:xfrm>
        <a:prstGeom prst="ellipse">
          <a:avLst/>
        </a:prstGeom>
        <a:solidFill>
          <a:schemeClr val="accent2">
            <a:hueOff val="-7200000"/>
            <a:satOff val="-25001"/>
            <a:lumOff val="30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kern="1200" dirty="0"/>
            <a:t>Inner classes</a:t>
          </a:r>
        </a:p>
      </dsp:txBody>
      <dsp:txXfrm>
        <a:off x="4554326" y="3805276"/>
        <a:ext cx="1004225" cy="1004225"/>
      </dsp:txXfrm>
    </dsp:sp>
    <dsp:sp modelId="{75B531F2-5F93-49D3-AE43-26E976D239BB}">
      <dsp:nvSpPr>
        <dsp:cNvPr id="0" name=""/>
        <dsp:cNvSpPr/>
      </dsp:nvSpPr>
      <dsp:spPr>
        <a:xfrm rot="7560000">
          <a:off x="3159186" y="3255265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300" kern="1200"/>
        </a:p>
      </dsp:txBody>
      <dsp:txXfrm rot="10800000">
        <a:off x="3230751" y="3315374"/>
        <a:ext cx="210336" cy="289718"/>
      </dsp:txXfrm>
    </dsp:sp>
    <dsp:sp modelId="{45E98B5D-47CB-498A-A964-7A65884DB3BA}">
      <dsp:nvSpPr>
        <dsp:cNvPr id="0" name=""/>
        <dsp:cNvSpPr/>
      </dsp:nvSpPr>
      <dsp:spPr>
        <a:xfrm>
          <a:off x="2010330" y="3597294"/>
          <a:ext cx="1420189" cy="1420189"/>
        </a:xfrm>
        <a:prstGeom prst="ellipse">
          <a:avLst/>
        </a:prstGeom>
        <a:solidFill>
          <a:schemeClr val="accent2">
            <a:hueOff val="-10800000"/>
            <a:satOff val="-37502"/>
            <a:lumOff val="450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kern="1200" dirty="0"/>
            <a:t>Static inner class</a:t>
          </a:r>
        </a:p>
      </dsp:txBody>
      <dsp:txXfrm>
        <a:off x="2218312" y="3805276"/>
        <a:ext cx="1004225" cy="1004225"/>
      </dsp:txXfrm>
    </dsp:sp>
    <dsp:sp modelId="{D2A4EC3D-EAF6-43B4-A4EC-9B2AF4ED5DE5}">
      <dsp:nvSpPr>
        <dsp:cNvPr id="0" name=""/>
        <dsp:cNvSpPr/>
      </dsp:nvSpPr>
      <dsp:spPr>
        <a:xfrm rot="11880000">
          <a:off x="2801342" y="2153932"/>
          <a:ext cx="300480" cy="4828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300" kern="1200"/>
        </a:p>
      </dsp:txBody>
      <dsp:txXfrm rot="10800000">
        <a:off x="2889280" y="2264433"/>
        <a:ext cx="210336" cy="289718"/>
      </dsp:txXfrm>
    </dsp:sp>
    <dsp:sp modelId="{4E2FC945-FA89-46D8-B80E-77B5C70122A8}">
      <dsp:nvSpPr>
        <dsp:cNvPr id="0" name=""/>
        <dsp:cNvSpPr/>
      </dsp:nvSpPr>
      <dsp:spPr>
        <a:xfrm>
          <a:off x="1288461" y="1375612"/>
          <a:ext cx="1420189" cy="1420189"/>
        </a:xfrm>
        <a:prstGeom prst="ellipse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300" b="1" kern="1200" dirty="0"/>
            <a:t>Anonymous class</a:t>
          </a:r>
        </a:p>
      </dsp:txBody>
      <dsp:txXfrm>
        <a:off x="1496443" y="1583594"/>
        <a:ext cx="1004225" cy="10042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8B1C0A-ED62-4378-8598-5BDBEE12A2E1}">
      <dsp:nvSpPr>
        <dsp:cNvPr id="0" name=""/>
        <dsp:cNvSpPr/>
      </dsp:nvSpPr>
      <dsp:spPr>
        <a:xfrm>
          <a:off x="3096346" y="846"/>
          <a:ext cx="1799539" cy="1014722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Early detection</a:t>
          </a:r>
        </a:p>
      </dsp:txBody>
      <dsp:txXfrm>
        <a:off x="3145881" y="50381"/>
        <a:ext cx="1700469" cy="915652"/>
      </dsp:txXfrm>
    </dsp:sp>
    <dsp:sp modelId="{C40D2356-ADFE-445E-B2B0-600F11369D40}">
      <dsp:nvSpPr>
        <dsp:cNvPr id="0" name=""/>
        <dsp:cNvSpPr/>
      </dsp:nvSpPr>
      <dsp:spPr>
        <a:xfrm>
          <a:off x="1968045" y="508207"/>
          <a:ext cx="4056140" cy="4056140"/>
        </a:xfrm>
        <a:custGeom>
          <a:avLst/>
          <a:gdLst/>
          <a:ahLst/>
          <a:cxnLst/>
          <a:rect l="0" t="0" r="0" b="0"/>
          <a:pathLst>
            <a:path>
              <a:moveTo>
                <a:pt x="2937133" y="215151"/>
              </a:moveTo>
              <a:arcTo wR="2028070" hR="2028070" stAng="17797851" swAng="1744577"/>
            </a:path>
          </a:pathLst>
        </a:custGeom>
        <a:noFill/>
        <a:ln w="9525" cap="flat" cmpd="sng" algn="ctr">
          <a:solidFill>
            <a:schemeClr val="accent6">
              <a:shade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DFAF1B-CCD4-435A-9021-4A6A645AE06B}">
      <dsp:nvSpPr>
        <dsp:cNvPr id="0" name=""/>
        <dsp:cNvSpPr/>
      </dsp:nvSpPr>
      <dsp:spPr>
        <a:xfrm>
          <a:off x="5080770" y="1402208"/>
          <a:ext cx="1688310" cy="1014722"/>
        </a:xfrm>
        <a:prstGeom prst="roundRect">
          <a:avLst/>
        </a:prstGeom>
        <a:solidFill>
          <a:schemeClr val="accent6">
            <a:shade val="50000"/>
            <a:hueOff val="0"/>
            <a:satOff val="-14970"/>
            <a:lumOff val="198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Safer code</a:t>
          </a:r>
        </a:p>
      </dsp:txBody>
      <dsp:txXfrm>
        <a:off x="5130305" y="1451743"/>
        <a:ext cx="1589240" cy="915652"/>
      </dsp:txXfrm>
    </dsp:sp>
    <dsp:sp modelId="{A5156D73-DB39-4233-B31D-D197E7BE37A9}">
      <dsp:nvSpPr>
        <dsp:cNvPr id="0" name=""/>
        <dsp:cNvSpPr/>
      </dsp:nvSpPr>
      <dsp:spPr>
        <a:xfrm>
          <a:off x="1968045" y="508207"/>
          <a:ext cx="4056140" cy="4056140"/>
        </a:xfrm>
        <a:custGeom>
          <a:avLst/>
          <a:gdLst/>
          <a:ahLst/>
          <a:cxnLst/>
          <a:rect l="0" t="0" r="0" b="0"/>
          <a:pathLst>
            <a:path>
              <a:moveTo>
                <a:pt x="4053348" y="1921690"/>
              </a:moveTo>
              <a:arcTo wR="2028070" hR="2028070" stAng="21419595" swAng="2196958"/>
            </a:path>
          </a:pathLst>
        </a:custGeom>
        <a:noFill/>
        <a:ln w="9525" cap="flat" cmpd="sng" algn="ctr">
          <a:solidFill>
            <a:schemeClr val="accent6">
              <a:shade val="90000"/>
              <a:hueOff val="0"/>
              <a:satOff val="-14173"/>
              <a:lumOff val="1750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BBBD6-53AB-403A-B7A9-A6BD24D95CF1}">
      <dsp:nvSpPr>
        <dsp:cNvPr id="0" name=""/>
        <dsp:cNvSpPr/>
      </dsp:nvSpPr>
      <dsp:spPr>
        <a:xfrm>
          <a:off x="4320153" y="3669660"/>
          <a:ext cx="1736064" cy="1014722"/>
        </a:xfrm>
        <a:prstGeom prst="roundRect">
          <a:avLst/>
        </a:prstGeom>
        <a:solidFill>
          <a:schemeClr val="accent6">
            <a:shade val="50000"/>
            <a:hueOff val="0"/>
            <a:satOff val="-29940"/>
            <a:lumOff val="397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Lower cost to fix</a:t>
          </a:r>
        </a:p>
      </dsp:txBody>
      <dsp:txXfrm>
        <a:off x="4369688" y="3719195"/>
        <a:ext cx="1636994" cy="915652"/>
      </dsp:txXfrm>
    </dsp:sp>
    <dsp:sp modelId="{F4126A82-2A0D-40BE-BF67-9A623299C4D6}">
      <dsp:nvSpPr>
        <dsp:cNvPr id="0" name=""/>
        <dsp:cNvSpPr/>
      </dsp:nvSpPr>
      <dsp:spPr>
        <a:xfrm>
          <a:off x="1968045" y="508207"/>
          <a:ext cx="4056140" cy="4056140"/>
        </a:xfrm>
        <a:custGeom>
          <a:avLst/>
          <a:gdLst/>
          <a:ahLst/>
          <a:cxnLst/>
          <a:rect l="0" t="0" r="0" b="0"/>
          <a:pathLst>
            <a:path>
              <a:moveTo>
                <a:pt x="2345630" y="4031123"/>
              </a:moveTo>
              <a:arcTo wR="2028070" hR="2028070" stAng="4859484" swAng="1094559"/>
            </a:path>
          </a:pathLst>
        </a:custGeom>
        <a:noFill/>
        <a:ln w="9525" cap="flat" cmpd="sng" algn="ctr">
          <a:solidFill>
            <a:schemeClr val="accent6">
              <a:shade val="90000"/>
              <a:hueOff val="0"/>
              <a:satOff val="-28346"/>
              <a:lumOff val="3501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7F5D26-64F0-4050-9445-BC3FC6EB9E0A}">
      <dsp:nvSpPr>
        <dsp:cNvPr id="0" name=""/>
        <dsp:cNvSpPr/>
      </dsp:nvSpPr>
      <dsp:spPr>
        <a:xfrm>
          <a:off x="1943889" y="3669660"/>
          <a:ext cx="1720313" cy="1014722"/>
        </a:xfrm>
        <a:prstGeom prst="roundRect">
          <a:avLst/>
        </a:prstGeom>
        <a:solidFill>
          <a:schemeClr val="accent6">
            <a:shade val="50000"/>
            <a:hueOff val="0"/>
            <a:satOff val="-29940"/>
            <a:lumOff val="397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Better optimisation</a:t>
          </a:r>
        </a:p>
      </dsp:txBody>
      <dsp:txXfrm>
        <a:off x="1993424" y="3719195"/>
        <a:ext cx="1621243" cy="915652"/>
      </dsp:txXfrm>
    </dsp:sp>
    <dsp:sp modelId="{05E2387E-C005-469C-A33A-EBD81FD3F524}">
      <dsp:nvSpPr>
        <dsp:cNvPr id="0" name=""/>
        <dsp:cNvSpPr/>
      </dsp:nvSpPr>
      <dsp:spPr>
        <a:xfrm>
          <a:off x="1968045" y="508207"/>
          <a:ext cx="4056140" cy="4056140"/>
        </a:xfrm>
        <a:custGeom>
          <a:avLst/>
          <a:gdLst/>
          <a:ahLst/>
          <a:cxnLst/>
          <a:rect l="0" t="0" r="0" b="0"/>
          <a:pathLst>
            <a:path>
              <a:moveTo>
                <a:pt x="339028" y="3150658"/>
              </a:moveTo>
              <a:arcTo wR="2028070" hR="2028070" stAng="8783447" swAng="2196958"/>
            </a:path>
          </a:pathLst>
        </a:custGeom>
        <a:noFill/>
        <a:ln w="9525" cap="flat" cmpd="sng" algn="ctr">
          <a:solidFill>
            <a:schemeClr val="accent6">
              <a:shade val="90000"/>
              <a:hueOff val="0"/>
              <a:satOff val="-28346"/>
              <a:lumOff val="3501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B4AF5D-6C79-4A34-BD01-088819B3B001}">
      <dsp:nvSpPr>
        <dsp:cNvPr id="0" name=""/>
        <dsp:cNvSpPr/>
      </dsp:nvSpPr>
      <dsp:spPr>
        <a:xfrm>
          <a:off x="1223807" y="1402208"/>
          <a:ext cx="1686998" cy="1014722"/>
        </a:xfrm>
        <a:prstGeom prst="roundRect">
          <a:avLst/>
        </a:prstGeom>
        <a:solidFill>
          <a:schemeClr val="accent6">
            <a:shade val="50000"/>
            <a:hueOff val="0"/>
            <a:satOff val="-14970"/>
            <a:lumOff val="198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Confidence to refactor</a:t>
          </a:r>
        </a:p>
      </dsp:txBody>
      <dsp:txXfrm>
        <a:off x="1273342" y="1451743"/>
        <a:ext cx="1587928" cy="915652"/>
      </dsp:txXfrm>
    </dsp:sp>
    <dsp:sp modelId="{536DA638-6566-4D23-ADD1-FC8F7B640C65}">
      <dsp:nvSpPr>
        <dsp:cNvPr id="0" name=""/>
        <dsp:cNvSpPr/>
      </dsp:nvSpPr>
      <dsp:spPr>
        <a:xfrm>
          <a:off x="1968045" y="508207"/>
          <a:ext cx="4056140" cy="4056140"/>
        </a:xfrm>
        <a:custGeom>
          <a:avLst/>
          <a:gdLst/>
          <a:ahLst/>
          <a:cxnLst/>
          <a:rect l="0" t="0" r="0" b="0"/>
          <a:pathLst>
            <a:path>
              <a:moveTo>
                <a:pt x="352542" y="885408"/>
              </a:moveTo>
              <a:arcTo wR="2028070" hR="2028070" stAng="12857573" swAng="1744577"/>
            </a:path>
          </a:pathLst>
        </a:custGeom>
        <a:noFill/>
        <a:ln w="9525" cap="flat" cmpd="sng" algn="ctr">
          <a:solidFill>
            <a:schemeClr val="accent6">
              <a:shade val="90000"/>
              <a:hueOff val="0"/>
              <a:satOff val="-14173"/>
              <a:lumOff val="1750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2026/02/23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dirty="0"/>
              <a:t>Ever need to zoom in on </a:t>
            </a:r>
            <a:r>
              <a:rPr lang="en-ZA" dirty="0" err="1"/>
              <a:t>intellij</a:t>
            </a:r>
            <a:r>
              <a:rPr lang="en-ZA" dirty="0"/>
              <a:t>: alt + shift + = (in) / alt + shift + - (out)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dirty="0"/>
              <a:t>Win + P for changing screen display settings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776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FD4E0651-2B89-BB4C-A3C7-18D0F56C9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CCE3953-A665-F4DA-8453-5585DB0D2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Tx/>
              <a:buChar char="•"/>
            </a:pPr>
            <a:endParaRPr lang="en-ZA" altLang="en-US" dirty="0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70E69CF-B4EA-A49B-5285-37C6ADB60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09F435-A6B0-465B-BF95-B734011A0F96}" type="slidenum">
              <a:rPr kumimoji="0" lang="en-Z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345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79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Public, protected, private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635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2482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Package-private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More restrictive than public (preventing access from other packages)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Less restrictive than private (allows access to other classes in the same package)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Good for when you want to keep implementation details hidden, but still allow access within a group of related classes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“World” means accessible from anywhere </a:t>
            </a:r>
            <a:r>
              <a:rPr lang="en-ZA" dirty="0">
                <a:sym typeface="Wingdings" panose="05000000000000000000" pitchFamily="2" charset="2"/>
              </a:rPr>
              <a:t> public (no other), so within the same package &amp; from different packages</a:t>
            </a:r>
            <a:endParaRPr lang="en-ZA" dirty="0"/>
          </a:p>
          <a:p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Why most restrictive as possible?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(encapsulation &amp; data hiding – keeping fields &amp; methods private, minimising dependency – reducing coupling, improved maintainability – change without affecting other parts of system, better control – not affected by outside code, prevention of unintended usage – misuse methods, security – less accessible so harder to exploit (see next slide)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1667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5EB14-BEEB-573F-DFD9-B4E8E55E0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33859-A80A-DD06-029C-0D2D7254E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03027-1ECB-161D-49B4-DE51577D9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Why? </a:t>
            </a:r>
          </a:p>
          <a:p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Encapsulation &amp; data hiding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Keeping methods/fields private means that how a class works (its internal workings) are hidden from outside code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Minimises bugs or unintentional changes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Minimising dependencies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 class will only depend on what is provided by the other class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Coupling is minimised &amp; easier to maintain code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Improved maintainability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Code of a private method/field can be changed without affecting other sections of code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All public, then possibly all interlinked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Better control over API design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Difficult to change code in the future if external code relies on it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Gives control on how the class is used by restricting access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Prevention of unintended usage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Methods can be used in a way that was not intended if they shouldn’t be accessible but they 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Good usage patterns if private/package-private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Security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Harder to exploit/misuse code that is not or is less accessible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Changes then can’t be made that makes your code more vulnerable to security issues.</a:t>
            </a:r>
          </a:p>
          <a:p>
            <a:endParaRPr lang="en-ZA" dirty="0"/>
          </a:p>
          <a:p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What is a good reason to not have it as restricted?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When making method or field accessible to other parts of the application because they </a:t>
            </a:r>
            <a:r>
              <a:rPr lang="en-US" b="1" dirty="0"/>
              <a:t>need to be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Overriding a method in a subclass </a:t>
            </a:r>
            <a:r>
              <a:rPr lang="en-US" b="1" dirty="0"/>
              <a:t>must</a:t>
            </a:r>
            <a:r>
              <a:rPr lang="en-US" dirty="0"/>
              <a:t> override a method (use protected)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For code to interact across packages but you don’t need full exposure (package-private / controlled public access with proper encapsulation)</a:t>
            </a:r>
            <a:endParaRPr lang="en-Z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E9AF2-01AE-D1B7-FF5F-B68BDB134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151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D90F-C4E9-7D82-0E2D-5FFF6393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9E4D2-DD54-814E-BFAC-934798F7A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5A4BB-07D5-1D33-19A1-FDE383B81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02BD7-65D1-3C6C-888C-1A0E76216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1518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539E8-BE78-D01D-FE70-943168D5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AA58E-E897-B8DB-AC38-E3F0C661D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FFACD-AB32-EA63-23BA-293F68087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Anyone take a guess on what transient means?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Should not be serialised when the object is converted to a byte stream (when saving an object to a file / sending over a network)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Field won’t be saved when object serialised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When object </a:t>
            </a:r>
            <a:r>
              <a:rPr lang="en-ZA" dirty="0" err="1"/>
              <a:t>deserialised</a:t>
            </a:r>
            <a:r>
              <a:rPr lang="en-ZA" dirty="0"/>
              <a:t>, field will have a default value (null for objects, 0 for numbers, false for Boolean)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Example, useful for passwords (sensitive information) that should not be stored/transmitted in serialised form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Example, excluding large objects from serialisation (such as cache) if they can be constructed again somehow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EAE05-1405-D4C7-CA27-AD2629875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6188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ED17-1B08-4750-1873-0F2493DD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E11E5-CC5D-CB2A-2F09-092BD8E42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22B4E-8C70-C61F-143C-751917482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AF6D5-02B8-AEE5-E0A1-9131C50FD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4233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61A0-B0EB-F25C-1D99-204ED546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1475C-3681-1607-FB52-C3068A797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DBD31-F204-AAF7-2677-8C3BB153F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D87DB-6217-5C4B-BF94-8DF6C873D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3817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5C00-3970-EB37-3AB1-A92EAA51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37CEC-1467-BCE1-7331-92EB60C9B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49DA4-4F74-486E-9F5C-3915A2978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EA977-B6D1-717B-1970-C6F8A7E0F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3431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8F76-67CF-0656-C4E3-120C90A1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A1E6D-D79E-4E15-3825-84E03F05B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68F4C-2073-6439-087F-FA7ED91A8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Why would we use anonymous classes?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To create a single-use subclass/implementation without needing to define a separate class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i.e., only use once where a full named implementation is not needed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8F721-6181-7EFE-D306-3A457BDA1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6819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99837F0F-860D-61CB-C605-477C24D6F6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EEF167C1-9C2F-F74F-4D6E-EF887239E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22533A0-7431-0BBE-B3B1-1BF1371B1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B10FD4-F02A-496E-B56B-BE115C8494B6}" type="slidenum">
              <a:rPr lang="en-ZA" altLang="en-US" smtClean="0"/>
              <a:pPr/>
              <a:t>15</a:t>
            </a:fld>
            <a:endParaRPr lang="en-ZA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D536-2A22-BDA8-8657-B43FCB38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12E918F6-5B4C-B6B2-8D6F-D2C3262F6E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2D12F9B1-1D9B-84B7-39BB-ABF49F9B4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4D71E395-F3CA-2E62-6F54-44D5B6A549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B10FD4-F02A-496E-B56B-BE115C8494B6}" type="slidenum">
              <a:rPr lang="en-ZA" altLang="en-US" smtClean="0"/>
              <a:pPr/>
              <a:t>16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83882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C40BD-881E-6D56-8817-374D6DA4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5343EE79-E20C-17F6-2857-1D01D0B55E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0B072A71-CF34-A393-EE81-A90095D4F3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174467BB-9C10-3C08-DBC3-740ADE8A3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B10FD4-F02A-496E-B56B-BE115C8494B6}" type="slidenum">
              <a:rPr lang="en-ZA" altLang="en-US" smtClean="0"/>
              <a:pPr/>
              <a:t>17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750442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001A-7C53-2C98-9E48-C5E9C919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1C73B54C-CDA9-4186-AF02-BE4169A72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5A18BE3A-24AD-9B35-AD43-7D22CB7E7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ZA" altLang="en-US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CE73423A-BDA2-1DB7-9554-C2C3324CF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B10FD4-F02A-496E-B56B-BE115C8494B6}" type="slidenum">
              <a:rPr lang="en-ZA" altLang="en-US" smtClean="0"/>
              <a:pPr/>
              <a:t>18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990698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10E03-C194-7642-9B14-1C3B5FE9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D1F18A5A-3002-06E2-FCD3-0DABF61FB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553287D4-AA25-0BC9-0823-98538EE19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ZA" altLang="en-US" dirty="0"/>
              <a:t>Cat </a:t>
            </a:r>
            <a:r>
              <a:rPr lang="en-ZA" altLang="en-US" dirty="0">
                <a:sym typeface="Wingdings" panose="05000000000000000000" pitchFamily="2" charset="2"/>
              </a:rPr>
              <a:t> animal example</a:t>
            </a:r>
            <a:endParaRPr lang="en-ZA" altLang="en-US" dirty="0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CE4043E-572B-3624-6375-6AF9094BB8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B10FD4-F02A-496E-B56B-BE115C8494B6}" type="slidenum">
              <a:rPr lang="en-ZA" altLang="en-US" smtClean="0"/>
              <a:pPr/>
              <a:t>19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427794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360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338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Generic: means general, not specific or widely applicable</a:t>
            </a:r>
          </a:p>
          <a:p>
            <a:endParaRPr lang="en-ZA" dirty="0"/>
          </a:p>
          <a:p>
            <a:r>
              <a:rPr lang="en-ZA" dirty="0"/>
              <a:t>Go to pharmacy and ask for a generic, that means you’re asking for the generic of the specific medicine (not branded)…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0628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venir Book" pitchFamily="2" charset="0"/>
                <a:ea typeface="ＭＳ Ｐゴシック" panose="020B0600070205080204" pitchFamily="34" charset="-128"/>
              </a:rPr>
              <a:t>Convenient way of allowing classes to be used as “templates” where specific field, parameter &amp; return types can be specified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venir Book" pitchFamily="2" charset="0"/>
                <a:ea typeface="ＭＳ Ｐゴシック" panose="020B0600070205080204" pitchFamily="34" charset="-128"/>
              </a:rPr>
              <a:t>Allows the amount of casting to be reduced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2149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4826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77BE-A29B-2B63-DC1F-53C2E828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6E864-A14C-BE66-8625-F06D9B380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3BEE7-673D-14CC-6F7D-5385C1F95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BB1FB-E5C4-8EBD-0695-672B42FE6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82404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5DC3-9404-230E-CDEE-0417B394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C3874-0F08-F99C-F95C-ECE84103B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DACD2-371B-51A4-B0B8-A98E5B911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C943D-9E37-B5E5-555B-CC0959A03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0663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5EB14-BEEB-573F-DFD9-B4E8E55E0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33859-A80A-DD06-029C-0D2D7254E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03027-1ECB-161D-49B4-DE51577D9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Why?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Early detection: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Find mistakes before the program runs </a:t>
            </a:r>
            <a:r>
              <a:rPr lang="en-ZA" dirty="0">
                <a:sym typeface="Wingdings" panose="05000000000000000000" pitchFamily="2" charset="2"/>
              </a:rPr>
              <a:t> saves time &amp; effort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Safer code: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Hopefully not many surprises when you are running your program (imagine you have an uncaught exception when someone is trying to do their banking?)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Lower cost to fix: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Find bugs while still developing features will end up being much cheaper than after going to production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Better optimisation: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Can make your code better &amp; cater for some possibly forgotten/not thought about cases upfront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Confidence to refactor: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Safer to make changes &amp; improve the code if you need to later on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E9AF2-01AE-D1B7-FF5F-B68BDB134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5151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1907-84C5-A3CD-834F-EF33F92F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821FE-21F0-0E7B-07B1-6227DDB7F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D3DCC-8FC7-B0D6-C82D-62CC80346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Class diagram for a generic Stack implementation: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Both the Stack &amp; the Node can store any type of data (because of the generics)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Components: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ZA" dirty="0"/>
              <a:t>Generics (&lt;T&gt;):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ZA" dirty="0"/>
              <a:t>&lt;T&gt; </a:t>
            </a:r>
            <a:r>
              <a:rPr lang="en-ZA" dirty="0">
                <a:sym typeface="Wingdings" panose="05000000000000000000" pitchFamily="2" charset="2"/>
              </a:rPr>
              <a:t> type parameter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T can be any type (Integer, String, Person, etc.)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E.g. Stack&lt;Integer&gt;, Stack&lt;Person&gt;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ZA" dirty="0"/>
              <a:t>Classes: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ZA" dirty="0"/>
              <a:t>Stack &lt;T&gt;: generic stack that works with type T</a:t>
            </a:r>
          </a:p>
          <a:p>
            <a:pPr marL="1600200" lvl="3" indent="-228600">
              <a:buFont typeface="+mj-lt"/>
              <a:buAutoNum type="arabicPeriod"/>
            </a:pPr>
            <a:r>
              <a:rPr lang="en-ZA" dirty="0"/>
              <a:t>Methods:</a:t>
            </a:r>
          </a:p>
          <a:p>
            <a:pPr marL="2057400" lvl="4" indent="-228600">
              <a:buFont typeface="+mj-lt"/>
              <a:buAutoNum type="arabicPeriod"/>
            </a:pPr>
            <a:r>
              <a:rPr lang="en-ZA" dirty="0"/>
              <a:t>push </a:t>
            </a:r>
            <a:r>
              <a:rPr lang="en-ZA" dirty="0">
                <a:sym typeface="Wingdings" panose="05000000000000000000" pitchFamily="2" charset="2"/>
              </a:rPr>
              <a:t> adds value of type T</a:t>
            </a:r>
          </a:p>
          <a:p>
            <a:pPr marL="2057400" lvl="4" indent="-228600">
              <a:buFont typeface="+mj-lt"/>
              <a:buAutoNum type="arabicPeriod"/>
            </a:pPr>
            <a:r>
              <a:rPr lang="en-ZA" dirty="0">
                <a:sym typeface="Wingdings" panose="05000000000000000000" pitchFamily="2" charset="2"/>
              </a:rPr>
              <a:t>pop  removes &amp; returns value of type T</a:t>
            </a:r>
          </a:p>
          <a:p>
            <a:pPr marL="2057400" lvl="4" indent="-228600">
              <a:buFont typeface="+mj-lt"/>
              <a:buAutoNum type="arabicPeriod"/>
            </a:pPr>
            <a:r>
              <a:rPr lang="en-ZA" dirty="0">
                <a:sym typeface="Wingdings" panose="05000000000000000000" pitchFamily="2" charset="2"/>
              </a:rPr>
              <a:t>size  returns number of items in the stack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ZA" dirty="0">
                <a:sym typeface="Wingdings" panose="05000000000000000000" pitchFamily="2" charset="2"/>
              </a:rPr>
              <a:t>Node &lt;T&gt;: single node that stores a value of type T</a:t>
            </a:r>
          </a:p>
          <a:p>
            <a:pPr marL="1600200" lvl="3" indent="-228600">
              <a:buFont typeface="+mj-lt"/>
              <a:buAutoNum type="arabicPeriod"/>
            </a:pPr>
            <a:r>
              <a:rPr lang="en-ZA" dirty="0">
                <a:sym typeface="Wingdings" panose="05000000000000000000" pitchFamily="2" charset="2"/>
              </a:rPr>
              <a:t>Attribute: Public attribute of type T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ZA" dirty="0">
                <a:sym typeface="Wingdings" panose="05000000000000000000" pitchFamily="2" charset="2"/>
              </a:rPr>
              <a:t>Relationships: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ZA" dirty="0">
                <a:sym typeface="Wingdings" panose="05000000000000000000" pitchFamily="2" charset="2"/>
              </a:rPr>
              <a:t>Solid line with diamond (composition):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Stack&lt;T&gt; is made up of Node&lt;T&gt; instances</a:t>
            </a:r>
          </a:p>
          <a:p>
            <a:pPr marL="2057400" lvl="4" indent="-22860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Strong ownership (so when the stack is destroyed, so are the nodes)</a:t>
            </a:r>
          </a:p>
          <a:p>
            <a:pPr marL="2057400" lvl="4" indent="-22860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2057400" lvl="4" indent="-22860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Why is Node pointing back to itself?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Self-association: Each Node can reference another Node of the same type (e.g., linked lists)</a:t>
            </a:r>
          </a:p>
          <a:p>
            <a:pPr marL="2057400" lvl="4" indent="-228600">
              <a:buFont typeface="+mj-lt"/>
              <a:buAutoNum type="arabicPeriod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9E1AA-614F-FD11-8496-A5A2047BC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695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D4EF-AACE-283B-B934-DB6A3A67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52B18-9B48-31F9-65FD-D061E59D8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ED472-D942-E117-F2EA-DCB445807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9112F-2A7D-C627-1C77-09C0C0FD1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21173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8211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E6EE-466D-10A3-4F1A-815230091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95875-2085-7126-2AB2-678975AF2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DF5DE-5448-7686-4006-5E4427D2F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F06E7-272F-5F15-E58B-25C78E4D8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8508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B63B-6453-C942-4305-208BEC993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A8A0E-950B-0C91-7641-5B8F4D93E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96AE2-9A74-BC1C-D274-736745F16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Unary&lt;Number&gt; &amp; Unary&lt;Integer&gt; are not subtypes of Unary&lt;Object&gt;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92AE7-8E8A-5C92-8E12-4C9F22539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482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83B1-41F3-DA38-49BE-218F09C0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F909B-4086-B1CE-0F1E-4C4450D3A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4D007-A906-861C-B79D-3C73E77D4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Unary&lt;Number&gt; &amp; Unary&lt;Integer&gt; are not subtypes of Unary&lt;Object&gt;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B0295-5A6A-2917-E7E5-577D6ED7A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3234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javaOO/accesscontrol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javaOO/classvar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IandI/final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IandI/abstract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javaOO/localclasse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generics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visual-paradigm.com/guide/uml-unified-modeling-language/uml-aggregation-vs-composition/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generics/inheritance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generics/restrictions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49"/>
            <a:ext cx="9144000" cy="72174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2: Classes, interfaces, variable length parameters &amp; generics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602956"/>
            <a:ext cx="7886700" cy="273050"/>
          </a:xfrm>
        </p:spPr>
        <p:txBody>
          <a:bodyPr/>
          <a:lstStyle/>
          <a:p>
            <a:r>
              <a:rPr lang="en-US" altLang="en-US" sz="1200" dirty="0">
                <a:ea typeface="ＭＳ Ｐゴシック" panose="020B0600070205080204" pitchFamily="34" charset="-128"/>
              </a:rPr>
              <a:t>WRPV301: Advanced Programming</a:t>
            </a:r>
            <a:endParaRPr lang="en-ZA" altLang="en-US" sz="1200" dirty="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560" y="4803998"/>
            <a:ext cx="7886700" cy="325437"/>
          </a:xfrm>
        </p:spPr>
        <p:txBody>
          <a:bodyPr/>
          <a:lstStyle/>
          <a:p>
            <a:r>
              <a:rPr lang="en-US" altLang="en-US" sz="1400" dirty="0">
                <a:ea typeface="ＭＳ Ｐゴシック" panose="020B0600070205080204" pitchFamily="34" charset="-128"/>
              </a:rPr>
              <a:t>Dr Simone Beets</a:t>
            </a:r>
            <a:endParaRPr lang="en-ZA" altLang="en-US" sz="14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109456" y="1786920"/>
            <a:ext cx="31745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Class exercise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A2FA59-91BD-4119-A8C4-E622C715D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818" y="1275606"/>
            <a:ext cx="2726104" cy="272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223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CDF426-E25C-44FE-9A14-1AE15C9179F2}"/>
              </a:ext>
            </a:extLst>
          </p:cNvPr>
          <p:cNvSpPr/>
          <p:nvPr/>
        </p:nvSpPr>
        <p:spPr>
          <a:xfrm>
            <a:off x="0" y="4594225"/>
            <a:ext cx="9144000" cy="54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9D536A-E98A-465C-BC14-C631E3697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Class exercise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F63B2A-1BAD-4500-BEC8-D920F28370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771550"/>
            <a:ext cx="8640763" cy="429994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Instructions: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 groups of 5 (add your names)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 can use any device that you have on you but also don’t forget about chatting to each other too!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 can use any source available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Illustrate your answers using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examples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using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pen &amp; paper &amp; hand in</a:t>
            </a: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Questions: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is the difference between an abstract class &amp; an interface?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When is it more appropriate to use an abstract class over an interface?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When is it more appropriate to use an interface over an abstract class?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tools did you use to find your answers to the above questions?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Did the tools in (4) help your understanding or hinder it? How?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08F24A-372B-4707-96C8-CEAF29C5DC0A}"/>
              </a:ext>
            </a:extLst>
          </p:cNvPr>
          <p:cNvSpPr/>
          <p:nvPr/>
        </p:nvSpPr>
        <p:spPr>
          <a:xfrm>
            <a:off x="5406311" y="150840"/>
            <a:ext cx="3054121" cy="72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You have 10 minutes…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029B47-BBE4-4F18-BC5E-2147F2262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032" y="29157"/>
            <a:ext cx="1054968" cy="105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37612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109456" y="1786920"/>
            <a:ext cx="31745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Access modifiers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B41C65-BDCB-48BE-B550-4894DFB2B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432" y="1033165"/>
            <a:ext cx="3077170" cy="307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00705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09F2F-8D62-8D62-250A-4EC94F15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F832B1-564F-379A-A63A-D83FCA0A461D}"/>
              </a:ext>
            </a:extLst>
          </p:cNvPr>
          <p:cNvSpPr/>
          <p:nvPr/>
        </p:nvSpPr>
        <p:spPr>
          <a:xfrm>
            <a:off x="2051720" y="134761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What is an example of an access modifier?</a:t>
            </a:r>
            <a:endParaRPr lang="en-ZA" sz="36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898D7AA1-FB92-98F8-6723-E35460526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189847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9434495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22372D1-C1BC-8D02-5DE2-06417E419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Access modifiers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2765B96F-5E0B-4F16-853C-BC31761085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Accessible from anywhere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Interface methods are public by default</a:t>
            </a:r>
          </a:p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protected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Accessible from within package &amp; sub-classes (not necessarily in same package)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i.e., a different class in same package may access a protected field/method, but generally should not</a:t>
            </a:r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8010A-C02C-574A-5872-43D1BA10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6D67107-C9F6-C748-E244-885075DD6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Access modifiers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3E78822-4D97-C8BB-7F0D-3DEB1206D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private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Only accessible from within the class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No explicit modifier (e.g., 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void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myMethod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()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package-private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– default access modifier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Accessible from within the same package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Use most restrictive as possible – unless have a very good reason</a:t>
            </a: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  <a:hlinkClick r:id="rId3"/>
            </a:endParaRP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  <a:hlinkClick r:id="rId3"/>
            </a:endParaRP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http://docs.oracle.com/javase/tutorial/java/javaOO/accesscontrol.html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5F35F-E491-9411-F5CE-0EABC2932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986" y="0"/>
            <a:ext cx="2979440" cy="160431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2CDE45-974C-FCA1-40ED-CA93DC59B457}"/>
              </a:ext>
            </a:extLst>
          </p:cNvPr>
          <p:cNvSpPr/>
          <p:nvPr/>
        </p:nvSpPr>
        <p:spPr>
          <a:xfrm>
            <a:off x="2771800" y="3291830"/>
            <a:ext cx="2979440" cy="791989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Why?</a:t>
            </a:r>
            <a:endParaRPr lang="en-ZA" sz="3600" dirty="0"/>
          </a:p>
        </p:txBody>
      </p:sp>
      <p:pic>
        <p:nvPicPr>
          <p:cNvPr id="6" name="Graphic 3" descr="Lights On with solid fill">
            <a:extLst>
              <a:ext uri="{FF2B5EF4-FFF2-40B4-BE49-F238E27FC236}">
                <a16:creationId xmlns:a16="http://schemas.microsoft.com/office/drawing/2014/main" id="{210ADC26-98B7-4580-AAC8-80F28EBEC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872" y="3230624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673330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B89FB-C6C8-4E3A-4E04-E713DF59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31244C3-BD05-C907-B61B-9799F1381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0712598"/>
              </p:ext>
            </p:extLst>
          </p:nvPr>
        </p:nvGraphicFramePr>
        <p:xfrm>
          <a:off x="443880" y="72008"/>
          <a:ext cx="8256240" cy="4999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5415485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5617-683C-4690-872D-679E2A22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5F00A1E-7813-10CD-1B01-F5D136B14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Other (non-access) modifiers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EB3FE9AB-868D-DD28-2D81-5E2EB8C967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static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May access a field/method via the class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Does not require an object instance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Fields/methods shared by all instances of class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Static inner class (see later) may be instantiated without the outer class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http://docs.oracle.com/javase/tutorial/java/javaOO/classvars.html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174243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5ABB-883A-767B-1082-EF9405B4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4389E69-A9AA-1E96-EFB2-2192E0A2B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Other (non-access) modifiers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6576E7A-3F45-C65D-372F-B90F2F295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final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May not be changed once initialized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 final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class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may not be extended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 final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field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initialised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once &amp; cannot be changed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 final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method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may not be overridden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http://docs.oracle.com/javase/tutorial/java/IandI/final.html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See </a:t>
            </a:r>
            <a:r>
              <a:rPr lang="en-US" altLang="en-US" dirty="0">
                <a:solidFill>
                  <a:srgbClr val="FFC000"/>
                </a:solidFill>
                <a:latin typeface="Avenir Book" pitchFamily="2" charset="0"/>
                <a:ea typeface="ＭＳ Ｐゴシック" panose="020B0600070205080204" pitchFamily="34" charset="-128"/>
              </a:rPr>
              <a:t>/example01</a:t>
            </a:r>
          </a:p>
          <a:p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native,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staticfp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, synchronized, transient &amp; volatile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Read up if interested</a:t>
            </a: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4398919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4B907-30D2-699D-CCCB-6F0106F0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D61038D-1D0F-8E04-369A-9F96421E6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Types of classes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0653722E-9BCE-BD85-527F-5C3E327A5D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Named (“normal”)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Must be public if want to instantiate elsewhere using 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new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Abstract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May not instantiate this class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Serves as a base class to be used for inheritance, typically used for polymorphism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http://docs.oracle.com/javase/tutorial/java/IandI/abstract.html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3584948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F02B-D48A-C6BA-DDB1-6AC6A5E8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8479F7D-230F-A469-F516-9D0E71EE6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Types of classes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C53E828-AAA3-96DC-BDE9-69AA65380B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Inner 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Defined inside another class (outer class)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May access outer class fields and methods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Cannot exist by itself (unless defined as static)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Visibility modifier of inner class determines who may “see” it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Static Inner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Static inner classes may be instantiated without an instantiation of the outer class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See </a:t>
            </a:r>
            <a:r>
              <a:rPr lang="en-US" altLang="en-US" dirty="0">
                <a:solidFill>
                  <a:srgbClr val="FFC000"/>
                </a:solidFill>
                <a:latin typeface="Avenir Book" pitchFamily="2" charset="0"/>
                <a:ea typeface="ＭＳ Ｐゴシック" panose="020B0600070205080204" pitchFamily="34" charset="-128"/>
              </a:rPr>
              <a:t>/example02</a:t>
            </a:r>
          </a:p>
        </p:txBody>
      </p:sp>
    </p:spTree>
    <p:extLst>
      <p:ext uri="{BB962C8B-B14F-4D97-AF65-F5344CB8AC3E}">
        <p14:creationId xmlns:p14="http://schemas.microsoft.com/office/powerpoint/2010/main" val="853854565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DF56-5379-AE2B-4BE3-C977879C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92C0508-9386-3986-E2C4-AE6323CC1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Types of classes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40E8710-4EF5-533B-00AE-16DC9739F9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820150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Local/Anonymous Inner Classes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Class defined inside another class’s method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Local class (also known as “named class”) &amp; has a class name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 instantiate multiple instances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Anonymous class defined inline &amp; has no name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Declares &amp; instantiates a class at the same time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Often used in UIs for responding to UI events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See </a:t>
            </a:r>
            <a:r>
              <a:rPr lang="en-US" altLang="en-US" dirty="0">
                <a:solidFill>
                  <a:srgbClr val="FFC000"/>
                </a:solidFill>
                <a:latin typeface="Avenir Book" pitchFamily="2" charset="0"/>
                <a:ea typeface="ＭＳ Ｐゴシック" panose="020B0600070205080204" pitchFamily="34" charset="-128"/>
              </a:rPr>
              <a:t>/example03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http://docs.oracle.com/javase/tutorial/java/javaOO/localclasses.html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solidFill>
                <a:srgbClr val="FFC000"/>
              </a:solidFill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4037023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010D-F228-7B6D-15D5-B9CE3C3C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95C1FD-4061-2EFE-CB38-73F1F848A2D7}"/>
              </a:ext>
            </a:extLst>
          </p:cNvPr>
          <p:cNvSpPr/>
          <p:nvPr/>
        </p:nvSpPr>
        <p:spPr>
          <a:xfrm>
            <a:off x="0" y="3867894"/>
            <a:ext cx="9144000" cy="1275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C41F5FF1-1C48-F641-E04B-C208F9A33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820150" cy="593725"/>
          </a:xfrm>
        </p:spPr>
        <p:txBody>
          <a:bodyPr/>
          <a:lstStyle/>
          <a:p>
            <a:r>
              <a:rPr lang="en-US" altLang="en-US" sz="3200" dirty="0">
                <a:latin typeface="Avenir Medium" pitchFamily="2" charset="0"/>
                <a:ea typeface="ＭＳ Ｐゴシック" panose="020B0600070205080204" pitchFamily="34" charset="-128"/>
              </a:rPr>
              <a:t>Some differences between class types &amp; interfaces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4BC3C7-3766-A2BB-7DB7-7EC3D861B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090263"/>
              </p:ext>
            </p:extLst>
          </p:nvPr>
        </p:nvGraphicFramePr>
        <p:xfrm>
          <a:off x="107503" y="912141"/>
          <a:ext cx="8928993" cy="393114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8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1694">
                <a:tc>
                  <a:txBody>
                    <a:bodyPr/>
                    <a:lstStyle/>
                    <a:p>
                      <a:endParaRPr lang="en-ZA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b="1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b="1" dirty="0"/>
                        <a:t>“Regular”</a:t>
                      </a:r>
                    </a:p>
                    <a:p>
                      <a:pPr algn="ctr"/>
                      <a:r>
                        <a:rPr lang="en-ZA" sz="1200" b="1" dirty="0"/>
                        <a:t>Named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b="1" dirty="0"/>
                        <a:t>Abstract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b="1" dirty="0"/>
                        <a:t>Inner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b="1" dirty="0"/>
                        <a:t>Static Inner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b="1" dirty="0"/>
                        <a:t>Anonymous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14">
                <a:tc>
                  <a:txBody>
                    <a:bodyPr/>
                    <a:lstStyle/>
                    <a:p>
                      <a:r>
                        <a:rPr lang="en-ZA" sz="2000" dirty="0"/>
                        <a:t>Can be instantiated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Only from within outer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914">
                <a:tc>
                  <a:txBody>
                    <a:bodyPr/>
                    <a:lstStyle/>
                    <a:p>
                      <a:r>
                        <a:rPr lang="en-ZA" sz="2000" dirty="0"/>
                        <a:t>Can have multiple instances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27">
                <a:tc>
                  <a:txBody>
                    <a:bodyPr/>
                    <a:lstStyle/>
                    <a:p>
                      <a:r>
                        <a:rPr lang="en-ZA" sz="2000" dirty="0"/>
                        <a:t>Can have fields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ZA" sz="1200" kern="1200" dirty="0">
                          <a:solidFill>
                            <a:schemeClr val="dk1"/>
                          </a:solidFill>
                        </a:rPr>
                        <a:t>Only constants</a:t>
                      </a:r>
                      <a:endParaRPr lang="en-ZA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890">
                <a:tc>
                  <a:txBody>
                    <a:bodyPr/>
                    <a:lstStyle/>
                    <a:p>
                      <a:r>
                        <a:rPr lang="en-ZA" sz="2000" dirty="0"/>
                        <a:t>Has method bodies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kern="1200" dirty="0">
                          <a:solidFill>
                            <a:schemeClr val="dk1"/>
                          </a:solidFill>
                        </a:rPr>
                        <a:t>Only default, typically none</a:t>
                      </a:r>
                      <a:endParaRPr lang="en-ZA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kern="1200" dirty="0">
                          <a:solidFill>
                            <a:schemeClr val="dk1"/>
                          </a:solidFill>
                        </a:rPr>
                        <a:t>All methods implemented</a:t>
                      </a:r>
                      <a:endParaRPr lang="en-ZA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kern="1200" dirty="0">
                          <a:solidFill>
                            <a:schemeClr val="dk1"/>
                          </a:solidFill>
                        </a:rPr>
                        <a:t>Can have abstract or implemented methods</a:t>
                      </a:r>
                      <a:endParaRPr lang="en-ZA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kern="1200" dirty="0">
                          <a:solidFill>
                            <a:schemeClr val="dk1"/>
                          </a:solidFill>
                        </a:rPr>
                        <a:t>All implemented</a:t>
                      </a:r>
                      <a:endParaRPr lang="en-ZA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kern="1200" dirty="0">
                          <a:solidFill>
                            <a:schemeClr val="dk1"/>
                          </a:solidFill>
                        </a:rPr>
                        <a:t>All implemented</a:t>
                      </a:r>
                      <a:endParaRPr lang="en-ZA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kern="1200" dirty="0">
                          <a:solidFill>
                            <a:schemeClr val="dk1"/>
                          </a:solidFill>
                        </a:rPr>
                        <a:t>All implemented</a:t>
                      </a:r>
                      <a:endParaRPr lang="en-ZA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914">
                <a:tc>
                  <a:txBody>
                    <a:bodyPr/>
                    <a:lstStyle/>
                    <a:p>
                      <a:r>
                        <a:rPr lang="en-ZA" sz="2000" dirty="0"/>
                        <a:t>Can be extended/ 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200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73D0009-0C6C-0FE2-00B0-42C7DD9CA7B8}"/>
              </a:ext>
            </a:extLst>
          </p:cNvPr>
          <p:cNvSpPr/>
          <p:nvPr/>
        </p:nvSpPr>
        <p:spPr>
          <a:xfrm>
            <a:off x="2555776" y="912141"/>
            <a:ext cx="1080120" cy="3915938"/>
          </a:xfrm>
          <a:prstGeom prst="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0DA0-1305-3577-7956-BD740EC5457A}"/>
              </a:ext>
            </a:extLst>
          </p:cNvPr>
          <p:cNvSpPr/>
          <p:nvPr/>
        </p:nvSpPr>
        <p:spPr>
          <a:xfrm>
            <a:off x="3615985" y="912141"/>
            <a:ext cx="1080120" cy="3915938"/>
          </a:xfrm>
          <a:prstGeom prst="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D01DCB-6F3C-7E19-965E-6FBB5BE142E1}"/>
              </a:ext>
            </a:extLst>
          </p:cNvPr>
          <p:cNvSpPr/>
          <p:nvPr/>
        </p:nvSpPr>
        <p:spPr>
          <a:xfrm>
            <a:off x="4696105" y="912141"/>
            <a:ext cx="1080120" cy="3915938"/>
          </a:xfrm>
          <a:prstGeom prst="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5B423-5AD0-248E-E5C0-01C442366CDD}"/>
              </a:ext>
            </a:extLst>
          </p:cNvPr>
          <p:cNvSpPr/>
          <p:nvPr/>
        </p:nvSpPr>
        <p:spPr>
          <a:xfrm>
            <a:off x="5786180" y="912141"/>
            <a:ext cx="1080120" cy="3915938"/>
          </a:xfrm>
          <a:prstGeom prst="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A5BB9-6C03-2E05-C79C-A7EB2F805556}"/>
              </a:ext>
            </a:extLst>
          </p:cNvPr>
          <p:cNvSpPr/>
          <p:nvPr/>
        </p:nvSpPr>
        <p:spPr>
          <a:xfrm>
            <a:off x="6876255" y="914959"/>
            <a:ext cx="1080120" cy="3915938"/>
          </a:xfrm>
          <a:prstGeom prst="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29C38-A8D0-FD72-5823-6AAC0802BBF6}"/>
              </a:ext>
            </a:extLst>
          </p:cNvPr>
          <p:cNvSpPr/>
          <p:nvPr/>
        </p:nvSpPr>
        <p:spPr>
          <a:xfrm>
            <a:off x="7956376" y="912141"/>
            <a:ext cx="1080120" cy="3915938"/>
          </a:xfrm>
          <a:prstGeom prst="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1130621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2FE4915-405C-9968-AF52-AF26FC644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191624"/>
              </p:ext>
            </p:extLst>
          </p:nvPr>
        </p:nvGraphicFramePr>
        <p:xfrm>
          <a:off x="1835696" y="61739"/>
          <a:ext cx="7776864" cy="5020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4E2414-6294-617A-9BBB-AE64D9622B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2879998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Abstract class?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Acts as root of an inheritance tree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Provides fields &amp; possibly partial implementation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Typically for large groups of related data &amp;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behaviour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75E87-E012-3811-6DB6-520C614E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9C0B63A-7556-CB0D-B073-33D1A3AA9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94955"/>
              </p:ext>
            </p:extLst>
          </p:nvPr>
        </p:nvGraphicFramePr>
        <p:xfrm>
          <a:off x="1835696" y="61739"/>
          <a:ext cx="7776864" cy="5020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D3B6EA-8815-CDD5-ACF4-1F1914D6FE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2879998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Interface?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Typically for small groups of related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behaviour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 allow multiple classes from different parts of an inheritance tree to be used polymorphically</a:t>
            </a: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049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2E9B-6B0D-1DD1-1BF3-6477672E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6EEED02-CC98-395D-3828-60EEB95499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5684045"/>
              </p:ext>
            </p:extLst>
          </p:nvPr>
        </p:nvGraphicFramePr>
        <p:xfrm>
          <a:off x="1835696" y="61739"/>
          <a:ext cx="7776864" cy="5020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97DCE7-93BF-746B-CA8F-BC14EE4DB7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2879998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Inner class?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Classes that do not make sense, or are not valid, outside the context of the outer class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Is not reusable in different context</a:t>
            </a:r>
          </a:p>
        </p:txBody>
      </p:sp>
    </p:spTree>
    <p:extLst>
      <p:ext uri="{BB962C8B-B14F-4D97-AF65-F5344CB8AC3E}">
        <p14:creationId xmlns:p14="http://schemas.microsoft.com/office/powerpoint/2010/main" val="212809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351F9-4664-4BB3-6BA7-E1A7D3BD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E3997CE-3D54-7031-3253-967432BCE2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6497138"/>
              </p:ext>
            </p:extLst>
          </p:nvPr>
        </p:nvGraphicFramePr>
        <p:xfrm>
          <a:off x="1835696" y="61739"/>
          <a:ext cx="7776864" cy="5020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11902A-9417-CBE7-54E1-51747F09AC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2879998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Static inner class?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Want to have a “nested” relationship, but allow inner class to be able to exist without the outer class</a:t>
            </a:r>
          </a:p>
        </p:txBody>
      </p:sp>
    </p:spTree>
    <p:extLst>
      <p:ext uri="{BB962C8B-B14F-4D97-AF65-F5344CB8AC3E}">
        <p14:creationId xmlns:p14="http://schemas.microsoft.com/office/powerpoint/2010/main" val="335229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6139-93B5-1E11-2514-BA38A391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0CD0E6E-C9A7-AAD5-CC56-19D91BD9EF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635853"/>
              </p:ext>
            </p:extLst>
          </p:nvPr>
        </p:nvGraphicFramePr>
        <p:xfrm>
          <a:off x="1835696" y="61739"/>
          <a:ext cx="7776864" cy="5020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77941B-E7D9-A019-2225-DC22A009EC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2879998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Anonymous class?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Want to create a typically small object, but an entire named definition not required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Extension is not of importance, simply an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67904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EEFBA319-EB28-15BC-F93B-CA6C6F461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Ways of defining &amp; instantiating classes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37CBF094-519B-F5A1-666C-8E4E49E4D7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640763" cy="348138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new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keyword to instantiate a named class</a:t>
            </a:r>
          </a:p>
          <a:p>
            <a:pPr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clone()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method (if implemented)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Depending on class, a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shallow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or deep copy of an existing object can be made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Need to promote from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protected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to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public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if it is to be used by other objects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Typically, a copy constructor is preferred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See </a:t>
            </a:r>
            <a:r>
              <a:rPr lang="en-US" altLang="en-US" dirty="0">
                <a:solidFill>
                  <a:srgbClr val="FFC000"/>
                </a:solidFill>
                <a:latin typeface="Avenir Book" pitchFamily="2" charset="0"/>
                <a:ea typeface="ＭＳ Ｐゴシック" panose="020B0600070205080204" pitchFamily="34" charset="-128"/>
              </a:rPr>
              <a:t>/example04</a:t>
            </a:r>
          </a:p>
          <a:p>
            <a:pPr>
              <a:defRPr/>
            </a:pP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In-line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creation of an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anonymous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class (also uses 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new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)</a:t>
            </a:r>
          </a:p>
          <a:p>
            <a:pPr lvl="1">
              <a:defRPr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Previous example</a:t>
            </a:r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115616" y="1417588"/>
            <a:ext cx="31745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Variable length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E996F-3E98-44BF-AD18-03F24F209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584" y="1278150"/>
            <a:ext cx="2587200" cy="258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25702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34EA976-2436-8C36-6E24-EC7AEB3B5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Variable length parameters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0ADFC579-31FE-C35A-F876-8A0ACD762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640763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Sometimes want to accept a different number of variable parameters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E.g., sum of integers (but not passed an array)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Indicated as &lt;type&gt;… &lt;parameter name&gt;, e.g., 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sum(int… n)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accessed inside method as if was an array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Each method may only have:</a:t>
            </a:r>
          </a:p>
          <a:p>
            <a:pPr lvl="1"/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one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parameter of variable length 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else how would now where one ends &amp; next starts?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the variable length parameter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must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be last one </a:t>
            </a: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e.g., 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f(int…n, int count)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is not allowed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See </a:t>
            </a:r>
            <a:r>
              <a:rPr lang="en-US" altLang="en-US" dirty="0">
                <a:solidFill>
                  <a:srgbClr val="FFC000"/>
                </a:solidFill>
                <a:latin typeface="Avenir Book" pitchFamily="2" charset="0"/>
                <a:ea typeface="ＭＳ Ｐゴシック" panose="020B0600070205080204" pitchFamily="34" charset="-128"/>
              </a:rPr>
              <a:t>/example05</a:t>
            </a:r>
          </a:p>
        </p:txBody>
      </p:sp>
    </p:spTree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115616" y="2156251"/>
            <a:ext cx="3174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Generics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13FEB-C673-41EB-9D2D-DF96C3BB4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531" y="1347614"/>
            <a:ext cx="2587201" cy="258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56894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34EA976-2436-8C36-6E24-EC7AEB3B5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Generics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0ADFC579-31FE-C35A-F876-8A0ACD762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563639"/>
            <a:ext cx="4032224" cy="137679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defn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. (general): </a:t>
            </a:r>
          </a:p>
          <a:p>
            <a:pPr marL="174625" lvl="1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typical, not unique or specific</a:t>
            </a: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solidFill>
                <a:srgbClr val="FFC000"/>
              </a:solidFill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532DF-E2D6-4786-9C98-EF448409E587}"/>
              </a:ext>
            </a:extLst>
          </p:cNvPr>
          <p:cNvSpPr txBox="1"/>
          <p:nvPr/>
        </p:nvSpPr>
        <p:spPr>
          <a:xfrm>
            <a:off x="323850" y="3078931"/>
            <a:ext cx="4032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“The movie’s plot was generic.”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F297AD-2A61-46EE-808B-7EBF69E72E45}"/>
              </a:ext>
            </a:extLst>
          </p:cNvPr>
          <p:cNvSpPr txBox="1"/>
          <p:nvPr/>
        </p:nvSpPr>
        <p:spPr>
          <a:xfrm>
            <a:off x="4716016" y="2940431"/>
            <a:ext cx="4032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“A generic function can handle different data types.”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E71508-417A-4165-88A7-1F7A30974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1563638"/>
            <a:ext cx="4032225" cy="17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 err="1">
                <a:latin typeface="Avenir Book" pitchFamily="2" charset="0"/>
                <a:ea typeface="ＭＳ Ｐゴシック" panose="020B0600070205080204" pitchFamily="34" charset="-128"/>
              </a:rPr>
              <a:t>defn</a:t>
            </a:r>
            <a:r>
              <a:rPr lang="en-US" altLang="en-US" kern="0" dirty="0">
                <a:latin typeface="Avenir Book" pitchFamily="2" charset="0"/>
                <a:ea typeface="ＭＳ Ｐゴシック" panose="020B0600070205080204" pitchFamily="34" charset="-128"/>
              </a:rPr>
              <a:t>. (computer science): </a:t>
            </a:r>
          </a:p>
          <a:p>
            <a:pPr marL="174625" lvl="1" indent="0">
              <a:buNone/>
            </a:pPr>
            <a:r>
              <a:rPr lang="en-US" altLang="en-US" kern="0" dirty="0">
                <a:latin typeface="Avenir Book" pitchFamily="2" charset="0"/>
                <a:ea typeface="ＭＳ Ｐゴシック" panose="020B0600070205080204" pitchFamily="34" charset="-128"/>
              </a:rPr>
              <a:t>code/methods that can work with any type of data</a:t>
            </a:r>
          </a:p>
          <a:p>
            <a:endParaRPr lang="en-US" altLang="en-US" kern="0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/>
            <a:endParaRPr lang="en-US" altLang="en-US" kern="0" dirty="0">
              <a:solidFill>
                <a:srgbClr val="FFC000"/>
              </a:solidFill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E4A34-7045-42A6-89A2-AFF0692A8537}"/>
              </a:ext>
            </a:extLst>
          </p:cNvPr>
          <p:cNvSpPr/>
          <p:nvPr/>
        </p:nvSpPr>
        <p:spPr>
          <a:xfrm>
            <a:off x="323850" y="1419622"/>
            <a:ext cx="4032225" cy="288032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244923-E68D-41CF-A924-126059829F8E}"/>
              </a:ext>
            </a:extLst>
          </p:cNvPr>
          <p:cNvSpPr/>
          <p:nvPr/>
        </p:nvSpPr>
        <p:spPr>
          <a:xfrm>
            <a:off x="4716239" y="1419622"/>
            <a:ext cx="4032225" cy="28803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912921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5" grpId="0"/>
      <p:bldP spid="7" grpId="0"/>
      <p:bldP spid="8" grpId="0"/>
      <p:bldP spid="4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are generics useful to us?</a:t>
            </a:r>
            <a:endParaRPr kumimoji="0" lang="en-ZA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A5A014-4B8B-0A33-ABB5-D4F80EB9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402731"/>
            <a:ext cx="8505825" cy="2257251"/>
          </a:xfrm>
        </p:spPr>
        <p:txBody>
          <a:bodyPr/>
          <a:lstStyle/>
          <a:p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Convenient way of allowing classes to be used as “templates” where specific field, parameter &amp; return types can be specified</a:t>
            </a:r>
          </a:p>
          <a:p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Allows the amount of casting to be reduced</a:t>
            </a:r>
          </a:p>
        </p:txBody>
      </p:sp>
    </p:spTree>
    <p:extLst>
      <p:ext uri="{BB962C8B-B14F-4D97-AF65-F5344CB8AC3E}">
        <p14:creationId xmlns:p14="http://schemas.microsoft.com/office/powerpoint/2010/main" val="176263514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22372D1-C1BC-8D02-5DE2-06417E419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Using Generic Classes &lt;T&gt;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2765B96F-5E0B-4F16-853C-BC31761085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(Often) where: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the same “code” is used for multiple implementations &amp;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the only difference are the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types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of fields, parameters or returned values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Why?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Provides type-safe checking at compile-time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Allows a class or interface to be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parameterised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with type information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See </a:t>
            </a:r>
            <a:r>
              <a:rPr lang="en-US" altLang="en-US" dirty="0">
                <a:solidFill>
                  <a:srgbClr val="FEC000"/>
                </a:solidFill>
                <a:latin typeface="Avenir Book" pitchFamily="2" charset="0"/>
                <a:ea typeface="ＭＳ Ｐゴシック" panose="020B0600070205080204" pitchFamily="34" charset="-128"/>
              </a:rPr>
              <a:t>/example01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F8FC-5BDD-82FB-124C-59204F3A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750234-E196-923D-FC76-49D1ED45F647}"/>
              </a:ext>
            </a:extLst>
          </p:cNvPr>
          <p:cNvSpPr/>
          <p:nvPr/>
        </p:nvSpPr>
        <p:spPr>
          <a:xfrm>
            <a:off x="0" y="0"/>
            <a:ext cx="4570776" cy="17076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82F3B-9FAB-BC9D-2801-BEF38EFC2D06}"/>
              </a:ext>
            </a:extLst>
          </p:cNvPr>
          <p:cNvSpPr/>
          <p:nvPr/>
        </p:nvSpPr>
        <p:spPr>
          <a:xfrm>
            <a:off x="4570776" y="0"/>
            <a:ext cx="4573224" cy="17076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3DC00D-7E26-B46C-396A-086E96A68887}"/>
              </a:ext>
            </a:extLst>
          </p:cNvPr>
          <p:cNvSpPr txBox="1"/>
          <p:nvPr/>
        </p:nvSpPr>
        <p:spPr>
          <a:xfrm>
            <a:off x="656387" y="483518"/>
            <a:ext cx="32592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Non-generic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3EA62-74FB-EE04-26DA-EE6CC0B259CA}"/>
              </a:ext>
            </a:extLst>
          </p:cNvPr>
          <p:cNvSpPr txBox="1"/>
          <p:nvPr/>
        </p:nvSpPr>
        <p:spPr>
          <a:xfrm>
            <a:off x="4898970" y="483518"/>
            <a:ext cx="39180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Using generics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09EEE4-A778-83B1-48D9-E8785C802BD6}"/>
              </a:ext>
            </a:extLst>
          </p:cNvPr>
          <p:cNvCxnSpPr/>
          <p:nvPr/>
        </p:nvCxnSpPr>
        <p:spPr>
          <a:xfrm>
            <a:off x="4570777" y="0"/>
            <a:ext cx="0" cy="5143500"/>
          </a:xfrm>
          <a:prstGeom prst="line">
            <a:avLst/>
          </a:prstGeom>
          <a:ln w="57150">
            <a:solidFill>
              <a:srgbClr val="0010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6CAABA-1F2A-0344-0A78-45C27A4D4598}"/>
              </a:ext>
            </a:extLst>
          </p:cNvPr>
          <p:cNvCxnSpPr>
            <a:cxnSpLocks/>
          </p:cNvCxnSpPr>
          <p:nvPr/>
        </p:nvCxnSpPr>
        <p:spPr>
          <a:xfrm flipH="1">
            <a:off x="0" y="1707654"/>
            <a:ext cx="9142776" cy="0"/>
          </a:xfrm>
          <a:prstGeom prst="line">
            <a:avLst/>
          </a:prstGeom>
          <a:ln w="57150">
            <a:solidFill>
              <a:srgbClr val="0010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4">
            <a:extLst>
              <a:ext uri="{FF2B5EF4-FFF2-40B4-BE49-F238E27FC236}">
                <a16:creationId xmlns:a16="http://schemas.microsoft.com/office/drawing/2014/main" id="{67ACA6FC-0250-0F1C-1B4B-E405F9D84205}"/>
              </a:ext>
            </a:extLst>
          </p:cNvPr>
          <p:cNvSpPr txBox="1"/>
          <p:nvPr/>
        </p:nvSpPr>
        <p:spPr>
          <a:xfrm>
            <a:off x="539552" y="2283717"/>
            <a:ext cx="319189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Stack can hold 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any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object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Stack s = new Stack();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s.push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(“hello”);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String t = 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(String)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s.pop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s.push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 = (String) 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s.pop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Casting error,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only found 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at run-time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B596616D-FD4B-41B6-D38D-DBA1F0BD4C02}"/>
              </a:ext>
            </a:extLst>
          </p:cNvPr>
          <p:cNvSpPr txBox="1"/>
          <p:nvPr/>
        </p:nvSpPr>
        <p:spPr>
          <a:xfrm>
            <a:off x="5091244" y="2283718"/>
            <a:ext cx="372890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Stack can 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only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hold strings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Stack&lt;String&gt; s = new Stack&lt;&gt;();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s.push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(“hello”);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Note cast not required anymore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String t =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s.pop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s.push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(10);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Won’t be allowed to push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at compile 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3A0D06-3B98-CB0C-C3FE-6AF74A7AEA4E}"/>
              </a:ext>
            </a:extLst>
          </p:cNvPr>
          <p:cNvSpPr/>
          <p:nvPr/>
        </p:nvSpPr>
        <p:spPr>
          <a:xfrm>
            <a:off x="2411765" y="3795886"/>
            <a:ext cx="936099" cy="303713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67FA19-800B-AD20-634E-C087A018BE4C}"/>
              </a:ext>
            </a:extLst>
          </p:cNvPr>
          <p:cNvSpPr/>
          <p:nvPr/>
        </p:nvSpPr>
        <p:spPr>
          <a:xfrm>
            <a:off x="5758268" y="3795885"/>
            <a:ext cx="1370597" cy="303713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796B7111-7FE2-2AF1-BD73-DB39FFC5B611}"/>
              </a:ext>
            </a:extLst>
          </p:cNvPr>
          <p:cNvSpPr txBox="1"/>
          <p:nvPr/>
        </p:nvSpPr>
        <p:spPr>
          <a:xfrm>
            <a:off x="4809115" y="4352205"/>
            <a:ext cx="4293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3"/>
              </a:rPr>
              <a:t>http://docs.oracle.com/javase/tutorial/java/generics/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103904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487EF-2EE9-21FA-5995-530D222B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EC0616-6490-ECC2-1620-2B789F633BE2}"/>
              </a:ext>
            </a:extLst>
          </p:cNvPr>
          <p:cNvSpPr/>
          <p:nvPr/>
        </p:nvSpPr>
        <p:spPr>
          <a:xfrm>
            <a:off x="2051720" y="134761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should we rather find errors at 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compile time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instead of at 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 time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  <a:endParaRPr kumimoji="0" lang="en-ZA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77918D0A-08E7-7FA3-852F-72FCEDBE9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189847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0004531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B89FB-C6C8-4E3A-4E04-E713DF59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31244C3-BD05-C907-B61B-9799F1381576}"/>
              </a:ext>
            </a:extLst>
          </p:cNvPr>
          <p:cNvGraphicFramePr/>
          <p:nvPr/>
        </p:nvGraphicFramePr>
        <p:xfrm>
          <a:off x="539552" y="51470"/>
          <a:ext cx="7992888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9A385D3-2446-5DE8-079E-3B92D5B30D9B}"/>
              </a:ext>
            </a:extLst>
          </p:cNvPr>
          <p:cNvSpPr txBox="1"/>
          <p:nvPr/>
        </p:nvSpPr>
        <p:spPr>
          <a:xfrm>
            <a:off x="3425791" y="1694587"/>
            <a:ext cx="22924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600" b="0" i="0" u="none" strike="noStrike" kern="1200" cap="none" spc="0" normalizeH="0" baseline="0" noProof="0" dirty="0">
                <a:ln>
                  <a:noFill/>
                </a:ln>
                <a:solidFill>
                  <a:srgbClr val="001027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Errors at compile time</a:t>
            </a:r>
          </a:p>
        </p:txBody>
      </p:sp>
    </p:spTree>
    <p:extLst>
      <p:ext uri="{BB962C8B-B14F-4D97-AF65-F5344CB8AC3E}">
        <p14:creationId xmlns:p14="http://schemas.microsoft.com/office/powerpoint/2010/main" val="762314150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1285C-D06D-E6A6-2F27-212D6810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CC7831E-A2E4-0744-6609-AC2E45937C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Generics UML Notation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9DC7A-875E-4700-DCB0-55B9E43C1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65" y="303213"/>
            <a:ext cx="8066670" cy="43022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92B2582-F022-D3D4-2E1F-169C3A7F89E1}"/>
              </a:ext>
            </a:extLst>
          </p:cNvPr>
          <p:cNvSpPr/>
          <p:nvPr/>
        </p:nvSpPr>
        <p:spPr>
          <a:xfrm>
            <a:off x="401515" y="4318788"/>
            <a:ext cx="8968509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4"/>
              </a:rPr>
              <a:t>https://www.visual-paradigm.com/guide/uml-unified-modeling-language/uml-aggregation-vs-composition/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46FD2-8876-D915-3CC3-2B2299CB24D4}"/>
              </a:ext>
            </a:extLst>
          </p:cNvPr>
          <p:cNvSpPr/>
          <p:nvPr/>
        </p:nvSpPr>
        <p:spPr>
          <a:xfrm>
            <a:off x="3707904" y="1131590"/>
            <a:ext cx="648072" cy="432048"/>
          </a:xfrm>
          <a:prstGeom prst="rect">
            <a:avLst/>
          </a:prstGeom>
          <a:solidFill>
            <a:srgbClr val="FE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328BAA-1CFA-EDEB-116E-639AA32470C1}"/>
              </a:ext>
            </a:extLst>
          </p:cNvPr>
          <p:cNvSpPr/>
          <p:nvPr/>
        </p:nvSpPr>
        <p:spPr>
          <a:xfrm>
            <a:off x="7020272" y="1347614"/>
            <a:ext cx="648072" cy="432048"/>
          </a:xfrm>
          <a:prstGeom prst="rect">
            <a:avLst/>
          </a:prstGeom>
          <a:solidFill>
            <a:srgbClr val="FE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4F9493E-9906-2F2B-8916-F9B211D0C775}"/>
              </a:ext>
            </a:extLst>
          </p:cNvPr>
          <p:cNvSpPr/>
          <p:nvPr/>
        </p:nvSpPr>
        <p:spPr>
          <a:xfrm>
            <a:off x="174163" y="2755121"/>
            <a:ext cx="618368" cy="484632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57C15DD-2499-2581-B75B-63A081A5BAF2}"/>
              </a:ext>
            </a:extLst>
          </p:cNvPr>
          <p:cNvSpPr/>
          <p:nvPr/>
        </p:nvSpPr>
        <p:spPr>
          <a:xfrm flipH="1">
            <a:off x="6725940" y="2000577"/>
            <a:ext cx="618368" cy="484632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1E8DA5-CE7F-AE23-5AEF-BF1B5E0B58B7}"/>
              </a:ext>
            </a:extLst>
          </p:cNvPr>
          <p:cNvSpPr/>
          <p:nvPr/>
        </p:nvSpPr>
        <p:spPr>
          <a:xfrm>
            <a:off x="3923928" y="2131464"/>
            <a:ext cx="1800200" cy="728318"/>
          </a:xfrm>
          <a:prstGeom prst="rect">
            <a:avLst/>
          </a:prstGeom>
          <a:noFill/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97E65-E73D-2915-C91C-748C2EF8E824}"/>
              </a:ext>
            </a:extLst>
          </p:cNvPr>
          <p:cNvSpPr/>
          <p:nvPr/>
        </p:nvSpPr>
        <p:spPr>
          <a:xfrm>
            <a:off x="2483768" y="3397217"/>
            <a:ext cx="576064" cy="728318"/>
          </a:xfrm>
          <a:prstGeom prst="rect">
            <a:avLst/>
          </a:prstGeom>
          <a:noFill/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092058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A10B-5A09-8A02-ED0E-AB9AA731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D428A95-7C31-1A07-B87C-E21D96C90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Using Generic Classes &lt;T&gt; (continued…)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43AE6C6-3968-75B2-1F1B-DEF3DFC4A1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May use “the diamond” if at compile-time, the types can be inferred for a constructor (language level will need to be set to 7+), e.g.</a:t>
            </a:r>
          </a:p>
          <a:p>
            <a:pPr lvl="1"/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Unary&lt;Integer&gt; </a:t>
            </a:r>
            <a:r>
              <a:rPr lang="en-US" altLang="en-US" sz="16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integerUnit</a:t>
            </a:r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new Unary&lt;&gt;(); 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 use multiple types, e.g.</a:t>
            </a:r>
          </a:p>
          <a:p>
            <a:pPr lvl="1"/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class Triple&lt;T,U,V&gt; {…}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 specify that only types descending/implementing a specific class/interface may be used (bounded parameter types), e.g.</a:t>
            </a:r>
          </a:p>
          <a:p>
            <a:pPr lvl="1"/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class Example&lt;T extends </a:t>
            </a:r>
            <a:r>
              <a:rPr lang="en-US" altLang="en-US" sz="16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SomeClass</a:t>
            </a:r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 {…}</a:t>
            </a:r>
          </a:p>
          <a:p>
            <a:pPr lvl="1"/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class Example&lt;T extends </a:t>
            </a:r>
            <a:r>
              <a:rPr lang="en-US" altLang="en-US" sz="16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SomeInterface</a:t>
            </a:r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 {…}</a:t>
            </a:r>
          </a:p>
          <a:p>
            <a:pPr lvl="1"/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class Example&lt;T extends A &amp; B &amp; C&gt; {…} </a:t>
            </a:r>
            <a:endParaRPr lang="en-US" altLang="en-US" sz="1600" dirty="0">
              <a:latin typeface="Avenir Book" pitchFamily="2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note if any are a class, must be 1st</a:t>
            </a:r>
          </a:p>
        </p:txBody>
      </p:sp>
    </p:spTree>
    <p:extLst>
      <p:ext uri="{BB962C8B-B14F-4D97-AF65-F5344CB8AC3E}">
        <p14:creationId xmlns:p14="http://schemas.microsoft.com/office/powerpoint/2010/main" val="424941512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Using Generic Classes &lt;T&gt; (continued…)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class Example&lt;T extends A &amp; B &amp; C&gt; {…} </a:t>
            </a:r>
            <a:endParaRPr lang="en-US" altLang="en-US" sz="1600" dirty="0">
              <a:latin typeface="Avenir Book" pitchFamily="2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lvl="2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Useful when expect some base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behaviour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of the type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May use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parameterised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types as types as well, e.g.</a:t>
            </a:r>
          </a:p>
          <a:p>
            <a:pPr lvl="1"/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Pair&lt;String, Unary&lt;Integer&gt;&gt; p = new Pair&lt;&gt;("primes", new Unary&lt;Integer&gt;(...)); </a:t>
            </a:r>
          </a:p>
        </p:txBody>
      </p:sp>
    </p:spTree>
    <p:extLst>
      <p:ext uri="{BB962C8B-B14F-4D97-AF65-F5344CB8AC3E}">
        <p14:creationId xmlns:p14="http://schemas.microsoft.com/office/powerpoint/2010/main" val="424706951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99D00-AFD0-DD84-56A6-D4FDDE5E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3FBD26D-F5A0-20F4-276E-BE2795E69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Using Generic Methods &lt;T&gt;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E9C172A8-E035-8888-B012-EF8C1B6ED6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cs typeface="+mn-cs"/>
              </a:rPr>
              <a:t>Sometimes, we would like to use different parameter or return types for a specific method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cs typeface="+mn-cs"/>
              </a:rPr>
              <a:t>Limited to the scope of the method, not the entire class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cs typeface="+mn-cs"/>
              </a:rPr>
              <a:t>See </a:t>
            </a:r>
            <a:r>
              <a:rPr lang="en-US" altLang="en-US" dirty="0">
                <a:solidFill>
                  <a:srgbClr val="FEC000"/>
                </a:solidFill>
                <a:latin typeface="Avenir Book" pitchFamily="2" charset="0"/>
                <a:ea typeface="ＭＳ Ｐゴシック" panose="020B0600070205080204" pitchFamily="34" charset="-128"/>
                <a:cs typeface="+mn-cs"/>
              </a:rPr>
              <a:t>/example02</a:t>
            </a:r>
          </a:p>
          <a:p>
            <a:pPr lvl="1"/>
            <a:endParaRPr lang="en-US" altLang="en-US" sz="16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BDC19ECC-4D22-F560-B630-523008B395B7}"/>
              </a:ext>
            </a:extLst>
          </p:cNvPr>
          <p:cNvSpPr txBox="1"/>
          <p:nvPr/>
        </p:nvSpPr>
        <p:spPr>
          <a:xfrm>
            <a:off x="1259632" y="2499742"/>
            <a:ext cx="604845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 class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Utils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public 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&lt;K,V&gt; 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String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toString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(Pair&lt;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K,V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pair)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key =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pair.getKey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value =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pair.getValue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String s = “”;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: do something with s, key &amp; value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return s;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CB8ED-77F8-BEEE-62EA-03ADB7E24948}"/>
              </a:ext>
            </a:extLst>
          </p:cNvPr>
          <p:cNvSpPr/>
          <p:nvPr/>
        </p:nvSpPr>
        <p:spPr>
          <a:xfrm>
            <a:off x="2915816" y="2916108"/>
            <a:ext cx="720075" cy="303713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D0A3CD-863A-BFF5-0A63-E80ADC89F072}"/>
              </a:ext>
            </a:extLst>
          </p:cNvPr>
          <p:cNvSpPr/>
          <p:nvPr/>
        </p:nvSpPr>
        <p:spPr>
          <a:xfrm>
            <a:off x="5220072" y="2916108"/>
            <a:ext cx="1800200" cy="303713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093339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" grpId="0"/>
      <p:bldP spid="3" grpId="0" animBg="1"/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9506C-FAAF-8B5F-00E1-8DA51C5A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ED81F578-EA57-12EF-D165-994C9FEA2D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 have a method call </a:t>
            </a:r>
            <a:r>
              <a:rPr lang="en-US" altLang="en-US" sz="18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myMethod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(Unary&lt;Object&gt; unary)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Although Integer extends Number, which extends Object…</a:t>
            </a:r>
          </a:p>
          <a:p>
            <a:pPr lvl="1"/>
            <a:r>
              <a:rPr lang="en-US" altLang="en-US" sz="18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myMethod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(Unary&lt;Number&gt; unary)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&amp; </a:t>
            </a:r>
            <a:r>
              <a:rPr lang="en-US" altLang="en-US" sz="18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myMethod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(Unary&lt;Integer&gt; unary)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are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not acceptable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Unary&lt;Number&gt; &amp; Unary&lt;Integer&gt;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do not descend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from Unary&lt;Object&gt;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It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is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possible to extend classes, e.g.</a:t>
            </a:r>
          </a:p>
          <a:p>
            <a:pPr lvl="1"/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ArrayList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&lt;String&gt; can extend List&lt;String&gt;, which can extend Collection&lt;String&gt;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Read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http://docs.oracle.com/javase/tutorial/java/generics/inheritance.html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</a:t>
            </a:r>
          </a:p>
          <a:p>
            <a:pPr lvl="1"/>
            <a:endParaRPr lang="en-US" altLang="en-US" sz="16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74F54CC0-FA8B-4590-67C0-1E9C02858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Using Generics &lt;T&gt; with inheritance</a:t>
            </a:r>
          </a:p>
        </p:txBody>
      </p:sp>
      <p:pic>
        <p:nvPicPr>
          <p:cNvPr id="5" name="Picture 4" descr="diagram showing a sample collections hierarchy: ArrayList&lt;String&gt; is a subtype of List&lt;String&gt;, which is a subtype of Collection&lt;String&gt;.">
            <a:extLst>
              <a:ext uri="{FF2B5EF4-FFF2-40B4-BE49-F238E27FC236}">
                <a16:creationId xmlns:a16="http://schemas.microsoft.com/office/drawing/2014/main" id="{CA68A058-8E12-9705-B817-62D786C14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030662"/>
            <a:ext cx="1315958" cy="103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rc 19">
            <a:extLst>
              <a:ext uri="{FF2B5EF4-FFF2-40B4-BE49-F238E27FC236}">
                <a16:creationId xmlns:a16="http://schemas.microsoft.com/office/drawing/2014/main" id="{523C917A-BC61-5C02-8394-1FD150D7C7B9}"/>
              </a:ext>
            </a:extLst>
          </p:cNvPr>
          <p:cNvSpPr/>
          <p:nvPr/>
        </p:nvSpPr>
        <p:spPr>
          <a:xfrm rot="5400000">
            <a:off x="6888859" y="2833794"/>
            <a:ext cx="1425133" cy="1765141"/>
          </a:xfrm>
          <a:prstGeom prst="arc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72141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3BC0-F246-B4B5-9909-5BE69D50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70C2E9B4-1F7D-0059-E0E1-50F6FB90B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IF the type is not important, i.e., you don’t have any specific fields of the type &amp; you are only interested whether extends a class/interface – upper bounded wildcard</a:t>
            </a:r>
          </a:p>
          <a:p>
            <a:pPr lvl="1"/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 also use a lower bounded wildcard – not used often though, e.g.</a:t>
            </a:r>
          </a:p>
          <a:p>
            <a:pPr lvl="1"/>
            <a:r>
              <a:rPr lang="en-US" altLang="en-US" sz="1800" kern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void </a:t>
            </a:r>
            <a:r>
              <a:rPr lang="en-US" altLang="en-US" sz="1800" kern="12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someMethod</a:t>
            </a:r>
            <a:r>
              <a:rPr lang="en-US" altLang="en-US" sz="1800" kern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(&lt;? super </a:t>
            </a:r>
            <a:r>
              <a:rPr lang="en-US" altLang="en-US" sz="1800" kern="12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SomeClass</a:t>
            </a:r>
            <a:r>
              <a:rPr lang="en-US" altLang="en-US" sz="1800" kern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 param)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Read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http://docs.oracle.com/javase/tutorial/java/generics/restrictions.html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for some restrictions on generics</a:t>
            </a: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</a:t>
            </a:r>
          </a:p>
          <a:p>
            <a:pPr lvl="1"/>
            <a:endParaRPr lang="en-US" altLang="en-US" sz="16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469A8B66-3DCA-E9BD-580C-19F51624C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Generics &lt;?&gt; wildcards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B84F5-FFAB-C9D0-ABA4-79693ED74454}"/>
              </a:ext>
            </a:extLst>
          </p:cNvPr>
          <p:cNvSpPr txBox="1"/>
          <p:nvPr/>
        </p:nvSpPr>
        <p:spPr>
          <a:xfrm>
            <a:off x="1308927" y="2091501"/>
            <a:ext cx="65261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void </a:t>
            </a: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someMethod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(&lt;? extends </a:t>
            </a: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SomeClass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 </a:t>
            </a: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param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 {</a:t>
            </a: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SomeClass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p = (</a:t>
            </a: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SomeClass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 </a:t>
            </a: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param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;</a:t>
            </a: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: do something with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816913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65BFE1D5-329E-BB29-CE8A-ED38134D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venir Medium" pitchFamily="2" charset="0"/>
                <a:ea typeface="ＭＳ Ｐゴシック" panose="020B0600070205080204" pitchFamily="34" charset="-128"/>
              </a:rPr>
              <a:t>Assignment 1</a:t>
            </a:r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5C6BFA09-EEC3-E74B-06BD-B7D47D876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496300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Do not forget about it 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Due next week (check the schedule)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After submitted, you’ll be assigned peer reviews due by the Friday of that week</a:t>
            </a: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7331C-08F4-4F3C-87D8-1DD17BAA3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874248"/>
            <a:ext cx="678863" cy="678863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15478</TotalTime>
  <Words>2955</Words>
  <Application>Microsoft Office PowerPoint</Application>
  <PresentationFormat>On-screen Show (16:9)</PresentationFormat>
  <Paragraphs>427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Aptos</vt:lpstr>
      <vt:lpstr>Arial</vt:lpstr>
      <vt:lpstr>Avenir Black</vt:lpstr>
      <vt:lpstr>Avenir Book</vt:lpstr>
      <vt:lpstr>Avenir LT 45 Book</vt:lpstr>
      <vt:lpstr>Avenir Medium</vt:lpstr>
      <vt:lpstr>Courier New</vt:lpstr>
      <vt:lpstr>Wingdings</vt:lpstr>
      <vt:lpstr>Default Design</vt:lpstr>
      <vt:lpstr>Lecture 2: Classes, interfaces, variable length parameters &amp; generics</vt:lpstr>
      <vt:lpstr>PowerPoint Presentation</vt:lpstr>
      <vt:lpstr>Class exercise</vt:lpstr>
      <vt:lpstr>PowerPoint Presentation</vt:lpstr>
      <vt:lpstr>PowerPoint Presentation</vt:lpstr>
      <vt:lpstr>Access modifiers</vt:lpstr>
      <vt:lpstr>Access modifiers</vt:lpstr>
      <vt:lpstr>PowerPoint Presentation</vt:lpstr>
      <vt:lpstr>Other (non-access) modifiers</vt:lpstr>
      <vt:lpstr>Other (non-access) modifiers</vt:lpstr>
      <vt:lpstr>Types of classes</vt:lpstr>
      <vt:lpstr>Types of classes</vt:lpstr>
      <vt:lpstr>Types of classes</vt:lpstr>
      <vt:lpstr>Some differences between class types &amp; interfaces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Ways of defining &amp; instantiating classes</vt:lpstr>
      <vt:lpstr>PowerPoint Presentation</vt:lpstr>
      <vt:lpstr>Variable length parameters</vt:lpstr>
      <vt:lpstr>PowerPoint Presentation</vt:lpstr>
      <vt:lpstr>Generics</vt:lpstr>
      <vt:lpstr>PowerPoint Presentation</vt:lpstr>
      <vt:lpstr>Using Generic Classes &lt;T&gt;</vt:lpstr>
      <vt:lpstr>PowerPoint Presentation</vt:lpstr>
      <vt:lpstr>PowerPoint Presentation</vt:lpstr>
      <vt:lpstr>PowerPoint Presentation</vt:lpstr>
      <vt:lpstr>Generics UML Notation</vt:lpstr>
      <vt:lpstr>Using Generic Classes &lt;T&gt; (continued…)</vt:lpstr>
      <vt:lpstr>Using Generic Classes &lt;T&gt; (continued…)</vt:lpstr>
      <vt:lpstr>Using Generic Methods &lt;T&gt;</vt:lpstr>
      <vt:lpstr>Using Generics &lt;T&gt; with inheritance</vt:lpstr>
      <vt:lpstr>Generics &lt;?&gt; wildcards</vt:lpstr>
      <vt:lpstr>Assignment 1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101</cp:revision>
  <dcterms:created xsi:type="dcterms:W3CDTF">2006-12-05T12:30:39Z</dcterms:created>
  <dcterms:modified xsi:type="dcterms:W3CDTF">2026-02-23T18:08:23Z</dcterms:modified>
</cp:coreProperties>
</file>