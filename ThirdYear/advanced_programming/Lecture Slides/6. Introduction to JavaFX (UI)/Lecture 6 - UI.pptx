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1" r:id="rId2"/>
    <p:sldId id="466" r:id="rId3"/>
    <p:sldId id="467" r:id="rId4"/>
    <p:sldId id="468" r:id="rId5"/>
    <p:sldId id="469" r:id="rId6"/>
    <p:sldId id="341" r:id="rId7"/>
    <p:sldId id="422" r:id="rId8"/>
    <p:sldId id="463" r:id="rId9"/>
    <p:sldId id="464" r:id="rId10"/>
    <p:sldId id="445" r:id="rId11"/>
    <p:sldId id="425" r:id="rId12"/>
    <p:sldId id="446" r:id="rId13"/>
    <p:sldId id="448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65" r:id="rId24"/>
    <p:sldId id="459" r:id="rId25"/>
    <p:sldId id="460" r:id="rId26"/>
    <p:sldId id="461" r:id="rId27"/>
    <p:sldId id="462" r:id="rId28"/>
    <p:sldId id="321" r:id="rId29"/>
    <p:sldId id="423" r:id="rId30"/>
    <p:sldId id="470" r:id="rId31"/>
    <p:sldId id="269" r:id="rId32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FEC000"/>
    <a:srgbClr val="FFFFFF"/>
    <a:srgbClr val="001027"/>
    <a:srgbClr val="00CC00"/>
    <a:srgbClr val="9B221F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76271" autoAdjust="0"/>
  </p:normalViewPr>
  <p:slideViewPr>
    <p:cSldViewPr>
      <p:cViewPr varScale="1">
        <p:scale>
          <a:sx n="114" d="100"/>
          <a:sy n="114" d="100"/>
        </p:scale>
        <p:origin x="1380" y="4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Beets" userId="5adb261a4dd6137b" providerId="LiveId" clId="{081DF2E0-BFFF-4188-83E2-E633C5DC6939}"/>
    <pc:docChg chg="undo custSel addSld delSld modSld sldOrd">
      <pc:chgData name="Simone Beets" userId="5adb261a4dd6137b" providerId="LiveId" clId="{081DF2E0-BFFF-4188-83E2-E633C5DC6939}" dt="2025-04-14T10:29:41.928" v="6756" actId="15"/>
      <pc:docMkLst>
        <pc:docMk/>
      </pc:docMkLst>
      <pc:sldChg chg="modSp mod modNotesTx">
        <pc:chgData name="Simone Beets" userId="5adb261a4dd6137b" providerId="LiveId" clId="{081DF2E0-BFFF-4188-83E2-E633C5DC6939}" dt="2025-04-13T21:02:25.191" v="348"/>
        <pc:sldMkLst>
          <pc:docMk/>
          <pc:sldMk cId="0" sldId="271"/>
        </pc:sldMkLst>
        <pc:spChg chg="mod">
          <ac:chgData name="Simone Beets" userId="5adb261a4dd6137b" providerId="LiveId" clId="{081DF2E0-BFFF-4188-83E2-E633C5DC6939}" dt="2025-04-13T21:01:50.743" v="34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mod modAnim modNotesTx">
        <pc:chgData name="Simone Beets" userId="5adb261a4dd6137b" providerId="LiveId" clId="{081DF2E0-BFFF-4188-83E2-E633C5DC6939}" dt="2025-04-14T05:47:37.074" v="5601" actId="6549"/>
        <pc:sldMkLst>
          <pc:docMk/>
          <pc:sldMk cId="465305782" sldId="323"/>
        </pc:sldMkLst>
        <pc:spChg chg="add mod">
          <ac:chgData name="Simone Beets" userId="5adb261a4dd6137b" providerId="LiveId" clId="{081DF2E0-BFFF-4188-83E2-E633C5DC6939}" dt="2025-04-13T21:17:57.557" v="358" actId="1035"/>
          <ac:spMkLst>
            <pc:docMk/>
            <pc:sldMk cId="465305782" sldId="323"/>
            <ac:spMk id="4" creationId="{6D41CA04-FA2E-55B5-CC5B-F558E2B2183C}"/>
          </ac:spMkLst>
        </pc:spChg>
        <pc:spChg chg="add mod">
          <ac:chgData name="Simone Beets" userId="5adb261a4dd6137b" providerId="LiveId" clId="{081DF2E0-BFFF-4188-83E2-E633C5DC6939}" dt="2025-04-14T04:23:18.778" v="362" actId="14100"/>
          <ac:spMkLst>
            <pc:docMk/>
            <pc:sldMk cId="465305782" sldId="323"/>
            <ac:spMk id="5" creationId="{B29C2B43-1622-7603-0CA6-2AE55B59A7E3}"/>
          </ac:spMkLst>
        </pc:spChg>
        <pc:spChg chg="add mod">
          <ac:chgData name="Simone Beets" userId="5adb261a4dd6137b" providerId="LiveId" clId="{081DF2E0-BFFF-4188-83E2-E633C5DC6939}" dt="2025-04-14T04:23:26.454" v="365" actId="14100"/>
          <ac:spMkLst>
            <pc:docMk/>
            <pc:sldMk cId="465305782" sldId="323"/>
            <ac:spMk id="7" creationId="{E85D80FF-2ADC-99C1-BB25-1EF4178F7BBE}"/>
          </ac:spMkLst>
        </pc:spChg>
        <pc:spChg chg="add mod">
          <ac:chgData name="Simone Beets" userId="5adb261a4dd6137b" providerId="LiveId" clId="{081DF2E0-BFFF-4188-83E2-E633C5DC6939}" dt="2025-04-14T04:23:40.045" v="370" actId="14100"/>
          <ac:spMkLst>
            <pc:docMk/>
            <pc:sldMk cId="465305782" sldId="323"/>
            <ac:spMk id="8" creationId="{01C687DD-58CF-D209-363A-2BE9E7803EFC}"/>
          </ac:spMkLst>
        </pc:spChg>
        <pc:spChg chg="add mod">
          <ac:chgData name="Simone Beets" userId="5adb261a4dd6137b" providerId="LiveId" clId="{081DF2E0-BFFF-4188-83E2-E633C5DC6939}" dt="2025-04-14T04:23:47.988" v="372" actId="1076"/>
          <ac:spMkLst>
            <pc:docMk/>
            <pc:sldMk cId="465305782" sldId="323"/>
            <ac:spMk id="9" creationId="{094C4021-D3FA-872D-D53A-C5559DE63CAE}"/>
          </ac:spMkLst>
        </pc:spChg>
        <pc:picChg chg="add mod">
          <ac:chgData name="Simone Beets" userId="5adb261a4dd6137b" providerId="LiveId" clId="{081DF2E0-BFFF-4188-83E2-E633C5DC6939}" dt="2025-04-14T04:23:30.085" v="368" actId="1076"/>
          <ac:picMkLst>
            <pc:docMk/>
            <pc:sldMk cId="465305782" sldId="323"/>
            <ac:picMk id="3" creationId="{FBCBA51D-8473-16E4-451C-49A2A7AA10BD}"/>
          </ac:picMkLst>
        </pc:picChg>
        <pc:picChg chg="del">
          <ac:chgData name="Simone Beets" userId="5adb261a4dd6137b" providerId="LiveId" clId="{081DF2E0-BFFF-4188-83E2-E633C5DC6939}" dt="2025-04-13T21:17:33.513" v="349" actId="478"/>
          <ac:picMkLst>
            <pc:docMk/>
            <pc:sldMk cId="465305782" sldId="323"/>
            <ac:picMk id="6" creationId="{E8524242-E8C2-0AD3-D3EA-8FA82A7919E3}"/>
          </ac:picMkLst>
        </pc:picChg>
      </pc:sldChg>
      <pc:sldChg chg="del">
        <pc:chgData name="Simone Beets" userId="5adb261a4dd6137b" providerId="LiveId" clId="{081DF2E0-BFFF-4188-83E2-E633C5DC6939}" dt="2025-04-14T05:33:22.705" v="4491" actId="47"/>
        <pc:sldMkLst>
          <pc:docMk/>
          <pc:sldMk cId="1762635146" sldId="339"/>
        </pc:sldMkLst>
      </pc:sldChg>
      <pc:sldChg chg="modSp add mod modAnim">
        <pc:chgData name="Simone Beets" userId="5adb261a4dd6137b" providerId="LiveId" clId="{081DF2E0-BFFF-4188-83E2-E633C5DC6939}" dt="2025-04-14T04:28:48.753" v="553" actId="20577"/>
        <pc:sldMkLst>
          <pc:docMk/>
          <pc:sldMk cId="2049952096" sldId="340"/>
        </pc:sldMkLst>
        <pc:spChg chg="mod">
          <ac:chgData name="Simone Beets" userId="5adb261a4dd6137b" providerId="LiveId" clId="{081DF2E0-BFFF-4188-83E2-E633C5DC6939}" dt="2025-04-14T04:28:13.626" v="547" actId="14100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081DF2E0-BFFF-4188-83E2-E633C5DC6939}" dt="2025-04-14T04:28:48.753" v="553" actId="20577"/>
          <ac:spMkLst>
            <pc:docMk/>
            <pc:sldMk cId="2049952096" sldId="340"/>
            <ac:spMk id="5" creationId="{87E82D52-B60D-CDE1-A3C5-29CC23925AB5}"/>
          </ac:spMkLst>
        </pc:spChg>
        <pc:spChg chg="mod">
          <ac:chgData name="Simone Beets" userId="5adb261a4dd6137b" providerId="LiveId" clId="{081DF2E0-BFFF-4188-83E2-E633C5DC6939}" dt="2025-04-14T04:27:20.661" v="439" actId="1076"/>
          <ac:spMkLst>
            <pc:docMk/>
            <pc:sldMk cId="2049952096" sldId="340"/>
            <ac:spMk id="6" creationId="{94729AF2-8103-6153-03E4-036FBFCE6ABA}"/>
          </ac:spMkLst>
        </pc:spChg>
      </pc:sldChg>
      <pc:sldChg chg="del">
        <pc:chgData name="Simone Beets" userId="5adb261a4dd6137b" providerId="LiveId" clId="{081DF2E0-BFFF-4188-83E2-E633C5DC6939}" dt="2025-04-14T05:33:02.260" v="4477" actId="47"/>
        <pc:sldMkLst>
          <pc:docMk/>
          <pc:sldMk cId="1427072437" sldId="397"/>
        </pc:sldMkLst>
      </pc:sldChg>
      <pc:sldChg chg="modSp mod">
        <pc:chgData name="Simone Beets" userId="5adb261a4dd6137b" providerId="LiveId" clId="{081DF2E0-BFFF-4188-83E2-E633C5DC6939}" dt="2025-04-14T05:33:55.180" v="4509" actId="20577"/>
        <pc:sldMkLst>
          <pc:docMk/>
          <pc:sldMk cId="3637301509" sldId="418"/>
        </pc:sldMkLst>
        <pc:spChg chg="mod">
          <ac:chgData name="Simone Beets" userId="5adb261a4dd6137b" providerId="LiveId" clId="{081DF2E0-BFFF-4188-83E2-E633C5DC6939}" dt="2025-04-14T05:33:55.180" v="4509" actId="20577"/>
          <ac:spMkLst>
            <pc:docMk/>
            <pc:sldMk cId="3637301509" sldId="418"/>
            <ac:spMk id="81923" creationId="{E68C4E4E-329E-9631-1A01-66D26BCE30F3}"/>
          </ac:spMkLst>
        </pc:spChg>
      </pc:sldChg>
      <pc:sldChg chg="del">
        <pc:chgData name="Simone Beets" userId="5adb261a4dd6137b" providerId="LiveId" clId="{081DF2E0-BFFF-4188-83E2-E633C5DC6939}" dt="2025-04-14T05:33:13.304" v="4484" actId="47"/>
        <pc:sldMkLst>
          <pc:docMk/>
          <pc:sldMk cId="520474740" sldId="424"/>
        </pc:sldMkLst>
      </pc:sldChg>
      <pc:sldChg chg="addSp delSp modSp mod ord delAnim modAnim modNotesTx">
        <pc:chgData name="Simone Beets" userId="5adb261a4dd6137b" providerId="LiveId" clId="{081DF2E0-BFFF-4188-83E2-E633C5DC6939}" dt="2025-04-14T10:24:32.868" v="6661" actId="114"/>
        <pc:sldMkLst>
          <pc:docMk/>
          <pc:sldMk cId="811755344" sldId="425"/>
        </pc:sldMkLst>
        <pc:spChg chg="add del mod">
          <ac:chgData name="Simone Beets" userId="5adb261a4dd6137b" providerId="LiveId" clId="{081DF2E0-BFFF-4188-83E2-E633C5DC6939}" dt="2025-04-14T04:40:22.543" v="909" actId="478"/>
          <ac:spMkLst>
            <pc:docMk/>
            <pc:sldMk cId="811755344" sldId="425"/>
            <ac:spMk id="2" creationId="{5F34BD56-11ED-AFCA-6E35-7BFA5693B5DB}"/>
          </ac:spMkLst>
        </pc:spChg>
        <pc:spChg chg="add mod">
          <ac:chgData name="Simone Beets" userId="5adb261a4dd6137b" providerId="LiveId" clId="{081DF2E0-BFFF-4188-83E2-E633C5DC6939}" dt="2025-04-14T04:46:20.446" v="917" actId="1076"/>
          <ac:spMkLst>
            <pc:docMk/>
            <pc:sldMk cId="811755344" sldId="425"/>
            <ac:spMk id="4" creationId="{0AA0EED7-3397-B297-97DF-AA18860C54FE}"/>
          </ac:spMkLst>
        </pc:spChg>
        <pc:spChg chg="add mod">
          <ac:chgData name="Simone Beets" userId="5adb261a4dd6137b" providerId="LiveId" clId="{081DF2E0-BFFF-4188-83E2-E633C5DC6939}" dt="2025-04-14T04:46:33.457" v="925" actId="14100"/>
          <ac:spMkLst>
            <pc:docMk/>
            <pc:sldMk cId="811755344" sldId="425"/>
            <ac:spMk id="5" creationId="{5327CC57-72CB-7A7B-B79A-889FF905A5F3}"/>
          </ac:spMkLst>
        </pc:spChg>
        <pc:spChg chg="add mod">
          <ac:chgData name="Simone Beets" userId="5adb261a4dd6137b" providerId="LiveId" clId="{081DF2E0-BFFF-4188-83E2-E633C5DC6939}" dt="2025-04-14T04:46:44.112" v="933" actId="20577"/>
          <ac:spMkLst>
            <pc:docMk/>
            <pc:sldMk cId="811755344" sldId="425"/>
            <ac:spMk id="6" creationId="{BF468FBF-FF31-FBC9-7567-012B53BCC58E}"/>
          </ac:spMkLst>
        </pc:spChg>
        <pc:spChg chg="add mod">
          <ac:chgData name="Simone Beets" userId="5adb261a4dd6137b" providerId="LiveId" clId="{081DF2E0-BFFF-4188-83E2-E633C5DC6939}" dt="2025-04-14T04:55:45.102" v="1588"/>
          <ac:spMkLst>
            <pc:docMk/>
            <pc:sldMk cId="811755344" sldId="425"/>
            <ac:spMk id="13" creationId="{D390788B-33D8-3F0D-69EB-30C241C568DD}"/>
          </ac:spMkLst>
        </pc:spChg>
        <pc:spChg chg="add mod">
          <ac:chgData name="Simone Beets" userId="5adb261a4dd6137b" providerId="LiveId" clId="{081DF2E0-BFFF-4188-83E2-E633C5DC6939}" dt="2025-04-14T10:24:32.868" v="6661" actId="114"/>
          <ac:spMkLst>
            <pc:docMk/>
            <pc:sldMk cId="811755344" sldId="425"/>
            <ac:spMk id="14" creationId="{DD198BB2-6326-B31C-C925-D9B617F82029}"/>
          </ac:spMkLst>
        </pc:spChg>
        <pc:spChg chg="add mod">
          <ac:chgData name="Simone Beets" userId="5adb261a4dd6137b" providerId="LiveId" clId="{081DF2E0-BFFF-4188-83E2-E633C5DC6939}" dt="2025-04-14T05:01:06.119" v="2275" actId="21"/>
          <ac:spMkLst>
            <pc:docMk/>
            <pc:sldMk cId="811755344" sldId="425"/>
            <ac:spMk id="15" creationId="{E75C5433-E724-8FB3-1A72-C12FBE499B6B}"/>
          </ac:spMkLst>
        </pc:spChg>
        <pc:spChg chg="mod">
          <ac:chgData name="Simone Beets" userId="5adb261a4dd6137b" providerId="LiveId" clId="{081DF2E0-BFFF-4188-83E2-E633C5DC6939}" dt="2025-04-14T04:29:34.966" v="568" actId="20577"/>
          <ac:spMkLst>
            <pc:docMk/>
            <pc:sldMk cId="811755344" sldId="425"/>
            <ac:spMk id="20482" creationId="{862EB38D-702C-C693-7DA0-2720921153CA}"/>
          </ac:spMkLst>
        </pc:spChg>
        <pc:spChg chg="del mod">
          <ac:chgData name="Simone Beets" userId="5adb261a4dd6137b" providerId="LiveId" clId="{081DF2E0-BFFF-4188-83E2-E633C5DC6939}" dt="2025-04-14T04:40:19.233" v="908" actId="478"/>
          <ac:spMkLst>
            <pc:docMk/>
            <pc:sldMk cId="811755344" sldId="425"/>
            <ac:spMk id="20483" creationId="{00E48514-FEA9-B9DB-B497-5D8ED3BA7DF9}"/>
          </ac:spMkLst>
        </pc:spChg>
        <pc:picChg chg="del">
          <ac:chgData name="Simone Beets" userId="5adb261a4dd6137b" providerId="LiveId" clId="{081DF2E0-BFFF-4188-83E2-E633C5DC6939}" dt="2025-04-14T04:32:44.882" v="569" actId="478"/>
          <ac:picMkLst>
            <pc:docMk/>
            <pc:sldMk cId="811755344" sldId="425"/>
            <ac:picMk id="3" creationId="{424BE742-2871-2C40-42F6-4640BA8B59B0}"/>
          </ac:picMkLst>
        </pc:picChg>
        <pc:cxnChg chg="add del mod">
          <ac:chgData name="Simone Beets" userId="5adb261a4dd6137b" providerId="LiveId" clId="{081DF2E0-BFFF-4188-83E2-E633C5DC6939}" dt="2025-04-14T04:49:30.128" v="1057" actId="478"/>
          <ac:cxnSpMkLst>
            <pc:docMk/>
            <pc:sldMk cId="811755344" sldId="425"/>
            <ac:cxnSpMk id="8" creationId="{E7AADE9A-0F08-0F8E-82EB-F26803910BC9}"/>
          </ac:cxnSpMkLst>
        </pc:cxnChg>
        <pc:cxnChg chg="add mod">
          <ac:chgData name="Simone Beets" userId="5adb261a4dd6137b" providerId="LiveId" clId="{081DF2E0-BFFF-4188-83E2-E633C5DC6939}" dt="2025-04-14T05:07:33.471" v="2647"/>
          <ac:cxnSpMkLst>
            <pc:docMk/>
            <pc:sldMk cId="811755344" sldId="425"/>
            <ac:cxnSpMk id="11" creationId="{CECC458F-B5E2-299E-5DB5-11E4DF4949AC}"/>
          </ac:cxnSpMkLst>
        </pc:cxnChg>
        <pc:cxnChg chg="add mod ord">
          <ac:chgData name="Simone Beets" userId="5adb261a4dd6137b" providerId="LiveId" clId="{081DF2E0-BFFF-4188-83E2-E633C5DC6939}" dt="2025-04-14T04:49:42.070" v="1063" actId="1035"/>
          <ac:cxnSpMkLst>
            <pc:docMk/>
            <pc:sldMk cId="811755344" sldId="425"/>
            <ac:cxnSpMk id="12" creationId="{6857B39B-0F93-5BDC-7D9B-FA26D0DC8440}"/>
          </ac:cxnSpMkLst>
        </pc:cxnChg>
      </pc:sldChg>
      <pc:sldChg chg="del">
        <pc:chgData name="Simone Beets" userId="5adb261a4dd6137b" providerId="LiveId" clId="{081DF2E0-BFFF-4188-83E2-E633C5DC6939}" dt="2025-04-14T05:33:04.295" v="4479" actId="47"/>
        <pc:sldMkLst>
          <pc:docMk/>
          <pc:sldMk cId="1516093415" sldId="426"/>
        </pc:sldMkLst>
      </pc:sldChg>
      <pc:sldChg chg="del">
        <pc:chgData name="Simone Beets" userId="5adb261a4dd6137b" providerId="LiveId" clId="{081DF2E0-BFFF-4188-83E2-E633C5DC6939}" dt="2025-04-14T05:33:05.470" v="4480" actId="47"/>
        <pc:sldMkLst>
          <pc:docMk/>
          <pc:sldMk cId="2853028284" sldId="427"/>
        </pc:sldMkLst>
      </pc:sldChg>
      <pc:sldChg chg="del">
        <pc:chgData name="Simone Beets" userId="5adb261a4dd6137b" providerId="LiveId" clId="{081DF2E0-BFFF-4188-83E2-E633C5DC6939}" dt="2025-04-14T05:33:07.106" v="4481" actId="47"/>
        <pc:sldMkLst>
          <pc:docMk/>
          <pc:sldMk cId="372974515" sldId="428"/>
        </pc:sldMkLst>
      </pc:sldChg>
      <pc:sldChg chg="del">
        <pc:chgData name="Simone Beets" userId="5adb261a4dd6137b" providerId="LiveId" clId="{081DF2E0-BFFF-4188-83E2-E633C5DC6939}" dt="2025-04-14T05:33:08.090" v="4482" actId="47"/>
        <pc:sldMkLst>
          <pc:docMk/>
          <pc:sldMk cId="9013570" sldId="429"/>
        </pc:sldMkLst>
      </pc:sldChg>
      <pc:sldChg chg="del">
        <pc:chgData name="Simone Beets" userId="5adb261a4dd6137b" providerId="LiveId" clId="{081DF2E0-BFFF-4188-83E2-E633C5DC6939}" dt="2025-04-14T05:33:08.775" v="4483" actId="47"/>
        <pc:sldMkLst>
          <pc:docMk/>
          <pc:sldMk cId="444318415" sldId="430"/>
        </pc:sldMkLst>
      </pc:sldChg>
      <pc:sldChg chg="del">
        <pc:chgData name="Simone Beets" userId="5adb261a4dd6137b" providerId="LiveId" clId="{081DF2E0-BFFF-4188-83E2-E633C5DC6939}" dt="2025-04-14T05:33:14.795" v="4485" actId="47"/>
        <pc:sldMkLst>
          <pc:docMk/>
          <pc:sldMk cId="3476499561" sldId="432"/>
        </pc:sldMkLst>
      </pc:sldChg>
      <pc:sldChg chg="del">
        <pc:chgData name="Simone Beets" userId="5adb261a4dd6137b" providerId="LiveId" clId="{081DF2E0-BFFF-4188-83E2-E633C5DC6939}" dt="2025-04-14T05:33:16.110" v="4486" actId="47"/>
        <pc:sldMkLst>
          <pc:docMk/>
          <pc:sldMk cId="1971915231" sldId="433"/>
        </pc:sldMkLst>
      </pc:sldChg>
      <pc:sldChg chg="del">
        <pc:chgData name="Simone Beets" userId="5adb261a4dd6137b" providerId="LiveId" clId="{081DF2E0-BFFF-4188-83E2-E633C5DC6939}" dt="2025-04-14T05:33:17.331" v="4487" actId="47"/>
        <pc:sldMkLst>
          <pc:docMk/>
          <pc:sldMk cId="1868818267" sldId="434"/>
        </pc:sldMkLst>
      </pc:sldChg>
      <pc:sldChg chg="del">
        <pc:chgData name="Simone Beets" userId="5adb261a4dd6137b" providerId="LiveId" clId="{081DF2E0-BFFF-4188-83E2-E633C5DC6939}" dt="2025-04-14T05:33:18.347" v="4488" actId="47"/>
        <pc:sldMkLst>
          <pc:docMk/>
          <pc:sldMk cId="4170340479" sldId="435"/>
        </pc:sldMkLst>
      </pc:sldChg>
      <pc:sldChg chg="del">
        <pc:chgData name="Simone Beets" userId="5adb261a4dd6137b" providerId="LiveId" clId="{081DF2E0-BFFF-4188-83E2-E633C5DC6939}" dt="2025-04-14T05:33:29.579" v="4494" actId="47"/>
        <pc:sldMkLst>
          <pc:docMk/>
          <pc:sldMk cId="3084068710" sldId="436"/>
        </pc:sldMkLst>
      </pc:sldChg>
      <pc:sldChg chg="del">
        <pc:chgData name="Simone Beets" userId="5adb261a4dd6137b" providerId="LiveId" clId="{081DF2E0-BFFF-4188-83E2-E633C5DC6939}" dt="2025-04-14T05:33:19.757" v="4489" actId="47"/>
        <pc:sldMkLst>
          <pc:docMk/>
          <pc:sldMk cId="979744591" sldId="437"/>
        </pc:sldMkLst>
      </pc:sldChg>
      <pc:sldChg chg="del">
        <pc:chgData name="Simone Beets" userId="5adb261a4dd6137b" providerId="LiveId" clId="{081DF2E0-BFFF-4188-83E2-E633C5DC6939}" dt="2025-04-14T05:33:21.562" v="4490" actId="47"/>
        <pc:sldMkLst>
          <pc:docMk/>
          <pc:sldMk cId="849858529" sldId="439"/>
        </pc:sldMkLst>
      </pc:sldChg>
      <pc:sldChg chg="del">
        <pc:chgData name="Simone Beets" userId="5adb261a4dd6137b" providerId="LiveId" clId="{081DF2E0-BFFF-4188-83E2-E633C5DC6939}" dt="2025-04-14T05:33:24.345" v="4492" actId="47"/>
        <pc:sldMkLst>
          <pc:docMk/>
          <pc:sldMk cId="916888293" sldId="440"/>
        </pc:sldMkLst>
      </pc:sldChg>
      <pc:sldChg chg="del">
        <pc:chgData name="Simone Beets" userId="5adb261a4dd6137b" providerId="LiveId" clId="{081DF2E0-BFFF-4188-83E2-E633C5DC6939}" dt="2025-04-14T05:33:28.811" v="4493" actId="47"/>
        <pc:sldMkLst>
          <pc:docMk/>
          <pc:sldMk cId="941566685" sldId="441"/>
        </pc:sldMkLst>
      </pc:sldChg>
      <pc:sldChg chg="delSp modSp add mod ord modNotesTx">
        <pc:chgData name="Simone Beets" userId="5adb261a4dd6137b" providerId="LiveId" clId="{081DF2E0-BFFF-4188-83E2-E633C5DC6939}" dt="2025-04-14T10:25:06.204" v="6662" actId="6549"/>
        <pc:sldMkLst>
          <pc:docMk/>
          <pc:sldMk cId="244380026" sldId="442"/>
        </pc:sldMkLst>
        <pc:spChg chg="mod">
          <ac:chgData name="Simone Beets" userId="5adb261a4dd6137b" providerId="LiveId" clId="{081DF2E0-BFFF-4188-83E2-E633C5DC6939}" dt="2025-04-13T18:23:57.301" v="39" actId="1076"/>
          <ac:spMkLst>
            <pc:docMk/>
            <pc:sldMk cId="244380026" sldId="442"/>
            <ac:spMk id="3" creationId="{19B1ACD8-DDF9-5B3F-1BA1-98739E948141}"/>
          </ac:spMkLst>
        </pc:spChg>
        <pc:picChg chg="del">
          <ac:chgData name="Simone Beets" userId="5adb261a4dd6137b" providerId="LiveId" clId="{081DF2E0-BFFF-4188-83E2-E633C5DC6939}" dt="2025-04-13T18:23:51.991" v="38" actId="478"/>
          <ac:picMkLst>
            <pc:docMk/>
            <pc:sldMk cId="244380026" sldId="442"/>
            <ac:picMk id="4" creationId="{B002DF7C-0D0F-E5E0-A27E-3FDFF9ECF48F}"/>
          </ac:picMkLst>
        </pc:picChg>
      </pc:sldChg>
      <pc:sldChg chg="addSp delSp modSp add mod delAnim modAnim modNotesTx">
        <pc:chgData name="Simone Beets" userId="5adb261a4dd6137b" providerId="LiveId" clId="{081DF2E0-BFFF-4188-83E2-E633C5DC6939}" dt="2025-04-14T07:03:47.412" v="6439" actId="20577"/>
        <pc:sldMkLst>
          <pc:docMk/>
          <pc:sldMk cId="2028940021" sldId="443"/>
        </pc:sldMkLst>
        <pc:spChg chg="del">
          <ac:chgData name="Simone Beets" userId="5adb261a4dd6137b" providerId="LiveId" clId="{081DF2E0-BFFF-4188-83E2-E633C5DC6939}" dt="2025-04-14T04:24:23.773" v="378" actId="478"/>
          <ac:spMkLst>
            <pc:docMk/>
            <pc:sldMk cId="2028940021" sldId="443"/>
            <ac:spMk id="4" creationId="{6C02C30D-4684-BB35-D299-4FBDB8BE7493}"/>
          </ac:spMkLst>
        </pc:spChg>
        <pc:spChg chg="del">
          <ac:chgData name="Simone Beets" userId="5adb261a4dd6137b" providerId="LiveId" clId="{081DF2E0-BFFF-4188-83E2-E633C5DC6939}" dt="2025-04-14T04:24:28.172" v="381" actId="478"/>
          <ac:spMkLst>
            <pc:docMk/>
            <pc:sldMk cId="2028940021" sldId="443"/>
            <ac:spMk id="5" creationId="{DB4380E1-6086-B12C-8916-C25E95DB4A52}"/>
          </ac:spMkLst>
        </pc:spChg>
        <pc:spChg chg="del">
          <ac:chgData name="Simone Beets" userId="5adb261a4dd6137b" providerId="LiveId" clId="{081DF2E0-BFFF-4188-83E2-E633C5DC6939}" dt="2025-04-14T04:24:58.506" v="387" actId="478"/>
          <ac:spMkLst>
            <pc:docMk/>
            <pc:sldMk cId="2028940021" sldId="443"/>
            <ac:spMk id="7" creationId="{A755A6E6-12F6-FDF2-DD22-FAB284B00790}"/>
          </ac:spMkLst>
        </pc:spChg>
        <pc:spChg chg="del">
          <ac:chgData name="Simone Beets" userId="5adb261a4dd6137b" providerId="LiveId" clId="{081DF2E0-BFFF-4188-83E2-E633C5DC6939}" dt="2025-04-14T04:24:59.538" v="388" actId="478"/>
          <ac:spMkLst>
            <pc:docMk/>
            <pc:sldMk cId="2028940021" sldId="443"/>
            <ac:spMk id="8" creationId="{3682BCA4-F031-8A8F-99B0-FB1EF9BA510E}"/>
          </ac:spMkLst>
        </pc:spChg>
        <pc:spChg chg="del">
          <ac:chgData name="Simone Beets" userId="5adb261a4dd6137b" providerId="LiveId" clId="{081DF2E0-BFFF-4188-83E2-E633C5DC6939}" dt="2025-04-14T04:25:00.682" v="389" actId="478"/>
          <ac:spMkLst>
            <pc:docMk/>
            <pc:sldMk cId="2028940021" sldId="443"/>
            <ac:spMk id="9" creationId="{079CB9B3-B33D-65C8-85B5-FA834DB9428F}"/>
          </ac:spMkLst>
        </pc:spChg>
        <pc:spChg chg="add mod">
          <ac:chgData name="Simone Beets" userId="5adb261a4dd6137b" providerId="LiveId" clId="{081DF2E0-BFFF-4188-83E2-E633C5DC6939}" dt="2025-04-14T04:25:19.378" v="392" actId="1076"/>
          <ac:spMkLst>
            <pc:docMk/>
            <pc:sldMk cId="2028940021" sldId="443"/>
            <ac:spMk id="14" creationId="{D52624F0-D0E1-AAEA-EDD9-805BD62AEA02}"/>
          </ac:spMkLst>
        </pc:spChg>
        <pc:picChg chg="add del">
          <ac:chgData name="Simone Beets" userId="5adb261a4dd6137b" providerId="LiveId" clId="{081DF2E0-BFFF-4188-83E2-E633C5DC6939}" dt="2025-04-14T04:24:52.073" v="384" actId="478"/>
          <ac:picMkLst>
            <pc:docMk/>
            <pc:sldMk cId="2028940021" sldId="443"/>
            <ac:picMk id="3" creationId="{3E577EC7-6718-7A67-732A-134437E9C1DC}"/>
          </ac:picMkLst>
        </pc:picChg>
        <pc:picChg chg="add del">
          <ac:chgData name="Simone Beets" userId="5adb261a4dd6137b" providerId="LiveId" clId="{081DF2E0-BFFF-4188-83E2-E633C5DC6939}" dt="2025-04-14T04:24:16.804" v="376" actId="22"/>
          <ac:picMkLst>
            <pc:docMk/>
            <pc:sldMk cId="2028940021" sldId="443"/>
            <ac:picMk id="6" creationId="{802617CF-37BF-5CC8-FCD9-E74DA9E9A461}"/>
          </ac:picMkLst>
        </pc:picChg>
        <pc:picChg chg="add del">
          <ac:chgData name="Simone Beets" userId="5adb261a4dd6137b" providerId="LiveId" clId="{081DF2E0-BFFF-4188-83E2-E633C5DC6939}" dt="2025-04-14T04:24:55.728" v="386" actId="478"/>
          <ac:picMkLst>
            <pc:docMk/>
            <pc:sldMk cId="2028940021" sldId="443"/>
            <ac:picMk id="11" creationId="{B61F40E1-59F3-4B8D-4FC2-DBFEC5B1889A}"/>
          </ac:picMkLst>
        </pc:picChg>
        <pc:picChg chg="add">
          <ac:chgData name="Simone Beets" userId="5adb261a4dd6137b" providerId="LiveId" clId="{081DF2E0-BFFF-4188-83E2-E633C5DC6939}" dt="2025-04-14T04:25:01.785" v="390" actId="22"/>
          <ac:picMkLst>
            <pc:docMk/>
            <pc:sldMk cId="2028940021" sldId="443"/>
            <ac:picMk id="13" creationId="{DF96A0FB-4787-9C7D-ECCC-1C149E44FA24}"/>
          </ac:picMkLst>
        </pc:picChg>
      </pc:sldChg>
      <pc:sldChg chg="add del">
        <pc:chgData name="Simone Beets" userId="5adb261a4dd6137b" providerId="LiveId" clId="{081DF2E0-BFFF-4188-83E2-E633C5DC6939}" dt="2025-04-14T05:33:03.744" v="4478" actId="47"/>
        <pc:sldMkLst>
          <pc:docMk/>
          <pc:sldMk cId="118793838" sldId="444"/>
        </pc:sldMkLst>
      </pc:sldChg>
      <pc:sldChg chg="add del">
        <pc:chgData name="Simone Beets" userId="5adb261a4dd6137b" providerId="LiveId" clId="{081DF2E0-BFFF-4188-83E2-E633C5DC6939}" dt="2025-04-14T04:26:41.046" v="395" actId="47"/>
        <pc:sldMkLst>
          <pc:docMk/>
          <pc:sldMk cId="4112816814" sldId="444"/>
        </pc:sldMkLst>
      </pc:sldChg>
      <pc:sldChg chg="add ord modAnim modNotesTx">
        <pc:chgData name="Simone Beets" userId="5adb261a4dd6137b" providerId="LiveId" clId="{081DF2E0-BFFF-4188-83E2-E633C5DC6939}" dt="2025-04-14T04:39:09.192" v="907"/>
        <pc:sldMkLst>
          <pc:docMk/>
          <pc:sldMk cId="3254395611" sldId="445"/>
        </pc:sldMkLst>
      </pc:sldChg>
      <pc:sldChg chg="addSp modSp add mod modAnim modNotesTx">
        <pc:chgData name="Simone Beets" userId="5adb261a4dd6137b" providerId="LiveId" clId="{081DF2E0-BFFF-4188-83E2-E633C5DC6939}" dt="2025-04-14T05:55:19.423" v="5637"/>
        <pc:sldMkLst>
          <pc:docMk/>
          <pc:sldMk cId="276270174" sldId="446"/>
        </pc:sldMkLst>
        <pc:spChg chg="add mod">
          <ac:chgData name="Simone Beets" userId="5adb261a4dd6137b" providerId="LiveId" clId="{081DF2E0-BFFF-4188-83E2-E633C5DC6939}" dt="2025-04-14T05:03:11.279" v="2317" actId="1076"/>
          <ac:spMkLst>
            <pc:docMk/>
            <pc:sldMk cId="276270174" sldId="446"/>
            <ac:spMk id="3" creationId="{07BA66CE-0482-368F-42A0-88F0D2C8ECEC}"/>
          </ac:spMkLst>
        </pc:spChg>
        <pc:spChg chg="mod">
          <ac:chgData name="Simone Beets" userId="5adb261a4dd6137b" providerId="LiveId" clId="{081DF2E0-BFFF-4188-83E2-E633C5DC6939}" dt="2025-04-14T05:02:40.990" v="2311" actId="20577"/>
          <ac:spMkLst>
            <pc:docMk/>
            <pc:sldMk cId="276270174" sldId="446"/>
            <ac:spMk id="20482" creationId="{55CDBF1C-FC54-1F68-BFE1-D357045BF4DA}"/>
          </ac:spMkLst>
        </pc:spChg>
        <pc:spChg chg="mod">
          <ac:chgData name="Simone Beets" userId="5adb261a4dd6137b" providerId="LiveId" clId="{081DF2E0-BFFF-4188-83E2-E633C5DC6939}" dt="2025-04-14T05:05:58.142" v="2643" actId="20577"/>
          <ac:spMkLst>
            <pc:docMk/>
            <pc:sldMk cId="276270174" sldId="446"/>
            <ac:spMk id="20483" creationId="{A4664C36-3A95-8CEA-0C11-CCC725024BA6}"/>
          </ac:spMkLst>
        </pc:spChg>
        <pc:picChg chg="add mod">
          <ac:chgData name="Simone Beets" userId="5adb261a4dd6137b" providerId="LiveId" clId="{081DF2E0-BFFF-4188-83E2-E633C5DC6939}" dt="2025-04-14T05:02:55.379" v="2314" actId="1076"/>
          <ac:picMkLst>
            <pc:docMk/>
            <pc:sldMk cId="276270174" sldId="446"/>
            <ac:picMk id="2" creationId="{0C5E6AA5-EF19-1841-916D-E124B02C6F39}"/>
          </ac:picMkLst>
        </pc:picChg>
      </pc:sldChg>
      <pc:sldChg chg="add del">
        <pc:chgData name="Simone Beets" userId="5adb261a4dd6137b" providerId="LiveId" clId="{081DF2E0-BFFF-4188-83E2-E633C5DC6939}" dt="2025-04-14T05:02:32.717" v="2305" actId="47"/>
        <pc:sldMkLst>
          <pc:docMk/>
          <pc:sldMk cId="816165736" sldId="447"/>
        </pc:sldMkLst>
      </pc:sldChg>
      <pc:sldChg chg="add del">
        <pc:chgData name="Simone Beets" userId="5adb261a4dd6137b" providerId="LiveId" clId="{081DF2E0-BFFF-4188-83E2-E633C5DC6939}" dt="2025-04-14T05:33:01.189" v="4476" actId="47"/>
        <pc:sldMkLst>
          <pc:docMk/>
          <pc:sldMk cId="4234348023" sldId="447"/>
        </pc:sldMkLst>
      </pc:sldChg>
      <pc:sldChg chg="delSp modSp add mod ord delAnim modAnim modNotesTx">
        <pc:chgData name="Simone Beets" userId="5adb261a4dd6137b" providerId="LiveId" clId="{081DF2E0-BFFF-4188-83E2-E633C5DC6939}" dt="2025-04-14T05:17:56.861" v="4082" actId="20577"/>
        <pc:sldMkLst>
          <pc:docMk/>
          <pc:sldMk cId="2903611770" sldId="448"/>
        </pc:sldMkLst>
        <pc:spChg chg="mod">
          <ac:chgData name="Simone Beets" userId="5adb261a4dd6137b" providerId="LiveId" clId="{081DF2E0-BFFF-4188-83E2-E633C5DC6939}" dt="2025-04-14T05:12:25.354" v="3271" actId="20577"/>
          <ac:spMkLst>
            <pc:docMk/>
            <pc:sldMk cId="2903611770" sldId="448"/>
            <ac:spMk id="20482" creationId="{7916F37C-9E0D-085A-7066-089BDA52F866}"/>
          </ac:spMkLst>
        </pc:spChg>
        <pc:spChg chg="mod">
          <ac:chgData name="Simone Beets" userId="5adb261a4dd6137b" providerId="LiveId" clId="{081DF2E0-BFFF-4188-83E2-E633C5DC6939}" dt="2025-04-14T05:15:41.917" v="3583" actId="20577"/>
          <ac:spMkLst>
            <pc:docMk/>
            <pc:sldMk cId="2903611770" sldId="448"/>
            <ac:spMk id="20483" creationId="{9C697BB3-3030-A98D-7CF0-2FB8BE2BC28E}"/>
          </ac:spMkLst>
        </pc:spChg>
        <pc:picChg chg="del">
          <ac:chgData name="Simone Beets" userId="5adb261a4dd6137b" providerId="LiveId" clId="{081DF2E0-BFFF-4188-83E2-E633C5DC6939}" dt="2025-04-14T05:12:29.998" v="3272" actId="478"/>
          <ac:picMkLst>
            <pc:docMk/>
            <pc:sldMk cId="2903611770" sldId="448"/>
            <ac:picMk id="3" creationId="{91F09FB6-F0D3-BD19-4933-2AFC3D3DB820}"/>
          </ac:picMkLst>
        </pc:picChg>
      </pc:sldChg>
      <pc:sldChg chg="modSp add del mod modAnim">
        <pc:chgData name="Simone Beets" userId="5adb261a4dd6137b" providerId="LiveId" clId="{081DF2E0-BFFF-4188-83E2-E633C5DC6939}" dt="2025-04-14T05:19:27.652" v="4136" actId="47"/>
        <pc:sldMkLst>
          <pc:docMk/>
          <pc:sldMk cId="3076009830" sldId="449"/>
        </pc:sldMkLst>
        <pc:spChg chg="mod">
          <ac:chgData name="Simone Beets" userId="5adb261a4dd6137b" providerId="LiveId" clId="{081DF2E0-BFFF-4188-83E2-E633C5DC6939}" dt="2025-04-14T05:18:19.676" v="4111" actId="20577"/>
          <ac:spMkLst>
            <pc:docMk/>
            <pc:sldMk cId="3076009830" sldId="449"/>
            <ac:spMk id="20482" creationId="{3F7774E0-421C-1E38-E534-8A8B57302FC0}"/>
          </ac:spMkLst>
        </pc:spChg>
        <pc:spChg chg="mod">
          <ac:chgData name="Simone Beets" userId="5adb261a4dd6137b" providerId="LiveId" clId="{081DF2E0-BFFF-4188-83E2-E633C5DC6939}" dt="2025-04-14T05:18:40.651" v="4120" actId="15"/>
          <ac:spMkLst>
            <pc:docMk/>
            <pc:sldMk cId="3076009830" sldId="449"/>
            <ac:spMk id="20483" creationId="{CFBBBA12-7666-AFEE-8D10-FAC795179E9B}"/>
          </ac:spMkLst>
        </pc:spChg>
      </pc:sldChg>
      <pc:sldChg chg="modSp add modAnim modNotesTx">
        <pc:chgData name="Simone Beets" userId="5adb261a4dd6137b" providerId="LiveId" clId="{081DF2E0-BFFF-4188-83E2-E633C5DC6939}" dt="2025-04-14T06:02:24.432" v="6058" actId="20577"/>
        <pc:sldMkLst>
          <pc:docMk/>
          <pc:sldMk cId="3925703631" sldId="450"/>
        </pc:sldMkLst>
        <pc:spChg chg="mod">
          <ac:chgData name="Simone Beets" userId="5adb261a4dd6137b" providerId="LiveId" clId="{081DF2E0-BFFF-4188-83E2-E633C5DC6939}" dt="2025-04-14T06:00:44.472" v="5828" actId="20577"/>
          <ac:spMkLst>
            <pc:docMk/>
            <pc:sldMk cId="3925703631" sldId="450"/>
            <ac:spMk id="20483" creationId="{08B1D55C-683C-C704-4091-4A06F1EE01CF}"/>
          </ac:spMkLst>
        </pc:spChg>
      </pc:sldChg>
      <pc:sldChg chg="addSp modSp add mod modAnim">
        <pc:chgData name="Simone Beets" userId="5adb261a4dd6137b" providerId="LiveId" clId="{081DF2E0-BFFF-4188-83E2-E633C5DC6939}" dt="2025-04-14T06:03:17.840" v="6060" actId="20577"/>
        <pc:sldMkLst>
          <pc:docMk/>
          <pc:sldMk cId="2194690210" sldId="451"/>
        </pc:sldMkLst>
        <pc:spChg chg="add mod">
          <ac:chgData name="Simone Beets" userId="5adb261a4dd6137b" providerId="LiveId" clId="{081DF2E0-BFFF-4188-83E2-E633C5DC6939}" dt="2025-04-14T05:21:24.850" v="4161" actId="1076"/>
          <ac:spMkLst>
            <pc:docMk/>
            <pc:sldMk cId="2194690210" sldId="451"/>
            <ac:spMk id="4" creationId="{B8A2F807-8275-F805-648D-5E59CE4BBE6D}"/>
          </ac:spMkLst>
        </pc:spChg>
        <pc:spChg chg="add mod">
          <ac:chgData name="Simone Beets" userId="5adb261a4dd6137b" providerId="LiveId" clId="{081DF2E0-BFFF-4188-83E2-E633C5DC6939}" dt="2025-04-14T05:21:15.534" v="4158" actId="1076"/>
          <ac:spMkLst>
            <pc:docMk/>
            <pc:sldMk cId="2194690210" sldId="451"/>
            <ac:spMk id="5" creationId="{A1EF2B3A-DFA2-18DC-BF7A-99B1D5260A41}"/>
          </ac:spMkLst>
        </pc:spChg>
        <pc:spChg chg="mod">
          <ac:chgData name="Simone Beets" userId="5adb261a4dd6137b" providerId="LiveId" clId="{081DF2E0-BFFF-4188-83E2-E633C5DC6939}" dt="2025-04-14T06:03:17.840" v="6060" actId="20577"/>
          <ac:spMkLst>
            <pc:docMk/>
            <pc:sldMk cId="2194690210" sldId="451"/>
            <ac:spMk id="20483" creationId="{E2125D6A-6484-E87B-BA6C-FD58FE43809F}"/>
          </ac:spMkLst>
        </pc:spChg>
        <pc:picChg chg="add mod">
          <ac:chgData name="Simone Beets" userId="5adb261a4dd6137b" providerId="LiveId" clId="{081DF2E0-BFFF-4188-83E2-E633C5DC6939}" dt="2025-04-14T05:20:44.486" v="4149" actId="1076"/>
          <ac:picMkLst>
            <pc:docMk/>
            <pc:sldMk cId="2194690210" sldId="451"/>
            <ac:picMk id="2" creationId="{A6855AA0-FB42-800D-89C7-E37D2C9A3912}"/>
          </ac:picMkLst>
        </pc:picChg>
        <pc:picChg chg="add mod">
          <ac:chgData name="Simone Beets" userId="5adb261a4dd6137b" providerId="LiveId" clId="{081DF2E0-BFFF-4188-83E2-E633C5DC6939}" dt="2025-04-14T05:20:39.116" v="4148" actId="14100"/>
          <ac:picMkLst>
            <pc:docMk/>
            <pc:sldMk cId="2194690210" sldId="451"/>
            <ac:picMk id="3" creationId="{19682C6C-0294-D103-09C8-5307CC616BDD}"/>
          </ac:picMkLst>
        </pc:picChg>
      </pc:sldChg>
      <pc:sldChg chg="addSp delSp modSp add mod modAnim modNotesTx">
        <pc:chgData name="Simone Beets" userId="5adb261a4dd6137b" providerId="LiveId" clId="{081DF2E0-BFFF-4188-83E2-E633C5DC6939}" dt="2025-04-14T07:20:55.633" v="6660" actId="20577"/>
        <pc:sldMkLst>
          <pc:docMk/>
          <pc:sldMk cId="1982727569" sldId="452"/>
        </pc:sldMkLst>
        <pc:spChg chg="del">
          <ac:chgData name="Simone Beets" userId="5adb261a4dd6137b" providerId="LiveId" clId="{081DF2E0-BFFF-4188-83E2-E633C5DC6939}" dt="2025-04-14T05:21:58.300" v="4200" actId="478"/>
          <ac:spMkLst>
            <pc:docMk/>
            <pc:sldMk cId="1982727569" sldId="452"/>
            <ac:spMk id="4" creationId="{AFC400DF-EABF-78DD-8AAA-71D729D1101F}"/>
          </ac:spMkLst>
        </pc:spChg>
        <pc:spChg chg="del">
          <ac:chgData name="Simone Beets" userId="5adb261a4dd6137b" providerId="LiveId" clId="{081DF2E0-BFFF-4188-83E2-E633C5DC6939}" dt="2025-04-14T05:21:59.684" v="4201" actId="478"/>
          <ac:spMkLst>
            <pc:docMk/>
            <pc:sldMk cId="1982727569" sldId="452"/>
            <ac:spMk id="5" creationId="{964101C2-8E99-23CC-E230-57DBA8DA5F91}"/>
          </ac:spMkLst>
        </pc:spChg>
        <pc:spChg chg="add mod">
          <ac:chgData name="Simone Beets" userId="5adb261a4dd6137b" providerId="LiveId" clId="{081DF2E0-BFFF-4188-83E2-E633C5DC6939}" dt="2025-04-14T06:08:02.715" v="6189" actId="1076"/>
          <ac:spMkLst>
            <pc:docMk/>
            <pc:sldMk cId="1982727569" sldId="452"/>
            <ac:spMk id="8" creationId="{21440C72-7818-D2A3-B232-640758091A34}"/>
          </ac:spMkLst>
        </pc:spChg>
        <pc:spChg chg="mod">
          <ac:chgData name="Simone Beets" userId="5adb261a4dd6137b" providerId="LiveId" clId="{081DF2E0-BFFF-4188-83E2-E633C5DC6939}" dt="2025-04-14T05:21:47.060" v="4196" actId="20577"/>
          <ac:spMkLst>
            <pc:docMk/>
            <pc:sldMk cId="1982727569" sldId="452"/>
            <ac:spMk id="20482" creationId="{C48641D0-6D21-494F-7AF3-0590299696FF}"/>
          </ac:spMkLst>
        </pc:spChg>
        <pc:spChg chg="mod">
          <ac:chgData name="Simone Beets" userId="5adb261a4dd6137b" providerId="LiveId" clId="{081DF2E0-BFFF-4188-83E2-E633C5DC6939}" dt="2025-04-14T06:07:54.783" v="6186" actId="21"/>
          <ac:spMkLst>
            <pc:docMk/>
            <pc:sldMk cId="1982727569" sldId="452"/>
            <ac:spMk id="20483" creationId="{8831E336-DBFF-B31F-BC5F-587B26F7C58B}"/>
          </ac:spMkLst>
        </pc:spChg>
        <pc:picChg chg="del">
          <ac:chgData name="Simone Beets" userId="5adb261a4dd6137b" providerId="LiveId" clId="{081DF2E0-BFFF-4188-83E2-E633C5DC6939}" dt="2025-04-14T05:21:56.596" v="4198" actId="478"/>
          <ac:picMkLst>
            <pc:docMk/>
            <pc:sldMk cId="1982727569" sldId="452"/>
            <ac:picMk id="2" creationId="{E3C4E047-AED6-2AE4-1923-1848232C1148}"/>
          </ac:picMkLst>
        </pc:picChg>
        <pc:picChg chg="del">
          <ac:chgData name="Simone Beets" userId="5adb261a4dd6137b" providerId="LiveId" clId="{081DF2E0-BFFF-4188-83E2-E633C5DC6939}" dt="2025-04-14T05:21:57.171" v="4199" actId="478"/>
          <ac:picMkLst>
            <pc:docMk/>
            <pc:sldMk cId="1982727569" sldId="452"/>
            <ac:picMk id="3" creationId="{E2C4B867-075C-0AEF-1387-4A845DA41FDF}"/>
          </ac:picMkLst>
        </pc:picChg>
        <pc:picChg chg="add mod">
          <ac:chgData name="Simone Beets" userId="5adb261a4dd6137b" providerId="LiveId" clId="{081DF2E0-BFFF-4188-83E2-E633C5DC6939}" dt="2025-04-14T05:23:28.043" v="4222" actId="14100"/>
          <ac:picMkLst>
            <pc:docMk/>
            <pc:sldMk cId="1982727569" sldId="452"/>
            <ac:picMk id="6" creationId="{D6577506-ED71-A26C-23B3-D2A87DB9BF1D}"/>
          </ac:picMkLst>
        </pc:picChg>
      </pc:sldChg>
      <pc:sldChg chg="delSp modSp add mod modAnim">
        <pc:chgData name="Simone Beets" userId="5adb261a4dd6137b" providerId="LiveId" clId="{081DF2E0-BFFF-4188-83E2-E633C5DC6939}" dt="2025-04-14T06:22:00.056" v="6233" actId="114"/>
        <pc:sldMkLst>
          <pc:docMk/>
          <pc:sldMk cId="3443735419" sldId="453"/>
        </pc:sldMkLst>
        <pc:spChg chg="mod">
          <ac:chgData name="Simone Beets" userId="5adb261a4dd6137b" providerId="LiveId" clId="{081DF2E0-BFFF-4188-83E2-E633C5DC6939}" dt="2025-04-14T05:23:46.245" v="4249" actId="20577"/>
          <ac:spMkLst>
            <pc:docMk/>
            <pc:sldMk cId="3443735419" sldId="453"/>
            <ac:spMk id="20482" creationId="{D250E1C5-9C34-39E4-25B3-744AEB4640BC}"/>
          </ac:spMkLst>
        </pc:spChg>
        <pc:spChg chg="mod">
          <ac:chgData name="Simone Beets" userId="5adb261a4dd6137b" providerId="LiveId" clId="{081DF2E0-BFFF-4188-83E2-E633C5DC6939}" dt="2025-04-14T06:22:00.056" v="6233" actId="114"/>
          <ac:spMkLst>
            <pc:docMk/>
            <pc:sldMk cId="3443735419" sldId="453"/>
            <ac:spMk id="20483" creationId="{9873CC2E-6F3E-4262-A2EF-59E24EDE82E0}"/>
          </ac:spMkLst>
        </pc:spChg>
        <pc:picChg chg="del">
          <ac:chgData name="Simone Beets" userId="5adb261a4dd6137b" providerId="LiveId" clId="{081DF2E0-BFFF-4188-83E2-E633C5DC6939}" dt="2025-04-14T05:23:51.587" v="4250" actId="478"/>
          <ac:picMkLst>
            <pc:docMk/>
            <pc:sldMk cId="3443735419" sldId="453"/>
            <ac:picMk id="6" creationId="{294685F6-D56D-B06B-BC8E-02790EFC6935}"/>
          </ac:picMkLst>
        </pc:picChg>
      </pc:sldChg>
      <pc:sldChg chg="modSp add modAnim">
        <pc:chgData name="Simone Beets" userId="5adb261a4dd6137b" providerId="LiveId" clId="{081DF2E0-BFFF-4188-83E2-E633C5DC6939}" dt="2025-04-14T05:25:25.315" v="4276" actId="20577"/>
        <pc:sldMkLst>
          <pc:docMk/>
          <pc:sldMk cId="4291348502" sldId="454"/>
        </pc:sldMkLst>
        <pc:spChg chg="mod">
          <ac:chgData name="Simone Beets" userId="5adb261a4dd6137b" providerId="LiveId" clId="{081DF2E0-BFFF-4188-83E2-E633C5DC6939}" dt="2025-04-14T05:25:25.315" v="4276" actId="20577"/>
          <ac:spMkLst>
            <pc:docMk/>
            <pc:sldMk cId="4291348502" sldId="454"/>
            <ac:spMk id="20483" creationId="{8FD88749-22E9-DD00-806A-ACC456D28538}"/>
          </ac:spMkLst>
        </pc:spChg>
      </pc:sldChg>
      <pc:sldChg chg="modSp add mod modAnim">
        <pc:chgData name="Simone Beets" userId="5adb261a4dd6137b" providerId="LiveId" clId="{081DF2E0-BFFF-4188-83E2-E633C5DC6939}" dt="2025-04-14T06:10:23.992" v="6193" actId="20577"/>
        <pc:sldMkLst>
          <pc:docMk/>
          <pc:sldMk cId="1251566926" sldId="455"/>
        </pc:sldMkLst>
        <pc:spChg chg="mod">
          <ac:chgData name="Simone Beets" userId="5adb261a4dd6137b" providerId="LiveId" clId="{081DF2E0-BFFF-4188-83E2-E633C5DC6939}" dt="2025-04-14T05:25:41.219" v="4300" actId="20577"/>
          <ac:spMkLst>
            <pc:docMk/>
            <pc:sldMk cId="1251566926" sldId="455"/>
            <ac:spMk id="20482" creationId="{7BED6AEE-8A3E-04DA-6FCB-84A4A26F9630}"/>
          </ac:spMkLst>
        </pc:spChg>
        <pc:spChg chg="mod">
          <ac:chgData name="Simone Beets" userId="5adb261a4dd6137b" providerId="LiveId" clId="{081DF2E0-BFFF-4188-83E2-E633C5DC6939}" dt="2025-04-14T06:10:23.992" v="6193" actId="20577"/>
          <ac:spMkLst>
            <pc:docMk/>
            <pc:sldMk cId="1251566926" sldId="455"/>
            <ac:spMk id="20483" creationId="{ADA805CB-2D0A-FD39-8FD2-30270F03A5FF}"/>
          </ac:spMkLst>
        </pc:spChg>
      </pc:sldChg>
      <pc:sldChg chg="addSp modSp add mod modAnim">
        <pc:chgData name="Simone Beets" userId="5adb261a4dd6137b" providerId="LiveId" clId="{081DF2E0-BFFF-4188-83E2-E633C5DC6939}" dt="2025-04-14T06:10:53.751" v="6194" actId="20577"/>
        <pc:sldMkLst>
          <pc:docMk/>
          <pc:sldMk cId="537521088" sldId="456"/>
        </pc:sldMkLst>
        <pc:spChg chg="add mod">
          <ac:chgData name="Simone Beets" userId="5adb261a4dd6137b" providerId="LiveId" clId="{081DF2E0-BFFF-4188-83E2-E633C5DC6939}" dt="2025-04-14T05:27:59.811" v="4350" actId="207"/>
          <ac:spMkLst>
            <pc:docMk/>
            <pc:sldMk cId="537521088" sldId="456"/>
            <ac:spMk id="4" creationId="{7BFDB989-0AFC-23E5-FE5F-50CB75A8424E}"/>
          </ac:spMkLst>
        </pc:spChg>
        <pc:spChg chg="mod">
          <ac:chgData name="Simone Beets" userId="5adb261a4dd6137b" providerId="LiveId" clId="{081DF2E0-BFFF-4188-83E2-E633C5DC6939}" dt="2025-04-14T05:26:14.548" v="4317" actId="20577"/>
          <ac:spMkLst>
            <pc:docMk/>
            <pc:sldMk cId="537521088" sldId="456"/>
            <ac:spMk id="20482" creationId="{A777D796-B6FA-0074-E2B9-E6807BF81134}"/>
          </ac:spMkLst>
        </pc:spChg>
        <pc:spChg chg="mod">
          <ac:chgData name="Simone Beets" userId="5adb261a4dd6137b" providerId="LiveId" clId="{081DF2E0-BFFF-4188-83E2-E633C5DC6939}" dt="2025-04-14T06:10:53.751" v="6194" actId="20577"/>
          <ac:spMkLst>
            <pc:docMk/>
            <pc:sldMk cId="537521088" sldId="456"/>
            <ac:spMk id="20483" creationId="{FB1B5B0A-07DD-E0AE-49D6-B0D9924930EB}"/>
          </ac:spMkLst>
        </pc:spChg>
        <pc:picChg chg="add mod">
          <ac:chgData name="Simone Beets" userId="5adb261a4dd6137b" providerId="LiveId" clId="{081DF2E0-BFFF-4188-83E2-E633C5DC6939}" dt="2025-04-14T05:27:23.995" v="4339" actId="1076"/>
          <ac:picMkLst>
            <pc:docMk/>
            <pc:sldMk cId="537521088" sldId="456"/>
            <ac:picMk id="2" creationId="{624FC72B-D173-603D-CCBB-F90C84CCE9D7}"/>
          </ac:picMkLst>
        </pc:picChg>
      </pc:sldChg>
      <pc:sldChg chg="addSp delSp modSp add mod modAnim">
        <pc:chgData name="Simone Beets" userId="5adb261a4dd6137b" providerId="LiveId" clId="{081DF2E0-BFFF-4188-83E2-E633C5DC6939}" dt="2025-04-14T06:12:42.191" v="6207" actId="20577"/>
        <pc:sldMkLst>
          <pc:docMk/>
          <pc:sldMk cId="2678204417" sldId="457"/>
        </pc:sldMkLst>
        <pc:spChg chg="add mod">
          <ac:chgData name="Simone Beets" userId="5adb261a4dd6137b" providerId="LiveId" clId="{081DF2E0-BFFF-4188-83E2-E633C5DC6939}" dt="2025-04-14T05:29:16.419" v="4373" actId="2085"/>
          <ac:spMkLst>
            <pc:docMk/>
            <pc:sldMk cId="2678204417" sldId="457"/>
            <ac:spMk id="5" creationId="{A86D2E6D-9B68-D701-44F6-D812D1400C50}"/>
          </ac:spMkLst>
        </pc:spChg>
        <pc:spChg chg="mod">
          <ac:chgData name="Simone Beets" userId="5adb261a4dd6137b" providerId="LiveId" clId="{081DF2E0-BFFF-4188-83E2-E633C5DC6939}" dt="2025-04-14T06:12:42.191" v="6207" actId="20577"/>
          <ac:spMkLst>
            <pc:docMk/>
            <pc:sldMk cId="2678204417" sldId="457"/>
            <ac:spMk id="20483" creationId="{8A5AAA53-D378-DA24-C253-00661FDB7F5C}"/>
          </ac:spMkLst>
        </pc:spChg>
        <pc:picChg chg="del">
          <ac:chgData name="Simone Beets" userId="5adb261a4dd6137b" providerId="LiveId" clId="{081DF2E0-BFFF-4188-83E2-E633C5DC6939}" dt="2025-04-14T05:29:04.196" v="4369" actId="478"/>
          <ac:picMkLst>
            <pc:docMk/>
            <pc:sldMk cId="2678204417" sldId="457"/>
            <ac:picMk id="2" creationId="{28B285C3-06DE-5D07-A588-4CCBE7268998}"/>
          </ac:picMkLst>
        </pc:picChg>
        <pc:picChg chg="add mod">
          <ac:chgData name="Simone Beets" userId="5adb261a4dd6137b" providerId="LiveId" clId="{081DF2E0-BFFF-4188-83E2-E633C5DC6939}" dt="2025-04-14T05:29:07.400" v="4371" actId="1076"/>
          <ac:picMkLst>
            <pc:docMk/>
            <pc:sldMk cId="2678204417" sldId="457"/>
            <ac:picMk id="3" creationId="{2D65EBBB-8A86-A64F-8E24-C9EA9600DF1C}"/>
          </ac:picMkLst>
        </pc:picChg>
      </pc:sldChg>
      <pc:sldChg chg="delSp modSp add mod modAnim">
        <pc:chgData name="Simone Beets" userId="5adb261a4dd6137b" providerId="LiveId" clId="{081DF2E0-BFFF-4188-83E2-E633C5DC6939}" dt="2025-04-14T06:50:30.563" v="6242" actId="478"/>
        <pc:sldMkLst>
          <pc:docMk/>
          <pc:sldMk cId="2238009784" sldId="458"/>
        </pc:sldMkLst>
        <pc:spChg chg="del">
          <ac:chgData name="Simone Beets" userId="5adb261a4dd6137b" providerId="LiveId" clId="{081DF2E0-BFFF-4188-83E2-E633C5DC6939}" dt="2025-04-14T06:50:30.563" v="6242" actId="478"/>
          <ac:spMkLst>
            <pc:docMk/>
            <pc:sldMk cId="2238009784" sldId="458"/>
            <ac:spMk id="4" creationId="{8A94F89D-7E22-F2C5-0286-629D86FC2A39}"/>
          </ac:spMkLst>
        </pc:spChg>
        <pc:spChg chg="del">
          <ac:chgData name="Simone Beets" userId="5adb261a4dd6137b" providerId="LiveId" clId="{081DF2E0-BFFF-4188-83E2-E633C5DC6939}" dt="2025-04-14T05:30:00.347" v="4393" actId="478"/>
          <ac:spMkLst>
            <pc:docMk/>
            <pc:sldMk cId="2238009784" sldId="458"/>
            <ac:spMk id="5" creationId="{1F0ADE29-547B-75AE-5FC5-53C744B6B279}"/>
          </ac:spMkLst>
        </pc:spChg>
        <pc:spChg chg="mod">
          <ac:chgData name="Simone Beets" userId="5adb261a4dd6137b" providerId="LiveId" clId="{081DF2E0-BFFF-4188-83E2-E633C5DC6939}" dt="2025-04-14T05:29:29.597" v="4385" actId="20577"/>
          <ac:spMkLst>
            <pc:docMk/>
            <pc:sldMk cId="2238009784" sldId="458"/>
            <ac:spMk id="20482" creationId="{AA921C27-9074-4259-9DD9-ED8D89FA8B89}"/>
          </ac:spMkLst>
        </pc:spChg>
        <pc:spChg chg="mod">
          <ac:chgData name="Simone Beets" userId="5adb261a4dd6137b" providerId="LiveId" clId="{081DF2E0-BFFF-4188-83E2-E633C5DC6939}" dt="2025-04-14T06:50:08.862" v="6235" actId="6549"/>
          <ac:spMkLst>
            <pc:docMk/>
            <pc:sldMk cId="2238009784" sldId="458"/>
            <ac:spMk id="20483" creationId="{281B9670-A03D-0E1B-BC7C-D686BE701E99}"/>
          </ac:spMkLst>
        </pc:spChg>
        <pc:picChg chg="del">
          <ac:chgData name="Simone Beets" userId="5adb261a4dd6137b" providerId="LiveId" clId="{081DF2E0-BFFF-4188-83E2-E633C5DC6939}" dt="2025-04-14T05:29:58.899" v="4392" actId="478"/>
          <ac:picMkLst>
            <pc:docMk/>
            <pc:sldMk cId="2238009784" sldId="458"/>
            <ac:picMk id="3" creationId="{5E4AC7BA-7646-10A4-0F92-C38947F2EEE3}"/>
          </ac:picMkLst>
        </pc:picChg>
      </pc:sldChg>
      <pc:sldChg chg="delSp modSp add mod ord modAnim">
        <pc:chgData name="Simone Beets" userId="5adb261a4dd6137b" providerId="LiveId" clId="{081DF2E0-BFFF-4188-83E2-E633C5DC6939}" dt="2025-04-14T06:14:31.687" v="6213" actId="20577"/>
        <pc:sldMkLst>
          <pc:docMk/>
          <pc:sldMk cId="1749086728" sldId="459"/>
        </pc:sldMkLst>
        <pc:spChg chg="del">
          <ac:chgData name="Simone Beets" userId="5adb261a4dd6137b" providerId="LiveId" clId="{081DF2E0-BFFF-4188-83E2-E633C5DC6939}" dt="2025-04-14T05:31:00.234" v="4427" actId="478"/>
          <ac:spMkLst>
            <pc:docMk/>
            <pc:sldMk cId="1749086728" sldId="459"/>
            <ac:spMk id="4" creationId="{50818504-4057-7876-C96B-67E6E99C09EB}"/>
          </ac:spMkLst>
        </pc:spChg>
        <pc:spChg chg="del">
          <ac:chgData name="Simone Beets" userId="5adb261a4dd6137b" providerId="LiveId" clId="{081DF2E0-BFFF-4188-83E2-E633C5DC6939}" dt="2025-04-14T05:31:07.251" v="4429" actId="478"/>
          <ac:spMkLst>
            <pc:docMk/>
            <pc:sldMk cId="1749086728" sldId="459"/>
            <ac:spMk id="5" creationId="{8A5F1115-E63F-A4EB-759C-A31B3DD60834}"/>
          </ac:spMkLst>
        </pc:spChg>
        <pc:spChg chg="mod">
          <ac:chgData name="Simone Beets" userId="5adb261a4dd6137b" providerId="LiveId" clId="{081DF2E0-BFFF-4188-83E2-E633C5DC6939}" dt="2025-04-14T05:30:20.260" v="4412" actId="20577"/>
          <ac:spMkLst>
            <pc:docMk/>
            <pc:sldMk cId="1749086728" sldId="459"/>
            <ac:spMk id="20482" creationId="{ED1DE67F-DB1E-AC58-9A61-15BD6919B6C9}"/>
          </ac:spMkLst>
        </pc:spChg>
        <pc:spChg chg="mod">
          <ac:chgData name="Simone Beets" userId="5adb261a4dd6137b" providerId="LiveId" clId="{081DF2E0-BFFF-4188-83E2-E633C5DC6939}" dt="2025-04-14T06:14:31.687" v="6213" actId="20577"/>
          <ac:spMkLst>
            <pc:docMk/>
            <pc:sldMk cId="1749086728" sldId="459"/>
            <ac:spMk id="20483" creationId="{547A4AA2-2D52-FD39-4495-E5A55BD55CDE}"/>
          </ac:spMkLst>
        </pc:spChg>
        <pc:picChg chg="del">
          <ac:chgData name="Simone Beets" userId="5adb261a4dd6137b" providerId="LiveId" clId="{081DF2E0-BFFF-4188-83E2-E633C5DC6939}" dt="2025-04-14T05:31:07.757" v="4430" actId="478"/>
          <ac:picMkLst>
            <pc:docMk/>
            <pc:sldMk cId="1749086728" sldId="459"/>
            <ac:picMk id="3" creationId="{6EE0A9CC-279C-E5A3-2829-6F34C1C58958}"/>
          </ac:picMkLst>
        </pc:picChg>
      </pc:sldChg>
      <pc:sldChg chg="delSp modSp add mod ord modAnim">
        <pc:chgData name="Simone Beets" userId="5adb261a4dd6137b" providerId="LiveId" clId="{081DF2E0-BFFF-4188-83E2-E633C5DC6939}" dt="2025-04-14T06:18:35.238" v="6227" actId="114"/>
        <pc:sldMkLst>
          <pc:docMk/>
          <pc:sldMk cId="53913516" sldId="460"/>
        </pc:sldMkLst>
        <pc:spChg chg="del">
          <ac:chgData name="Simone Beets" userId="5adb261a4dd6137b" providerId="LiveId" clId="{081DF2E0-BFFF-4188-83E2-E633C5DC6939}" dt="2025-04-14T05:30:57.500" v="4426" actId="478"/>
          <ac:spMkLst>
            <pc:docMk/>
            <pc:sldMk cId="53913516" sldId="460"/>
            <ac:spMk id="4" creationId="{B2E31939-2A6B-1363-E6F5-57B40D5CE666}"/>
          </ac:spMkLst>
        </pc:spChg>
        <pc:spChg chg="del">
          <ac:chgData name="Simone Beets" userId="5adb261a4dd6137b" providerId="LiveId" clId="{081DF2E0-BFFF-4188-83E2-E633C5DC6939}" dt="2025-04-14T06:17:15.286" v="6218" actId="478"/>
          <ac:spMkLst>
            <pc:docMk/>
            <pc:sldMk cId="53913516" sldId="460"/>
            <ac:spMk id="5" creationId="{12A294D6-5CA9-FF17-AFF5-1BFAB988BEAE}"/>
          </ac:spMkLst>
        </pc:spChg>
        <pc:spChg chg="mod">
          <ac:chgData name="Simone Beets" userId="5adb261a4dd6137b" providerId="LiveId" clId="{081DF2E0-BFFF-4188-83E2-E633C5DC6939}" dt="2025-04-14T06:18:35.238" v="6227" actId="114"/>
          <ac:spMkLst>
            <pc:docMk/>
            <pc:sldMk cId="53913516" sldId="460"/>
            <ac:spMk id="20483" creationId="{2115F79F-3B89-9E3E-CE46-45D354FAE173}"/>
          </ac:spMkLst>
        </pc:spChg>
        <pc:picChg chg="del">
          <ac:chgData name="Simone Beets" userId="5adb261a4dd6137b" providerId="LiveId" clId="{081DF2E0-BFFF-4188-83E2-E633C5DC6939}" dt="2025-04-14T06:17:14.486" v="6217" actId="478"/>
          <ac:picMkLst>
            <pc:docMk/>
            <pc:sldMk cId="53913516" sldId="460"/>
            <ac:picMk id="3" creationId="{341B2055-3340-4CF5-BBF8-463561011762}"/>
          </ac:picMkLst>
        </pc:picChg>
      </pc:sldChg>
      <pc:sldChg chg="addSp delSp modSp add modAnim">
        <pc:chgData name="Simone Beets" userId="5adb261a4dd6137b" providerId="LiveId" clId="{081DF2E0-BFFF-4188-83E2-E633C5DC6939}" dt="2025-04-14T06:15:48.078" v="6216"/>
        <pc:sldMkLst>
          <pc:docMk/>
          <pc:sldMk cId="2995512110" sldId="461"/>
        </pc:sldMkLst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3" creationId="{AD4E85A4-7F95-E84E-7884-0CF9015CE5B0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4" creationId="{B3B921EE-450E-3AD6-E030-04E4D14F4F3F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5" creationId="{0EFA6E68-17A2-6B81-0B29-515C67303FB3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6" creationId="{05B8A758-5A83-7EA2-4D3A-83765E726291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7" creationId="{8C5D61D9-25FD-9372-A7DB-396E4902BE85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8" creationId="{6AB0DA81-F76B-E074-A8E0-BF54D0E5918E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9" creationId="{9F52623B-DE31-3616-CBC8-563F2747FFBD}"/>
          </ac:spMkLst>
        </pc:spChg>
        <pc:spChg chg="add mod">
          <ac:chgData name="Simone Beets" userId="5adb261a4dd6137b" providerId="LiveId" clId="{081DF2E0-BFFF-4188-83E2-E633C5DC6939}" dt="2025-04-14T05:31:41.056" v="4435" actId="1076"/>
          <ac:spMkLst>
            <pc:docMk/>
            <pc:sldMk cId="2995512110" sldId="461"/>
            <ac:spMk id="10" creationId="{A7D360B2-DD13-1C26-3EE5-EBCE71A979EB}"/>
          </ac:spMkLst>
        </pc:spChg>
        <pc:spChg chg="add del mod">
          <ac:chgData name="Simone Beets" userId="5adb261a4dd6137b" providerId="LiveId" clId="{081DF2E0-BFFF-4188-83E2-E633C5DC6939}" dt="2025-04-14T05:31:34.076" v="4434" actId="478"/>
          <ac:spMkLst>
            <pc:docMk/>
            <pc:sldMk cId="2995512110" sldId="461"/>
            <ac:spMk id="11" creationId="{228F1990-A7A7-92B0-6DDA-FEC29AFD3AFA}"/>
          </ac:spMkLst>
        </pc:spChg>
        <pc:spChg chg="del">
          <ac:chgData name="Simone Beets" userId="5adb261a4dd6137b" providerId="LiveId" clId="{081DF2E0-BFFF-4188-83E2-E633C5DC6939}" dt="2025-04-14T05:31:31.453" v="4433" actId="478"/>
          <ac:spMkLst>
            <pc:docMk/>
            <pc:sldMk cId="2995512110" sldId="461"/>
            <ac:spMk id="20483" creationId="{52FD38E7-A374-38FE-06E1-C64813E0B28C}"/>
          </ac:spMkLst>
        </pc:spChg>
        <pc:picChg chg="add mod">
          <ac:chgData name="Simone Beets" userId="5adb261a4dd6137b" providerId="LiveId" clId="{081DF2E0-BFFF-4188-83E2-E633C5DC6939}" dt="2025-04-14T05:31:41.056" v="4435" actId="1076"/>
          <ac:picMkLst>
            <pc:docMk/>
            <pc:sldMk cId="2995512110" sldId="461"/>
            <ac:picMk id="2" creationId="{4357399C-60D7-FBCC-C6F7-359B79445FC2}"/>
          </ac:picMkLst>
        </pc:picChg>
      </pc:sldChg>
      <pc:sldChg chg="addSp delSp modSp add mod ord delAnim modAnim modNotesTx">
        <pc:chgData name="Simone Beets" userId="5adb261a4dd6137b" providerId="LiveId" clId="{081DF2E0-BFFF-4188-83E2-E633C5DC6939}" dt="2025-04-14T07:13:30.555" v="6525" actId="20577"/>
        <pc:sldMkLst>
          <pc:docMk/>
          <pc:sldMk cId="835226338" sldId="462"/>
        </pc:sldMkLst>
        <pc:spChg chg="add del">
          <ac:chgData name="Simone Beets" userId="5adb261a4dd6137b" providerId="LiveId" clId="{081DF2E0-BFFF-4188-83E2-E633C5DC6939}" dt="2025-04-14T06:19:52.159" v="6232" actId="478"/>
          <ac:spMkLst>
            <pc:docMk/>
            <pc:sldMk cId="835226338" sldId="462"/>
            <ac:spMk id="3" creationId="{7EF6417B-3D5F-F14A-0675-BE58BE704708}"/>
          </ac:spMkLst>
        </pc:spChg>
        <pc:spChg chg="mod">
          <ac:chgData name="Simone Beets" userId="5adb261a4dd6137b" providerId="LiveId" clId="{081DF2E0-BFFF-4188-83E2-E633C5DC6939}" dt="2025-04-14T05:32:10.572" v="4469" actId="20577"/>
          <ac:spMkLst>
            <pc:docMk/>
            <pc:sldMk cId="835226338" sldId="462"/>
            <ac:spMk id="20482" creationId="{F7FE7F7B-83C6-2AFC-9C94-6D83CFE4676B}"/>
          </ac:spMkLst>
        </pc:spChg>
        <pc:spChg chg="mod">
          <ac:chgData name="Simone Beets" userId="5adb261a4dd6137b" providerId="LiveId" clId="{081DF2E0-BFFF-4188-83E2-E633C5DC6939}" dt="2025-04-14T05:32:31.928" v="4473" actId="207"/>
          <ac:spMkLst>
            <pc:docMk/>
            <pc:sldMk cId="835226338" sldId="462"/>
            <ac:spMk id="20483" creationId="{B3E8DE73-B2C8-7406-D556-8970C2A142B5}"/>
          </ac:spMkLst>
        </pc:spChg>
        <pc:picChg chg="add mod">
          <ac:chgData name="Simone Beets" userId="5adb261a4dd6137b" providerId="LiveId" clId="{081DF2E0-BFFF-4188-83E2-E633C5DC6939}" dt="2025-04-14T05:32:39.587" v="4475" actId="1076"/>
          <ac:picMkLst>
            <pc:docMk/>
            <pc:sldMk cId="835226338" sldId="462"/>
            <ac:picMk id="2" creationId="{FA4270B3-D223-898A-697F-D3624D8DBFBA}"/>
          </ac:picMkLst>
        </pc:picChg>
      </pc:sldChg>
      <pc:sldChg chg="addSp delSp modSp add mod modAnim">
        <pc:chgData name="Simone Beets" userId="5adb261a4dd6137b" providerId="LiveId" clId="{081DF2E0-BFFF-4188-83E2-E633C5DC6939}" dt="2025-04-14T05:35:59.715" v="4576" actId="20577"/>
        <pc:sldMkLst>
          <pc:docMk/>
          <pc:sldMk cId="1929359625" sldId="463"/>
        </pc:sldMkLst>
        <pc:spChg chg="del">
          <ac:chgData name="Simone Beets" userId="5adb261a4dd6137b" providerId="LiveId" clId="{081DF2E0-BFFF-4188-83E2-E633C5DC6939}" dt="2025-04-14T05:35:05.860" v="4511" actId="478"/>
          <ac:spMkLst>
            <pc:docMk/>
            <pc:sldMk cId="1929359625" sldId="463"/>
            <ac:spMk id="2" creationId="{600913A8-9EB0-6391-4245-523C898DB2EA}"/>
          </ac:spMkLst>
        </pc:spChg>
        <pc:spChg chg="del">
          <ac:chgData name="Simone Beets" userId="5adb261a4dd6137b" providerId="LiveId" clId="{081DF2E0-BFFF-4188-83E2-E633C5DC6939}" dt="2025-04-14T05:35:05.860" v="4511" actId="478"/>
          <ac:spMkLst>
            <pc:docMk/>
            <pc:sldMk cId="1929359625" sldId="463"/>
            <ac:spMk id="3" creationId="{A4213450-26EC-8BDA-DE1C-BDEDF4D03E69}"/>
          </ac:spMkLst>
        </pc:spChg>
        <pc:spChg chg="add del mod">
          <ac:chgData name="Simone Beets" userId="5adb261a4dd6137b" providerId="LiveId" clId="{081DF2E0-BFFF-4188-83E2-E633C5DC6939}" dt="2025-04-14T05:35:08.522" v="4512" actId="478"/>
          <ac:spMkLst>
            <pc:docMk/>
            <pc:sldMk cId="1929359625" sldId="463"/>
            <ac:spMk id="4" creationId="{D4028916-0563-C9DA-1565-4DA0EE2B0738}"/>
          </ac:spMkLst>
        </pc:spChg>
        <pc:spChg chg="del">
          <ac:chgData name="Simone Beets" userId="5adb261a4dd6137b" providerId="LiveId" clId="{081DF2E0-BFFF-4188-83E2-E633C5DC6939}" dt="2025-04-14T05:35:05.860" v="4511" actId="478"/>
          <ac:spMkLst>
            <pc:docMk/>
            <pc:sldMk cId="1929359625" sldId="463"/>
            <ac:spMk id="5" creationId="{1AA903E2-6DF9-1506-58A5-EA16196AC8D2}"/>
          </ac:spMkLst>
        </pc:spChg>
        <pc:spChg chg="del">
          <ac:chgData name="Simone Beets" userId="5adb261a4dd6137b" providerId="LiveId" clId="{081DF2E0-BFFF-4188-83E2-E633C5DC6939}" dt="2025-04-14T05:35:05.860" v="4511" actId="478"/>
          <ac:spMkLst>
            <pc:docMk/>
            <pc:sldMk cId="1929359625" sldId="463"/>
            <ac:spMk id="6" creationId="{2FCA109A-37F3-4B42-F100-35355A05E897}"/>
          </ac:spMkLst>
        </pc:spChg>
        <pc:spChg chg="add mod">
          <ac:chgData name="Simone Beets" userId="5adb261a4dd6137b" providerId="LiveId" clId="{081DF2E0-BFFF-4188-83E2-E633C5DC6939}" dt="2025-04-14T05:35:59.715" v="4576" actId="20577"/>
          <ac:spMkLst>
            <pc:docMk/>
            <pc:sldMk cId="1929359625" sldId="463"/>
            <ac:spMk id="7" creationId="{94D61028-5518-EB6A-DA27-C34569406A99}"/>
          </ac:spMkLst>
        </pc:spChg>
        <pc:picChg chg="add mod">
          <ac:chgData name="Simone Beets" userId="5adb261a4dd6137b" providerId="LiveId" clId="{081DF2E0-BFFF-4188-83E2-E633C5DC6939}" dt="2025-04-14T05:35:39.648" v="4513"/>
          <ac:picMkLst>
            <pc:docMk/>
            <pc:sldMk cId="1929359625" sldId="463"/>
            <ac:picMk id="8" creationId="{961DC337-FE52-B260-92F4-459E1C5EFB7C}"/>
          </ac:picMkLst>
        </pc:picChg>
      </pc:sldChg>
      <pc:sldChg chg="addSp delSp modSp add mod modNotesTx">
        <pc:chgData name="Simone Beets" userId="5adb261a4dd6137b" providerId="LiveId" clId="{081DF2E0-BFFF-4188-83E2-E633C5DC6939}" dt="2025-04-14T10:29:41.928" v="6756" actId="15"/>
        <pc:sldMkLst>
          <pc:docMk/>
          <pc:sldMk cId="1804291163" sldId="464"/>
        </pc:sldMkLst>
        <pc:spChg chg="del">
          <ac:chgData name="Simone Beets" userId="5adb261a4dd6137b" providerId="LiveId" clId="{081DF2E0-BFFF-4188-83E2-E633C5DC6939}" dt="2025-04-14T05:41:14.066" v="4597" actId="478"/>
          <ac:spMkLst>
            <pc:docMk/>
            <pc:sldMk cId="1804291163" sldId="464"/>
            <ac:spMk id="7" creationId="{A93FCC65-F836-7BDA-C7F8-DA94D86A50DC}"/>
          </ac:spMkLst>
        </pc:spChg>
        <pc:picChg chg="add mod">
          <ac:chgData name="Simone Beets" userId="5adb261a4dd6137b" providerId="LiveId" clId="{081DF2E0-BFFF-4188-83E2-E633C5DC6939}" dt="2025-04-14T05:41:47.225" v="4602" actId="1076"/>
          <ac:picMkLst>
            <pc:docMk/>
            <pc:sldMk cId="1804291163" sldId="464"/>
            <ac:picMk id="3" creationId="{238977CC-601B-1968-D3D2-96DB404532C7}"/>
          </ac:picMkLst>
        </pc:picChg>
        <pc:picChg chg="del">
          <ac:chgData name="Simone Beets" userId="5adb261a4dd6137b" providerId="LiveId" clId="{081DF2E0-BFFF-4188-83E2-E633C5DC6939}" dt="2025-04-14T05:41:15.011" v="4598" actId="478"/>
          <ac:picMkLst>
            <pc:docMk/>
            <pc:sldMk cId="1804291163" sldId="464"/>
            <ac:picMk id="8" creationId="{EF89869E-9B4F-58E9-4EAF-34E03035699A}"/>
          </ac:picMkLst>
        </pc:picChg>
      </pc:sldChg>
      <pc:sldChg chg="delSp modSp add mod modAnim">
        <pc:chgData name="Simone Beets" userId="5adb261a4dd6137b" providerId="LiveId" clId="{081DF2E0-BFFF-4188-83E2-E633C5DC6939}" dt="2025-04-14T06:50:27.767" v="6241" actId="478"/>
        <pc:sldMkLst>
          <pc:docMk/>
          <pc:sldMk cId="3226213347" sldId="465"/>
        </pc:sldMkLst>
        <pc:spChg chg="del">
          <ac:chgData name="Simone Beets" userId="5adb261a4dd6137b" providerId="LiveId" clId="{081DF2E0-BFFF-4188-83E2-E633C5DC6939}" dt="2025-04-14T06:50:27.767" v="6241" actId="478"/>
          <ac:spMkLst>
            <pc:docMk/>
            <pc:sldMk cId="3226213347" sldId="465"/>
            <ac:spMk id="4" creationId="{9D1C38FA-DC1E-00B4-8E91-F944ABDB9E38}"/>
          </ac:spMkLst>
        </pc:spChg>
        <pc:spChg chg="mod">
          <ac:chgData name="Simone Beets" userId="5adb261a4dd6137b" providerId="LiveId" clId="{081DF2E0-BFFF-4188-83E2-E633C5DC6939}" dt="2025-04-14T06:50:17.442" v="6240" actId="15"/>
          <ac:spMkLst>
            <pc:docMk/>
            <pc:sldMk cId="3226213347" sldId="465"/>
            <ac:spMk id="20483" creationId="{A4BDE241-C641-88E4-B7E9-F85F9287B1AA}"/>
          </ac:spMkLst>
        </pc:spChg>
      </pc:sldChg>
      <pc:sldChg chg="addSp delSp modSp add mod delAnim modNotesTx">
        <pc:chgData name="Simone Beets" userId="5adb261a4dd6137b" providerId="LiveId" clId="{081DF2E0-BFFF-4188-83E2-E633C5DC6939}" dt="2025-04-14T10:28:39.864" v="6748" actId="20577"/>
        <pc:sldMkLst>
          <pc:docMk/>
          <pc:sldMk cId="252068716" sldId="466"/>
        </pc:sldMkLst>
        <pc:spChg chg="del">
          <ac:chgData name="Simone Beets" userId="5adb261a4dd6137b" providerId="LiveId" clId="{081DF2E0-BFFF-4188-83E2-E633C5DC6939}" dt="2025-04-14T10:25:45.645" v="6665" actId="478"/>
          <ac:spMkLst>
            <pc:docMk/>
            <pc:sldMk cId="252068716" sldId="466"/>
            <ac:spMk id="14" creationId="{ABB83A37-BF82-2619-529B-1F6356131281}"/>
          </ac:spMkLst>
        </pc:spChg>
        <pc:picChg chg="add mod">
          <ac:chgData name="Simone Beets" userId="5adb261a4dd6137b" providerId="LiveId" clId="{081DF2E0-BFFF-4188-83E2-E633C5DC6939}" dt="2025-04-14T10:26:10.731" v="6667" actId="1076"/>
          <ac:picMkLst>
            <pc:docMk/>
            <pc:sldMk cId="252068716" sldId="466"/>
            <ac:picMk id="3" creationId="{7D4A9CB1-35B1-EFC9-9090-340E4EEC4E0B}"/>
          </ac:picMkLst>
        </pc:picChg>
        <pc:picChg chg="del">
          <ac:chgData name="Simone Beets" userId="5adb261a4dd6137b" providerId="LiveId" clId="{081DF2E0-BFFF-4188-83E2-E633C5DC6939}" dt="2025-04-14T10:25:43.372" v="6664" actId="478"/>
          <ac:picMkLst>
            <pc:docMk/>
            <pc:sldMk cId="252068716" sldId="466"/>
            <ac:picMk id="13" creationId="{8D33EF96-86ED-8974-67F2-A448816DB1C3}"/>
          </ac:picMkLst>
        </pc:picChg>
      </pc:sldChg>
      <pc:sldChg chg="addSp delSp modSp add mod modNotesTx">
        <pc:chgData name="Simone Beets" userId="5adb261a4dd6137b" providerId="LiveId" clId="{081DF2E0-BFFF-4188-83E2-E633C5DC6939}" dt="2025-04-14T10:28:44.854" v="6749"/>
        <pc:sldMkLst>
          <pc:docMk/>
          <pc:sldMk cId="3925491160" sldId="467"/>
        </pc:sldMkLst>
        <pc:picChg chg="del">
          <ac:chgData name="Simone Beets" userId="5adb261a4dd6137b" providerId="LiveId" clId="{081DF2E0-BFFF-4188-83E2-E633C5DC6939}" dt="2025-04-14T10:26:34.277" v="6669" actId="478"/>
          <ac:picMkLst>
            <pc:docMk/>
            <pc:sldMk cId="3925491160" sldId="467"/>
            <ac:picMk id="3" creationId="{62830460-B6E1-DC5C-7BF9-164B20643721}"/>
          </ac:picMkLst>
        </pc:picChg>
        <pc:picChg chg="add mod">
          <ac:chgData name="Simone Beets" userId="5adb261a4dd6137b" providerId="LiveId" clId="{081DF2E0-BFFF-4188-83E2-E633C5DC6939}" dt="2025-04-14T10:26:46.489" v="6675" actId="1076"/>
          <ac:picMkLst>
            <pc:docMk/>
            <pc:sldMk cId="3925491160" sldId="467"/>
            <ac:picMk id="4" creationId="{970F86E3-1E7C-068B-003E-183E2B714A19}"/>
          </ac:picMkLst>
        </pc:picChg>
      </pc:sldChg>
      <pc:sldChg chg="addSp delSp modSp add mod modNotesTx">
        <pc:chgData name="Simone Beets" userId="5adb261a4dd6137b" providerId="LiveId" clId="{081DF2E0-BFFF-4188-83E2-E633C5DC6939}" dt="2025-04-14T10:28:47.598" v="6750"/>
        <pc:sldMkLst>
          <pc:docMk/>
          <pc:sldMk cId="1919941849" sldId="468"/>
        </pc:sldMkLst>
        <pc:picChg chg="add mod">
          <ac:chgData name="Simone Beets" userId="5adb261a4dd6137b" providerId="LiveId" clId="{081DF2E0-BFFF-4188-83E2-E633C5DC6939}" dt="2025-04-14T10:27:08.772" v="6679" actId="1076"/>
          <ac:picMkLst>
            <pc:docMk/>
            <pc:sldMk cId="1919941849" sldId="468"/>
            <ac:picMk id="3" creationId="{3D36910C-3B41-D1A2-0A50-F27595975264}"/>
          </ac:picMkLst>
        </pc:picChg>
        <pc:picChg chg="del">
          <ac:chgData name="Simone Beets" userId="5adb261a4dd6137b" providerId="LiveId" clId="{081DF2E0-BFFF-4188-83E2-E633C5DC6939}" dt="2025-04-14T10:27:06.247" v="6677" actId="478"/>
          <ac:picMkLst>
            <pc:docMk/>
            <pc:sldMk cId="1919941849" sldId="468"/>
            <ac:picMk id="4" creationId="{95F00F34-3EE9-963C-DF13-5966146EBF66}"/>
          </ac:picMkLst>
        </pc:picChg>
      </pc:sldChg>
      <pc:sldChg chg="addSp delSp modSp add mod modNotesTx">
        <pc:chgData name="Simone Beets" userId="5adb261a4dd6137b" providerId="LiveId" clId="{081DF2E0-BFFF-4188-83E2-E633C5DC6939}" dt="2025-04-14T10:28:50.700" v="6751"/>
        <pc:sldMkLst>
          <pc:docMk/>
          <pc:sldMk cId="1143944041" sldId="469"/>
        </pc:sldMkLst>
        <pc:spChg chg="add mod ord">
          <ac:chgData name="Simone Beets" userId="5adb261a4dd6137b" providerId="LiveId" clId="{081DF2E0-BFFF-4188-83E2-E633C5DC6939}" dt="2025-04-14T10:28:09.715" v="6686" actId="167"/>
          <ac:spMkLst>
            <pc:docMk/>
            <pc:sldMk cId="1143944041" sldId="469"/>
            <ac:spMk id="5" creationId="{2166231A-BD30-B1AB-ADE8-79B97EE57C1D}"/>
          </ac:spMkLst>
        </pc:spChg>
        <pc:picChg chg="del">
          <ac:chgData name="Simone Beets" userId="5adb261a4dd6137b" providerId="LiveId" clId="{081DF2E0-BFFF-4188-83E2-E633C5DC6939}" dt="2025-04-14T10:27:47.561" v="6681" actId="478"/>
          <ac:picMkLst>
            <pc:docMk/>
            <pc:sldMk cId="1143944041" sldId="469"/>
            <ac:picMk id="3" creationId="{6554D7CC-F91B-D241-934F-A223679E1F3F}"/>
          </ac:picMkLst>
        </pc:picChg>
        <pc:picChg chg="add">
          <ac:chgData name="Simone Beets" userId="5adb261a4dd6137b" providerId="LiveId" clId="{081DF2E0-BFFF-4188-83E2-E633C5DC6939}" dt="2025-04-14T10:27:47.929" v="6682" actId="22"/>
          <ac:picMkLst>
            <pc:docMk/>
            <pc:sldMk cId="1143944041" sldId="469"/>
            <ac:picMk id="4" creationId="{79FCB378-A6DA-A2C5-F8F2-5501DEDE06EE}"/>
          </ac:picMkLst>
        </pc:picChg>
      </pc:sldChg>
    </pc:docChg>
  </pc:docChgLst>
  <pc:docChgLst>
    <pc:chgData name="Simone Beets" userId="5adb261a4dd6137b" providerId="LiveId" clId="{25369803-5672-417C-BBDE-524FBD1231AC}"/>
    <pc:docChg chg="undo custSel addSld delSld modSld sldOrd">
      <pc:chgData name="Simone Beets" userId="5adb261a4dd6137b" providerId="LiveId" clId="{25369803-5672-417C-BBDE-524FBD1231AC}" dt="2025-04-07T13:33:03.499" v="5900" actId="6549"/>
      <pc:docMkLst>
        <pc:docMk/>
      </pc:docMkLst>
      <pc:sldChg chg="modSp mod">
        <pc:chgData name="Simone Beets" userId="5adb261a4dd6137b" providerId="LiveId" clId="{25369803-5672-417C-BBDE-524FBD1231AC}" dt="2025-04-07T03:15:01.995" v="9" actId="20577"/>
        <pc:sldMkLst>
          <pc:docMk/>
          <pc:sldMk cId="0" sldId="271"/>
        </pc:sldMkLst>
        <pc:spChg chg="mod">
          <ac:chgData name="Simone Beets" userId="5adb261a4dd6137b" providerId="LiveId" clId="{25369803-5672-417C-BBDE-524FBD1231AC}" dt="2025-04-07T03:15:01.995" v="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25369803-5672-417C-BBDE-524FBD1231AC}" dt="2025-04-07T06:51:37.096" v="5305" actId="47"/>
        <pc:sldMkLst>
          <pc:docMk/>
          <pc:sldMk cId="0" sldId="321"/>
        </pc:sldMkLst>
      </pc:sldChg>
      <pc:sldChg chg="addSp delSp modSp mod modNotesTx">
        <pc:chgData name="Simone Beets" userId="5adb261a4dd6137b" providerId="LiveId" clId="{25369803-5672-417C-BBDE-524FBD1231AC}" dt="2025-04-07T06:56:42.020" v="5812" actId="20577"/>
        <pc:sldMkLst>
          <pc:docMk/>
          <pc:sldMk cId="465305782" sldId="323"/>
        </pc:sldMkLst>
      </pc:sldChg>
      <pc:sldChg chg="del">
        <pc:chgData name="Simone Beets" userId="5adb261a4dd6137b" providerId="LiveId" clId="{25369803-5672-417C-BBDE-524FBD1231AC}" dt="2025-04-07T06:25:00.632" v="5180" actId="47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25369803-5672-417C-BBDE-524FBD1231AC}" dt="2025-04-07T05:54:07.733" v="2783" actId="12"/>
        <pc:sldMkLst>
          <pc:docMk/>
          <pc:sldMk cId="1762635146" sldId="339"/>
        </pc:sldMkLst>
      </pc:sldChg>
      <pc:sldChg chg="modSp del mod">
        <pc:chgData name="Simone Beets" userId="5adb261a4dd6137b" providerId="LiveId" clId="{25369803-5672-417C-BBDE-524FBD1231AC}" dt="2025-04-07T06:26:31.807" v="5182" actId="2696"/>
        <pc:sldMkLst>
          <pc:docMk/>
          <pc:sldMk cId="2049952096" sldId="340"/>
        </pc:sldMkLst>
      </pc:sldChg>
      <pc:sldChg chg="del">
        <pc:chgData name="Simone Beets" userId="5adb261a4dd6137b" providerId="LiveId" clId="{25369803-5672-417C-BBDE-524FBD1231AC}" dt="2025-04-07T06:51:24.670" v="5285" actId="47"/>
        <pc:sldMkLst>
          <pc:docMk/>
          <pc:sldMk cId="583071382" sldId="352"/>
        </pc:sldMkLst>
      </pc:sldChg>
      <pc:sldChg chg="del">
        <pc:chgData name="Simone Beets" userId="5adb261a4dd6137b" providerId="LiveId" clId="{25369803-5672-417C-BBDE-524FBD1231AC}" dt="2025-04-07T03:23:58.977" v="19" actId="47"/>
        <pc:sldMkLst>
          <pc:docMk/>
          <pc:sldMk cId="3867261677" sldId="364"/>
        </pc:sldMkLst>
      </pc:sldChg>
      <pc:sldChg chg="del">
        <pc:chgData name="Simone Beets" userId="5adb261a4dd6137b" providerId="LiveId" clId="{25369803-5672-417C-BBDE-524FBD1231AC}" dt="2025-04-07T06:51:25.649" v="5286" actId="47"/>
        <pc:sldMkLst>
          <pc:docMk/>
          <pc:sldMk cId="1679562004" sldId="368"/>
        </pc:sldMkLst>
      </pc:sldChg>
      <pc:sldChg chg="del">
        <pc:chgData name="Simone Beets" userId="5adb261a4dd6137b" providerId="LiveId" clId="{25369803-5672-417C-BBDE-524FBD1231AC}" dt="2025-04-07T06:51:20.415" v="5280" actId="47"/>
        <pc:sldMkLst>
          <pc:docMk/>
          <pc:sldMk cId="2684210106" sldId="390"/>
        </pc:sldMkLst>
      </pc:sldChg>
      <pc:sldChg chg="del">
        <pc:chgData name="Simone Beets" userId="5adb261a4dd6137b" providerId="LiveId" clId="{25369803-5672-417C-BBDE-524FBD1231AC}" dt="2025-04-07T06:51:26.374" v="5288" actId="47"/>
        <pc:sldMkLst>
          <pc:docMk/>
          <pc:sldMk cId="422397288" sldId="391"/>
        </pc:sldMkLst>
      </pc:sldChg>
      <pc:sldChg chg="del">
        <pc:chgData name="Simone Beets" userId="5adb261a4dd6137b" providerId="LiveId" clId="{25369803-5672-417C-BBDE-524FBD1231AC}" dt="2025-04-07T06:51:21.481" v="5281" actId="47"/>
        <pc:sldMkLst>
          <pc:docMk/>
          <pc:sldMk cId="1662032250" sldId="393"/>
        </pc:sldMkLst>
      </pc:sldChg>
      <pc:sldChg chg="del">
        <pc:chgData name="Simone Beets" userId="5adb261a4dd6137b" providerId="LiveId" clId="{25369803-5672-417C-BBDE-524FBD1231AC}" dt="2025-04-07T06:51:21.953" v="5282" actId="47"/>
        <pc:sldMkLst>
          <pc:docMk/>
          <pc:sldMk cId="226156491" sldId="394"/>
        </pc:sldMkLst>
      </pc:sldChg>
      <pc:sldChg chg="del">
        <pc:chgData name="Simone Beets" userId="5adb261a4dd6137b" providerId="LiveId" clId="{25369803-5672-417C-BBDE-524FBD1231AC}" dt="2025-04-07T06:51:22.433" v="5283" actId="47"/>
        <pc:sldMkLst>
          <pc:docMk/>
          <pc:sldMk cId="920287109" sldId="396"/>
        </pc:sldMkLst>
      </pc:sldChg>
      <pc:sldChg chg="addSp delSp modSp mod ord modAnim modNotesTx">
        <pc:chgData name="Simone Beets" userId="5adb261a4dd6137b" providerId="LiveId" clId="{25369803-5672-417C-BBDE-524FBD1231AC}" dt="2025-04-07T06:31:06.775" v="5258" actId="1076"/>
        <pc:sldMkLst>
          <pc:docMk/>
          <pc:sldMk cId="1427072437" sldId="397"/>
        </pc:sldMkLst>
      </pc:sldChg>
      <pc:sldChg chg="del">
        <pc:chgData name="Simone Beets" userId="5adb261a4dd6137b" providerId="LiveId" clId="{25369803-5672-417C-BBDE-524FBD1231AC}" dt="2025-04-07T06:51:26.043" v="5287" actId="47"/>
        <pc:sldMkLst>
          <pc:docMk/>
          <pc:sldMk cId="536390260" sldId="399"/>
        </pc:sldMkLst>
      </pc:sldChg>
      <pc:sldChg chg="del">
        <pc:chgData name="Simone Beets" userId="5adb261a4dd6137b" providerId="LiveId" clId="{25369803-5672-417C-BBDE-524FBD1231AC}" dt="2025-04-07T06:51:27.338" v="5289" actId="47"/>
        <pc:sldMkLst>
          <pc:docMk/>
          <pc:sldMk cId="1928756358" sldId="401"/>
        </pc:sldMkLst>
      </pc:sldChg>
      <pc:sldChg chg="del">
        <pc:chgData name="Simone Beets" userId="5adb261a4dd6137b" providerId="LiveId" clId="{25369803-5672-417C-BBDE-524FBD1231AC}" dt="2025-04-07T06:51:27.772" v="5290" actId="47"/>
        <pc:sldMkLst>
          <pc:docMk/>
          <pc:sldMk cId="2581493560" sldId="402"/>
        </pc:sldMkLst>
      </pc:sldChg>
      <pc:sldChg chg="del">
        <pc:chgData name="Simone Beets" userId="5adb261a4dd6137b" providerId="LiveId" clId="{25369803-5672-417C-BBDE-524FBD1231AC}" dt="2025-04-07T06:51:28.735" v="5291" actId="47"/>
        <pc:sldMkLst>
          <pc:docMk/>
          <pc:sldMk cId="2548823524" sldId="403"/>
        </pc:sldMkLst>
      </pc:sldChg>
      <pc:sldChg chg="del">
        <pc:chgData name="Simone Beets" userId="5adb261a4dd6137b" providerId="LiveId" clId="{25369803-5672-417C-BBDE-524FBD1231AC}" dt="2025-04-07T06:51:29.266" v="5292" actId="47"/>
        <pc:sldMkLst>
          <pc:docMk/>
          <pc:sldMk cId="741803763" sldId="404"/>
        </pc:sldMkLst>
      </pc:sldChg>
      <pc:sldChg chg="del">
        <pc:chgData name="Simone Beets" userId="5adb261a4dd6137b" providerId="LiveId" clId="{25369803-5672-417C-BBDE-524FBD1231AC}" dt="2025-04-07T06:51:30.193" v="5293" actId="47"/>
        <pc:sldMkLst>
          <pc:docMk/>
          <pc:sldMk cId="1601805029" sldId="405"/>
        </pc:sldMkLst>
      </pc:sldChg>
      <pc:sldChg chg="del">
        <pc:chgData name="Simone Beets" userId="5adb261a4dd6137b" providerId="LiveId" clId="{25369803-5672-417C-BBDE-524FBD1231AC}" dt="2025-04-07T06:51:30.685" v="5294" actId="47"/>
        <pc:sldMkLst>
          <pc:docMk/>
          <pc:sldMk cId="4220622377" sldId="406"/>
        </pc:sldMkLst>
      </pc:sldChg>
      <pc:sldChg chg="del">
        <pc:chgData name="Simone Beets" userId="5adb261a4dd6137b" providerId="LiveId" clId="{25369803-5672-417C-BBDE-524FBD1231AC}" dt="2025-04-07T06:51:33.596" v="5299" actId="47"/>
        <pc:sldMkLst>
          <pc:docMk/>
          <pc:sldMk cId="2242960218" sldId="407"/>
        </pc:sldMkLst>
      </pc:sldChg>
      <pc:sldChg chg="del">
        <pc:chgData name="Simone Beets" userId="5adb261a4dd6137b" providerId="LiveId" clId="{25369803-5672-417C-BBDE-524FBD1231AC}" dt="2025-04-07T06:51:31.126" v="5295" actId="47"/>
        <pc:sldMkLst>
          <pc:docMk/>
          <pc:sldMk cId="976054929" sldId="408"/>
        </pc:sldMkLst>
      </pc:sldChg>
      <pc:sldChg chg="del">
        <pc:chgData name="Simone Beets" userId="5adb261a4dd6137b" providerId="LiveId" clId="{25369803-5672-417C-BBDE-524FBD1231AC}" dt="2025-04-07T06:51:32" v="5296" actId="47"/>
        <pc:sldMkLst>
          <pc:docMk/>
          <pc:sldMk cId="246443275" sldId="410"/>
        </pc:sldMkLst>
      </pc:sldChg>
      <pc:sldChg chg="del">
        <pc:chgData name="Simone Beets" userId="5adb261a4dd6137b" providerId="LiveId" clId="{25369803-5672-417C-BBDE-524FBD1231AC}" dt="2025-04-07T06:51:32.374" v="5297" actId="47"/>
        <pc:sldMkLst>
          <pc:docMk/>
          <pc:sldMk cId="852655609" sldId="411"/>
        </pc:sldMkLst>
      </pc:sldChg>
      <pc:sldChg chg="del">
        <pc:chgData name="Simone Beets" userId="5adb261a4dd6137b" providerId="LiveId" clId="{25369803-5672-417C-BBDE-524FBD1231AC}" dt="2025-04-07T06:51:32.710" v="5298" actId="47"/>
        <pc:sldMkLst>
          <pc:docMk/>
          <pc:sldMk cId="395443802" sldId="412"/>
        </pc:sldMkLst>
      </pc:sldChg>
      <pc:sldChg chg="del">
        <pc:chgData name="Simone Beets" userId="5adb261a4dd6137b" providerId="LiveId" clId="{25369803-5672-417C-BBDE-524FBD1231AC}" dt="2025-04-07T06:51:33.974" v="5300" actId="47"/>
        <pc:sldMkLst>
          <pc:docMk/>
          <pc:sldMk cId="438604043" sldId="413"/>
        </pc:sldMkLst>
      </pc:sldChg>
      <pc:sldChg chg="del">
        <pc:chgData name="Simone Beets" userId="5adb261a4dd6137b" providerId="LiveId" clId="{25369803-5672-417C-BBDE-524FBD1231AC}" dt="2025-04-07T06:51:34.255" v="5301" actId="47"/>
        <pc:sldMkLst>
          <pc:docMk/>
          <pc:sldMk cId="3096865357" sldId="414"/>
        </pc:sldMkLst>
      </pc:sldChg>
      <pc:sldChg chg="del">
        <pc:chgData name="Simone Beets" userId="5adb261a4dd6137b" providerId="LiveId" clId="{25369803-5672-417C-BBDE-524FBD1231AC}" dt="2025-04-07T06:51:35.107" v="5302" actId="47"/>
        <pc:sldMkLst>
          <pc:docMk/>
          <pc:sldMk cId="3654530391" sldId="415"/>
        </pc:sldMkLst>
      </pc:sldChg>
      <pc:sldChg chg="del">
        <pc:chgData name="Simone Beets" userId="5adb261a4dd6137b" providerId="LiveId" clId="{25369803-5672-417C-BBDE-524FBD1231AC}" dt="2025-04-07T06:51:35.489" v="5303" actId="47"/>
        <pc:sldMkLst>
          <pc:docMk/>
          <pc:sldMk cId="3180297522" sldId="416"/>
        </pc:sldMkLst>
      </pc:sldChg>
      <pc:sldChg chg="del">
        <pc:chgData name="Simone Beets" userId="5adb261a4dd6137b" providerId="LiveId" clId="{25369803-5672-417C-BBDE-524FBD1231AC}" dt="2025-04-07T06:51:36.133" v="5304" actId="47"/>
        <pc:sldMkLst>
          <pc:docMk/>
          <pc:sldMk cId="2083726452" sldId="417"/>
        </pc:sldMkLst>
      </pc:sldChg>
      <pc:sldChg chg="modSp add del mod">
        <pc:chgData name="Simone Beets" userId="5adb261a4dd6137b" providerId="LiveId" clId="{25369803-5672-417C-BBDE-524FBD1231AC}" dt="2025-04-07T06:52:47.139" v="5554" actId="6549"/>
        <pc:sldMkLst>
          <pc:docMk/>
          <pc:sldMk cId="3637301509" sldId="418"/>
        </pc:sldMkLst>
        <pc:spChg chg="mod">
          <ac:chgData name="Simone Beets" userId="5adb261a4dd6137b" providerId="LiveId" clId="{25369803-5672-417C-BBDE-524FBD1231AC}" dt="2025-04-07T06:51:44.819" v="5308" actId="20577"/>
          <ac:spMkLst>
            <pc:docMk/>
            <pc:sldMk cId="3637301509" sldId="418"/>
            <ac:spMk id="81922" creationId="{E9EEF4F8-5116-EB12-58DE-1555449623BB}"/>
          </ac:spMkLst>
        </pc:spChg>
        <pc:spChg chg="mod">
          <ac:chgData name="Simone Beets" userId="5adb261a4dd6137b" providerId="LiveId" clId="{25369803-5672-417C-BBDE-524FBD1231AC}" dt="2025-04-07T06:52:47.139" v="5554" actId="6549"/>
          <ac:spMkLst>
            <pc:docMk/>
            <pc:sldMk cId="3637301509" sldId="418"/>
            <ac:spMk id="81923" creationId="{E68C4E4E-329E-9631-1A01-66D26BCE30F3}"/>
          </ac:spMkLst>
        </pc:spChg>
      </pc:sldChg>
      <pc:sldChg chg="del">
        <pc:chgData name="Simone Beets" userId="5adb261a4dd6137b" providerId="LiveId" clId="{25369803-5672-417C-BBDE-524FBD1231AC}" dt="2025-04-07T03:24:01.249" v="20" actId="47"/>
        <pc:sldMkLst>
          <pc:docMk/>
          <pc:sldMk cId="4218234025" sldId="419"/>
        </pc:sldMkLst>
      </pc:sldChg>
      <pc:sldChg chg="del">
        <pc:chgData name="Simone Beets" userId="5adb261a4dd6137b" providerId="LiveId" clId="{25369803-5672-417C-BBDE-524FBD1231AC}" dt="2025-04-07T03:24:05.399" v="22" actId="47"/>
        <pc:sldMkLst>
          <pc:docMk/>
          <pc:sldMk cId="2673821010" sldId="420"/>
        </pc:sldMkLst>
      </pc:sldChg>
      <pc:sldChg chg="del">
        <pc:chgData name="Simone Beets" userId="5adb261a4dd6137b" providerId="LiveId" clId="{25369803-5672-417C-BBDE-524FBD1231AC}" dt="2025-04-07T03:24:03.914" v="21" actId="47"/>
        <pc:sldMkLst>
          <pc:docMk/>
          <pc:sldMk cId="3254186665" sldId="421"/>
        </pc:sldMkLst>
      </pc:sldChg>
      <pc:sldChg chg="add del">
        <pc:chgData name="Simone Beets" userId="5adb261a4dd6137b" providerId="LiveId" clId="{25369803-5672-417C-BBDE-524FBD1231AC}" dt="2025-04-07T06:25:02.573" v="5181" actId="47"/>
        <pc:sldMkLst>
          <pc:docMk/>
          <pc:sldMk cId="751052856" sldId="422"/>
        </pc:sldMkLst>
      </pc:sldChg>
      <pc:sldChg chg="modSp add del mod ord modAnim">
        <pc:chgData name="Simone Beets" userId="5adb261a4dd6137b" providerId="LiveId" clId="{25369803-5672-417C-BBDE-524FBD1231AC}" dt="2025-04-07T03:49:36.978" v="1795" actId="2696"/>
        <pc:sldMkLst>
          <pc:docMk/>
          <pc:sldMk cId="2930686077" sldId="423"/>
        </pc:sldMkLst>
      </pc:sldChg>
      <pc:sldChg chg="addSp delSp modSp add mod ord modAnim modNotesTx">
        <pc:chgData name="Simone Beets" userId="5adb261a4dd6137b" providerId="LiveId" clId="{25369803-5672-417C-BBDE-524FBD1231AC}" dt="2025-04-07T04:14:55.931" v="2168"/>
        <pc:sldMkLst>
          <pc:docMk/>
          <pc:sldMk cId="520474740" sldId="424"/>
        </pc:sldMkLst>
      </pc:sldChg>
      <pc:sldChg chg="addSp modSp add mod modAnim modNotesTx">
        <pc:chgData name="Simone Beets" userId="5adb261a4dd6137b" providerId="LiveId" clId="{25369803-5672-417C-BBDE-524FBD1231AC}" dt="2025-04-07T13:33:03.499" v="5900" actId="6549"/>
        <pc:sldMkLst>
          <pc:docMk/>
          <pc:sldMk cId="811755344" sldId="425"/>
        </pc:sldMkLst>
      </pc:sldChg>
      <pc:sldChg chg="addSp delSp modSp add mod modAnim modNotesTx">
        <pc:chgData name="Simone Beets" userId="5adb261a4dd6137b" providerId="LiveId" clId="{25369803-5672-417C-BBDE-524FBD1231AC}" dt="2025-04-07T13:33:00.491" v="5899" actId="6549"/>
        <pc:sldMkLst>
          <pc:docMk/>
          <pc:sldMk cId="1516093415" sldId="426"/>
        </pc:sldMkLst>
      </pc:sldChg>
      <pc:sldChg chg="addSp delSp modSp add mod modAnim modNotesTx">
        <pc:chgData name="Simone Beets" userId="5adb261a4dd6137b" providerId="LiveId" clId="{25369803-5672-417C-BBDE-524FBD1231AC}" dt="2025-04-07T13:32:57.692" v="5898" actId="6549"/>
        <pc:sldMkLst>
          <pc:docMk/>
          <pc:sldMk cId="2853028284" sldId="427"/>
        </pc:sldMkLst>
      </pc:sldChg>
      <pc:sldChg chg="addSp delSp modSp add mod modAnim modNotesTx">
        <pc:chgData name="Simone Beets" userId="5adb261a4dd6137b" providerId="LiveId" clId="{25369803-5672-417C-BBDE-524FBD1231AC}" dt="2025-04-07T04:07:14.694" v="2121" actId="20577"/>
        <pc:sldMkLst>
          <pc:docMk/>
          <pc:sldMk cId="372974515" sldId="428"/>
        </pc:sldMkLst>
      </pc:sldChg>
      <pc:sldChg chg="addSp delSp modSp add mod modAnim modNotesTx">
        <pc:chgData name="Simone Beets" userId="5adb261a4dd6137b" providerId="LiveId" clId="{25369803-5672-417C-BBDE-524FBD1231AC}" dt="2025-04-07T13:32:49.739" v="5897" actId="478"/>
        <pc:sldMkLst>
          <pc:docMk/>
          <pc:sldMk cId="9013570" sldId="429"/>
        </pc:sldMkLst>
      </pc:sldChg>
      <pc:sldChg chg="addSp delSp modSp add mod delAnim modAnim modNotesTx">
        <pc:chgData name="Simone Beets" userId="5adb261a4dd6137b" providerId="LiveId" clId="{25369803-5672-417C-BBDE-524FBD1231AC}" dt="2025-04-07T04:12:14.545" v="2145" actId="14100"/>
        <pc:sldMkLst>
          <pc:docMk/>
          <pc:sldMk cId="444318415" sldId="430"/>
        </pc:sldMkLst>
      </pc:sldChg>
      <pc:sldChg chg="add del">
        <pc:chgData name="Simone Beets" userId="5adb261a4dd6137b" providerId="LiveId" clId="{25369803-5672-417C-BBDE-524FBD1231AC}" dt="2025-04-07T06:51:23.723" v="5284" actId="47"/>
        <pc:sldMkLst>
          <pc:docMk/>
          <pc:sldMk cId="2524585363" sldId="431"/>
        </pc:sldMkLst>
      </pc:sldChg>
      <pc:sldChg chg="addSp delSp modSp add mod ord delAnim modAnim modNotesTx">
        <pc:chgData name="Simone Beets" userId="5adb261a4dd6137b" providerId="LiveId" clId="{25369803-5672-417C-BBDE-524FBD1231AC}" dt="2025-04-07T13:32:37.971" v="5896" actId="478"/>
        <pc:sldMkLst>
          <pc:docMk/>
          <pc:sldMk cId="3476499561" sldId="432"/>
        </pc:sldMkLst>
      </pc:sldChg>
      <pc:sldChg chg="addSp delSp modSp add mod delAnim modAnim modNotesTx">
        <pc:chgData name="Simone Beets" userId="5adb261a4dd6137b" providerId="LiveId" clId="{25369803-5672-417C-BBDE-524FBD1231AC}" dt="2025-04-07T06:23:59.793" v="5179" actId="20577"/>
        <pc:sldMkLst>
          <pc:docMk/>
          <pc:sldMk cId="1971915231" sldId="433"/>
        </pc:sldMkLst>
      </pc:sldChg>
      <pc:sldChg chg="delSp modSp add mod ord delAnim modAnim modNotesTx">
        <pc:chgData name="Simone Beets" userId="5adb261a4dd6137b" providerId="LiveId" clId="{25369803-5672-417C-BBDE-524FBD1231AC}" dt="2025-04-07T06:44:45.045" v="5277" actId="20577"/>
        <pc:sldMkLst>
          <pc:docMk/>
          <pc:sldMk cId="1868818267" sldId="434"/>
        </pc:sldMkLst>
      </pc:sldChg>
      <pc:sldChg chg="modSp add mod modAnim modNotesTx">
        <pc:chgData name="Simone Beets" userId="5adb261a4dd6137b" providerId="LiveId" clId="{25369803-5672-417C-BBDE-524FBD1231AC}" dt="2025-04-07T06:13:02.960" v="4454" actId="20577"/>
        <pc:sldMkLst>
          <pc:docMk/>
          <pc:sldMk cId="4170340479" sldId="435"/>
        </pc:sldMkLst>
      </pc:sldChg>
      <pc:sldChg chg="modSp add mod modAnim modNotesTx">
        <pc:chgData name="Simone Beets" userId="5adb261a4dd6137b" providerId="LiveId" clId="{25369803-5672-417C-BBDE-524FBD1231AC}" dt="2025-04-07T06:08:26.659" v="3881" actId="20577"/>
        <pc:sldMkLst>
          <pc:docMk/>
          <pc:sldMk cId="3084068710" sldId="436"/>
        </pc:sldMkLst>
      </pc:sldChg>
      <pc:sldChg chg="addSp delSp modSp add mod ord modAnim modNotesTx">
        <pc:chgData name="Simone Beets" userId="5adb261a4dd6137b" providerId="LiveId" clId="{25369803-5672-417C-BBDE-524FBD1231AC}" dt="2025-04-07T06:14:35.367" v="4518"/>
        <pc:sldMkLst>
          <pc:docMk/>
          <pc:sldMk cId="979744591" sldId="437"/>
        </pc:sldMkLst>
      </pc:sldChg>
      <pc:sldChg chg="add del">
        <pc:chgData name="Simone Beets" userId="5adb261a4dd6137b" providerId="LiveId" clId="{25369803-5672-417C-BBDE-524FBD1231AC}" dt="2025-04-07T06:50:45.445" v="5279" actId="2696"/>
        <pc:sldMkLst>
          <pc:docMk/>
          <pc:sldMk cId="3205619888" sldId="438"/>
        </pc:sldMkLst>
      </pc:sldChg>
      <pc:sldChg chg="addSp delSp modSp add mod ord modAnim modNotesTx">
        <pc:chgData name="Simone Beets" userId="5adb261a4dd6137b" providerId="LiveId" clId="{25369803-5672-417C-BBDE-524FBD1231AC}" dt="2025-04-07T06:14:47.433" v="4519"/>
        <pc:sldMkLst>
          <pc:docMk/>
          <pc:sldMk cId="849858529" sldId="439"/>
        </pc:sldMkLst>
      </pc:sldChg>
      <pc:sldChg chg="add modNotesTx">
        <pc:chgData name="Simone Beets" userId="5adb261a4dd6137b" providerId="LiveId" clId="{25369803-5672-417C-BBDE-524FBD1231AC}" dt="2025-04-07T06:48:45.342" v="5278"/>
        <pc:sldMkLst>
          <pc:docMk/>
          <pc:sldMk cId="916888293" sldId="440"/>
        </pc:sldMkLst>
      </pc:sldChg>
      <pc:sldChg chg="add">
        <pc:chgData name="Simone Beets" userId="5adb261a4dd6137b" providerId="LiveId" clId="{25369803-5672-417C-BBDE-524FBD1231AC}" dt="2025-04-07T06:13:34.437" v="4502" actId="2890"/>
        <pc:sldMkLst>
          <pc:docMk/>
          <pc:sldMk cId="941566685" sldId="441"/>
        </pc:sldMkLst>
      </pc:sldChg>
    </pc:docChg>
  </pc:docChgLst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</pc:sldChg>
    </pc:docChg>
  </pc:docChgLst>
  <pc:docChgLst>
    <pc:chgData name="Simone Beets" userId="5adb261a4dd6137b" providerId="LiveId" clId="{1F3AC849-F215-41EC-84EC-A04449DBE6BC}"/>
    <pc:docChg chg="undo redo custSel addSld delSld modSld sldOrd">
      <pc:chgData name="Simone Beets" userId="5adb261a4dd6137b" providerId="LiveId" clId="{1F3AC849-F215-41EC-84EC-A04449DBE6BC}" dt="2025-03-17T18:28:03.640" v="5646" actId="5793"/>
      <pc:docMkLst>
        <pc:docMk/>
      </pc:docMkLst>
      <pc:sldChg chg="del">
        <pc:chgData name="Simone Beets" userId="5adb261a4dd6137b" providerId="LiveId" clId="{1F3AC849-F215-41EC-84EC-A04449DBE6BC}" dt="2025-03-16T06:48:20.676" v="107" actId="2696"/>
        <pc:sldMkLst>
          <pc:docMk/>
          <pc:sldMk cId="0" sldId="257"/>
        </pc:sldMkLst>
      </pc:sldChg>
      <pc:sldChg chg="modSp mod">
        <pc:chgData name="Simone Beets" userId="5adb261a4dd6137b" providerId="LiveId" clId="{1F3AC849-F215-41EC-84EC-A04449DBE6BC}" dt="2025-03-16T10:29:55.197" v="3962" actId="20577"/>
        <pc:sldMkLst>
          <pc:docMk/>
          <pc:sldMk cId="0" sldId="271"/>
        </pc:sldMkLst>
        <pc:spChg chg="mod">
          <ac:chgData name="Simone Beets" userId="5adb261a4dd6137b" providerId="LiveId" clId="{1F3AC849-F215-41EC-84EC-A04449DBE6BC}" dt="2025-03-16T10:29:55.197" v="3962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NotesTx">
        <pc:chgData name="Simone Beets" userId="5adb261a4dd6137b" providerId="LiveId" clId="{1F3AC849-F215-41EC-84EC-A04449DBE6BC}" dt="2025-03-17T18:27:55.911" v="5644" actId="20577"/>
        <pc:sldMkLst>
          <pc:docMk/>
          <pc:sldMk cId="0" sldId="321"/>
        </pc:sldMkLst>
      </pc:sldChg>
      <pc:sldChg chg="modNotesTx">
        <pc:chgData name="Simone Beets" userId="5adb261a4dd6137b" providerId="LiveId" clId="{1F3AC849-F215-41EC-84EC-A04449DBE6BC}" dt="2025-03-17T06:36:57.181" v="5505" actId="20577"/>
        <pc:sldMkLst>
          <pc:docMk/>
          <pc:sldMk cId="465305782" sldId="323"/>
        </pc:sldMkLst>
      </pc:sldChg>
      <pc:sldChg chg="modSp add mod">
        <pc:chgData name="Simone Beets" userId="5adb261a4dd6137b" providerId="LiveId" clId="{1F3AC849-F215-41EC-84EC-A04449DBE6BC}" dt="2025-03-16T08:13:58.126" v="1975" actId="1076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1F3AC849-F215-41EC-84EC-A04449DBE6BC}" dt="2025-03-16T08:05:44.324" v="1663" actId="12"/>
        <pc:sldMkLst>
          <pc:docMk/>
          <pc:sldMk cId="1762635146" sldId="339"/>
        </pc:sldMkLst>
      </pc:sldChg>
      <pc:sldChg chg="addSp delSp modSp mod modAnim">
        <pc:chgData name="Simone Beets" userId="5adb261a4dd6137b" providerId="LiveId" clId="{1F3AC849-F215-41EC-84EC-A04449DBE6BC}" dt="2025-03-16T08:14:38.139" v="1984" actId="21"/>
        <pc:sldMkLst>
          <pc:docMk/>
          <pc:sldMk cId="2049952096" sldId="340"/>
        </pc:sldMkLst>
      </pc:sldChg>
      <pc:sldChg chg="del">
        <pc:chgData name="Simone Beets" userId="5adb261a4dd6137b" providerId="LiveId" clId="{1F3AC849-F215-41EC-84EC-A04449DBE6BC}" dt="2025-03-16T09:53:46.195" v="3924" actId="47"/>
        <pc:sldMkLst>
          <pc:docMk/>
          <pc:sldMk cId="4249415124" sldId="346"/>
        </pc:sldMkLst>
      </pc:sldChg>
      <pc:sldChg chg="del">
        <pc:chgData name="Simone Beets" userId="5adb261a4dd6137b" providerId="LiveId" clId="{1F3AC849-F215-41EC-84EC-A04449DBE6BC}" dt="2025-03-16T09:53:46.931" v="3925" actId="47"/>
        <pc:sldMkLst>
          <pc:docMk/>
          <pc:sldMk cId="4247069512" sldId="348"/>
        </pc:sldMkLst>
      </pc:sldChg>
      <pc:sldChg chg="addSp delSp modSp add mod ord delAnim modAnim modNotesTx">
        <pc:chgData name="Simone Beets" userId="5adb261a4dd6137b" providerId="LiveId" clId="{1F3AC849-F215-41EC-84EC-A04449DBE6BC}" dt="2025-03-17T04:48:18.964" v="5109" actId="20577"/>
        <pc:sldMkLst>
          <pc:docMk/>
          <pc:sldMk cId="583071382" sldId="352"/>
        </pc:sldMkLst>
      </pc:sldChg>
      <pc:sldChg chg="delSp modSp mod modAnim modNotesTx">
        <pc:chgData name="Simone Beets" userId="5adb261a4dd6137b" providerId="LiveId" clId="{1F3AC849-F215-41EC-84EC-A04449DBE6BC}" dt="2025-03-17T18:26:01.563" v="5566" actId="20577"/>
        <pc:sldMkLst>
          <pc:docMk/>
          <pc:sldMk cId="3867261677" sldId="364"/>
        </pc:sldMkLst>
      </pc:sldChg>
      <pc:sldChg chg="del">
        <pc:chgData name="Simone Beets" userId="5adb261a4dd6137b" providerId="LiveId" clId="{1F3AC849-F215-41EC-84EC-A04449DBE6BC}" dt="2025-03-16T04:46:13.043" v="28" actId="2696"/>
        <pc:sldMkLst>
          <pc:docMk/>
          <pc:sldMk cId="745339609" sldId="365"/>
        </pc:sldMkLst>
      </pc:sldChg>
      <pc:sldChg chg="del">
        <pc:chgData name="Simone Beets" userId="5adb261a4dd6137b" providerId="LiveId" clId="{1F3AC849-F215-41EC-84EC-A04449DBE6BC}" dt="2025-03-16T09:53:33.205" v="3911" actId="2696"/>
        <pc:sldMkLst>
          <pc:docMk/>
          <pc:sldMk cId="193908100" sldId="366"/>
        </pc:sldMkLst>
      </pc:sldChg>
      <pc:sldChg chg="del">
        <pc:chgData name="Simone Beets" userId="5adb261a4dd6137b" providerId="LiveId" clId="{1F3AC849-F215-41EC-84EC-A04449DBE6BC}" dt="2025-03-16T06:48:16.533" v="106" actId="2696"/>
        <pc:sldMkLst>
          <pc:docMk/>
          <pc:sldMk cId="1943306920" sldId="367"/>
        </pc:sldMkLst>
      </pc:sldChg>
      <pc:sldChg chg="addSp delSp modSp mod ord delAnim modAnim modNotesTx">
        <pc:chgData name="Simone Beets" userId="5adb261a4dd6137b" providerId="LiveId" clId="{1F3AC849-F215-41EC-84EC-A04449DBE6BC}" dt="2025-03-16T10:30:25.255" v="3964" actId="20577"/>
        <pc:sldMkLst>
          <pc:docMk/>
          <pc:sldMk cId="1679562004" sldId="368"/>
        </pc:sldMkLst>
      </pc:sldChg>
      <pc:sldChg chg="del">
        <pc:chgData name="Simone Beets" userId="5adb261a4dd6137b" providerId="LiveId" clId="{1F3AC849-F215-41EC-84EC-A04449DBE6BC}" dt="2025-03-16T09:53:35.482" v="3913" actId="47"/>
        <pc:sldMkLst>
          <pc:docMk/>
          <pc:sldMk cId="1853407" sldId="369"/>
        </pc:sldMkLst>
      </pc:sldChg>
      <pc:sldChg chg="del">
        <pc:chgData name="Simone Beets" userId="5adb261a4dd6137b" providerId="LiveId" clId="{1F3AC849-F215-41EC-84EC-A04449DBE6BC}" dt="2025-03-16T09:53:36.320" v="3914" actId="47"/>
        <pc:sldMkLst>
          <pc:docMk/>
          <pc:sldMk cId="681711374" sldId="370"/>
        </pc:sldMkLst>
      </pc:sldChg>
      <pc:sldChg chg="del">
        <pc:chgData name="Simone Beets" userId="5adb261a4dd6137b" providerId="LiveId" clId="{1F3AC849-F215-41EC-84EC-A04449DBE6BC}" dt="2025-03-16T09:53:36.975" v="3915" actId="47"/>
        <pc:sldMkLst>
          <pc:docMk/>
          <pc:sldMk cId="1043982446" sldId="371"/>
        </pc:sldMkLst>
      </pc:sldChg>
      <pc:sldChg chg="modSp del mod ord modAnim">
        <pc:chgData name="Simone Beets" userId="5adb261a4dd6137b" providerId="LiveId" clId="{1F3AC849-F215-41EC-84EC-A04449DBE6BC}" dt="2025-03-16T08:04:14.113" v="1655" actId="2696"/>
        <pc:sldMkLst>
          <pc:docMk/>
          <pc:sldMk cId="734426289" sldId="373"/>
        </pc:sldMkLst>
      </pc:sldChg>
      <pc:sldChg chg="del">
        <pc:chgData name="Simone Beets" userId="5adb261a4dd6137b" providerId="LiveId" clId="{1F3AC849-F215-41EC-84EC-A04449DBE6BC}" dt="2025-03-16T09:53:38.712" v="3917" actId="47"/>
        <pc:sldMkLst>
          <pc:docMk/>
          <pc:sldMk cId="4232052156" sldId="374"/>
        </pc:sldMkLst>
      </pc:sldChg>
      <pc:sldChg chg="del">
        <pc:chgData name="Simone Beets" userId="5adb261a4dd6137b" providerId="LiveId" clId="{1F3AC849-F215-41EC-84EC-A04449DBE6BC}" dt="2025-03-16T09:53:40.062" v="3918" actId="47"/>
        <pc:sldMkLst>
          <pc:docMk/>
          <pc:sldMk cId="1470916720" sldId="375"/>
        </pc:sldMkLst>
      </pc:sldChg>
      <pc:sldChg chg="del">
        <pc:chgData name="Simone Beets" userId="5adb261a4dd6137b" providerId="LiveId" clId="{1F3AC849-F215-41EC-84EC-A04449DBE6BC}" dt="2025-03-16T09:53:41.266" v="3919" actId="47"/>
        <pc:sldMkLst>
          <pc:docMk/>
          <pc:sldMk cId="558122889" sldId="376"/>
        </pc:sldMkLst>
      </pc:sldChg>
      <pc:sldChg chg="del">
        <pc:chgData name="Simone Beets" userId="5adb261a4dd6137b" providerId="LiveId" clId="{1F3AC849-F215-41EC-84EC-A04449DBE6BC}" dt="2025-03-16T09:53:42.313" v="3920" actId="47"/>
        <pc:sldMkLst>
          <pc:docMk/>
          <pc:sldMk cId="1978091042" sldId="377"/>
        </pc:sldMkLst>
      </pc:sldChg>
      <pc:sldChg chg="del">
        <pc:chgData name="Simone Beets" userId="5adb261a4dd6137b" providerId="LiveId" clId="{1F3AC849-F215-41EC-84EC-A04449DBE6BC}" dt="2025-03-16T09:53:43.150" v="3921" actId="47"/>
        <pc:sldMkLst>
          <pc:docMk/>
          <pc:sldMk cId="3002671383" sldId="378"/>
        </pc:sldMkLst>
      </pc:sldChg>
      <pc:sldChg chg="del">
        <pc:chgData name="Simone Beets" userId="5adb261a4dd6137b" providerId="LiveId" clId="{1F3AC849-F215-41EC-84EC-A04449DBE6BC}" dt="2025-03-16T09:53:44.333" v="3922" actId="47"/>
        <pc:sldMkLst>
          <pc:docMk/>
          <pc:sldMk cId="4237056731" sldId="379"/>
        </pc:sldMkLst>
      </pc:sldChg>
      <pc:sldChg chg="del">
        <pc:chgData name="Simone Beets" userId="5adb261a4dd6137b" providerId="LiveId" clId="{1F3AC849-F215-41EC-84EC-A04449DBE6BC}" dt="2025-03-16T09:53:47.734" v="3926" actId="47"/>
        <pc:sldMkLst>
          <pc:docMk/>
          <pc:sldMk cId="2112352835" sldId="380"/>
        </pc:sldMkLst>
      </pc:sldChg>
      <pc:sldChg chg="del">
        <pc:chgData name="Simone Beets" userId="5adb261a4dd6137b" providerId="LiveId" clId="{1F3AC849-F215-41EC-84EC-A04449DBE6BC}" dt="2025-03-16T09:53:48.990" v="3927" actId="47"/>
        <pc:sldMkLst>
          <pc:docMk/>
          <pc:sldMk cId="3520987890" sldId="381"/>
        </pc:sldMkLst>
      </pc:sldChg>
      <pc:sldChg chg="del">
        <pc:chgData name="Simone Beets" userId="5adb261a4dd6137b" providerId="LiveId" clId="{1F3AC849-F215-41EC-84EC-A04449DBE6BC}" dt="2025-03-16T09:53:49.871" v="3928" actId="47"/>
        <pc:sldMkLst>
          <pc:docMk/>
          <pc:sldMk cId="1482955239" sldId="382"/>
        </pc:sldMkLst>
      </pc:sldChg>
      <pc:sldChg chg="del">
        <pc:chgData name="Simone Beets" userId="5adb261a4dd6137b" providerId="LiveId" clId="{1F3AC849-F215-41EC-84EC-A04449DBE6BC}" dt="2025-03-16T09:53:50.620" v="3929" actId="47"/>
        <pc:sldMkLst>
          <pc:docMk/>
          <pc:sldMk cId="2193058390" sldId="383"/>
        </pc:sldMkLst>
      </pc:sldChg>
      <pc:sldChg chg="del">
        <pc:chgData name="Simone Beets" userId="5adb261a4dd6137b" providerId="LiveId" clId="{1F3AC849-F215-41EC-84EC-A04449DBE6BC}" dt="2025-03-16T09:53:51.623" v="3930" actId="47"/>
        <pc:sldMkLst>
          <pc:docMk/>
          <pc:sldMk cId="2755305679" sldId="384"/>
        </pc:sldMkLst>
      </pc:sldChg>
      <pc:sldChg chg="del">
        <pc:chgData name="Simone Beets" userId="5adb261a4dd6137b" providerId="LiveId" clId="{1F3AC849-F215-41EC-84EC-A04449DBE6BC}" dt="2025-03-16T09:53:52.250" v="3931" actId="47"/>
        <pc:sldMkLst>
          <pc:docMk/>
          <pc:sldMk cId="3435839152" sldId="385"/>
        </pc:sldMkLst>
      </pc:sldChg>
      <pc:sldChg chg="del">
        <pc:chgData name="Simone Beets" userId="5adb261a4dd6137b" providerId="LiveId" clId="{1F3AC849-F215-41EC-84EC-A04449DBE6BC}" dt="2025-03-16T09:53:53.137" v="3932" actId="47"/>
        <pc:sldMkLst>
          <pc:docMk/>
          <pc:sldMk cId="2665890241" sldId="386"/>
        </pc:sldMkLst>
      </pc:sldChg>
      <pc:sldChg chg="del">
        <pc:chgData name="Simone Beets" userId="5adb261a4dd6137b" providerId="LiveId" clId="{1F3AC849-F215-41EC-84EC-A04449DBE6BC}" dt="2025-03-16T09:53:54.033" v="3933" actId="47"/>
        <pc:sldMkLst>
          <pc:docMk/>
          <pc:sldMk cId="2929070598" sldId="387"/>
        </pc:sldMkLst>
      </pc:sldChg>
      <pc:sldChg chg="del">
        <pc:chgData name="Simone Beets" userId="5adb261a4dd6137b" providerId="LiveId" clId="{1F3AC849-F215-41EC-84EC-A04449DBE6BC}" dt="2025-03-16T09:53:54.698" v="3934" actId="47"/>
        <pc:sldMkLst>
          <pc:docMk/>
          <pc:sldMk cId="3566379816" sldId="388"/>
        </pc:sldMkLst>
      </pc:sldChg>
      <pc:sldChg chg="add del">
        <pc:chgData name="Simone Beets" userId="5adb261a4dd6137b" providerId="LiveId" clId="{1F3AC849-F215-41EC-84EC-A04449DBE6BC}" dt="2025-03-16T09:53:45.507" v="3923" actId="47"/>
        <pc:sldMkLst>
          <pc:docMk/>
          <pc:sldMk cId="3090960088" sldId="389"/>
        </pc:sldMkLst>
      </pc:sldChg>
      <pc:sldChg chg="modSp add mod modAnim modNotesTx">
        <pc:chgData name="Simone Beets" userId="5adb261a4dd6137b" providerId="LiveId" clId="{1F3AC849-F215-41EC-84EC-A04449DBE6BC}" dt="2025-03-16T08:11:57.016" v="1958" actId="12"/>
        <pc:sldMkLst>
          <pc:docMk/>
          <pc:sldMk cId="2684210106" sldId="390"/>
        </pc:sldMkLst>
      </pc:sldChg>
      <pc:sldChg chg="modSp add mod ord modAnim modNotesTx">
        <pc:chgData name="Simone Beets" userId="5adb261a4dd6137b" providerId="LiveId" clId="{1F3AC849-F215-41EC-84EC-A04449DBE6BC}" dt="2025-03-16T08:46:09.879" v="2584" actId="6549"/>
        <pc:sldMkLst>
          <pc:docMk/>
          <pc:sldMk cId="422397288" sldId="391"/>
        </pc:sldMkLst>
      </pc:sldChg>
      <pc:sldChg chg="addSp delSp modSp add del mod modAnim modNotesTx">
        <pc:chgData name="Simone Beets" userId="5adb261a4dd6137b" providerId="LiveId" clId="{1F3AC849-F215-41EC-84EC-A04449DBE6BC}" dt="2025-03-16T07:38:42.637" v="1217" actId="2696"/>
        <pc:sldMkLst>
          <pc:docMk/>
          <pc:sldMk cId="3668451241" sldId="392"/>
        </pc:sldMkLst>
      </pc:sldChg>
      <pc:sldChg chg="addSp modSp add mod modAnim">
        <pc:chgData name="Simone Beets" userId="5adb261a4dd6137b" providerId="LiveId" clId="{1F3AC849-F215-41EC-84EC-A04449DBE6BC}" dt="2025-03-17T04:36:47.367" v="5105" actId="1076"/>
        <pc:sldMkLst>
          <pc:docMk/>
          <pc:sldMk cId="1662032250" sldId="393"/>
        </pc:sldMkLst>
      </pc:sldChg>
      <pc:sldChg chg="addSp delSp modSp add mod addAnim delAnim modAnim modNotesTx">
        <pc:chgData name="Simone Beets" userId="5adb261a4dd6137b" providerId="LiveId" clId="{1F3AC849-F215-41EC-84EC-A04449DBE6BC}" dt="2025-03-17T04:46:05.441" v="5108" actId="6549"/>
        <pc:sldMkLst>
          <pc:docMk/>
          <pc:sldMk cId="226156491" sldId="394"/>
        </pc:sldMkLst>
      </pc:sldChg>
      <pc:sldChg chg="modSp add del mod ord modAnim">
        <pc:chgData name="Simone Beets" userId="5adb261a4dd6137b" providerId="LiveId" clId="{1F3AC849-F215-41EC-84EC-A04449DBE6BC}" dt="2025-03-16T08:00:28.692" v="1586" actId="2696"/>
        <pc:sldMkLst>
          <pc:docMk/>
          <pc:sldMk cId="2179254168" sldId="395"/>
        </pc:sldMkLst>
      </pc:sldChg>
      <pc:sldChg chg="addSp delSp modSp add mod delAnim modAnim modNotesTx">
        <pc:chgData name="Simone Beets" userId="5adb261a4dd6137b" providerId="LiveId" clId="{1F3AC849-F215-41EC-84EC-A04449DBE6BC}" dt="2025-03-17T04:36:56.714" v="5107"/>
        <pc:sldMkLst>
          <pc:docMk/>
          <pc:sldMk cId="920287109" sldId="396"/>
        </pc:sldMkLst>
      </pc:sldChg>
      <pc:sldChg chg="modSp add mod ord modAnim modNotesTx">
        <pc:chgData name="Simone Beets" userId="5adb261a4dd6137b" providerId="LiveId" clId="{1F3AC849-F215-41EC-84EC-A04449DBE6BC}" dt="2025-03-16T08:08:44.451" v="1941" actId="20577"/>
        <pc:sldMkLst>
          <pc:docMk/>
          <pc:sldMk cId="1427072437" sldId="397"/>
        </pc:sldMkLst>
      </pc:sldChg>
      <pc:sldChg chg="add del">
        <pc:chgData name="Simone Beets" userId="5adb261a4dd6137b" providerId="LiveId" clId="{1F3AC849-F215-41EC-84EC-A04449DBE6BC}" dt="2025-03-16T09:53:34.820" v="3912" actId="47"/>
        <pc:sldMkLst>
          <pc:docMk/>
          <pc:sldMk cId="4288141710" sldId="398"/>
        </pc:sldMkLst>
      </pc:sldChg>
      <pc:sldChg chg="delSp modSp add mod delAnim modAnim modNotesTx">
        <pc:chgData name="Simone Beets" userId="5adb261a4dd6137b" providerId="LiveId" clId="{1F3AC849-F215-41EC-84EC-A04449DBE6BC}" dt="2025-03-16T08:44:45.655" v="2552" actId="20577"/>
        <pc:sldMkLst>
          <pc:docMk/>
          <pc:sldMk cId="536390260" sldId="399"/>
        </pc:sldMkLst>
      </pc:sldChg>
      <pc:sldChg chg="add del">
        <pc:chgData name="Simone Beets" userId="5adb261a4dd6137b" providerId="LiveId" clId="{1F3AC849-F215-41EC-84EC-A04449DBE6BC}" dt="2025-03-16T09:53:37.636" v="3916" actId="47"/>
        <pc:sldMkLst>
          <pc:docMk/>
          <pc:sldMk cId="753274260" sldId="400"/>
        </pc:sldMkLst>
      </pc:sldChg>
      <pc:sldChg chg="modSp add mod modAnim">
        <pc:chgData name="Simone Beets" userId="5adb261a4dd6137b" providerId="LiveId" clId="{1F3AC849-F215-41EC-84EC-A04449DBE6BC}" dt="2025-03-16T08:49:46.815" v="2689" actId="20577"/>
        <pc:sldMkLst>
          <pc:docMk/>
          <pc:sldMk cId="1928756358" sldId="401"/>
        </pc:sldMkLst>
      </pc:sldChg>
      <pc:sldChg chg="addSp delSp modSp add mod delAnim modAnim">
        <pc:chgData name="Simone Beets" userId="5adb261a4dd6137b" providerId="LiveId" clId="{1F3AC849-F215-41EC-84EC-A04449DBE6BC}" dt="2025-03-16T10:23:05.876" v="3950"/>
        <pc:sldMkLst>
          <pc:docMk/>
          <pc:sldMk cId="2581493560" sldId="402"/>
        </pc:sldMkLst>
      </pc:sldChg>
      <pc:sldChg chg="addSp delSp modSp add mod addAnim delAnim modAnim modNotesTx">
        <pc:chgData name="Simone Beets" userId="5adb261a4dd6137b" providerId="LiveId" clId="{1F3AC849-F215-41EC-84EC-A04449DBE6BC}" dt="2025-03-17T18:27:10.480" v="5570" actId="20577"/>
        <pc:sldMkLst>
          <pc:docMk/>
          <pc:sldMk cId="2548823524" sldId="403"/>
        </pc:sldMkLst>
      </pc:sldChg>
      <pc:sldChg chg="modSp add mod ord modAnim modNotesTx">
        <pc:chgData name="Simone Beets" userId="5adb261a4dd6137b" providerId="LiveId" clId="{1F3AC849-F215-41EC-84EC-A04449DBE6BC}" dt="2025-03-17T04:53:13.090" v="5110" actId="20577"/>
        <pc:sldMkLst>
          <pc:docMk/>
          <pc:sldMk cId="741803763" sldId="404"/>
        </pc:sldMkLst>
      </pc:sldChg>
      <pc:sldChg chg="addSp delSp modSp add mod delAnim modAnim modNotesTx">
        <pc:chgData name="Simone Beets" userId="5adb261a4dd6137b" providerId="LiveId" clId="{1F3AC849-F215-41EC-84EC-A04449DBE6BC}" dt="2025-03-16T10:30:45.426" v="3965" actId="6549"/>
        <pc:sldMkLst>
          <pc:docMk/>
          <pc:sldMk cId="1601805029" sldId="405"/>
        </pc:sldMkLst>
      </pc:sldChg>
      <pc:sldChg chg="modSp add mod ord modAnim modNotesTx">
        <pc:chgData name="Simone Beets" userId="5adb261a4dd6137b" providerId="LiveId" clId="{1F3AC849-F215-41EC-84EC-A04449DBE6BC}" dt="2025-03-16T10:31:29.418" v="3970" actId="20577"/>
        <pc:sldMkLst>
          <pc:docMk/>
          <pc:sldMk cId="4220622377" sldId="406"/>
        </pc:sldMkLst>
      </pc:sldChg>
      <pc:sldChg chg="modSp add ord modAnim modNotesTx">
        <pc:chgData name="Simone Beets" userId="5adb261a4dd6137b" providerId="LiveId" clId="{1F3AC849-F215-41EC-84EC-A04449DBE6BC}" dt="2025-03-16T10:31:49.149" v="3974" actId="6549"/>
        <pc:sldMkLst>
          <pc:docMk/>
          <pc:sldMk cId="2242960218" sldId="407"/>
        </pc:sldMkLst>
      </pc:sldChg>
      <pc:sldChg chg="addSp delSp modSp add mod delAnim modAnim modNotesTx">
        <pc:chgData name="Simone Beets" userId="5adb261a4dd6137b" providerId="LiveId" clId="{1F3AC849-F215-41EC-84EC-A04449DBE6BC}" dt="2025-03-16T10:30:52.501" v="3966"/>
        <pc:sldMkLst>
          <pc:docMk/>
          <pc:sldMk cId="976054929" sldId="408"/>
        </pc:sldMkLst>
      </pc:sldChg>
      <pc:sldChg chg="add del">
        <pc:chgData name="Simone Beets" userId="5adb261a4dd6137b" providerId="LiveId" clId="{1F3AC849-F215-41EC-84EC-A04449DBE6BC}" dt="2025-03-16T09:15:46.771" v="3586" actId="47"/>
        <pc:sldMkLst>
          <pc:docMk/>
          <pc:sldMk cId="1278055312" sldId="408"/>
        </pc:sldMkLst>
      </pc:sldChg>
      <pc:sldChg chg="add del">
        <pc:chgData name="Simone Beets" userId="5adb261a4dd6137b" providerId="LiveId" clId="{1F3AC849-F215-41EC-84EC-A04449DBE6BC}" dt="2025-03-16T09:28:02.304" v="3677" actId="47"/>
        <pc:sldMkLst>
          <pc:docMk/>
          <pc:sldMk cId="3871225136" sldId="409"/>
        </pc:sldMkLst>
      </pc:sldChg>
      <pc:sldChg chg="addSp modSp add mod modAnim modNotesTx">
        <pc:chgData name="Simone Beets" userId="5adb261a4dd6137b" providerId="LiveId" clId="{1F3AC849-F215-41EC-84EC-A04449DBE6BC}" dt="2025-03-16T10:31:38.901" v="3971" actId="6549"/>
        <pc:sldMkLst>
          <pc:docMk/>
          <pc:sldMk cId="246443275" sldId="410"/>
        </pc:sldMkLst>
      </pc:sldChg>
      <pc:sldChg chg="delSp modSp add mod modAnim modNotesTx">
        <pc:chgData name="Simone Beets" userId="5adb261a4dd6137b" providerId="LiveId" clId="{1F3AC849-F215-41EC-84EC-A04449DBE6BC}" dt="2025-03-16T10:31:42.100" v="3972" actId="6549"/>
        <pc:sldMkLst>
          <pc:docMk/>
          <pc:sldMk cId="852655609" sldId="411"/>
        </pc:sldMkLst>
      </pc:sldChg>
      <pc:sldChg chg="delSp modSp add mod ord modAnim modNotesTx">
        <pc:chgData name="Simone Beets" userId="5adb261a4dd6137b" providerId="LiveId" clId="{1F3AC849-F215-41EC-84EC-A04449DBE6BC}" dt="2025-03-16T10:31:44.604" v="3973" actId="6549"/>
        <pc:sldMkLst>
          <pc:docMk/>
          <pc:sldMk cId="395443802" sldId="412"/>
        </pc:sldMkLst>
      </pc:sldChg>
      <pc:sldChg chg="modSp add mod modAnim modNotesTx">
        <pc:chgData name="Simone Beets" userId="5adb261a4dd6137b" providerId="LiveId" clId="{1F3AC849-F215-41EC-84EC-A04449DBE6BC}" dt="2025-03-16T10:31:51.981" v="3975" actId="6549"/>
        <pc:sldMkLst>
          <pc:docMk/>
          <pc:sldMk cId="438604043" sldId="413"/>
        </pc:sldMkLst>
      </pc:sldChg>
      <pc:sldChg chg="modSp add mod modAnim modNotesTx">
        <pc:chgData name="Simone Beets" userId="5adb261a4dd6137b" providerId="LiveId" clId="{1F3AC849-F215-41EC-84EC-A04449DBE6BC}" dt="2025-03-16T10:31:55.431" v="3976" actId="6549"/>
        <pc:sldMkLst>
          <pc:docMk/>
          <pc:sldMk cId="3096865357" sldId="414"/>
        </pc:sldMkLst>
      </pc:sldChg>
      <pc:sldChg chg="modSp add mod modAnim modNotesTx">
        <pc:chgData name="Simone Beets" userId="5adb261a4dd6137b" providerId="LiveId" clId="{1F3AC849-F215-41EC-84EC-A04449DBE6BC}" dt="2025-03-16T10:36:49.868" v="4468" actId="20577"/>
        <pc:sldMkLst>
          <pc:docMk/>
          <pc:sldMk cId="3654530391" sldId="415"/>
        </pc:sldMkLst>
      </pc:sldChg>
      <pc:sldChg chg="modSp add modAnim modNotesTx">
        <pc:chgData name="Simone Beets" userId="5adb261a4dd6137b" providerId="LiveId" clId="{1F3AC849-F215-41EC-84EC-A04449DBE6BC}" dt="2025-03-16T10:33:08.804" v="4076" actId="20577"/>
        <pc:sldMkLst>
          <pc:docMk/>
          <pc:sldMk cId="3180297522" sldId="416"/>
        </pc:sldMkLst>
      </pc:sldChg>
      <pc:sldChg chg="modSp add mod ord modNotesTx">
        <pc:chgData name="Simone Beets" userId="5adb261a4dd6137b" providerId="LiveId" clId="{1F3AC849-F215-41EC-84EC-A04449DBE6BC}" dt="2025-03-17T18:28:03.640" v="5646" actId="5793"/>
        <pc:sldMkLst>
          <pc:docMk/>
          <pc:sldMk cId="2083726452" sldId="417"/>
        </pc:sldMkLst>
      </pc:sldChg>
      <pc:sldChg chg="add">
        <pc:chgData name="Simone Beets" userId="5adb261a4dd6137b" providerId="LiveId" clId="{1F3AC849-F215-41EC-84EC-A04449DBE6BC}" dt="2025-03-16T10:20:13.543" v="3935" actId="2890"/>
        <pc:sldMkLst>
          <pc:docMk/>
          <pc:sldMk cId="3637301509" sldId="418"/>
        </pc:sldMkLst>
      </pc:sldChg>
      <pc:sldChg chg="add modNotesTx">
        <pc:chgData name="Simone Beets" userId="5adb261a4dd6137b" providerId="LiveId" clId="{1F3AC849-F215-41EC-84EC-A04449DBE6BC}" dt="2025-03-17T18:26:30.771" v="5568" actId="20577"/>
        <pc:sldMkLst>
          <pc:docMk/>
          <pc:sldMk cId="4218234025" sldId="419"/>
        </pc:sldMkLst>
      </pc:sldChg>
      <pc:sldChg chg="addSp delSp modSp add mod ord modAnim">
        <pc:chgData name="Simone Beets" userId="5adb261a4dd6137b" providerId="LiveId" clId="{1F3AC849-F215-41EC-84EC-A04449DBE6BC}" dt="2025-03-17T06:36:50.868" v="5504"/>
        <pc:sldMkLst>
          <pc:docMk/>
          <pc:sldMk cId="2673821010" sldId="420"/>
        </pc:sldMkLst>
      </pc:sldChg>
      <pc:sldChg chg="modSp add mod ord modAnim">
        <pc:chgData name="Simone Beets" userId="5adb261a4dd6137b" providerId="LiveId" clId="{1F3AC849-F215-41EC-84EC-A04449DBE6BC}" dt="2025-03-17T06:39:04.103" v="5564" actId="20577"/>
        <pc:sldMkLst>
          <pc:docMk/>
          <pc:sldMk cId="3254186665" sldId="421"/>
        </pc:sldMkLst>
      </pc:sldChg>
    </pc:docChg>
  </pc:docChgLst>
  <pc:docChgLst>
    <pc:chgData name="Beets, Simone (Dr) (Summerstrand Campus South)" userId="a9ed24f3-f7e1-440a-a32f-a1285e0bd405" providerId="ADAL" clId="{257DEE98-296D-4AAF-8F4E-CF9901B1A7D5}"/>
    <pc:docChg chg="delSld modSld">
      <pc:chgData name="Beets, Simone (Dr) (Summerstrand Campus South)" userId="a9ed24f3-f7e1-440a-a32f-a1285e0bd405" providerId="ADAL" clId="{257DEE98-296D-4AAF-8F4E-CF9901B1A7D5}" dt="2026-03-24T10:44:59.376" v="23" actId="6549"/>
      <pc:docMkLst>
        <pc:docMk/>
      </pc:docMkLst>
      <pc:sldChg chg="del">
        <pc:chgData name="Beets, Simone (Dr) (Summerstrand Campus South)" userId="a9ed24f3-f7e1-440a-a32f-a1285e0bd405" providerId="ADAL" clId="{257DEE98-296D-4AAF-8F4E-CF9901B1A7D5}" dt="2026-03-23T08:04:45.539" v="1" actId="47"/>
        <pc:sldMkLst>
          <pc:docMk/>
          <pc:sldMk cId="465305782" sldId="323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4:50.716" v="6"/>
        <pc:sldMkLst>
          <pc:docMk/>
          <pc:sldMk cId="811755344" sldId="425"/>
        </pc:sldMkLst>
      </pc:sldChg>
      <pc:sldChg chg="del">
        <pc:chgData name="Beets, Simone (Dr) (Summerstrand Campus South)" userId="a9ed24f3-f7e1-440a-a32f-a1285e0bd405" providerId="ADAL" clId="{257DEE98-296D-4AAF-8F4E-CF9901B1A7D5}" dt="2026-03-23T08:04:45.020" v="0" actId="47"/>
        <pc:sldMkLst>
          <pc:docMk/>
          <pc:sldMk cId="244380026" sldId="442"/>
        </pc:sldMkLst>
      </pc:sldChg>
      <pc:sldChg chg="del">
        <pc:chgData name="Beets, Simone (Dr) (Summerstrand Campus South)" userId="a9ed24f3-f7e1-440a-a32f-a1285e0bd405" providerId="ADAL" clId="{257DEE98-296D-4AAF-8F4E-CF9901B1A7D5}" dt="2026-03-23T08:04:46.103" v="2" actId="47"/>
        <pc:sldMkLst>
          <pc:docMk/>
          <pc:sldMk cId="2028940021" sldId="443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4:36.414" v="3"/>
        <pc:sldMkLst>
          <pc:docMk/>
          <pc:sldMk cId="3254395611" sldId="445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00.338" v="7"/>
        <pc:sldMkLst>
          <pc:docMk/>
          <pc:sldMk cId="2903611770" sldId="448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04.648" v="8"/>
        <pc:sldMkLst>
          <pc:docMk/>
          <pc:sldMk cId="3925703631" sldId="450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13.901" v="11"/>
        <pc:sldMkLst>
          <pc:docMk/>
          <pc:sldMk cId="2194690210" sldId="451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18.373" v="12"/>
        <pc:sldMkLst>
          <pc:docMk/>
          <pc:sldMk cId="1982727569" sldId="452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21.891" v="13"/>
        <pc:sldMkLst>
          <pc:docMk/>
          <pc:sldMk cId="3443735419" sldId="453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25.258" v="14"/>
        <pc:sldMkLst>
          <pc:docMk/>
          <pc:sldMk cId="4291348502" sldId="454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28.243" v="15"/>
        <pc:sldMkLst>
          <pc:docMk/>
          <pc:sldMk cId="1251566926" sldId="455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31.820" v="16"/>
        <pc:sldMkLst>
          <pc:docMk/>
          <pc:sldMk cId="537521088" sldId="456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37.213" v="17"/>
        <pc:sldMkLst>
          <pc:docMk/>
          <pc:sldMk cId="2678204417" sldId="457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40.175" v="18"/>
        <pc:sldMkLst>
          <pc:docMk/>
          <pc:sldMk cId="2238009784" sldId="458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51.254" v="20"/>
        <pc:sldMkLst>
          <pc:docMk/>
          <pc:sldMk cId="1749086728" sldId="459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54.155" v="21"/>
        <pc:sldMkLst>
          <pc:docMk/>
          <pc:sldMk cId="53913516" sldId="460"/>
        </pc:sldMkLst>
      </pc:sldChg>
      <pc:sldChg chg="modAnim modNotesTx">
        <pc:chgData name="Beets, Simone (Dr) (Summerstrand Campus South)" userId="a9ed24f3-f7e1-440a-a32f-a1285e0bd405" providerId="ADAL" clId="{257DEE98-296D-4AAF-8F4E-CF9901B1A7D5}" dt="2026-03-24T10:44:59.376" v="23" actId="6549"/>
        <pc:sldMkLst>
          <pc:docMk/>
          <pc:sldMk cId="835226338" sldId="462"/>
        </pc:sldMkLst>
      </pc:sldChg>
      <pc:sldChg chg="modAnim">
        <pc:chgData name="Beets, Simone (Dr) (Summerstrand Campus South)" userId="a9ed24f3-f7e1-440a-a32f-a1285e0bd405" providerId="ADAL" clId="{257DEE98-296D-4AAF-8F4E-CF9901B1A7D5}" dt="2026-03-23T08:15:48.545" v="19"/>
        <pc:sldMkLst>
          <pc:docMk/>
          <pc:sldMk cId="3226213347" sldId="465"/>
        </pc:sldMkLst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  <pc:spChg chg="mod">
          <ac:chgData name="Simone Beets" userId="5adb261a4dd6137b" providerId="LiveId" clId="{737403A7-CBCD-479B-BA12-77557D72448E}" dt="2025-02-23T19:44:28.298" v="5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0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E4CDE-FA9F-4F8B-9056-535E8922050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2ED1690C-86AD-49F3-9538-D6C2B8A0C404}">
      <dgm:prSet phldrT="[Text]"/>
      <dgm:spPr>
        <a:solidFill>
          <a:srgbClr val="002060"/>
        </a:solidFill>
      </dgm:spPr>
      <dgm:t>
        <a:bodyPr/>
        <a:lstStyle/>
        <a:p>
          <a:r>
            <a:rPr lang="en-US" altLang="en-US" dirty="0"/>
            <a:t>Introduction</a:t>
          </a:r>
          <a:endParaRPr lang="en-ZA" dirty="0"/>
        </a:p>
      </dgm:t>
    </dgm:pt>
    <dgm:pt modelId="{D0409BE9-5284-493C-83A6-9D44E207E085}" type="parTrans" cxnId="{42DF5689-5BE4-4C74-B508-676739928364}">
      <dgm:prSet/>
      <dgm:spPr/>
      <dgm:t>
        <a:bodyPr/>
        <a:lstStyle/>
        <a:p>
          <a:endParaRPr lang="en-ZA"/>
        </a:p>
      </dgm:t>
    </dgm:pt>
    <dgm:pt modelId="{98A44B05-3F0A-412C-8074-A7639B0FE630}" type="sibTrans" cxnId="{42DF5689-5BE4-4C74-B508-676739928364}">
      <dgm:prSet/>
      <dgm:spPr>
        <a:ln w="38100"/>
      </dgm:spPr>
      <dgm:t>
        <a:bodyPr/>
        <a:lstStyle/>
        <a:p>
          <a:endParaRPr lang="en-ZA"/>
        </a:p>
      </dgm:t>
    </dgm:pt>
    <dgm:pt modelId="{73A99919-AD61-4670-9B05-0210C47991AF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altLang="en-US" dirty="0"/>
            <a:t>Event-driven programming</a:t>
          </a:r>
          <a:endParaRPr lang="en-ZA" dirty="0"/>
        </a:p>
      </dgm:t>
    </dgm:pt>
    <dgm:pt modelId="{E69543CA-5898-41D7-9788-098ACD5FE61A}" type="parTrans" cxnId="{2A2C4BB5-25ED-4B2F-B99D-9E1F652D0586}">
      <dgm:prSet/>
      <dgm:spPr/>
      <dgm:t>
        <a:bodyPr/>
        <a:lstStyle/>
        <a:p>
          <a:endParaRPr lang="en-ZA"/>
        </a:p>
      </dgm:t>
    </dgm:pt>
    <dgm:pt modelId="{1FD8B6A4-956B-4945-A99B-D84C1C8AAE69}" type="sibTrans" cxnId="{2A2C4BB5-25ED-4B2F-B99D-9E1F652D0586}">
      <dgm:prSet/>
      <dgm:spPr>
        <a:ln w="38100"/>
      </dgm:spPr>
      <dgm:t>
        <a:bodyPr/>
        <a:lstStyle/>
        <a:p>
          <a:endParaRPr lang="en-ZA"/>
        </a:p>
      </dgm:t>
    </dgm:pt>
    <dgm:pt modelId="{EE9858C2-B6F8-493C-92E8-E5A3071DAAD0}">
      <dgm:prSet phldrT="[Text]"/>
      <dgm:spPr>
        <a:solidFill>
          <a:srgbClr val="FEC000"/>
        </a:solidFill>
      </dgm:spPr>
      <dgm:t>
        <a:bodyPr/>
        <a:lstStyle/>
        <a:p>
          <a:r>
            <a:rPr lang="en-US" altLang="en-US" dirty="0"/>
            <a:t>Different types of controls</a:t>
          </a:r>
          <a:endParaRPr lang="en-ZA" dirty="0"/>
        </a:p>
      </dgm:t>
    </dgm:pt>
    <dgm:pt modelId="{2073C8E3-6578-4200-9DC5-D932E52CE430}" type="parTrans" cxnId="{742A21BA-BB85-4622-ADCF-FBB07D3177CD}">
      <dgm:prSet/>
      <dgm:spPr/>
      <dgm:t>
        <a:bodyPr/>
        <a:lstStyle/>
        <a:p>
          <a:endParaRPr lang="en-ZA"/>
        </a:p>
      </dgm:t>
    </dgm:pt>
    <dgm:pt modelId="{9F606F67-BB12-4C32-87FD-D17F9B7E51C2}" type="sibTrans" cxnId="{742A21BA-BB85-4622-ADCF-FBB07D3177CD}">
      <dgm:prSet/>
      <dgm:spPr>
        <a:ln w="38100"/>
      </dgm:spPr>
      <dgm:t>
        <a:bodyPr/>
        <a:lstStyle/>
        <a:p>
          <a:endParaRPr lang="en-ZA"/>
        </a:p>
      </dgm:t>
    </dgm:pt>
    <dgm:pt modelId="{356C5AF5-483A-4A50-8CFD-A368E7306898}">
      <dgm:prSet phldrT="[Text]"/>
      <dgm:spPr>
        <a:solidFill>
          <a:srgbClr val="00B050"/>
        </a:solidFill>
      </dgm:spPr>
      <dgm:t>
        <a:bodyPr/>
        <a:lstStyle/>
        <a:p>
          <a:r>
            <a:rPr lang="en-US" altLang="en-US" dirty="0"/>
            <a:t>UI creation</a:t>
          </a:r>
          <a:endParaRPr lang="en-ZA" dirty="0"/>
        </a:p>
      </dgm:t>
    </dgm:pt>
    <dgm:pt modelId="{F1D49EBC-4714-4142-97C0-302DCEDC8393}" type="parTrans" cxnId="{CBB7557B-6FE5-4433-8292-A0A5CD9BBC4D}">
      <dgm:prSet/>
      <dgm:spPr/>
      <dgm:t>
        <a:bodyPr/>
        <a:lstStyle/>
        <a:p>
          <a:endParaRPr lang="en-ZA"/>
        </a:p>
      </dgm:t>
    </dgm:pt>
    <dgm:pt modelId="{B1F35812-0C6A-44F9-BA81-AE0AC1F029C7}" type="sibTrans" cxnId="{CBB7557B-6FE5-4433-8292-A0A5CD9BBC4D}">
      <dgm:prSet/>
      <dgm:spPr>
        <a:ln w="38100"/>
      </dgm:spPr>
      <dgm:t>
        <a:bodyPr/>
        <a:lstStyle/>
        <a:p>
          <a:endParaRPr lang="en-ZA"/>
        </a:p>
      </dgm:t>
    </dgm:pt>
    <dgm:pt modelId="{20F64053-017D-43AC-A950-801607390E45}">
      <dgm:prSet phldrT="[Text]"/>
      <dgm:spPr>
        <a:solidFill>
          <a:srgbClr val="7030A0"/>
        </a:solidFill>
      </dgm:spPr>
      <dgm:t>
        <a:bodyPr/>
        <a:lstStyle/>
        <a:p>
          <a:r>
            <a:rPr lang="en-US" altLang="en-US" dirty="0"/>
            <a:t>Events &amp; handling</a:t>
          </a:r>
          <a:endParaRPr lang="en-ZA" dirty="0"/>
        </a:p>
      </dgm:t>
    </dgm:pt>
    <dgm:pt modelId="{29A4A7BB-CF18-4295-9BC0-815981052FFE}" type="parTrans" cxnId="{8D154F39-9FEF-4BAC-8B8A-723635A2D20C}">
      <dgm:prSet/>
      <dgm:spPr/>
      <dgm:t>
        <a:bodyPr/>
        <a:lstStyle/>
        <a:p>
          <a:endParaRPr lang="en-ZA"/>
        </a:p>
      </dgm:t>
    </dgm:pt>
    <dgm:pt modelId="{C4341588-C995-4A69-A002-585529D04B6C}" type="sibTrans" cxnId="{8D154F39-9FEF-4BAC-8B8A-723635A2D20C}">
      <dgm:prSet/>
      <dgm:spPr>
        <a:ln w="38100"/>
      </dgm:spPr>
      <dgm:t>
        <a:bodyPr/>
        <a:lstStyle/>
        <a:p>
          <a:endParaRPr lang="en-ZA"/>
        </a:p>
      </dgm:t>
    </dgm:pt>
    <dgm:pt modelId="{6334DC88-4EBB-4CCF-B21F-246561E580F6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altLang="en-US" dirty="0"/>
            <a:t>Examples</a:t>
          </a:r>
          <a:endParaRPr lang="en-ZA" dirty="0"/>
        </a:p>
      </dgm:t>
    </dgm:pt>
    <dgm:pt modelId="{8B1CFBD7-A11A-4128-9830-13310B3646EA}" type="parTrans" cxnId="{992C5CD3-E2DF-42F1-A7B9-0CBDDA3C3099}">
      <dgm:prSet/>
      <dgm:spPr/>
      <dgm:t>
        <a:bodyPr/>
        <a:lstStyle/>
        <a:p>
          <a:endParaRPr lang="en-ZA"/>
        </a:p>
      </dgm:t>
    </dgm:pt>
    <dgm:pt modelId="{C7EC288C-CF38-4221-9ADC-D58541FBFF24}" type="sibTrans" cxnId="{992C5CD3-E2DF-42F1-A7B9-0CBDDA3C3099}">
      <dgm:prSet/>
      <dgm:spPr>
        <a:ln w="38100"/>
      </dgm:spPr>
      <dgm:t>
        <a:bodyPr/>
        <a:lstStyle/>
        <a:p>
          <a:endParaRPr lang="en-ZA"/>
        </a:p>
      </dgm:t>
    </dgm:pt>
    <dgm:pt modelId="{BE3333E3-9C0A-49DC-88B9-5E5A093241BF}" type="pres">
      <dgm:prSet presAssocID="{891E4CDE-FA9F-4F8B-9056-535E8922050D}" presName="cycle" presStyleCnt="0">
        <dgm:presLayoutVars>
          <dgm:dir/>
          <dgm:resizeHandles val="exact"/>
        </dgm:presLayoutVars>
      </dgm:prSet>
      <dgm:spPr/>
    </dgm:pt>
    <dgm:pt modelId="{D035851A-8A4E-475E-9188-5B31C1B70B79}" type="pres">
      <dgm:prSet presAssocID="{2ED1690C-86AD-49F3-9538-D6C2B8A0C404}" presName="node" presStyleLbl="node1" presStyleIdx="0" presStyleCnt="6">
        <dgm:presLayoutVars>
          <dgm:bulletEnabled val="1"/>
        </dgm:presLayoutVars>
      </dgm:prSet>
      <dgm:spPr/>
    </dgm:pt>
    <dgm:pt modelId="{F6FFA7ED-5112-4FAE-9B1A-4D0868155091}" type="pres">
      <dgm:prSet presAssocID="{2ED1690C-86AD-49F3-9538-D6C2B8A0C404}" presName="spNode" presStyleCnt="0"/>
      <dgm:spPr/>
    </dgm:pt>
    <dgm:pt modelId="{DB9AC7CA-B93B-4333-BF04-C1BD9A039100}" type="pres">
      <dgm:prSet presAssocID="{98A44B05-3F0A-412C-8074-A7639B0FE630}" presName="sibTrans" presStyleLbl="sibTrans1D1" presStyleIdx="0" presStyleCnt="6"/>
      <dgm:spPr/>
    </dgm:pt>
    <dgm:pt modelId="{3F3A6CD5-F362-440E-B19C-B89B5623E073}" type="pres">
      <dgm:prSet presAssocID="{73A99919-AD61-4670-9B05-0210C47991AF}" presName="node" presStyleLbl="node1" presStyleIdx="1" presStyleCnt="6">
        <dgm:presLayoutVars>
          <dgm:bulletEnabled val="1"/>
        </dgm:presLayoutVars>
      </dgm:prSet>
      <dgm:spPr/>
    </dgm:pt>
    <dgm:pt modelId="{1DCCC1E4-BE5E-4A79-B070-26E1DA4E7CBB}" type="pres">
      <dgm:prSet presAssocID="{73A99919-AD61-4670-9B05-0210C47991AF}" presName="spNode" presStyleCnt="0"/>
      <dgm:spPr/>
    </dgm:pt>
    <dgm:pt modelId="{C837092B-EBC7-4778-B5DD-CAC5E49940DF}" type="pres">
      <dgm:prSet presAssocID="{1FD8B6A4-956B-4945-A99B-D84C1C8AAE69}" presName="sibTrans" presStyleLbl="sibTrans1D1" presStyleIdx="1" presStyleCnt="6"/>
      <dgm:spPr/>
    </dgm:pt>
    <dgm:pt modelId="{94DCAA6F-F5B1-4468-96D7-D867BFC6EBCD}" type="pres">
      <dgm:prSet presAssocID="{EE9858C2-B6F8-493C-92E8-E5A3071DAAD0}" presName="node" presStyleLbl="node1" presStyleIdx="2" presStyleCnt="6">
        <dgm:presLayoutVars>
          <dgm:bulletEnabled val="1"/>
        </dgm:presLayoutVars>
      </dgm:prSet>
      <dgm:spPr/>
    </dgm:pt>
    <dgm:pt modelId="{8D97A059-F0D4-4BEC-8199-DB32DAE9AC57}" type="pres">
      <dgm:prSet presAssocID="{EE9858C2-B6F8-493C-92E8-E5A3071DAAD0}" presName="spNode" presStyleCnt="0"/>
      <dgm:spPr/>
    </dgm:pt>
    <dgm:pt modelId="{75B56427-5788-464F-9BED-37B12FC30975}" type="pres">
      <dgm:prSet presAssocID="{9F606F67-BB12-4C32-87FD-D17F9B7E51C2}" presName="sibTrans" presStyleLbl="sibTrans1D1" presStyleIdx="2" presStyleCnt="6"/>
      <dgm:spPr/>
    </dgm:pt>
    <dgm:pt modelId="{AB0D8898-41F3-4E4C-9295-04295B106251}" type="pres">
      <dgm:prSet presAssocID="{356C5AF5-483A-4A50-8CFD-A368E7306898}" presName="node" presStyleLbl="node1" presStyleIdx="3" presStyleCnt="6">
        <dgm:presLayoutVars>
          <dgm:bulletEnabled val="1"/>
        </dgm:presLayoutVars>
      </dgm:prSet>
      <dgm:spPr/>
    </dgm:pt>
    <dgm:pt modelId="{C17F9ABB-CFC7-4069-8E12-2F45DF2BDFA6}" type="pres">
      <dgm:prSet presAssocID="{356C5AF5-483A-4A50-8CFD-A368E7306898}" presName="spNode" presStyleCnt="0"/>
      <dgm:spPr/>
    </dgm:pt>
    <dgm:pt modelId="{8817692B-56A6-4C0C-B435-A3E78296E36C}" type="pres">
      <dgm:prSet presAssocID="{B1F35812-0C6A-44F9-BA81-AE0AC1F029C7}" presName="sibTrans" presStyleLbl="sibTrans1D1" presStyleIdx="3" presStyleCnt="6"/>
      <dgm:spPr/>
    </dgm:pt>
    <dgm:pt modelId="{167975A6-BA18-4BAA-A1A6-C3C5B9B624E3}" type="pres">
      <dgm:prSet presAssocID="{20F64053-017D-43AC-A950-801607390E45}" presName="node" presStyleLbl="node1" presStyleIdx="4" presStyleCnt="6">
        <dgm:presLayoutVars>
          <dgm:bulletEnabled val="1"/>
        </dgm:presLayoutVars>
      </dgm:prSet>
      <dgm:spPr/>
    </dgm:pt>
    <dgm:pt modelId="{330B19D7-E0D2-4611-B3B7-8ABF81BBE66B}" type="pres">
      <dgm:prSet presAssocID="{20F64053-017D-43AC-A950-801607390E45}" presName="spNode" presStyleCnt="0"/>
      <dgm:spPr/>
    </dgm:pt>
    <dgm:pt modelId="{A321742E-2405-4C54-B03A-87602A50815D}" type="pres">
      <dgm:prSet presAssocID="{C4341588-C995-4A69-A002-585529D04B6C}" presName="sibTrans" presStyleLbl="sibTrans1D1" presStyleIdx="4" presStyleCnt="6"/>
      <dgm:spPr/>
    </dgm:pt>
    <dgm:pt modelId="{2A781AE1-D6EB-497B-834F-B6D549AD8CF7}" type="pres">
      <dgm:prSet presAssocID="{6334DC88-4EBB-4CCF-B21F-246561E580F6}" presName="node" presStyleLbl="node1" presStyleIdx="5" presStyleCnt="6">
        <dgm:presLayoutVars>
          <dgm:bulletEnabled val="1"/>
        </dgm:presLayoutVars>
      </dgm:prSet>
      <dgm:spPr/>
    </dgm:pt>
    <dgm:pt modelId="{F0CC9C85-6DB2-47D9-A352-F72C46E89183}" type="pres">
      <dgm:prSet presAssocID="{6334DC88-4EBB-4CCF-B21F-246561E580F6}" presName="spNode" presStyleCnt="0"/>
      <dgm:spPr/>
    </dgm:pt>
    <dgm:pt modelId="{A84CC472-DC08-4A27-95E0-AF708F87CB73}" type="pres">
      <dgm:prSet presAssocID="{C7EC288C-CF38-4221-9ADC-D58541FBFF24}" presName="sibTrans" presStyleLbl="sibTrans1D1" presStyleIdx="5" presStyleCnt="6"/>
      <dgm:spPr/>
    </dgm:pt>
  </dgm:ptLst>
  <dgm:cxnLst>
    <dgm:cxn modelId="{9353D427-5CAB-44B7-AA89-C8855E464363}" type="presOf" srcId="{2ED1690C-86AD-49F3-9538-D6C2B8A0C404}" destId="{D035851A-8A4E-475E-9188-5B31C1B70B79}" srcOrd="0" destOrd="0" presId="urn:microsoft.com/office/officeart/2005/8/layout/cycle6"/>
    <dgm:cxn modelId="{8D154F39-9FEF-4BAC-8B8A-723635A2D20C}" srcId="{891E4CDE-FA9F-4F8B-9056-535E8922050D}" destId="{20F64053-017D-43AC-A950-801607390E45}" srcOrd="4" destOrd="0" parTransId="{29A4A7BB-CF18-4295-9BC0-815981052FFE}" sibTransId="{C4341588-C995-4A69-A002-585529D04B6C}"/>
    <dgm:cxn modelId="{D334F33D-5FF8-47AF-BFE9-DC3AE98053D9}" type="presOf" srcId="{C4341588-C995-4A69-A002-585529D04B6C}" destId="{A321742E-2405-4C54-B03A-87602A50815D}" srcOrd="0" destOrd="0" presId="urn:microsoft.com/office/officeart/2005/8/layout/cycle6"/>
    <dgm:cxn modelId="{FAC7AE62-D28D-4A20-9E31-F8339071B8F0}" type="presOf" srcId="{C7EC288C-CF38-4221-9ADC-D58541FBFF24}" destId="{A84CC472-DC08-4A27-95E0-AF708F87CB73}" srcOrd="0" destOrd="0" presId="urn:microsoft.com/office/officeart/2005/8/layout/cycle6"/>
    <dgm:cxn modelId="{C0A78265-A62B-4363-A964-18FF4446E825}" type="presOf" srcId="{9F606F67-BB12-4C32-87FD-D17F9B7E51C2}" destId="{75B56427-5788-464F-9BED-37B12FC30975}" srcOrd="0" destOrd="0" presId="urn:microsoft.com/office/officeart/2005/8/layout/cycle6"/>
    <dgm:cxn modelId="{CBB7557B-6FE5-4433-8292-A0A5CD9BBC4D}" srcId="{891E4CDE-FA9F-4F8B-9056-535E8922050D}" destId="{356C5AF5-483A-4A50-8CFD-A368E7306898}" srcOrd="3" destOrd="0" parTransId="{F1D49EBC-4714-4142-97C0-302DCEDC8393}" sibTransId="{B1F35812-0C6A-44F9-BA81-AE0AC1F029C7}"/>
    <dgm:cxn modelId="{42DF5689-5BE4-4C74-B508-676739928364}" srcId="{891E4CDE-FA9F-4F8B-9056-535E8922050D}" destId="{2ED1690C-86AD-49F3-9538-D6C2B8A0C404}" srcOrd="0" destOrd="0" parTransId="{D0409BE9-5284-493C-83A6-9D44E207E085}" sibTransId="{98A44B05-3F0A-412C-8074-A7639B0FE630}"/>
    <dgm:cxn modelId="{7283899F-03B1-4083-BA8D-27EBB9A247A5}" type="presOf" srcId="{356C5AF5-483A-4A50-8CFD-A368E7306898}" destId="{AB0D8898-41F3-4E4C-9295-04295B106251}" srcOrd="0" destOrd="0" presId="urn:microsoft.com/office/officeart/2005/8/layout/cycle6"/>
    <dgm:cxn modelId="{F81B4AAA-6832-4E19-AE27-49E97728DB71}" type="presOf" srcId="{98A44B05-3F0A-412C-8074-A7639B0FE630}" destId="{DB9AC7CA-B93B-4333-BF04-C1BD9A039100}" srcOrd="0" destOrd="0" presId="urn:microsoft.com/office/officeart/2005/8/layout/cycle6"/>
    <dgm:cxn modelId="{5EFA8CAB-4436-4D81-A705-BEA05BE58D38}" type="presOf" srcId="{73A99919-AD61-4670-9B05-0210C47991AF}" destId="{3F3A6CD5-F362-440E-B19C-B89B5623E073}" srcOrd="0" destOrd="0" presId="urn:microsoft.com/office/officeart/2005/8/layout/cycle6"/>
    <dgm:cxn modelId="{2A2C4BB5-25ED-4B2F-B99D-9E1F652D0586}" srcId="{891E4CDE-FA9F-4F8B-9056-535E8922050D}" destId="{73A99919-AD61-4670-9B05-0210C47991AF}" srcOrd="1" destOrd="0" parTransId="{E69543CA-5898-41D7-9788-098ACD5FE61A}" sibTransId="{1FD8B6A4-956B-4945-A99B-D84C1C8AAE69}"/>
    <dgm:cxn modelId="{742A21BA-BB85-4622-ADCF-FBB07D3177CD}" srcId="{891E4CDE-FA9F-4F8B-9056-535E8922050D}" destId="{EE9858C2-B6F8-493C-92E8-E5A3071DAAD0}" srcOrd="2" destOrd="0" parTransId="{2073C8E3-6578-4200-9DC5-D932E52CE430}" sibTransId="{9F606F67-BB12-4C32-87FD-D17F9B7E51C2}"/>
    <dgm:cxn modelId="{8441E5BE-B168-4977-8D9F-E1BD01B9AF6E}" type="presOf" srcId="{891E4CDE-FA9F-4F8B-9056-535E8922050D}" destId="{BE3333E3-9C0A-49DC-88B9-5E5A093241BF}" srcOrd="0" destOrd="0" presId="urn:microsoft.com/office/officeart/2005/8/layout/cycle6"/>
    <dgm:cxn modelId="{407188C1-A2EC-4986-9561-95DDF5667883}" type="presOf" srcId="{6334DC88-4EBB-4CCF-B21F-246561E580F6}" destId="{2A781AE1-D6EB-497B-834F-B6D549AD8CF7}" srcOrd="0" destOrd="0" presId="urn:microsoft.com/office/officeart/2005/8/layout/cycle6"/>
    <dgm:cxn modelId="{9C995DC3-6797-4512-B95F-76620F0E5759}" type="presOf" srcId="{EE9858C2-B6F8-493C-92E8-E5A3071DAAD0}" destId="{94DCAA6F-F5B1-4468-96D7-D867BFC6EBCD}" srcOrd="0" destOrd="0" presId="urn:microsoft.com/office/officeart/2005/8/layout/cycle6"/>
    <dgm:cxn modelId="{992C5CD3-E2DF-42F1-A7B9-0CBDDA3C3099}" srcId="{891E4CDE-FA9F-4F8B-9056-535E8922050D}" destId="{6334DC88-4EBB-4CCF-B21F-246561E580F6}" srcOrd="5" destOrd="0" parTransId="{8B1CFBD7-A11A-4128-9830-13310B3646EA}" sibTransId="{C7EC288C-CF38-4221-9ADC-D58541FBFF24}"/>
    <dgm:cxn modelId="{ACA250F0-F814-48D2-8300-B4E5077A7C28}" type="presOf" srcId="{1FD8B6A4-956B-4945-A99B-D84C1C8AAE69}" destId="{C837092B-EBC7-4778-B5DD-CAC5E49940DF}" srcOrd="0" destOrd="0" presId="urn:microsoft.com/office/officeart/2005/8/layout/cycle6"/>
    <dgm:cxn modelId="{2DE96DF2-630F-4030-9300-9FEFEA682936}" type="presOf" srcId="{20F64053-017D-43AC-A950-801607390E45}" destId="{167975A6-BA18-4BAA-A1A6-C3C5B9B624E3}" srcOrd="0" destOrd="0" presId="urn:microsoft.com/office/officeart/2005/8/layout/cycle6"/>
    <dgm:cxn modelId="{A7C56AF9-FEC6-4EAA-988E-ED8D99145300}" type="presOf" srcId="{B1F35812-0C6A-44F9-BA81-AE0AC1F029C7}" destId="{8817692B-56A6-4C0C-B435-A3E78296E36C}" srcOrd="0" destOrd="0" presId="urn:microsoft.com/office/officeart/2005/8/layout/cycle6"/>
    <dgm:cxn modelId="{B6298D00-6CCA-4794-8C38-DF30E69F0F57}" type="presParOf" srcId="{BE3333E3-9C0A-49DC-88B9-5E5A093241BF}" destId="{D035851A-8A4E-475E-9188-5B31C1B70B79}" srcOrd="0" destOrd="0" presId="urn:microsoft.com/office/officeart/2005/8/layout/cycle6"/>
    <dgm:cxn modelId="{2E8D2758-B364-45E7-AA83-E20E0CC13EF0}" type="presParOf" srcId="{BE3333E3-9C0A-49DC-88B9-5E5A093241BF}" destId="{F6FFA7ED-5112-4FAE-9B1A-4D0868155091}" srcOrd="1" destOrd="0" presId="urn:microsoft.com/office/officeart/2005/8/layout/cycle6"/>
    <dgm:cxn modelId="{57ADB1BF-CCD0-4B84-AF76-A018612B27FE}" type="presParOf" srcId="{BE3333E3-9C0A-49DC-88B9-5E5A093241BF}" destId="{DB9AC7CA-B93B-4333-BF04-C1BD9A039100}" srcOrd="2" destOrd="0" presId="urn:microsoft.com/office/officeart/2005/8/layout/cycle6"/>
    <dgm:cxn modelId="{69B2F41C-06B7-42FE-B864-AA0916B262F9}" type="presParOf" srcId="{BE3333E3-9C0A-49DC-88B9-5E5A093241BF}" destId="{3F3A6CD5-F362-440E-B19C-B89B5623E073}" srcOrd="3" destOrd="0" presId="urn:microsoft.com/office/officeart/2005/8/layout/cycle6"/>
    <dgm:cxn modelId="{2A4AFEA5-9CB1-487C-8023-31F896BED142}" type="presParOf" srcId="{BE3333E3-9C0A-49DC-88B9-5E5A093241BF}" destId="{1DCCC1E4-BE5E-4A79-B070-26E1DA4E7CBB}" srcOrd="4" destOrd="0" presId="urn:microsoft.com/office/officeart/2005/8/layout/cycle6"/>
    <dgm:cxn modelId="{2D4253AC-D5D3-4659-B927-1F23698FD8C4}" type="presParOf" srcId="{BE3333E3-9C0A-49DC-88B9-5E5A093241BF}" destId="{C837092B-EBC7-4778-B5DD-CAC5E49940DF}" srcOrd="5" destOrd="0" presId="urn:microsoft.com/office/officeart/2005/8/layout/cycle6"/>
    <dgm:cxn modelId="{87E4236B-238C-4BE7-8B95-11EEBE29D59D}" type="presParOf" srcId="{BE3333E3-9C0A-49DC-88B9-5E5A093241BF}" destId="{94DCAA6F-F5B1-4468-96D7-D867BFC6EBCD}" srcOrd="6" destOrd="0" presId="urn:microsoft.com/office/officeart/2005/8/layout/cycle6"/>
    <dgm:cxn modelId="{3C29C903-301D-47B4-A377-4EA56DEDA1A9}" type="presParOf" srcId="{BE3333E3-9C0A-49DC-88B9-5E5A093241BF}" destId="{8D97A059-F0D4-4BEC-8199-DB32DAE9AC57}" srcOrd="7" destOrd="0" presId="urn:microsoft.com/office/officeart/2005/8/layout/cycle6"/>
    <dgm:cxn modelId="{ADF8B1EF-3F6E-4BF6-9F47-032C399589F8}" type="presParOf" srcId="{BE3333E3-9C0A-49DC-88B9-5E5A093241BF}" destId="{75B56427-5788-464F-9BED-37B12FC30975}" srcOrd="8" destOrd="0" presId="urn:microsoft.com/office/officeart/2005/8/layout/cycle6"/>
    <dgm:cxn modelId="{5F27437E-DC94-4EF0-8A5E-8C1F6D290155}" type="presParOf" srcId="{BE3333E3-9C0A-49DC-88B9-5E5A093241BF}" destId="{AB0D8898-41F3-4E4C-9295-04295B106251}" srcOrd="9" destOrd="0" presId="urn:microsoft.com/office/officeart/2005/8/layout/cycle6"/>
    <dgm:cxn modelId="{C9CE7319-7DAB-40E2-99BB-F7A40DFD0D85}" type="presParOf" srcId="{BE3333E3-9C0A-49DC-88B9-5E5A093241BF}" destId="{C17F9ABB-CFC7-4069-8E12-2F45DF2BDFA6}" srcOrd="10" destOrd="0" presId="urn:microsoft.com/office/officeart/2005/8/layout/cycle6"/>
    <dgm:cxn modelId="{37D40F78-7337-49D0-AA21-FB684D19D00F}" type="presParOf" srcId="{BE3333E3-9C0A-49DC-88B9-5E5A093241BF}" destId="{8817692B-56A6-4C0C-B435-A3E78296E36C}" srcOrd="11" destOrd="0" presId="urn:microsoft.com/office/officeart/2005/8/layout/cycle6"/>
    <dgm:cxn modelId="{40BB1F2C-1FDF-4FD5-A13C-DD9765B67E3A}" type="presParOf" srcId="{BE3333E3-9C0A-49DC-88B9-5E5A093241BF}" destId="{167975A6-BA18-4BAA-A1A6-C3C5B9B624E3}" srcOrd="12" destOrd="0" presId="urn:microsoft.com/office/officeart/2005/8/layout/cycle6"/>
    <dgm:cxn modelId="{739A3134-EBFA-42F3-B0F7-B9C88DF6AEAD}" type="presParOf" srcId="{BE3333E3-9C0A-49DC-88B9-5E5A093241BF}" destId="{330B19D7-E0D2-4611-B3B7-8ABF81BBE66B}" srcOrd="13" destOrd="0" presId="urn:microsoft.com/office/officeart/2005/8/layout/cycle6"/>
    <dgm:cxn modelId="{628C40E0-8092-4340-A62B-EE5027C3FE94}" type="presParOf" srcId="{BE3333E3-9C0A-49DC-88B9-5E5A093241BF}" destId="{A321742E-2405-4C54-B03A-87602A50815D}" srcOrd="14" destOrd="0" presId="urn:microsoft.com/office/officeart/2005/8/layout/cycle6"/>
    <dgm:cxn modelId="{7DE4DDEB-9E24-45BD-A3EA-6F44F8D8B463}" type="presParOf" srcId="{BE3333E3-9C0A-49DC-88B9-5E5A093241BF}" destId="{2A781AE1-D6EB-497B-834F-B6D549AD8CF7}" srcOrd="15" destOrd="0" presId="urn:microsoft.com/office/officeart/2005/8/layout/cycle6"/>
    <dgm:cxn modelId="{3136F24C-72F4-4786-9FEE-E45C6FBAB773}" type="presParOf" srcId="{BE3333E3-9C0A-49DC-88B9-5E5A093241BF}" destId="{F0CC9C85-6DB2-47D9-A352-F72C46E89183}" srcOrd="16" destOrd="0" presId="urn:microsoft.com/office/officeart/2005/8/layout/cycle6"/>
    <dgm:cxn modelId="{CCBC2693-B9E1-49E5-B6FB-3D488E4896A5}" type="presParOf" srcId="{BE3333E3-9C0A-49DC-88B9-5E5A093241BF}" destId="{A84CC472-DC08-4A27-95E0-AF708F87CB73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5851A-8A4E-475E-9188-5B31C1B70B79}">
      <dsp:nvSpPr>
        <dsp:cNvPr id="0" name=""/>
        <dsp:cNvSpPr/>
      </dsp:nvSpPr>
      <dsp:spPr>
        <a:xfrm>
          <a:off x="2881617" y="1443"/>
          <a:ext cx="1317212" cy="856187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/>
            <a:t>Introduction</a:t>
          </a:r>
          <a:endParaRPr lang="en-ZA" sz="1400" kern="1200" dirty="0"/>
        </a:p>
      </dsp:txBody>
      <dsp:txXfrm>
        <a:off x="2923413" y="43239"/>
        <a:ext cx="1233620" cy="772595"/>
      </dsp:txXfrm>
    </dsp:sp>
    <dsp:sp modelId="{DB9AC7CA-B93B-4333-BF04-C1BD9A039100}">
      <dsp:nvSpPr>
        <dsp:cNvPr id="0" name=""/>
        <dsp:cNvSpPr/>
      </dsp:nvSpPr>
      <dsp:spPr>
        <a:xfrm>
          <a:off x="1521489" y="429537"/>
          <a:ext cx="4037468" cy="4037468"/>
        </a:xfrm>
        <a:custGeom>
          <a:avLst/>
          <a:gdLst/>
          <a:ahLst/>
          <a:cxnLst/>
          <a:rect l="0" t="0" r="0" b="0"/>
          <a:pathLst>
            <a:path>
              <a:moveTo>
                <a:pt x="2685775" y="113387"/>
              </a:moveTo>
              <a:arcTo wR="2018734" hR="2018734" stAng="17357676" swAng="1502948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3A6CD5-F362-440E-B19C-B89B5623E073}">
      <dsp:nvSpPr>
        <dsp:cNvPr id="0" name=""/>
        <dsp:cNvSpPr/>
      </dsp:nvSpPr>
      <dsp:spPr>
        <a:xfrm>
          <a:off x="4629892" y="1010810"/>
          <a:ext cx="1317212" cy="856187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/>
            <a:t>Event-driven programming</a:t>
          </a:r>
          <a:endParaRPr lang="en-ZA" sz="1400" kern="1200" dirty="0"/>
        </a:p>
      </dsp:txBody>
      <dsp:txXfrm>
        <a:off x="4671688" y="1052606"/>
        <a:ext cx="1233620" cy="772595"/>
      </dsp:txXfrm>
    </dsp:sp>
    <dsp:sp modelId="{C837092B-EBC7-4778-B5DD-CAC5E49940DF}">
      <dsp:nvSpPr>
        <dsp:cNvPr id="0" name=""/>
        <dsp:cNvSpPr/>
      </dsp:nvSpPr>
      <dsp:spPr>
        <a:xfrm>
          <a:off x="1521489" y="429537"/>
          <a:ext cx="4037468" cy="4037468"/>
        </a:xfrm>
        <a:custGeom>
          <a:avLst/>
          <a:gdLst/>
          <a:ahLst/>
          <a:cxnLst/>
          <a:rect l="0" t="0" r="0" b="0"/>
          <a:pathLst>
            <a:path>
              <a:moveTo>
                <a:pt x="3955287" y="1448603"/>
              </a:moveTo>
              <a:arcTo wR="2018734" hR="2018734" stAng="20615719" swAng="1968561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CAA6F-F5B1-4468-96D7-D867BFC6EBCD}">
      <dsp:nvSpPr>
        <dsp:cNvPr id="0" name=""/>
        <dsp:cNvSpPr/>
      </dsp:nvSpPr>
      <dsp:spPr>
        <a:xfrm>
          <a:off x="4629892" y="3029545"/>
          <a:ext cx="1317212" cy="856187"/>
        </a:xfrm>
        <a:prstGeom prst="roundRect">
          <a:avLst/>
        </a:prstGeom>
        <a:solidFill>
          <a:srgbClr val="FE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/>
            <a:t>Different types of controls</a:t>
          </a:r>
          <a:endParaRPr lang="en-ZA" sz="1400" kern="1200" dirty="0"/>
        </a:p>
      </dsp:txBody>
      <dsp:txXfrm>
        <a:off x="4671688" y="3071341"/>
        <a:ext cx="1233620" cy="772595"/>
      </dsp:txXfrm>
    </dsp:sp>
    <dsp:sp modelId="{75B56427-5788-464F-9BED-37B12FC30975}">
      <dsp:nvSpPr>
        <dsp:cNvPr id="0" name=""/>
        <dsp:cNvSpPr/>
      </dsp:nvSpPr>
      <dsp:spPr>
        <a:xfrm>
          <a:off x="1521489" y="429537"/>
          <a:ext cx="4037468" cy="4037468"/>
        </a:xfrm>
        <a:custGeom>
          <a:avLst/>
          <a:gdLst/>
          <a:ahLst/>
          <a:cxnLst/>
          <a:rect l="0" t="0" r="0" b="0"/>
          <a:pathLst>
            <a:path>
              <a:moveTo>
                <a:pt x="3429751" y="3462451"/>
              </a:moveTo>
              <a:arcTo wR="2018734" hR="2018734" stAng="2739376" swAng="1502948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D8898-41F3-4E4C-9295-04295B106251}">
      <dsp:nvSpPr>
        <dsp:cNvPr id="0" name=""/>
        <dsp:cNvSpPr/>
      </dsp:nvSpPr>
      <dsp:spPr>
        <a:xfrm>
          <a:off x="2881617" y="4038912"/>
          <a:ext cx="1317212" cy="856187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/>
            <a:t>UI creation</a:t>
          </a:r>
          <a:endParaRPr lang="en-ZA" sz="1400" kern="1200" dirty="0"/>
        </a:p>
      </dsp:txBody>
      <dsp:txXfrm>
        <a:off x="2923413" y="4080708"/>
        <a:ext cx="1233620" cy="772595"/>
      </dsp:txXfrm>
    </dsp:sp>
    <dsp:sp modelId="{8817692B-56A6-4C0C-B435-A3E78296E36C}">
      <dsp:nvSpPr>
        <dsp:cNvPr id="0" name=""/>
        <dsp:cNvSpPr/>
      </dsp:nvSpPr>
      <dsp:spPr>
        <a:xfrm>
          <a:off x="1521489" y="429537"/>
          <a:ext cx="4037468" cy="4037468"/>
        </a:xfrm>
        <a:custGeom>
          <a:avLst/>
          <a:gdLst/>
          <a:ahLst/>
          <a:cxnLst/>
          <a:rect l="0" t="0" r="0" b="0"/>
          <a:pathLst>
            <a:path>
              <a:moveTo>
                <a:pt x="1351693" y="3924080"/>
              </a:moveTo>
              <a:arcTo wR="2018734" hR="2018734" stAng="6557676" swAng="1502948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975A6-BA18-4BAA-A1A6-C3C5B9B624E3}">
      <dsp:nvSpPr>
        <dsp:cNvPr id="0" name=""/>
        <dsp:cNvSpPr/>
      </dsp:nvSpPr>
      <dsp:spPr>
        <a:xfrm>
          <a:off x="1133342" y="3029545"/>
          <a:ext cx="1317212" cy="856187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/>
            <a:t>Events &amp; handling</a:t>
          </a:r>
          <a:endParaRPr lang="en-ZA" sz="1400" kern="1200" dirty="0"/>
        </a:p>
      </dsp:txBody>
      <dsp:txXfrm>
        <a:off x="1175138" y="3071341"/>
        <a:ext cx="1233620" cy="772595"/>
      </dsp:txXfrm>
    </dsp:sp>
    <dsp:sp modelId="{A321742E-2405-4C54-B03A-87602A50815D}">
      <dsp:nvSpPr>
        <dsp:cNvPr id="0" name=""/>
        <dsp:cNvSpPr/>
      </dsp:nvSpPr>
      <dsp:spPr>
        <a:xfrm>
          <a:off x="1521489" y="429537"/>
          <a:ext cx="4037468" cy="4037468"/>
        </a:xfrm>
        <a:custGeom>
          <a:avLst/>
          <a:gdLst/>
          <a:ahLst/>
          <a:cxnLst/>
          <a:rect l="0" t="0" r="0" b="0"/>
          <a:pathLst>
            <a:path>
              <a:moveTo>
                <a:pt x="82180" y="2588864"/>
              </a:moveTo>
              <a:arcTo wR="2018734" hR="2018734" stAng="9815719" swAng="1968561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781AE1-D6EB-497B-834F-B6D549AD8CF7}">
      <dsp:nvSpPr>
        <dsp:cNvPr id="0" name=""/>
        <dsp:cNvSpPr/>
      </dsp:nvSpPr>
      <dsp:spPr>
        <a:xfrm>
          <a:off x="1133342" y="1010810"/>
          <a:ext cx="1317212" cy="856187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/>
            <a:t>Examples</a:t>
          </a:r>
          <a:endParaRPr lang="en-ZA" sz="1400" kern="1200" dirty="0"/>
        </a:p>
      </dsp:txBody>
      <dsp:txXfrm>
        <a:off x="1175138" y="1052606"/>
        <a:ext cx="1233620" cy="772595"/>
      </dsp:txXfrm>
    </dsp:sp>
    <dsp:sp modelId="{A84CC472-DC08-4A27-95E0-AF708F87CB73}">
      <dsp:nvSpPr>
        <dsp:cNvPr id="0" name=""/>
        <dsp:cNvSpPr/>
      </dsp:nvSpPr>
      <dsp:spPr>
        <a:xfrm>
          <a:off x="1521489" y="429537"/>
          <a:ext cx="4037468" cy="4037468"/>
        </a:xfrm>
        <a:custGeom>
          <a:avLst/>
          <a:gdLst/>
          <a:ahLst/>
          <a:cxnLst/>
          <a:rect l="0" t="0" r="0" b="0"/>
          <a:pathLst>
            <a:path>
              <a:moveTo>
                <a:pt x="607716" y="575017"/>
              </a:moveTo>
              <a:arcTo wR="2018734" hR="2018734" stAng="13539376" swAng="1502948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2026/03/24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8/javase-clienttechnologies.htm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hlinkClick r:id="rId3"/>
              </a:rPr>
              <a:t>http://docs.oracle.com/javase/8/javase-clienttechnologies.htm</a:t>
            </a:r>
            <a:r>
              <a:rPr lang="en-ZA" dirty="0"/>
              <a:t>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74CF-991E-215C-C420-112C0E4E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CA1BD-A36B-F7FD-FBC9-6D85897AE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E20ED-98CD-6D93-6122-C6C4E5CA6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ChatGPT screenshots on how to use transactions in java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05B4A-C634-98FC-F95F-30C7F3BCB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0276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06BD-D178-8BFC-13E7-1DE4A483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67F26-C7FE-8C2C-6F52-E6BC12216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031DF-1821-359A-D778-B7DED4D1D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ChatGPT screenshots on how to use transactions in java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3ACCE-2E87-280C-EBDB-FB94F7FB1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58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A3D3-8B6B-84B2-CF65-FB9A4FA3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22629-2379-1636-EAD6-F0B4D5A7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BB2BF-A018-ADA1-E3CA-4B47D2C2C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ChatGPT screenshots on how to use transactions in java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FF7C7-BED5-9930-E1A9-C2800C277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9436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EFFD-7045-5B51-C373-3A951054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B54F3-5DF3-1315-72E3-81EF152C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220A2-DA94-98F6-ABC6-CBA1FBB76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ChatGPT screenshots on how to use transactions in java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C18DA-2EB9-F55D-75BA-375C9D56C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1936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986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CD3F3-402E-DAE2-C0D5-2B23B3EC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50437-660E-A67B-A3CB-9E299D5EE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6C7BE-8E7B-8F4A-D37A-A2EACDFFE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1AE33-5EDF-CABB-822A-8076F7887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869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C8C82-10ED-F0E7-6E9C-27BEF58C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257DB-B2E5-0218-06C4-491475B7F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8BF27-8CEE-D0F2-F020-29C964772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Lots of information displayed on screen but doesn’t feel cluttered or overwhelming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Responsive (sometimes delays, but ok)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Can play on repeat by holding in the go button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Some help bubbles on how to play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Lots of rewards as you play (even without making purchases)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Lots of different challenges that expire at a certain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Can play with friends &amp; against friends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Replicates something that a lot of us (at least me) grew up with </a:t>
            </a:r>
            <a:r>
              <a:rPr lang="en-ZA" dirty="0">
                <a:sym typeface="Wingdings" panose="05000000000000000000" pitchFamily="2" charset="2"/>
              </a:rPr>
              <a:t> board games, but now kind of in your pocked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Sounds of dice, chance, treasure chest (community chest)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Free items if visit daily like dice,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Good UI design: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Give feedback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Be consistent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Prevent errors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Make things easy to undo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Guide the user (good flow)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Follow the less thinking principle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Prioritise accessibility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Be responsive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Keep it simple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Test with real users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Some bugs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E.g., when getting a reward from Facebook  keeps saying that someone got it already &amp; then gives it to you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+ A little delay on animation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+ lately it gets stuck, so need to restart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4CA8-41DA-5A4D-0496-22D0D74E9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074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21AD-56D1-32FD-0679-38D4250C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ADCE2-1220-2222-0774-7F4EE658D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8F223-DA58-C263-63BE-B1F5AA866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Who has worked with GUIs before? Not necessarily in Java itself?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And in Java?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9D79-9847-B624-0FCC-5A7D3C725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985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B5A2-01CE-1B89-7C83-9E653AD3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5C0BD-BC07-BDB0-58BA-67BB8E2AA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B29AC-0E12-13AF-87FC-1E6CAE375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AWT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Heavy weight: AWT components depended on the system, were slower to render &amp; were harder to manage consistently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Look &amp; feel of native OS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(because was the native controls)</a:t>
            </a:r>
            <a:endParaRPr lang="en-ZA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Apps looked different according to the OS, e.g., a Windows button 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Lowest-common-denominator GUIs created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Limited to common support among all OSs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Couldn’t make advanced/custom GUIs easily – had to work on everything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SWING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Came later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Java-only UI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All UI components were created from scratch in Java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Not rely on the OS – drew them itself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Own look &amp; feel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Swing handled rendering </a:t>
            </a:r>
            <a:r>
              <a:rPr lang="en-ZA" dirty="0">
                <a:sym typeface="Wingdings" panose="05000000000000000000" pitchFamily="2" charset="2"/>
              </a:rPr>
              <a:t> Java programs had a consistent look across platforms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Advanced controls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Provided more complex &amp; powerful UI components </a:t>
            </a:r>
            <a:r>
              <a:rPr lang="en-ZA" dirty="0">
                <a:sym typeface="Wingdings" panose="05000000000000000000" pitchFamily="2" charset="2"/>
              </a:rPr>
              <a:t> tabbed panes, tables, trees, etc. that AWT did not support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Considered light weight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Not rely on OS components  lightweight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Easier to manage in a cross-platform env. (also sometimes did not feel as native)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JavaFX: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Newer &amp; more powerful GUI FW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Data-binding: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Can link UI components to data sources (e.g., variables or objects)  data changes, UI updates automatically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Load layouts from XML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Can define UI in XML files using FXML (like HTML defines a web page structure)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Separates UI layout from logic (clean and maintainable)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FXML like HTML for JavaFX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Also: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Initially you will be required to create GUIs by hand, later you can choose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Many built-in controls, works with SWING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Controls: like charts, tables, sliders, etc.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Integrate with SWING code </a:t>
            </a:r>
            <a:r>
              <a:rPr lang="en-US" sz="1200" kern="0" dirty="0">
                <a:sym typeface="Wingdings" panose="05000000000000000000" pitchFamily="2" charset="2"/>
              </a:rPr>
              <a:t> can support legacy systems</a:t>
            </a:r>
            <a:endParaRPr lang="en-US" sz="1200" kern="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3D graphics, printing support, multi-touch support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Summary: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AWT: basic, OS-dependent, clunky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Swing: more powerful &amp; customizable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JavaFX: modern, flexible &amp; powerful (advanced UI design with various features)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78178-44FB-57D5-48CD-746FDBD98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1052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51D9-866C-3FF2-AC9D-C8660FEC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DB0C5-95E7-A1B8-67D7-047D40687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ABDCA-3FA4-75F3-872D-9B1E3EEEF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Can use CSS to change look of a GUI on previous slide: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0" dirty="0"/>
              <a:t>Can see two different CSS styles applied to the same set of UI controls here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who used CSS before?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who can tell us what it is?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Cascading style sheets </a:t>
            </a:r>
            <a:r>
              <a:rPr lang="en-ZA" dirty="0">
                <a:sym typeface="Wingdings" panose="05000000000000000000" pitchFamily="2" charset="2"/>
              </a:rPr>
              <a:t> CSS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Apply customised styling to the UI of the JavaFX application without changing any of the application’s source code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A4F87-2FE2-528D-D3AC-AF017CEA7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9283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B199-37CC-2E14-6887-D35211501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C3F10-0C18-C982-3B07-F845C2440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96D21-D384-4E79-A6FF-6A62DC48C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Where you wait for user input, then act based on what the user’s chooses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By infinite loop: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Waits for events (clicks or typing, etc.)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Only does something when something happens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Handles the event and then goes back to waiting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 usually handled by JavaFX FW (don’t have to write yourself)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So event-driven examples: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When the user clicks a button  do something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When the mouse moves  highlight something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When text is entered  validate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Event-driven: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Starts up &amp; builds the GUI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Enters an invisible, FW-managed loop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Waits for something to happen like a user interaction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Then responds to that interaction using code you’ve written (from an event handler)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Shuts down only when the user closes the application (i.e., chooses a quit option)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CBA68-4DBA-4F40-81A6-0B39CC8E4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4461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8D1A-BF1B-91B1-53EB-1BC351BB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EC7A0-A573-4648-E51C-AE54E30F4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92EBD-B11E-7DB4-DF96-2F0A61FFE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Bounding volume: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 rectangle (bounding box) </a:t>
            </a:r>
            <a:r>
              <a:rPr lang="en-ZA" dirty="0">
                <a:sym typeface="Wingdings" panose="05000000000000000000" pitchFamily="2" charset="2"/>
              </a:rPr>
              <a:t> the area the node visually occupies including its children if it has any</a:t>
            </a:r>
            <a:endParaRPr lang="en-Z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Bounding box: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Used to lay out elements for example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Optimise rendering – don’t draw things off-screen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FBB8-E350-866D-EE24-BF3C344DB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4550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E670-DEFC-A41B-EEF8-537FDA49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997BE-A46A-79AD-4370-005C3E7EF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6722A-4994-BEB7-5F19-77F69C6C5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E2E9-5B6E-FCE7-F0C1-E474B4C8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6835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3A2D0-A5D7-BB8A-3050-DFBF752C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5FAD2-1581-622A-96FE-52316BD01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1A5D0-6268-9C82-AD2D-F1E2D42D2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Build your UI in the start method </a:t>
            </a:r>
            <a:r>
              <a:rPr lang="en-ZA" dirty="0">
                <a:sym typeface="Wingdings" panose="05000000000000000000" pitchFamily="2" charset="2"/>
              </a:rPr>
              <a:t> called automatically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Attach event handlers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Like a button click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Remember to add the lib file to project structure – dependencies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VM options – run  </a:t>
            </a:r>
            <a:r>
              <a:rPr lang="en-ZA">
                <a:sym typeface="Wingdings" panose="05000000000000000000" pitchFamily="2" charset="2"/>
              </a:rPr>
              <a:t>edit configurations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5A6C0-6A8B-35DC-6FE7-33B8AED6B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624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0960-E3B8-955F-7B8D-B2CF2116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43387-5A3C-D81C-ED4E-F0BD69520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5B198-3724-3AF4-159E-1A1559F4A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493F-968F-606B-B010-CDFAEB0AC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2671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C36BA-5C6B-B703-ACC2-0AFACD3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58286-00F1-DF11-8AFB-4D210F9EE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5FFAB-1406-4B10-9AAB-C97D4CB2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4374-CA81-8AA7-8D81-C3ECCE036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2045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9715-401B-1ECF-D3F1-891FCA88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FAB35-0E40-1613-7461-825690729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91A0F-E041-44FB-8BFD-66DF1D425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35973-804F-6FEC-D1E9-517500F94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8969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4E40-CCAB-9871-1A71-F88A3ECB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0C1F3-4A05-8E15-A615-2C29D90BF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49BD6-1CF1-0659-906F-720D0CA53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EBDB-12E0-3E40-E312-CE84D61D9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5911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D248-C9C1-52B8-ABF0-1731F654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01CBB-D59D-E148-F301-A83419E7C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12703-2678-F537-7B35-13325A5EE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E7958-D116-2B53-63D5-198C22CDD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48042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3676-EB7E-034B-D780-ECC5C15D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4AA92-A48A-A0A5-ACBC-2CBFC7A38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01F1E-64F6-0DC1-555D-ADF172519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0C1EC-D4E5-6EF2-CD73-B556BB4DB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5281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99BB6-330D-0535-E630-5177448E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F41E2-CE31-2A59-4F17-9E8C9DA70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D1B84-BD7A-E93A-329F-25A57FD44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290EC-F010-6F4E-743C-D9CBE2138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1143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E7A8-6AA0-D90D-7520-061C1EB7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238F6-708B-A8D7-0CEC-CD55E55CD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BE9D6-A7AA-7BD9-975D-EFE263307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A4490-50BC-D414-7048-0D7ACF967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3912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1E31-CB4D-A0B6-A3A2-671F55DF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04489-7097-DF9E-0ED4-2ED898FE7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1368C-0B2A-975A-4A8C-C67B08D71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99675-E83F-5B70-0451-395544E00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8697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BA04-01D0-BB2F-69A6-80801D03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8E72D-7BF6-DD04-985B-7C2C9DC7D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2B0B5-5B5F-2291-C941-D3D875492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05E34-070E-1B24-5C00-528D5970E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28161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EBF0-CC0E-9929-0FB4-47229B45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1472A-6E8A-66BB-FCD0-BC8F108FC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FBF93-B909-C42F-56A2-56ECDE934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3D83A-6622-B43D-0DEB-C32C53107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65940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28397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Self-study lecture after recess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Test 1 – after recess, all same content/format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83543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* Self-study lecture after recess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37922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oracle.com/javase/8/javase-clienttechnologies.htm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oracle.com/javase/8/javafx/get-started-tutorial/jfx-architecture.ht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ocs.oracle.com/javase/8/javafx/get-started-tutorial/jfx-architecture.htm" TargetMode="External"/><Relationship Id="rId5" Type="http://schemas.openxmlformats.org/officeDocument/2006/relationships/hyperlink" Target="https://docs.oracle.com/javafx/2/scenegraph/jfxpub-scenegraph.htm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fx/2/layout/builtin_layouts.ht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6: User Interface (UI) &amp; Event-driven Programming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36CF-342C-5462-B0E2-81232D3AF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A9CB1-35B1-EFC9-9090-340E4EEC4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3" y="123478"/>
            <a:ext cx="7697274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871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E813-A51A-7D9E-AE32-66C61BA6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0F86E3-1E7C-068B-003E-183E2B714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495" y="0"/>
            <a:ext cx="5505009" cy="46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91160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FE850-4576-1A8F-0DF9-2AFC452A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36910C-3B41-D1A2-0A50-F27595975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26" y="123478"/>
            <a:ext cx="750674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4184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C640-F7F0-0803-8822-90B7C203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66231A-BD30-B1AB-ADE8-79B97EE57C1D}"/>
              </a:ext>
            </a:extLst>
          </p:cNvPr>
          <p:cNvSpPr/>
          <p:nvPr/>
        </p:nvSpPr>
        <p:spPr>
          <a:xfrm>
            <a:off x="0" y="4443958"/>
            <a:ext cx="9144000" cy="699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CB378-A6DA-A2C5-F8F2-5501DEDE0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768" y="0"/>
            <a:ext cx="52284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44041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1417588"/>
            <a:ext cx="3707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UI &amp; event-driven programming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F1D53-18A7-412C-9239-9A7F173C1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530177"/>
            <a:ext cx="2343252" cy="2343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E9C183-D449-4174-97BD-575144F07C37}"/>
              </a:ext>
            </a:extLst>
          </p:cNvPr>
          <p:cNvSpPr txBox="1"/>
          <p:nvPr/>
        </p:nvSpPr>
        <p:spPr>
          <a:xfrm>
            <a:off x="3923" y="447305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dirty="0">
                <a:solidFill>
                  <a:srgbClr val="00305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http://docs.oracle.com/javase/8/javase-clienttechnologies.htm </a:t>
            </a:r>
            <a:endParaRPr lang="en-US" sz="1800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79C09E-7A09-4578-9916-3452CF8B5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5324803"/>
              </p:ext>
            </p:extLst>
          </p:nvPr>
        </p:nvGraphicFramePr>
        <p:xfrm>
          <a:off x="1524000" y="123478"/>
          <a:ext cx="7080448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F067E5-8F4D-47E1-84B1-BCA5AC4CCF74}"/>
              </a:ext>
            </a:extLst>
          </p:cNvPr>
          <p:cNvSpPr txBox="1"/>
          <p:nvPr/>
        </p:nvSpPr>
        <p:spPr>
          <a:xfrm>
            <a:off x="611560" y="1131590"/>
            <a:ext cx="1944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UI &amp; event-driven programming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D28FD-4565-45F4-9BB8-68C909DA06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563638"/>
            <a:ext cx="1801119" cy="18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68037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E8B4-3E20-47D9-2EBA-B4B0B42F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D61028-5518-EB6A-DA27-C34569406A9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Can you think of a UI or application that is well-designed? Why?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61DC337-FE52-B260-92F4-459E1C5EF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197048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359625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CF8C-99A9-C6BF-8680-5CDE7927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238977CC-601B-1968-D3D2-96DB40453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0"/>
            <a:ext cx="23739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91163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561D-E2B3-7250-77BD-B51A4A8C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2A76376-C20A-74C5-AEFF-D1FCBF990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BAD2B09-5AAF-5254-AC57-8E4B08C44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Graphical User Interfaces (GUIs)</a:t>
            </a:r>
          </a:p>
          <a:p>
            <a:pPr lvl="1"/>
            <a:r>
              <a:rPr lang="en-US" dirty="0"/>
              <a:t>Interaction that is not console-based</a:t>
            </a:r>
          </a:p>
          <a:p>
            <a:pPr lvl="1"/>
            <a:r>
              <a:rPr lang="en-US" dirty="0"/>
              <a:t>i.e., a way of interacting with programs visually</a:t>
            </a:r>
          </a:p>
          <a:p>
            <a:pPr lvl="1"/>
            <a:r>
              <a:rPr lang="en-US" dirty="0"/>
              <a:t>Could use other input devices such as mouse, touch &amp; gestures, voice, etc.</a:t>
            </a:r>
          </a:p>
          <a:p>
            <a:r>
              <a:rPr lang="en-US" dirty="0"/>
              <a:t>Java has gone through several iterations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95611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24C8-EF4C-3BB5-E85C-0AFB7D04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57B39B-0F93-5BDC-7D9B-FA26D0DC8440}"/>
              </a:ext>
            </a:extLst>
          </p:cNvPr>
          <p:cNvCxnSpPr>
            <a:cxnSpLocks/>
          </p:cNvCxnSpPr>
          <p:nvPr/>
        </p:nvCxnSpPr>
        <p:spPr>
          <a:xfrm>
            <a:off x="4355976" y="1707654"/>
            <a:ext cx="3528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2" name="Title 1">
            <a:extLst>
              <a:ext uri="{FF2B5EF4-FFF2-40B4-BE49-F238E27FC236}">
                <a16:creationId xmlns:a16="http://schemas.microsoft.com/office/drawing/2014/main" id="{862EB38D-702C-C693-7DA0-272092115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A0EED7-3397-B297-97DF-AA18860C5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987574"/>
            <a:ext cx="1296144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</a:rPr>
              <a:t>AWT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7CC57-72CB-7A7B-B79A-889FF905A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987573"/>
            <a:ext cx="1656184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</a:rPr>
              <a:t>SWING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468FBF-FF31-FBC9-7567-012B53BCC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264" y="987572"/>
            <a:ext cx="1656184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</a:rPr>
              <a:t>JavaFX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CC458F-B5E2-299E-5DB5-11E4DF4949AC}"/>
              </a:ext>
            </a:extLst>
          </p:cNvPr>
          <p:cNvCxnSpPr>
            <a:cxnSpLocks/>
          </p:cNvCxnSpPr>
          <p:nvPr/>
        </p:nvCxnSpPr>
        <p:spPr>
          <a:xfrm>
            <a:off x="881470" y="1707654"/>
            <a:ext cx="3636000" cy="0"/>
          </a:xfrm>
          <a:prstGeom prst="straightConnector1">
            <a:avLst/>
          </a:prstGeom>
          <a:ln w="7620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90788B-33D8-3F0D-69EB-30C241C56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2067695"/>
            <a:ext cx="2591966" cy="2232248"/>
          </a:xfrm>
        </p:spPr>
        <p:txBody>
          <a:bodyPr/>
          <a:lstStyle/>
          <a:p>
            <a:r>
              <a:rPr lang="en-ZA" sz="1600" dirty="0"/>
              <a:t>Abstract Window Toolkit</a:t>
            </a:r>
            <a:endParaRPr lang="en-US" sz="1600" dirty="0"/>
          </a:p>
          <a:p>
            <a:r>
              <a:rPr lang="en-US" sz="1600" dirty="0"/>
              <a:t>OS controls wrapped in Java classes</a:t>
            </a:r>
          </a:p>
          <a:p>
            <a:r>
              <a:rPr lang="en-US" sz="1600" dirty="0"/>
              <a:t>Considered </a:t>
            </a:r>
            <a:r>
              <a:rPr lang="en-US" sz="1600" i="1" dirty="0"/>
              <a:t>heavy weight</a:t>
            </a:r>
          </a:p>
          <a:p>
            <a:r>
              <a:rPr lang="en-US" sz="1600" dirty="0"/>
              <a:t>Look &amp; feel of native OS was running on </a:t>
            </a:r>
          </a:p>
          <a:p>
            <a:r>
              <a:rPr lang="en-US" sz="1600" dirty="0"/>
              <a:t>Lowest-common-denominator GUIs created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D198BB2-6326-B31C-C925-D9B617F82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601" y="2079550"/>
            <a:ext cx="2591966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Java-only UI</a:t>
            </a:r>
          </a:p>
          <a:p>
            <a:r>
              <a:rPr lang="en-US" sz="1600" kern="0" dirty="0"/>
              <a:t>Own look &amp; feel</a:t>
            </a:r>
          </a:p>
          <a:p>
            <a:r>
              <a:rPr lang="en-US" sz="1600" kern="0" dirty="0"/>
              <a:t>Advanced controls</a:t>
            </a:r>
          </a:p>
          <a:p>
            <a:r>
              <a:rPr lang="en-US" sz="1600" kern="0" dirty="0"/>
              <a:t>Considered </a:t>
            </a:r>
            <a:r>
              <a:rPr lang="en-US" sz="1600" i="1" kern="0" dirty="0"/>
              <a:t>light weight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75C5433-E724-8FB3-1A72-C12FBE499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152" y="2079549"/>
            <a:ext cx="3203848" cy="279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Latest incarnation of Java UI tools</a:t>
            </a:r>
          </a:p>
          <a:p>
            <a:r>
              <a:rPr lang="en-US" sz="1600" kern="0" dirty="0"/>
              <a:t>Uses data-binding</a:t>
            </a:r>
          </a:p>
          <a:p>
            <a:r>
              <a:rPr lang="en-US" sz="1600" kern="0" dirty="0"/>
              <a:t>Very flexible </a:t>
            </a:r>
            <a:r>
              <a:rPr lang="en-US" sz="1600" kern="0" dirty="0" err="1"/>
              <a:t>i.t.o.</a:t>
            </a:r>
            <a:r>
              <a:rPr lang="en-US" sz="1600" kern="0" dirty="0"/>
              <a:t> operations that can be performed</a:t>
            </a:r>
          </a:p>
          <a:p>
            <a:pPr lvl="1"/>
            <a:r>
              <a:rPr lang="en-US" sz="1600" kern="0" dirty="0"/>
              <a:t>UI effects, layouts</a:t>
            </a:r>
          </a:p>
          <a:p>
            <a:r>
              <a:rPr lang="en-US" sz="1600" kern="0" dirty="0"/>
              <a:t>Can load layouts from XML </a:t>
            </a:r>
          </a:p>
          <a:p>
            <a:pPr lvl="1"/>
            <a:r>
              <a:rPr lang="en-US" sz="1600" kern="0" dirty="0"/>
              <a:t>Uses FXML</a:t>
            </a:r>
          </a:p>
          <a:p>
            <a:pPr lvl="1"/>
            <a:r>
              <a:rPr lang="en-US" sz="1600" kern="0" dirty="0"/>
              <a:t>Can use CSS to change look of a GUI</a:t>
            </a:r>
          </a:p>
        </p:txBody>
      </p:sp>
    </p:spTree>
    <p:extLst>
      <p:ext uri="{BB962C8B-B14F-4D97-AF65-F5344CB8AC3E}">
        <p14:creationId xmlns:p14="http://schemas.microsoft.com/office/powerpoint/2010/main" val="8117553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3" grpId="0"/>
      <p:bldP spid="14" grpId="0" build="allAtOnce"/>
      <p:bldP spid="1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66D3-89BC-3609-69B7-9ED7F78F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5CDBF1C-FC54-1F68-BFE1-D357045BF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JavaFX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4664C36-3A95-8CEA-0C11-CCC725024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CSS: Cascading Style Sheets</a:t>
            </a:r>
          </a:p>
          <a:p>
            <a:endParaRPr lang="en-US" dirty="0"/>
          </a:p>
        </p:txBody>
      </p:sp>
      <p:pic>
        <p:nvPicPr>
          <p:cNvPr id="2" name="Picture 2" descr="Description of Figure 2-2 follows">
            <a:extLst>
              <a:ext uri="{FF2B5EF4-FFF2-40B4-BE49-F238E27FC236}">
                <a16:creationId xmlns:a16="http://schemas.microsoft.com/office/drawing/2014/main" id="{0C5E6AA5-EF19-1841-916D-E124B02C6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784520"/>
            <a:ext cx="592455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BA66CE-0482-368F-42A0-88F0D2C8ECEC}"/>
              </a:ext>
            </a:extLst>
          </p:cNvPr>
          <p:cNvSpPr/>
          <p:nvPr/>
        </p:nvSpPr>
        <p:spPr>
          <a:xfrm>
            <a:off x="1717304" y="4102312"/>
            <a:ext cx="599774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1050" dirty="0">
                <a:hlinkClick r:id="rId4"/>
              </a:rPr>
              <a:t>http://docs.oracle.com/javase/8/javafx/get-started-tutorial/jfx-architecture.htm</a:t>
            </a:r>
            <a:r>
              <a:rPr lang="en-ZA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270174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4580-B685-FEDD-D7C6-D7E6E4D7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916F37C-9E0D-085A-7066-089BDA52F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Event-driven programming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C697BB3-3030-A98D-7CF0-2FB8BE2BC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Similar in concept to menu-based console applications</a:t>
            </a:r>
          </a:p>
          <a:p>
            <a:pPr lvl="1"/>
            <a:r>
              <a:rPr lang="en-US" dirty="0"/>
              <a:t>Infinite loop</a:t>
            </a:r>
          </a:p>
          <a:p>
            <a:pPr lvl="1"/>
            <a:r>
              <a:rPr lang="en-US" dirty="0"/>
              <a:t>Do something when specific event occurs</a:t>
            </a:r>
          </a:p>
          <a:p>
            <a:pPr lvl="1"/>
            <a:r>
              <a:rPr lang="en-US" dirty="0"/>
              <a:t>Only exit program when quit option chosen by user (or crashes)</a:t>
            </a:r>
          </a:p>
          <a:p>
            <a:r>
              <a:rPr lang="en-US" dirty="0"/>
              <a:t>Typical event-driven application</a:t>
            </a:r>
          </a:p>
          <a:p>
            <a:pPr lvl="1"/>
            <a:r>
              <a:rPr lang="en-US" dirty="0"/>
              <a:t>Starts up &amp; goes into infinite loop (not typically written by programmer)</a:t>
            </a:r>
          </a:p>
          <a:p>
            <a:pPr lvl="1"/>
            <a:r>
              <a:rPr lang="en-US" dirty="0"/>
              <a:t>Does something when interesting event occurs (e.g., click a specific button)</a:t>
            </a:r>
          </a:p>
          <a:p>
            <a:pPr lvl="1"/>
            <a:r>
              <a:rPr lang="en-US" dirty="0"/>
              <a:t>Stops running when user closes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11770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FF38-466B-6F9F-5C77-0EFA7ECB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DB8F542-F823-19C9-E052-521AEBD97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Structure of a JavaFX UI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8B1D55C-683C-C704-4091-4A06F1EE0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Scene Graph</a:t>
            </a:r>
          </a:p>
          <a:p>
            <a:pPr lvl="1"/>
            <a:r>
              <a:rPr lang="en-US" dirty="0"/>
              <a:t>UI is structured like a hierarchical tree of nodes</a:t>
            </a:r>
          </a:p>
          <a:p>
            <a:pPr lvl="1"/>
            <a:r>
              <a:rPr lang="en-US" dirty="0"/>
              <a:t>A node = one visual element of the UI</a:t>
            </a:r>
          </a:p>
          <a:p>
            <a:pPr lvl="2"/>
            <a:r>
              <a:rPr lang="en-US" dirty="0"/>
              <a:t>E.g., button, shape or image</a:t>
            </a:r>
          </a:p>
          <a:p>
            <a:pPr lvl="2"/>
            <a:r>
              <a:rPr lang="en-US" dirty="0"/>
              <a:t>Has an ID, style (how it looks) &amp; bounding volume</a:t>
            </a:r>
          </a:p>
          <a:p>
            <a:pPr lvl="2"/>
            <a:r>
              <a:rPr lang="en-US" dirty="0"/>
              <a:t>Single parent &amp; 0+ children contained within its bounding volume</a:t>
            </a:r>
          </a:p>
          <a:p>
            <a:pPr lvl="2"/>
            <a:r>
              <a:rPr lang="en-US" dirty="0"/>
              <a:t>May contain effects (blur, shadows), opacity, transforms, event-handlers &amp; an application-specific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03631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8CB67-F171-EBBF-6E37-3B185FFC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891BB564-02A7-71ED-7A10-64A11609B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Structure of a JavaFX UI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2125D6A-6484-E87B-BA6C-FD58FE4380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Stage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area on which a Scene takes place (e.g. a window)</a:t>
            </a:r>
          </a:p>
          <a:p>
            <a:r>
              <a:rPr lang="en-US" dirty="0"/>
              <a:t>Scene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how Actors are placed &amp; behave on a Stage</a:t>
            </a:r>
          </a:p>
          <a:p>
            <a:r>
              <a:rPr lang="en-US" dirty="0"/>
              <a:t>Node (Actor)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visual element placed in a Scene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855AA0-FB42-800D-89C7-E37D2C9A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458111"/>
            <a:ext cx="1491952" cy="15847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82C6C-0294-D103-09C8-5307CC616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3" y="2270125"/>
            <a:ext cx="3024336" cy="19998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A2F807-8275-F805-648D-5E59CE4BBE6D}"/>
              </a:ext>
            </a:extLst>
          </p:cNvPr>
          <p:cNvSpPr/>
          <p:nvPr/>
        </p:nvSpPr>
        <p:spPr>
          <a:xfrm>
            <a:off x="1878053" y="4232374"/>
            <a:ext cx="56762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400" dirty="0">
                <a:hlinkClick r:id="rId5"/>
              </a:rPr>
              <a:t>https://docs.oracle.com/javafx/2/scenegraph/jfxpub-scenegraph.htm</a:t>
            </a:r>
            <a:r>
              <a:rPr lang="en-ZA" sz="14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EF2B3A-DFA2-18DC-BF7A-99B1D5260A41}"/>
              </a:ext>
            </a:extLst>
          </p:cNvPr>
          <p:cNvSpPr/>
          <p:nvPr/>
        </p:nvSpPr>
        <p:spPr>
          <a:xfrm>
            <a:off x="1367643" y="4399433"/>
            <a:ext cx="64087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400" dirty="0">
                <a:hlinkClick r:id="rId6"/>
              </a:rPr>
              <a:t>http://docs.oracle.com/javase/8/javafx/get-started-tutorial/jfx-architecture.htm</a:t>
            </a:r>
            <a:r>
              <a:rPr lang="en-Z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4690210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8A8FA-50D3-2E5B-7C8D-B9B71FCA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48641D0-6D21-494F-7AF3-059029969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Hello World JavaFX application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831E336-DBFF-B31F-BC5F-587B26F7C5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1631" y="1112838"/>
            <a:ext cx="4564385" cy="3481387"/>
          </a:xfrm>
        </p:spPr>
        <p:txBody>
          <a:bodyPr/>
          <a:lstStyle/>
          <a:p>
            <a:r>
              <a:rPr lang="en-US" dirty="0"/>
              <a:t>Extend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Application</a:t>
            </a:r>
            <a:r>
              <a:rPr lang="en-US" dirty="0"/>
              <a:t> class (JavaFX application)</a:t>
            </a:r>
          </a:p>
          <a:p>
            <a:pPr lvl="1"/>
            <a:r>
              <a:rPr lang="en-US" dirty="0"/>
              <a:t>In the overridden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dirty="0"/>
              <a:t> method:</a:t>
            </a:r>
          </a:p>
          <a:p>
            <a:pPr lvl="2"/>
            <a:r>
              <a:rPr lang="en-US" dirty="0"/>
              <a:t>Create </a:t>
            </a:r>
            <a:r>
              <a:rPr lang="en-US" i="1" dirty="0"/>
              <a:t>controls</a:t>
            </a:r>
            <a:r>
              <a:rPr lang="en-US" dirty="0"/>
              <a:t> &amp; </a:t>
            </a:r>
            <a:r>
              <a:rPr lang="en-US" i="1" dirty="0"/>
              <a:t>layout managers</a:t>
            </a:r>
          </a:p>
          <a:p>
            <a:pPr lvl="2"/>
            <a:r>
              <a:rPr lang="en-US" dirty="0"/>
              <a:t>Set up the scene &amp; add controls/layout managers to the stage</a:t>
            </a:r>
          </a:p>
          <a:p>
            <a:pPr lvl="2"/>
            <a:r>
              <a:rPr lang="en-US" dirty="0"/>
              <a:t>Attach event handlers</a:t>
            </a:r>
          </a:p>
          <a:p>
            <a:pPr lvl="2"/>
            <a:r>
              <a:rPr lang="en-US" dirty="0"/>
              <a:t>Display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n-US" dirty="0"/>
              <a:t>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dirty="0"/>
              <a:t>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77506-ED71-A26C-23B3-D2A87DB9B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386" y="1656309"/>
            <a:ext cx="4451983" cy="26436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40C72-7818-D2A3-B232-640758091A34}"/>
              </a:ext>
            </a:extLst>
          </p:cNvPr>
          <p:cNvSpPr txBox="1"/>
          <p:nvPr/>
        </p:nvSpPr>
        <p:spPr>
          <a:xfrm>
            <a:off x="4698876" y="4625459"/>
            <a:ext cx="2276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/Example01</a:t>
            </a:r>
          </a:p>
        </p:txBody>
      </p:sp>
    </p:spTree>
    <p:extLst>
      <p:ext uri="{BB962C8B-B14F-4D97-AF65-F5344CB8AC3E}">
        <p14:creationId xmlns:p14="http://schemas.microsoft.com/office/powerpoint/2010/main" val="1982727569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5801-20B8-7CDF-03F5-C2F1C7BB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250E1C5-9C34-39E4-25B3-744AEB464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Types of Scene Graph Nodes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873CC2E-6F3E-4262-A2EF-59E24EDE82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Controls</a:t>
            </a:r>
          </a:p>
          <a:p>
            <a:pPr lvl="1"/>
            <a:r>
              <a:rPr lang="en-US" sz="1800" dirty="0"/>
              <a:t>Components that allow user interaction (or not)</a:t>
            </a:r>
          </a:p>
          <a:p>
            <a:pPr lvl="1"/>
            <a:r>
              <a:rPr lang="en-US" sz="1800" dirty="0"/>
              <a:t>Buttons, Text Areas, Text Boxes, Labels, List Boxes, Images, Media Players, etc.</a:t>
            </a:r>
          </a:p>
          <a:p>
            <a:r>
              <a:rPr lang="en-US" dirty="0"/>
              <a:t>Containers</a:t>
            </a:r>
          </a:p>
          <a:p>
            <a:pPr lvl="1"/>
            <a:r>
              <a:rPr lang="en-US" sz="1800" dirty="0"/>
              <a:t>A special type of control that contains other controls</a:t>
            </a:r>
          </a:p>
          <a:p>
            <a:pPr lvl="1"/>
            <a:r>
              <a:rPr lang="en-US" sz="1800" dirty="0"/>
              <a:t>Panels, Grids, etc.</a:t>
            </a:r>
          </a:p>
          <a:p>
            <a:pPr lvl="1"/>
            <a:r>
              <a:rPr lang="en-US" sz="1800" dirty="0"/>
              <a:t>Typically, also Layout Managers (SWING terminology)</a:t>
            </a:r>
          </a:p>
          <a:p>
            <a:pPr lvl="2"/>
            <a:r>
              <a:rPr lang="en-US" sz="1800" dirty="0"/>
              <a:t>Specifies </a:t>
            </a:r>
            <a:r>
              <a:rPr lang="en-US" sz="1800" i="1" dirty="0"/>
              <a:t>how</a:t>
            </a:r>
            <a:r>
              <a:rPr lang="en-US" sz="1800" dirty="0"/>
              <a:t> contained controls are spatially laid out</a:t>
            </a:r>
          </a:p>
          <a:p>
            <a:pPr lvl="1"/>
            <a:r>
              <a:rPr lang="en-US" sz="1800" dirty="0"/>
              <a:t>Pane, VBox, </a:t>
            </a:r>
            <a:r>
              <a:rPr lang="en-US" sz="1800" dirty="0" err="1"/>
              <a:t>HBox</a:t>
            </a:r>
            <a:r>
              <a:rPr lang="en-US" sz="1800" dirty="0"/>
              <a:t>, </a:t>
            </a:r>
            <a:r>
              <a:rPr lang="en-US" sz="1800" dirty="0" err="1"/>
              <a:t>BorderPane</a:t>
            </a:r>
            <a:r>
              <a:rPr lang="en-US" sz="1800" dirty="0"/>
              <a:t>, </a:t>
            </a:r>
            <a:r>
              <a:rPr lang="en-US" sz="1800" dirty="0" err="1"/>
              <a:t>StackPane</a:t>
            </a:r>
            <a:r>
              <a:rPr lang="en-US" sz="1800" dirty="0"/>
              <a:t>, GridPane, </a:t>
            </a:r>
            <a:r>
              <a:rPr lang="en-US" sz="1800" dirty="0" err="1"/>
              <a:t>FlowPane</a:t>
            </a:r>
            <a:r>
              <a:rPr lang="en-US" sz="1800" dirty="0"/>
              <a:t>, </a:t>
            </a:r>
            <a:r>
              <a:rPr lang="en-US" sz="1800" dirty="0" err="1"/>
              <a:t>TilePane</a:t>
            </a:r>
            <a:r>
              <a:rPr lang="en-US" sz="1800" dirty="0"/>
              <a:t>, </a:t>
            </a:r>
            <a:r>
              <a:rPr lang="en-US" sz="1800" dirty="0" err="1"/>
              <a:t>AnchorPane</a:t>
            </a:r>
            <a:r>
              <a:rPr lang="en-US" sz="1800" dirty="0"/>
              <a:t>, </a:t>
            </a:r>
            <a:r>
              <a:rPr lang="en-US" sz="1800" dirty="0" err="1"/>
              <a:t>TabPane</a:t>
            </a:r>
            <a:r>
              <a:rPr lang="en-US" sz="1800" dirty="0"/>
              <a:t>, etc.</a:t>
            </a:r>
          </a:p>
          <a:p>
            <a:pPr lvl="1"/>
            <a:r>
              <a:rPr lang="en-US" sz="1800" dirty="0">
                <a:hlinkClick r:id="rId3"/>
              </a:rPr>
              <a:t>http://docs.oracle.com/javafx/2/layout/builtin_layouts.htm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43735419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E6E2-4DF8-D9F9-5EE4-819B76BC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4885518-23C9-981F-024A-D3EF96469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Types of Scene Graph Nodes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FD88749-22E9-DD00-806A-ACC456D28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Effects</a:t>
            </a:r>
          </a:p>
          <a:p>
            <a:pPr lvl="1"/>
            <a:r>
              <a:rPr lang="en-US" dirty="0"/>
              <a:t>Modifies a control visually</a:t>
            </a:r>
          </a:p>
          <a:p>
            <a:pPr lvl="1"/>
            <a:r>
              <a:rPr lang="en-US" dirty="0"/>
              <a:t>e.g. blur, drop shadow, lighting</a:t>
            </a:r>
          </a:p>
          <a:p>
            <a:r>
              <a:rPr lang="en-US" dirty="0"/>
              <a:t>Transformations</a:t>
            </a:r>
          </a:p>
          <a:p>
            <a:pPr lvl="1"/>
            <a:r>
              <a:rPr lang="en-US" dirty="0"/>
              <a:t>Alters the scale, orientation or position of a control</a:t>
            </a:r>
          </a:p>
        </p:txBody>
      </p:sp>
    </p:spTree>
    <p:extLst>
      <p:ext uri="{BB962C8B-B14F-4D97-AF65-F5344CB8AC3E}">
        <p14:creationId xmlns:p14="http://schemas.microsoft.com/office/powerpoint/2010/main" val="4291348502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A01C-E958-1E16-5E45-52F78FEAF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BED6AEE-8A3E-04DA-6FCB-84A4A26F9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Controls &amp; sizing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DA805CB-2D0A-FD39-8FD2-30270F03A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Each control will have:</a:t>
            </a:r>
          </a:p>
          <a:p>
            <a:pPr lvl="1"/>
            <a:r>
              <a:rPr lang="en-US" dirty="0"/>
              <a:t>Preferred width &amp; height (what we would like to be)</a:t>
            </a:r>
          </a:p>
          <a:p>
            <a:pPr lvl="1"/>
            <a:r>
              <a:rPr lang="en-US" dirty="0"/>
              <a:t>Minimum width &amp; height (will never agree to be smaller than this)</a:t>
            </a:r>
          </a:p>
          <a:p>
            <a:pPr lvl="1"/>
            <a:r>
              <a:rPr lang="en-US" dirty="0"/>
              <a:t>Maximum width &amp; height (will never agree to be larger than this)</a:t>
            </a:r>
          </a:p>
          <a:p>
            <a:r>
              <a:rPr lang="en-US" dirty="0"/>
              <a:t>Layout managers will size based on these values</a:t>
            </a:r>
          </a:p>
          <a:p>
            <a:r>
              <a:rPr lang="en-US" dirty="0"/>
              <a:t>Creating certain controls, e.g., Button</a:t>
            </a:r>
          </a:p>
          <a:p>
            <a:pPr lvl="1"/>
            <a:r>
              <a:rPr lang="en-US" dirty="0"/>
              <a:t>Automatically sets preferred, minimum &amp; maximum values</a:t>
            </a:r>
          </a:p>
          <a:p>
            <a:pPr lvl="1"/>
            <a:r>
              <a:rPr lang="en-US" dirty="0"/>
              <a:t>If want to override, then need to manually do so</a:t>
            </a:r>
          </a:p>
        </p:txBody>
      </p:sp>
    </p:spTree>
    <p:extLst>
      <p:ext uri="{BB962C8B-B14F-4D97-AF65-F5344CB8AC3E}">
        <p14:creationId xmlns:p14="http://schemas.microsoft.com/office/powerpoint/2010/main" val="1251566926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71040-A3BF-1814-2175-177BCF8E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777D796-B6FA-0074-E2B9-E6807BF81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Layouts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B1B5B0A-07DD-E0AE-49D6-B0D9924930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VBox / </a:t>
            </a:r>
            <a:r>
              <a:rPr lang="en-US" dirty="0" err="1"/>
              <a:t>HBox</a:t>
            </a:r>
            <a:endParaRPr lang="en-US" dirty="0"/>
          </a:p>
          <a:p>
            <a:pPr lvl="1"/>
            <a:r>
              <a:rPr lang="en-US" sz="1600" dirty="0"/>
              <a:t>Lays out children from top-to-bottom (VBox) </a:t>
            </a:r>
          </a:p>
          <a:p>
            <a:pPr marL="374650" lvl="2" indent="0">
              <a:buNone/>
            </a:pPr>
            <a:r>
              <a:rPr lang="en-US" sz="1600" dirty="0"/>
              <a:t>or left-to-right (</a:t>
            </a:r>
            <a:r>
              <a:rPr lang="en-US" sz="1600" dirty="0" err="1"/>
              <a:t>HBox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No wrapping</a:t>
            </a:r>
          </a:p>
          <a:p>
            <a:r>
              <a:rPr lang="en-US" dirty="0" err="1"/>
              <a:t>FlowPane</a:t>
            </a:r>
            <a:endParaRPr lang="en-US" dirty="0"/>
          </a:p>
          <a:p>
            <a:pPr lvl="1"/>
            <a:r>
              <a:rPr lang="en-US" sz="1600" dirty="0"/>
              <a:t>Laid out consecutively &amp; wrap at boundary</a:t>
            </a:r>
          </a:p>
          <a:p>
            <a:pPr lvl="1"/>
            <a:r>
              <a:rPr lang="en-US" sz="1600" dirty="0"/>
              <a:t>Can wrap vertically or horizontally</a:t>
            </a:r>
          </a:p>
          <a:p>
            <a:r>
              <a:rPr lang="en-US" dirty="0" err="1"/>
              <a:t>StackPane</a:t>
            </a:r>
            <a:endParaRPr lang="en-US" dirty="0"/>
          </a:p>
          <a:p>
            <a:pPr lvl="1"/>
            <a:r>
              <a:rPr lang="en-US" sz="1600" dirty="0"/>
              <a:t>Children placed on top of one another (top hides bottom)</a:t>
            </a:r>
          </a:p>
          <a:p>
            <a:r>
              <a:rPr lang="en-US" dirty="0" err="1"/>
              <a:t>BorderPane</a:t>
            </a:r>
            <a:endParaRPr lang="en-US" dirty="0"/>
          </a:p>
          <a:p>
            <a:pPr lvl="1"/>
            <a:r>
              <a:rPr lang="en-US" sz="1600" dirty="0"/>
              <a:t>Children placed in fixed sized edges or expanding center</a:t>
            </a:r>
          </a:p>
        </p:txBody>
      </p:sp>
      <p:pic>
        <p:nvPicPr>
          <p:cNvPr id="2" name="Picture 2" descr="Description of Figure 1-1 follows">
            <a:extLst>
              <a:ext uri="{FF2B5EF4-FFF2-40B4-BE49-F238E27FC236}">
                <a16:creationId xmlns:a16="http://schemas.microsoft.com/office/drawing/2014/main" id="{624FC72B-D173-603D-CCBB-F90C84CCE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349" y="549275"/>
            <a:ext cx="3812453" cy="26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FDB989-0AFC-23E5-FE5F-50CB75A8424E}"/>
              </a:ext>
            </a:extLst>
          </p:cNvPr>
          <p:cNvSpPr txBox="1"/>
          <p:nvPr/>
        </p:nvSpPr>
        <p:spPr>
          <a:xfrm>
            <a:off x="4499992" y="47741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/Example02</a:t>
            </a:r>
          </a:p>
        </p:txBody>
      </p:sp>
    </p:spTree>
    <p:extLst>
      <p:ext uri="{BB962C8B-B14F-4D97-AF65-F5344CB8AC3E}">
        <p14:creationId xmlns:p14="http://schemas.microsoft.com/office/powerpoint/2010/main" val="537521088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3994-1116-1C62-6A15-87FABE08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36990EB-6376-80DD-16B2-26BA6F373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Layouts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A5AAA53-D378-DA24-C253-00661FDB7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GridPane</a:t>
            </a:r>
          </a:p>
          <a:p>
            <a:pPr lvl="1"/>
            <a:r>
              <a:rPr lang="en-US" sz="1600" dirty="0"/>
              <a:t>Creates a flexible grid of rows &amp; columns</a:t>
            </a:r>
          </a:p>
          <a:p>
            <a:pPr lvl="1"/>
            <a:r>
              <a:rPr lang="en-US" sz="1600" dirty="0"/>
              <a:t>Element of a grid called a cell</a:t>
            </a:r>
          </a:p>
          <a:p>
            <a:pPr lvl="1"/>
            <a:r>
              <a:rPr lang="en-US" sz="1600" dirty="0"/>
              <a:t>Nodes can be placed in any cell &amp; may span cells</a:t>
            </a:r>
          </a:p>
          <a:p>
            <a:r>
              <a:rPr lang="en-US" dirty="0" err="1"/>
              <a:t>TilePane</a:t>
            </a:r>
            <a:endParaRPr lang="en-US" dirty="0"/>
          </a:p>
          <a:p>
            <a:pPr lvl="1"/>
            <a:r>
              <a:rPr lang="en-US" sz="1600" dirty="0"/>
              <a:t>Similar to </a:t>
            </a:r>
            <a:r>
              <a:rPr lang="en-US" sz="1600" dirty="0" err="1"/>
              <a:t>FlowPane</a:t>
            </a:r>
            <a:endParaRPr lang="en-US" sz="1600" dirty="0"/>
          </a:p>
          <a:p>
            <a:pPr lvl="1"/>
            <a:r>
              <a:rPr lang="en-US" sz="1600" dirty="0"/>
              <a:t>Equi-sized nodes</a:t>
            </a:r>
          </a:p>
          <a:p>
            <a:r>
              <a:rPr lang="en-US" dirty="0" err="1"/>
              <a:t>AnchorPane</a:t>
            </a:r>
            <a:endParaRPr lang="en-US" dirty="0"/>
          </a:p>
          <a:p>
            <a:pPr lvl="1"/>
            <a:r>
              <a:rPr lang="en-US" sz="1600" dirty="0"/>
              <a:t>Similar to </a:t>
            </a:r>
            <a:r>
              <a:rPr lang="en-US" sz="1600" dirty="0" err="1"/>
              <a:t>BorderPane</a:t>
            </a:r>
            <a:r>
              <a:rPr lang="en-US" sz="1600" dirty="0"/>
              <a:t>, but contents stick to one side of pane</a:t>
            </a:r>
          </a:p>
          <a:p>
            <a:r>
              <a:rPr lang="en-US" dirty="0"/>
              <a:t>Pane</a:t>
            </a:r>
          </a:p>
          <a:p>
            <a:pPr lvl="1"/>
            <a:r>
              <a:rPr lang="en-US" sz="1600" dirty="0"/>
              <a:t>Can manually place &amp; size children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D296A-275E-F597-AD77-A245346BAC4B}"/>
              </a:ext>
            </a:extLst>
          </p:cNvPr>
          <p:cNvSpPr txBox="1"/>
          <p:nvPr/>
        </p:nvSpPr>
        <p:spPr>
          <a:xfrm>
            <a:off x="4499992" y="47741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5EBBB-8A86-A64F-8E24-C9EA9600D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16" y="849313"/>
            <a:ext cx="2667000" cy="1657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A86D2E6D-9B68-D701-44F6-D812D1400C50}"/>
              </a:ext>
            </a:extLst>
          </p:cNvPr>
          <p:cNvSpPr/>
          <p:nvPr/>
        </p:nvSpPr>
        <p:spPr>
          <a:xfrm>
            <a:off x="4593282" y="1596210"/>
            <a:ext cx="1161535" cy="370703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820441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2E11-AC86-35D2-21C5-196C7C94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921C27-9074-4259-9DD9-ED8D89FA8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Event types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81B9670-A03D-0E1B-BC7C-D686BE701E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Low-level events</a:t>
            </a:r>
          </a:p>
          <a:p>
            <a:pPr lvl="1"/>
            <a:r>
              <a:rPr lang="en-US" dirty="0"/>
              <a:t>Control gains focus</a:t>
            </a:r>
          </a:p>
          <a:p>
            <a:pPr lvl="1"/>
            <a:r>
              <a:rPr lang="en-US" dirty="0"/>
              <a:t>A key was pressed, released</a:t>
            </a:r>
          </a:p>
          <a:p>
            <a:pPr lvl="1"/>
            <a:r>
              <a:rPr lang="en-US" dirty="0"/>
              <a:t>The mouse was moved, a button pressed or released</a:t>
            </a:r>
          </a:p>
          <a:p>
            <a:pPr lvl="1"/>
            <a:r>
              <a:rPr lang="en-US" dirty="0"/>
              <a:t>The Stage was </a:t>
            </a:r>
            <a:r>
              <a:rPr lang="en-US" dirty="0" err="1"/>
              <a:t>minimised</a:t>
            </a:r>
            <a:r>
              <a:rPr lang="en-US" dirty="0"/>
              <a:t>, </a:t>
            </a:r>
            <a:r>
              <a:rPr lang="en-US" dirty="0" err="1"/>
              <a:t>maximised</a:t>
            </a:r>
            <a:r>
              <a:rPr lang="en-US" dirty="0"/>
              <a:t>, etc.</a:t>
            </a:r>
          </a:p>
          <a:p>
            <a:r>
              <a:rPr lang="en-US" dirty="0"/>
              <a:t>Button clicked = same as mouse clicked (but on the button)</a:t>
            </a:r>
          </a:p>
        </p:txBody>
      </p:sp>
    </p:spTree>
    <p:extLst>
      <p:ext uri="{BB962C8B-B14F-4D97-AF65-F5344CB8AC3E}">
        <p14:creationId xmlns:p14="http://schemas.microsoft.com/office/powerpoint/2010/main" val="2238009784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2D18-6D1C-1F9E-3B44-439D41B6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DF3A99C-56FB-9469-0918-2E5254402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Event types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4BDE241-C641-88E4-B7E9-F85F9287B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High-level events</a:t>
            </a:r>
          </a:p>
          <a:p>
            <a:pPr lvl="1"/>
            <a:r>
              <a:rPr lang="en-US" dirty="0"/>
              <a:t>Composed of low-level events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Mouse clicked = mouse button down, no mouse movement, followed by mouse button up</a:t>
            </a:r>
          </a:p>
          <a:p>
            <a:pPr lvl="1"/>
            <a:r>
              <a:rPr lang="en-US" dirty="0"/>
              <a:t>Drag = mouse button down, mouse moved, mouse button up</a:t>
            </a:r>
          </a:p>
          <a:p>
            <a:pPr lvl="1"/>
            <a:r>
              <a:rPr lang="en-US" dirty="0"/>
              <a:t>Key tapped = key pressed followed by key released</a:t>
            </a:r>
          </a:p>
          <a:p>
            <a:pPr lvl="1"/>
            <a:r>
              <a:rPr lang="en-US" dirty="0"/>
              <a:t>Button clicked = same as mouse clicked (but on the button)</a:t>
            </a:r>
          </a:p>
        </p:txBody>
      </p:sp>
    </p:spTree>
    <p:extLst>
      <p:ext uri="{BB962C8B-B14F-4D97-AF65-F5344CB8AC3E}">
        <p14:creationId xmlns:p14="http://schemas.microsoft.com/office/powerpoint/2010/main" val="3226213347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ACF1-8E43-99BA-EDBC-C311BC8F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D1DE67F-DB1E-AC58-9A61-15BD6919B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Java event model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47A4AA2-2D52-FD39-4495-E5A55BD55C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Control</a:t>
            </a:r>
          </a:p>
          <a:p>
            <a:pPr lvl="1"/>
            <a:r>
              <a:rPr lang="en-US" dirty="0"/>
              <a:t>User interacts with, generates events</a:t>
            </a:r>
          </a:p>
          <a:p>
            <a:pPr lvl="1"/>
            <a:r>
              <a:rPr lang="en-US" dirty="0"/>
              <a:t>Can be observed </a:t>
            </a:r>
          </a:p>
          <a:p>
            <a:pPr lvl="1"/>
            <a:r>
              <a:rPr lang="en-US" dirty="0"/>
              <a:t>E.g., button, text box, list box, etc.</a:t>
            </a:r>
          </a:p>
          <a:p>
            <a:r>
              <a:rPr lang="en-US" dirty="0"/>
              <a:t>Observer (also known as a Listener)</a:t>
            </a:r>
          </a:p>
          <a:p>
            <a:pPr lvl="1"/>
            <a:r>
              <a:rPr lang="en-US" dirty="0"/>
              <a:t>Observes (listens to) a control &amp; responds to events</a:t>
            </a:r>
          </a:p>
          <a:p>
            <a:r>
              <a:rPr lang="en-US" dirty="0"/>
              <a:t>Handler</a:t>
            </a:r>
          </a:p>
          <a:p>
            <a:pPr lvl="1"/>
            <a:r>
              <a:rPr lang="en-US" dirty="0"/>
              <a:t>The code that is executed in response to an observer observing an event occurring for a specific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86728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B1AE-2C63-9787-6511-07A1EA14A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606859F-26C5-F5B5-D9ED-7103FA8DE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Java event model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115F79F-3B89-9E3E-CE46-45D354FAE1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When setting up</a:t>
            </a:r>
          </a:p>
          <a:p>
            <a:pPr lvl="1"/>
            <a:r>
              <a:rPr lang="en-US" i="1" dirty="0"/>
              <a:t>Who</a:t>
            </a:r>
            <a:r>
              <a:rPr lang="en-US" dirty="0"/>
              <a:t> is being observed?</a:t>
            </a:r>
          </a:p>
          <a:p>
            <a:pPr lvl="1"/>
            <a:r>
              <a:rPr lang="en-US" i="1" dirty="0"/>
              <a:t>Who</a:t>
            </a:r>
            <a:r>
              <a:rPr lang="en-US" dirty="0"/>
              <a:t> is doing the observing? Often called the </a:t>
            </a:r>
            <a:r>
              <a:rPr lang="en-US" i="1" dirty="0"/>
              <a:t>controller</a:t>
            </a:r>
            <a:endParaRPr lang="en-US" dirty="0"/>
          </a:p>
          <a:p>
            <a:pPr lvl="1"/>
            <a:r>
              <a:rPr lang="en-US" i="1" dirty="0"/>
              <a:t>What</a:t>
            </a:r>
            <a:r>
              <a:rPr lang="en-US" dirty="0"/>
              <a:t> is wanted to be observed?</a:t>
            </a:r>
          </a:p>
          <a:p>
            <a:pPr lvl="1"/>
            <a:r>
              <a:rPr lang="en-US" i="1" dirty="0"/>
              <a:t>What</a:t>
            </a:r>
            <a:r>
              <a:rPr lang="en-US" dirty="0"/>
              <a:t> must be done if what is wanted to be observed </a:t>
            </a:r>
            <a:r>
              <a:rPr lang="en-US" i="1" dirty="0"/>
              <a:t>is</a:t>
            </a:r>
            <a:r>
              <a:rPr lang="en-US" dirty="0"/>
              <a:t> observed?</a:t>
            </a:r>
          </a:p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/Example03</a:t>
            </a:r>
          </a:p>
        </p:txBody>
      </p:sp>
    </p:spTree>
    <p:extLst>
      <p:ext uri="{BB962C8B-B14F-4D97-AF65-F5344CB8AC3E}">
        <p14:creationId xmlns:p14="http://schemas.microsoft.com/office/powerpoint/2010/main" val="53913516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6643-BEE0-15F5-B432-9CE89EED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3F7FE01-A6FF-3DB8-F6CC-BAB8A8C1F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Java event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57399C-60D7-FBCC-C6F7-359B79445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86" y="3398370"/>
            <a:ext cx="2724150" cy="65722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4E85A4-7F95-E84E-7884-0CF9015CE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267" y="1955520"/>
            <a:ext cx="7891848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attach event handler to button which triggers when button clicked</a:t>
            </a:r>
            <a:b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btnOK.setOnAction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(event -&gt;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kumimoji="0" lang="en-US" altLang="en-US" sz="12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"Hello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txtName.getText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attach event handler to text field which triggers when enter is pressed</a:t>
            </a:r>
            <a:b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txtName.setOnAction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(event -&gt;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kumimoji="0" lang="en-US" altLang="en-US" sz="12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"Greetings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txtName.getText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ular Callout 5">
            <a:extLst>
              <a:ext uri="{FF2B5EF4-FFF2-40B4-BE49-F238E27FC236}">
                <a16:creationId xmlns:a16="http://schemas.microsoft.com/office/drawing/2014/main" id="{B3B921EE-450E-3AD6-E030-04E4D14F4F3F}"/>
              </a:ext>
            </a:extLst>
          </p:cNvPr>
          <p:cNvSpPr/>
          <p:nvPr/>
        </p:nvSpPr>
        <p:spPr>
          <a:xfrm>
            <a:off x="154635" y="1131590"/>
            <a:ext cx="1095632" cy="667265"/>
          </a:xfrm>
          <a:prstGeom prst="wedgeRectCallout">
            <a:avLst>
              <a:gd name="adj1" fmla="val 73904"/>
              <a:gd name="adj2" fmla="val 10694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b="1" u="sng" dirty="0"/>
              <a:t>Control</a:t>
            </a:r>
            <a:r>
              <a:rPr lang="en-ZA" sz="1200" dirty="0"/>
              <a:t> being observed</a:t>
            </a:r>
          </a:p>
        </p:txBody>
      </p:sp>
      <p:sp>
        <p:nvSpPr>
          <p:cNvPr id="5" name="Rectangular Callout 6">
            <a:extLst>
              <a:ext uri="{FF2B5EF4-FFF2-40B4-BE49-F238E27FC236}">
                <a16:creationId xmlns:a16="http://schemas.microsoft.com/office/drawing/2014/main" id="{0EFA6E68-17A2-6B81-0B29-515C67303FB3}"/>
              </a:ext>
            </a:extLst>
          </p:cNvPr>
          <p:cNvSpPr/>
          <p:nvPr/>
        </p:nvSpPr>
        <p:spPr>
          <a:xfrm>
            <a:off x="1925784" y="1140301"/>
            <a:ext cx="1095632" cy="667265"/>
          </a:xfrm>
          <a:prstGeom prst="wedgeRectCallout">
            <a:avLst>
              <a:gd name="adj1" fmla="val -5043"/>
              <a:gd name="adj2" fmla="val 102006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b="1" u="sng" dirty="0"/>
              <a:t>Event</a:t>
            </a:r>
            <a:r>
              <a:rPr lang="en-ZA" sz="1200" dirty="0"/>
              <a:t> being observed for</a:t>
            </a:r>
          </a:p>
        </p:txBody>
      </p:sp>
      <p:sp>
        <p:nvSpPr>
          <p:cNvPr id="6" name="Rectangular Callout 7">
            <a:extLst>
              <a:ext uri="{FF2B5EF4-FFF2-40B4-BE49-F238E27FC236}">
                <a16:creationId xmlns:a16="http://schemas.microsoft.com/office/drawing/2014/main" id="{05B8A758-5A83-7EA2-4D3A-83765E726291}"/>
              </a:ext>
            </a:extLst>
          </p:cNvPr>
          <p:cNvSpPr/>
          <p:nvPr/>
        </p:nvSpPr>
        <p:spPr>
          <a:xfrm>
            <a:off x="3750486" y="1131589"/>
            <a:ext cx="2220062" cy="667265"/>
          </a:xfrm>
          <a:prstGeom prst="wedgeRectCallout">
            <a:avLst>
              <a:gd name="adj1" fmla="val -5043"/>
              <a:gd name="adj2" fmla="val 102006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b="1" u="sng" dirty="0"/>
              <a:t>Event Handler</a:t>
            </a:r>
            <a:r>
              <a:rPr lang="en-ZA" sz="1200" dirty="0"/>
              <a:t> that is run if the </a:t>
            </a:r>
            <a:r>
              <a:rPr lang="en-ZA" sz="1200" i="1" dirty="0"/>
              <a:t>Event</a:t>
            </a:r>
            <a:r>
              <a:rPr lang="en-ZA" sz="1200" dirty="0"/>
              <a:t> is observed coming from the </a:t>
            </a:r>
            <a:r>
              <a:rPr lang="en-ZA" sz="1200" i="1" dirty="0"/>
              <a:t>Control</a:t>
            </a:r>
            <a:endParaRPr lang="en-ZA" sz="1200" dirty="0"/>
          </a:p>
        </p:txBody>
      </p:sp>
      <p:sp>
        <p:nvSpPr>
          <p:cNvPr id="7" name="Rectangular Callout 8">
            <a:extLst>
              <a:ext uri="{FF2B5EF4-FFF2-40B4-BE49-F238E27FC236}">
                <a16:creationId xmlns:a16="http://schemas.microsoft.com/office/drawing/2014/main" id="{8C5D61D9-25FD-9372-A7DB-396E4902BE85}"/>
              </a:ext>
            </a:extLst>
          </p:cNvPr>
          <p:cNvSpPr/>
          <p:nvPr/>
        </p:nvSpPr>
        <p:spPr>
          <a:xfrm>
            <a:off x="2654854" y="4373179"/>
            <a:ext cx="1095632" cy="308919"/>
          </a:xfrm>
          <a:prstGeom prst="wedgeRectCallout">
            <a:avLst>
              <a:gd name="adj1" fmla="val 64882"/>
              <a:gd name="adj2" fmla="val -21127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dirty="0" err="1"/>
              <a:t>lbl</a:t>
            </a:r>
            <a:endParaRPr lang="en-ZA" sz="1200" dirty="0"/>
          </a:p>
        </p:txBody>
      </p:sp>
      <p:sp>
        <p:nvSpPr>
          <p:cNvPr id="8" name="Rectangular Callout 9">
            <a:extLst>
              <a:ext uri="{FF2B5EF4-FFF2-40B4-BE49-F238E27FC236}">
                <a16:creationId xmlns:a16="http://schemas.microsoft.com/office/drawing/2014/main" id="{6AB0DA81-F76B-E074-A8E0-BF54D0E5918E}"/>
              </a:ext>
            </a:extLst>
          </p:cNvPr>
          <p:cNvSpPr/>
          <p:nvPr/>
        </p:nvSpPr>
        <p:spPr>
          <a:xfrm>
            <a:off x="3919362" y="4373178"/>
            <a:ext cx="1095632" cy="308919"/>
          </a:xfrm>
          <a:prstGeom prst="wedgeRectCallout">
            <a:avLst>
              <a:gd name="adj1" fmla="val 18265"/>
              <a:gd name="adj2" fmla="val -213945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dirty="0" err="1"/>
              <a:t>txtName</a:t>
            </a:r>
            <a:endParaRPr lang="en-ZA" sz="1200" dirty="0"/>
          </a:p>
        </p:txBody>
      </p:sp>
      <p:sp>
        <p:nvSpPr>
          <p:cNvPr id="9" name="Rectangular Callout 10">
            <a:extLst>
              <a:ext uri="{FF2B5EF4-FFF2-40B4-BE49-F238E27FC236}">
                <a16:creationId xmlns:a16="http://schemas.microsoft.com/office/drawing/2014/main" id="{9F52623B-DE31-3616-CBC8-563F2747FFBD}"/>
              </a:ext>
            </a:extLst>
          </p:cNvPr>
          <p:cNvSpPr/>
          <p:nvPr/>
        </p:nvSpPr>
        <p:spPr>
          <a:xfrm>
            <a:off x="5517538" y="4373177"/>
            <a:ext cx="1095632" cy="308919"/>
          </a:xfrm>
          <a:prstGeom prst="wedgeRectCallout">
            <a:avLst>
              <a:gd name="adj1" fmla="val -17073"/>
              <a:gd name="adj2" fmla="val -181945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dirty="0" err="1"/>
              <a:t>btnOK</a:t>
            </a:r>
            <a:endParaRPr lang="en-ZA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D360B2-DD13-1C26-3EE5-EBCE71A979EB}"/>
              </a:ext>
            </a:extLst>
          </p:cNvPr>
          <p:cNvSpPr/>
          <p:nvPr/>
        </p:nvSpPr>
        <p:spPr>
          <a:xfrm>
            <a:off x="3021416" y="2177795"/>
            <a:ext cx="5214538" cy="205946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551211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37EC-CB95-192E-7F8D-E8DE80A7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7FE7F7B-83C6-2AFC-9C94-6D83CFE46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Example: Contact Viewer app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3E8DE73-B2C8-7406-D556-8970C2A14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dirty="0"/>
              <a:t>Display one contact at a time</a:t>
            </a:r>
          </a:p>
          <a:p>
            <a:r>
              <a:rPr lang="en-US" dirty="0"/>
              <a:t>Current Index indicates which contact displayed, -1 if empty list</a:t>
            </a:r>
          </a:p>
          <a:p>
            <a:r>
              <a:rPr lang="en-US" dirty="0"/>
              <a:t>Previous/Next buttons</a:t>
            </a:r>
          </a:p>
          <a:p>
            <a:pPr lvl="1"/>
            <a:r>
              <a:rPr lang="en-US" dirty="0"/>
              <a:t>Decrement/increment current index</a:t>
            </a:r>
          </a:p>
          <a:p>
            <a:pPr lvl="1"/>
            <a:r>
              <a:rPr lang="en-US" dirty="0"/>
              <a:t>Display “new” current contact details in UI</a:t>
            </a:r>
          </a:p>
          <a:p>
            <a:r>
              <a:rPr lang="en-US" dirty="0"/>
              <a:t>Display Current Contact</a:t>
            </a:r>
          </a:p>
          <a:p>
            <a:r>
              <a:rPr lang="en-US" dirty="0"/>
              <a:t>New button</a:t>
            </a:r>
          </a:p>
          <a:p>
            <a:r>
              <a:rPr lang="en-US" dirty="0" err="1"/>
              <a:t>Textfields</a:t>
            </a:r>
            <a:r>
              <a:rPr lang="en-US" dirty="0"/>
              <a:t> – user presses enter key, loses focus</a:t>
            </a:r>
          </a:p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4270B3-D223-898A-697F-D3624D8DBF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98" b="2108"/>
          <a:stretch/>
        </p:blipFill>
        <p:spPr>
          <a:xfrm>
            <a:off x="5796136" y="2139702"/>
            <a:ext cx="2901873" cy="2791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5226338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03780A-EE51-493B-A337-4D731C15ED2E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5C6BFA09-EEC3-E74B-06BD-B7D47D876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71550"/>
            <a:ext cx="8712646" cy="38226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have the following:</a:t>
            </a:r>
          </a:p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Label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: “Welcome to the App”</a:t>
            </a:r>
          </a:p>
          <a:p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TextField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: To enter a username</a:t>
            </a:r>
          </a:p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Button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: “Login”</a:t>
            </a:r>
          </a:p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Button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: “Help”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400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Divide your page into 2 sections &amp; sketch how these 4 elements would be positioned by JavaFX in the following scenarios: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Sketch A: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Vbox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with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Pos.CENTER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Sketch B: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FlowPane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with a narrow window (i.e., it can fit 2/3 items)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Then, answer the following: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The Login and Help buttons must always appear side by side, regardless of window size. How would you modify Sketch A to achieve this? Draw the updated sketch and name the layout(s) you used.</a:t>
            </a:r>
          </a:p>
        </p:txBody>
      </p:sp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95486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Class exercise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A7C3D-5925-4C86-9368-F01E87B3790B}"/>
              </a:ext>
            </a:extLst>
          </p:cNvPr>
          <p:cNvSpPr/>
          <p:nvPr/>
        </p:nvSpPr>
        <p:spPr>
          <a:xfrm>
            <a:off x="5406311" y="150840"/>
            <a:ext cx="3054121" cy="72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have 10 minutes…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EE265-BA89-4259-81EC-6D21E2D0D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32" y="29157"/>
            <a:ext cx="1054968" cy="1054968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Assignments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2DB8-8D1E-47C9-AAF8-92BA4FC1F5BA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2: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tomorrow!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000000"/>
                </a:solidFill>
                <a:latin typeface="Arial"/>
              </a:rPr>
              <a:t>Peer reviews 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</a:t>
            </a:r>
            <a:r>
              <a:rPr lang="en-ZA" dirty="0">
                <a:solidFill>
                  <a:srgbClr val="000000"/>
                </a:solidFill>
                <a:latin typeface="Arial"/>
              </a:rPr>
              <a:t> Friday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dirty="0">
              <a:solidFill>
                <a:srgbClr val="000000"/>
              </a:solidFill>
              <a:latin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ONLY Task 1 extended to Friday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37EF9-198E-461B-B235-F32727DB9297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3: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000000"/>
                </a:solidFill>
                <a:latin typeface="Arial"/>
              </a:rPr>
              <a:t>Will upload this week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check schedule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AEF4E5-940F-41AB-AFE3-D57053285D1C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82FF8-A3EF-4666-AC1C-EFAA6F326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9A876D-97C8-446F-AC9C-86A760D12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91630"/>
            <a:ext cx="2510748" cy="251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09652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17827</TotalTime>
  <Words>2269</Words>
  <Application>Microsoft Office PowerPoint</Application>
  <PresentationFormat>On-screen Show (16:9)</PresentationFormat>
  <Paragraphs>338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Arial</vt:lpstr>
      <vt:lpstr>Avenir Black</vt:lpstr>
      <vt:lpstr>Avenir Book</vt:lpstr>
      <vt:lpstr>Avenir LT 45 Book</vt:lpstr>
      <vt:lpstr>Avenir Medium</vt:lpstr>
      <vt:lpstr>Courier New</vt:lpstr>
      <vt:lpstr>Wingdings</vt:lpstr>
      <vt:lpstr>Default Design</vt:lpstr>
      <vt:lpstr>Lecture 6: User Interface (UI) &amp; Event-driven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Introduction</vt:lpstr>
      <vt:lpstr>JavaFX</vt:lpstr>
      <vt:lpstr>Event-driven programming</vt:lpstr>
      <vt:lpstr>Structure of a JavaFX UI</vt:lpstr>
      <vt:lpstr>Structure of a JavaFX UI</vt:lpstr>
      <vt:lpstr>Hello World JavaFX application</vt:lpstr>
      <vt:lpstr>Types of Scene Graph Nodes</vt:lpstr>
      <vt:lpstr>Types of Scene Graph Nodes</vt:lpstr>
      <vt:lpstr>Controls &amp; sizing</vt:lpstr>
      <vt:lpstr>Layouts</vt:lpstr>
      <vt:lpstr>Layouts</vt:lpstr>
      <vt:lpstr>Event types</vt:lpstr>
      <vt:lpstr>Event types</vt:lpstr>
      <vt:lpstr>Java event model</vt:lpstr>
      <vt:lpstr>Java event model</vt:lpstr>
      <vt:lpstr>Java event model</vt:lpstr>
      <vt:lpstr>Example: Contact Viewer app</vt:lpstr>
      <vt:lpstr>Class exercise</vt:lpstr>
      <vt:lpstr>Assignments</vt:lpstr>
      <vt:lpstr>PowerPoint Presentation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104</cp:revision>
  <dcterms:created xsi:type="dcterms:W3CDTF">2006-12-05T12:30:39Z</dcterms:created>
  <dcterms:modified xsi:type="dcterms:W3CDTF">2026-03-24T10:45:16Z</dcterms:modified>
</cp:coreProperties>
</file>