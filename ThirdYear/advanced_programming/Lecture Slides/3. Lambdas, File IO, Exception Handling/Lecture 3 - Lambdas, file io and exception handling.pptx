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71" r:id="rId2"/>
    <p:sldId id="323" r:id="rId3"/>
    <p:sldId id="364" r:id="rId4"/>
    <p:sldId id="393" r:id="rId5"/>
    <p:sldId id="341" r:id="rId6"/>
    <p:sldId id="352" r:id="rId7"/>
    <p:sldId id="325" r:id="rId8"/>
    <p:sldId id="354" r:id="rId9"/>
    <p:sldId id="363" r:id="rId10"/>
    <p:sldId id="357" r:id="rId11"/>
    <p:sldId id="355" r:id="rId12"/>
    <p:sldId id="358" r:id="rId13"/>
    <p:sldId id="359" r:id="rId14"/>
    <p:sldId id="360" r:id="rId15"/>
    <p:sldId id="361" r:id="rId16"/>
    <p:sldId id="362" r:id="rId17"/>
    <p:sldId id="320" r:id="rId18"/>
    <p:sldId id="389" r:id="rId19"/>
    <p:sldId id="390" r:id="rId20"/>
    <p:sldId id="367" r:id="rId21"/>
    <p:sldId id="257" r:id="rId22"/>
    <p:sldId id="366" r:id="rId23"/>
    <p:sldId id="368" r:id="rId24"/>
    <p:sldId id="369" r:id="rId25"/>
    <p:sldId id="370" r:id="rId26"/>
    <p:sldId id="371" r:id="rId27"/>
    <p:sldId id="373" r:id="rId28"/>
    <p:sldId id="374" r:id="rId29"/>
    <p:sldId id="375" r:id="rId30"/>
    <p:sldId id="376" r:id="rId31"/>
    <p:sldId id="377" r:id="rId32"/>
    <p:sldId id="378" r:id="rId33"/>
    <p:sldId id="391" r:id="rId34"/>
    <p:sldId id="392" r:id="rId35"/>
    <p:sldId id="339" r:id="rId36"/>
    <p:sldId id="346" r:id="rId37"/>
    <p:sldId id="348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387" r:id="rId46"/>
    <p:sldId id="388" r:id="rId47"/>
    <p:sldId id="321" r:id="rId48"/>
    <p:sldId id="269" r:id="rId49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000"/>
    <a:srgbClr val="FFFFFF"/>
    <a:srgbClr val="001027"/>
    <a:srgbClr val="003057"/>
    <a:srgbClr val="00CC00"/>
    <a:srgbClr val="9B221F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29" autoAdjust="0"/>
  </p:normalViewPr>
  <p:slideViewPr>
    <p:cSldViewPr>
      <p:cViewPr varScale="1">
        <p:scale>
          <a:sx n="113" d="100"/>
          <a:sy n="113" d="100"/>
        </p:scale>
        <p:origin x="1020" y="8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ts, Simone (Dr) (Summerstrand Campus South)" userId="a9ed24f3-f7e1-440a-a32f-a1285e0bd405" providerId="ADAL" clId="{6575A83D-F3DB-4482-9906-1C8F11BB4F81}"/>
    <pc:docChg chg="undo custSel addSld delSld modSld sldOrd">
      <pc:chgData name="Beets, Simone (Dr) (Summerstrand Campus South)" userId="a9ed24f3-f7e1-440a-a32f-a1285e0bd405" providerId="ADAL" clId="{6575A83D-F3DB-4482-9906-1C8F11BB4F81}" dt="2026-03-03T10:50:37.567" v="764" actId="20577"/>
      <pc:docMkLst>
        <pc:docMk/>
      </pc:docMkLst>
      <pc:sldChg chg="addSp modSp mod">
        <pc:chgData name="Beets, Simone (Dr) (Summerstrand Campus South)" userId="a9ed24f3-f7e1-440a-a32f-a1285e0bd405" providerId="ADAL" clId="{6575A83D-F3DB-4482-9906-1C8F11BB4F81}" dt="2026-03-01T21:24:01.110" v="199" actId="20577"/>
        <pc:sldMkLst>
          <pc:docMk/>
          <pc:sldMk cId="0" sldId="257"/>
        </pc:sldMkLst>
        <pc:spChg chg="add mod">
          <ac:chgData name="Beets, Simone (Dr) (Summerstrand Campus South)" userId="a9ed24f3-f7e1-440a-a32f-a1285e0bd405" providerId="ADAL" clId="{6575A83D-F3DB-4482-9906-1C8F11BB4F81}" dt="2026-03-01T21:23:02.718" v="194" actId="1036"/>
          <ac:spMkLst>
            <pc:docMk/>
            <pc:sldMk cId="0" sldId="257"/>
            <ac:spMk id="17" creationId="{A98A6434-F04C-473D-878C-A6DFBEE19099}"/>
          </ac:spMkLst>
        </pc:spChg>
        <pc:spChg chg="add mod">
          <ac:chgData name="Beets, Simone (Dr) (Summerstrand Campus South)" userId="a9ed24f3-f7e1-440a-a32f-a1285e0bd405" providerId="ADAL" clId="{6575A83D-F3DB-4482-9906-1C8F11BB4F81}" dt="2026-03-01T21:23:12.549" v="197" actId="20577"/>
          <ac:spMkLst>
            <pc:docMk/>
            <pc:sldMk cId="0" sldId="257"/>
            <ac:spMk id="18" creationId="{FD735931-630E-4BB7-9795-ED72FCB64B36}"/>
          </ac:spMkLst>
        </pc:spChg>
        <pc:spChg chg="mod">
          <ac:chgData name="Beets, Simone (Dr) (Summerstrand Campus South)" userId="a9ed24f3-f7e1-440a-a32f-a1285e0bd405" providerId="ADAL" clId="{6575A83D-F3DB-4482-9906-1C8F11BB4F81}" dt="2026-03-01T21:24:01.110" v="199" actId="20577"/>
          <ac:spMkLst>
            <pc:docMk/>
            <pc:sldMk cId="0" sldId="257"/>
            <ac:spMk id="43" creationId="{CECDBF09-FC8A-5992-6F55-971782A74A2C}"/>
          </ac:spMkLst>
        </pc:spChg>
      </pc:sldChg>
      <pc:sldChg chg="modSp mod">
        <pc:chgData name="Beets, Simone (Dr) (Summerstrand Campus South)" userId="a9ed24f3-f7e1-440a-a32f-a1285e0bd405" providerId="ADAL" clId="{6575A83D-F3DB-4482-9906-1C8F11BB4F81}" dt="2026-02-27T08:27:07.424" v="11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6575A83D-F3DB-4482-9906-1C8F11BB4F81}" dt="2026-02-27T08:27:07.424" v="11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add mod">
        <pc:chgData name="Beets, Simone (Dr) (Summerstrand Campus South)" userId="a9ed24f3-f7e1-440a-a32f-a1285e0bd405" providerId="ADAL" clId="{6575A83D-F3DB-4482-9906-1C8F11BB4F81}" dt="2026-03-01T22:30:59.496" v="729" actId="20577"/>
        <pc:sldMkLst>
          <pc:docMk/>
          <pc:sldMk cId="4261337612" sldId="320"/>
        </pc:sldMkLst>
        <pc:spChg chg="mod">
          <ac:chgData name="Beets, Simone (Dr) (Summerstrand Campus South)" userId="a9ed24f3-f7e1-440a-a32f-a1285e0bd405" providerId="ADAL" clId="{6575A83D-F3DB-4482-9906-1C8F11BB4F81}" dt="2026-03-01T22:30:59.496" v="729" actId="20577"/>
          <ac:spMkLst>
            <pc:docMk/>
            <pc:sldMk cId="4261337612" sldId="320"/>
            <ac:spMk id="6" creationId="{4EF63B2A-1BAD-4500-BEC8-D920F283705A}"/>
          </ac:spMkLst>
        </pc:spChg>
        <pc:spChg chg="mod">
          <ac:chgData name="Beets, Simone (Dr) (Summerstrand Campus South)" userId="a9ed24f3-f7e1-440a-a32f-a1285e0bd405" providerId="ADAL" clId="{6575A83D-F3DB-4482-9906-1C8F11BB4F81}" dt="2026-03-01T22:29:56.433" v="719" actId="20577"/>
          <ac:spMkLst>
            <pc:docMk/>
            <pc:sldMk cId="4261337612" sldId="320"/>
            <ac:spMk id="8" creationId="{3608F24A-372B-4707-96C8-CEAF29C5DC0A}"/>
          </ac:spMkLst>
        </pc:spChg>
      </pc:sldChg>
      <pc:sldChg chg="addSp delSp modSp mod">
        <pc:chgData name="Beets, Simone (Dr) (Summerstrand Campus South)" userId="a9ed24f3-f7e1-440a-a32f-a1285e0bd405" providerId="ADAL" clId="{6575A83D-F3DB-4482-9906-1C8F11BB4F81}" dt="2026-03-01T23:06:25.776" v="753" actId="20577"/>
        <pc:sldMkLst>
          <pc:docMk/>
          <pc:sldMk cId="0" sldId="321"/>
        </pc:sldMkLst>
        <pc:spChg chg="add del mod">
          <ac:chgData name="Beets, Simone (Dr) (Summerstrand Campus South)" userId="a9ed24f3-f7e1-440a-a32f-a1285e0bd405" providerId="ADAL" clId="{6575A83D-F3DB-4482-9906-1C8F11BB4F81}" dt="2026-03-01T21:40:36.455" v="365" actId="478"/>
          <ac:spMkLst>
            <pc:docMk/>
            <pc:sldMk cId="0" sldId="321"/>
            <ac:spMk id="2" creationId="{0F2FEA63-5A35-4DCA-82F9-6E4ABC2D199B}"/>
          </ac:spMkLst>
        </pc:spChg>
        <pc:spChg chg="add mod">
          <ac:chgData name="Beets, Simone (Dr) (Summerstrand Campus South)" userId="a9ed24f3-f7e1-440a-a32f-a1285e0bd405" providerId="ADAL" clId="{6575A83D-F3DB-4482-9906-1C8F11BB4F81}" dt="2026-03-01T23:06:25.776" v="753" actId="20577"/>
          <ac:spMkLst>
            <pc:docMk/>
            <pc:sldMk cId="0" sldId="321"/>
            <ac:spMk id="4" creationId="{7E562DB8-8D1E-47C9-AAF8-92BA4FC1F5BA}"/>
          </ac:spMkLst>
        </pc:spChg>
        <pc:spChg chg="add mod">
          <ac:chgData name="Beets, Simone (Dr) (Summerstrand Campus South)" userId="a9ed24f3-f7e1-440a-a32f-a1285e0bd405" providerId="ADAL" clId="{6575A83D-F3DB-4482-9906-1C8F11BB4F81}" dt="2026-03-01T21:40:28.964" v="363" actId="20577"/>
          <ac:spMkLst>
            <pc:docMk/>
            <pc:sldMk cId="0" sldId="321"/>
            <ac:spMk id="5" creationId="{4FE37EF9-198E-461B-B235-F32727DB9297}"/>
          </ac:spMkLst>
        </pc:spChg>
        <pc:spChg chg="mod">
          <ac:chgData name="Beets, Simone (Dr) (Summerstrand Campus South)" userId="a9ed24f3-f7e1-440a-a32f-a1285e0bd405" providerId="ADAL" clId="{6575A83D-F3DB-4482-9906-1C8F11BB4F81}" dt="2026-03-01T21:40:39.671" v="368" actId="6549"/>
          <ac:spMkLst>
            <pc:docMk/>
            <pc:sldMk cId="0" sldId="321"/>
            <ac:spMk id="81922" creationId="{65BFE1D5-329E-BB29-CE8A-ED38134D0C16}"/>
          </ac:spMkLst>
        </pc:spChg>
        <pc:spChg chg="del mod">
          <ac:chgData name="Beets, Simone (Dr) (Summerstrand Campus South)" userId="a9ed24f3-f7e1-440a-a32f-a1285e0bd405" providerId="ADAL" clId="{6575A83D-F3DB-4482-9906-1C8F11BB4F81}" dt="2026-03-01T21:40:35.345" v="364" actId="478"/>
          <ac:spMkLst>
            <pc:docMk/>
            <pc:sldMk cId="0" sldId="321"/>
            <ac:spMk id="81923" creationId="{5C6BFA09-EEC3-E74B-06BD-B7D47D876082}"/>
          </ac:spMkLst>
        </pc:spChg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1526733309" sldId="325"/>
        </pc:sldMkLst>
      </pc:sldChg>
      <pc:sldChg chg="del">
        <pc:chgData name="Beets, Simone (Dr) (Summerstrand Campus South)" userId="a9ed24f3-f7e1-440a-a32f-a1285e0bd405" providerId="ADAL" clId="{6575A83D-F3DB-4482-9906-1C8F11BB4F81}" dt="2026-03-01T21:21:41.645" v="164" actId="47"/>
        <pc:sldMkLst>
          <pc:docMk/>
          <pc:sldMk cId="2049952096" sldId="340"/>
        </pc:sldMkLst>
      </pc:sldChg>
      <pc:sldChg chg="addSp delSp modSp add mod ord">
        <pc:chgData name="Beets, Simone (Dr) (Summerstrand Campus South)" userId="a9ed24f3-f7e1-440a-a32f-a1285e0bd405" providerId="ADAL" clId="{6575A83D-F3DB-4482-9906-1C8F11BB4F81}" dt="2026-02-27T08:31:24.740" v="32" actId="478"/>
        <pc:sldMkLst>
          <pc:docMk/>
          <pc:sldMk cId="333441223" sldId="341"/>
        </pc:sldMkLst>
        <pc:spChg chg="mod">
          <ac:chgData name="Beets, Simone (Dr) (Summerstrand Campus South)" userId="a9ed24f3-f7e1-440a-a32f-a1285e0bd405" providerId="ADAL" clId="{6575A83D-F3DB-4482-9906-1C8F11BB4F81}" dt="2026-02-27T08:29:23.205" v="24" actId="1076"/>
          <ac:spMkLst>
            <pc:docMk/>
            <pc:sldMk cId="333441223" sldId="341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6575A83D-F3DB-4482-9906-1C8F11BB4F81}" dt="2026-02-27T08:31:23.071" v="31" actId="1076"/>
          <ac:picMkLst>
            <pc:docMk/>
            <pc:sldMk cId="333441223" sldId="341"/>
            <ac:picMk id="3" creationId="{EA020F3B-8B25-4893-A4CC-97BB723A7C9B}"/>
          </ac:picMkLst>
        </pc:picChg>
        <pc:picChg chg="del">
          <ac:chgData name="Beets, Simone (Dr) (Summerstrand Campus South)" userId="a9ed24f3-f7e1-440a-a32f-a1285e0bd405" providerId="ADAL" clId="{6575A83D-F3DB-4482-9906-1C8F11BB4F81}" dt="2026-02-27T08:31:24.740" v="32" actId="478"/>
          <ac:picMkLst>
            <pc:docMk/>
            <pc:sldMk cId="333441223" sldId="341"/>
            <ac:picMk id="6" creationId="{E5A2FA59-91BD-4119-A8C4-E622C715D76D}"/>
          </ac:picMkLst>
        </pc:picChg>
      </pc:sldChg>
      <pc:sldChg chg="addSp modSp mod">
        <pc:chgData name="Beets, Simone (Dr) (Summerstrand Campus South)" userId="a9ed24f3-f7e1-440a-a32f-a1285e0bd405" providerId="ADAL" clId="{6575A83D-F3DB-4482-9906-1C8F11BB4F81}" dt="2026-03-01T21:34:14.500" v="255" actId="1036"/>
        <pc:sldMkLst>
          <pc:docMk/>
          <pc:sldMk cId="4249415124" sldId="346"/>
        </pc:sldMkLst>
        <pc:spChg chg="mod">
          <ac:chgData name="Beets, Simone (Dr) (Summerstrand Campus South)" userId="a9ed24f3-f7e1-440a-a32f-a1285e0bd405" providerId="ADAL" clId="{6575A83D-F3DB-4482-9906-1C8F11BB4F81}" dt="2026-03-01T21:34:07.443" v="254" actId="1035"/>
          <ac:spMkLst>
            <pc:docMk/>
            <pc:sldMk cId="4249415124" sldId="346"/>
            <ac:spMk id="2" creationId="{A7896730-78C7-D2FB-F4C7-A4A6A2E7D05E}"/>
          </ac:spMkLst>
        </pc:spChg>
        <pc:spChg chg="add mod">
          <ac:chgData name="Beets, Simone (Dr) (Summerstrand Campus South)" userId="a9ed24f3-f7e1-440a-a32f-a1285e0bd405" providerId="ADAL" clId="{6575A83D-F3DB-4482-9906-1C8F11BB4F81}" dt="2026-03-01T21:33:42.125" v="235" actId="6549"/>
          <ac:spMkLst>
            <pc:docMk/>
            <pc:sldMk cId="4249415124" sldId="346"/>
            <ac:spMk id="5" creationId="{21CC2E69-03B9-4A4D-98EF-C02EEAD26D36}"/>
          </ac:spMkLst>
        </pc:spChg>
        <pc:spChg chg="add mod">
          <ac:chgData name="Beets, Simone (Dr) (Summerstrand Campus South)" userId="a9ed24f3-f7e1-440a-a32f-a1285e0bd405" providerId="ADAL" clId="{6575A83D-F3DB-4482-9906-1C8F11BB4F81}" dt="2026-03-01T21:33:39.055" v="234" actId="6549"/>
          <ac:spMkLst>
            <pc:docMk/>
            <pc:sldMk cId="4249415124" sldId="346"/>
            <ac:spMk id="6" creationId="{5216609E-DBCA-46A1-A59F-DD7CD6A9CEFB}"/>
          </ac:spMkLst>
        </pc:spChg>
        <pc:spChg chg="mod">
          <ac:chgData name="Beets, Simone (Dr) (Summerstrand Campus South)" userId="a9ed24f3-f7e1-440a-a32f-a1285e0bd405" providerId="ADAL" clId="{6575A83D-F3DB-4482-9906-1C8F11BB4F81}" dt="2026-03-01T21:34:14.500" v="255" actId="1036"/>
          <ac:spMkLst>
            <pc:docMk/>
            <pc:sldMk cId="4249415124" sldId="346"/>
            <ac:spMk id="20483" creationId="{B43AE6C6-3968-75B2-1F1B-DEF3DFC4A194}"/>
          </ac:spMkLst>
        </pc:spChg>
      </pc:sldChg>
      <pc:sldChg chg="modNotesTx">
        <pc:chgData name="Beets, Simone (Dr) (Summerstrand Campus South)" userId="a9ed24f3-f7e1-440a-a32f-a1285e0bd405" providerId="ADAL" clId="{6575A83D-F3DB-4482-9906-1C8F11BB4F81}" dt="2026-03-03T10:50:23.835" v="760" actId="20577"/>
        <pc:sldMkLst>
          <pc:docMk/>
          <pc:sldMk cId="4247069512" sldId="348"/>
        </pc:sldMkLst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583071382" sldId="352"/>
        </pc:sldMkLst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2567004572" sldId="354"/>
        </pc:sldMkLst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1094026494" sldId="355"/>
        </pc:sldMkLst>
      </pc:sldChg>
      <pc:sldChg chg="add modNotesTx">
        <pc:chgData name="Beets, Simone (Dr) (Summerstrand Campus South)" userId="a9ed24f3-f7e1-440a-a32f-a1285e0bd405" providerId="ADAL" clId="{6575A83D-F3DB-4482-9906-1C8F11BB4F81}" dt="2026-03-01T21:45:50.020" v="539"/>
        <pc:sldMkLst>
          <pc:docMk/>
          <pc:sldMk cId="3907085252" sldId="357"/>
        </pc:sldMkLst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1528914622" sldId="358"/>
        </pc:sldMkLst>
      </pc:sldChg>
      <pc:sldChg chg="addSp modSp add mod modAnim">
        <pc:chgData name="Beets, Simone (Dr) (Summerstrand Campus South)" userId="a9ed24f3-f7e1-440a-a32f-a1285e0bd405" providerId="ADAL" clId="{6575A83D-F3DB-4482-9906-1C8F11BB4F81}" dt="2026-02-27T08:47:01.454" v="60"/>
        <pc:sldMkLst>
          <pc:docMk/>
          <pc:sldMk cId="4062962358" sldId="359"/>
        </pc:sldMkLst>
        <pc:spChg chg="add mod">
          <ac:chgData name="Beets, Simone (Dr) (Summerstrand Campus South)" userId="a9ed24f3-f7e1-440a-a32f-a1285e0bd405" providerId="ADAL" clId="{6575A83D-F3DB-4482-9906-1C8F11BB4F81}" dt="2026-02-27T08:45:01.737" v="54" actId="6549"/>
          <ac:spMkLst>
            <pc:docMk/>
            <pc:sldMk cId="4062962358" sldId="359"/>
            <ac:spMk id="10" creationId="{88A31310-07D8-4FCB-9EA0-D85A7AE14CE1}"/>
          </ac:spMkLst>
        </pc:spChg>
        <pc:picChg chg="add mod">
          <ac:chgData name="Beets, Simone (Dr) (Summerstrand Campus South)" userId="a9ed24f3-f7e1-440a-a32f-a1285e0bd405" providerId="ADAL" clId="{6575A83D-F3DB-4482-9906-1C8F11BB4F81}" dt="2026-02-27T08:46:33.441" v="56" actId="1076"/>
          <ac:picMkLst>
            <pc:docMk/>
            <pc:sldMk cId="4062962358" sldId="359"/>
            <ac:picMk id="11" creationId="{6F9D73EA-B258-4C53-B058-C7E548E463BB}"/>
          </ac:picMkLst>
        </pc:picChg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1615067123" sldId="360"/>
        </pc:sldMkLst>
      </pc:sldChg>
      <pc:sldChg chg="add">
        <pc:chgData name="Beets, Simone (Dr) (Summerstrand Campus South)" userId="a9ed24f3-f7e1-440a-a32f-a1285e0bd405" providerId="ADAL" clId="{6575A83D-F3DB-4482-9906-1C8F11BB4F81}" dt="2026-02-27T08:27:48.662" v="13"/>
        <pc:sldMkLst>
          <pc:docMk/>
          <pc:sldMk cId="2854956525" sldId="361"/>
        </pc:sldMkLst>
      </pc:sldChg>
      <pc:sldChg chg="add modNotesTx">
        <pc:chgData name="Beets, Simone (Dr) (Summerstrand Campus South)" userId="a9ed24f3-f7e1-440a-a32f-a1285e0bd405" providerId="ADAL" clId="{6575A83D-F3DB-4482-9906-1C8F11BB4F81}" dt="2026-03-03T10:49:19.031" v="756" actId="6549"/>
        <pc:sldMkLst>
          <pc:docMk/>
          <pc:sldMk cId="2845008166" sldId="362"/>
        </pc:sldMkLst>
      </pc:sldChg>
      <pc:sldChg chg="modSp add">
        <pc:chgData name="Beets, Simone (Dr) (Summerstrand Campus South)" userId="a9ed24f3-f7e1-440a-a32f-a1285e0bd405" providerId="ADAL" clId="{6575A83D-F3DB-4482-9906-1C8F11BB4F81}" dt="2026-03-01T21:45:28.493" v="538" actId="113"/>
        <pc:sldMkLst>
          <pc:docMk/>
          <pc:sldMk cId="2331509468" sldId="363"/>
        </pc:sldMkLst>
        <pc:spChg chg="mod">
          <ac:chgData name="Beets, Simone (Dr) (Summerstrand Campus South)" userId="a9ed24f3-f7e1-440a-a32f-a1285e0bd405" providerId="ADAL" clId="{6575A83D-F3DB-4482-9906-1C8F11BB4F81}" dt="2026-03-01T21:45:25.385" v="537" actId="113"/>
          <ac:spMkLst>
            <pc:docMk/>
            <pc:sldMk cId="2331509468" sldId="363"/>
            <ac:spMk id="4" creationId="{9E9D1EC1-E3AA-5B77-33E9-FA6301517E1A}"/>
          </ac:spMkLst>
        </pc:spChg>
        <pc:spChg chg="mod">
          <ac:chgData name="Beets, Simone (Dr) (Summerstrand Campus South)" userId="a9ed24f3-f7e1-440a-a32f-a1285e0bd405" providerId="ADAL" clId="{6575A83D-F3DB-4482-9906-1C8F11BB4F81}" dt="2026-03-01T21:45:28.493" v="538" actId="113"/>
          <ac:spMkLst>
            <pc:docMk/>
            <pc:sldMk cId="2331509468" sldId="363"/>
            <ac:spMk id="5" creationId="{CCCF675C-80C5-F5AF-2F25-1F5B04D89FF7}"/>
          </ac:spMkLst>
        </pc:spChg>
      </pc:sldChg>
      <pc:sldChg chg="del">
        <pc:chgData name="Beets, Simone (Dr) (Summerstrand Campus South)" userId="a9ed24f3-f7e1-440a-a32f-a1285e0bd405" providerId="ADAL" clId="{6575A83D-F3DB-4482-9906-1C8F11BB4F81}" dt="2026-02-27T08:27:20.580" v="12" actId="47"/>
        <pc:sldMkLst>
          <pc:docMk/>
          <pc:sldMk cId="745339609" sldId="365"/>
        </pc:sldMkLst>
      </pc:sldChg>
      <pc:sldChg chg="modNotesTx">
        <pc:chgData name="Beets, Simone (Dr) (Summerstrand Campus South)" userId="a9ed24f3-f7e1-440a-a32f-a1285e0bd405" providerId="ADAL" clId="{6575A83D-F3DB-4482-9906-1C8F11BB4F81}" dt="2026-03-03T10:49:49.969" v="757" actId="20577"/>
        <pc:sldMkLst>
          <pc:docMk/>
          <pc:sldMk cId="193908100" sldId="366"/>
        </pc:sldMkLst>
      </pc:sldChg>
      <pc:sldChg chg="modSp mod">
        <pc:chgData name="Beets, Simone (Dr) (Summerstrand Campus South)" userId="a9ed24f3-f7e1-440a-a32f-a1285e0bd405" providerId="ADAL" clId="{6575A83D-F3DB-4482-9906-1C8F11BB4F81}" dt="2026-03-01T21:22:04.758" v="165" actId="20577"/>
        <pc:sldMkLst>
          <pc:docMk/>
          <pc:sldMk cId="1943306920" sldId="367"/>
        </pc:sldMkLst>
        <pc:spChg chg="mod">
          <ac:chgData name="Beets, Simone (Dr) (Summerstrand Campus South)" userId="a9ed24f3-f7e1-440a-a32f-a1285e0bd405" providerId="ADAL" clId="{6575A83D-F3DB-4482-9906-1C8F11BB4F81}" dt="2026-03-01T21:22:04.758" v="165" actId="20577"/>
          <ac:spMkLst>
            <pc:docMk/>
            <pc:sldMk cId="1943306920" sldId="367"/>
            <ac:spMk id="21" creationId="{E0635D27-E8F2-C386-CC4C-EE4583CC6607}"/>
          </ac:spMkLst>
        </pc:spChg>
      </pc:sldChg>
      <pc:sldChg chg="modNotesTx">
        <pc:chgData name="Beets, Simone (Dr) (Summerstrand Campus South)" userId="a9ed24f3-f7e1-440a-a32f-a1285e0bd405" providerId="ADAL" clId="{6575A83D-F3DB-4482-9906-1C8F11BB4F81}" dt="2026-03-03T10:49:51.863" v="758" actId="20577"/>
        <pc:sldMkLst>
          <pc:docMk/>
          <pc:sldMk cId="1679562004" sldId="368"/>
        </pc:sldMkLst>
      </pc:sldChg>
      <pc:sldChg chg="modNotesTx">
        <pc:chgData name="Beets, Simone (Dr) (Summerstrand Campus South)" userId="a9ed24f3-f7e1-440a-a32f-a1285e0bd405" providerId="ADAL" clId="{6575A83D-F3DB-4482-9906-1C8F11BB4F81}" dt="2026-03-03T10:49:53.762" v="759" actId="20577"/>
        <pc:sldMkLst>
          <pc:docMk/>
          <pc:sldMk cId="1853407" sldId="369"/>
        </pc:sldMkLst>
      </pc:sldChg>
      <pc:sldChg chg="modSp">
        <pc:chgData name="Beets, Simone (Dr) (Summerstrand Campus South)" userId="a9ed24f3-f7e1-440a-a32f-a1285e0bd405" providerId="ADAL" clId="{6575A83D-F3DB-4482-9906-1C8F11BB4F81}" dt="2026-03-01T23:04:53.315" v="733" actId="113"/>
        <pc:sldMkLst>
          <pc:docMk/>
          <pc:sldMk cId="734426289" sldId="373"/>
        </pc:sldMkLst>
        <pc:spChg chg="mod">
          <ac:chgData name="Beets, Simone (Dr) (Summerstrand Campus South)" userId="a9ed24f3-f7e1-440a-a32f-a1285e0bd405" providerId="ADAL" clId="{6575A83D-F3DB-4482-9906-1C8F11BB4F81}" dt="2026-03-01T23:04:53.315" v="733" actId="113"/>
          <ac:spMkLst>
            <pc:docMk/>
            <pc:sldMk cId="734426289" sldId="373"/>
            <ac:spMk id="20483" creationId="{2D685E7F-863E-1EBF-26CE-4C0D1E8CB041}"/>
          </ac:spMkLst>
        </pc:spChg>
      </pc:sldChg>
      <pc:sldChg chg="modNotesTx">
        <pc:chgData name="Beets, Simone (Dr) (Summerstrand Campus South)" userId="a9ed24f3-f7e1-440a-a32f-a1285e0bd405" providerId="ADAL" clId="{6575A83D-F3DB-4482-9906-1C8F11BB4F81}" dt="2026-03-01T21:28:17.205" v="200" actId="20577"/>
        <pc:sldMkLst>
          <pc:docMk/>
          <pc:sldMk cId="4232052156" sldId="374"/>
        </pc:sldMkLst>
      </pc:sldChg>
      <pc:sldChg chg="modSp">
        <pc:chgData name="Beets, Simone (Dr) (Summerstrand Campus South)" userId="a9ed24f3-f7e1-440a-a32f-a1285e0bd405" providerId="ADAL" clId="{6575A83D-F3DB-4482-9906-1C8F11BB4F81}" dt="2026-03-01T23:05:02.127" v="734" actId="113"/>
        <pc:sldMkLst>
          <pc:docMk/>
          <pc:sldMk cId="1470916720" sldId="375"/>
        </pc:sldMkLst>
        <pc:spChg chg="mod">
          <ac:chgData name="Beets, Simone (Dr) (Summerstrand Campus South)" userId="a9ed24f3-f7e1-440a-a32f-a1285e0bd405" providerId="ADAL" clId="{6575A83D-F3DB-4482-9906-1C8F11BB4F81}" dt="2026-03-01T23:05:02.127" v="734" actId="113"/>
          <ac:spMkLst>
            <pc:docMk/>
            <pc:sldMk cId="1470916720" sldId="375"/>
            <ac:spMk id="20483" creationId="{937E8B8B-6159-B92C-1CD3-ED607B96AE27}"/>
          </ac:spMkLst>
        </pc:spChg>
      </pc:sldChg>
      <pc:sldChg chg="del">
        <pc:chgData name="Beets, Simone (Dr) (Summerstrand Campus South)" userId="a9ed24f3-f7e1-440a-a32f-a1285e0bd405" providerId="ADAL" clId="{6575A83D-F3DB-4482-9906-1C8F11BB4F81}" dt="2026-03-01T21:33:06.154" v="232" actId="47"/>
        <pc:sldMkLst>
          <pc:docMk/>
          <pc:sldMk cId="4237056731" sldId="379"/>
        </pc:sldMkLst>
      </pc:sldChg>
      <pc:sldChg chg="modNotesTx">
        <pc:chgData name="Beets, Simone (Dr) (Summerstrand Campus South)" userId="a9ed24f3-f7e1-440a-a32f-a1285e0bd405" providerId="ADAL" clId="{6575A83D-F3DB-4482-9906-1C8F11BB4F81}" dt="2026-03-03T10:50:26.367" v="761" actId="20577"/>
        <pc:sldMkLst>
          <pc:docMk/>
          <pc:sldMk cId="2112352835" sldId="380"/>
        </pc:sldMkLst>
      </pc:sldChg>
      <pc:sldChg chg="modNotesTx">
        <pc:chgData name="Beets, Simone (Dr) (Summerstrand Campus South)" userId="a9ed24f3-f7e1-440a-a32f-a1285e0bd405" providerId="ADAL" clId="{6575A83D-F3DB-4482-9906-1C8F11BB4F81}" dt="2026-03-03T10:50:28.481" v="762" actId="20577"/>
        <pc:sldMkLst>
          <pc:docMk/>
          <pc:sldMk cId="3520987890" sldId="381"/>
        </pc:sldMkLst>
      </pc:sldChg>
      <pc:sldChg chg="modNotesTx">
        <pc:chgData name="Beets, Simone (Dr) (Summerstrand Campus South)" userId="a9ed24f3-f7e1-440a-a32f-a1285e0bd405" providerId="ADAL" clId="{6575A83D-F3DB-4482-9906-1C8F11BB4F81}" dt="2026-03-03T10:50:30.488" v="763" actId="20577"/>
        <pc:sldMkLst>
          <pc:docMk/>
          <pc:sldMk cId="1482955239" sldId="382"/>
        </pc:sldMkLst>
      </pc:sldChg>
      <pc:sldChg chg="modNotesTx">
        <pc:chgData name="Beets, Simone (Dr) (Summerstrand Campus South)" userId="a9ed24f3-f7e1-440a-a32f-a1285e0bd405" providerId="ADAL" clId="{6575A83D-F3DB-4482-9906-1C8F11BB4F81}" dt="2026-03-03T10:50:37.567" v="764" actId="20577"/>
        <pc:sldMkLst>
          <pc:docMk/>
          <pc:sldMk cId="2755305679" sldId="384"/>
        </pc:sldMkLst>
      </pc:sldChg>
      <pc:sldChg chg="modSp">
        <pc:chgData name="Beets, Simone (Dr) (Summerstrand Campus South)" userId="a9ed24f3-f7e1-440a-a32f-a1285e0bd405" providerId="ADAL" clId="{6575A83D-F3DB-4482-9906-1C8F11BB4F81}" dt="2026-03-01T23:00:02.352" v="730" actId="113"/>
        <pc:sldMkLst>
          <pc:docMk/>
          <pc:sldMk cId="2929070598" sldId="387"/>
        </pc:sldMkLst>
        <pc:spChg chg="mod">
          <ac:chgData name="Beets, Simone (Dr) (Summerstrand Campus South)" userId="a9ed24f3-f7e1-440a-a32f-a1285e0bd405" providerId="ADAL" clId="{6575A83D-F3DB-4482-9906-1C8F11BB4F81}" dt="2026-03-01T23:00:02.352" v="730" actId="113"/>
          <ac:spMkLst>
            <pc:docMk/>
            <pc:sldMk cId="2929070598" sldId="387"/>
            <ac:spMk id="20483" creationId="{E7F739D5-2A74-7367-32E4-AA9066CF8CA6}"/>
          </ac:spMkLst>
        </pc:spChg>
      </pc:sldChg>
      <pc:sldChg chg="addSp delSp modSp add mod">
        <pc:chgData name="Beets, Simone (Dr) (Summerstrand Campus South)" userId="a9ed24f3-f7e1-440a-a32f-a1285e0bd405" providerId="ADAL" clId="{6575A83D-F3DB-4482-9906-1C8F11BB4F81}" dt="2026-02-27T08:48:13.033" v="76" actId="20577"/>
        <pc:sldMkLst>
          <pc:docMk/>
          <pc:sldMk cId="1058167056" sldId="389"/>
        </pc:sldMkLst>
        <pc:spChg chg="mod">
          <ac:chgData name="Beets, Simone (Dr) (Summerstrand Campus South)" userId="a9ed24f3-f7e1-440a-a32f-a1285e0bd405" providerId="ADAL" clId="{6575A83D-F3DB-4482-9906-1C8F11BB4F81}" dt="2026-02-27T08:48:13.033" v="76" actId="20577"/>
          <ac:spMkLst>
            <pc:docMk/>
            <pc:sldMk cId="1058167056" sldId="389"/>
            <ac:spMk id="8" creationId="{5C1A5F8D-5E28-431E-9C4E-F84AAEA7BB92}"/>
          </ac:spMkLst>
        </pc:spChg>
        <pc:picChg chg="del">
          <ac:chgData name="Beets, Simone (Dr) (Summerstrand Campus South)" userId="a9ed24f3-f7e1-440a-a32f-a1285e0bd405" providerId="ADAL" clId="{6575A83D-F3DB-4482-9906-1C8F11BB4F81}" dt="2026-02-27T08:48:03.992" v="67" actId="478"/>
          <ac:picMkLst>
            <pc:docMk/>
            <pc:sldMk cId="1058167056" sldId="389"/>
            <ac:picMk id="3" creationId="{EA020F3B-8B25-4893-A4CC-97BB723A7C9B}"/>
          </ac:picMkLst>
        </pc:picChg>
        <pc:picChg chg="add mod">
          <ac:chgData name="Beets, Simone (Dr) (Summerstrand Campus South)" userId="a9ed24f3-f7e1-440a-a32f-a1285e0bd405" providerId="ADAL" clId="{6575A83D-F3DB-4482-9906-1C8F11BB4F81}" dt="2026-02-27T08:48:07.176" v="68" actId="1076"/>
          <ac:picMkLst>
            <pc:docMk/>
            <pc:sldMk cId="1058167056" sldId="389"/>
            <ac:picMk id="4" creationId="{3FEB1F24-A7E4-4E54-86AA-4DA7A348028D}"/>
          </ac:picMkLst>
        </pc:picChg>
      </pc:sldChg>
      <pc:sldChg chg="addSp delSp modSp add mod">
        <pc:chgData name="Beets, Simone (Dr) (Summerstrand Campus South)" userId="a9ed24f3-f7e1-440a-a32f-a1285e0bd405" providerId="ADAL" clId="{6575A83D-F3DB-4482-9906-1C8F11BB4F81}" dt="2026-03-01T21:21:32.784" v="163" actId="207"/>
        <pc:sldMkLst>
          <pc:docMk/>
          <pc:sldMk cId="2683463251" sldId="390"/>
        </pc:sldMkLst>
        <pc:spChg chg="del">
          <ac:chgData name="Beets, Simone (Dr) (Summerstrand Campus South)" userId="a9ed24f3-f7e1-440a-a32f-a1285e0bd405" providerId="ADAL" clId="{6575A83D-F3DB-4482-9906-1C8F11BB4F81}" dt="2026-02-27T08:48:29.744" v="78" actId="478"/>
          <ac:spMkLst>
            <pc:docMk/>
            <pc:sldMk cId="2683463251" sldId="390"/>
            <ac:spMk id="7" creationId="{289984F3-4A8C-41E9-8906-722BFDD32DF7}"/>
          </ac:spMkLst>
        </pc:spChg>
        <pc:spChg chg="del">
          <ac:chgData name="Beets, Simone (Dr) (Summerstrand Campus South)" userId="a9ed24f3-f7e1-440a-a32f-a1285e0bd405" providerId="ADAL" clId="{6575A83D-F3DB-4482-9906-1C8F11BB4F81}" dt="2026-03-01T21:20:49.444" v="157" actId="478"/>
          <ac:spMkLst>
            <pc:docMk/>
            <pc:sldMk cId="2683463251" sldId="390"/>
            <ac:spMk id="8" creationId="{5C1A5F8D-5E28-431E-9C4E-F84AAEA7BB92}"/>
          </ac:spMkLst>
        </pc:spChg>
        <pc:spChg chg="add del mod">
          <ac:chgData name="Beets, Simone (Dr) (Summerstrand Campus South)" userId="a9ed24f3-f7e1-440a-a32f-a1285e0bd405" providerId="ADAL" clId="{6575A83D-F3DB-4482-9906-1C8F11BB4F81}" dt="2026-03-01T21:20:30.285" v="151" actId="478"/>
          <ac:spMkLst>
            <pc:docMk/>
            <pc:sldMk cId="2683463251" sldId="390"/>
            <ac:spMk id="9" creationId="{6C393B99-A8B0-46ED-9AB5-B38F4EADAA4A}"/>
          </ac:spMkLst>
        </pc:spChg>
        <pc:spChg chg="add mod">
          <ac:chgData name="Beets, Simone (Dr) (Summerstrand Campus South)" userId="a9ed24f3-f7e1-440a-a32f-a1285e0bd405" providerId="ADAL" clId="{6575A83D-F3DB-4482-9906-1C8F11BB4F81}" dt="2026-03-01T21:20:46.196" v="156" actId="1076"/>
          <ac:spMkLst>
            <pc:docMk/>
            <pc:sldMk cId="2683463251" sldId="390"/>
            <ac:spMk id="10" creationId="{89F067E5-8F4D-47E1-84B1-BCA5AC4CCF74}"/>
          </ac:spMkLst>
        </pc:spChg>
        <pc:graphicFrameChg chg="add mod modGraphic">
          <ac:chgData name="Beets, Simone (Dr) (Summerstrand Campus South)" userId="a9ed24f3-f7e1-440a-a32f-a1285e0bd405" providerId="ADAL" clId="{6575A83D-F3DB-4482-9906-1C8F11BB4F81}" dt="2026-03-01T21:21:32.784" v="163" actId="207"/>
          <ac:graphicFrameMkLst>
            <pc:docMk/>
            <pc:sldMk cId="2683463251" sldId="390"/>
            <ac:graphicFrameMk id="3" creationId="{E879C09E-7A09-4578-9916-3452CF8B517A}"/>
          </ac:graphicFrameMkLst>
        </pc:graphicFrameChg>
        <pc:picChg chg="del">
          <ac:chgData name="Beets, Simone (Dr) (Summerstrand Campus South)" userId="a9ed24f3-f7e1-440a-a32f-a1285e0bd405" providerId="ADAL" clId="{6575A83D-F3DB-4482-9906-1C8F11BB4F81}" dt="2026-02-27T08:48:30.648" v="79" actId="478"/>
          <ac:picMkLst>
            <pc:docMk/>
            <pc:sldMk cId="2683463251" sldId="390"/>
            <ac:picMk id="4" creationId="{3FEB1F24-A7E4-4E54-86AA-4DA7A348028D}"/>
          </ac:picMkLst>
        </pc:picChg>
        <pc:picChg chg="add mod ord">
          <ac:chgData name="Beets, Simone (Dr) (Summerstrand Campus South)" userId="a9ed24f3-f7e1-440a-a32f-a1285e0bd405" providerId="ADAL" clId="{6575A83D-F3DB-4482-9906-1C8F11BB4F81}" dt="2026-03-01T21:20:26.927" v="150" actId="166"/>
          <ac:picMkLst>
            <pc:docMk/>
            <pc:sldMk cId="2683463251" sldId="390"/>
            <ac:picMk id="5" creationId="{28DBB092-D668-41F5-B372-5DD468C8C124}"/>
          </ac:picMkLst>
        </pc:picChg>
      </pc:sldChg>
      <pc:sldChg chg="add del">
        <pc:chgData name="Beets, Simone (Dr) (Summerstrand Campus South)" userId="a9ed24f3-f7e1-440a-a32f-a1285e0bd405" providerId="ADAL" clId="{6575A83D-F3DB-4482-9906-1C8F11BB4F81}" dt="2026-03-01T21:30:44.903" v="202" actId="2696"/>
        <pc:sldMkLst>
          <pc:docMk/>
          <pc:sldMk cId="3355175181" sldId="391"/>
        </pc:sldMkLst>
      </pc:sldChg>
      <pc:sldChg chg="addSp delSp modSp add mod">
        <pc:chgData name="Beets, Simone (Dr) (Summerstrand Campus South)" userId="a9ed24f3-f7e1-440a-a32f-a1285e0bd405" providerId="ADAL" clId="{6575A83D-F3DB-4482-9906-1C8F11BB4F81}" dt="2026-03-01T21:31:50.245" v="211" actId="1076"/>
        <pc:sldMkLst>
          <pc:docMk/>
          <pc:sldMk cId="3473815725" sldId="391"/>
        </pc:sldMkLst>
        <pc:spChg chg="mod">
          <ac:chgData name="Beets, Simone (Dr) (Summerstrand Campus South)" userId="a9ed24f3-f7e1-440a-a32f-a1285e0bd405" providerId="ADAL" clId="{6575A83D-F3DB-4482-9906-1C8F11BB4F81}" dt="2026-03-01T21:31:08.494" v="206" actId="1076"/>
          <ac:spMkLst>
            <pc:docMk/>
            <pc:sldMk cId="3473815725" sldId="391"/>
            <ac:spMk id="8" creationId="{5C1A5F8D-5E28-431E-9C4E-F84AAEA7BB92}"/>
          </ac:spMkLst>
        </pc:spChg>
        <pc:picChg chg="add mod">
          <ac:chgData name="Beets, Simone (Dr) (Summerstrand Campus South)" userId="a9ed24f3-f7e1-440a-a32f-a1285e0bd405" providerId="ADAL" clId="{6575A83D-F3DB-4482-9906-1C8F11BB4F81}" dt="2026-03-01T21:31:50.245" v="211" actId="1076"/>
          <ac:picMkLst>
            <pc:docMk/>
            <pc:sldMk cId="3473815725" sldId="391"/>
            <ac:picMk id="3" creationId="{99A2B79A-E316-4FD5-9FA4-D4B04FEF1C27}"/>
          </ac:picMkLst>
        </pc:picChg>
        <pc:picChg chg="del">
          <ac:chgData name="Beets, Simone (Dr) (Summerstrand Campus South)" userId="a9ed24f3-f7e1-440a-a32f-a1285e0bd405" providerId="ADAL" clId="{6575A83D-F3DB-4482-9906-1C8F11BB4F81}" dt="2026-03-01T21:31:48.612" v="210" actId="478"/>
          <ac:picMkLst>
            <pc:docMk/>
            <pc:sldMk cId="3473815725" sldId="391"/>
            <ac:picMk id="4" creationId="{3FEB1F24-A7E4-4E54-86AA-4DA7A348028D}"/>
          </ac:picMkLst>
        </pc:picChg>
      </pc:sldChg>
      <pc:sldChg chg="addSp delSp modSp add mod">
        <pc:chgData name="Beets, Simone (Dr) (Summerstrand Campus South)" userId="a9ed24f3-f7e1-440a-a32f-a1285e0bd405" providerId="ADAL" clId="{6575A83D-F3DB-4482-9906-1C8F11BB4F81}" dt="2026-03-01T21:33:00.741" v="231" actId="404"/>
        <pc:sldMkLst>
          <pc:docMk/>
          <pc:sldMk cId="816613959" sldId="392"/>
        </pc:sldMkLst>
        <pc:spChg chg="mod">
          <ac:chgData name="Beets, Simone (Dr) (Summerstrand Campus South)" userId="a9ed24f3-f7e1-440a-a32f-a1285e0bd405" providerId="ADAL" clId="{6575A83D-F3DB-4482-9906-1C8F11BB4F81}" dt="2026-03-01T21:33:00.741" v="231" actId="404"/>
          <ac:spMkLst>
            <pc:docMk/>
            <pc:sldMk cId="816613959" sldId="392"/>
            <ac:spMk id="10" creationId="{89F067E5-8F4D-47E1-84B1-BCA5AC4CCF74}"/>
          </ac:spMkLst>
        </pc:spChg>
        <pc:graphicFrameChg chg="mod">
          <ac:chgData name="Beets, Simone (Dr) (Summerstrand Campus South)" userId="a9ed24f3-f7e1-440a-a32f-a1285e0bd405" providerId="ADAL" clId="{6575A83D-F3DB-4482-9906-1C8F11BB4F81}" dt="2026-03-01T21:32:40.221" v="226" actId="20577"/>
          <ac:graphicFrameMkLst>
            <pc:docMk/>
            <pc:sldMk cId="816613959" sldId="392"/>
            <ac:graphicFrameMk id="3" creationId="{E879C09E-7A09-4578-9916-3452CF8B517A}"/>
          </ac:graphicFrameMkLst>
        </pc:graphicFrameChg>
        <pc:picChg chg="del">
          <ac:chgData name="Beets, Simone (Dr) (Summerstrand Campus South)" userId="a9ed24f3-f7e1-440a-a32f-a1285e0bd405" providerId="ADAL" clId="{6575A83D-F3DB-4482-9906-1C8F11BB4F81}" dt="2026-03-01T21:32:03.708" v="215" actId="478"/>
          <ac:picMkLst>
            <pc:docMk/>
            <pc:sldMk cId="816613959" sldId="392"/>
            <ac:picMk id="5" creationId="{28DBB092-D668-41F5-B372-5DD468C8C124}"/>
          </ac:picMkLst>
        </pc:picChg>
        <pc:picChg chg="add mod">
          <ac:chgData name="Beets, Simone (Dr) (Summerstrand Campus South)" userId="a9ed24f3-f7e1-440a-a32f-a1285e0bd405" providerId="ADAL" clId="{6575A83D-F3DB-4482-9906-1C8F11BB4F81}" dt="2026-03-01T21:32:49.482" v="227" actId="1076"/>
          <ac:picMkLst>
            <pc:docMk/>
            <pc:sldMk cId="816613959" sldId="392"/>
            <ac:picMk id="6" creationId="{3DFEFA6E-1608-44AB-BE2D-18FD1B479ACD}"/>
          </ac:picMkLst>
        </pc:picChg>
      </pc:sldChg>
      <pc:sldChg chg="modSp add mod modAnim">
        <pc:chgData name="Beets, Simone (Dr) (Summerstrand Campus South)" userId="a9ed24f3-f7e1-440a-a32f-a1285e0bd405" providerId="ADAL" clId="{6575A83D-F3DB-4482-9906-1C8F11BB4F81}" dt="2026-03-01T21:43:07.663" v="536" actId="14"/>
        <pc:sldMkLst>
          <pc:docMk/>
          <pc:sldMk cId="3119678275" sldId="393"/>
        </pc:sldMkLst>
        <pc:spChg chg="mod">
          <ac:chgData name="Beets, Simone (Dr) (Summerstrand Campus South)" userId="a9ed24f3-f7e1-440a-a32f-a1285e0bd405" providerId="ADAL" clId="{6575A83D-F3DB-4482-9906-1C8F11BB4F81}" dt="2026-03-01T21:41:50.917" v="389" actId="20577"/>
          <ac:spMkLst>
            <pc:docMk/>
            <pc:sldMk cId="3119678275" sldId="393"/>
            <ac:spMk id="20482" creationId="{A119BDA9-0931-E9A8-16D4-2BCF959DDB9B}"/>
          </ac:spMkLst>
        </pc:spChg>
        <pc:spChg chg="mod">
          <ac:chgData name="Beets, Simone (Dr) (Summerstrand Campus South)" userId="a9ed24f3-f7e1-440a-a32f-a1285e0bd405" providerId="ADAL" clId="{6575A83D-F3DB-4482-9906-1C8F11BB4F81}" dt="2026-03-01T21:43:07.663" v="536" actId="14"/>
          <ac:spMkLst>
            <pc:docMk/>
            <pc:sldMk cId="3119678275" sldId="393"/>
            <ac:spMk id="20483" creationId="{3A1DE82A-4B0E-F7FB-8231-5BDDE37723BB}"/>
          </ac:spMkLst>
        </pc:spChg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  <pc:spChg chg="add del mod">
          <ac:chgData name="Simone Beets" userId="5adb261a4dd6137b" providerId="LiveId" clId="{8E40C75F-2910-4AF8-AED2-E5C88E90B87F}" dt="2025-03-09T16:45:41.553" v="740" actId="478"/>
          <ac:spMkLst>
            <pc:docMk/>
            <pc:sldMk cId="0" sldId="257"/>
            <ac:spMk id="2" creationId="{800FBB68-165B-BD10-3976-C77A2332C894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5" creationId="{47CE47C6-DFAE-27DE-769A-92EC0DEEBC0D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6" creationId="{63FC60AD-0D01-23CD-9FBA-101BE360BB99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7" creationId="{55432376-0982-4799-80FC-563DD38865F5}"/>
          </ac:spMkLst>
        </pc:spChg>
        <pc:spChg chg="add del mod">
          <ac:chgData name="Simone Beets" userId="5adb261a4dd6137b" providerId="LiveId" clId="{8E40C75F-2910-4AF8-AED2-E5C88E90B87F}" dt="2025-03-09T16:46:01.833" v="743" actId="478"/>
          <ac:spMkLst>
            <pc:docMk/>
            <pc:sldMk cId="0" sldId="257"/>
            <ac:spMk id="8" creationId="{855908CC-39A5-3F55-C55A-B90367164DEF}"/>
          </ac:spMkLst>
        </pc:spChg>
        <pc:spChg chg="add del mod">
          <ac:chgData name="Simone Beets" userId="5adb261a4dd6137b" providerId="LiveId" clId="{8E40C75F-2910-4AF8-AED2-E5C88E90B87F}" dt="2025-03-09T17:04:50.350" v="1404" actId="478"/>
          <ac:spMkLst>
            <pc:docMk/>
            <pc:sldMk cId="0" sldId="257"/>
            <ac:spMk id="9" creationId="{C28FC20D-A4A7-D5A7-B064-20881AB01922}"/>
          </ac:spMkLst>
        </pc:spChg>
        <pc:spChg chg="add del mod">
          <ac:chgData name="Simone Beets" userId="5adb261a4dd6137b" providerId="LiveId" clId="{8E40C75F-2910-4AF8-AED2-E5C88E90B87F}" dt="2025-03-09T17:04:52.486" v="1405" actId="478"/>
          <ac:spMkLst>
            <pc:docMk/>
            <pc:sldMk cId="0" sldId="257"/>
            <ac:spMk id="10" creationId="{196ED3A0-7864-636B-1557-1D887C130AE1}"/>
          </ac:spMkLst>
        </pc:spChg>
        <pc:spChg chg="add del mod">
          <ac:chgData name="Simone Beets" userId="5adb261a4dd6137b" providerId="LiveId" clId="{8E40C75F-2910-4AF8-AED2-E5C88E90B87F}" dt="2025-03-09T17:04:50.350" v="1404" actId="478"/>
          <ac:spMkLst>
            <pc:docMk/>
            <pc:sldMk cId="0" sldId="257"/>
            <ac:spMk id="11" creationId="{5F79406B-D13E-0DBE-0BC3-FF7417701D37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2" creationId="{8946D6A7-6524-4513-4D13-25A0D2253361}"/>
          </ac:spMkLst>
        </pc:spChg>
        <pc:spChg chg="del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3" creationId="{2622C16E-80C6-7522-C42B-BAD11E6FD4D1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4" creationId="{2122C134-FAA4-1C91-9749-334B64CF7A80}"/>
          </ac:spMkLst>
        </pc:spChg>
        <pc:spChg chg="add del mod">
          <ac:chgData name="Simone Beets" userId="5adb261a4dd6137b" providerId="LiveId" clId="{8E40C75F-2910-4AF8-AED2-E5C88E90B87F}" dt="2025-03-09T17:04:47.972" v="1403" actId="478"/>
          <ac:spMkLst>
            <pc:docMk/>
            <pc:sldMk cId="0" sldId="257"/>
            <ac:spMk id="15" creationId="{F130B026-9AAA-4F4F-1CF3-C9044923BE4B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19" creationId="{52D7C0F5-24CA-2D8E-A4BB-257AC2B93F59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0" creationId="{655F3371-B171-C59B-60A7-54BFA93BEE59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1" creationId="{94B004DF-B878-E9EB-74B0-13A6A9FFA0B8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3" creationId="{301D81AC-B0A8-5167-E235-08AAA44F45BC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4" creationId="{D9D23BBE-1B2C-ADD3-138F-6085CF71A775}"/>
          </ac:spMkLst>
        </pc:spChg>
        <pc:spChg chg="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5" creationId="{E17A9BB3-6D06-F2A4-4A85-8E1788B30E27}"/>
          </ac:spMkLst>
        </pc:spChg>
        <pc:spChg chg="add 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6" creationId="{8EFAA2B9-6BC6-8867-6EF6-17F7C22343D1}"/>
          </ac:spMkLst>
        </pc:spChg>
        <pc:spChg chg="add 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7" creationId="{EF8D09FF-D4D5-1987-07EF-6DEAA1332465}"/>
          </ac:spMkLst>
        </pc:spChg>
        <pc:spChg chg="add mod">
          <ac:chgData name="Simone Beets" userId="5adb261a4dd6137b" providerId="LiveId" clId="{8E40C75F-2910-4AF8-AED2-E5C88E90B87F}" dt="2025-03-09T17:04:58.748" v="1406"/>
          <ac:spMkLst>
            <pc:docMk/>
            <pc:sldMk cId="0" sldId="257"/>
            <ac:spMk id="29" creationId="{B618EEEC-F686-A299-310B-7C96487D8B6F}"/>
          </ac:spMkLst>
        </pc:spChg>
        <pc:spChg chg="mod">
          <ac:chgData name="Simone Beets" userId="5adb261a4dd6137b" providerId="LiveId" clId="{8E40C75F-2910-4AF8-AED2-E5C88E90B87F}" dt="2025-03-09T17:05:22.006" v="1412" actId="207"/>
          <ac:spMkLst>
            <pc:docMk/>
            <pc:sldMk cId="0" sldId="257"/>
            <ac:spMk id="33" creationId="{89B37642-905B-162F-FA54-B27A061D3657}"/>
          </ac:spMkLst>
        </pc:spChg>
        <pc:spChg chg="mod">
          <ac:chgData name="Simone Beets" userId="5adb261a4dd6137b" providerId="LiveId" clId="{8E40C75F-2910-4AF8-AED2-E5C88E90B87F}" dt="2025-03-09T17:06:40.515" v="1421" actId="207"/>
          <ac:spMkLst>
            <pc:docMk/>
            <pc:sldMk cId="0" sldId="257"/>
            <ac:spMk id="34" creationId="{981863FF-58B8-70E0-9B2C-BAE178ADB77A}"/>
          </ac:spMkLst>
        </pc:spChg>
        <pc:spChg chg="mod">
          <ac:chgData name="Simone Beets" userId="5adb261a4dd6137b" providerId="LiveId" clId="{8E40C75F-2910-4AF8-AED2-E5C88E90B87F}" dt="2025-03-09T17:06:43.396" v="1422" actId="207"/>
          <ac:spMkLst>
            <pc:docMk/>
            <pc:sldMk cId="0" sldId="257"/>
            <ac:spMk id="35" creationId="{513B5516-D1DD-BBF8-50A3-98505E9B8261}"/>
          </ac:spMkLst>
        </pc:spChg>
        <pc:spChg chg="mod">
          <ac:chgData name="Simone Beets" userId="5adb261a4dd6137b" providerId="LiveId" clId="{8E40C75F-2910-4AF8-AED2-E5C88E90B87F}" dt="2025-03-09T17:05:24.609" v="1413" actId="207"/>
          <ac:spMkLst>
            <pc:docMk/>
            <pc:sldMk cId="0" sldId="257"/>
            <ac:spMk id="37" creationId="{A8B4CD8A-6B48-DBB1-FEB3-62271E3D52E5}"/>
          </ac:spMkLst>
        </pc:spChg>
        <pc:spChg chg="mod">
          <ac:chgData name="Simone Beets" userId="5adb261a4dd6137b" providerId="LiveId" clId="{8E40C75F-2910-4AF8-AED2-E5C88E90B87F}" dt="2025-03-09T17:06:36.541" v="1420" actId="207"/>
          <ac:spMkLst>
            <pc:docMk/>
            <pc:sldMk cId="0" sldId="257"/>
            <ac:spMk id="38" creationId="{AAF8B9D9-8F69-8F4F-EB32-0B46553B8045}"/>
          </ac:spMkLst>
        </pc:spChg>
        <pc:spChg chg="mod">
          <ac:chgData name="Simone Beets" userId="5adb261a4dd6137b" providerId="LiveId" clId="{8E40C75F-2910-4AF8-AED2-E5C88E90B87F}" dt="2025-03-09T17:06:45.908" v="1423" actId="207"/>
          <ac:spMkLst>
            <pc:docMk/>
            <pc:sldMk cId="0" sldId="257"/>
            <ac:spMk id="39" creationId="{BC42EF65-83B0-A181-7CFD-D9187DD64E84}"/>
          </ac:spMkLst>
        </pc:spChg>
        <pc:spChg chg="add mod">
          <ac:chgData name="Simone Beets" userId="5adb261a4dd6137b" providerId="LiveId" clId="{8E40C75F-2910-4AF8-AED2-E5C88E90B87F}" dt="2025-03-09T17:05:39.076" v="1418" actId="208"/>
          <ac:spMkLst>
            <pc:docMk/>
            <pc:sldMk cId="0" sldId="257"/>
            <ac:spMk id="40" creationId="{E7F60494-472C-577F-6DE9-A143FF542D38}"/>
          </ac:spMkLst>
        </pc:spChg>
        <pc:spChg chg="add mod">
          <ac:chgData name="Simone Beets" userId="5adb261a4dd6137b" providerId="LiveId" clId="{8E40C75F-2910-4AF8-AED2-E5C88E90B87F}" dt="2025-03-09T17:05:36.751" v="1417" actId="208"/>
          <ac:spMkLst>
            <pc:docMk/>
            <pc:sldMk cId="0" sldId="257"/>
            <ac:spMk id="41" creationId="{1E4A76C7-7912-16F4-66E7-15A037806C41}"/>
          </ac:spMkLst>
        </pc:spChg>
        <pc:spChg chg="add mod">
          <ac:chgData name="Simone Beets" userId="5adb261a4dd6137b" providerId="LiveId" clId="{8E40C75F-2910-4AF8-AED2-E5C88E90B87F}" dt="2025-03-09T17:05:11.851" v="1409" actId="1076"/>
          <ac:spMkLst>
            <pc:docMk/>
            <pc:sldMk cId="0" sldId="257"/>
            <ac:spMk id="43" creationId="{CECDBF09-FC8A-5992-6F55-971782A74A2C}"/>
          </ac:spMkLst>
        </pc:spChg>
        <pc:spChg chg="mod">
          <ac:chgData name="Simone Beets" userId="5adb261a4dd6137b" providerId="LiveId" clId="{8E40C75F-2910-4AF8-AED2-E5C88E90B87F}" dt="2025-03-09T16:45:37.111" v="738" actId="20577"/>
          <ac:spMkLst>
            <pc:docMk/>
            <pc:sldMk cId="0" sldId="257"/>
            <ac:spMk id="20482" creationId="{B22372D1-C1BC-8D02-5DE2-06417E4194EE}"/>
          </ac:spMkLst>
        </pc:spChg>
        <pc:spChg chg="del">
          <ac:chgData name="Simone Beets" userId="5adb261a4dd6137b" providerId="LiveId" clId="{8E40C75F-2910-4AF8-AED2-E5C88E90B87F}" dt="2025-03-09T16:45:39.450" v="739" actId="478"/>
          <ac:spMkLst>
            <pc:docMk/>
            <pc:sldMk cId="0" sldId="257"/>
            <ac:spMk id="20483" creationId="{2765B96F-5E0B-4F16-853C-BC3176108521}"/>
          </ac:spMkLst>
        </pc:spChg>
        <pc:grpChg chg="add mod">
          <ac:chgData name="Simone Beets" userId="5adb261a4dd6137b" providerId="LiveId" clId="{8E40C75F-2910-4AF8-AED2-E5C88E90B87F}" dt="2025-03-09T17:04:58.748" v="1406"/>
          <ac:grpSpMkLst>
            <pc:docMk/>
            <pc:sldMk cId="0" sldId="257"/>
            <ac:grpSpMk id="22" creationId="{8EE144B8-5499-9B21-E73F-F54224CA02A6}"/>
          </ac:grpSpMkLst>
        </pc:grpChg>
        <pc:grpChg chg="mod">
          <ac:chgData name="Simone Beets" userId="5adb261a4dd6137b" providerId="LiveId" clId="{8E40C75F-2910-4AF8-AED2-E5C88E90B87F}" dt="2025-03-09T17:05:22.006" v="1412" actId="207"/>
          <ac:grpSpMkLst>
            <pc:docMk/>
            <pc:sldMk cId="0" sldId="257"/>
            <ac:grpSpMk id="32" creationId="{1CA9768C-5DF4-A333-FC37-48B9D3A124C1}"/>
          </ac:grpSpMkLst>
        </pc:grpChg>
        <pc:grpChg chg="add mod">
          <ac:chgData name="Simone Beets" userId="5adb261a4dd6137b" providerId="LiveId" clId="{8E40C75F-2910-4AF8-AED2-E5C88E90B87F}" dt="2025-03-09T17:05:24.609" v="1413" actId="207"/>
          <ac:grpSpMkLst>
            <pc:docMk/>
            <pc:sldMk cId="0" sldId="257"/>
            <ac:grpSpMk id="36" creationId="{1D45693E-B6E8-7B60-6272-6EC019230D47}"/>
          </ac:grpSpMkLst>
        </pc:grpChg>
        <pc:cxnChg chg="del mod">
          <ac:chgData name="Simone Beets" userId="5adb261a4dd6137b" providerId="LiveId" clId="{8E40C75F-2910-4AF8-AED2-E5C88E90B87F}" dt="2025-03-09T17:04:50.350" v="1404" actId="478"/>
          <ac:cxnSpMkLst>
            <pc:docMk/>
            <pc:sldMk cId="0" sldId="257"/>
            <ac:cxnSpMk id="3" creationId="{A7270B6A-4CB6-774D-C9BE-8971D4C2EC99}"/>
          </ac:cxnSpMkLst>
        </pc:cxnChg>
        <pc:cxnChg chg="del mod">
          <ac:chgData name="Simone Beets" userId="5adb261a4dd6137b" providerId="LiveId" clId="{8E40C75F-2910-4AF8-AED2-E5C88E90B87F}" dt="2025-03-09T17:04:50.350" v="1404" actId="478"/>
          <ac:cxnSpMkLst>
            <pc:docMk/>
            <pc:sldMk cId="0" sldId="257"/>
            <ac:cxnSpMk id="4" creationId="{AE5A2B31-E132-40DF-6E15-B81555409237}"/>
          </ac:cxnSpMkLst>
        </pc:cxnChg>
        <pc:cxnChg chg="mod">
          <ac:chgData name="Simone Beets" userId="5adb261a4dd6137b" providerId="LiveId" clId="{8E40C75F-2910-4AF8-AED2-E5C88E90B87F}" dt="2025-03-09T17:05:35.168" v="1416" actId="208"/>
          <ac:cxnSpMkLst>
            <pc:docMk/>
            <pc:sldMk cId="0" sldId="257"/>
            <ac:cxnSpMk id="30" creationId="{81C5F3C4-F77C-C828-5055-47388B8B1406}"/>
          </ac:cxnSpMkLst>
        </pc:cxnChg>
        <pc:cxnChg chg="mod">
          <ac:chgData name="Simone Beets" userId="5adb261a4dd6137b" providerId="LiveId" clId="{8E40C75F-2910-4AF8-AED2-E5C88E90B87F}" dt="2025-03-09T17:05:32.529" v="1415" actId="208"/>
          <ac:cxnSpMkLst>
            <pc:docMk/>
            <pc:sldMk cId="0" sldId="257"/>
            <ac:cxnSpMk id="31" creationId="{F6CC3EC1-5D48-837A-3E7E-C514B3D73035}"/>
          </ac:cxnSpMkLst>
        </pc:cxnChg>
        <pc:cxnChg chg="mod ord">
          <ac:chgData name="Simone Beets" userId="5adb261a4dd6137b" providerId="LiveId" clId="{8E40C75F-2910-4AF8-AED2-E5C88E90B87F}" dt="2025-03-09T17:05:46.798" v="1419" actId="167"/>
          <ac:cxnSpMkLst>
            <pc:docMk/>
            <pc:sldMk cId="0" sldId="257"/>
            <ac:cxnSpMk id="42" creationId="{7058EA0F-E00F-AE41-1B0D-03FB14FF2592}"/>
          </ac:cxnSpMkLst>
        </pc:cxnChg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  <pc:spChg chg="mod">
          <ac:chgData name="Simone Beets" userId="5adb261a4dd6137b" providerId="LiveId" clId="{8E40C75F-2910-4AF8-AED2-E5C88E90B87F}" dt="2025-03-09T19:23:08.922" v="7695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  <pc:spChg chg="mod">
          <ac:chgData name="Simone Beets" userId="5adb261a4dd6137b" providerId="LiveId" clId="{8E40C75F-2910-4AF8-AED2-E5C88E90B87F}" dt="2025-03-09T18:53:43.390" v="6586" actId="20577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8E40C75F-2910-4AF8-AED2-E5C88E90B87F}" dt="2025-03-09T18:53:14.126" v="6510" actId="20577"/>
          <ac:spMkLst>
            <pc:docMk/>
            <pc:sldMk cId="1762635146" sldId="339"/>
            <ac:spMk id="3" creationId="{2D7CFFAC-EAEC-A4A5-23FB-B3200E4B3C34}"/>
          </ac:spMkLst>
        </pc:spChg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  <pc:spChg chg="add mod">
          <ac:chgData name="Simone Beets" userId="5adb261a4dd6137b" providerId="LiveId" clId="{8E40C75F-2910-4AF8-AED2-E5C88E90B87F}" dt="2025-03-09T18:52:31.868" v="6462" actId="20577"/>
          <ac:spMkLst>
            <pc:docMk/>
            <pc:sldMk cId="2049952096" sldId="340"/>
            <ac:spMk id="3" creationId="{5FC41105-4403-E8F4-410C-2D4F041B0E3A}"/>
          </ac:spMkLst>
        </pc:spChg>
        <pc:spChg chg="mod">
          <ac:chgData name="Simone Beets" userId="5adb261a4dd6137b" providerId="LiveId" clId="{8E40C75F-2910-4AF8-AED2-E5C88E90B87F}" dt="2025-03-09T16:40:43.149" v="579" actId="20577"/>
          <ac:spMkLst>
            <pc:docMk/>
            <pc:sldMk cId="2049952096" sldId="340"/>
            <ac:spMk id="6" creationId="{94729AF2-8103-6153-03E4-036FBFCE6ABA}"/>
          </ac:spMkLst>
        </pc:spChg>
        <pc:spChg chg="del mod">
          <ac:chgData name="Simone Beets" userId="5adb261a4dd6137b" providerId="LiveId" clId="{8E40C75F-2910-4AF8-AED2-E5C88E90B87F}" dt="2025-03-09T16:43:18.880" v="721" actId="478"/>
          <ac:spMkLst>
            <pc:docMk/>
            <pc:sldMk cId="2049952096" sldId="340"/>
            <ac:spMk id="8" creationId="{A1B1F15F-4EDE-1352-C0B2-6B86F776BE71}"/>
          </ac:spMkLst>
        </pc:spChg>
        <pc:spChg chg="del">
          <ac:chgData name="Simone Beets" userId="5adb261a4dd6137b" providerId="LiveId" clId="{8E40C75F-2910-4AF8-AED2-E5C88E90B87F}" dt="2025-03-09T16:43:21.730" v="722" actId="478"/>
          <ac:spMkLst>
            <pc:docMk/>
            <pc:sldMk cId="2049952096" sldId="340"/>
            <ac:spMk id="9" creationId="{8FF04EB4-852D-0231-449C-7205BC0E59B1}"/>
          </ac:spMkLst>
        </pc:spChg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  <pc:spChg chg="add mod">
          <ac:chgData name="Simone Beets" userId="5adb261a4dd6137b" providerId="LiveId" clId="{8E40C75F-2910-4AF8-AED2-E5C88E90B87F}" dt="2025-03-09T18:55:27.924" v="6717" actId="1076"/>
          <ac:spMkLst>
            <pc:docMk/>
            <pc:sldMk cId="4249415124" sldId="346"/>
            <ac:spMk id="2" creationId="{A7896730-78C7-D2FB-F4C7-A4A6A2E7D05E}"/>
          </ac:spMkLst>
        </pc:spChg>
        <pc:spChg chg="mod">
          <ac:chgData name="Simone Beets" userId="5adb261a4dd6137b" providerId="LiveId" clId="{8E40C75F-2910-4AF8-AED2-E5C88E90B87F}" dt="2025-03-09T18:54:22.974" v="6610" actId="20577"/>
          <ac:spMkLst>
            <pc:docMk/>
            <pc:sldMk cId="4249415124" sldId="346"/>
            <ac:spMk id="20482" creationId="{BD428A95-7C31-1A07-B87C-E21D96C909D9}"/>
          </ac:spMkLst>
        </pc:spChg>
        <pc:spChg chg="mod">
          <ac:chgData name="Simone Beets" userId="5adb261a4dd6137b" providerId="LiveId" clId="{8E40C75F-2910-4AF8-AED2-E5C88E90B87F}" dt="2025-03-09T18:55:04.872" v="6678" actId="403"/>
          <ac:spMkLst>
            <pc:docMk/>
            <pc:sldMk cId="4249415124" sldId="346"/>
            <ac:spMk id="20483" creationId="{B43AE6C6-3968-75B2-1F1B-DEF3DFC4A194}"/>
          </ac:spMkLst>
        </pc:spChg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  <pc:spChg chg="mod">
          <ac:chgData name="Simone Beets" userId="5adb261a4dd6137b" providerId="LiveId" clId="{8E40C75F-2910-4AF8-AED2-E5C88E90B87F}" dt="2025-03-09T18:55:58.150" v="6746" actId="20577"/>
          <ac:spMkLst>
            <pc:docMk/>
            <pc:sldMk cId="4247069512" sldId="348"/>
            <ac:spMk id="20482" creationId="{DA623730-44A2-7876-7832-2E4BB653C41A}"/>
          </ac:spMkLst>
        </pc:spChg>
        <pc:spChg chg="mod">
          <ac:chgData name="Simone Beets" userId="5adb261a4dd6137b" providerId="LiveId" clId="{8E40C75F-2910-4AF8-AED2-E5C88E90B87F}" dt="2025-03-09T18:57:23.197" v="6952" actId="20577"/>
          <ac:spMkLst>
            <pc:docMk/>
            <pc:sldMk cId="4247069512" sldId="348"/>
            <ac:spMk id="20483" creationId="{6CF76C83-9628-82EB-EEC2-12037642C096}"/>
          </ac:spMkLst>
        </pc:spChg>
        <pc:picChg chg="add mod">
          <ac:chgData name="Simone Beets" userId="5adb261a4dd6137b" providerId="LiveId" clId="{8E40C75F-2910-4AF8-AED2-E5C88E90B87F}" dt="2025-03-09T18:58:23.489" v="6955" actId="207"/>
          <ac:picMkLst>
            <pc:docMk/>
            <pc:sldMk cId="4247069512" sldId="348"/>
            <ac:picMk id="3" creationId="{32DA34F6-650E-16AE-472A-B7D21F9D2A6E}"/>
          </ac:picMkLst>
        </pc:picChg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  <pc:spChg chg="mod">
          <ac:chgData name="Simone Beets" userId="5adb261a4dd6137b" providerId="LiveId" clId="{8E40C75F-2910-4AF8-AED2-E5C88E90B87F}" dt="2025-03-09T16:19:08.516" v="62" actId="26606"/>
          <ac:spMkLst>
            <pc:docMk/>
            <pc:sldMk cId="3867261677" sldId="364"/>
            <ac:spMk id="20482" creationId="{A119BDA9-0931-E9A8-16D4-2BCF959DDB9B}"/>
          </ac:spMkLst>
        </pc:spChg>
        <pc:spChg chg="mod">
          <ac:chgData name="Simone Beets" userId="5adb261a4dd6137b" providerId="LiveId" clId="{8E40C75F-2910-4AF8-AED2-E5C88E90B87F}" dt="2025-03-09T16:21:18.937" v="413" actId="14100"/>
          <ac:spMkLst>
            <pc:docMk/>
            <pc:sldMk cId="3867261677" sldId="364"/>
            <ac:spMk id="20483" creationId="{3A1DE82A-4B0E-F7FB-8231-5BDDE37723BB}"/>
          </ac:spMkLst>
        </pc:spChg>
        <pc:picChg chg="add mod">
          <ac:chgData name="Simone Beets" userId="5adb261a4dd6137b" providerId="LiveId" clId="{8E40C75F-2910-4AF8-AED2-E5C88E90B87F}" dt="2025-03-09T16:19:08.516" v="62" actId="26606"/>
          <ac:picMkLst>
            <pc:docMk/>
            <pc:sldMk cId="3867261677" sldId="364"/>
            <ac:picMk id="3" creationId="{10D4C0E3-1FA9-6CDC-2F49-7F47016E5B64}"/>
          </ac:picMkLst>
        </pc:picChg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  <pc:spChg chg="del">
          <ac:chgData name="Simone Beets" userId="5adb261a4dd6137b" providerId="LiveId" clId="{8E40C75F-2910-4AF8-AED2-E5C88E90B87F}" dt="2025-03-09T16:12:55.887" v="39" actId="478"/>
          <ac:spMkLst>
            <pc:docMk/>
            <pc:sldMk cId="4193560391" sldId="364"/>
            <ac:spMk id="4" creationId="{C0EFA57A-8843-6764-A058-10E28ACBD486}"/>
          </ac:spMkLst>
        </pc:spChg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  <pc:spChg chg="mod">
          <ac:chgData name="Simone Beets" userId="5adb261a4dd6137b" providerId="LiveId" clId="{8E40C75F-2910-4AF8-AED2-E5C88E90B87F}" dt="2025-03-09T16:32:50.612" v="419" actId="20577"/>
          <ac:spMkLst>
            <pc:docMk/>
            <pc:sldMk cId="745339609" sldId="365"/>
            <ac:spMk id="20482" creationId="{39EC7514-B266-FDD3-095D-36B790D9F519}"/>
          </ac:spMkLst>
        </pc:spChg>
        <pc:spChg chg="mod">
          <ac:chgData name="Simone Beets" userId="5adb261a4dd6137b" providerId="LiveId" clId="{8E40C75F-2910-4AF8-AED2-E5C88E90B87F}" dt="2025-03-09T16:34:02.394" v="462" actId="5793"/>
          <ac:spMkLst>
            <pc:docMk/>
            <pc:sldMk cId="745339609" sldId="365"/>
            <ac:spMk id="20483" creationId="{4961AB9A-DC80-4B3E-B64F-8AF91D04B0DB}"/>
          </ac:spMkLst>
        </pc:spChg>
        <pc:graphicFrameChg chg="add mod modGraphic">
          <ac:chgData name="Simone Beets" userId="5adb261a4dd6137b" providerId="LiveId" clId="{8E40C75F-2910-4AF8-AED2-E5C88E90B87F}" dt="2025-03-09T16:39:15.826" v="568" actId="2164"/>
          <ac:graphicFrameMkLst>
            <pc:docMk/>
            <pc:sldMk cId="745339609" sldId="365"/>
            <ac:graphicFrameMk id="2" creationId="{649CA10D-F69E-5EF3-8076-F6A115F150DB}"/>
          </ac:graphicFrameMkLst>
        </pc:graphicFrameChg>
        <pc:picChg chg="mod">
          <ac:chgData name="Simone Beets" userId="5adb261a4dd6137b" providerId="LiveId" clId="{8E40C75F-2910-4AF8-AED2-E5C88E90B87F}" dt="2025-03-09T16:33:42.637" v="457" actId="14826"/>
          <ac:picMkLst>
            <pc:docMk/>
            <pc:sldMk cId="745339609" sldId="365"/>
            <ac:picMk id="3" creationId="{46F0FAEE-4330-AE09-62D4-570374655B23}"/>
          </ac:picMkLst>
        </pc:picChg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  <pc:spChg chg="add del mod">
          <ac:chgData name="Simone Beets" userId="5adb261a4dd6137b" providerId="LiveId" clId="{8E40C75F-2910-4AF8-AED2-E5C88E90B87F}" dt="2025-03-09T17:22:11.875" v="2467" actId="478"/>
          <ac:spMkLst>
            <pc:docMk/>
            <pc:sldMk cId="193908100" sldId="366"/>
            <ac:spMk id="3" creationId="{E1657DC2-DC3D-4D5E-77E4-D1DAAB87A18A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5" creationId="{77BAE64F-EC9A-594C-7440-0EC2B89A72C8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6" creationId="{01060F83-A7AB-AC7A-22C8-D7BF2E927970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8" creationId="{C8E1BBC1-0FCD-B86A-D934-B748367986F0}"/>
          </ac:spMkLst>
        </pc:spChg>
        <pc:spChg chg="add 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9" creationId="{D10BAA21-A3C0-0E01-A628-3A05D09943BD}"/>
          </ac:spMkLst>
        </pc:spChg>
        <pc:spChg chg="add mod ord">
          <ac:chgData name="Simone Beets" userId="5adb261a4dd6137b" providerId="LiveId" clId="{8E40C75F-2910-4AF8-AED2-E5C88E90B87F}" dt="2025-03-09T17:33:51.317" v="2576" actId="167"/>
          <ac:spMkLst>
            <pc:docMk/>
            <pc:sldMk cId="193908100" sldId="366"/>
            <ac:spMk id="10" creationId="{788D3120-EF58-7706-84AE-8AB555F80F97}"/>
          </ac:spMkLst>
        </pc:spChg>
        <pc:spChg chg="add mod">
          <ac:chgData name="Simone Beets" userId="5adb261a4dd6137b" providerId="LiveId" clId="{8E40C75F-2910-4AF8-AED2-E5C88E90B87F}" dt="2025-03-09T17:38:34.113" v="2621" actId="1037"/>
          <ac:spMkLst>
            <pc:docMk/>
            <pc:sldMk cId="193908100" sldId="366"/>
            <ac:spMk id="11" creationId="{16C2E0B0-ED0C-827D-4451-853E8DA3DBF2}"/>
          </ac:spMkLst>
        </pc:spChg>
        <pc:spChg chg="add del mod">
          <ac:chgData name="Simone Beets" userId="5adb261a4dd6137b" providerId="LiveId" clId="{8E40C75F-2910-4AF8-AED2-E5C88E90B87F}" dt="2025-03-09T17:37:38.931" v="2604" actId="478"/>
          <ac:spMkLst>
            <pc:docMk/>
            <pc:sldMk cId="193908100" sldId="366"/>
            <ac:spMk id="12" creationId="{97F42D41-8FCD-DC52-954F-10FDC0BC66B8}"/>
          </ac:spMkLst>
        </pc:spChg>
        <pc:spChg chg="add del mod">
          <ac:chgData name="Simone Beets" userId="5adb261a4dd6137b" providerId="LiveId" clId="{8E40C75F-2910-4AF8-AED2-E5C88E90B87F}" dt="2025-03-09T17:37:43.153" v="2605" actId="478"/>
          <ac:spMkLst>
            <pc:docMk/>
            <pc:sldMk cId="193908100" sldId="366"/>
            <ac:spMk id="14" creationId="{76302407-6EEF-EE0B-F76B-1DDF2EFF4745}"/>
          </ac:spMkLst>
        </pc:spChg>
        <pc:spChg chg="mod">
          <ac:chgData name="Simone Beets" userId="5adb261a4dd6137b" providerId="LiveId" clId="{8E40C75F-2910-4AF8-AED2-E5C88E90B87F}" dt="2025-03-09T17:38:27.656" v="2617" actId="1037"/>
          <ac:spMkLst>
            <pc:docMk/>
            <pc:sldMk cId="193908100" sldId="366"/>
            <ac:spMk id="20482" creationId="{068E828A-DF08-4888-1CC0-9C93C744301E}"/>
          </ac:spMkLst>
        </pc:spChg>
        <pc:spChg chg="del mod">
          <ac:chgData name="Simone Beets" userId="5adb261a4dd6137b" providerId="LiveId" clId="{8E40C75F-2910-4AF8-AED2-E5C88E90B87F}" dt="2025-03-09T17:22:08.891" v="2466" actId="478"/>
          <ac:spMkLst>
            <pc:docMk/>
            <pc:sldMk cId="193908100" sldId="366"/>
            <ac:spMk id="20483" creationId="{34D18A8F-3411-755E-086D-88F267D62E60}"/>
          </ac:spMkLst>
        </pc:spChg>
        <pc:grpChg chg="add mod">
          <ac:chgData name="Simone Beets" userId="5adb261a4dd6137b" providerId="LiveId" clId="{8E40C75F-2910-4AF8-AED2-E5C88E90B87F}" dt="2025-03-09T17:38:27.656" v="2617" actId="1037"/>
          <ac:grpSpMkLst>
            <pc:docMk/>
            <pc:sldMk cId="193908100" sldId="366"/>
            <ac:grpSpMk id="4" creationId="{7C78D76A-1E50-97B2-B75C-2CFA57488B09}"/>
          </ac:grpSpMkLst>
        </pc:grpChg>
        <pc:grpChg chg="add mod">
          <ac:chgData name="Simone Beets" userId="5adb261a4dd6137b" providerId="LiveId" clId="{8E40C75F-2910-4AF8-AED2-E5C88E90B87F}" dt="2025-03-09T17:38:27.656" v="2617" actId="1037"/>
          <ac:grpSpMkLst>
            <pc:docMk/>
            <pc:sldMk cId="193908100" sldId="366"/>
            <ac:grpSpMk id="7" creationId="{F94F1BF6-238F-5D43-FCEA-983532D5FE10}"/>
          </ac:grpSpMkLst>
        </pc:grpChg>
        <pc:graphicFrameChg chg="add mod modGraphic">
          <ac:chgData name="Simone Beets" userId="5adb261a4dd6137b" providerId="LiveId" clId="{8E40C75F-2910-4AF8-AED2-E5C88E90B87F}" dt="2025-03-09T17:38:27.656" v="2617" actId="1037"/>
          <ac:graphicFrameMkLst>
            <pc:docMk/>
            <pc:sldMk cId="193908100" sldId="366"/>
            <ac:graphicFrameMk id="2" creationId="{3E3E02B3-0F03-44E1-0083-D89D22A8104D}"/>
          </ac:graphicFrameMkLst>
        </pc:graphicFrameChg>
        <pc:graphicFrameChg chg="add mod modGraphic">
          <ac:chgData name="Simone Beets" userId="5adb261a4dd6137b" providerId="LiveId" clId="{8E40C75F-2910-4AF8-AED2-E5C88E90B87F}" dt="2025-03-09T17:39:33.899" v="2633" actId="20577"/>
          <ac:graphicFrameMkLst>
            <pc:docMk/>
            <pc:sldMk cId="193908100" sldId="366"/>
            <ac:graphicFrameMk id="13" creationId="{AF34A65D-99AA-5A63-2C35-44B5CCD9016D}"/>
          </ac:graphicFrameMkLst>
        </pc:graphicFrameChg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5" creationId="{AD82F942-0CC3-2643-CA95-5A6192ECC54E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6" creationId="{E26FBC20-118B-0A16-C361-7C364580CB11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7" creationId="{940712D8-0ADA-30B4-4632-BD3309638981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9" creationId="{6AF60277-5527-8815-C1D9-B76CAE8B4B97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0" creationId="{812B5E2C-C85D-7F30-06C2-B28D08554BC0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1" creationId="{74BB90FB-6F05-3F75-558A-C4F7572D6D3E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2" creationId="{5717E7A6-9429-8A42-7148-BCA23E865A2C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3" creationId="{D454CCD1-608B-7687-90D0-C2DE4F4B6C10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4" creationId="{651CB429-85FF-33F3-74CC-652CC3237756}"/>
          </ac:spMkLst>
        </pc:spChg>
        <pc:spChg chg="del">
          <ac:chgData name="Simone Beets" userId="5adb261a4dd6137b" providerId="LiveId" clId="{8E40C75F-2910-4AF8-AED2-E5C88E90B87F}" dt="2025-03-09T16:49:17.550" v="775" actId="478"/>
          <ac:spMkLst>
            <pc:docMk/>
            <pc:sldMk cId="1943306920" sldId="367"/>
            <ac:spMk id="15" creationId="{F1EE0865-5FF7-4BD0-C16C-67258B7487DB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16" creationId="{5379110F-E7AF-9048-57D8-70A171E8AE9F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17" creationId="{3132D115-2336-A17B-3CA2-5168C8A2C8A9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18" creationId="{B666E52A-6569-2B07-16BD-0176B0A05487}"/>
          </ac:spMkLst>
        </pc:spChg>
        <pc:spChg chg="add mod">
          <ac:chgData name="Simone Beets" userId="5adb261a4dd6137b" providerId="LiveId" clId="{8E40C75F-2910-4AF8-AED2-E5C88E90B87F}" dt="2025-03-09T16:52:25.854" v="853" actId="208"/>
          <ac:spMkLst>
            <pc:docMk/>
            <pc:sldMk cId="1943306920" sldId="367"/>
            <ac:spMk id="19" creationId="{7F4EC78A-2051-F61D-2196-E831594D9194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0" creationId="{97F305C3-D506-AF50-6B00-4A6F7E47C498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1" creationId="{E0635D27-E8F2-C386-CC4C-EE4583CC6607}"/>
          </ac:spMkLst>
        </pc:spChg>
        <pc:spChg chg="add mod">
          <ac:chgData name="Simone Beets" userId="5adb261a4dd6137b" providerId="LiveId" clId="{8E40C75F-2910-4AF8-AED2-E5C88E90B87F}" dt="2025-03-09T16:52:08.103" v="849" actId="1035"/>
          <ac:spMkLst>
            <pc:docMk/>
            <pc:sldMk cId="1943306920" sldId="367"/>
            <ac:spMk id="22" creationId="{209B2861-F6C0-05BE-0BAB-12D92D8BA052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3" creationId="{199C2193-82DF-51B0-8E05-BF7CD52FFF25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4" creationId="{D90DBD5B-5E9B-7733-5407-E67F4F06BD56}"/>
          </ac:spMkLst>
        </pc:spChg>
        <pc:spChg chg="add mod">
          <ac:chgData name="Simone Beets" userId="5adb261a4dd6137b" providerId="LiveId" clId="{8E40C75F-2910-4AF8-AED2-E5C88E90B87F}" dt="2025-03-09T16:49:42.120" v="825" actId="1037"/>
          <ac:spMkLst>
            <pc:docMk/>
            <pc:sldMk cId="1943306920" sldId="367"/>
            <ac:spMk id="25" creationId="{4D2B9622-47BE-2616-D415-0FF7DA4D1015}"/>
          </ac:spMkLst>
        </pc:spChg>
        <pc:cxnChg chg="mod">
          <ac:chgData name="Simone Beets" userId="5adb261a4dd6137b" providerId="LiveId" clId="{8E40C75F-2910-4AF8-AED2-E5C88E90B87F}" dt="2025-03-09T16:52:32.226" v="855" actId="208"/>
          <ac:cxnSpMkLst>
            <pc:docMk/>
            <pc:sldMk cId="1943306920" sldId="367"/>
            <ac:cxnSpMk id="2" creationId="{EBB3DED6-D58E-2ED9-D963-9527723AF80C}"/>
          </ac:cxnSpMkLst>
        </pc:cxnChg>
        <pc:cxnChg chg="del">
          <ac:chgData name="Simone Beets" userId="5adb261a4dd6137b" providerId="LiveId" clId="{8E40C75F-2910-4AF8-AED2-E5C88E90B87F}" dt="2025-03-09T16:49:18.527" v="776" actId="478"/>
          <ac:cxnSpMkLst>
            <pc:docMk/>
            <pc:sldMk cId="1943306920" sldId="367"/>
            <ac:cxnSpMk id="3" creationId="{D4052857-2502-ED43-33C4-6F243C3D124C}"/>
          </ac:cxnSpMkLst>
        </pc:cxnChg>
        <pc:cxnChg chg="del">
          <ac:chgData name="Simone Beets" userId="5adb261a4dd6137b" providerId="LiveId" clId="{8E40C75F-2910-4AF8-AED2-E5C88E90B87F}" dt="2025-03-09T16:49:19.408" v="777" actId="478"/>
          <ac:cxnSpMkLst>
            <pc:docMk/>
            <pc:sldMk cId="1943306920" sldId="367"/>
            <ac:cxnSpMk id="4" creationId="{1D7082E8-80F1-20C0-1B20-037E0316CFE9}"/>
          </ac:cxnSpMkLst>
        </pc:cxnChg>
        <pc:cxnChg chg="mod">
          <ac:chgData name="Simone Beets" userId="5adb261a4dd6137b" providerId="LiveId" clId="{8E40C75F-2910-4AF8-AED2-E5C88E90B87F}" dt="2025-03-09T16:52:29.842" v="854" actId="208"/>
          <ac:cxnSpMkLst>
            <pc:docMk/>
            <pc:sldMk cId="1943306920" sldId="367"/>
            <ac:cxnSpMk id="8" creationId="{EA89E212-DA97-F31E-41C6-11E6ABCAFB44}"/>
          </ac:cxnSpMkLst>
        </pc:cxnChg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  <pc:spChg chg="add del mod">
          <ac:chgData name="Simone Beets" userId="5adb261a4dd6137b" providerId="LiveId" clId="{8E40C75F-2910-4AF8-AED2-E5C88E90B87F}" dt="2025-03-09T17:41:54.976" v="2665" actId="478"/>
          <ac:spMkLst>
            <pc:docMk/>
            <pc:sldMk cId="1679562004" sldId="368"/>
            <ac:spMk id="2" creationId="{639716FC-02C5-0CCA-FEBE-804154F2B4B2}"/>
          </ac:spMkLst>
        </pc:spChg>
        <pc:spChg chg="mod">
          <ac:chgData name="Simone Beets" userId="5adb261a4dd6137b" providerId="LiveId" clId="{8E40C75F-2910-4AF8-AED2-E5C88E90B87F}" dt="2025-03-09T17:42:15.415" v="2668" actId="20577"/>
          <ac:spMkLst>
            <pc:docMk/>
            <pc:sldMk cId="1679562004" sldId="368"/>
            <ac:spMk id="20482" creationId="{E6DFF350-7440-0636-6DCC-328E1737F5F7}"/>
          </ac:spMkLst>
        </pc:spChg>
        <pc:spChg chg="del mod">
          <ac:chgData name="Simone Beets" userId="5adb261a4dd6137b" providerId="LiveId" clId="{8E40C75F-2910-4AF8-AED2-E5C88E90B87F}" dt="2025-03-09T17:41:53.618" v="2664" actId="478"/>
          <ac:spMkLst>
            <pc:docMk/>
            <pc:sldMk cId="1679562004" sldId="368"/>
            <ac:spMk id="20483" creationId="{8CAE7233-A2AB-508C-6E80-BAD2A1D40A4B}"/>
          </ac:spMkLst>
        </pc:spChg>
        <pc:graphicFrameChg chg="add mod">
          <ac:chgData name="Simone Beets" userId="5adb261a4dd6137b" providerId="LiveId" clId="{8E40C75F-2910-4AF8-AED2-E5C88E90B87F}" dt="2025-03-09T17:49:13.800" v="2781" actId="20577"/>
          <ac:graphicFrameMkLst>
            <pc:docMk/>
            <pc:sldMk cId="1679562004" sldId="368"/>
            <ac:graphicFrameMk id="3" creationId="{B3208646-606D-C958-9D0B-EBD8338044C8}"/>
          </ac:graphicFrameMkLst>
        </pc:graphicFrameChg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  <pc:spChg chg="add del mod">
          <ac:chgData name="Simone Beets" userId="5adb261a4dd6137b" providerId="LiveId" clId="{8E40C75F-2910-4AF8-AED2-E5C88E90B87F}" dt="2025-03-09T17:43:10.288" v="2679" actId="478"/>
          <ac:spMkLst>
            <pc:docMk/>
            <pc:sldMk cId="1853407" sldId="369"/>
            <ac:spMk id="4" creationId="{51AC373A-A66F-92C1-EF1B-086821405313}"/>
          </ac:spMkLst>
        </pc:spChg>
        <pc:spChg chg="add mod ord">
          <ac:chgData name="Simone Beets" userId="5adb261a4dd6137b" providerId="LiveId" clId="{8E40C75F-2910-4AF8-AED2-E5C88E90B87F}" dt="2025-03-09T17:43:38.744" v="2701" actId="167"/>
          <ac:spMkLst>
            <pc:docMk/>
            <pc:sldMk cId="1853407" sldId="369"/>
            <ac:spMk id="6" creationId="{203275C4-E855-21B8-46E7-B13D13FC2E88}"/>
          </ac:spMkLst>
        </pc:spChg>
        <pc:spChg chg="mod">
          <ac:chgData name="Simone Beets" userId="5adb261a4dd6137b" providerId="LiveId" clId="{8E40C75F-2910-4AF8-AED2-E5C88E90B87F}" dt="2025-03-09T17:43:25.002" v="2698" actId="20577"/>
          <ac:spMkLst>
            <pc:docMk/>
            <pc:sldMk cId="1853407" sldId="369"/>
            <ac:spMk id="20482" creationId="{01F62B34-18C1-0A0C-405E-48AA7CA08109}"/>
          </ac:spMkLst>
        </pc:spChg>
        <pc:graphicFrameChg chg="del">
          <ac:chgData name="Simone Beets" userId="5adb261a4dd6137b" providerId="LiveId" clId="{8E40C75F-2910-4AF8-AED2-E5C88E90B87F}" dt="2025-03-09T17:43:08.238" v="2678" actId="478"/>
          <ac:graphicFrameMkLst>
            <pc:docMk/>
            <pc:sldMk cId="1853407" sldId="369"/>
            <ac:graphicFrameMk id="3" creationId="{FC37B85D-4F13-68B3-AFAA-1D8A52B762D4}"/>
          </ac:graphicFrameMkLst>
        </pc:graphicFrameChg>
        <pc:graphicFrameChg chg="add mod">
          <ac:chgData name="Simone Beets" userId="5adb261a4dd6137b" providerId="LiveId" clId="{8E40C75F-2910-4AF8-AED2-E5C88E90B87F}" dt="2025-03-09T17:44:04.295" v="2711" actId="207"/>
          <ac:graphicFrameMkLst>
            <pc:docMk/>
            <pc:sldMk cId="1853407" sldId="369"/>
            <ac:graphicFrameMk id="5" creationId="{F2D491E8-EB63-ED2D-68A3-0455B92B1CF1}"/>
          </ac:graphicFrameMkLst>
        </pc:graphicFrameChg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  <pc:spChg chg="add mod">
          <ac:chgData name="Simone Beets" userId="5adb261a4dd6137b" providerId="LiveId" clId="{8E40C75F-2910-4AF8-AED2-E5C88E90B87F}" dt="2025-03-09T17:45:07.143" v="2742" actId="1076"/>
          <ac:spMkLst>
            <pc:docMk/>
            <pc:sldMk cId="681711374" sldId="370"/>
            <ac:spMk id="2" creationId="{3B5DA7ED-E0F0-1A77-EA50-A8E7737E65DD}"/>
          </ac:spMkLst>
        </pc:spChg>
        <pc:spChg chg="add del mod">
          <ac:chgData name="Simone Beets" userId="5adb261a4dd6137b" providerId="LiveId" clId="{8E40C75F-2910-4AF8-AED2-E5C88E90B87F}" dt="2025-03-09T17:45:12.496" v="2743" actId="478"/>
          <ac:spMkLst>
            <pc:docMk/>
            <pc:sldMk cId="681711374" sldId="370"/>
            <ac:spMk id="3" creationId="{27F2CF44-B75D-6E77-D0BB-0AC25E3F3839}"/>
          </ac:spMkLst>
        </pc:spChg>
        <pc:spChg chg="add mod">
          <ac:chgData name="Simone Beets" userId="5adb261a4dd6137b" providerId="LiveId" clId="{8E40C75F-2910-4AF8-AED2-E5C88E90B87F}" dt="2025-03-09T17:49:36.308" v="2783" actId="207"/>
          <ac:spMkLst>
            <pc:docMk/>
            <pc:sldMk cId="681711374" sldId="370"/>
            <ac:spMk id="4" creationId="{34F33C1A-1B93-FE48-C28A-C4D77F0CAC3F}"/>
          </ac:spMkLst>
        </pc:spChg>
        <pc:spChg chg="add mod">
          <ac:chgData name="Simone Beets" userId="5adb261a4dd6137b" providerId="LiveId" clId="{8E40C75F-2910-4AF8-AED2-E5C88E90B87F}" dt="2025-03-09T17:49:38.109" v="2784" actId="207"/>
          <ac:spMkLst>
            <pc:docMk/>
            <pc:sldMk cId="681711374" sldId="370"/>
            <ac:spMk id="7" creationId="{EFB4C1C9-91F1-0758-68F8-0966B3501095}"/>
          </ac:spMkLst>
        </pc:spChg>
        <pc:spChg chg="add mod">
          <ac:chgData name="Simone Beets" userId="5adb261a4dd6137b" providerId="LiveId" clId="{8E40C75F-2910-4AF8-AED2-E5C88E90B87F}" dt="2025-03-09T17:49:32.813" v="2782" actId="207"/>
          <ac:spMkLst>
            <pc:docMk/>
            <pc:sldMk cId="681711374" sldId="370"/>
            <ac:spMk id="8" creationId="{33AF02DD-16C9-2FB7-1526-429755ABDC5D}"/>
          </ac:spMkLst>
        </pc:spChg>
        <pc:spChg chg="add mod">
          <ac:chgData name="Simone Beets" userId="5adb261a4dd6137b" providerId="LiveId" clId="{8E40C75F-2910-4AF8-AED2-E5C88E90B87F}" dt="2025-03-09T17:48:07.884" v="2779" actId="1076"/>
          <ac:spMkLst>
            <pc:docMk/>
            <pc:sldMk cId="681711374" sldId="370"/>
            <ac:spMk id="9" creationId="{C1D9D46B-8F45-AA56-973F-9E8588BDAAF7}"/>
          </ac:spMkLst>
        </pc:spChg>
        <pc:spChg chg="add mod">
          <ac:chgData name="Simone Beets" userId="5adb261a4dd6137b" providerId="LiveId" clId="{8E40C75F-2910-4AF8-AED2-E5C88E90B87F}" dt="2025-03-09T17:53:11.521" v="2969" actId="208"/>
          <ac:spMkLst>
            <pc:docMk/>
            <pc:sldMk cId="681711374" sldId="370"/>
            <ac:spMk id="10" creationId="{F74DC111-C44B-CC0A-6A9B-28C9B680B0E0}"/>
          </ac:spMkLst>
        </pc:spChg>
        <pc:spChg chg="mod">
          <ac:chgData name="Simone Beets" userId="5adb261a4dd6137b" providerId="LiveId" clId="{8E40C75F-2910-4AF8-AED2-E5C88E90B87F}" dt="2025-03-09T17:44:50.624" v="2738" actId="20577"/>
          <ac:spMkLst>
            <pc:docMk/>
            <pc:sldMk cId="681711374" sldId="370"/>
            <ac:spMk id="20482" creationId="{6105C732-AB45-60FC-075C-E2DABB451BDD}"/>
          </ac:spMkLst>
        </pc:spChg>
        <pc:graphicFrameChg chg="del">
          <ac:chgData name="Simone Beets" userId="5adb261a4dd6137b" providerId="LiveId" clId="{8E40C75F-2910-4AF8-AED2-E5C88E90B87F}" dt="2025-03-09T17:44:53.273" v="2739" actId="478"/>
          <ac:graphicFrameMkLst>
            <pc:docMk/>
            <pc:sldMk cId="681711374" sldId="370"/>
            <ac:graphicFrameMk id="5" creationId="{2BE1D980-1996-5330-CF8A-13C45A55BB58}"/>
          </ac:graphicFrameMkLst>
        </pc:graphicFrameChg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  <pc:spChg chg="mod">
          <ac:chgData name="Simone Beets" userId="5adb261a4dd6137b" providerId="LiveId" clId="{8E40C75F-2910-4AF8-AED2-E5C88E90B87F}" dt="2025-03-09T17:54:13.126" v="3032" actId="20577"/>
          <ac:spMkLst>
            <pc:docMk/>
            <pc:sldMk cId="1043982446" sldId="371"/>
            <ac:spMk id="20482" creationId="{3CE42157-8B3B-9277-1864-3F126871002D}"/>
          </ac:spMkLst>
        </pc:spChg>
        <pc:spChg chg="mod">
          <ac:chgData name="Simone Beets" userId="5adb261a4dd6137b" providerId="LiveId" clId="{8E40C75F-2910-4AF8-AED2-E5C88E90B87F}" dt="2025-03-09T18:01:09.565" v="3200" actId="15"/>
          <ac:spMkLst>
            <pc:docMk/>
            <pc:sldMk cId="1043982446" sldId="371"/>
            <ac:spMk id="20483" creationId="{51E5000B-2B0A-DF36-0D00-E44BC94E97FC}"/>
          </ac:spMkLst>
        </pc:spChg>
        <pc:graphicFrameChg chg="add mod modGraphic">
          <ac:chgData name="Simone Beets" userId="5adb261a4dd6137b" providerId="LiveId" clId="{8E40C75F-2910-4AF8-AED2-E5C88E90B87F}" dt="2025-03-09T18:07:07.549" v="3814" actId="1036"/>
          <ac:graphicFrameMkLst>
            <pc:docMk/>
            <pc:sldMk cId="1043982446" sldId="371"/>
            <ac:graphicFrameMk id="2" creationId="{B626C321-78C8-0645-78DB-6510EB98842A}"/>
          </ac:graphicFrameMkLst>
        </pc:graphicFrameChg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  <pc:spChg chg="mod">
          <ac:chgData name="Simone Beets" userId="5adb261a4dd6137b" providerId="LiveId" clId="{8E40C75F-2910-4AF8-AED2-E5C88E90B87F}" dt="2025-03-09T18:09:13.629" v="3980" actId="20577"/>
          <ac:spMkLst>
            <pc:docMk/>
            <pc:sldMk cId="734426289" sldId="373"/>
            <ac:spMk id="20482" creationId="{2BEB102D-31C0-613A-3147-3B1995AE9DFB}"/>
          </ac:spMkLst>
        </pc:spChg>
        <pc:spChg chg="mod">
          <ac:chgData name="Simone Beets" userId="5adb261a4dd6137b" providerId="LiveId" clId="{8E40C75F-2910-4AF8-AED2-E5C88E90B87F}" dt="2025-03-09T18:16:20.171" v="4668" actId="20577"/>
          <ac:spMkLst>
            <pc:docMk/>
            <pc:sldMk cId="734426289" sldId="373"/>
            <ac:spMk id="20483" creationId="{2D685E7F-863E-1EBF-26CE-4C0D1E8CB041}"/>
          </ac:spMkLst>
        </pc:spChg>
        <pc:graphicFrameChg chg="del mod">
          <ac:chgData name="Simone Beets" userId="5adb261a4dd6137b" providerId="LiveId" clId="{8E40C75F-2910-4AF8-AED2-E5C88E90B87F}" dt="2025-03-09T18:09:23.543" v="3982" actId="478"/>
          <ac:graphicFrameMkLst>
            <pc:docMk/>
            <pc:sldMk cId="734426289" sldId="373"/>
            <ac:graphicFrameMk id="2" creationId="{DEAE5B8E-BF0E-6598-9841-75CB4BC3DA73}"/>
          </ac:graphicFrameMkLst>
        </pc:graphicFrameChg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  <pc:spChg chg="add mod">
          <ac:chgData name="Simone Beets" userId="5adb261a4dd6137b" providerId="LiveId" clId="{8E40C75F-2910-4AF8-AED2-E5C88E90B87F}" dt="2025-03-09T18:24:48.742" v="5343" actId="14100"/>
          <ac:spMkLst>
            <pc:docMk/>
            <pc:sldMk cId="4232052156" sldId="374"/>
            <ac:spMk id="2" creationId="{BF67E0C9-4517-8AC4-4AA5-140F82FDF63D}"/>
          </ac:spMkLst>
        </pc:spChg>
        <pc:spChg chg="add mod">
          <ac:chgData name="Simone Beets" userId="5adb261a4dd6137b" providerId="LiveId" clId="{8E40C75F-2910-4AF8-AED2-E5C88E90B87F}" dt="2025-03-09T18:27:31.562" v="5445" actId="1036"/>
          <ac:spMkLst>
            <pc:docMk/>
            <pc:sldMk cId="4232052156" sldId="374"/>
            <ac:spMk id="3" creationId="{AF1281F2-70D0-8A0D-C19E-EC67C6E2F174}"/>
          </ac:spMkLst>
        </pc:spChg>
        <pc:spChg chg="add mod">
          <ac:chgData name="Simone Beets" userId="5adb261a4dd6137b" providerId="LiveId" clId="{8E40C75F-2910-4AF8-AED2-E5C88E90B87F}" dt="2025-03-09T18:27:28.662" v="5444" actId="122"/>
          <ac:spMkLst>
            <pc:docMk/>
            <pc:sldMk cId="4232052156" sldId="374"/>
            <ac:spMk id="5" creationId="{7A4054C6-4081-4D87-0030-418CA6CCE6F0}"/>
          </ac:spMkLst>
        </pc:spChg>
        <pc:spChg chg="add mod ord">
          <ac:chgData name="Simone Beets" userId="5adb261a4dd6137b" providerId="LiveId" clId="{8E40C75F-2910-4AF8-AED2-E5C88E90B87F}" dt="2025-03-09T18:27:15.243" v="5439" actId="167"/>
          <ac:spMkLst>
            <pc:docMk/>
            <pc:sldMk cId="4232052156" sldId="374"/>
            <ac:spMk id="6" creationId="{C19EB851-335A-F94E-0315-0E529948C16D}"/>
          </ac:spMkLst>
        </pc:spChg>
        <pc:spChg chg="mod">
          <ac:chgData name="Simone Beets" userId="5adb261a4dd6137b" providerId="LiveId" clId="{8E40C75F-2910-4AF8-AED2-E5C88E90B87F}" dt="2025-03-09T18:16:39.372" v="4675" actId="20577"/>
          <ac:spMkLst>
            <pc:docMk/>
            <pc:sldMk cId="4232052156" sldId="374"/>
            <ac:spMk id="20482" creationId="{2FE52C88-40C2-66DD-D28B-3A1DA85045CE}"/>
          </ac:spMkLst>
        </pc:spChg>
        <pc:spChg chg="mod">
          <ac:chgData name="Simone Beets" userId="5adb261a4dd6137b" providerId="LiveId" clId="{8E40C75F-2910-4AF8-AED2-E5C88E90B87F}" dt="2025-03-09T18:29:57.881" v="5450" actId="20577"/>
          <ac:spMkLst>
            <pc:docMk/>
            <pc:sldMk cId="4232052156" sldId="374"/>
            <ac:spMk id="20483" creationId="{AE198B9C-DF92-60DA-3617-025316C44835}"/>
          </ac:spMkLst>
        </pc:spChg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  <pc:spChg chg="del mod">
          <ac:chgData name="Simone Beets" userId="5adb261a4dd6137b" providerId="LiveId" clId="{8E40C75F-2910-4AF8-AED2-E5C88E90B87F}" dt="2025-03-09T18:33:27.450" v="5489" actId="478"/>
          <ac:spMkLst>
            <pc:docMk/>
            <pc:sldMk cId="1470916720" sldId="375"/>
            <ac:spMk id="2" creationId="{B2742709-529C-E923-F5EC-1D35EC35BBD1}"/>
          </ac:spMkLst>
        </pc:spChg>
        <pc:spChg chg="del mod">
          <ac:chgData name="Simone Beets" userId="5adb261a4dd6137b" providerId="LiveId" clId="{8E40C75F-2910-4AF8-AED2-E5C88E90B87F}" dt="2025-03-09T18:33:26.401" v="5488" actId="478"/>
          <ac:spMkLst>
            <pc:docMk/>
            <pc:sldMk cId="1470916720" sldId="375"/>
            <ac:spMk id="3" creationId="{C1A7299F-0364-E348-9745-3A9C363C7DA9}"/>
          </ac:spMkLst>
        </pc:spChg>
        <pc:spChg chg="del">
          <ac:chgData name="Simone Beets" userId="5adb261a4dd6137b" providerId="LiveId" clId="{8E40C75F-2910-4AF8-AED2-E5C88E90B87F}" dt="2025-03-09T18:32:56.250" v="5479" actId="478"/>
          <ac:spMkLst>
            <pc:docMk/>
            <pc:sldMk cId="1470916720" sldId="375"/>
            <ac:spMk id="5" creationId="{F859276D-FD6B-FDFA-574C-CF443AF5B0FD}"/>
          </ac:spMkLst>
        </pc:spChg>
        <pc:spChg chg="mod">
          <ac:chgData name="Simone Beets" userId="5adb261a4dd6137b" providerId="LiveId" clId="{8E40C75F-2910-4AF8-AED2-E5C88E90B87F}" dt="2025-03-09T18:31:20.888" v="5460" actId="20577"/>
          <ac:spMkLst>
            <pc:docMk/>
            <pc:sldMk cId="1470916720" sldId="375"/>
            <ac:spMk id="20482" creationId="{C483B895-5064-4600-58CB-58B737694962}"/>
          </ac:spMkLst>
        </pc:spChg>
        <pc:spChg chg="mod">
          <ac:chgData name="Simone Beets" userId="5adb261a4dd6137b" providerId="LiveId" clId="{8E40C75F-2910-4AF8-AED2-E5C88E90B87F}" dt="2025-03-09T18:33:38.050" v="5490" actId="6549"/>
          <ac:spMkLst>
            <pc:docMk/>
            <pc:sldMk cId="1470916720" sldId="375"/>
            <ac:spMk id="20483" creationId="{937E8B8B-6159-B92C-1CD3-ED607B96AE27}"/>
          </ac:spMkLst>
        </pc:spChg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  <pc:spChg chg="del">
          <ac:chgData name="Simone Beets" userId="5adb261a4dd6137b" providerId="LiveId" clId="{8E40C75F-2910-4AF8-AED2-E5C88E90B87F}" dt="2025-03-09T18:33:11.866" v="5484" actId="478"/>
          <ac:spMkLst>
            <pc:docMk/>
            <pc:sldMk cId="558122889" sldId="376"/>
            <ac:spMk id="2" creationId="{FDA22CD6-E0AB-B306-6CF1-AFF1D96206C7}"/>
          </ac:spMkLst>
        </pc:spChg>
        <pc:spChg chg="del">
          <ac:chgData name="Simone Beets" userId="5adb261a4dd6137b" providerId="LiveId" clId="{8E40C75F-2910-4AF8-AED2-E5C88E90B87F}" dt="2025-03-09T18:33:10.842" v="5483" actId="478"/>
          <ac:spMkLst>
            <pc:docMk/>
            <pc:sldMk cId="558122889" sldId="376"/>
            <ac:spMk id="3" creationId="{2C6E21A4-B314-5060-3E4B-509D8595D046}"/>
          </ac:spMkLst>
        </pc:spChg>
        <pc:spChg chg="mod">
          <ac:chgData name="Simone Beets" userId="5adb261a4dd6137b" providerId="LiveId" clId="{8E40C75F-2910-4AF8-AED2-E5C88E90B87F}" dt="2025-03-09T18:33:08.543" v="5482" actId="207"/>
          <ac:spMkLst>
            <pc:docMk/>
            <pc:sldMk cId="558122889" sldId="376"/>
            <ac:spMk id="20483" creationId="{C173EA2C-D855-7F48-7B5A-5241B5D0D1DB}"/>
          </ac:spMkLst>
        </pc:spChg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  <pc:spChg chg="add del mod">
          <ac:chgData name="Simone Beets" userId="5adb261a4dd6137b" providerId="LiveId" clId="{8E40C75F-2910-4AF8-AED2-E5C88E90B87F}" dt="2025-03-09T18:36:44.889" v="5816" actId="478"/>
          <ac:spMkLst>
            <pc:docMk/>
            <pc:sldMk cId="1978091042" sldId="377"/>
            <ac:spMk id="2" creationId="{97A04F16-7498-60CD-E8BA-8BB37B7D3BF1}"/>
          </ac:spMkLst>
        </pc:spChg>
        <pc:spChg chg="add mod">
          <ac:chgData name="Simone Beets" userId="5adb261a4dd6137b" providerId="LiveId" clId="{8E40C75F-2910-4AF8-AED2-E5C88E90B87F}" dt="2025-03-09T18:39:11.140" v="5835" actId="14100"/>
          <ac:spMkLst>
            <pc:docMk/>
            <pc:sldMk cId="1978091042" sldId="377"/>
            <ac:spMk id="4" creationId="{53EC0B76-EB2D-5271-D0BA-4BFEEB584D98}"/>
          </ac:spMkLst>
        </pc:spChg>
        <pc:spChg chg="add mod">
          <ac:chgData name="Simone Beets" userId="5adb261a4dd6137b" providerId="LiveId" clId="{8E40C75F-2910-4AF8-AED2-E5C88E90B87F}" dt="2025-03-09T18:39:30.085" v="5839" actId="14100"/>
          <ac:spMkLst>
            <pc:docMk/>
            <pc:sldMk cId="1978091042" sldId="377"/>
            <ac:spMk id="5" creationId="{DA62F0A4-DDC1-18B1-5C1E-9D51FADA6F27}"/>
          </ac:spMkLst>
        </pc:spChg>
        <pc:spChg chg="add mod">
          <ac:chgData name="Simone Beets" userId="5adb261a4dd6137b" providerId="LiveId" clId="{8E40C75F-2910-4AF8-AED2-E5C88E90B87F}" dt="2025-03-09T18:39:59.604" v="5848" actId="14100"/>
          <ac:spMkLst>
            <pc:docMk/>
            <pc:sldMk cId="1978091042" sldId="377"/>
            <ac:spMk id="7" creationId="{E8399960-7C05-AB2D-4A86-A609B7C9B223}"/>
          </ac:spMkLst>
        </pc:spChg>
        <pc:spChg chg="add del mod">
          <ac:chgData name="Simone Beets" userId="5adb261a4dd6137b" providerId="LiveId" clId="{8E40C75F-2910-4AF8-AED2-E5C88E90B87F}" dt="2025-03-09T18:39:56.708" v="5847" actId="478"/>
          <ac:spMkLst>
            <pc:docMk/>
            <pc:sldMk cId="1978091042" sldId="377"/>
            <ac:spMk id="8" creationId="{1A33E8BC-9C1B-A057-274F-99DD7111E666}"/>
          </ac:spMkLst>
        </pc:spChg>
        <pc:spChg chg="add del mod">
          <ac:chgData name="Simone Beets" userId="5adb261a4dd6137b" providerId="LiveId" clId="{8E40C75F-2910-4AF8-AED2-E5C88E90B87F}" dt="2025-03-09T18:39:55.456" v="5846" actId="478"/>
          <ac:spMkLst>
            <pc:docMk/>
            <pc:sldMk cId="1978091042" sldId="377"/>
            <ac:spMk id="9" creationId="{5FB8F9EF-5466-C2E8-EDAB-A15CEC9BA748}"/>
          </ac:spMkLst>
        </pc:spChg>
        <pc:spChg chg="mod">
          <ac:chgData name="Simone Beets" userId="5adb261a4dd6137b" providerId="LiveId" clId="{8E40C75F-2910-4AF8-AED2-E5C88E90B87F}" dt="2025-03-09T18:36:38.801" v="5814" actId="20577"/>
          <ac:spMkLst>
            <pc:docMk/>
            <pc:sldMk cId="1978091042" sldId="377"/>
            <ac:spMk id="20482" creationId="{11D37229-4CE8-67F4-FC44-ACA499ADF3A3}"/>
          </ac:spMkLst>
        </pc:spChg>
        <pc:spChg chg="del">
          <ac:chgData name="Simone Beets" userId="5adb261a4dd6137b" providerId="LiveId" clId="{8E40C75F-2910-4AF8-AED2-E5C88E90B87F}" dt="2025-03-09T18:36:42.681" v="5815" actId="478"/>
          <ac:spMkLst>
            <pc:docMk/>
            <pc:sldMk cId="1978091042" sldId="377"/>
            <ac:spMk id="20483" creationId="{3629C512-6B2B-493A-0F1A-7BD87A0639E2}"/>
          </ac:spMkLst>
        </pc:spChg>
        <pc:graphicFrameChg chg="add mod modGraphic">
          <ac:chgData name="Simone Beets" userId="5adb261a4dd6137b" providerId="LiveId" clId="{8E40C75F-2910-4AF8-AED2-E5C88E90B87F}" dt="2025-03-09T18:37:50.927" v="5827"/>
          <ac:graphicFrameMkLst>
            <pc:docMk/>
            <pc:sldMk cId="1978091042" sldId="377"/>
            <ac:graphicFrameMk id="3" creationId="{4082FE79-561F-E2B0-B26B-4EB6B49FA4AC}"/>
          </ac:graphicFrameMkLst>
        </pc:graphicFrameChg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  <pc:spChg chg="del">
          <ac:chgData name="Simone Beets" userId="5adb261a4dd6137b" providerId="LiveId" clId="{8E40C75F-2910-4AF8-AED2-E5C88E90B87F}" dt="2025-03-09T19:09:11.875" v="7217" actId="478"/>
          <ac:spMkLst>
            <pc:docMk/>
            <pc:sldMk cId="3002671383" sldId="378"/>
            <ac:spMk id="6" creationId="{53E39775-9FE8-D2FA-9A71-CD720C2E04AF}"/>
          </ac:spMkLst>
        </pc:spChg>
        <pc:spChg chg="mod">
          <ac:chgData name="Simone Beets" userId="5adb261a4dd6137b" providerId="LiveId" clId="{8E40C75F-2910-4AF8-AED2-E5C88E90B87F}" dt="2025-03-09T18:40:27.815" v="5873" actId="20577"/>
          <ac:spMkLst>
            <pc:docMk/>
            <pc:sldMk cId="3002671383" sldId="378"/>
            <ac:spMk id="20482" creationId="{38ED525E-407A-6CF2-3337-083742D71B0D}"/>
          </ac:spMkLst>
        </pc:spChg>
        <pc:spChg chg="mod">
          <ac:chgData name="Simone Beets" userId="5adb261a4dd6137b" providerId="LiveId" clId="{8E40C75F-2910-4AF8-AED2-E5C88E90B87F}" dt="2025-03-09T18:42:09.848" v="5902" actId="20577"/>
          <ac:spMkLst>
            <pc:docMk/>
            <pc:sldMk cId="3002671383" sldId="378"/>
            <ac:spMk id="20483" creationId="{A8A98DBE-542A-2FC3-BA78-2F16CFCC9647}"/>
          </ac:spMkLst>
        </pc:spChg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  <pc:spChg chg="mod">
          <ac:chgData name="Simone Beets" userId="5adb261a4dd6137b" providerId="LiveId" clId="{8E40C75F-2910-4AF8-AED2-E5C88E90B87F}" dt="2025-03-09T18:51:13.855" v="6355" actId="207"/>
          <ac:spMkLst>
            <pc:docMk/>
            <pc:sldMk cId="4237056731" sldId="379"/>
            <ac:spMk id="2" creationId="{8E5BD929-AC5E-B0D4-78FE-51F61EEF425B}"/>
          </ac:spMkLst>
        </pc:spChg>
        <pc:spChg chg="mod">
          <ac:chgData name="Simone Beets" userId="5adb261a4dd6137b" providerId="LiveId" clId="{8E40C75F-2910-4AF8-AED2-E5C88E90B87F}" dt="2025-03-09T18:52:18.910" v="6460" actId="20577"/>
          <ac:spMkLst>
            <pc:docMk/>
            <pc:sldMk cId="4237056731" sldId="379"/>
            <ac:spMk id="3" creationId="{308230C5-331C-9968-BDF0-1F4065687BB7}"/>
          </ac:spMkLst>
        </pc:spChg>
        <pc:spChg chg="mod">
          <ac:chgData name="Simone Beets" userId="5adb261a4dd6137b" providerId="LiveId" clId="{8E40C75F-2910-4AF8-AED2-E5C88E90B87F}" dt="2025-03-09T18:51:51.288" v="6386" actId="122"/>
          <ac:spMkLst>
            <pc:docMk/>
            <pc:sldMk cId="4237056731" sldId="379"/>
            <ac:spMk id="6" creationId="{E42391C6-ECE5-EEC5-975A-44F397091D90}"/>
          </ac:spMkLst>
        </pc:spChg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  <pc:spChg chg="add mod">
          <ac:chgData name="Simone Beets" userId="5adb261a4dd6137b" providerId="LiveId" clId="{8E40C75F-2910-4AF8-AED2-E5C88E90B87F}" dt="2025-03-09T19:01:17.432" v="6993" actId="207"/>
          <ac:spMkLst>
            <pc:docMk/>
            <pc:sldMk cId="2112352835" sldId="380"/>
            <ac:spMk id="2" creationId="{6BEFA816-2247-3082-105C-EDAD93898DD8}"/>
          </ac:spMkLst>
        </pc:spChg>
        <pc:spChg chg="mod">
          <ac:chgData name="Simone Beets" userId="5adb261a4dd6137b" providerId="LiveId" clId="{8E40C75F-2910-4AF8-AED2-E5C88E90B87F}" dt="2025-03-09T18:58:49.421" v="6972" actId="20577"/>
          <ac:spMkLst>
            <pc:docMk/>
            <pc:sldMk cId="2112352835" sldId="380"/>
            <ac:spMk id="20482" creationId="{900CD3A3-EAED-F884-EC55-20BB2BE036A3}"/>
          </ac:spMkLst>
        </pc:spChg>
        <pc:spChg chg="mod">
          <ac:chgData name="Simone Beets" userId="5adb261a4dd6137b" providerId="LiveId" clId="{8E40C75F-2910-4AF8-AED2-E5C88E90B87F}" dt="2025-03-09T18:59:58.994" v="6991" actId="14100"/>
          <ac:spMkLst>
            <pc:docMk/>
            <pc:sldMk cId="2112352835" sldId="380"/>
            <ac:spMk id="20483" creationId="{80B25D59-D7F7-D0FE-F83F-242D67F95C63}"/>
          </ac:spMkLst>
        </pc:spChg>
        <pc:picChg chg="del">
          <ac:chgData name="Simone Beets" userId="5adb261a4dd6137b" providerId="LiveId" clId="{8E40C75F-2910-4AF8-AED2-E5C88E90B87F}" dt="2025-03-09T18:59:01.792" v="6974" actId="478"/>
          <ac:picMkLst>
            <pc:docMk/>
            <pc:sldMk cId="2112352835" sldId="380"/>
            <ac:picMk id="3" creationId="{F776A831-C7F6-6537-210D-DECB351F9FB0}"/>
          </ac:picMkLst>
        </pc:picChg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  <pc:spChg chg="del">
          <ac:chgData name="Simone Beets" userId="5adb261a4dd6137b" providerId="LiveId" clId="{8E40C75F-2910-4AF8-AED2-E5C88E90B87F}" dt="2025-03-09T19:01:32.507" v="6995" actId="478"/>
          <ac:spMkLst>
            <pc:docMk/>
            <pc:sldMk cId="3520987890" sldId="381"/>
            <ac:spMk id="2" creationId="{13C34CC1-53D8-5FD4-BB53-0850555F83F1}"/>
          </ac:spMkLst>
        </pc:spChg>
        <pc:spChg chg="mod">
          <ac:chgData name="Simone Beets" userId="5adb261a4dd6137b" providerId="LiveId" clId="{8E40C75F-2910-4AF8-AED2-E5C88E90B87F}" dt="2025-03-09T19:01:41.862" v="7028" actId="20577"/>
          <ac:spMkLst>
            <pc:docMk/>
            <pc:sldMk cId="3520987890" sldId="381"/>
            <ac:spMk id="20482" creationId="{BE503D1D-0E60-1076-0AE2-A5E09B6AB066}"/>
          </ac:spMkLst>
        </pc:spChg>
        <pc:spChg chg="mod">
          <ac:chgData name="Simone Beets" userId="5adb261a4dd6137b" providerId="LiveId" clId="{8E40C75F-2910-4AF8-AED2-E5C88E90B87F}" dt="2025-03-09T19:03:13.364" v="7048" actId="20577"/>
          <ac:spMkLst>
            <pc:docMk/>
            <pc:sldMk cId="3520987890" sldId="381"/>
            <ac:spMk id="20483" creationId="{79F1DDC0-06EE-D030-3F98-A6706613526B}"/>
          </ac:spMkLst>
        </pc:spChg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  <pc:spChg chg="mod">
          <ac:chgData name="Simone Beets" userId="5adb261a4dd6137b" providerId="LiveId" clId="{8E40C75F-2910-4AF8-AED2-E5C88E90B87F}" dt="2025-03-09T19:04:17.846" v="7063" actId="14100"/>
          <ac:spMkLst>
            <pc:docMk/>
            <pc:sldMk cId="1482955239" sldId="382"/>
            <ac:spMk id="2" creationId="{B03286B7-1F1D-907A-885F-42B1CFD3B00F}"/>
          </ac:spMkLst>
        </pc:spChg>
        <pc:spChg chg="add del mod">
          <ac:chgData name="Simone Beets" userId="5adb261a4dd6137b" providerId="LiveId" clId="{8E40C75F-2910-4AF8-AED2-E5C88E90B87F}" dt="2025-03-09T19:03:39.740" v="7060" actId="478"/>
          <ac:spMkLst>
            <pc:docMk/>
            <pc:sldMk cId="1482955239" sldId="382"/>
            <ac:spMk id="3" creationId="{673E0DD7-332B-6FCB-960B-8D4A4BEAE60F}"/>
          </ac:spMkLst>
        </pc:spChg>
        <pc:spChg chg="add del">
          <ac:chgData name="Simone Beets" userId="5adb261a4dd6137b" providerId="LiveId" clId="{8E40C75F-2910-4AF8-AED2-E5C88E90B87F}" dt="2025-03-09T19:04:35.060" v="7065" actId="478"/>
          <ac:spMkLst>
            <pc:docMk/>
            <pc:sldMk cId="1482955239" sldId="382"/>
            <ac:spMk id="4" creationId="{B7264EE6-34C4-62F2-6B3D-4BE8DE19DA85}"/>
          </ac:spMkLst>
        </pc:spChg>
        <pc:spChg chg="add mod">
          <ac:chgData name="Simone Beets" userId="5adb261a4dd6137b" providerId="LiveId" clId="{8E40C75F-2910-4AF8-AED2-E5C88E90B87F}" dt="2025-03-09T19:04:55.777" v="7070" actId="208"/>
          <ac:spMkLst>
            <pc:docMk/>
            <pc:sldMk cId="1482955239" sldId="382"/>
            <ac:spMk id="5" creationId="{257B015A-CB09-8F41-B180-747B328A8FED}"/>
          </ac:spMkLst>
        </pc:spChg>
        <pc:spChg chg="add del">
          <ac:chgData name="Simone Beets" userId="5adb261a4dd6137b" providerId="LiveId" clId="{8E40C75F-2910-4AF8-AED2-E5C88E90B87F}" dt="2025-03-09T19:05:01.923" v="7073" actId="22"/>
          <ac:spMkLst>
            <pc:docMk/>
            <pc:sldMk cId="1482955239" sldId="382"/>
            <ac:spMk id="7" creationId="{2EF189CE-8DDE-E14F-8E65-8BF2218DD0B0}"/>
          </ac:spMkLst>
        </pc:spChg>
        <pc:spChg chg="add mod">
          <ac:chgData name="Simone Beets" userId="5adb261a4dd6137b" providerId="LiveId" clId="{8E40C75F-2910-4AF8-AED2-E5C88E90B87F}" dt="2025-03-09T19:05:05.592" v="7075" actId="1076"/>
          <ac:spMkLst>
            <pc:docMk/>
            <pc:sldMk cId="1482955239" sldId="382"/>
            <ac:spMk id="8" creationId="{05D709FE-6BEC-DA2D-7D60-A90ED17C2AE5}"/>
          </ac:spMkLst>
        </pc:spChg>
        <pc:spChg chg="add mod">
          <ac:chgData name="Simone Beets" userId="5adb261a4dd6137b" providerId="LiveId" clId="{8E40C75F-2910-4AF8-AED2-E5C88E90B87F}" dt="2025-03-09T19:05:09.298" v="7077" actId="1076"/>
          <ac:spMkLst>
            <pc:docMk/>
            <pc:sldMk cId="1482955239" sldId="382"/>
            <ac:spMk id="9" creationId="{6589F929-FA01-F4D5-4793-6AEB635797B8}"/>
          </ac:spMkLst>
        </pc:spChg>
        <pc:spChg chg="add mod">
          <ac:chgData name="Simone Beets" userId="5adb261a4dd6137b" providerId="LiveId" clId="{8E40C75F-2910-4AF8-AED2-E5C88E90B87F}" dt="2025-03-09T19:05:13.123" v="7079" actId="1076"/>
          <ac:spMkLst>
            <pc:docMk/>
            <pc:sldMk cId="1482955239" sldId="382"/>
            <ac:spMk id="10" creationId="{68571CD9-ADD9-2E11-AF75-68E1DD0B6CAA}"/>
          </ac:spMkLst>
        </pc:spChg>
        <pc:spChg chg="add mod">
          <ac:chgData name="Simone Beets" userId="5adb261a4dd6137b" providerId="LiveId" clId="{8E40C75F-2910-4AF8-AED2-E5C88E90B87F}" dt="2025-03-09T19:06:00.115" v="7084" actId="14100"/>
          <ac:spMkLst>
            <pc:docMk/>
            <pc:sldMk cId="1482955239" sldId="382"/>
            <ac:spMk id="12" creationId="{63CCEACE-6385-696B-2262-C915F97B9E04}"/>
          </ac:spMkLst>
        </pc:spChg>
        <pc:spChg chg="mod">
          <ac:chgData name="Simone Beets" userId="5adb261a4dd6137b" providerId="LiveId" clId="{8E40C75F-2910-4AF8-AED2-E5C88E90B87F}" dt="2025-03-09T19:03:34.414" v="7058" actId="20577"/>
          <ac:spMkLst>
            <pc:docMk/>
            <pc:sldMk cId="1482955239" sldId="382"/>
            <ac:spMk id="20482" creationId="{A4BDBBFC-B831-4BCA-E676-1B70902F6E58}"/>
          </ac:spMkLst>
        </pc:spChg>
        <pc:spChg chg="del">
          <ac:chgData name="Simone Beets" userId="5adb261a4dd6137b" providerId="LiveId" clId="{8E40C75F-2910-4AF8-AED2-E5C88E90B87F}" dt="2025-03-09T19:03:37.999" v="7059" actId="478"/>
          <ac:spMkLst>
            <pc:docMk/>
            <pc:sldMk cId="1482955239" sldId="382"/>
            <ac:spMk id="20483" creationId="{8ED8EB8F-D2C5-A378-91AD-F89BFBE83870}"/>
          </ac:spMkLst>
        </pc:spChg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  <pc:spChg chg="del">
          <ac:chgData name="Simone Beets" userId="5adb261a4dd6137b" providerId="LiveId" clId="{8E40C75F-2910-4AF8-AED2-E5C88E90B87F}" dt="2025-03-09T19:06:15.116" v="7086" actId="478"/>
          <ac:spMkLst>
            <pc:docMk/>
            <pc:sldMk cId="2193058390" sldId="383"/>
            <ac:spMk id="2" creationId="{82D7ED6D-AADE-BF6E-43F5-2ED551F6011C}"/>
          </ac:spMkLst>
        </pc:spChg>
        <pc:spChg chg="add mod">
          <ac:chgData name="Simone Beets" userId="5adb261a4dd6137b" providerId="LiveId" clId="{8E40C75F-2910-4AF8-AED2-E5C88E90B87F}" dt="2025-03-09T19:09:53.525" v="7228" actId="1076"/>
          <ac:spMkLst>
            <pc:docMk/>
            <pc:sldMk cId="2193058390" sldId="383"/>
            <ac:spMk id="3" creationId="{07C1EFB8-4D5D-AB23-28CC-3DBB07198293}"/>
          </ac:spMkLst>
        </pc:spChg>
        <pc:spChg chg="del">
          <ac:chgData name="Simone Beets" userId="5adb261a4dd6137b" providerId="LiveId" clId="{8E40C75F-2910-4AF8-AED2-E5C88E90B87F}" dt="2025-03-09T19:06:16.386" v="7087" actId="478"/>
          <ac:spMkLst>
            <pc:docMk/>
            <pc:sldMk cId="2193058390" sldId="383"/>
            <ac:spMk id="5" creationId="{E9F20EDC-BBA2-AA74-DB73-3570878D58D7}"/>
          </ac:spMkLst>
        </pc:spChg>
        <pc:spChg chg="add mod ord">
          <ac:chgData name="Simone Beets" userId="5adb261a4dd6137b" providerId="LiveId" clId="{8E40C75F-2910-4AF8-AED2-E5C88E90B87F}" dt="2025-03-09T19:09:18.880" v="7219" actId="167"/>
          <ac:spMkLst>
            <pc:docMk/>
            <pc:sldMk cId="2193058390" sldId="383"/>
            <ac:spMk id="6" creationId="{8ABC03AE-24B7-C558-5406-1ED79E44D155}"/>
          </ac:spMkLst>
        </pc:spChg>
        <pc:spChg chg="add mod">
          <ac:chgData name="Simone Beets" userId="5adb261a4dd6137b" providerId="LiveId" clId="{8E40C75F-2910-4AF8-AED2-E5C88E90B87F}" dt="2025-03-09T19:10:20.546" v="7244" actId="1076"/>
          <ac:spMkLst>
            <pc:docMk/>
            <pc:sldMk cId="2193058390" sldId="383"/>
            <ac:spMk id="7" creationId="{46D2D018-4C67-A17A-C2D5-D16AEFA54E96}"/>
          </ac:spMkLst>
        </pc:spChg>
        <pc:spChg chg="del">
          <ac:chgData name="Simone Beets" userId="5adb261a4dd6137b" providerId="LiveId" clId="{8E40C75F-2910-4AF8-AED2-E5C88E90B87F}" dt="2025-03-09T19:06:17.227" v="7088" actId="478"/>
          <ac:spMkLst>
            <pc:docMk/>
            <pc:sldMk cId="2193058390" sldId="383"/>
            <ac:spMk id="8" creationId="{CBE39EBB-57BB-A91A-6C31-092169224D31}"/>
          </ac:spMkLst>
        </pc:spChg>
        <pc:spChg chg="del">
          <ac:chgData name="Simone Beets" userId="5adb261a4dd6137b" providerId="LiveId" clId="{8E40C75F-2910-4AF8-AED2-E5C88E90B87F}" dt="2025-03-09T19:06:18.103" v="7089" actId="478"/>
          <ac:spMkLst>
            <pc:docMk/>
            <pc:sldMk cId="2193058390" sldId="383"/>
            <ac:spMk id="9" creationId="{74F6A575-F31D-42A0-7CCB-7AE6747031F2}"/>
          </ac:spMkLst>
        </pc:spChg>
        <pc:spChg chg="del">
          <ac:chgData name="Simone Beets" userId="5adb261a4dd6137b" providerId="LiveId" clId="{8E40C75F-2910-4AF8-AED2-E5C88E90B87F}" dt="2025-03-09T19:06:18.549" v="7090" actId="478"/>
          <ac:spMkLst>
            <pc:docMk/>
            <pc:sldMk cId="2193058390" sldId="383"/>
            <ac:spMk id="10" creationId="{25190DCE-D8F1-890B-96DC-0BA58963A242}"/>
          </ac:spMkLst>
        </pc:spChg>
        <pc:spChg chg="add mod">
          <ac:chgData name="Simone Beets" userId="5adb261a4dd6137b" providerId="LiveId" clId="{8E40C75F-2910-4AF8-AED2-E5C88E90B87F}" dt="2025-03-09T19:10:29.105" v="7256" actId="1076"/>
          <ac:spMkLst>
            <pc:docMk/>
            <pc:sldMk cId="2193058390" sldId="383"/>
            <ac:spMk id="11" creationId="{7EDAD9FF-48E2-673E-C673-2A981E23F944}"/>
          </ac:spMkLst>
        </pc:spChg>
        <pc:spChg chg="del">
          <ac:chgData name="Simone Beets" userId="5adb261a4dd6137b" providerId="LiveId" clId="{8E40C75F-2910-4AF8-AED2-E5C88E90B87F}" dt="2025-03-09T19:06:20.435" v="7091" actId="478"/>
          <ac:spMkLst>
            <pc:docMk/>
            <pc:sldMk cId="2193058390" sldId="383"/>
            <ac:spMk id="12" creationId="{6157EDEB-85C8-DBDF-7760-D220DE60E867}"/>
          </ac:spMkLst>
        </pc:spChg>
        <pc:spChg chg="mod">
          <ac:chgData name="Simone Beets" userId="5adb261a4dd6137b" providerId="LiveId" clId="{8E40C75F-2910-4AF8-AED2-E5C88E90B87F}" dt="2025-03-09T19:06:40.101" v="7113" actId="20577"/>
          <ac:spMkLst>
            <pc:docMk/>
            <pc:sldMk cId="2193058390" sldId="383"/>
            <ac:spMk id="20482" creationId="{3B6EF6B8-BD9A-66AD-DB09-F0ED62C4ECF3}"/>
          </ac:spMkLst>
        </pc:spChg>
        <pc:graphicFrameChg chg="add mod modGraphic">
          <ac:chgData name="Simone Beets" userId="5adb261a4dd6137b" providerId="LiveId" clId="{8E40C75F-2910-4AF8-AED2-E5C88E90B87F}" dt="2025-03-09T19:09:58.460" v="7229" actId="1035"/>
          <ac:graphicFrameMkLst>
            <pc:docMk/>
            <pc:sldMk cId="2193058390" sldId="383"/>
            <ac:graphicFrameMk id="4" creationId="{0223DE7E-D68E-6A52-9479-A9FBC6171BA3}"/>
          </ac:graphicFrameMkLst>
        </pc:graphicFrameChg>
        <pc:cxnChg chg="add mod">
          <ac:chgData name="Simone Beets" userId="5adb261a4dd6137b" providerId="LiveId" clId="{8E40C75F-2910-4AF8-AED2-E5C88E90B87F}" dt="2025-03-09T19:10:48.185" v="7259" actId="1582"/>
          <ac:cxnSpMkLst>
            <pc:docMk/>
            <pc:sldMk cId="2193058390" sldId="383"/>
            <ac:cxnSpMk id="14" creationId="{8E6F0AB5-3376-7E3C-4FF4-4DCFFE787CF3}"/>
          </ac:cxnSpMkLst>
        </pc:cxnChg>
        <pc:cxnChg chg="add mod">
          <ac:chgData name="Simone Beets" userId="5adb261a4dd6137b" providerId="LiveId" clId="{8E40C75F-2910-4AF8-AED2-E5C88E90B87F}" dt="2025-03-09T19:10:57.065" v="7262" actId="14100"/>
          <ac:cxnSpMkLst>
            <pc:docMk/>
            <pc:sldMk cId="2193058390" sldId="383"/>
            <ac:cxnSpMk id="15" creationId="{3984E449-6FCA-CA85-A52F-1D5DC8C6947F}"/>
          </ac:cxnSpMkLst>
        </pc:cxnChg>
        <pc:cxnChg chg="add mod">
          <ac:chgData name="Simone Beets" userId="5adb261a4dd6137b" providerId="LiveId" clId="{8E40C75F-2910-4AF8-AED2-E5C88E90B87F}" dt="2025-03-09T19:11:14.480" v="7267" actId="14100"/>
          <ac:cxnSpMkLst>
            <pc:docMk/>
            <pc:sldMk cId="2193058390" sldId="383"/>
            <ac:cxnSpMk id="18" creationId="{210EC5B1-22C3-F7EB-875B-CF34CBFE4BA3}"/>
          </ac:cxnSpMkLst>
        </pc:cxnChg>
        <pc:cxnChg chg="add mod">
          <ac:chgData name="Simone Beets" userId="5adb261a4dd6137b" providerId="LiveId" clId="{8E40C75F-2910-4AF8-AED2-E5C88E90B87F}" dt="2025-03-09T19:11:22.025" v="7270" actId="14100"/>
          <ac:cxnSpMkLst>
            <pc:docMk/>
            <pc:sldMk cId="2193058390" sldId="383"/>
            <ac:cxnSpMk id="22" creationId="{2C14E20D-49AE-272C-A8F7-D4AAC4DEA9E0}"/>
          </ac:cxnSpMkLst>
        </pc:cxnChg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  <pc:spChg chg="add mod">
          <ac:chgData name="Simone Beets" userId="5adb261a4dd6137b" providerId="LiveId" clId="{8E40C75F-2910-4AF8-AED2-E5C88E90B87F}" dt="2025-03-09T19:16:13.403" v="7341" actId="1076"/>
          <ac:spMkLst>
            <pc:docMk/>
            <pc:sldMk cId="2755305679" sldId="384"/>
            <ac:spMk id="2" creationId="{DCA9B16E-95F9-55CF-B3EB-574789765860}"/>
          </ac:spMkLst>
        </pc:spChg>
        <pc:spChg chg="mod">
          <ac:chgData name="Simone Beets" userId="5adb261a4dd6137b" providerId="LiveId" clId="{8E40C75F-2910-4AF8-AED2-E5C88E90B87F}" dt="2025-03-09T19:15:00.685" v="7324" actId="20577"/>
          <ac:spMkLst>
            <pc:docMk/>
            <pc:sldMk cId="2755305679" sldId="384"/>
            <ac:spMk id="20482" creationId="{7562FAE8-0792-6BC4-C7B8-551FFC5A6965}"/>
          </ac:spMkLst>
        </pc:spChg>
        <pc:spChg chg="mod">
          <ac:chgData name="Simone Beets" userId="5adb261a4dd6137b" providerId="LiveId" clId="{8E40C75F-2910-4AF8-AED2-E5C88E90B87F}" dt="2025-03-09T19:15:37.363" v="7331" actId="15"/>
          <ac:spMkLst>
            <pc:docMk/>
            <pc:sldMk cId="2755305679" sldId="384"/>
            <ac:spMk id="20483" creationId="{38135EFE-5362-E039-2605-4D832F79BC2C}"/>
          </ac:spMkLst>
        </pc:spChg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  <pc:spChg chg="mod">
          <ac:chgData name="Simone Beets" userId="5adb261a4dd6137b" providerId="LiveId" clId="{8E40C75F-2910-4AF8-AED2-E5C88E90B87F}" dt="2025-03-09T19:18:02.248" v="7392" actId="14100"/>
          <ac:spMkLst>
            <pc:docMk/>
            <pc:sldMk cId="3435839152" sldId="385"/>
            <ac:spMk id="2" creationId="{AD25480E-BD2B-021A-EC68-8CD18581ADE2}"/>
          </ac:spMkLst>
        </pc:spChg>
        <pc:spChg chg="mod">
          <ac:chgData name="Simone Beets" userId="5adb261a4dd6137b" providerId="LiveId" clId="{8E40C75F-2910-4AF8-AED2-E5C88E90B87F}" dt="2025-03-09T19:16:28.908" v="7354" actId="20577"/>
          <ac:spMkLst>
            <pc:docMk/>
            <pc:sldMk cId="3435839152" sldId="385"/>
            <ac:spMk id="20482" creationId="{E1574DFC-46E0-5AB1-3767-AEB1E1A1F0DA}"/>
          </ac:spMkLst>
        </pc:spChg>
        <pc:spChg chg="mod">
          <ac:chgData name="Simone Beets" userId="5adb261a4dd6137b" providerId="LiveId" clId="{8E40C75F-2910-4AF8-AED2-E5C88E90B87F}" dt="2025-03-09T19:16:41.009" v="7357" actId="15"/>
          <ac:spMkLst>
            <pc:docMk/>
            <pc:sldMk cId="3435839152" sldId="385"/>
            <ac:spMk id="20483" creationId="{B400380E-AE4D-A454-3208-21257CADB927}"/>
          </ac:spMkLst>
        </pc:spChg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  <pc:spChg chg="mod">
          <ac:chgData name="Simone Beets" userId="5adb261a4dd6137b" providerId="LiveId" clId="{8E40C75F-2910-4AF8-AED2-E5C88E90B87F}" dt="2025-03-09T19:18:47.994" v="7448" actId="1035"/>
          <ac:spMkLst>
            <pc:docMk/>
            <pc:sldMk cId="2665890241" sldId="386"/>
            <ac:spMk id="2" creationId="{C6D8B963-E463-9C5C-1F30-17A58ABD3ED6}"/>
          </ac:spMkLst>
        </pc:spChg>
        <pc:spChg chg="mod">
          <ac:chgData name="Simone Beets" userId="5adb261a4dd6137b" providerId="LiveId" clId="{8E40C75F-2910-4AF8-AED2-E5C88E90B87F}" dt="2025-03-09T19:18:35.743" v="7437" actId="20577"/>
          <ac:spMkLst>
            <pc:docMk/>
            <pc:sldMk cId="2665890241" sldId="386"/>
            <ac:spMk id="20483" creationId="{05264D96-2AFF-3CFF-BF41-61ED1D9AC171}"/>
          </ac:spMkLst>
        </pc:spChg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  <pc:spChg chg="mod">
          <ac:chgData name="Simone Beets" userId="5adb261a4dd6137b" providerId="LiveId" clId="{8E40C75F-2910-4AF8-AED2-E5C88E90B87F}" dt="2025-03-09T19:20:20.270" v="7534" actId="14100"/>
          <ac:spMkLst>
            <pc:docMk/>
            <pc:sldMk cId="2929070598" sldId="387"/>
            <ac:spMk id="2" creationId="{FB6902F0-CEF6-701D-9038-77661DBF2AF4}"/>
          </ac:spMkLst>
        </pc:spChg>
        <pc:spChg chg="mod">
          <ac:chgData name="Simone Beets" userId="5adb261a4dd6137b" providerId="LiveId" clId="{8E40C75F-2910-4AF8-AED2-E5C88E90B87F}" dt="2025-03-09T19:20:15.298" v="7533" actId="20577"/>
          <ac:spMkLst>
            <pc:docMk/>
            <pc:sldMk cId="2929070598" sldId="387"/>
            <ac:spMk id="20483" creationId="{E7F739D5-2A74-7367-32E4-AA9066CF8CA6}"/>
          </ac:spMkLst>
        </pc:spChg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  <pc:spChg chg="del">
          <ac:chgData name="Simone Beets" userId="5adb261a4dd6137b" providerId="LiveId" clId="{8E40C75F-2910-4AF8-AED2-E5C88E90B87F}" dt="2025-03-09T19:20:30.420" v="7536" actId="478"/>
          <ac:spMkLst>
            <pc:docMk/>
            <pc:sldMk cId="3566379816" sldId="388"/>
            <ac:spMk id="2" creationId="{4E77095C-3C49-0D64-D992-5FE2067C11B1}"/>
          </ac:spMkLst>
        </pc:spChg>
        <pc:spChg chg="mod">
          <ac:chgData name="Simone Beets" userId="5adb261a4dd6137b" providerId="LiveId" clId="{8E40C75F-2910-4AF8-AED2-E5C88E90B87F}" dt="2025-03-09T19:22:06.472" v="7559" actId="207"/>
          <ac:spMkLst>
            <pc:docMk/>
            <pc:sldMk cId="3566379816" sldId="388"/>
            <ac:spMk id="20483" creationId="{95AF7334-790D-09CB-025A-4FB1BDD73037}"/>
          </ac:spMkLst>
        </pc:spChg>
      </pc:sldChg>
    </pc:docChg>
  </pc:docChgLst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  <pc:spChg chg="mod">
          <ac:chgData name="Simone Beets" userId="5adb261a4dd6137b" providerId="LiveId" clId="{5622D2CA-130E-490A-952A-3E9DD0BAA9CD}" dt="2025-03-02T09:00:56.507" v="3271" actId="20577"/>
          <ac:spMkLst>
            <pc:docMk/>
            <pc:sldMk cId="0" sldId="257"/>
            <ac:spMk id="20482" creationId="{B22372D1-C1BC-8D02-5DE2-06417E4194EE}"/>
          </ac:spMkLst>
        </pc:spChg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  <pc:spChg chg="mod">
          <ac:chgData name="Simone Beets" userId="5adb261a4dd6137b" providerId="LiveId" clId="{5622D2CA-130E-490A-952A-3E9DD0BAA9CD}" dt="2025-03-02T10:16:28.515" v="4826" actId="20577"/>
          <ac:spMkLst>
            <pc:docMk/>
            <pc:sldMk cId="0" sldId="321"/>
            <ac:spMk id="81922" creationId="{65BFE1D5-329E-BB29-CE8A-ED38134D0C16}"/>
          </ac:spMkLst>
        </pc:spChg>
        <pc:spChg chg="mod">
          <ac:chgData name="Simone Beets" userId="5adb261a4dd6137b" providerId="LiveId" clId="{5622D2CA-130E-490A-952A-3E9DD0BAA9CD}" dt="2025-03-03T06:45:08.386" v="5654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  <pc:spChg chg="add mod">
          <ac:chgData name="Simone Beets" userId="5adb261a4dd6137b" providerId="LiveId" clId="{5622D2CA-130E-490A-952A-3E9DD0BAA9CD}" dt="2025-03-02T08:12:25.064" v="974" actId="404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5622D2CA-130E-490A-952A-3E9DD0BAA9CD}" dt="2025-03-02T08:11:17.273" v="936" actId="1035"/>
          <ac:spMkLst>
            <pc:docMk/>
            <pc:sldMk cId="1762635146" sldId="339"/>
            <ac:spMk id="3" creationId="{2D7CFFAC-EAEC-A4A5-23FB-B3200E4B3C34}"/>
          </ac:spMkLst>
        </pc:spChg>
        <pc:picChg chg="mod">
          <ac:chgData name="Simone Beets" userId="5adb261a4dd6137b" providerId="LiveId" clId="{5622D2CA-130E-490A-952A-3E9DD0BAA9CD}" dt="2025-03-02T08:11:17.273" v="936" actId="1035"/>
          <ac:picMkLst>
            <pc:docMk/>
            <pc:sldMk cId="1762635146" sldId="339"/>
            <ac:picMk id="4" creationId="{9C844A58-6BF9-1121-A945-ADBE54B65004}"/>
          </ac:picMkLst>
        </pc:picChg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  <pc:spChg chg="mod">
          <ac:chgData name="Simone Beets" userId="5adb261a4dd6137b" providerId="LiveId" clId="{5622D2CA-130E-490A-952A-3E9DD0BAA9CD}" dt="2025-03-02T07:59:09.755" v="661" actId="207"/>
          <ac:spMkLst>
            <pc:docMk/>
            <pc:sldMk cId="2049952096" sldId="340"/>
            <ac:spMk id="2" creationId="{7CEE84FB-DB33-819E-E5F9-D759CA4343DE}"/>
          </ac:spMkLst>
        </pc:spChg>
        <pc:spChg chg="mod">
          <ac:chgData name="Simone Beets" userId="5adb261a4dd6137b" providerId="LiveId" clId="{5622D2CA-130E-490A-952A-3E9DD0BAA9CD}" dt="2025-03-02T07:56:36.252" v="583" actId="1076"/>
          <ac:spMkLst>
            <pc:docMk/>
            <pc:sldMk cId="2049952096" sldId="340"/>
            <ac:spMk id="6" creationId="{94729AF2-8103-6153-03E4-036FBFCE6ABA}"/>
          </ac:spMkLst>
        </pc:spChg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  <pc:spChg chg="mod">
          <ac:chgData name="Simone Beets" userId="5adb261a4dd6137b" providerId="LiveId" clId="{5622D2CA-130E-490A-952A-3E9DD0BAA9CD}" dt="2025-03-02T09:01:20.355" v="3293" actId="20577"/>
          <ac:spMkLst>
            <pc:docMk/>
            <pc:sldMk cId="4249415124" sldId="346"/>
            <ac:spMk id="20482" creationId="{BD428A95-7C31-1A07-B87C-E21D96C909D9}"/>
          </ac:spMkLst>
        </pc:spChg>
        <pc:spChg chg="mod">
          <ac:chgData name="Simone Beets" userId="5adb261a4dd6137b" providerId="LiveId" clId="{5622D2CA-130E-490A-952A-3E9DD0BAA9CD}" dt="2025-03-02T10:25:30.240" v="4928" actId="20577"/>
          <ac:spMkLst>
            <pc:docMk/>
            <pc:sldMk cId="4249415124" sldId="346"/>
            <ac:spMk id="20483" creationId="{B43AE6C6-3968-75B2-1F1B-DEF3DFC4A194}"/>
          </ac:spMkLst>
        </pc:spChg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  <pc:spChg chg="mod">
          <ac:chgData name="Simone Beets" userId="5adb261a4dd6137b" providerId="LiveId" clId="{5622D2CA-130E-490A-952A-3E9DD0BAA9CD}" dt="2025-03-02T09:05:41.427" v="3331" actId="15"/>
          <ac:spMkLst>
            <pc:docMk/>
            <pc:sldMk cId="4247069512" sldId="348"/>
            <ac:spMk id="20483" creationId="{6CF76C83-9628-82EB-EEC2-12037642C096}"/>
          </ac:spMkLst>
        </pc:spChg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  <pc:spChg chg="mod">
          <ac:chgData name="Simone Beets" userId="5adb261a4dd6137b" providerId="LiveId" clId="{737403A7-CBCD-479B-BA12-77557D72448E}" dt="2025-02-23T19:48:43.588" v="340" actId="20577"/>
          <ac:spMkLst>
            <pc:docMk/>
            <pc:sldMk cId="0" sldId="257"/>
            <ac:spMk id="20482" creationId="{B22372D1-C1BC-8D02-5DE2-06417E4194EE}"/>
          </ac:spMkLst>
        </pc:spChg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  <pc:spChg chg="mod">
          <ac:chgData name="Simone Beets" userId="5adb261a4dd6137b" providerId="LiveId" clId="{737403A7-CBCD-479B-BA12-77557D72448E}" dt="2025-02-23T19:44:28.298" v="5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4261337612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  <pc:spChg chg="mod">
          <ac:chgData name="Simone Beets" userId="5adb261a4dd6137b" providerId="LiveId" clId="{737403A7-CBCD-479B-BA12-77557D72448E}" dt="2025-02-23T20:53:40.959" v="3655" actId="20577"/>
          <ac:spMkLst>
            <pc:docMk/>
            <pc:sldMk cId="0" sldId="321"/>
            <ac:spMk id="81923" creationId="{5C6BFA09-EEC3-E74B-06BD-B7D47D876082}"/>
          </ac:spMkLst>
        </pc:spChg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  <pc:spChg chg="add mod">
          <ac:chgData name="Simone Beets" userId="5adb261a4dd6137b" providerId="LiveId" clId="{737403A7-CBCD-479B-BA12-77557D72448E}" dt="2025-02-23T19:45:57.006" v="131" actId="403"/>
          <ac:spMkLst>
            <pc:docMk/>
            <pc:sldMk cId="465305782" sldId="323"/>
            <ac:spMk id="4" creationId="{B56BFBEA-DA88-4D77-20BA-F3A5D2144C52}"/>
          </ac:spMkLst>
        </pc:spChg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E4CDE-FA9F-4F8B-9056-535E8922050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2ED1690C-86AD-49F3-9538-D6C2B8A0C404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Streams</a:t>
          </a:r>
        </a:p>
      </dgm:t>
    </dgm:pt>
    <dgm:pt modelId="{D0409BE9-5284-493C-83A6-9D44E207E085}" type="parTrans" cxnId="{42DF5689-5BE4-4C74-B508-676739928364}">
      <dgm:prSet/>
      <dgm:spPr/>
      <dgm:t>
        <a:bodyPr/>
        <a:lstStyle/>
        <a:p>
          <a:endParaRPr lang="en-ZA"/>
        </a:p>
      </dgm:t>
    </dgm:pt>
    <dgm:pt modelId="{98A44B05-3F0A-412C-8074-A7639B0FE630}" type="sibTrans" cxnId="{42DF5689-5BE4-4C74-B508-676739928364}">
      <dgm:prSet/>
      <dgm:spPr>
        <a:ln w="38100"/>
      </dgm:spPr>
      <dgm:t>
        <a:bodyPr/>
        <a:lstStyle/>
        <a:p>
          <a:endParaRPr lang="en-ZA"/>
        </a:p>
      </dgm:t>
    </dgm:pt>
    <dgm:pt modelId="{73A99919-AD61-4670-9B05-0210C47991AF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ZA" dirty="0"/>
            <a:t>Console I/O</a:t>
          </a:r>
        </a:p>
      </dgm:t>
    </dgm:pt>
    <dgm:pt modelId="{E69543CA-5898-41D7-9788-098ACD5FE61A}" type="parTrans" cxnId="{2A2C4BB5-25ED-4B2F-B99D-9E1F652D0586}">
      <dgm:prSet/>
      <dgm:spPr/>
      <dgm:t>
        <a:bodyPr/>
        <a:lstStyle/>
        <a:p>
          <a:endParaRPr lang="en-ZA"/>
        </a:p>
      </dgm:t>
    </dgm:pt>
    <dgm:pt modelId="{1FD8B6A4-956B-4945-A99B-D84C1C8AAE69}" type="sibTrans" cxnId="{2A2C4BB5-25ED-4B2F-B99D-9E1F652D0586}">
      <dgm:prSet/>
      <dgm:spPr>
        <a:ln w="38100"/>
      </dgm:spPr>
      <dgm:t>
        <a:bodyPr/>
        <a:lstStyle/>
        <a:p>
          <a:endParaRPr lang="en-ZA"/>
        </a:p>
      </dgm:t>
    </dgm:pt>
    <dgm:pt modelId="{EE9858C2-B6F8-493C-92E8-E5A3071DAAD0}">
      <dgm:prSet phldrT="[Text]"/>
      <dgm:spPr>
        <a:solidFill>
          <a:srgbClr val="FEC000"/>
        </a:solidFill>
      </dgm:spPr>
      <dgm:t>
        <a:bodyPr/>
        <a:lstStyle/>
        <a:p>
          <a:r>
            <a:rPr lang="en-ZA" dirty="0"/>
            <a:t>File I/O (types &amp; formats)</a:t>
          </a:r>
        </a:p>
      </dgm:t>
    </dgm:pt>
    <dgm:pt modelId="{2073C8E3-6578-4200-9DC5-D932E52CE430}" type="parTrans" cxnId="{742A21BA-BB85-4622-ADCF-FBB07D3177CD}">
      <dgm:prSet/>
      <dgm:spPr/>
      <dgm:t>
        <a:bodyPr/>
        <a:lstStyle/>
        <a:p>
          <a:endParaRPr lang="en-ZA"/>
        </a:p>
      </dgm:t>
    </dgm:pt>
    <dgm:pt modelId="{9F606F67-BB12-4C32-87FD-D17F9B7E51C2}" type="sibTrans" cxnId="{742A21BA-BB85-4622-ADCF-FBB07D3177CD}">
      <dgm:prSet/>
      <dgm:spPr>
        <a:ln w="38100"/>
      </dgm:spPr>
      <dgm:t>
        <a:bodyPr/>
        <a:lstStyle/>
        <a:p>
          <a:endParaRPr lang="en-ZA"/>
        </a:p>
      </dgm:t>
    </dgm:pt>
    <dgm:pt modelId="{BE3333E3-9C0A-49DC-88B9-5E5A093241BF}" type="pres">
      <dgm:prSet presAssocID="{891E4CDE-FA9F-4F8B-9056-535E8922050D}" presName="cycle" presStyleCnt="0">
        <dgm:presLayoutVars>
          <dgm:dir/>
          <dgm:resizeHandles val="exact"/>
        </dgm:presLayoutVars>
      </dgm:prSet>
      <dgm:spPr/>
    </dgm:pt>
    <dgm:pt modelId="{D035851A-8A4E-475E-9188-5B31C1B70B79}" type="pres">
      <dgm:prSet presAssocID="{2ED1690C-86AD-49F3-9538-D6C2B8A0C404}" presName="node" presStyleLbl="node1" presStyleIdx="0" presStyleCnt="3">
        <dgm:presLayoutVars>
          <dgm:bulletEnabled val="1"/>
        </dgm:presLayoutVars>
      </dgm:prSet>
      <dgm:spPr/>
    </dgm:pt>
    <dgm:pt modelId="{F6FFA7ED-5112-4FAE-9B1A-4D0868155091}" type="pres">
      <dgm:prSet presAssocID="{2ED1690C-86AD-49F3-9538-D6C2B8A0C404}" presName="spNode" presStyleCnt="0"/>
      <dgm:spPr/>
    </dgm:pt>
    <dgm:pt modelId="{DB9AC7CA-B93B-4333-BF04-C1BD9A039100}" type="pres">
      <dgm:prSet presAssocID="{98A44B05-3F0A-412C-8074-A7639B0FE630}" presName="sibTrans" presStyleLbl="sibTrans1D1" presStyleIdx="0" presStyleCnt="3"/>
      <dgm:spPr/>
    </dgm:pt>
    <dgm:pt modelId="{3F3A6CD5-F362-440E-B19C-B89B5623E073}" type="pres">
      <dgm:prSet presAssocID="{73A99919-AD61-4670-9B05-0210C47991AF}" presName="node" presStyleLbl="node1" presStyleIdx="1" presStyleCnt="3">
        <dgm:presLayoutVars>
          <dgm:bulletEnabled val="1"/>
        </dgm:presLayoutVars>
      </dgm:prSet>
      <dgm:spPr/>
    </dgm:pt>
    <dgm:pt modelId="{1DCCC1E4-BE5E-4A79-B070-26E1DA4E7CBB}" type="pres">
      <dgm:prSet presAssocID="{73A99919-AD61-4670-9B05-0210C47991AF}" presName="spNode" presStyleCnt="0"/>
      <dgm:spPr/>
    </dgm:pt>
    <dgm:pt modelId="{C837092B-EBC7-4778-B5DD-CAC5E49940DF}" type="pres">
      <dgm:prSet presAssocID="{1FD8B6A4-956B-4945-A99B-D84C1C8AAE69}" presName="sibTrans" presStyleLbl="sibTrans1D1" presStyleIdx="1" presStyleCnt="3"/>
      <dgm:spPr/>
    </dgm:pt>
    <dgm:pt modelId="{94DCAA6F-F5B1-4468-96D7-D867BFC6EBCD}" type="pres">
      <dgm:prSet presAssocID="{EE9858C2-B6F8-493C-92E8-E5A3071DAAD0}" presName="node" presStyleLbl="node1" presStyleIdx="2" presStyleCnt="3">
        <dgm:presLayoutVars>
          <dgm:bulletEnabled val="1"/>
        </dgm:presLayoutVars>
      </dgm:prSet>
      <dgm:spPr/>
    </dgm:pt>
    <dgm:pt modelId="{8D97A059-F0D4-4BEC-8199-DB32DAE9AC57}" type="pres">
      <dgm:prSet presAssocID="{EE9858C2-B6F8-493C-92E8-E5A3071DAAD0}" presName="spNode" presStyleCnt="0"/>
      <dgm:spPr/>
    </dgm:pt>
    <dgm:pt modelId="{75B56427-5788-464F-9BED-37B12FC30975}" type="pres">
      <dgm:prSet presAssocID="{9F606F67-BB12-4C32-87FD-D17F9B7E51C2}" presName="sibTrans" presStyleLbl="sibTrans1D1" presStyleIdx="2" presStyleCnt="3"/>
      <dgm:spPr/>
    </dgm:pt>
  </dgm:ptLst>
  <dgm:cxnLst>
    <dgm:cxn modelId="{9353D427-5CAB-44B7-AA89-C8855E464363}" type="presOf" srcId="{2ED1690C-86AD-49F3-9538-D6C2B8A0C404}" destId="{D035851A-8A4E-475E-9188-5B31C1B70B79}" srcOrd="0" destOrd="0" presId="urn:microsoft.com/office/officeart/2005/8/layout/cycle6"/>
    <dgm:cxn modelId="{C0A78265-A62B-4363-A964-18FF4446E825}" type="presOf" srcId="{9F606F67-BB12-4C32-87FD-D17F9B7E51C2}" destId="{75B56427-5788-464F-9BED-37B12FC30975}" srcOrd="0" destOrd="0" presId="urn:microsoft.com/office/officeart/2005/8/layout/cycle6"/>
    <dgm:cxn modelId="{42DF5689-5BE4-4C74-B508-676739928364}" srcId="{891E4CDE-FA9F-4F8B-9056-535E8922050D}" destId="{2ED1690C-86AD-49F3-9538-D6C2B8A0C404}" srcOrd="0" destOrd="0" parTransId="{D0409BE9-5284-493C-83A6-9D44E207E085}" sibTransId="{98A44B05-3F0A-412C-8074-A7639B0FE630}"/>
    <dgm:cxn modelId="{F81B4AAA-6832-4E19-AE27-49E97728DB71}" type="presOf" srcId="{98A44B05-3F0A-412C-8074-A7639B0FE630}" destId="{DB9AC7CA-B93B-4333-BF04-C1BD9A039100}" srcOrd="0" destOrd="0" presId="urn:microsoft.com/office/officeart/2005/8/layout/cycle6"/>
    <dgm:cxn modelId="{5EFA8CAB-4436-4D81-A705-BEA05BE58D38}" type="presOf" srcId="{73A99919-AD61-4670-9B05-0210C47991AF}" destId="{3F3A6CD5-F362-440E-B19C-B89B5623E073}" srcOrd="0" destOrd="0" presId="urn:microsoft.com/office/officeart/2005/8/layout/cycle6"/>
    <dgm:cxn modelId="{2A2C4BB5-25ED-4B2F-B99D-9E1F652D0586}" srcId="{891E4CDE-FA9F-4F8B-9056-535E8922050D}" destId="{73A99919-AD61-4670-9B05-0210C47991AF}" srcOrd="1" destOrd="0" parTransId="{E69543CA-5898-41D7-9788-098ACD5FE61A}" sibTransId="{1FD8B6A4-956B-4945-A99B-D84C1C8AAE69}"/>
    <dgm:cxn modelId="{742A21BA-BB85-4622-ADCF-FBB07D3177CD}" srcId="{891E4CDE-FA9F-4F8B-9056-535E8922050D}" destId="{EE9858C2-B6F8-493C-92E8-E5A3071DAAD0}" srcOrd="2" destOrd="0" parTransId="{2073C8E3-6578-4200-9DC5-D932E52CE430}" sibTransId="{9F606F67-BB12-4C32-87FD-D17F9B7E51C2}"/>
    <dgm:cxn modelId="{8441E5BE-B168-4977-8D9F-E1BD01B9AF6E}" type="presOf" srcId="{891E4CDE-FA9F-4F8B-9056-535E8922050D}" destId="{BE3333E3-9C0A-49DC-88B9-5E5A093241BF}" srcOrd="0" destOrd="0" presId="urn:microsoft.com/office/officeart/2005/8/layout/cycle6"/>
    <dgm:cxn modelId="{9C995DC3-6797-4512-B95F-76620F0E5759}" type="presOf" srcId="{EE9858C2-B6F8-493C-92E8-E5A3071DAAD0}" destId="{94DCAA6F-F5B1-4468-96D7-D867BFC6EBCD}" srcOrd="0" destOrd="0" presId="urn:microsoft.com/office/officeart/2005/8/layout/cycle6"/>
    <dgm:cxn modelId="{ACA250F0-F814-48D2-8300-B4E5077A7C28}" type="presOf" srcId="{1FD8B6A4-956B-4945-A99B-D84C1C8AAE69}" destId="{C837092B-EBC7-4778-B5DD-CAC5E49940DF}" srcOrd="0" destOrd="0" presId="urn:microsoft.com/office/officeart/2005/8/layout/cycle6"/>
    <dgm:cxn modelId="{B6298D00-6CCA-4794-8C38-DF30E69F0F57}" type="presParOf" srcId="{BE3333E3-9C0A-49DC-88B9-5E5A093241BF}" destId="{D035851A-8A4E-475E-9188-5B31C1B70B79}" srcOrd="0" destOrd="0" presId="urn:microsoft.com/office/officeart/2005/8/layout/cycle6"/>
    <dgm:cxn modelId="{2E8D2758-B364-45E7-AA83-E20E0CC13EF0}" type="presParOf" srcId="{BE3333E3-9C0A-49DC-88B9-5E5A093241BF}" destId="{F6FFA7ED-5112-4FAE-9B1A-4D0868155091}" srcOrd="1" destOrd="0" presId="urn:microsoft.com/office/officeart/2005/8/layout/cycle6"/>
    <dgm:cxn modelId="{57ADB1BF-CCD0-4B84-AF76-A018612B27FE}" type="presParOf" srcId="{BE3333E3-9C0A-49DC-88B9-5E5A093241BF}" destId="{DB9AC7CA-B93B-4333-BF04-C1BD9A039100}" srcOrd="2" destOrd="0" presId="urn:microsoft.com/office/officeart/2005/8/layout/cycle6"/>
    <dgm:cxn modelId="{69B2F41C-06B7-42FE-B864-AA0916B262F9}" type="presParOf" srcId="{BE3333E3-9C0A-49DC-88B9-5E5A093241BF}" destId="{3F3A6CD5-F362-440E-B19C-B89B5623E073}" srcOrd="3" destOrd="0" presId="urn:microsoft.com/office/officeart/2005/8/layout/cycle6"/>
    <dgm:cxn modelId="{2A4AFEA5-9CB1-487C-8023-31F896BED142}" type="presParOf" srcId="{BE3333E3-9C0A-49DC-88B9-5E5A093241BF}" destId="{1DCCC1E4-BE5E-4A79-B070-26E1DA4E7CBB}" srcOrd="4" destOrd="0" presId="urn:microsoft.com/office/officeart/2005/8/layout/cycle6"/>
    <dgm:cxn modelId="{2D4253AC-D5D3-4659-B927-1F23698FD8C4}" type="presParOf" srcId="{BE3333E3-9C0A-49DC-88B9-5E5A093241BF}" destId="{C837092B-EBC7-4778-B5DD-CAC5E49940DF}" srcOrd="5" destOrd="0" presId="urn:microsoft.com/office/officeart/2005/8/layout/cycle6"/>
    <dgm:cxn modelId="{87E4236B-238C-4BE7-8B95-11EEBE29D59D}" type="presParOf" srcId="{BE3333E3-9C0A-49DC-88B9-5E5A093241BF}" destId="{94DCAA6F-F5B1-4468-96D7-D867BFC6EBCD}" srcOrd="6" destOrd="0" presId="urn:microsoft.com/office/officeart/2005/8/layout/cycle6"/>
    <dgm:cxn modelId="{3C29C903-301D-47B4-A377-4EA56DEDA1A9}" type="presParOf" srcId="{BE3333E3-9C0A-49DC-88B9-5E5A093241BF}" destId="{8D97A059-F0D4-4BEC-8199-DB32DAE9AC57}" srcOrd="7" destOrd="0" presId="urn:microsoft.com/office/officeart/2005/8/layout/cycle6"/>
    <dgm:cxn modelId="{ADF8B1EF-3F6E-4BF6-9F47-032C399589F8}" type="presParOf" srcId="{BE3333E3-9C0A-49DC-88B9-5E5A093241BF}" destId="{75B56427-5788-464F-9BED-37B12FC30975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8B410A-5133-4574-8D84-E63523510EA1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A425D418-1112-4CC4-B074-478A05C80EC0}">
      <dgm:prSet phldrT="[Text]" custT="1"/>
      <dgm:spPr>
        <a:solidFill>
          <a:srgbClr val="002060"/>
        </a:solidFill>
      </dgm:spPr>
      <dgm:t>
        <a:bodyPr/>
        <a:lstStyle/>
        <a:p>
          <a:r>
            <a:rPr lang="en-ZA" sz="3600" dirty="0"/>
            <a:t>Input</a:t>
          </a:r>
        </a:p>
      </dgm:t>
    </dgm:pt>
    <dgm:pt modelId="{DE98B4FA-CE94-4D99-9E34-A8172B5CB1D7}" type="parTrans" cxnId="{C11640F7-DF6B-4F69-9B6A-93880072B6E6}">
      <dgm:prSet/>
      <dgm:spPr/>
      <dgm:t>
        <a:bodyPr/>
        <a:lstStyle/>
        <a:p>
          <a:endParaRPr lang="en-ZA" sz="1800"/>
        </a:p>
      </dgm:t>
    </dgm:pt>
    <dgm:pt modelId="{8719FABB-3AA6-4DEE-A86D-F83C67FDC6DD}" type="sibTrans" cxnId="{C11640F7-DF6B-4F69-9B6A-93880072B6E6}">
      <dgm:prSet/>
      <dgm:spPr/>
      <dgm:t>
        <a:bodyPr/>
        <a:lstStyle/>
        <a:p>
          <a:endParaRPr lang="en-ZA" sz="1800"/>
        </a:p>
      </dgm:t>
    </dgm:pt>
    <dgm:pt modelId="{9ADB5FC7-414A-4BB3-B4A3-1F802FCC0B2E}">
      <dgm:prSet phldrT="[Text]"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sz="1600" b="0" dirty="0">
              <a:latin typeface="Avenir Book" pitchFamily="2" charset="0"/>
              <a:ea typeface="ＭＳ Ｐゴシック" panose="020B0600070205080204" pitchFamily="34" charset="-128"/>
            </a:rPr>
            <a:t>Keyboard (System.in)</a:t>
          </a:r>
          <a:endParaRPr lang="en-ZA" sz="1600" b="0" dirty="0"/>
        </a:p>
      </dgm:t>
    </dgm:pt>
    <dgm:pt modelId="{676FF770-1DAD-4BAA-A1FC-978136AD8640}" type="parTrans" cxnId="{7A545BBB-F1DF-401A-876E-CFC3A4AA9F94}">
      <dgm:prSet/>
      <dgm:spPr/>
      <dgm:t>
        <a:bodyPr/>
        <a:lstStyle/>
        <a:p>
          <a:endParaRPr lang="en-ZA" sz="1800"/>
        </a:p>
      </dgm:t>
    </dgm:pt>
    <dgm:pt modelId="{465571D2-CC5B-456E-B8BD-6387210EB6E0}" type="sibTrans" cxnId="{7A545BBB-F1DF-401A-876E-CFC3A4AA9F94}">
      <dgm:prSet/>
      <dgm:spPr/>
      <dgm:t>
        <a:bodyPr/>
        <a:lstStyle/>
        <a:p>
          <a:endParaRPr lang="en-ZA" sz="1800"/>
        </a:p>
      </dgm:t>
    </dgm:pt>
    <dgm:pt modelId="{DE2DBA91-80EC-4423-84EF-F312A258EF42}">
      <dgm:prSet phldrT="[Text]"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File</a:t>
          </a:r>
          <a:endParaRPr lang="en-ZA" sz="1600" dirty="0"/>
        </a:p>
      </dgm:t>
    </dgm:pt>
    <dgm:pt modelId="{FEB0A138-4E1F-4F48-9381-A1340780E0DA}" type="parTrans" cxnId="{0EF37DF5-F86B-4812-96F8-B3CE19CC34C5}">
      <dgm:prSet/>
      <dgm:spPr/>
      <dgm:t>
        <a:bodyPr/>
        <a:lstStyle/>
        <a:p>
          <a:endParaRPr lang="en-ZA" sz="1800"/>
        </a:p>
      </dgm:t>
    </dgm:pt>
    <dgm:pt modelId="{EDFE666F-6700-4D7D-96F7-21D1AF6B0376}" type="sibTrans" cxnId="{0EF37DF5-F86B-4812-96F8-B3CE19CC34C5}">
      <dgm:prSet/>
      <dgm:spPr/>
      <dgm:t>
        <a:bodyPr/>
        <a:lstStyle/>
        <a:p>
          <a:endParaRPr lang="en-ZA" sz="1800"/>
        </a:p>
      </dgm:t>
    </dgm:pt>
    <dgm:pt modelId="{7F6D1FD6-EC1D-409F-8C5C-F140E5BD16EF}">
      <dgm:prSet phldrT="[Text]" custT="1"/>
      <dgm:spPr>
        <a:solidFill>
          <a:srgbClr val="002060"/>
        </a:solidFill>
      </dgm:spPr>
      <dgm:t>
        <a:bodyPr/>
        <a:lstStyle/>
        <a:p>
          <a:r>
            <a:rPr lang="en-ZA" sz="3600" dirty="0"/>
            <a:t>Output</a:t>
          </a:r>
        </a:p>
      </dgm:t>
    </dgm:pt>
    <dgm:pt modelId="{8EF2A817-E399-41F9-A1D1-F7B40A41E462}" type="parTrans" cxnId="{981F6C8B-4694-4EDB-8C9B-C8245AAF5A23}">
      <dgm:prSet/>
      <dgm:spPr/>
      <dgm:t>
        <a:bodyPr/>
        <a:lstStyle/>
        <a:p>
          <a:endParaRPr lang="en-ZA" sz="1800"/>
        </a:p>
      </dgm:t>
    </dgm:pt>
    <dgm:pt modelId="{43F3E311-BC11-49C3-8F5A-067C8211542A}" type="sibTrans" cxnId="{981F6C8B-4694-4EDB-8C9B-C8245AAF5A23}">
      <dgm:prSet/>
      <dgm:spPr/>
      <dgm:t>
        <a:bodyPr/>
        <a:lstStyle/>
        <a:p>
          <a:endParaRPr lang="en-ZA" sz="1800"/>
        </a:p>
      </dgm:t>
    </dgm:pt>
    <dgm:pt modelId="{21DDA24B-776D-431E-864A-902D9457E77A}">
      <dgm:prSet phldrT="[Text]"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sz="1600" b="0" dirty="0">
              <a:latin typeface="Avenir Book" pitchFamily="2" charset="0"/>
              <a:ea typeface="ＭＳ Ｐゴシック" panose="020B0600070205080204" pitchFamily="34" charset="-128"/>
            </a:rPr>
            <a:t>Screen (</a:t>
          </a:r>
          <a:r>
            <a:rPr lang="en-US" altLang="en-US" sz="1600" b="0" dirty="0" err="1">
              <a:latin typeface="Avenir Book" pitchFamily="2" charset="0"/>
              <a:ea typeface="ＭＳ Ｐゴシック" panose="020B0600070205080204" pitchFamily="34" charset="-128"/>
            </a:rPr>
            <a:t>System.out</a:t>
          </a:r>
          <a:r>
            <a:rPr lang="en-US" altLang="en-US" sz="1600" b="0" dirty="0">
              <a:latin typeface="Avenir Book" pitchFamily="2" charset="0"/>
              <a:ea typeface="ＭＳ Ｐゴシック" panose="020B0600070205080204" pitchFamily="34" charset="-128"/>
            </a:rPr>
            <a:t>)</a:t>
          </a:r>
          <a:endParaRPr lang="en-ZA" sz="1600" b="0" dirty="0"/>
        </a:p>
      </dgm:t>
    </dgm:pt>
    <dgm:pt modelId="{6B63DB8E-0923-44F6-B576-8CF7B156647D}" type="parTrans" cxnId="{C0AD8CDA-2B94-477A-88A1-E1C7E9BB96DF}">
      <dgm:prSet/>
      <dgm:spPr/>
      <dgm:t>
        <a:bodyPr/>
        <a:lstStyle/>
        <a:p>
          <a:endParaRPr lang="en-ZA" sz="1800"/>
        </a:p>
      </dgm:t>
    </dgm:pt>
    <dgm:pt modelId="{B5396634-72C0-447F-A498-6049611CDA13}" type="sibTrans" cxnId="{C0AD8CDA-2B94-477A-88A1-E1C7E9BB96DF}">
      <dgm:prSet/>
      <dgm:spPr/>
      <dgm:t>
        <a:bodyPr/>
        <a:lstStyle/>
        <a:p>
          <a:endParaRPr lang="en-ZA" sz="1800"/>
        </a:p>
      </dgm:t>
    </dgm:pt>
    <dgm:pt modelId="{DF38E466-A001-4789-B443-03155A334AE0}">
      <dgm:prSet phldrT="[Text]"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File</a:t>
          </a:r>
        </a:p>
      </dgm:t>
    </dgm:pt>
    <dgm:pt modelId="{6BC436DD-3573-4887-9E76-22A56A9EAEC9}" type="parTrans" cxnId="{DA357187-ACF2-48E3-883E-BE3BBA203E15}">
      <dgm:prSet/>
      <dgm:spPr/>
      <dgm:t>
        <a:bodyPr/>
        <a:lstStyle/>
        <a:p>
          <a:endParaRPr lang="en-ZA" sz="1800"/>
        </a:p>
      </dgm:t>
    </dgm:pt>
    <dgm:pt modelId="{8A9D0B37-73CB-43C2-9C24-940691096A54}" type="sibTrans" cxnId="{DA357187-ACF2-48E3-883E-BE3BBA203E15}">
      <dgm:prSet/>
      <dgm:spPr/>
      <dgm:t>
        <a:bodyPr/>
        <a:lstStyle/>
        <a:p>
          <a:endParaRPr lang="en-ZA" sz="1800"/>
        </a:p>
      </dgm:t>
    </dgm:pt>
    <dgm:pt modelId="{012FE516-C29B-4117-8DCF-9BC8CF193032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TCP/IP connection (next semester)</a:t>
          </a:r>
          <a:endParaRPr lang="en-ZA" sz="1600" dirty="0"/>
        </a:p>
      </dgm:t>
    </dgm:pt>
    <dgm:pt modelId="{D261FC34-1112-4DC0-B9FE-D137EE9DA4E0}" type="parTrans" cxnId="{C0EB4F97-EE10-4DFB-8899-229F9B98EB5C}">
      <dgm:prSet/>
      <dgm:spPr/>
      <dgm:t>
        <a:bodyPr/>
        <a:lstStyle/>
        <a:p>
          <a:endParaRPr lang="en-ZA" sz="1800"/>
        </a:p>
      </dgm:t>
    </dgm:pt>
    <dgm:pt modelId="{82624C1D-48C1-4D64-9903-9AD2130D0916}" type="sibTrans" cxnId="{C0EB4F97-EE10-4DFB-8899-229F9B98EB5C}">
      <dgm:prSet/>
      <dgm:spPr/>
      <dgm:t>
        <a:bodyPr/>
        <a:lstStyle/>
        <a:p>
          <a:endParaRPr lang="en-ZA" sz="1800"/>
        </a:p>
      </dgm:t>
    </dgm:pt>
    <dgm:pt modelId="{431615D5-02FA-4B09-8009-D9DAEDE518AF}">
      <dgm:prSet custT="1"/>
      <dgm:spPr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sz="1600" dirty="0">
              <a:latin typeface="Avenir Book" pitchFamily="2" charset="0"/>
              <a:ea typeface="ＭＳ Ｐゴシック" panose="020B0600070205080204" pitchFamily="34" charset="-128"/>
            </a:rPr>
            <a:t>TCP/IP connection (next semester)</a:t>
          </a:r>
        </a:p>
      </dgm:t>
    </dgm:pt>
    <dgm:pt modelId="{53D1559D-203A-475C-A764-4052FAF20363}" type="parTrans" cxnId="{F44E1019-9524-4F6F-8108-1764E2C17E7B}">
      <dgm:prSet/>
      <dgm:spPr/>
      <dgm:t>
        <a:bodyPr/>
        <a:lstStyle/>
        <a:p>
          <a:endParaRPr lang="en-ZA" sz="1800"/>
        </a:p>
      </dgm:t>
    </dgm:pt>
    <dgm:pt modelId="{ABFA0508-3016-42BB-B0EA-62C240F6E571}" type="sibTrans" cxnId="{F44E1019-9524-4F6F-8108-1764E2C17E7B}">
      <dgm:prSet/>
      <dgm:spPr/>
      <dgm:t>
        <a:bodyPr/>
        <a:lstStyle/>
        <a:p>
          <a:endParaRPr lang="en-ZA" sz="1800"/>
        </a:p>
      </dgm:t>
    </dgm:pt>
    <dgm:pt modelId="{D0927485-80EE-483C-8116-971B6E83D8B4}" type="pres">
      <dgm:prSet presAssocID="{D18B410A-5133-4574-8D84-E63523510EA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3EA95B1-9A85-4A23-9D6E-198D83D3B60A}" type="pres">
      <dgm:prSet presAssocID="{A425D418-1112-4CC4-B074-478A05C80EC0}" presName="root" presStyleCnt="0"/>
      <dgm:spPr/>
    </dgm:pt>
    <dgm:pt modelId="{D4A6B559-48C2-4F7B-9DAF-83AB684B5047}" type="pres">
      <dgm:prSet presAssocID="{A425D418-1112-4CC4-B074-478A05C80EC0}" presName="rootComposite" presStyleCnt="0"/>
      <dgm:spPr/>
    </dgm:pt>
    <dgm:pt modelId="{921622CB-9E7C-4294-ACC8-9A00EB2926FD}" type="pres">
      <dgm:prSet presAssocID="{A425D418-1112-4CC4-B074-478A05C80EC0}" presName="rootText" presStyleLbl="node1" presStyleIdx="0" presStyleCnt="2"/>
      <dgm:spPr/>
    </dgm:pt>
    <dgm:pt modelId="{51C2DCE2-4A71-4366-B8B3-6C006B3F6D20}" type="pres">
      <dgm:prSet presAssocID="{A425D418-1112-4CC4-B074-478A05C80EC0}" presName="rootConnector" presStyleLbl="node1" presStyleIdx="0" presStyleCnt="2"/>
      <dgm:spPr/>
    </dgm:pt>
    <dgm:pt modelId="{935A9DDE-42A5-42D1-A3EB-06508C527383}" type="pres">
      <dgm:prSet presAssocID="{A425D418-1112-4CC4-B074-478A05C80EC0}" presName="childShape" presStyleCnt="0"/>
      <dgm:spPr/>
    </dgm:pt>
    <dgm:pt modelId="{F41DE0ED-F429-4732-ACC2-BFCA86F73E7F}" type="pres">
      <dgm:prSet presAssocID="{676FF770-1DAD-4BAA-A1FC-978136AD8640}" presName="Name13" presStyleLbl="parChTrans1D2" presStyleIdx="0" presStyleCnt="6"/>
      <dgm:spPr/>
    </dgm:pt>
    <dgm:pt modelId="{B661F6FD-7FE9-47B8-836B-C5F34283BE8C}" type="pres">
      <dgm:prSet presAssocID="{9ADB5FC7-414A-4BB3-B4A3-1F802FCC0B2E}" presName="childText" presStyleLbl="bgAcc1" presStyleIdx="0" presStyleCnt="6">
        <dgm:presLayoutVars>
          <dgm:bulletEnabled val="1"/>
        </dgm:presLayoutVars>
      </dgm:prSet>
      <dgm:spPr/>
    </dgm:pt>
    <dgm:pt modelId="{50565716-C482-4D9D-916D-8730DA7F92A2}" type="pres">
      <dgm:prSet presAssocID="{FEB0A138-4E1F-4F48-9381-A1340780E0DA}" presName="Name13" presStyleLbl="parChTrans1D2" presStyleIdx="1" presStyleCnt="6"/>
      <dgm:spPr/>
    </dgm:pt>
    <dgm:pt modelId="{B35AF1B0-6BE9-4BE2-8E53-9F630B3F3CE7}" type="pres">
      <dgm:prSet presAssocID="{DE2DBA91-80EC-4423-84EF-F312A258EF42}" presName="childText" presStyleLbl="bgAcc1" presStyleIdx="1" presStyleCnt="6">
        <dgm:presLayoutVars>
          <dgm:bulletEnabled val="1"/>
        </dgm:presLayoutVars>
      </dgm:prSet>
      <dgm:spPr/>
    </dgm:pt>
    <dgm:pt modelId="{488B4FE5-3FDD-43F7-950E-C91EF340F06E}" type="pres">
      <dgm:prSet presAssocID="{D261FC34-1112-4DC0-B9FE-D137EE9DA4E0}" presName="Name13" presStyleLbl="parChTrans1D2" presStyleIdx="2" presStyleCnt="6"/>
      <dgm:spPr/>
    </dgm:pt>
    <dgm:pt modelId="{550ABAEB-22EB-4781-B675-FE83B6FECBE9}" type="pres">
      <dgm:prSet presAssocID="{012FE516-C29B-4117-8DCF-9BC8CF193032}" presName="childText" presStyleLbl="bgAcc1" presStyleIdx="2" presStyleCnt="6">
        <dgm:presLayoutVars>
          <dgm:bulletEnabled val="1"/>
        </dgm:presLayoutVars>
      </dgm:prSet>
      <dgm:spPr/>
    </dgm:pt>
    <dgm:pt modelId="{FED989E7-2DA0-4446-AA5A-C43604FD884E}" type="pres">
      <dgm:prSet presAssocID="{7F6D1FD6-EC1D-409F-8C5C-F140E5BD16EF}" presName="root" presStyleCnt="0"/>
      <dgm:spPr/>
    </dgm:pt>
    <dgm:pt modelId="{6F50165A-CE7E-4793-B23D-DC541694A536}" type="pres">
      <dgm:prSet presAssocID="{7F6D1FD6-EC1D-409F-8C5C-F140E5BD16EF}" presName="rootComposite" presStyleCnt="0"/>
      <dgm:spPr/>
    </dgm:pt>
    <dgm:pt modelId="{094DFC1C-F774-4555-99D4-4248953E67C7}" type="pres">
      <dgm:prSet presAssocID="{7F6D1FD6-EC1D-409F-8C5C-F140E5BD16EF}" presName="rootText" presStyleLbl="node1" presStyleIdx="1" presStyleCnt="2"/>
      <dgm:spPr/>
    </dgm:pt>
    <dgm:pt modelId="{882123A2-EAC9-4899-A2BF-96CB8B02C058}" type="pres">
      <dgm:prSet presAssocID="{7F6D1FD6-EC1D-409F-8C5C-F140E5BD16EF}" presName="rootConnector" presStyleLbl="node1" presStyleIdx="1" presStyleCnt="2"/>
      <dgm:spPr/>
    </dgm:pt>
    <dgm:pt modelId="{07D2320D-5686-4A47-A72E-DA24D6D8EE0F}" type="pres">
      <dgm:prSet presAssocID="{7F6D1FD6-EC1D-409F-8C5C-F140E5BD16EF}" presName="childShape" presStyleCnt="0"/>
      <dgm:spPr/>
    </dgm:pt>
    <dgm:pt modelId="{FD59A71D-840F-445B-85D8-E2BDEAD3F652}" type="pres">
      <dgm:prSet presAssocID="{6B63DB8E-0923-44F6-B576-8CF7B156647D}" presName="Name13" presStyleLbl="parChTrans1D2" presStyleIdx="3" presStyleCnt="6"/>
      <dgm:spPr/>
    </dgm:pt>
    <dgm:pt modelId="{0A8A3069-367B-4396-9152-C2111673D15B}" type="pres">
      <dgm:prSet presAssocID="{21DDA24B-776D-431E-864A-902D9457E77A}" presName="childText" presStyleLbl="bgAcc1" presStyleIdx="3" presStyleCnt="6">
        <dgm:presLayoutVars>
          <dgm:bulletEnabled val="1"/>
        </dgm:presLayoutVars>
      </dgm:prSet>
      <dgm:spPr/>
    </dgm:pt>
    <dgm:pt modelId="{1CC794F4-E975-4510-A338-C93E5CA40BE1}" type="pres">
      <dgm:prSet presAssocID="{6BC436DD-3573-4887-9E76-22A56A9EAEC9}" presName="Name13" presStyleLbl="parChTrans1D2" presStyleIdx="4" presStyleCnt="6"/>
      <dgm:spPr/>
    </dgm:pt>
    <dgm:pt modelId="{15AD17A1-9591-46E5-8CDD-0CF48D2BB3D6}" type="pres">
      <dgm:prSet presAssocID="{DF38E466-A001-4789-B443-03155A334AE0}" presName="childText" presStyleLbl="bgAcc1" presStyleIdx="4" presStyleCnt="6">
        <dgm:presLayoutVars>
          <dgm:bulletEnabled val="1"/>
        </dgm:presLayoutVars>
      </dgm:prSet>
      <dgm:spPr/>
    </dgm:pt>
    <dgm:pt modelId="{A2DEFA3A-E4D5-4302-A473-EF9F2CE539F4}" type="pres">
      <dgm:prSet presAssocID="{53D1559D-203A-475C-A764-4052FAF20363}" presName="Name13" presStyleLbl="parChTrans1D2" presStyleIdx="5" presStyleCnt="6"/>
      <dgm:spPr/>
    </dgm:pt>
    <dgm:pt modelId="{B3CFC8AA-BE32-44B8-9403-4C52EA7ED4C9}" type="pres">
      <dgm:prSet presAssocID="{431615D5-02FA-4B09-8009-D9DAEDE518AF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B5A6B60B-B16F-460B-9895-1A7BAEA5DDD9}" type="presOf" srcId="{DE2DBA91-80EC-4423-84EF-F312A258EF42}" destId="{B35AF1B0-6BE9-4BE2-8E53-9F630B3F3CE7}" srcOrd="0" destOrd="0" presId="urn:microsoft.com/office/officeart/2005/8/layout/hierarchy3"/>
    <dgm:cxn modelId="{F44E1019-9524-4F6F-8108-1764E2C17E7B}" srcId="{7F6D1FD6-EC1D-409F-8C5C-F140E5BD16EF}" destId="{431615D5-02FA-4B09-8009-D9DAEDE518AF}" srcOrd="2" destOrd="0" parTransId="{53D1559D-203A-475C-A764-4052FAF20363}" sibTransId="{ABFA0508-3016-42BB-B0EA-62C240F6E571}"/>
    <dgm:cxn modelId="{C765301E-C0B2-4668-BA74-8AB259D8E7C8}" type="presOf" srcId="{6B63DB8E-0923-44F6-B576-8CF7B156647D}" destId="{FD59A71D-840F-445B-85D8-E2BDEAD3F652}" srcOrd="0" destOrd="0" presId="urn:microsoft.com/office/officeart/2005/8/layout/hierarchy3"/>
    <dgm:cxn modelId="{1C98BA39-3B68-4698-85E0-676CC8E96A25}" type="presOf" srcId="{431615D5-02FA-4B09-8009-D9DAEDE518AF}" destId="{B3CFC8AA-BE32-44B8-9403-4C52EA7ED4C9}" srcOrd="0" destOrd="0" presId="urn:microsoft.com/office/officeart/2005/8/layout/hierarchy3"/>
    <dgm:cxn modelId="{4418FF45-2E77-4FD1-A9B5-B84FC932F8D8}" type="presOf" srcId="{A425D418-1112-4CC4-B074-478A05C80EC0}" destId="{921622CB-9E7C-4294-ACC8-9A00EB2926FD}" srcOrd="0" destOrd="0" presId="urn:microsoft.com/office/officeart/2005/8/layout/hierarchy3"/>
    <dgm:cxn modelId="{7D394F4B-C958-4589-873C-AAA3B26B2090}" type="presOf" srcId="{53D1559D-203A-475C-A764-4052FAF20363}" destId="{A2DEFA3A-E4D5-4302-A473-EF9F2CE539F4}" srcOrd="0" destOrd="0" presId="urn:microsoft.com/office/officeart/2005/8/layout/hierarchy3"/>
    <dgm:cxn modelId="{EC14F46F-DC37-453B-93A7-7665D8D89C54}" type="presOf" srcId="{676FF770-1DAD-4BAA-A1FC-978136AD8640}" destId="{F41DE0ED-F429-4732-ACC2-BFCA86F73E7F}" srcOrd="0" destOrd="0" presId="urn:microsoft.com/office/officeart/2005/8/layout/hierarchy3"/>
    <dgm:cxn modelId="{F9661855-F9D5-4178-A69C-19A7B6644894}" type="presOf" srcId="{9ADB5FC7-414A-4BB3-B4A3-1F802FCC0B2E}" destId="{B661F6FD-7FE9-47B8-836B-C5F34283BE8C}" srcOrd="0" destOrd="0" presId="urn:microsoft.com/office/officeart/2005/8/layout/hierarchy3"/>
    <dgm:cxn modelId="{3CB73D7E-7784-48F7-978F-E2006C41B155}" type="presOf" srcId="{7F6D1FD6-EC1D-409F-8C5C-F140E5BD16EF}" destId="{882123A2-EAC9-4899-A2BF-96CB8B02C058}" srcOrd="1" destOrd="0" presId="urn:microsoft.com/office/officeart/2005/8/layout/hierarchy3"/>
    <dgm:cxn modelId="{973AB982-918E-4885-BD0E-4A5D4291472C}" type="presOf" srcId="{7F6D1FD6-EC1D-409F-8C5C-F140E5BD16EF}" destId="{094DFC1C-F774-4555-99D4-4248953E67C7}" srcOrd="0" destOrd="0" presId="urn:microsoft.com/office/officeart/2005/8/layout/hierarchy3"/>
    <dgm:cxn modelId="{DA357187-ACF2-48E3-883E-BE3BBA203E15}" srcId="{7F6D1FD6-EC1D-409F-8C5C-F140E5BD16EF}" destId="{DF38E466-A001-4789-B443-03155A334AE0}" srcOrd="1" destOrd="0" parTransId="{6BC436DD-3573-4887-9E76-22A56A9EAEC9}" sibTransId="{8A9D0B37-73CB-43C2-9C24-940691096A54}"/>
    <dgm:cxn modelId="{981F6C8B-4694-4EDB-8C9B-C8245AAF5A23}" srcId="{D18B410A-5133-4574-8D84-E63523510EA1}" destId="{7F6D1FD6-EC1D-409F-8C5C-F140E5BD16EF}" srcOrd="1" destOrd="0" parTransId="{8EF2A817-E399-41F9-A1D1-F7B40A41E462}" sibTransId="{43F3E311-BC11-49C3-8F5A-067C8211542A}"/>
    <dgm:cxn modelId="{C0EB4F97-EE10-4DFB-8899-229F9B98EB5C}" srcId="{A425D418-1112-4CC4-B074-478A05C80EC0}" destId="{012FE516-C29B-4117-8DCF-9BC8CF193032}" srcOrd="2" destOrd="0" parTransId="{D261FC34-1112-4DC0-B9FE-D137EE9DA4E0}" sibTransId="{82624C1D-48C1-4D64-9903-9AD2130D0916}"/>
    <dgm:cxn modelId="{7468A498-48FE-4F7D-95D6-442E3EEA1802}" type="presOf" srcId="{012FE516-C29B-4117-8DCF-9BC8CF193032}" destId="{550ABAEB-22EB-4781-B675-FE83B6FECBE9}" srcOrd="0" destOrd="0" presId="urn:microsoft.com/office/officeart/2005/8/layout/hierarchy3"/>
    <dgm:cxn modelId="{5F32A39C-3DB3-4B29-8F8E-441EB213734C}" type="presOf" srcId="{6BC436DD-3573-4887-9E76-22A56A9EAEC9}" destId="{1CC794F4-E975-4510-A338-C93E5CA40BE1}" srcOrd="0" destOrd="0" presId="urn:microsoft.com/office/officeart/2005/8/layout/hierarchy3"/>
    <dgm:cxn modelId="{7A545BBB-F1DF-401A-876E-CFC3A4AA9F94}" srcId="{A425D418-1112-4CC4-B074-478A05C80EC0}" destId="{9ADB5FC7-414A-4BB3-B4A3-1F802FCC0B2E}" srcOrd="0" destOrd="0" parTransId="{676FF770-1DAD-4BAA-A1FC-978136AD8640}" sibTransId="{465571D2-CC5B-456E-B8BD-6387210EB6E0}"/>
    <dgm:cxn modelId="{1D6E21BC-0CDB-4749-AB18-50AFA4320AB6}" type="presOf" srcId="{DF38E466-A001-4789-B443-03155A334AE0}" destId="{15AD17A1-9591-46E5-8CDD-0CF48D2BB3D6}" srcOrd="0" destOrd="0" presId="urn:microsoft.com/office/officeart/2005/8/layout/hierarchy3"/>
    <dgm:cxn modelId="{1FAA46CD-ADD8-4F25-B7EF-4BE6AA52D9AE}" type="presOf" srcId="{D261FC34-1112-4DC0-B9FE-D137EE9DA4E0}" destId="{488B4FE5-3FDD-43F7-950E-C91EF340F06E}" srcOrd="0" destOrd="0" presId="urn:microsoft.com/office/officeart/2005/8/layout/hierarchy3"/>
    <dgm:cxn modelId="{6CB2BECE-E02F-43E5-8E3C-E51A944ED974}" type="presOf" srcId="{21DDA24B-776D-431E-864A-902D9457E77A}" destId="{0A8A3069-367B-4396-9152-C2111673D15B}" srcOrd="0" destOrd="0" presId="urn:microsoft.com/office/officeart/2005/8/layout/hierarchy3"/>
    <dgm:cxn modelId="{C0AD8CDA-2B94-477A-88A1-E1C7E9BB96DF}" srcId="{7F6D1FD6-EC1D-409F-8C5C-F140E5BD16EF}" destId="{21DDA24B-776D-431E-864A-902D9457E77A}" srcOrd="0" destOrd="0" parTransId="{6B63DB8E-0923-44F6-B576-8CF7B156647D}" sibTransId="{B5396634-72C0-447F-A498-6049611CDA13}"/>
    <dgm:cxn modelId="{0EF37DF5-F86B-4812-96F8-B3CE19CC34C5}" srcId="{A425D418-1112-4CC4-B074-478A05C80EC0}" destId="{DE2DBA91-80EC-4423-84EF-F312A258EF42}" srcOrd="1" destOrd="0" parTransId="{FEB0A138-4E1F-4F48-9381-A1340780E0DA}" sibTransId="{EDFE666F-6700-4D7D-96F7-21D1AF6B0376}"/>
    <dgm:cxn modelId="{C11640F7-DF6B-4F69-9B6A-93880072B6E6}" srcId="{D18B410A-5133-4574-8D84-E63523510EA1}" destId="{A425D418-1112-4CC4-B074-478A05C80EC0}" srcOrd="0" destOrd="0" parTransId="{DE98B4FA-CE94-4D99-9E34-A8172B5CB1D7}" sibTransId="{8719FABB-3AA6-4DEE-A86D-F83C67FDC6DD}"/>
    <dgm:cxn modelId="{404596FA-9C49-4556-9603-40882A6F6C33}" type="presOf" srcId="{A425D418-1112-4CC4-B074-478A05C80EC0}" destId="{51C2DCE2-4A71-4366-B8B3-6C006B3F6D20}" srcOrd="1" destOrd="0" presId="urn:microsoft.com/office/officeart/2005/8/layout/hierarchy3"/>
    <dgm:cxn modelId="{A1FDCFFD-F941-4FFE-987F-CD8CB5094C8A}" type="presOf" srcId="{D18B410A-5133-4574-8D84-E63523510EA1}" destId="{D0927485-80EE-483C-8116-971B6E83D8B4}" srcOrd="0" destOrd="0" presId="urn:microsoft.com/office/officeart/2005/8/layout/hierarchy3"/>
    <dgm:cxn modelId="{EB1DC9FE-1DF1-482C-8DD1-84B5F02D521B}" type="presOf" srcId="{FEB0A138-4E1F-4F48-9381-A1340780E0DA}" destId="{50565716-C482-4D9D-916D-8730DA7F92A2}" srcOrd="0" destOrd="0" presId="urn:microsoft.com/office/officeart/2005/8/layout/hierarchy3"/>
    <dgm:cxn modelId="{B3BB01DE-6E4D-4380-A99F-2662B26E8552}" type="presParOf" srcId="{D0927485-80EE-483C-8116-971B6E83D8B4}" destId="{83EA95B1-9A85-4A23-9D6E-198D83D3B60A}" srcOrd="0" destOrd="0" presId="urn:microsoft.com/office/officeart/2005/8/layout/hierarchy3"/>
    <dgm:cxn modelId="{ECB7B309-BB34-45D6-A8EB-FE96488EEB23}" type="presParOf" srcId="{83EA95B1-9A85-4A23-9D6E-198D83D3B60A}" destId="{D4A6B559-48C2-4F7B-9DAF-83AB684B5047}" srcOrd="0" destOrd="0" presId="urn:microsoft.com/office/officeart/2005/8/layout/hierarchy3"/>
    <dgm:cxn modelId="{8F63FE6F-6C78-4079-B03A-C59A17E7BC4C}" type="presParOf" srcId="{D4A6B559-48C2-4F7B-9DAF-83AB684B5047}" destId="{921622CB-9E7C-4294-ACC8-9A00EB2926FD}" srcOrd="0" destOrd="0" presId="urn:microsoft.com/office/officeart/2005/8/layout/hierarchy3"/>
    <dgm:cxn modelId="{4874AF20-9B6E-49AE-8A11-30E881AA035F}" type="presParOf" srcId="{D4A6B559-48C2-4F7B-9DAF-83AB684B5047}" destId="{51C2DCE2-4A71-4366-B8B3-6C006B3F6D20}" srcOrd="1" destOrd="0" presId="urn:microsoft.com/office/officeart/2005/8/layout/hierarchy3"/>
    <dgm:cxn modelId="{DE0A6A79-733B-4DDE-9EA9-3140EB5E59E5}" type="presParOf" srcId="{83EA95B1-9A85-4A23-9D6E-198D83D3B60A}" destId="{935A9DDE-42A5-42D1-A3EB-06508C527383}" srcOrd="1" destOrd="0" presId="urn:microsoft.com/office/officeart/2005/8/layout/hierarchy3"/>
    <dgm:cxn modelId="{E1E7588D-1296-402E-9B8D-1AE98BC5A727}" type="presParOf" srcId="{935A9DDE-42A5-42D1-A3EB-06508C527383}" destId="{F41DE0ED-F429-4732-ACC2-BFCA86F73E7F}" srcOrd="0" destOrd="0" presId="urn:microsoft.com/office/officeart/2005/8/layout/hierarchy3"/>
    <dgm:cxn modelId="{09784BD5-29A3-4866-8B54-ED03FD64AE57}" type="presParOf" srcId="{935A9DDE-42A5-42D1-A3EB-06508C527383}" destId="{B661F6FD-7FE9-47B8-836B-C5F34283BE8C}" srcOrd="1" destOrd="0" presId="urn:microsoft.com/office/officeart/2005/8/layout/hierarchy3"/>
    <dgm:cxn modelId="{B300CACC-3459-4922-9805-34938BC5FE46}" type="presParOf" srcId="{935A9DDE-42A5-42D1-A3EB-06508C527383}" destId="{50565716-C482-4D9D-916D-8730DA7F92A2}" srcOrd="2" destOrd="0" presId="urn:microsoft.com/office/officeart/2005/8/layout/hierarchy3"/>
    <dgm:cxn modelId="{C13DF99D-D2B1-44D3-971C-543A55D5BAB8}" type="presParOf" srcId="{935A9DDE-42A5-42D1-A3EB-06508C527383}" destId="{B35AF1B0-6BE9-4BE2-8E53-9F630B3F3CE7}" srcOrd="3" destOrd="0" presId="urn:microsoft.com/office/officeart/2005/8/layout/hierarchy3"/>
    <dgm:cxn modelId="{AB5C0CB6-E87B-49B6-ABCF-90A170B38117}" type="presParOf" srcId="{935A9DDE-42A5-42D1-A3EB-06508C527383}" destId="{488B4FE5-3FDD-43F7-950E-C91EF340F06E}" srcOrd="4" destOrd="0" presId="urn:microsoft.com/office/officeart/2005/8/layout/hierarchy3"/>
    <dgm:cxn modelId="{0350D5B0-5553-4CCB-AC46-7392BE7C6B84}" type="presParOf" srcId="{935A9DDE-42A5-42D1-A3EB-06508C527383}" destId="{550ABAEB-22EB-4781-B675-FE83B6FECBE9}" srcOrd="5" destOrd="0" presId="urn:microsoft.com/office/officeart/2005/8/layout/hierarchy3"/>
    <dgm:cxn modelId="{D1D5DBB1-6017-4533-8789-BE939AA07E53}" type="presParOf" srcId="{D0927485-80EE-483C-8116-971B6E83D8B4}" destId="{FED989E7-2DA0-4446-AA5A-C43604FD884E}" srcOrd="1" destOrd="0" presId="urn:microsoft.com/office/officeart/2005/8/layout/hierarchy3"/>
    <dgm:cxn modelId="{92F9F406-A23C-4AAD-A900-5702D4BA8F65}" type="presParOf" srcId="{FED989E7-2DA0-4446-AA5A-C43604FD884E}" destId="{6F50165A-CE7E-4793-B23D-DC541694A536}" srcOrd="0" destOrd="0" presId="urn:microsoft.com/office/officeart/2005/8/layout/hierarchy3"/>
    <dgm:cxn modelId="{00DFEC06-832C-4D70-8DE5-19129CCB00C5}" type="presParOf" srcId="{6F50165A-CE7E-4793-B23D-DC541694A536}" destId="{094DFC1C-F774-4555-99D4-4248953E67C7}" srcOrd="0" destOrd="0" presId="urn:microsoft.com/office/officeart/2005/8/layout/hierarchy3"/>
    <dgm:cxn modelId="{D986ED96-B5C5-4010-9286-11C34232EB2E}" type="presParOf" srcId="{6F50165A-CE7E-4793-B23D-DC541694A536}" destId="{882123A2-EAC9-4899-A2BF-96CB8B02C058}" srcOrd="1" destOrd="0" presId="urn:microsoft.com/office/officeart/2005/8/layout/hierarchy3"/>
    <dgm:cxn modelId="{59587CDC-F41D-47C1-AFA2-8C160F84D5F5}" type="presParOf" srcId="{FED989E7-2DA0-4446-AA5A-C43604FD884E}" destId="{07D2320D-5686-4A47-A72E-DA24D6D8EE0F}" srcOrd="1" destOrd="0" presId="urn:microsoft.com/office/officeart/2005/8/layout/hierarchy3"/>
    <dgm:cxn modelId="{8481C4CF-AFED-4FBB-8A29-972155469FB8}" type="presParOf" srcId="{07D2320D-5686-4A47-A72E-DA24D6D8EE0F}" destId="{FD59A71D-840F-445B-85D8-E2BDEAD3F652}" srcOrd="0" destOrd="0" presId="urn:microsoft.com/office/officeart/2005/8/layout/hierarchy3"/>
    <dgm:cxn modelId="{71A275FF-061D-4586-A619-AAFF62BDA7E1}" type="presParOf" srcId="{07D2320D-5686-4A47-A72E-DA24D6D8EE0F}" destId="{0A8A3069-367B-4396-9152-C2111673D15B}" srcOrd="1" destOrd="0" presId="urn:microsoft.com/office/officeart/2005/8/layout/hierarchy3"/>
    <dgm:cxn modelId="{3613DE71-C789-48EB-AD9F-C3712ACD16FC}" type="presParOf" srcId="{07D2320D-5686-4A47-A72E-DA24D6D8EE0F}" destId="{1CC794F4-E975-4510-A338-C93E5CA40BE1}" srcOrd="2" destOrd="0" presId="urn:microsoft.com/office/officeart/2005/8/layout/hierarchy3"/>
    <dgm:cxn modelId="{F5BCB4CC-5905-47AA-A2D0-D96B342912C4}" type="presParOf" srcId="{07D2320D-5686-4A47-A72E-DA24D6D8EE0F}" destId="{15AD17A1-9591-46E5-8CDD-0CF48D2BB3D6}" srcOrd="3" destOrd="0" presId="urn:microsoft.com/office/officeart/2005/8/layout/hierarchy3"/>
    <dgm:cxn modelId="{44F5D8FB-C1C1-489B-B591-153EC332D630}" type="presParOf" srcId="{07D2320D-5686-4A47-A72E-DA24D6D8EE0F}" destId="{A2DEFA3A-E4D5-4302-A473-EF9F2CE539F4}" srcOrd="4" destOrd="0" presId="urn:microsoft.com/office/officeart/2005/8/layout/hierarchy3"/>
    <dgm:cxn modelId="{489CD9A2-CAFF-406A-8FA3-DDD8AD043927}" type="presParOf" srcId="{07D2320D-5686-4A47-A72E-DA24D6D8EE0F}" destId="{B3CFC8AA-BE32-44B8-9403-4C52EA7ED4C9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303D81-79F2-40BA-A11B-9DAF3945E0A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37312C6C-DD0A-4A0B-B34C-52D3631FBD2A}">
      <dgm:prSet phldrT="[Text]"/>
      <dgm:spPr>
        <a:solidFill>
          <a:schemeClr val="accent5">
            <a:lumMod val="50000"/>
          </a:schemeClr>
        </a:solidFill>
        <a:ln>
          <a:solidFill>
            <a:schemeClr val="accent5">
              <a:lumMod val="50000"/>
            </a:schemeClr>
          </a:solidFill>
        </a:ln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Binary streams</a:t>
          </a:r>
          <a:endParaRPr lang="en-ZA" dirty="0"/>
        </a:p>
      </dgm:t>
    </dgm:pt>
    <dgm:pt modelId="{FEDD4D36-6150-40D9-AECF-052DC6B594A1}" type="parTrans" cxnId="{D4736BA8-67C2-4780-9B75-BF93E48E8470}">
      <dgm:prSet/>
      <dgm:spPr/>
      <dgm:t>
        <a:bodyPr/>
        <a:lstStyle/>
        <a:p>
          <a:endParaRPr lang="en-ZA"/>
        </a:p>
      </dgm:t>
    </dgm:pt>
    <dgm:pt modelId="{17DB605F-9F42-4F97-B45E-2B12BCB429E4}" type="sibTrans" cxnId="{D4736BA8-67C2-4780-9B75-BF93E48E8470}">
      <dgm:prSet/>
      <dgm:spPr/>
      <dgm:t>
        <a:bodyPr/>
        <a:lstStyle/>
        <a:p>
          <a:endParaRPr lang="en-ZA"/>
        </a:p>
      </dgm:t>
    </dgm:pt>
    <dgm:pt modelId="{54F0C2FE-5487-4BCC-9697-105C134B6868}">
      <dgm:prSet phldrT="[Text]"/>
      <dgm:spPr>
        <a:solidFill>
          <a:schemeClr val="accent5">
            <a:lumMod val="90000"/>
            <a:alpha val="9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0’s &amp; 1’s</a:t>
          </a:r>
          <a:endParaRPr lang="en-ZA" dirty="0"/>
        </a:p>
      </dgm:t>
    </dgm:pt>
    <dgm:pt modelId="{12E24759-2FD3-4D67-A37E-F2FE3DEDFC29}" type="parTrans" cxnId="{7A2701CB-B832-49AF-94F3-5F7EC99662D6}">
      <dgm:prSet/>
      <dgm:spPr/>
      <dgm:t>
        <a:bodyPr/>
        <a:lstStyle/>
        <a:p>
          <a:endParaRPr lang="en-ZA"/>
        </a:p>
      </dgm:t>
    </dgm:pt>
    <dgm:pt modelId="{95A3C6A6-7F18-414C-B3DF-9F57F5B599C6}" type="sibTrans" cxnId="{7A2701CB-B832-49AF-94F3-5F7EC99662D6}">
      <dgm:prSet/>
      <dgm:spPr/>
      <dgm:t>
        <a:bodyPr/>
        <a:lstStyle/>
        <a:p>
          <a:endParaRPr lang="en-ZA"/>
        </a:p>
      </dgm:t>
    </dgm:pt>
    <dgm:pt modelId="{6FFB43AB-8FED-4BF3-9BD0-22F5DDF281F8}">
      <dgm:prSet phldrT="[Text]"/>
      <dgm:spPr>
        <a:solidFill>
          <a:schemeClr val="accent5">
            <a:lumMod val="90000"/>
            <a:alpha val="9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e.g., video, sound, zip</a:t>
          </a:r>
          <a:endParaRPr lang="en-ZA" dirty="0"/>
        </a:p>
      </dgm:t>
    </dgm:pt>
    <dgm:pt modelId="{31ACFE11-36BF-416A-BD3E-37F18ABFBBC5}" type="parTrans" cxnId="{8DF3DA2F-AC29-4F5D-AC0E-3C5A70F02994}">
      <dgm:prSet/>
      <dgm:spPr/>
      <dgm:t>
        <a:bodyPr/>
        <a:lstStyle/>
        <a:p>
          <a:endParaRPr lang="en-ZA"/>
        </a:p>
      </dgm:t>
    </dgm:pt>
    <dgm:pt modelId="{E4882D90-D58A-42F0-9D84-E06B936982AF}" type="sibTrans" cxnId="{8DF3DA2F-AC29-4F5D-AC0E-3C5A70F02994}">
      <dgm:prSet/>
      <dgm:spPr/>
      <dgm:t>
        <a:bodyPr/>
        <a:lstStyle/>
        <a:p>
          <a:endParaRPr lang="en-ZA"/>
        </a:p>
      </dgm:t>
    </dgm:pt>
    <dgm:pt modelId="{C8BE4C2D-7B88-4615-BE62-6BF501BEF69E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Text streams </a:t>
          </a:r>
          <a:endParaRPr lang="en-ZA" dirty="0"/>
        </a:p>
      </dgm:t>
    </dgm:pt>
    <dgm:pt modelId="{E253F05D-F93C-4E6B-A79A-F49E2B4D1660}" type="parTrans" cxnId="{6C69449C-0E64-4A11-A70C-1D01EDBC4A29}">
      <dgm:prSet/>
      <dgm:spPr/>
      <dgm:t>
        <a:bodyPr/>
        <a:lstStyle/>
        <a:p>
          <a:endParaRPr lang="en-ZA"/>
        </a:p>
      </dgm:t>
    </dgm:pt>
    <dgm:pt modelId="{E125C024-9B8D-41C4-8B83-B2708D8CB6B3}" type="sibTrans" cxnId="{6C69449C-0E64-4A11-A70C-1D01EDBC4A29}">
      <dgm:prSet/>
      <dgm:spPr/>
      <dgm:t>
        <a:bodyPr/>
        <a:lstStyle/>
        <a:p>
          <a:endParaRPr lang="en-ZA"/>
        </a:p>
      </dgm:t>
    </dgm:pt>
    <dgm:pt modelId="{9A686966-417D-45DB-836D-C6D119F5E1B2}">
      <dgm:prSet phldrT="[Text]"/>
      <dgm:spPr>
        <a:solidFill>
          <a:schemeClr val="accent5">
            <a:lumMod val="90000"/>
            <a:alpha val="9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Strings of info</a:t>
          </a:r>
          <a:endParaRPr lang="en-ZA" dirty="0"/>
        </a:p>
      </dgm:t>
    </dgm:pt>
    <dgm:pt modelId="{FEE54E3C-7719-46B1-AF15-6A1463ADE787}" type="parTrans" cxnId="{F03F73B7-4AA6-4536-A54B-6747C71599AC}">
      <dgm:prSet/>
      <dgm:spPr/>
      <dgm:t>
        <a:bodyPr/>
        <a:lstStyle/>
        <a:p>
          <a:endParaRPr lang="en-ZA"/>
        </a:p>
      </dgm:t>
    </dgm:pt>
    <dgm:pt modelId="{C72F0ACD-A58C-4D29-B097-58214CA69C60}" type="sibTrans" cxnId="{F03F73B7-4AA6-4536-A54B-6747C71599AC}">
      <dgm:prSet/>
      <dgm:spPr/>
      <dgm:t>
        <a:bodyPr/>
        <a:lstStyle/>
        <a:p>
          <a:endParaRPr lang="en-ZA"/>
        </a:p>
      </dgm:t>
    </dgm:pt>
    <dgm:pt modelId="{245093B4-F2E1-405E-8A02-58F3A10B59BB}">
      <dgm:prSet phldrT="[Text]"/>
      <dgm:spPr>
        <a:solidFill>
          <a:schemeClr val="accent5">
            <a:lumMod val="90000"/>
            <a:alpha val="9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e.g., txt, xml, </a:t>
          </a:r>
          <a:r>
            <a:rPr lang="en-US" altLang="en-US" dirty="0" err="1">
              <a:latin typeface="Avenir Book" pitchFamily="2" charset="0"/>
              <a:ea typeface="ＭＳ Ｐゴシック" panose="020B0600070205080204" pitchFamily="34" charset="-128"/>
            </a:rPr>
            <a:t>json</a:t>
          </a:r>
          <a:endParaRPr lang="en-ZA" dirty="0"/>
        </a:p>
      </dgm:t>
    </dgm:pt>
    <dgm:pt modelId="{E63FDF73-43A5-43CB-A98A-954523A63E54}" type="parTrans" cxnId="{48A3BFC8-4422-4BCD-9A4D-3DBA45EA9961}">
      <dgm:prSet/>
      <dgm:spPr/>
      <dgm:t>
        <a:bodyPr/>
        <a:lstStyle/>
        <a:p>
          <a:endParaRPr lang="en-ZA"/>
        </a:p>
      </dgm:t>
    </dgm:pt>
    <dgm:pt modelId="{3B3D7643-6C66-452D-BF73-8434A25865AE}" type="sibTrans" cxnId="{48A3BFC8-4422-4BCD-9A4D-3DBA45EA9961}">
      <dgm:prSet/>
      <dgm:spPr/>
      <dgm:t>
        <a:bodyPr/>
        <a:lstStyle/>
        <a:p>
          <a:endParaRPr lang="en-ZA"/>
        </a:p>
      </dgm:t>
    </dgm:pt>
    <dgm:pt modelId="{61CEC5DE-2896-4547-9674-29817F9B64D9}">
      <dgm:prSet phldrT="[Text]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Object streams </a:t>
          </a:r>
          <a:endParaRPr lang="en-ZA" dirty="0"/>
        </a:p>
      </dgm:t>
    </dgm:pt>
    <dgm:pt modelId="{85A27152-AF6F-4809-84E0-7F58B660DF4A}" type="parTrans" cxnId="{538A59FF-7089-4E85-AD2F-21131BAE65E2}">
      <dgm:prSet/>
      <dgm:spPr/>
      <dgm:t>
        <a:bodyPr/>
        <a:lstStyle/>
        <a:p>
          <a:endParaRPr lang="en-ZA"/>
        </a:p>
      </dgm:t>
    </dgm:pt>
    <dgm:pt modelId="{B668226B-DBF9-4C6B-A5D2-93F31F8F5B06}" type="sibTrans" cxnId="{538A59FF-7089-4E85-AD2F-21131BAE65E2}">
      <dgm:prSet/>
      <dgm:spPr/>
      <dgm:t>
        <a:bodyPr/>
        <a:lstStyle/>
        <a:p>
          <a:endParaRPr lang="en-ZA"/>
        </a:p>
      </dgm:t>
    </dgm:pt>
    <dgm:pt modelId="{1CF3D8DA-86DD-4882-9134-1DC39061090D}">
      <dgm:prSet phldrT="[Text]"/>
      <dgm:spPr>
        <a:solidFill>
          <a:schemeClr val="accent5">
            <a:lumMod val="90000"/>
            <a:alpha val="90000"/>
          </a:schemeClr>
        </a:solidFill>
      </dgm:spPr>
      <dgm:t>
        <a:bodyPr/>
        <a:lstStyle/>
        <a:p>
          <a:r>
            <a:rPr lang="en-US" altLang="en-US" dirty="0">
              <a:latin typeface="Avenir Book" pitchFamily="2" charset="0"/>
              <a:ea typeface="ＭＳ Ｐゴシック" panose="020B0600070205080204" pitchFamily="34" charset="-128"/>
            </a:rPr>
            <a:t>Entire objects</a:t>
          </a:r>
          <a:endParaRPr lang="en-ZA" dirty="0"/>
        </a:p>
      </dgm:t>
    </dgm:pt>
    <dgm:pt modelId="{D90073B9-8C06-45C9-A6DC-BC5EB04FED9E}" type="parTrans" cxnId="{DBC0631B-5BBB-47B0-A15A-851C3046C75F}">
      <dgm:prSet/>
      <dgm:spPr/>
      <dgm:t>
        <a:bodyPr/>
        <a:lstStyle/>
        <a:p>
          <a:endParaRPr lang="en-ZA"/>
        </a:p>
      </dgm:t>
    </dgm:pt>
    <dgm:pt modelId="{DDC2A385-758B-43D7-88EB-C34730C47701}" type="sibTrans" cxnId="{DBC0631B-5BBB-47B0-A15A-851C3046C75F}">
      <dgm:prSet/>
      <dgm:spPr/>
      <dgm:t>
        <a:bodyPr/>
        <a:lstStyle/>
        <a:p>
          <a:endParaRPr lang="en-ZA"/>
        </a:p>
      </dgm:t>
    </dgm:pt>
    <dgm:pt modelId="{45833830-6ECD-4C72-B314-797B33A3FE3F}" type="pres">
      <dgm:prSet presAssocID="{1A303D81-79F2-40BA-A11B-9DAF3945E0AA}" presName="Name0" presStyleCnt="0">
        <dgm:presLayoutVars>
          <dgm:dir/>
          <dgm:animLvl val="lvl"/>
          <dgm:resizeHandles val="exact"/>
        </dgm:presLayoutVars>
      </dgm:prSet>
      <dgm:spPr/>
    </dgm:pt>
    <dgm:pt modelId="{74BB1C3D-8349-4928-B556-C9A32657A730}" type="pres">
      <dgm:prSet presAssocID="{37312C6C-DD0A-4A0B-B34C-52D3631FBD2A}" presName="linNode" presStyleCnt="0"/>
      <dgm:spPr/>
    </dgm:pt>
    <dgm:pt modelId="{F6C1055D-430A-4FCF-894B-DFF98344C04D}" type="pres">
      <dgm:prSet presAssocID="{37312C6C-DD0A-4A0B-B34C-52D3631FBD2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D5A5FAF7-537E-4258-8BF7-B57A1A1E4D91}" type="pres">
      <dgm:prSet presAssocID="{37312C6C-DD0A-4A0B-B34C-52D3631FBD2A}" presName="descendantText" presStyleLbl="alignAccFollowNode1" presStyleIdx="0" presStyleCnt="3">
        <dgm:presLayoutVars>
          <dgm:bulletEnabled val="1"/>
        </dgm:presLayoutVars>
      </dgm:prSet>
      <dgm:spPr/>
    </dgm:pt>
    <dgm:pt modelId="{27C37A4E-749D-42B7-8E34-6137CB1D11ED}" type="pres">
      <dgm:prSet presAssocID="{17DB605F-9F42-4F97-B45E-2B12BCB429E4}" presName="sp" presStyleCnt="0"/>
      <dgm:spPr/>
    </dgm:pt>
    <dgm:pt modelId="{99F30607-5B45-44A8-9AD4-B336CE4FBADD}" type="pres">
      <dgm:prSet presAssocID="{C8BE4C2D-7B88-4615-BE62-6BF501BEF69E}" presName="linNode" presStyleCnt="0"/>
      <dgm:spPr/>
    </dgm:pt>
    <dgm:pt modelId="{424425C9-36AE-411F-BD87-A474F7C4F1F0}" type="pres">
      <dgm:prSet presAssocID="{C8BE4C2D-7B88-4615-BE62-6BF501BEF69E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FCDBFE0-8AD6-4188-8643-EDD16CE5C665}" type="pres">
      <dgm:prSet presAssocID="{C8BE4C2D-7B88-4615-BE62-6BF501BEF69E}" presName="descendantText" presStyleLbl="alignAccFollowNode1" presStyleIdx="1" presStyleCnt="3">
        <dgm:presLayoutVars>
          <dgm:bulletEnabled val="1"/>
        </dgm:presLayoutVars>
      </dgm:prSet>
      <dgm:spPr/>
    </dgm:pt>
    <dgm:pt modelId="{F09FBE1B-03CD-4E24-96ED-06BEFB09780E}" type="pres">
      <dgm:prSet presAssocID="{E125C024-9B8D-41C4-8B83-B2708D8CB6B3}" presName="sp" presStyleCnt="0"/>
      <dgm:spPr/>
    </dgm:pt>
    <dgm:pt modelId="{C7D0B8A2-9D2D-453A-A223-0D875F3AF1D6}" type="pres">
      <dgm:prSet presAssocID="{61CEC5DE-2896-4547-9674-29817F9B64D9}" presName="linNode" presStyleCnt="0"/>
      <dgm:spPr/>
    </dgm:pt>
    <dgm:pt modelId="{2E3B68B4-1043-4CEB-AF56-5E4C251DA794}" type="pres">
      <dgm:prSet presAssocID="{61CEC5DE-2896-4547-9674-29817F9B64D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69ADA65-3C6E-4086-A53A-A8BE81C0D514}" type="pres">
      <dgm:prSet presAssocID="{61CEC5DE-2896-4547-9674-29817F9B64D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A2D950B-7707-4FBC-AE60-75460A48DACC}" type="presOf" srcId="{1CF3D8DA-86DD-4882-9134-1DC39061090D}" destId="{669ADA65-3C6E-4086-A53A-A8BE81C0D514}" srcOrd="0" destOrd="0" presId="urn:microsoft.com/office/officeart/2005/8/layout/vList5"/>
    <dgm:cxn modelId="{4BFA1D13-2A8D-4A26-BCF5-71FD899A6D6B}" type="presOf" srcId="{6FFB43AB-8FED-4BF3-9BD0-22F5DDF281F8}" destId="{D5A5FAF7-537E-4258-8BF7-B57A1A1E4D91}" srcOrd="0" destOrd="1" presId="urn:microsoft.com/office/officeart/2005/8/layout/vList5"/>
    <dgm:cxn modelId="{142D6C19-7647-4215-A49D-055E72E6B0F9}" type="presOf" srcId="{C8BE4C2D-7B88-4615-BE62-6BF501BEF69E}" destId="{424425C9-36AE-411F-BD87-A474F7C4F1F0}" srcOrd="0" destOrd="0" presId="urn:microsoft.com/office/officeart/2005/8/layout/vList5"/>
    <dgm:cxn modelId="{DBC0631B-5BBB-47B0-A15A-851C3046C75F}" srcId="{61CEC5DE-2896-4547-9674-29817F9B64D9}" destId="{1CF3D8DA-86DD-4882-9134-1DC39061090D}" srcOrd="0" destOrd="0" parTransId="{D90073B9-8C06-45C9-A6DC-BC5EB04FED9E}" sibTransId="{DDC2A385-758B-43D7-88EB-C34730C47701}"/>
    <dgm:cxn modelId="{C5DD292C-855F-425E-87C8-F9B0F66DD03F}" type="presOf" srcId="{61CEC5DE-2896-4547-9674-29817F9B64D9}" destId="{2E3B68B4-1043-4CEB-AF56-5E4C251DA794}" srcOrd="0" destOrd="0" presId="urn:microsoft.com/office/officeart/2005/8/layout/vList5"/>
    <dgm:cxn modelId="{8DF3DA2F-AC29-4F5D-AC0E-3C5A70F02994}" srcId="{37312C6C-DD0A-4A0B-B34C-52D3631FBD2A}" destId="{6FFB43AB-8FED-4BF3-9BD0-22F5DDF281F8}" srcOrd="1" destOrd="0" parTransId="{31ACFE11-36BF-416A-BD3E-37F18ABFBBC5}" sibTransId="{E4882D90-D58A-42F0-9D84-E06B936982AF}"/>
    <dgm:cxn modelId="{D18D785E-F25B-4CDD-B5D3-AEA628B58834}" type="presOf" srcId="{54F0C2FE-5487-4BCC-9697-105C134B6868}" destId="{D5A5FAF7-537E-4258-8BF7-B57A1A1E4D91}" srcOrd="0" destOrd="0" presId="urn:microsoft.com/office/officeart/2005/8/layout/vList5"/>
    <dgm:cxn modelId="{1C0BDD53-D542-4748-BC32-FF5EAAB5A72A}" type="presOf" srcId="{1A303D81-79F2-40BA-A11B-9DAF3945E0AA}" destId="{45833830-6ECD-4C72-B314-797B33A3FE3F}" srcOrd="0" destOrd="0" presId="urn:microsoft.com/office/officeart/2005/8/layout/vList5"/>
    <dgm:cxn modelId="{09EB2054-C2E9-41E4-A581-5AF3B8B00FE2}" type="presOf" srcId="{245093B4-F2E1-405E-8A02-58F3A10B59BB}" destId="{3FCDBFE0-8AD6-4188-8643-EDD16CE5C665}" srcOrd="0" destOrd="1" presId="urn:microsoft.com/office/officeart/2005/8/layout/vList5"/>
    <dgm:cxn modelId="{C50CC654-A059-4DF1-8DB6-39CF885D702A}" type="presOf" srcId="{37312C6C-DD0A-4A0B-B34C-52D3631FBD2A}" destId="{F6C1055D-430A-4FCF-894B-DFF98344C04D}" srcOrd="0" destOrd="0" presId="urn:microsoft.com/office/officeart/2005/8/layout/vList5"/>
    <dgm:cxn modelId="{6C69449C-0E64-4A11-A70C-1D01EDBC4A29}" srcId="{1A303D81-79F2-40BA-A11B-9DAF3945E0AA}" destId="{C8BE4C2D-7B88-4615-BE62-6BF501BEF69E}" srcOrd="1" destOrd="0" parTransId="{E253F05D-F93C-4E6B-A79A-F49E2B4D1660}" sibTransId="{E125C024-9B8D-41C4-8B83-B2708D8CB6B3}"/>
    <dgm:cxn modelId="{D4736BA8-67C2-4780-9B75-BF93E48E8470}" srcId="{1A303D81-79F2-40BA-A11B-9DAF3945E0AA}" destId="{37312C6C-DD0A-4A0B-B34C-52D3631FBD2A}" srcOrd="0" destOrd="0" parTransId="{FEDD4D36-6150-40D9-AECF-052DC6B594A1}" sibTransId="{17DB605F-9F42-4F97-B45E-2B12BCB429E4}"/>
    <dgm:cxn modelId="{F03F73B7-4AA6-4536-A54B-6747C71599AC}" srcId="{C8BE4C2D-7B88-4615-BE62-6BF501BEF69E}" destId="{9A686966-417D-45DB-836D-C6D119F5E1B2}" srcOrd="0" destOrd="0" parTransId="{FEE54E3C-7719-46B1-AF15-6A1463ADE787}" sibTransId="{C72F0ACD-A58C-4D29-B097-58214CA69C60}"/>
    <dgm:cxn modelId="{48A3BFC8-4422-4BCD-9A4D-3DBA45EA9961}" srcId="{C8BE4C2D-7B88-4615-BE62-6BF501BEF69E}" destId="{245093B4-F2E1-405E-8A02-58F3A10B59BB}" srcOrd="1" destOrd="0" parTransId="{E63FDF73-43A5-43CB-A98A-954523A63E54}" sibTransId="{3B3D7643-6C66-452D-BF73-8434A25865AE}"/>
    <dgm:cxn modelId="{95CCECC8-5AC7-4072-9C9E-998E422A10B4}" type="presOf" srcId="{9A686966-417D-45DB-836D-C6D119F5E1B2}" destId="{3FCDBFE0-8AD6-4188-8643-EDD16CE5C665}" srcOrd="0" destOrd="0" presId="urn:microsoft.com/office/officeart/2005/8/layout/vList5"/>
    <dgm:cxn modelId="{7A2701CB-B832-49AF-94F3-5F7EC99662D6}" srcId="{37312C6C-DD0A-4A0B-B34C-52D3631FBD2A}" destId="{54F0C2FE-5487-4BCC-9697-105C134B6868}" srcOrd="0" destOrd="0" parTransId="{12E24759-2FD3-4D67-A37E-F2FE3DEDFC29}" sibTransId="{95A3C6A6-7F18-414C-B3DF-9F57F5B599C6}"/>
    <dgm:cxn modelId="{538A59FF-7089-4E85-AD2F-21131BAE65E2}" srcId="{1A303D81-79F2-40BA-A11B-9DAF3945E0AA}" destId="{61CEC5DE-2896-4547-9674-29817F9B64D9}" srcOrd="2" destOrd="0" parTransId="{85A27152-AF6F-4809-84E0-7F58B660DF4A}" sibTransId="{B668226B-DBF9-4C6B-A5D2-93F31F8F5B06}"/>
    <dgm:cxn modelId="{77884E43-DF95-43D0-90CA-B78BAB9512DD}" type="presParOf" srcId="{45833830-6ECD-4C72-B314-797B33A3FE3F}" destId="{74BB1C3D-8349-4928-B556-C9A32657A730}" srcOrd="0" destOrd="0" presId="urn:microsoft.com/office/officeart/2005/8/layout/vList5"/>
    <dgm:cxn modelId="{13906019-5663-4533-9F68-28A5D80C17AD}" type="presParOf" srcId="{74BB1C3D-8349-4928-B556-C9A32657A730}" destId="{F6C1055D-430A-4FCF-894B-DFF98344C04D}" srcOrd="0" destOrd="0" presId="urn:microsoft.com/office/officeart/2005/8/layout/vList5"/>
    <dgm:cxn modelId="{07840555-851C-4CBE-9B3D-441FD24483EF}" type="presParOf" srcId="{74BB1C3D-8349-4928-B556-C9A32657A730}" destId="{D5A5FAF7-537E-4258-8BF7-B57A1A1E4D91}" srcOrd="1" destOrd="0" presId="urn:microsoft.com/office/officeart/2005/8/layout/vList5"/>
    <dgm:cxn modelId="{EBE3250D-4758-4432-912C-636C1359123F}" type="presParOf" srcId="{45833830-6ECD-4C72-B314-797B33A3FE3F}" destId="{27C37A4E-749D-42B7-8E34-6137CB1D11ED}" srcOrd="1" destOrd="0" presId="urn:microsoft.com/office/officeart/2005/8/layout/vList5"/>
    <dgm:cxn modelId="{46561A2A-4142-4B8C-BF53-B8FDD0D1D75E}" type="presParOf" srcId="{45833830-6ECD-4C72-B314-797B33A3FE3F}" destId="{99F30607-5B45-44A8-9AD4-B336CE4FBADD}" srcOrd="2" destOrd="0" presId="urn:microsoft.com/office/officeart/2005/8/layout/vList5"/>
    <dgm:cxn modelId="{EAE207AA-3819-429D-854A-35304EB7E91A}" type="presParOf" srcId="{99F30607-5B45-44A8-9AD4-B336CE4FBADD}" destId="{424425C9-36AE-411F-BD87-A474F7C4F1F0}" srcOrd="0" destOrd="0" presId="urn:microsoft.com/office/officeart/2005/8/layout/vList5"/>
    <dgm:cxn modelId="{B66AD166-D6EB-4DDD-B810-D72191FEB0E5}" type="presParOf" srcId="{99F30607-5B45-44A8-9AD4-B336CE4FBADD}" destId="{3FCDBFE0-8AD6-4188-8643-EDD16CE5C665}" srcOrd="1" destOrd="0" presId="urn:microsoft.com/office/officeart/2005/8/layout/vList5"/>
    <dgm:cxn modelId="{E6A21A08-1B79-496E-9EBF-A1C74D277A05}" type="presParOf" srcId="{45833830-6ECD-4C72-B314-797B33A3FE3F}" destId="{F09FBE1B-03CD-4E24-96ED-06BEFB09780E}" srcOrd="3" destOrd="0" presId="urn:microsoft.com/office/officeart/2005/8/layout/vList5"/>
    <dgm:cxn modelId="{BEABC724-98B7-4AD3-B1FB-D957D51FBDF0}" type="presParOf" srcId="{45833830-6ECD-4C72-B314-797B33A3FE3F}" destId="{C7D0B8A2-9D2D-453A-A223-0D875F3AF1D6}" srcOrd="4" destOrd="0" presId="urn:microsoft.com/office/officeart/2005/8/layout/vList5"/>
    <dgm:cxn modelId="{77673E86-D1D8-4318-9376-FF4780D3A73B}" type="presParOf" srcId="{C7D0B8A2-9D2D-453A-A223-0D875F3AF1D6}" destId="{2E3B68B4-1043-4CEB-AF56-5E4C251DA794}" srcOrd="0" destOrd="0" presId="urn:microsoft.com/office/officeart/2005/8/layout/vList5"/>
    <dgm:cxn modelId="{6DF8524F-A0EC-4B95-996F-F9E9388DC203}" type="presParOf" srcId="{C7D0B8A2-9D2D-453A-A223-0D875F3AF1D6}" destId="{669ADA65-3C6E-4086-A53A-A8BE81C0D51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83C765-3BAF-4695-89E6-BD65DFF23E6F}" type="doc">
      <dgm:prSet loTypeId="urn:microsoft.com/office/officeart/2005/8/layout/orgChart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6E62BF21-5E74-47BD-8EF8-EFAD747BC2C3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InputStream</a:t>
          </a:r>
          <a:endParaRPr lang="en-ZA" dirty="0"/>
        </a:p>
      </dgm:t>
    </dgm:pt>
    <dgm:pt modelId="{9C8B61F2-C845-4DC0-87D2-7B67DF750EF9}" type="parTrans" cxnId="{085B9587-79F0-4D7F-BA24-AE98649E5B9B}">
      <dgm:prSet/>
      <dgm:spPr/>
      <dgm:t>
        <a:bodyPr/>
        <a:lstStyle/>
        <a:p>
          <a:endParaRPr lang="en-ZA"/>
        </a:p>
      </dgm:t>
    </dgm:pt>
    <dgm:pt modelId="{9C232518-E300-47E6-808E-17BE639B75A3}" type="sibTrans" cxnId="{085B9587-79F0-4D7F-BA24-AE98649E5B9B}">
      <dgm:prSet/>
      <dgm:spPr/>
      <dgm:t>
        <a:bodyPr/>
        <a:lstStyle/>
        <a:p>
          <a:endParaRPr lang="en-ZA"/>
        </a:p>
      </dgm:t>
    </dgm:pt>
    <dgm:pt modelId="{92BC16B2-4EF5-4496-A28C-7B6293B8B296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OutputStream</a:t>
          </a:r>
          <a:endParaRPr lang="en-ZA" dirty="0"/>
        </a:p>
      </dgm:t>
    </dgm:pt>
    <dgm:pt modelId="{F9D74034-F714-4016-AF7D-F7115EBDF31A}" type="parTrans" cxnId="{578ABC5B-F1CE-46BC-84A3-108E80EEF9FF}">
      <dgm:prSet/>
      <dgm:spPr/>
      <dgm:t>
        <a:bodyPr/>
        <a:lstStyle/>
        <a:p>
          <a:endParaRPr lang="en-ZA"/>
        </a:p>
      </dgm:t>
    </dgm:pt>
    <dgm:pt modelId="{3858B315-2A6D-40DB-AE2D-15D1593DE7B7}" type="sibTrans" cxnId="{578ABC5B-F1CE-46BC-84A3-108E80EEF9FF}">
      <dgm:prSet/>
      <dgm:spPr/>
      <dgm:t>
        <a:bodyPr/>
        <a:lstStyle/>
        <a:p>
          <a:endParaRPr lang="en-ZA"/>
        </a:p>
      </dgm:t>
    </dgm:pt>
    <dgm:pt modelId="{622530D7-613F-4149-ADB1-30B281ED55BE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FileInputStream</a:t>
          </a:r>
          <a:endParaRPr lang="en-ZA" dirty="0"/>
        </a:p>
      </dgm:t>
    </dgm:pt>
    <dgm:pt modelId="{E6E2B42B-9ED1-4689-8475-7793C48E9D4B}" type="parTrans" cxnId="{40DBB82A-6412-42C3-B114-FB3A5108B592}">
      <dgm:prSet/>
      <dgm:spPr/>
      <dgm:t>
        <a:bodyPr/>
        <a:lstStyle/>
        <a:p>
          <a:endParaRPr lang="en-ZA"/>
        </a:p>
      </dgm:t>
    </dgm:pt>
    <dgm:pt modelId="{37362EA8-DCC4-4EDB-AE5A-4FF62AFF5106}" type="sibTrans" cxnId="{40DBB82A-6412-42C3-B114-FB3A5108B592}">
      <dgm:prSet/>
      <dgm:spPr/>
      <dgm:t>
        <a:bodyPr/>
        <a:lstStyle/>
        <a:p>
          <a:endParaRPr lang="en-ZA"/>
        </a:p>
      </dgm:t>
    </dgm:pt>
    <dgm:pt modelId="{493FD804-0497-4CE2-843D-D0A3C7AD4E50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ObjectInputStream</a:t>
          </a:r>
          <a:endParaRPr lang="en-ZA" dirty="0"/>
        </a:p>
      </dgm:t>
    </dgm:pt>
    <dgm:pt modelId="{74F611E8-CADB-4554-8AD8-69C18184067B}" type="parTrans" cxnId="{5D8785CC-14A4-4F83-8AB8-FBD2AC707E2E}">
      <dgm:prSet/>
      <dgm:spPr/>
      <dgm:t>
        <a:bodyPr/>
        <a:lstStyle/>
        <a:p>
          <a:endParaRPr lang="en-ZA"/>
        </a:p>
      </dgm:t>
    </dgm:pt>
    <dgm:pt modelId="{8875AA10-D54B-45D1-ACAD-F8E50AB56CC7}" type="sibTrans" cxnId="{5D8785CC-14A4-4F83-8AB8-FBD2AC707E2E}">
      <dgm:prSet/>
      <dgm:spPr/>
      <dgm:t>
        <a:bodyPr/>
        <a:lstStyle/>
        <a:p>
          <a:endParaRPr lang="en-ZA"/>
        </a:p>
      </dgm:t>
    </dgm:pt>
    <dgm:pt modelId="{FCCA108A-C0C0-4FCF-AB56-0A195725C10C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FileOutputStream</a:t>
          </a:r>
          <a:endParaRPr lang="en-ZA" dirty="0"/>
        </a:p>
      </dgm:t>
    </dgm:pt>
    <dgm:pt modelId="{539BAEC1-5879-4851-810F-F81E12B34A8C}" type="parTrans" cxnId="{06DC506F-6383-4514-B34B-52559EFC778D}">
      <dgm:prSet/>
      <dgm:spPr/>
      <dgm:t>
        <a:bodyPr/>
        <a:lstStyle/>
        <a:p>
          <a:endParaRPr lang="en-ZA"/>
        </a:p>
      </dgm:t>
    </dgm:pt>
    <dgm:pt modelId="{3E0F5D49-2D8F-410D-B493-FC5D44933E50}" type="sibTrans" cxnId="{06DC506F-6383-4514-B34B-52559EFC778D}">
      <dgm:prSet/>
      <dgm:spPr/>
      <dgm:t>
        <a:bodyPr/>
        <a:lstStyle/>
        <a:p>
          <a:endParaRPr lang="en-ZA"/>
        </a:p>
      </dgm:t>
    </dgm:pt>
    <dgm:pt modelId="{724F6B2C-D10C-42F8-8817-74F3D552525E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ObjectOutputStream</a:t>
          </a:r>
          <a:endParaRPr lang="en-ZA" dirty="0"/>
        </a:p>
      </dgm:t>
    </dgm:pt>
    <dgm:pt modelId="{B6B4A44D-827D-4792-8AFE-C502E239E007}" type="parTrans" cxnId="{C74AED5E-BB95-4097-9AB3-C6DA37B0360E}">
      <dgm:prSet/>
      <dgm:spPr/>
      <dgm:t>
        <a:bodyPr/>
        <a:lstStyle/>
        <a:p>
          <a:endParaRPr lang="en-ZA"/>
        </a:p>
      </dgm:t>
    </dgm:pt>
    <dgm:pt modelId="{565DEE1C-1015-48D9-ACD0-948CD5FC05AA}" type="sibTrans" cxnId="{C74AED5E-BB95-4097-9AB3-C6DA37B0360E}">
      <dgm:prSet/>
      <dgm:spPr/>
      <dgm:t>
        <a:bodyPr/>
        <a:lstStyle/>
        <a:p>
          <a:endParaRPr lang="en-ZA"/>
        </a:p>
      </dgm:t>
    </dgm:pt>
    <dgm:pt modelId="{D1D16098-9425-44A1-A165-229D3E815529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PrintStream</a:t>
          </a:r>
          <a:endParaRPr lang="en-ZA" dirty="0"/>
        </a:p>
      </dgm:t>
    </dgm:pt>
    <dgm:pt modelId="{F1BEBCCD-B519-4312-AA41-BF4908E131C3}" type="parTrans" cxnId="{73BD83BF-7480-4A94-85F5-ED32AA5BD143}">
      <dgm:prSet/>
      <dgm:spPr/>
      <dgm:t>
        <a:bodyPr/>
        <a:lstStyle/>
        <a:p>
          <a:endParaRPr lang="en-ZA"/>
        </a:p>
      </dgm:t>
    </dgm:pt>
    <dgm:pt modelId="{86A89694-C7BE-44B4-86E8-B5760CA92884}" type="sibTrans" cxnId="{73BD83BF-7480-4A94-85F5-ED32AA5BD143}">
      <dgm:prSet/>
      <dgm:spPr/>
      <dgm:t>
        <a:bodyPr/>
        <a:lstStyle/>
        <a:p>
          <a:endParaRPr lang="en-ZA"/>
        </a:p>
      </dgm:t>
    </dgm:pt>
    <dgm:pt modelId="{F31F4DC7-18B4-4229-86CF-F741689BD46C}" type="pres">
      <dgm:prSet presAssocID="{CE83C765-3BAF-4695-89E6-BD65DFF23E6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C63FE97-59FD-4301-8681-6C4657C77021}" type="pres">
      <dgm:prSet presAssocID="{6E62BF21-5E74-47BD-8EF8-EFAD747BC2C3}" presName="hierRoot1" presStyleCnt="0">
        <dgm:presLayoutVars>
          <dgm:hierBranch val="init"/>
        </dgm:presLayoutVars>
      </dgm:prSet>
      <dgm:spPr/>
    </dgm:pt>
    <dgm:pt modelId="{27608919-F6E6-4946-BA9D-BEF8F0F35F86}" type="pres">
      <dgm:prSet presAssocID="{6E62BF21-5E74-47BD-8EF8-EFAD747BC2C3}" presName="rootComposite1" presStyleCnt="0"/>
      <dgm:spPr/>
    </dgm:pt>
    <dgm:pt modelId="{37BB93F4-AFC6-4ABA-84EB-CF06FBD34717}" type="pres">
      <dgm:prSet presAssocID="{6E62BF21-5E74-47BD-8EF8-EFAD747BC2C3}" presName="rootText1" presStyleLbl="node0" presStyleIdx="0" presStyleCnt="2">
        <dgm:presLayoutVars>
          <dgm:chPref val="3"/>
        </dgm:presLayoutVars>
      </dgm:prSet>
      <dgm:spPr/>
    </dgm:pt>
    <dgm:pt modelId="{C2D576BC-484E-4739-BB00-AF5AB16390FB}" type="pres">
      <dgm:prSet presAssocID="{6E62BF21-5E74-47BD-8EF8-EFAD747BC2C3}" presName="rootConnector1" presStyleLbl="node1" presStyleIdx="0" presStyleCnt="0"/>
      <dgm:spPr/>
    </dgm:pt>
    <dgm:pt modelId="{B8BB49F0-1F46-4AF1-A604-42695A0D24A3}" type="pres">
      <dgm:prSet presAssocID="{6E62BF21-5E74-47BD-8EF8-EFAD747BC2C3}" presName="hierChild2" presStyleCnt="0"/>
      <dgm:spPr/>
    </dgm:pt>
    <dgm:pt modelId="{1B8029EF-79FF-4E5B-BE1E-D4A657F1B6AF}" type="pres">
      <dgm:prSet presAssocID="{E6E2B42B-9ED1-4689-8475-7793C48E9D4B}" presName="Name37" presStyleLbl="parChTrans1D2" presStyleIdx="0" presStyleCnt="5"/>
      <dgm:spPr/>
    </dgm:pt>
    <dgm:pt modelId="{10CBC6C7-4A37-4A83-829C-7B729A2E5507}" type="pres">
      <dgm:prSet presAssocID="{622530D7-613F-4149-ADB1-30B281ED55BE}" presName="hierRoot2" presStyleCnt="0">
        <dgm:presLayoutVars>
          <dgm:hierBranch val="init"/>
        </dgm:presLayoutVars>
      </dgm:prSet>
      <dgm:spPr/>
    </dgm:pt>
    <dgm:pt modelId="{3DF370D0-9322-484A-ACE8-8DD526FDA2FA}" type="pres">
      <dgm:prSet presAssocID="{622530D7-613F-4149-ADB1-30B281ED55BE}" presName="rootComposite" presStyleCnt="0"/>
      <dgm:spPr/>
    </dgm:pt>
    <dgm:pt modelId="{E7B6A380-E7D4-408C-8631-B9A61BFCB712}" type="pres">
      <dgm:prSet presAssocID="{622530D7-613F-4149-ADB1-30B281ED55BE}" presName="rootText" presStyleLbl="node2" presStyleIdx="0" presStyleCnt="5">
        <dgm:presLayoutVars>
          <dgm:chPref val="3"/>
        </dgm:presLayoutVars>
      </dgm:prSet>
      <dgm:spPr/>
    </dgm:pt>
    <dgm:pt modelId="{163435D3-EEB1-43B3-BD1D-D0B6FDF5800D}" type="pres">
      <dgm:prSet presAssocID="{622530D7-613F-4149-ADB1-30B281ED55BE}" presName="rootConnector" presStyleLbl="node2" presStyleIdx="0" presStyleCnt="5"/>
      <dgm:spPr/>
    </dgm:pt>
    <dgm:pt modelId="{4E13273F-20FC-4400-9B7A-77AD0337B582}" type="pres">
      <dgm:prSet presAssocID="{622530D7-613F-4149-ADB1-30B281ED55BE}" presName="hierChild4" presStyleCnt="0"/>
      <dgm:spPr/>
    </dgm:pt>
    <dgm:pt modelId="{AE7882E2-BB1C-405E-9785-5D9617000F64}" type="pres">
      <dgm:prSet presAssocID="{622530D7-613F-4149-ADB1-30B281ED55BE}" presName="hierChild5" presStyleCnt="0"/>
      <dgm:spPr/>
    </dgm:pt>
    <dgm:pt modelId="{E6FAEBFD-08D7-48EF-98BB-909A685B1FCA}" type="pres">
      <dgm:prSet presAssocID="{74F611E8-CADB-4554-8AD8-69C18184067B}" presName="Name37" presStyleLbl="parChTrans1D2" presStyleIdx="1" presStyleCnt="5"/>
      <dgm:spPr/>
    </dgm:pt>
    <dgm:pt modelId="{765546A0-1951-44FF-9496-7CAF960D7EB4}" type="pres">
      <dgm:prSet presAssocID="{493FD804-0497-4CE2-843D-D0A3C7AD4E50}" presName="hierRoot2" presStyleCnt="0">
        <dgm:presLayoutVars>
          <dgm:hierBranch val="init"/>
        </dgm:presLayoutVars>
      </dgm:prSet>
      <dgm:spPr/>
    </dgm:pt>
    <dgm:pt modelId="{83DE5F5B-D641-4D9B-B6F3-00D136A6925B}" type="pres">
      <dgm:prSet presAssocID="{493FD804-0497-4CE2-843D-D0A3C7AD4E50}" presName="rootComposite" presStyleCnt="0"/>
      <dgm:spPr/>
    </dgm:pt>
    <dgm:pt modelId="{5800A8F2-E1C5-4FAC-A0E5-F0625F715953}" type="pres">
      <dgm:prSet presAssocID="{493FD804-0497-4CE2-843D-D0A3C7AD4E50}" presName="rootText" presStyleLbl="node2" presStyleIdx="1" presStyleCnt="5">
        <dgm:presLayoutVars>
          <dgm:chPref val="3"/>
        </dgm:presLayoutVars>
      </dgm:prSet>
      <dgm:spPr/>
    </dgm:pt>
    <dgm:pt modelId="{99FE46AB-0E1B-459D-9BAF-C860081B3B90}" type="pres">
      <dgm:prSet presAssocID="{493FD804-0497-4CE2-843D-D0A3C7AD4E50}" presName="rootConnector" presStyleLbl="node2" presStyleIdx="1" presStyleCnt="5"/>
      <dgm:spPr/>
    </dgm:pt>
    <dgm:pt modelId="{4526194E-0522-44AF-AB6F-F57FA136A380}" type="pres">
      <dgm:prSet presAssocID="{493FD804-0497-4CE2-843D-D0A3C7AD4E50}" presName="hierChild4" presStyleCnt="0"/>
      <dgm:spPr/>
    </dgm:pt>
    <dgm:pt modelId="{6039D3C8-6156-493C-8D93-047F1B04D4E3}" type="pres">
      <dgm:prSet presAssocID="{493FD804-0497-4CE2-843D-D0A3C7AD4E50}" presName="hierChild5" presStyleCnt="0"/>
      <dgm:spPr/>
    </dgm:pt>
    <dgm:pt modelId="{A176FF9A-3A2F-4FAA-9C69-741D07BF0F06}" type="pres">
      <dgm:prSet presAssocID="{6E62BF21-5E74-47BD-8EF8-EFAD747BC2C3}" presName="hierChild3" presStyleCnt="0"/>
      <dgm:spPr/>
    </dgm:pt>
    <dgm:pt modelId="{7A99074D-E53E-42DB-817A-25048759DD4C}" type="pres">
      <dgm:prSet presAssocID="{92BC16B2-4EF5-4496-A28C-7B6293B8B296}" presName="hierRoot1" presStyleCnt="0">
        <dgm:presLayoutVars>
          <dgm:hierBranch val="init"/>
        </dgm:presLayoutVars>
      </dgm:prSet>
      <dgm:spPr/>
    </dgm:pt>
    <dgm:pt modelId="{BAF558D7-62B3-47B1-B5E7-8386AB74ED32}" type="pres">
      <dgm:prSet presAssocID="{92BC16B2-4EF5-4496-A28C-7B6293B8B296}" presName="rootComposite1" presStyleCnt="0"/>
      <dgm:spPr/>
    </dgm:pt>
    <dgm:pt modelId="{0DBCE599-8526-496E-8D0D-0479AD0F2BBC}" type="pres">
      <dgm:prSet presAssocID="{92BC16B2-4EF5-4496-A28C-7B6293B8B296}" presName="rootText1" presStyleLbl="node0" presStyleIdx="1" presStyleCnt="2">
        <dgm:presLayoutVars>
          <dgm:chPref val="3"/>
        </dgm:presLayoutVars>
      </dgm:prSet>
      <dgm:spPr/>
    </dgm:pt>
    <dgm:pt modelId="{28995CB8-BF87-4093-97CC-279B30D4EB07}" type="pres">
      <dgm:prSet presAssocID="{92BC16B2-4EF5-4496-A28C-7B6293B8B296}" presName="rootConnector1" presStyleLbl="node1" presStyleIdx="0" presStyleCnt="0"/>
      <dgm:spPr/>
    </dgm:pt>
    <dgm:pt modelId="{C5F788F4-F34C-4FC8-A7D5-322666EA003A}" type="pres">
      <dgm:prSet presAssocID="{92BC16B2-4EF5-4496-A28C-7B6293B8B296}" presName="hierChild2" presStyleCnt="0"/>
      <dgm:spPr/>
    </dgm:pt>
    <dgm:pt modelId="{3100BD8A-1FC1-4218-BEA1-448D31C602AF}" type="pres">
      <dgm:prSet presAssocID="{539BAEC1-5879-4851-810F-F81E12B34A8C}" presName="Name37" presStyleLbl="parChTrans1D2" presStyleIdx="2" presStyleCnt="5"/>
      <dgm:spPr/>
    </dgm:pt>
    <dgm:pt modelId="{FF5BC05E-5C3E-4C66-84F1-7E9222E18A01}" type="pres">
      <dgm:prSet presAssocID="{FCCA108A-C0C0-4FCF-AB56-0A195725C10C}" presName="hierRoot2" presStyleCnt="0">
        <dgm:presLayoutVars>
          <dgm:hierBranch val="init"/>
        </dgm:presLayoutVars>
      </dgm:prSet>
      <dgm:spPr/>
    </dgm:pt>
    <dgm:pt modelId="{09C1CF79-032B-4932-A89B-B69BBB2D28E1}" type="pres">
      <dgm:prSet presAssocID="{FCCA108A-C0C0-4FCF-AB56-0A195725C10C}" presName="rootComposite" presStyleCnt="0"/>
      <dgm:spPr/>
    </dgm:pt>
    <dgm:pt modelId="{AC7BACB9-2B25-4B96-8A22-74AA8DB6276A}" type="pres">
      <dgm:prSet presAssocID="{FCCA108A-C0C0-4FCF-AB56-0A195725C10C}" presName="rootText" presStyleLbl="node2" presStyleIdx="2" presStyleCnt="5">
        <dgm:presLayoutVars>
          <dgm:chPref val="3"/>
        </dgm:presLayoutVars>
      </dgm:prSet>
      <dgm:spPr/>
    </dgm:pt>
    <dgm:pt modelId="{87075DEA-65D8-41F4-986A-D92381D1080A}" type="pres">
      <dgm:prSet presAssocID="{FCCA108A-C0C0-4FCF-AB56-0A195725C10C}" presName="rootConnector" presStyleLbl="node2" presStyleIdx="2" presStyleCnt="5"/>
      <dgm:spPr/>
    </dgm:pt>
    <dgm:pt modelId="{42CD6C38-BF05-408C-AE0F-87CBF77C8368}" type="pres">
      <dgm:prSet presAssocID="{FCCA108A-C0C0-4FCF-AB56-0A195725C10C}" presName="hierChild4" presStyleCnt="0"/>
      <dgm:spPr/>
    </dgm:pt>
    <dgm:pt modelId="{14170A0D-A860-492F-8690-D6F2D70B04BD}" type="pres">
      <dgm:prSet presAssocID="{FCCA108A-C0C0-4FCF-AB56-0A195725C10C}" presName="hierChild5" presStyleCnt="0"/>
      <dgm:spPr/>
    </dgm:pt>
    <dgm:pt modelId="{79B83540-7382-402D-BC14-FFF4597D7232}" type="pres">
      <dgm:prSet presAssocID="{B6B4A44D-827D-4792-8AFE-C502E239E007}" presName="Name37" presStyleLbl="parChTrans1D2" presStyleIdx="3" presStyleCnt="5"/>
      <dgm:spPr/>
    </dgm:pt>
    <dgm:pt modelId="{D831C78C-85AC-480E-B684-3E48A4426A04}" type="pres">
      <dgm:prSet presAssocID="{724F6B2C-D10C-42F8-8817-74F3D552525E}" presName="hierRoot2" presStyleCnt="0">
        <dgm:presLayoutVars>
          <dgm:hierBranch val="init"/>
        </dgm:presLayoutVars>
      </dgm:prSet>
      <dgm:spPr/>
    </dgm:pt>
    <dgm:pt modelId="{B6318A08-BFB4-43E6-8277-5AC734BDC09B}" type="pres">
      <dgm:prSet presAssocID="{724F6B2C-D10C-42F8-8817-74F3D552525E}" presName="rootComposite" presStyleCnt="0"/>
      <dgm:spPr/>
    </dgm:pt>
    <dgm:pt modelId="{17C9665E-6C5A-45AB-8CCF-8C917DFC9801}" type="pres">
      <dgm:prSet presAssocID="{724F6B2C-D10C-42F8-8817-74F3D552525E}" presName="rootText" presStyleLbl="node2" presStyleIdx="3" presStyleCnt="5">
        <dgm:presLayoutVars>
          <dgm:chPref val="3"/>
        </dgm:presLayoutVars>
      </dgm:prSet>
      <dgm:spPr/>
    </dgm:pt>
    <dgm:pt modelId="{04447827-4782-4284-9DF1-90290426FC7A}" type="pres">
      <dgm:prSet presAssocID="{724F6B2C-D10C-42F8-8817-74F3D552525E}" presName="rootConnector" presStyleLbl="node2" presStyleIdx="3" presStyleCnt="5"/>
      <dgm:spPr/>
    </dgm:pt>
    <dgm:pt modelId="{96AD94AA-87F9-4336-94F8-8EDB03BF8F2D}" type="pres">
      <dgm:prSet presAssocID="{724F6B2C-D10C-42F8-8817-74F3D552525E}" presName="hierChild4" presStyleCnt="0"/>
      <dgm:spPr/>
    </dgm:pt>
    <dgm:pt modelId="{75BC83EA-9C1C-4A29-8238-41664A5D822E}" type="pres">
      <dgm:prSet presAssocID="{724F6B2C-D10C-42F8-8817-74F3D552525E}" presName="hierChild5" presStyleCnt="0"/>
      <dgm:spPr/>
    </dgm:pt>
    <dgm:pt modelId="{5D91EF43-1851-4B33-8CB7-BFA356C57494}" type="pres">
      <dgm:prSet presAssocID="{F1BEBCCD-B519-4312-AA41-BF4908E131C3}" presName="Name37" presStyleLbl="parChTrans1D2" presStyleIdx="4" presStyleCnt="5"/>
      <dgm:spPr/>
    </dgm:pt>
    <dgm:pt modelId="{EAD4B979-0C0C-4A8D-A987-3092146EE042}" type="pres">
      <dgm:prSet presAssocID="{D1D16098-9425-44A1-A165-229D3E815529}" presName="hierRoot2" presStyleCnt="0">
        <dgm:presLayoutVars>
          <dgm:hierBranch val="init"/>
        </dgm:presLayoutVars>
      </dgm:prSet>
      <dgm:spPr/>
    </dgm:pt>
    <dgm:pt modelId="{EE644922-C208-4F81-AB6E-468555D370ED}" type="pres">
      <dgm:prSet presAssocID="{D1D16098-9425-44A1-A165-229D3E815529}" presName="rootComposite" presStyleCnt="0"/>
      <dgm:spPr/>
    </dgm:pt>
    <dgm:pt modelId="{766551C6-F2D6-49FA-A502-65BE675D6DF3}" type="pres">
      <dgm:prSet presAssocID="{D1D16098-9425-44A1-A165-229D3E815529}" presName="rootText" presStyleLbl="node2" presStyleIdx="4" presStyleCnt="5">
        <dgm:presLayoutVars>
          <dgm:chPref val="3"/>
        </dgm:presLayoutVars>
      </dgm:prSet>
      <dgm:spPr/>
    </dgm:pt>
    <dgm:pt modelId="{2F9DF353-542B-4CDA-BBB2-BB49C04DA4F5}" type="pres">
      <dgm:prSet presAssocID="{D1D16098-9425-44A1-A165-229D3E815529}" presName="rootConnector" presStyleLbl="node2" presStyleIdx="4" presStyleCnt="5"/>
      <dgm:spPr/>
    </dgm:pt>
    <dgm:pt modelId="{C9BFE01A-32CC-4C9C-9231-ADE47D0B6351}" type="pres">
      <dgm:prSet presAssocID="{D1D16098-9425-44A1-A165-229D3E815529}" presName="hierChild4" presStyleCnt="0"/>
      <dgm:spPr/>
    </dgm:pt>
    <dgm:pt modelId="{C4CC1B82-5C6A-44E2-9665-E7FF9C5CD6D6}" type="pres">
      <dgm:prSet presAssocID="{D1D16098-9425-44A1-A165-229D3E815529}" presName="hierChild5" presStyleCnt="0"/>
      <dgm:spPr/>
    </dgm:pt>
    <dgm:pt modelId="{8BB1D26B-64B2-4D29-BB93-5F17A547CE8E}" type="pres">
      <dgm:prSet presAssocID="{92BC16B2-4EF5-4496-A28C-7B6293B8B296}" presName="hierChild3" presStyleCnt="0"/>
      <dgm:spPr/>
    </dgm:pt>
  </dgm:ptLst>
  <dgm:cxnLst>
    <dgm:cxn modelId="{9DFAD600-B2C5-49C5-834E-7FAB8DD96814}" type="presOf" srcId="{724F6B2C-D10C-42F8-8817-74F3D552525E}" destId="{17C9665E-6C5A-45AB-8CCF-8C917DFC9801}" srcOrd="0" destOrd="0" presId="urn:microsoft.com/office/officeart/2005/8/layout/orgChart1"/>
    <dgm:cxn modelId="{4C71D210-64F1-4182-AD63-509D7E80085A}" type="presOf" srcId="{622530D7-613F-4149-ADB1-30B281ED55BE}" destId="{E7B6A380-E7D4-408C-8631-B9A61BFCB712}" srcOrd="0" destOrd="0" presId="urn:microsoft.com/office/officeart/2005/8/layout/orgChart1"/>
    <dgm:cxn modelId="{AC683D1C-015E-4D86-BC5D-E523E8256C89}" type="presOf" srcId="{CE83C765-3BAF-4695-89E6-BD65DFF23E6F}" destId="{F31F4DC7-18B4-4229-86CF-F741689BD46C}" srcOrd="0" destOrd="0" presId="urn:microsoft.com/office/officeart/2005/8/layout/orgChart1"/>
    <dgm:cxn modelId="{40DBB82A-6412-42C3-B114-FB3A5108B592}" srcId="{6E62BF21-5E74-47BD-8EF8-EFAD747BC2C3}" destId="{622530D7-613F-4149-ADB1-30B281ED55BE}" srcOrd="0" destOrd="0" parTransId="{E6E2B42B-9ED1-4689-8475-7793C48E9D4B}" sibTransId="{37362EA8-DCC4-4EDB-AE5A-4FF62AFF5106}"/>
    <dgm:cxn modelId="{F0362E2F-47E0-4BAC-9C3E-B273C3FFD4B3}" type="presOf" srcId="{92BC16B2-4EF5-4496-A28C-7B6293B8B296}" destId="{0DBCE599-8526-496E-8D0D-0479AD0F2BBC}" srcOrd="0" destOrd="0" presId="urn:microsoft.com/office/officeart/2005/8/layout/orgChart1"/>
    <dgm:cxn modelId="{93766736-DCC3-4B9B-8DFF-A46DDF70722C}" type="presOf" srcId="{6E62BF21-5E74-47BD-8EF8-EFAD747BC2C3}" destId="{C2D576BC-484E-4739-BB00-AF5AB16390FB}" srcOrd="1" destOrd="0" presId="urn:microsoft.com/office/officeart/2005/8/layout/orgChart1"/>
    <dgm:cxn modelId="{6D9F9E3A-93A1-4781-8152-176E060025A6}" type="presOf" srcId="{493FD804-0497-4CE2-843D-D0A3C7AD4E50}" destId="{5800A8F2-E1C5-4FAC-A0E5-F0625F715953}" srcOrd="0" destOrd="0" presId="urn:microsoft.com/office/officeart/2005/8/layout/orgChart1"/>
    <dgm:cxn modelId="{AA8EAC3D-9A2E-401F-B0AA-64AAF53633CB}" type="presOf" srcId="{F1BEBCCD-B519-4312-AA41-BF4908E131C3}" destId="{5D91EF43-1851-4B33-8CB7-BFA356C57494}" srcOrd="0" destOrd="0" presId="urn:microsoft.com/office/officeart/2005/8/layout/orgChart1"/>
    <dgm:cxn modelId="{2F48D53D-D447-4BDB-BAF0-BAA169D1F6B9}" type="presOf" srcId="{D1D16098-9425-44A1-A165-229D3E815529}" destId="{766551C6-F2D6-49FA-A502-65BE675D6DF3}" srcOrd="0" destOrd="0" presId="urn:microsoft.com/office/officeart/2005/8/layout/orgChart1"/>
    <dgm:cxn modelId="{A02CCD3F-C5F6-4AB0-B050-B31ADE1929CE}" type="presOf" srcId="{B6B4A44D-827D-4792-8AFE-C502E239E007}" destId="{79B83540-7382-402D-BC14-FFF4597D7232}" srcOrd="0" destOrd="0" presId="urn:microsoft.com/office/officeart/2005/8/layout/orgChart1"/>
    <dgm:cxn modelId="{578ABC5B-F1CE-46BC-84A3-108E80EEF9FF}" srcId="{CE83C765-3BAF-4695-89E6-BD65DFF23E6F}" destId="{92BC16B2-4EF5-4496-A28C-7B6293B8B296}" srcOrd="1" destOrd="0" parTransId="{F9D74034-F714-4016-AF7D-F7115EBDF31A}" sibTransId="{3858B315-2A6D-40DB-AE2D-15D1593DE7B7}"/>
    <dgm:cxn modelId="{C74AED5E-BB95-4097-9AB3-C6DA37B0360E}" srcId="{92BC16B2-4EF5-4496-A28C-7B6293B8B296}" destId="{724F6B2C-D10C-42F8-8817-74F3D552525E}" srcOrd="1" destOrd="0" parTransId="{B6B4A44D-827D-4792-8AFE-C502E239E007}" sibTransId="{565DEE1C-1015-48D9-ACD0-948CD5FC05AA}"/>
    <dgm:cxn modelId="{06DC506F-6383-4514-B34B-52559EFC778D}" srcId="{92BC16B2-4EF5-4496-A28C-7B6293B8B296}" destId="{FCCA108A-C0C0-4FCF-AB56-0A195725C10C}" srcOrd="0" destOrd="0" parTransId="{539BAEC1-5879-4851-810F-F81E12B34A8C}" sibTransId="{3E0F5D49-2D8F-410D-B493-FC5D44933E50}"/>
    <dgm:cxn modelId="{1EF59751-CAAE-4B0B-ACC4-F773B5E0E52B}" type="presOf" srcId="{74F611E8-CADB-4554-8AD8-69C18184067B}" destId="{E6FAEBFD-08D7-48EF-98BB-909A685B1FCA}" srcOrd="0" destOrd="0" presId="urn:microsoft.com/office/officeart/2005/8/layout/orgChart1"/>
    <dgm:cxn modelId="{BC2FB454-D383-49EC-A003-08527489CAF5}" type="presOf" srcId="{493FD804-0497-4CE2-843D-D0A3C7AD4E50}" destId="{99FE46AB-0E1B-459D-9BAF-C860081B3B90}" srcOrd="1" destOrd="0" presId="urn:microsoft.com/office/officeart/2005/8/layout/orgChart1"/>
    <dgm:cxn modelId="{ABFB937B-503C-4EC2-8CDD-D4BFF6BC16E7}" type="presOf" srcId="{724F6B2C-D10C-42F8-8817-74F3D552525E}" destId="{04447827-4782-4284-9DF1-90290426FC7A}" srcOrd="1" destOrd="0" presId="urn:microsoft.com/office/officeart/2005/8/layout/orgChart1"/>
    <dgm:cxn modelId="{490DD985-D9CC-4274-B54D-165FE6AE4161}" type="presOf" srcId="{622530D7-613F-4149-ADB1-30B281ED55BE}" destId="{163435D3-EEB1-43B3-BD1D-D0B6FDF5800D}" srcOrd="1" destOrd="0" presId="urn:microsoft.com/office/officeart/2005/8/layout/orgChart1"/>
    <dgm:cxn modelId="{085B9587-79F0-4D7F-BA24-AE98649E5B9B}" srcId="{CE83C765-3BAF-4695-89E6-BD65DFF23E6F}" destId="{6E62BF21-5E74-47BD-8EF8-EFAD747BC2C3}" srcOrd="0" destOrd="0" parTransId="{9C8B61F2-C845-4DC0-87D2-7B67DF750EF9}" sibTransId="{9C232518-E300-47E6-808E-17BE639B75A3}"/>
    <dgm:cxn modelId="{E41A70A4-7FA5-4D37-9DF2-5C8B33EDBC60}" type="presOf" srcId="{E6E2B42B-9ED1-4689-8475-7793C48E9D4B}" destId="{1B8029EF-79FF-4E5B-BE1E-D4A657F1B6AF}" srcOrd="0" destOrd="0" presId="urn:microsoft.com/office/officeart/2005/8/layout/orgChart1"/>
    <dgm:cxn modelId="{00C092AF-2253-4D46-A13D-1FF8AF619384}" type="presOf" srcId="{D1D16098-9425-44A1-A165-229D3E815529}" destId="{2F9DF353-542B-4CDA-BBB2-BB49C04DA4F5}" srcOrd="1" destOrd="0" presId="urn:microsoft.com/office/officeart/2005/8/layout/orgChart1"/>
    <dgm:cxn modelId="{1C2A0CBA-17B9-442A-900E-0720DA9413E7}" type="presOf" srcId="{FCCA108A-C0C0-4FCF-AB56-0A195725C10C}" destId="{87075DEA-65D8-41F4-986A-D92381D1080A}" srcOrd="1" destOrd="0" presId="urn:microsoft.com/office/officeart/2005/8/layout/orgChart1"/>
    <dgm:cxn modelId="{73BD83BF-7480-4A94-85F5-ED32AA5BD143}" srcId="{92BC16B2-4EF5-4496-A28C-7B6293B8B296}" destId="{D1D16098-9425-44A1-A165-229D3E815529}" srcOrd="2" destOrd="0" parTransId="{F1BEBCCD-B519-4312-AA41-BF4908E131C3}" sibTransId="{86A89694-C7BE-44B4-86E8-B5760CA92884}"/>
    <dgm:cxn modelId="{67476EC2-34F8-4876-8485-5AC6872FC6F9}" type="presOf" srcId="{92BC16B2-4EF5-4496-A28C-7B6293B8B296}" destId="{28995CB8-BF87-4093-97CC-279B30D4EB07}" srcOrd="1" destOrd="0" presId="urn:microsoft.com/office/officeart/2005/8/layout/orgChart1"/>
    <dgm:cxn modelId="{CF8FDFC4-7ABD-4E5F-B55D-ABA4AD43375B}" type="presOf" srcId="{6E62BF21-5E74-47BD-8EF8-EFAD747BC2C3}" destId="{37BB93F4-AFC6-4ABA-84EB-CF06FBD34717}" srcOrd="0" destOrd="0" presId="urn:microsoft.com/office/officeart/2005/8/layout/orgChart1"/>
    <dgm:cxn modelId="{2EBCAAC9-E5C2-4E90-9C4C-78B252897EBD}" type="presOf" srcId="{539BAEC1-5879-4851-810F-F81E12B34A8C}" destId="{3100BD8A-1FC1-4218-BEA1-448D31C602AF}" srcOrd="0" destOrd="0" presId="urn:microsoft.com/office/officeart/2005/8/layout/orgChart1"/>
    <dgm:cxn modelId="{5D8785CC-14A4-4F83-8AB8-FBD2AC707E2E}" srcId="{6E62BF21-5E74-47BD-8EF8-EFAD747BC2C3}" destId="{493FD804-0497-4CE2-843D-D0A3C7AD4E50}" srcOrd="1" destOrd="0" parTransId="{74F611E8-CADB-4554-8AD8-69C18184067B}" sibTransId="{8875AA10-D54B-45D1-ACAD-F8E50AB56CC7}"/>
    <dgm:cxn modelId="{9E6BE1E3-378F-4F24-A10C-37BBEBF6D554}" type="presOf" srcId="{FCCA108A-C0C0-4FCF-AB56-0A195725C10C}" destId="{AC7BACB9-2B25-4B96-8A22-74AA8DB6276A}" srcOrd="0" destOrd="0" presId="urn:microsoft.com/office/officeart/2005/8/layout/orgChart1"/>
    <dgm:cxn modelId="{463E75F5-0290-432C-A836-BCD41A5BEB83}" type="presParOf" srcId="{F31F4DC7-18B4-4229-86CF-F741689BD46C}" destId="{5C63FE97-59FD-4301-8681-6C4657C77021}" srcOrd="0" destOrd="0" presId="urn:microsoft.com/office/officeart/2005/8/layout/orgChart1"/>
    <dgm:cxn modelId="{1888F716-DFA2-4FDC-B922-09C762557033}" type="presParOf" srcId="{5C63FE97-59FD-4301-8681-6C4657C77021}" destId="{27608919-F6E6-4946-BA9D-BEF8F0F35F86}" srcOrd="0" destOrd="0" presId="urn:microsoft.com/office/officeart/2005/8/layout/orgChart1"/>
    <dgm:cxn modelId="{513DFDE3-F70F-47EC-AB05-DC63E9E37C96}" type="presParOf" srcId="{27608919-F6E6-4946-BA9D-BEF8F0F35F86}" destId="{37BB93F4-AFC6-4ABA-84EB-CF06FBD34717}" srcOrd="0" destOrd="0" presId="urn:microsoft.com/office/officeart/2005/8/layout/orgChart1"/>
    <dgm:cxn modelId="{29A3D4F3-8682-429A-A87F-08E8823428F2}" type="presParOf" srcId="{27608919-F6E6-4946-BA9D-BEF8F0F35F86}" destId="{C2D576BC-484E-4739-BB00-AF5AB16390FB}" srcOrd="1" destOrd="0" presId="urn:microsoft.com/office/officeart/2005/8/layout/orgChart1"/>
    <dgm:cxn modelId="{96F0C27B-B643-4593-AE1A-FCC7DC30C23B}" type="presParOf" srcId="{5C63FE97-59FD-4301-8681-6C4657C77021}" destId="{B8BB49F0-1F46-4AF1-A604-42695A0D24A3}" srcOrd="1" destOrd="0" presId="urn:microsoft.com/office/officeart/2005/8/layout/orgChart1"/>
    <dgm:cxn modelId="{B05DF330-4A91-4C44-BDE4-9EC2B184E719}" type="presParOf" srcId="{B8BB49F0-1F46-4AF1-A604-42695A0D24A3}" destId="{1B8029EF-79FF-4E5B-BE1E-D4A657F1B6AF}" srcOrd="0" destOrd="0" presId="urn:microsoft.com/office/officeart/2005/8/layout/orgChart1"/>
    <dgm:cxn modelId="{5D9E2DD7-9623-4EC9-87B5-257A3A628C8C}" type="presParOf" srcId="{B8BB49F0-1F46-4AF1-A604-42695A0D24A3}" destId="{10CBC6C7-4A37-4A83-829C-7B729A2E5507}" srcOrd="1" destOrd="0" presId="urn:microsoft.com/office/officeart/2005/8/layout/orgChart1"/>
    <dgm:cxn modelId="{E0FE19E4-36D6-4B1A-A696-55443ED9DB37}" type="presParOf" srcId="{10CBC6C7-4A37-4A83-829C-7B729A2E5507}" destId="{3DF370D0-9322-484A-ACE8-8DD526FDA2FA}" srcOrd="0" destOrd="0" presId="urn:microsoft.com/office/officeart/2005/8/layout/orgChart1"/>
    <dgm:cxn modelId="{8F8DC0CD-A41D-4B2F-B6EB-EDBE4EE09933}" type="presParOf" srcId="{3DF370D0-9322-484A-ACE8-8DD526FDA2FA}" destId="{E7B6A380-E7D4-408C-8631-B9A61BFCB712}" srcOrd="0" destOrd="0" presId="urn:microsoft.com/office/officeart/2005/8/layout/orgChart1"/>
    <dgm:cxn modelId="{E96A6180-A087-44AC-B73F-72F510544002}" type="presParOf" srcId="{3DF370D0-9322-484A-ACE8-8DD526FDA2FA}" destId="{163435D3-EEB1-43B3-BD1D-D0B6FDF5800D}" srcOrd="1" destOrd="0" presId="urn:microsoft.com/office/officeart/2005/8/layout/orgChart1"/>
    <dgm:cxn modelId="{664C309D-CB94-4CE9-ADDB-6895DCEFA3C6}" type="presParOf" srcId="{10CBC6C7-4A37-4A83-829C-7B729A2E5507}" destId="{4E13273F-20FC-4400-9B7A-77AD0337B582}" srcOrd="1" destOrd="0" presId="urn:microsoft.com/office/officeart/2005/8/layout/orgChart1"/>
    <dgm:cxn modelId="{9B5E2341-42E4-4D5B-8E6E-071D1F6EF0BF}" type="presParOf" srcId="{10CBC6C7-4A37-4A83-829C-7B729A2E5507}" destId="{AE7882E2-BB1C-405E-9785-5D9617000F64}" srcOrd="2" destOrd="0" presId="urn:microsoft.com/office/officeart/2005/8/layout/orgChart1"/>
    <dgm:cxn modelId="{B51FCF2D-E450-43D0-8595-AA30CEA9A6D0}" type="presParOf" srcId="{B8BB49F0-1F46-4AF1-A604-42695A0D24A3}" destId="{E6FAEBFD-08D7-48EF-98BB-909A685B1FCA}" srcOrd="2" destOrd="0" presId="urn:microsoft.com/office/officeart/2005/8/layout/orgChart1"/>
    <dgm:cxn modelId="{60759F50-636B-4BE4-969A-0CE3D5AD36D2}" type="presParOf" srcId="{B8BB49F0-1F46-4AF1-A604-42695A0D24A3}" destId="{765546A0-1951-44FF-9496-7CAF960D7EB4}" srcOrd="3" destOrd="0" presId="urn:microsoft.com/office/officeart/2005/8/layout/orgChart1"/>
    <dgm:cxn modelId="{26538344-1EC5-4076-9F7F-1EF5410A784B}" type="presParOf" srcId="{765546A0-1951-44FF-9496-7CAF960D7EB4}" destId="{83DE5F5B-D641-4D9B-B6F3-00D136A6925B}" srcOrd="0" destOrd="0" presId="urn:microsoft.com/office/officeart/2005/8/layout/orgChart1"/>
    <dgm:cxn modelId="{62A9CF37-16C3-4852-9580-317B12A64374}" type="presParOf" srcId="{83DE5F5B-D641-4D9B-B6F3-00D136A6925B}" destId="{5800A8F2-E1C5-4FAC-A0E5-F0625F715953}" srcOrd="0" destOrd="0" presId="urn:microsoft.com/office/officeart/2005/8/layout/orgChart1"/>
    <dgm:cxn modelId="{1DCB4650-989E-4BD8-8548-6A32BA468F68}" type="presParOf" srcId="{83DE5F5B-D641-4D9B-B6F3-00D136A6925B}" destId="{99FE46AB-0E1B-459D-9BAF-C860081B3B90}" srcOrd="1" destOrd="0" presId="urn:microsoft.com/office/officeart/2005/8/layout/orgChart1"/>
    <dgm:cxn modelId="{7B41A8A6-DBCF-4F59-A6F2-94438E7347FA}" type="presParOf" srcId="{765546A0-1951-44FF-9496-7CAF960D7EB4}" destId="{4526194E-0522-44AF-AB6F-F57FA136A380}" srcOrd="1" destOrd="0" presId="urn:microsoft.com/office/officeart/2005/8/layout/orgChart1"/>
    <dgm:cxn modelId="{FE75F52B-9A0E-4537-9989-C0BE20DB3782}" type="presParOf" srcId="{765546A0-1951-44FF-9496-7CAF960D7EB4}" destId="{6039D3C8-6156-493C-8D93-047F1B04D4E3}" srcOrd="2" destOrd="0" presId="urn:microsoft.com/office/officeart/2005/8/layout/orgChart1"/>
    <dgm:cxn modelId="{0895181F-2E69-474D-9310-E390424F7140}" type="presParOf" srcId="{5C63FE97-59FD-4301-8681-6C4657C77021}" destId="{A176FF9A-3A2F-4FAA-9C69-741D07BF0F06}" srcOrd="2" destOrd="0" presId="urn:microsoft.com/office/officeart/2005/8/layout/orgChart1"/>
    <dgm:cxn modelId="{41C6CED2-87C3-48AE-80E7-E1E6D00B1251}" type="presParOf" srcId="{F31F4DC7-18B4-4229-86CF-F741689BD46C}" destId="{7A99074D-E53E-42DB-817A-25048759DD4C}" srcOrd="1" destOrd="0" presId="urn:microsoft.com/office/officeart/2005/8/layout/orgChart1"/>
    <dgm:cxn modelId="{37C817C6-D615-4E89-B570-5A4AA07E0CD8}" type="presParOf" srcId="{7A99074D-E53E-42DB-817A-25048759DD4C}" destId="{BAF558D7-62B3-47B1-B5E7-8386AB74ED32}" srcOrd="0" destOrd="0" presId="urn:microsoft.com/office/officeart/2005/8/layout/orgChart1"/>
    <dgm:cxn modelId="{148FDF65-BFBB-42B4-8B3E-53BC83071133}" type="presParOf" srcId="{BAF558D7-62B3-47B1-B5E7-8386AB74ED32}" destId="{0DBCE599-8526-496E-8D0D-0479AD0F2BBC}" srcOrd="0" destOrd="0" presId="urn:microsoft.com/office/officeart/2005/8/layout/orgChart1"/>
    <dgm:cxn modelId="{74E2FCF0-8137-4669-9A17-030B9E2916E3}" type="presParOf" srcId="{BAF558D7-62B3-47B1-B5E7-8386AB74ED32}" destId="{28995CB8-BF87-4093-97CC-279B30D4EB07}" srcOrd="1" destOrd="0" presId="urn:microsoft.com/office/officeart/2005/8/layout/orgChart1"/>
    <dgm:cxn modelId="{B8ABF135-DE83-42CA-ACDC-E4627A86AA59}" type="presParOf" srcId="{7A99074D-E53E-42DB-817A-25048759DD4C}" destId="{C5F788F4-F34C-4FC8-A7D5-322666EA003A}" srcOrd="1" destOrd="0" presId="urn:microsoft.com/office/officeart/2005/8/layout/orgChart1"/>
    <dgm:cxn modelId="{8828D22E-963D-46E1-AB2D-1729FE97B71B}" type="presParOf" srcId="{C5F788F4-F34C-4FC8-A7D5-322666EA003A}" destId="{3100BD8A-1FC1-4218-BEA1-448D31C602AF}" srcOrd="0" destOrd="0" presId="urn:microsoft.com/office/officeart/2005/8/layout/orgChart1"/>
    <dgm:cxn modelId="{635C7C01-C2BF-4ED1-BF35-CC86C1BF44DC}" type="presParOf" srcId="{C5F788F4-F34C-4FC8-A7D5-322666EA003A}" destId="{FF5BC05E-5C3E-4C66-84F1-7E9222E18A01}" srcOrd="1" destOrd="0" presId="urn:microsoft.com/office/officeart/2005/8/layout/orgChart1"/>
    <dgm:cxn modelId="{6D9A1219-7F6A-4D40-A2E0-0F6FACC78858}" type="presParOf" srcId="{FF5BC05E-5C3E-4C66-84F1-7E9222E18A01}" destId="{09C1CF79-032B-4932-A89B-B69BBB2D28E1}" srcOrd="0" destOrd="0" presId="urn:microsoft.com/office/officeart/2005/8/layout/orgChart1"/>
    <dgm:cxn modelId="{7CAF6371-E70F-44EF-A732-504FEA1F0827}" type="presParOf" srcId="{09C1CF79-032B-4932-A89B-B69BBB2D28E1}" destId="{AC7BACB9-2B25-4B96-8A22-74AA8DB6276A}" srcOrd="0" destOrd="0" presId="urn:microsoft.com/office/officeart/2005/8/layout/orgChart1"/>
    <dgm:cxn modelId="{71C6AEB1-FD54-4FA4-AE26-6D0399DABFCE}" type="presParOf" srcId="{09C1CF79-032B-4932-A89B-B69BBB2D28E1}" destId="{87075DEA-65D8-41F4-986A-D92381D1080A}" srcOrd="1" destOrd="0" presId="urn:microsoft.com/office/officeart/2005/8/layout/orgChart1"/>
    <dgm:cxn modelId="{4A2D6BE4-8737-4427-B378-1082E6BE3947}" type="presParOf" srcId="{FF5BC05E-5C3E-4C66-84F1-7E9222E18A01}" destId="{42CD6C38-BF05-408C-AE0F-87CBF77C8368}" srcOrd="1" destOrd="0" presId="urn:microsoft.com/office/officeart/2005/8/layout/orgChart1"/>
    <dgm:cxn modelId="{E438A307-C95D-4AE7-91DD-115C5D356FB0}" type="presParOf" srcId="{FF5BC05E-5C3E-4C66-84F1-7E9222E18A01}" destId="{14170A0D-A860-492F-8690-D6F2D70B04BD}" srcOrd="2" destOrd="0" presId="urn:microsoft.com/office/officeart/2005/8/layout/orgChart1"/>
    <dgm:cxn modelId="{BF396C2B-A167-42BA-9DF4-25AF15B9F560}" type="presParOf" srcId="{C5F788F4-F34C-4FC8-A7D5-322666EA003A}" destId="{79B83540-7382-402D-BC14-FFF4597D7232}" srcOrd="2" destOrd="0" presId="urn:microsoft.com/office/officeart/2005/8/layout/orgChart1"/>
    <dgm:cxn modelId="{2550239C-8361-44DF-BD47-EF1E655AD85B}" type="presParOf" srcId="{C5F788F4-F34C-4FC8-A7D5-322666EA003A}" destId="{D831C78C-85AC-480E-B684-3E48A4426A04}" srcOrd="3" destOrd="0" presId="urn:microsoft.com/office/officeart/2005/8/layout/orgChart1"/>
    <dgm:cxn modelId="{EC090086-5639-4206-8C46-C53BD3991033}" type="presParOf" srcId="{D831C78C-85AC-480E-B684-3E48A4426A04}" destId="{B6318A08-BFB4-43E6-8277-5AC734BDC09B}" srcOrd="0" destOrd="0" presId="urn:microsoft.com/office/officeart/2005/8/layout/orgChart1"/>
    <dgm:cxn modelId="{F8AC939E-C3E8-4199-AE90-8BC5C00392DA}" type="presParOf" srcId="{B6318A08-BFB4-43E6-8277-5AC734BDC09B}" destId="{17C9665E-6C5A-45AB-8CCF-8C917DFC9801}" srcOrd="0" destOrd="0" presId="urn:microsoft.com/office/officeart/2005/8/layout/orgChart1"/>
    <dgm:cxn modelId="{8FF484CE-64BF-423E-A708-FFA8E1E31CA4}" type="presParOf" srcId="{B6318A08-BFB4-43E6-8277-5AC734BDC09B}" destId="{04447827-4782-4284-9DF1-90290426FC7A}" srcOrd="1" destOrd="0" presId="urn:microsoft.com/office/officeart/2005/8/layout/orgChart1"/>
    <dgm:cxn modelId="{2B9A7187-F133-4C34-9C85-973D7CA1E688}" type="presParOf" srcId="{D831C78C-85AC-480E-B684-3E48A4426A04}" destId="{96AD94AA-87F9-4336-94F8-8EDB03BF8F2D}" srcOrd="1" destOrd="0" presId="urn:microsoft.com/office/officeart/2005/8/layout/orgChart1"/>
    <dgm:cxn modelId="{36C52231-7962-45D9-9503-D4658ADA985A}" type="presParOf" srcId="{D831C78C-85AC-480E-B684-3E48A4426A04}" destId="{75BC83EA-9C1C-4A29-8238-41664A5D822E}" srcOrd="2" destOrd="0" presId="urn:microsoft.com/office/officeart/2005/8/layout/orgChart1"/>
    <dgm:cxn modelId="{639E89D4-97F3-47D1-A671-F646EC4F3689}" type="presParOf" srcId="{C5F788F4-F34C-4FC8-A7D5-322666EA003A}" destId="{5D91EF43-1851-4B33-8CB7-BFA356C57494}" srcOrd="4" destOrd="0" presId="urn:microsoft.com/office/officeart/2005/8/layout/orgChart1"/>
    <dgm:cxn modelId="{2E198E1D-7E38-4A58-A647-A6F83A42D404}" type="presParOf" srcId="{C5F788F4-F34C-4FC8-A7D5-322666EA003A}" destId="{EAD4B979-0C0C-4A8D-A987-3092146EE042}" srcOrd="5" destOrd="0" presId="urn:microsoft.com/office/officeart/2005/8/layout/orgChart1"/>
    <dgm:cxn modelId="{1F87BC0D-EFE4-489E-9CDA-43C0FCCF57DB}" type="presParOf" srcId="{EAD4B979-0C0C-4A8D-A987-3092146EE042}" destId="{EE644922-C208-4F81-AB6E-468555D370ED}" srcOrd="0" destOrd="0" presId="urn:microsoft.com/office/officeart/2005/8/layout/orgChart1"/>
    <dgm:cxn modelId="{B620F117-CE83-4E31-8E52-AAC94D5F2502}" type="presParOf" srcId="{EE644922-C208-4F81-AB6E-468555D370ED}" destId="{766551C6-F2D6-49FA-A502-65BE675D6DF3}" srcOrd="0" destOrd="0" presId="urn:microsoft.com/office/officeart/2005/8/layout/orgChart1"/>
    <dgm:cxn modelId="{5F8077D3-6CB1-445E-8A61-507AAEE2890A}" type="presParOf" srcId="{EE644922-C208-4F81-AB6E-468555D370ED}" destId="{2F9DF353-542B-4CDA-BBB2-BB49C04DA4F5}" srcOrd="1" destOrd="0" presId="urn:microsoft.com/office/officeart/2005/8/layout/orgChart1"/>
    <dgm:cxn modelId="{65E028C9-DD88-44C5-99D7-8875034E5819}" type="presParOf" srcId="{EAD4B979-0C0C-4A8D-A987-3092146EE042}" destId="{C9BFE01A-32CC-4C9C-9231-ADE47D0B6351}" srcOrd="1" destOrd="0" presId="urn:microsoft.com/office/officeart/2005/8/layout/orgChart1"/>
    <dgm:cxn modelId="{9B657ABF-FEFE-4955-AEED-4988EDD58B38}" type="presParOf" srcId="{EAD4B979-0C0C-4A8D-A987-3092146EE042}" destId="{C4CC1B82-5C6A-44E2-9665-E7FF9C5CD6D6}" srcOrd="2" destOrd="0" presId="urn:microsoft.com/office/officeart/2005/8/layout/orgChart1"/>
    <dgm:cxn modelId="{A03710BF-812A-4A55-885F-C580D982E2FB}" type="presParOf" srcId="{7A99074D-E53E-42DB-817A-25048759DD4C}" destId="{8BB1D26B-64B2-4D29-BB93-5F17A547CE8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18C2E0-C740-4BAC-858B-B6FF1909E2F8}" type="doc">
      <dgm:prSet loTypeId="urn:microsoft.com/office/officeart/2005/8/layout/orgChart1" loCatId="hierarchy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E4EF7032-BE9D-45BC-A41C-F0D8AB83AA00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Reader</a:t>
          </a:r>
        </a:p>
      </dgm:t>
    </dgm:pt>
    <dgm:pt modelId="{BBEA94C3-513A-4A3E-8C7E-2E4231C9CBDF}" type="parTrans" cxnId="{3A3BBA0B-B5FD-4896-A288-8BA94B370D48}">
      <dgm:prSet/>
      <dgm:spPr/>
      <dgm:t>
        <a:bodyPr/>
        <a:lstStyle/>
        <a:p>
          <a:endParaRPr lang="en-ZA"/>
        </a:p>
      </dgm:t>
    </dgm:pt>
    <dgm:pt modelId="{3FB1B70F-0FCB-4AA7-901D-E7A41FEF8237}" type="sibTrans" cxnId="{3A3BBA0B-B5FD-4896-A288-8BA94B370D48}">
      <dgm:prSet/>
      <dgm:spPr/>
      <dgm:t>
        <a:bodyPr/>
        <a:lstStyle/>
        <a:p>
          <a:endParaRPr lang="en-ZA"/>
        </a:p>
      </dgm:t>
    </dgm:pt>
    <dgm:pt modelId="{D2992157-847B-4813-83E5-510B7EA61792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InputStreamReader</a:t>
          </a:r>
          <a:endParaRPr lang="en-ZA" dirty="0"/>
        </a:p>
      </dgm:t>
    </dgm:pt>
    <dgm:pt modelId="{DFC8258B-B609-4BEC-AEF2-05802013F5B4}" type="parTrans" cxnId="{0E92916C-199B-4297-82E0-4FEB229BD4AA}">
      <dgm:prSet/>
      <dgm:spPr/>
      <dgm:t>
        <a:bodyPr/>
        <a:lstStyle/>
        <a:p>
          <a:endParaRPr lang="en-ZA"/>
        </a:p>
      </dgm:t>
    </dgm:pt>
    <dgm:pt modelId="{19F43326-BDB4-42B9-AEF3-9D973996D1BF}" type="sibTrans" cxnId="{0E92916C-199B-4297-82E0-4FEB229BD4AA}">
      <dgm:prSet/>
      <dgm:spPr/>
      <dgm:t>
        <a:bodyPr/>
        <a:lstStyle/>
        <a:p>
          <a:endParaRPr lang="en-ZA"/>
        </a:p>
      </dgm:t>
    </dgm:pt>
    <dgm:pt modelId="{EA5B032B-593A-4A4A-9B42-20155313E45C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FileReader</a:t>
          </a:r>
          <a:endParaRPr lang="en-ZA" dirty="0"/>
        </a:p>
      </dgm:t>
    </dgm:pt>
    <dgm:pt modelId="{EDFCD883-099E-4DA7-AECC-ECAE33F0D93C}" type="parTrans" cxnId="{DA0087D6-58EE-4BF1-B5D0-DE455330BD49}">
      <dgm:prSet/>
      <dgm:spPr/>
      <dgm:t>
        <a:bodyPr/>
        <a:lstStyle/>
        <a:p>
          <a:endParaRPr lang="en-ZA"/>
        </a:p>
      </dgm:t>
    </dgm:pt>
    <dgm:pt modelId="{05A018CF-5C29-4FE2-904C-B136F892352B}" type="sibTrans" cxnId="{DA0087D6-58EE-4BF1-B5D0-DE455330BD49}">
      <dgm:prSet/>
      <dgm:spPr/>
      <dgm:t>
        <a:bodyPr/>
        <a:lstStyle/>
        <a:p>
          <a:endParaRPr lang="en-ZA"/>
        </a:p>
      </dgm:t>
    </dgm:pt>
    <dgm:pt modelId="{7039D44B-6231-425C-8595-40ED12DECF65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Writer</a:t>
          </a:r>
        </a:p>
      </dgm:t>
    </dgm:pt>
    <dgm:pt modelId="{1C315978-E3AC-42FB-8393-A5612863C3C4}" type="parTrans" cxnId="{2E8EA7B9-86DB-4BA2-95A8-46809537DE36}">
      <dgm:prSet/>
      <dgm:spPr/>
      <dgm:t>
        <a:bodyPr/>
        <a:lstStyle/>
        <a:p>
          <a:endParaRPr lang="en-ZA"/>
        </a:p>
      </dgm:t>
    </dgm:pt>
    <dgm:pt modelId="{3FF801CC-6C82-4BF7-968B-1B354B9E5534}" type="sibTrans" cxnId="{2E8EA7B9-86DB-4BA2-95A8-46809537DE36}">
      <dgm:prSet/>
      <dgm:spPr/>
      <dgm:t>
        <a:bodyPr/>
        <a:lstStyle/>
        <a:p>
          <a:endParaRPr lang="en-ZA"/>
        </a:p>
      </dgm:t>
    </dgm:pt>
    <dgm:pt modelId="{6405B316-0CFD-48EC-9406-24068875F3D5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OutputStreamWriter</a:t>
          </a:r>
          <a:endParaRPr lang="en-ZA" dirty="0"/>
        </a:p>
      </dgm:t>
    </dgm:pt>
    <dgm:pt modelId="{EB2CD23F-335B-4875-B272-949A6B96241A}" type="parTrans" cxnId="{90D8DC13-6408-4D54-A273-7B261B7170B1}">
      <dgm:prSet/>
      <dgm:spPr/>
      <dgm:t>
        <a:bodyPr/>
        <a:lstStyle/>
        <a:p>
          <a:endParaRPr lang="en-ZA"/>
        </a:p>
      </dgm:t>
    </dgm:pt>
    <dgm:pt modelId="{44A60499-1159-4A4C-A2CD-B19C40986A02}" type="sibTrans" cxnId="{90D8DC13-6408-4D54-A273-7B261B7170B1}">
      <dgm:prSet/>
      <dgm:spPr/>
      <dgm:t>
        <a:bodyPr/>
        <a:lstStyle/>
        <a:p>
          <a:endParaRPr lang="en-ZA"/>
        </a:p>
      </dgm:t>
    </dgm:pt>
    <dgm:pt modelId="{0B04A2B0-70EA-40C6-B762-E6658395FE22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FileWriter</a:t>
          </a:r>
          <a:endParaRPr lang="en-ZA" dirty="0"/>
        </a:p>
      </dgm:t>
    </dgm:pt>
    <dgm:pt modelId="{CB3F46A1-46F8-4F36-95AD-245BC93CE796}" type="parTrans" cxnId="{8BF9DDD9-231C-47C3-99EA-E045904E2EE5}">
      <dgm:prSet/>
      <dgm:spPr/>
      <dgm:t>
        <a:bodyPr/>
        <a:lstStyle/>
        <a:p>
          <a:endParaRPr lang="en-ZA"/>
        </a:p>
      </dgm:t>
    </dgm:pt>
    <dgm:pt modelId="{557F2C34-F7A1-42A1-9AE8-AD8F7A102518}" type="sibTrans" cxnId="{8BF9DDD9-231C-47C3-99EA-E045904E2EE5}">
      <dgm:prSet/>
      <dgm:spPr/>
      <dgm:t>
        <a:bodyPr/>
        <a:lstStyle/>
        <a:p>
          <a:endParaRPr lang="en-ZA"/>
        </a:p>
      </dgm:t>
    </dgm:pt>
    <dgm:pt modelId="{225B0961-8E45-4672-8A88-6190A1EFFC88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PrintWriter</a:t>
          </a:r>
          <a:endParaRPr lang="en-ZA" dirty="0"/>
        </a:p>
      </dgm:t>
    </dgm:pt>
    <dgm:pt modelId="{B1334344-287B-425E-8AC7-E74F06C381E2}" type="parTrans" cxnId="{63B6F1F1-1B7D-49AC-A142-40FDB6285931}">
      <dgm:prSet/>
      <dgm:spPr/>
      <dgm:t>
        <a:bodyPr/>
        <a:lstStyle/>
        <a:p>
          <a:endParaRPr lang="en-ZA"/>
        </a:p>
      </dgm:t>
    </dgm:pt>
    <dgm:pt modelId="{1D63AFB4-4EBC-463D-B121-AAE011A8B89D}" type="sibTrans" cxnId="{63B6F1F1-1B7D-49AC-A142-40FDB6285931}">
      <dgm:prSet/>
      <dgm:spPr/>
      <dgm:t>
        <a:bodyPr/>
        <a:lstStyle/>
        <a:p>
          <a:endParaRPr lang="en-ZA"/>
        </a:p>
      </dgm:t>
    </dgm:pt>
    <dgm:pt modelId="{E87A43A0-64BF-41DF-B50F-CA366A65C7EF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 err="1"/>
            <a:t>BufferedReader</a:t>
          </a:r>
          <a:endParaRPr lang="en-ZA" dirty="0"/>
        </a:p>
      </dgm:t>
    </dgm:pt>
    <dgm:pt modelId="{91C055FF-E7A8-4919-A930-CF7F652AC145}" type="parTrans" cxnId="{52C41B5E-A79F-4AE5-95C0-09E813FD5C9E}">
      <dgm:prSet/>
      <dgm:spPr/>
      <dgm:t>
        <a:bodyPr/>
        <a:lstStyle/>
        <a:p>
          <a:endParaRPr lang="en-ZA"/>
        </a:p>
      </dgm:t>
    </dgm:pt>
    <dgm:pt modelId="{4BA93686-7355-4B35-8C47-923920AFAFFF}" type="sibTrans" cxnId="{52C41B5E-A79F-4AE5-95C0-09E813FD5C9E}">
      <dgm:prSet/>
      <dgm:spPr/>
      <dgm:t>
        <a:bodyPr/>
        <a:lstStyle/>
        <a:p>
          <a:endParaRPr lang="en-ZA"/>
        </a:p>
      </dgm:t>
    </dgm:pt>
    <dgm:pt modelId="{1E9327D5-DB67-4E99-8161-7BA1F223F944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Scanner</a:t>
          </a:r>
        </a:p>
      </dgm:t>
    </dgm:pt>
    <dgm:pt modelId="{7BE3B789-728A-4E1B-A181-55A22CAC69E8}" type="parTrans" cxnId="{2D9CA659-07C1-427F-892C-1E161632CCD6}">
      <dgm:prSet/>
      <dgm:spPr/>
      <dgm:t>
        <a:bodyPr/>
        <a:lstStyle/>
        <a:p>
          <a:endParaRPr lang="en-ZA"/>
        </a:p>
      </dgm:t>
    </dgm:pt>
    <dgm:pt modelId="{3769B9AC-809A-4309-878B-BD3C3274BCE4}" type="sibTrans" cxnId="{2D9CA659-07C1-427F-892C-1E161632CCD6}">
      <dgm:prSet/>
      <dgm:spPr/>
      <dgm:t>
        <a:bodyPr/>
        <a:lstStyle/>
        <a:p>
          <a:endParaRPr lang="en-ZA"/>
        </a:p>
      </dgm:t>
    </dgm:pt>
    <dgm:pt modelId="{34A0BB7C-7FFA-448B-9FE7-2540EC84AEFC}" type="pres">
      <dgm:prSet presAssocID="{0C18C2E0-C740-4BAC-858B-B6FF1909E2F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E478EC2-0B9A-4731-90F2-B4B92458CA80}" type="pres">
      <dgm:prSet presAssocID="{E4EF7032-BE9D-45BC-A41C-F0D8AB83AA00}" presName="hierRoot1" presStyleCnt="0">
        <dgm:presLayoutVars>
          <dgm:hierBranch val="init"/>
        </dgm:presLayoutVars>
      </dgm:prSet>
      <dgm:spPr/>
    </dgm:pt>
    <dgm:pt modelId="{D65BC21F-8474-41E0-B52E-494615418B80}" type="pres">
      <dgm:prSet presAssocID="{E4EF7032-BE9D-45BC-A41C-F0D8AB83AA00}" presName="rootComposite1" presStyleCnt="0"/>
      <dgm:spPr/>
    </dgm:pt>
    <dgm:pt modelId="{49C09FDA-4941-466A-994E-A66D908E692A}" type="pres">
      <dgm:prSet presAssocID="{E4EF7032-BE9D-45BC-A41C-F0D8AB83AA00}" presName="rootText1" presStyleLbl="node0" presStyleIdx="0" presStyleCnt="2">
        <dgm:presLayoutVars>
          <dgm:chPref val="3"/>
        </dgm:presLayoutVars>
      </dgm:prSet>
      <dgm:spPr/>
    </dgm:pt>
    <dgm:pt modelId="{3FAF874F-18C1-40A8-88AE-FB8391BDDA5A}" type="pres">
      <dgm:prSet presAssocID="{E4EF7032-BE9D-45BC-A41C-F0D8AB83AA00}" presName="rootConnector1" presStyleLbl="node1" presStyleIdx="0" presStyleCnt="0"/>
      <dgm:spPr/>
    </dgm:pt>
    <dgm:pt modelId="{7D0E7D5A-B81A-4759-881E-EB435FDF5A59}" type="pres">
      <dgm:prSet presAssocID="{E4EF7032-BE9D-45BC-A41C-F0D8AB83AA00}" presName="hierChild2" presStyleCnt="0"/>
      <dgm:spPr/>
    </dgm:pt>
    <dgm:pt modelId="{D282E0DB-EB7B-425D-8889-E0CBF568B29B}" type="pres">
      <dgm:prSet presAssocID="{DFC8258B-B609-4BEC-AEF2-05802013F5B4}" presName="Name37" presStyleLbl="parChTrans1D2" presStyleIdx="0" presStyleCnt="3"/>
      <dgm:spPr/>
    </dgm:pt>
    <dgm:pt modelId="{F8F21F38-0521-451F-B3A4-07030B065ABB}" type="pres">
      <dgm:prSet presAssocID="{D2992157-847B-4813-83E5-510B7EA61792}" presName="hierRoot2" presStyleCnt="0">
        <dgm:presLayoutVars>
          <dgm:hierBranch val="init"/>
        </dgm:presLayoutVars>
      </dgm:prSet>
      <dgm:spPr/>
    </dgm:pt>
    <dgm:pt modelId="{1A6D92CB-9B9E-4EEC-95C6-662851DA9F26}" type="pres">
      <dgm:prSet presAssocID="{D2992157-847B-4813-83E5-510B7EA61792}" presName="rootComposite" presStyleCnt="0"/>
      <dgm:spPr/>
    </dgm:pt>
    <dgm:pt modelId="{15BABD2F-8E0D-450C-835F-150BA4221623}" type="pres">
      <dgm:prSet presAssocID="{D2992157-847B-4813-83E5-510B7EA61792}" presName="rootText" presStyleLbl="node2" presStyleIdx="0" presStyleCnt="3">
        <dgm:presLayoutVars>
          <dgm:chPref val="3"/>
        </dgm:presLayoutVars>
      </dgm:prSet>
      <dgm:spPr/>
    </dgm:pt>
    <dgm:pt modelId="{85A9A193-C80E-4430-B90A-B56DD08EFF8D}" type="pres">
      <dgm:prSet presAssocID="{D2992157-847B-4813-83E5-510B7EA61792}" presName="rootConnector" presStyleLbl="node2" presStyleIdx="0" presStyleCnt="3"/>
      <dgm:spPr/>
    </dgm:pt>
    <dgm:pt modelId="{D4EC5A5F-8BE9-4C5F-8923-3BB224157754}" type="pres">
      <dgm:prSet presAssocID="{D2992157-847B-4813-83E5-510B7EA61792}" presName="hierChild4" presStyleCnt="0"/>
      <dgm:spPr/>
    </dgm:pt>
    <dgm:pt modelId="{1EBFEA23-665D-4A64-B7FD-C8E31F5B196A}" type="pres">
      <dgm:prSet presAssocID="{EDFCD883-099E-4DA7-AECC-ECAE33F0D93C}" presName="Name37" presStyleLbl="parChTrans1D3" presStyleIdx="0" presStyleCnt="4"/>
      <dgm:spPr/>
    </dgm:pt>
    <dgm:pt modelId="{A81045FF-8C43-4B2E-8D51-6F4CA5ED3E9E}" type="pres">
      <dgm:prSet presAssocID="{EA5B032B-593A-4A4A-9B42-20155313E45C}" presName="hierRoot2" presStyleCnt="0">
        <dgm:presLayoutVars>
          <dgm:hierBranch val="init"/>
        </dgm:presLayoutVars>
      </dgm:prSet>
      <dgm:spPr/>
    </dgm:pt>
    <dgm:pt modelId="{6D583C63-F2E7-4463-B272-E47F2B418877}" type="pres">
      <dgm:prSet presAssocID="{EA5B032B-593A-4A4A-9B42-20155313E45C}" presName="rootComposite" presStyleCnt="0"/>
      <dgm:spPr/>
    </dgm:pt>
    <dgm:pt modelId="{500CB4D3-0E72-48AC-85A6-AD1B00F1C443}" type="pres">
      <dgm:prSet presAssocID="{EA5B032B-593A-4A4A-9B42-20155313E45C}" presName="rootText" presStyleLbl="node3" presStyleIdx="0" presStyleCnt="4">
        <dgm:presLayoutVars>
          <dgm:chPref val="3"/>
        </dgm:presLayoutVars>
      </dgm:prSet>
      <dgm:spPr/>
    </dgm:pt>
    <dgm:pt modelId="{7BE3E10F-566B-4FDD-94F3-FA265FDADAEC}" type="pres">
      <dgm:prSet presAssocID="{EA5B032B-593A-4A4A-9B42-20155313E45C}" presName="rootConnector" presStyleLbl="node3" presStyleIdx="0" presStyleCnt="4"/>
      <dgm:spPr/>
    </dgm:pt>
    <dgm:pt modelId="{99E913E5-82FD-444E-9FC8-654247A4E436}" type="pres">
      <dgm:prSet presAssocID="{EA5B032B-593A-4A4A-9B42-20155313E45C}" presName="hierChild4" presStyleCnt="0"/>
      <dgm:spPr/>
    </dgm:pt>
    <dgm:pt modelId="{F5DFFDFF-C9CE-46E8-BBDB-1E63D022C8A2}" type="pres">
      <dgm:prSet presAssocID="{EA5B032B-593A-4A4A-9B42-20155313E45C}" presName="hierChild5" presStyleCnt="0"/>
      <dgm:spPr/>
    </dgm:pt>
    <dgm:pt modelId="{C021042D-9505-4A0F-9719-BF053E922BB3}" type="pres">
      <dgm:prSet presAssocID="{91C055FF-E7A8-4919-A930-CF7F652AC145}" presName="Name37" presStyleLbl="parChTrans1D3" presStyleIdx="1" presStyleCnt="4"/>
      <dgm:spPr/>
    </dgm:pt>
    <dgm:pt modelId="{A095DF6F-695D-4148-8A81-CD4762E65344}" type="pres">
      <dgm:prSet presAssocID="{E87A43A0-64BF-41DF-B50F-CA366A65C7EF}" presName="hierRoot2" presStyleCnt="0">
        <dgm:presLayoutVars>
          <dgm:hierBranch val="init"/>
        </dgm:presLayoutVars>
      </dgm:prSet>
      <dgm:spPr/>
    </dgm:pt>
    <dgm:pt modelId="{3BCCA131-5C57-4EAF-A82A-7EBA8851E9E6}" type="pres">
      <dgm:prSet presAssocID="{E87A43A0-64BF-41DF-B50F-CA366A65C7EF}" presName="rootComposite" presStyleCnt="0"/>
      <dgm:spPr/>
    </dgm:pt>
    <dgm:pt modelId="{57C83B78-A342-4308-88A1-5798BB98E6FF}" type="pres">
      <dgm:prSet presAssocID="{E87A43A0-64BF-41DF-B50F-CA366A65C7EF}" presName="rootText" presStyleLbl="node3" presStyleIdx="1" presStyleCnt="4">
        <dgm:presLayoutVars>
          <dgm:chPref val="3"/>
        </dgm:presLayoutVars>
      </dgm:prSet>
      <dgm:spPr/>
    </dgm:pt>
    <dgm:pt modelId="{5A779520-33E3-4E24-A1A4-6F4B70684EAC}" type="pres">
      <dgm:prSet presAssocID="{E87A43A0-64BF-41DF-B50F-CA366A65C7EF}" presName="rootConnector" presStyleLbl="node3" presStyleIdx="1" presStyleCnt="4"/>
      <dgm:spPr/>
    </dgm:pt>
    <dgm:pt modelId="{B11CCBC1-337B-4DCC-9AAD-19D31FDA2875}" type="pres">
      <dgm:prSet presAssocID="{E87A43A0-64BF-41DF-B50F-CA366A65C7EF}" presName="hierChild4" presStyleCnt="0"/>
      <dgm:spPr/>
    </dgm:pt>
    <dgm:pt modelId="{81663ECC-EAF5-422F-A441-8401F8CA149F}" type="pres">
      <dgm:prSet presAssocID="{E87A43A0-64BF-41DF-B50F-CA366A65C7EF}" presName="hierChild5" presStyleCnt="0"/>
      <dgm:spPr/>
    </dgm:pt>
    <dgm:pt modelId="{32C18BBE-F0C6-4792-9A6A-3FCA0CFF0185}" type="pres">
      <dgm:prSet presAssocID="{7BE3B789-728A-4E1B-A181-55A22CAC69E8}" presName="Name37" presStyleLbl="parChTrans1D3" presStyleIdx="2" presStyleCnt="4"/>
      <dgm:spPr/>
    </dgm:pt>
    <dgm:pt modelId="{A3E861FA-02FD-4FB9-B280-1EB86241289F}" type="pres">
      <dgm:prSet presAssocID="{1E9327D5-DB67-4E99-8161-7BA1F223F944}" presName="hierRoot2" presStyleCnt="0">
        <dgm:presLayoutVars>
          <dgm:hierBranch val="init"/>
        </dgm:presLayoutVars>
      </dgm:prSet>
      <dgm:spPr/>
    </dgm:pt>
    <dgm:pt modelId="{513C302F-0340-4C2E-B863-69706A41C94D}" type="pres">
      <dgm:prSet presAssocID="{1E9327D5-DB67-4E99-8161-7BA1F223F944}" presName="rootComposite" presStyleCnt="0"/>
      <dgm:spPr/>
    </dgm:pt>
    <dgm:pt modelId="{A05BFC24-3C3A-4412-9E01-1D3B100502F8}" type="pres">
      <dgm:prSet presAssocID="{1E9327D5-DB67-4E99-8161-7BA1F223F944}" presName="rootText" presStyleLbl="node3" presStyleIdx="2" presStyleCnt="4">
        <dgm:presLayoutVars>
          <dgm:chPref val="3"/>
        </dgm:presLayoutVars>
      </dgm:prSet>
      <dgm:spPr/>
    </dgm:pt>
    <dgm:pt modelId="{D5F5C072-7498-4FBF-A45E-C304677FE6F5}" type="pres">
      <dgm:prSet presAssocID="{1E9327D5-DB67-4E99-8161-7BA1F223F944}" presName="rootConnector" presStyleLbl="node3" presStyleIdx="2" presStyleCnt="4"/>
      <dgm:spPr/>
    </dgm:pt>
    <dgm:pt modelId="{AE4A940A-B572-44BF-934F-9C96B4F4095E}" type="pres">
      <dgm:prSet presAssocID="{1E9327D5-DB67-4E99-8161-7BA1F223F944}" presName="hierChild4" presStyleCnt="0"/>
      <dgm:spPr/>
    </dgm:pt>
    <dgm:pt modelId="{80A70CF5-C990-4BE2-8376-00746233C35F}" type="pres">
      <dgm:prSet presAssocID="{1E9327D5-DB67-4E99-8161-7BA1F223F944}" presName="hierChild5" presStyleCnt="0"/>
      <dgm:spPr/>
    </dgm:pt>
    <dgm:pt modelId="{115DD922-D7B4-4C33-9804-DF403C0D3695}" type="pres">
      <dgm:prSet presAssocID="{D2992157-847B-4813-83E5-510B7EA61792}" presName="hierChild5" presStyleCnt="0"/>
      <dgm:spPr/>
    </dgm:pt>
    <dgm:pt modelId="{87D9BFCB-D96F-48BC-8A2C-687C7B06817C}" type="pres">
      <dgm:prSet presAssocID="{E4EF7032-BE9D-45BC-A41C-F0D8AB83AA00}" presName="hierChild3" presStyleCnt="0"/>
      <dgm:spPr/>
    </dgm:pt>
    <dgm:pt modelId="{510E5287-26C8-4992-9C8F-8DBCC32FF710}" type="pres">
      <dgm:prSet presAssocID="{7039D44B-6231-425C-8595-40ED12DECF65}" presName="hierRoot1" presStyleCnt="0">
        <dgm:presLayoutVars>
          <dgm:hierBranch val="init"/>
        </dgm:presLayoutVars>
      </dgm:prSet>
      <dgm:spPr/>
    </dgm:pt>
    <dgm:pt modelId="{ACB57935-9F84-471F-B1C9-C999CE1FE6E9}" type="pres">
      <dgm:prSet presAssocID="{7039D44B-6231-425C-8595-40ED12DECF65}" presName="rootComposite1" presStyleCnt="0"/>
      <dgm:spPr/>
    </dgm:pt>
    <dgm:pt modelId="{902EA7BC-E002-435D-A6C0-7DE8DF7F547B}" type="pres">
      <dgm:prSet presAssocID="{7039D44B-6231-425C-8595-40ED12DECF65}" presName="rootText1" presStyleLbl="node0" presStyleIdx="1" presStyleCnt="2">
        <dgm:presLayoutVars>
          <dgm:chPref val="3"/>
        </dgm:presLayoutVars>
      </dgm:prSet>
      <dgm:spPr/>
    </dgm:pt>
    <dgm:pt modelId="{C1127345-40FC-4F44-89ED-59FC70D6D2D2}" type="pres">
      <dgm:prSet presAssocID="{7039D44B-6231-425C-8595-40ED12DECF65}" presName="rootConnector1" presStyleLbl="node1" presStyleIdx="0" presStyleCnt="0"/>
      <dgm:spPr/>
    </dgm:pt>
    <dgm:pt modelId="{EE081EB3-E756-4583-B9CE-339E3D1C067E}" type="pres">
      <dgm:prSet presAssocID="{7039D44B-6231-425C-8595-40ED12DECF65}" presName="hierChild2" presStyleCnt="0"/>
      <dgm:spPr/>
    </dgm:pt>
    <dgm:pt modelId="{A773A50D-6215-48A9-94D2-2419BB60B3BF}" type="pres">
      <dgm:prSet presAssocID="{EB2CD23F-335B-4875-B272-949A6B96241A}" presName="Name37" presStyleLbl="parChTrans1D2" presStyleIdx="1" presStyleCnt="3"/>
      <dgm:spPr/>
    </dgm:pt>
    <dgm:pt modelId="{166BC53B-E627-4B46-8DAF-017C349B35D4}" type="pres">
      <dgm:prSet presAssocID="{6405B316-0CFD-48EC-9406-24068875F3D5}" presName="hierRoot2" presStyleCnt="0">
        <dgm:presLayoutVars>
          <dgm:hierBranch val="init"/>
        </dgm:presLayoutVars>
      </dgm:prSet>
      <dgm:spPr/>
    </dgm:pt>
    <dgm:pt modelId="{F52A31AD-9A50-4D8F-96AF-A7826B52BA2C}" type="pres">
      <dgm:prSet presAssocID="{6405B316-0CFD-48EC-9406-24068875F3D5}" presName="rootComposite" presStyleCnt="0"/>
      <dgm:spPr/>
    </dgm:pt>
    <dgm:pt modelId="{9E363A1B-ED85-428B-8BEC-6B505EBF06F6}" type="pres">
      <dgm:prSet presAssocID="{6405B316-0CFD-48EC-9406-24068875F3D5}" presName="rootText" presStyleLbl="node2" presStyleIdx="1" presStyleCnt="3">
        <dgm:presLayoutVars>
          <dgm:chPref val="3"/>
        </dgm:presLayoutVars>
      </dgm:prSet>
      <dgm:spPr/>
    </dgm:pt>
    <dgm:pt modelId="{EA2E39B8-5CE8-4EEE-8EC7-88696B0D6C33}" type="pres">
      <dgm:prSet presAssocID="{6405B316-0CFD-48EC-9406-24068875F3D5}" presName="rootConnector" presStyleLbl="node2" presStyleIdx="1" presStyleCnt="3"/>
      <dgm:spPr/>
    </dgm:pt>
    <dgm:pt modelId="{C1A36EE8-5311-43C9-A29F-9CA824B6E3AC}" type="pres">
      <dgm:prSet presAssocID="{6405B316-0CFD-48EC-9406-24068875F3D5}" presName="hierChild4" presStyleCnt="0"/>
      <dgm:spPr/>
    </dgm:pt>
    <dgm:pt modelId="{A30DAB23-E068-4351-BE79-4521EB6037A6}" type="pres">
      <dgm:prSet presAssocID="{CB3F46A1-46F8-4F36-95AD-245BC93CE796}" presName="Name37" presStyleLbl="parChTrans1D3" presStyleIdx="3" presStyleCnt="4"/>
      <dgm:spPr/>
    </dgm:pt>
    <dgm:pt modelId="{8F323C53-1FDE-4CE6-809B-9E87FBBF1A43}" type="pres">
      <dgm:prSet presAssocID="{0B04A2B0-70EA-40C6-B762-E6658395FE22}" presName="hierRoot2" presStyleCnt="0">
        <dgm:presLayoutVars>
          <dgm:hierBranch val="init"/>
        </dgm:presLayoutVars>
      </dgm:prSet>
      <dgm:spPr/>
    </dgm:pt>
    <dgm:pt modelId="{5C3A80EF-C137-4662-A78D-360740F63F5D}" type="pres">
      <dgm:prSet presAssocID="{0B04A2B0-70EA-40C6-B762-E6658395FE22}" presName="rootComposite" presStyleCnt="0"/>
      <dgm:spPr/>
    </dgm:pt>
    <dgm:pt modelId="{CF697436-6571-4D2B-B2E2-5E7F11AEC230}" type="pres">
      <dgm:prSet presAssocID="{0B04A2B0-70EA-40C6-B762-E6658395FE22}" presName="rootText" presStyleLbl="node3" presStyleIdx="3" presStyleCnt="4">
        <dgm:presLayoutVars>
          <dgm:chPref val="3"/>
        </dgm:presLayoutVars>
      </dgm:prSet>
      <dgm:spPr/>
    </dgm:pt>
    <dgm:pt modelId="{ED3190AA-FF43-4930-A1B0-D3D116433E10}" type="pres">
      <dgm:prSet presAssocID="{0B04A2B0-70EA-40C6-B762-E6658395FE22}" presName="rootConnector" presStyleLbl="node3" presStyleIdx="3" presStyleCnt="4"/>
      <dgm:spPr/>
    </dgm:pt>
    <dgm:pt modelId="{4A7ED039-E8F2-480B-A63B-1C05EB3F665C}" type="pres">
      <dgm:prSet presAssocID="{0B04A2B0-70EA-40C6-B762-E6658395FE22}" presName="hierChild4" presStyleCnt="0"/>
      <dgm:spPr/>
    </dgm:pt>
    <dgm:pt modelId="{1F5909DE-A49A-4C0D-B760-ACB691BFA42B}" type="pres">
      <dgm:prSet presAssocID="{0B04A2B0-70EA-40C6-B762-E6658395FE22}" presName="hierChild5" presStyleCnt="0"/>
      <dgm:spPr/>
    </dgm:pt>
    <dgm:pt modelId="{8E32338C-EA72-4BD8-A932-E511351DC893}" type="pres">
      <dgm:prSet presAssocID="{6405B316-0CFD-48EC-9406-24068875F3D5}" presName="hierChild5" presStyleCnt="0"/>
      <dgm:spPr/>
    </dgm:pt>
    <dgm:pt modelId="{EAFC689F-B09D-405B-9B8F-67C5A6C705F2}" type="pres">
      <dgm:prSet presAssocID="{B1334344-287B-425E-8AC7-E74F06C381E2}" presName="Name37" presStyleLbl="parChTrans1D2" presStyleIdx="2" presStyleCnt="3"/>
      <dgm:spPr/>
    </dgm:pt>
    <dgm:pt modelId="{DE33FB35-7D24-4FD3-905A-836CD237A9BF}" type="pres">
      <dgm:prSet presAssocID="{225B0961-8E45-4672-8A88-6190A1EFFC88}" presName="hierRoot2" presStyleCnt="0">
        <dgm:presLayoutVars>
          <dgm:hierBranch val="init"/>
        </dgm:presLayoutVars>
      </dgm:prSet>
      <dgm:spPr/>
    </dgm:pt>
    <dgm:pt modelId="{09EED5AD-3568-409E-B570-3001CB96E304}" type="pres">
      <dgm:prSet presAssocID="{225B0961-8E45-4672-8A88-6190A1EFFC88}" presName="rootComposite" presStyleCnt="0"/>
      <dgm:spPr/>
    </dgm:pt>
    <dgm:pt modelId="{AA4B6E13-21FD-413A-822B-D61AC5D85CF4}" type="pres">
      <dgm:prSet presAssocID="{225B0961-8E45-4672-8A88-6190A1EFFC88}" presName="rootText" presStyleLbl="node2" presStyleIdx="2" presStyleCnt="3">
        <dgm:presLayoutVars>
          <dgm:chPref val="3"/>
        </dgm:presLayoutVars>
      </dgm:prSet>
      <dgm:spPr/>
    </dgm:pt>
    <dgm:pt modelId="{DC5E68A1-B219-4DAC-BE3E-E5938DFE53B6}" type="pres">
      <dgm:prSet presAssocID="{225B0961-8E45-4672-8A88-6190A1EFFC88}" presName="rootConnector" presStyleLbl="node2" presStyleIdx="2" presStyleCnt="3"/>
      <dgm:spPr/>
    </dgm:pt>
    <dgm:pt modelId="{0E9528B3-ED5B-4A0D-BB29-2AA0586B3A57}" type="pres">
      <dgm:prSet presAssocID="{225B0961-8E45-4672-8A88-6190A1EFFC88}" presName="hierChild4" presStyleCnt="0"/>
      <dgm:spPr/>
    </dgm:pt>
    <dgm:pt modelId="{CADF14D7-0524-4CF0-8BE0-B0A1F9D3F71A}" type="pres">
      <dgm:prSet presAssocID="{225B0961-8E45-4672-8A88-6190A1EFFC88}" presName="hierChild5" presStyleCnt="0"/>
      <dgm:spPr/>
    </dgm:pt>
    <dgm:pt modelId="{30A37ABB-DEC2-4A0A-B816-120BE171DA43}" type="pres">
      <dgm:prSet presAssocID="{7039D44B-6231-425C-8595-40ED12DECF65}" presName="hierChild3" presStyleCnt="0"/>
      <dgm:spPr/>
    </dgm:pt>
  </dgm:ptLst>
  <dgm:cxnLst>
    <dgm:cxn modelId="{52DEA201-1E89-41AA-9500-F3F024C20233}" type="presOf" srcId="{6405B316-0CFD-48EC-9406-24068875F3D5}" destId="{EA2E39B8-5CE8-4EEE-8EC7-88696B0D6C33}" srcOrd="1" destOrd="0" presId="urn:microsoft.com/office/officeart/2005/8/layout/orgChart1"/>
    <dgm:cxn modelId="{BA5C3809-2E1B-4D70-B093-66E54425EC9E}" type="presOf" srcId="{E4EF7032-BE9D-45BC-A41C-F0D8AB83AA00}" destId="{3FAF874F-18C1-40A8-88AE-FB8391BDDA5A}" srcOrd="1" destOrd="0" presId="urn:microsoft.com/office/officeart/2005/8/layout/orgChart1"/>
    <dgm:cxn modelId="{3A3BBA0B-B5FD-4896-A288-8BA94B370D48}" srcId="{0C18C2E0-C740-4BAC-858B-B6FF1909E2F8}" destId="{E4EF7032-BE9D-45BC-A41C-F0D8AB83AA00}" srcOrd="0" destOrd="0" parTransId="{BBEA94C3-513A-4A3E-8C7E-2E4231C9CBDF}" sibTransId="{3FB1B70F-0FCB-4AA7-901D-E7A41FEF8237}"/>
    <dgm:cxn modelId="{90D8DC13-6408-4D54-A273-7B261B7170B1}" srcId="{7039D44B-6231-425C-8595-40ED12DECF65}" destId="{6405B316-0CFD-48EC-9406-24068875F3D5}" srcOrd="0" destOrd="0" parTransId="{EB2CD23F-335B-4875-B272-949A6B96241A}" sibTransId="{44A60499-1159-4A4C-A2CD-B19C40986A02}"/>
    <dgm:cxn modelId="{52430818-47ED-4CDE-8737-F06E6D804796}" type="presOf" srcId="{91C055FF-E7A8-4919-A930-CF7F652AC145}" destId="{C021042D-9505-4A0F-9719-BF053E922BB3}" srcOrd="0" destOrd="0" presId="urn:microsoft.com/office/officeart/2005/8/layout/orgChart1"/>
    <dgm:cxn modelId="{273A8621-D167-490B-A680-0E42B10E5792}" type="presOf" srcId="{7BE3B789-728A-4E1B-A181-55A22CAC69E8}" destId="{32C18BBE-F0C6-4792-9A6A-3FCA0CFF0185}" srcOrd="0" destOrd="0" presId="urn:microsoft.com/office/officeart/2005/8/layout/orgChart1"/>
    <dgm:cxn modelId="{B460D42A-86BC-40D6-B0EF-D3355168F8D7}" type="presOf" srcId="{1E9327D5-DB67-4E99-8161-7BA1F223F944}" destId="{A05BFC24-3C3A-4412-9E01-1D3B100502F8}" srcOrd="0" destOrd="0" presId="urn:microsoft.com/office/officeart/2005/8/layout/orgChart1"/>
    <dgm:cxn modelId="{B0D8432F-488C-47B7-8052-3753564A425B}" type="presOf" srcId="{CB3F46A1-46F8-4F36-95AD-245BC93CE796}" destId="{A30DAB23-E068-4351-BE79-4521EB6037A6}" srcOrd="0" destOrd="0" presId="urn:microsoft.com/office/officeart/2005/8/layout/orgChart1"/>
    <dgm:cxn modelId="{AF698936-753F-4D33-BAD6-4D13CE344225}" type="presOf" srcId="{7039D44B-6231-425C-8595-40ED12DECF65}" destId="{C1127345-40FC-4F44-89ED-59FC70D6D2D2}" srcOrd="1" destOrd="0" presId="urn:microsoft.com/office/officeart/2005/8/layout/orgChart1"/>
    <dgm:cxn modelId="{79A2C93A-A2F3-4D5F-9570-EE42257B5AC5}" type="presOf" srcId="{0B04A2B0-70EA-40C6-B762-E6658395FE22}" destId="{CF697436-6571-4D2B-B2E2-5E7F11AEC230}" srcOrd="0" destOrd="0" presId="urn:microsoft.com/office/officeart/2005/8/layout/orgChart1"/>
    <dgm:cxn modelId="{52C41B5E-A79F-4AE5-95C0-09E813FD5C9E}" srcId="{D2992157-847B-4813-83E5-510B7EA61792}" destId="{E87A43A0-64BF-41DF-B50F-CA366A65C7EF}" srcOrd="1" destOrd="0" parTransId="{91C055FF-E7A8-4919-A930-CF7F652AC145}" sibTransId="{4BA93686-7355-4B35-8C47-923920AFAFFF}"/>
    <dgm:cxn modelId="{A61DFE62-FDDF-4188-8700-027D801509E1}" type="presOf" srcId="{0C18C2E0-C740-4BAC-858B-B6FF1909E2F8}" destId="{34A0BB7C-7FFA-448B-9FE7-2540EC84AEFC}" srcOrd="0" destOrd="0" presId="urn:microsoft.com/office/officeart/2005/8/layout/orgChart1"/>
    <dgm:cxn modelId="{6553CE46-3261-473C-9893-C9E9BFFBA630}" type="presOf" srcId="{E4EF7032-BE9D-45BC-A41C-F0D8AB83AA00}" destId="{49C09FDA-4941-466A-994E-A66D908E692A}" srcOrd="0" destOrd="0" presId="urn:microsoft.com/office/officeart/2005/8/layout/orgChart1"/>
    <dgm:cxn modelId="{0E92916C-199B-4297-82E0-4FEB229BD4AA}" srcId="{E4EF7032-BE9D-45BC-A41C-F0D8AB83AA00}" destId="{D2992157-847B-4813-83E5-510B7EA61792}" srcOrd="0" destOrd="0" parTransId="{DFC8258B-B609-4BEC-AEF2-05802013F5B4}" sibTransId="{19F43326-BDB4-42B9-AEF3-9D973996D1BF}"/>
    <dgm:cxn modelId="{AE84256D-29E8-4206-B824-D42A2C8302C6}" type="presOf" srcId="{225B0961-8E45-4672-8A88-6190A1EFFC88}" destId="{AA4B6E13-21FD-413A-822B-D61AC5D85CF4}" srcOrd="0" destOrd="0" presId="urn:microsoft.com/office/officeart/2005/8/layout/orgChart1"/>
    <dgm:cxn modelId="{D972264D-2A42-4845-8B03-12E7F66C524B}" type="presOf" srcId="{D2992157-847B-4813-83E5-510B7EA61792}" destId="{15BABD2F-8E0D-450C-835F-150BA4221623}" srcOrd="0" destOrd="0" presId="urn:microsoft.com/office/officeart/2005/8/layout/orgChart1"/>
    <dgm:cxn modelId="{904D5070-85CA-4EE6-9004-6663ADE422EF}" type="presOf" srcId="{7039D44B-6231-425C-8595-40ED12DECF65}" destId="{902EA7BC-E002-435D-A6C0-7DE8DF7F547B}" srcOrd="0" destOrd="0" presId="urn:microsoft.com/office/officeart/2005/8/layout/orgChart1"/>
    <dgm:cxn modelId="{713B9B58-D751-47CF-A005-67D710E1591A}" type="presOf" srcId="{EDFCD883-099E-4DA7-AECC-ECAE33F0D93C}" destId="{1EBFEA23-665D-4A64-B7FD-C8E31F5B196A}" srcOrd="0" destOrd="0" presId="urn:microsoft.com/office/officeart/2005/8/layout/orgChart1"/>
    <dgm:cxn modelId="{2D9CA659-07C1-427F-892C-1E161632CCD6}" srcId="{D2992157-847B-4813-83E5-510B7EA61792}" destId="{1E9327D5-DB67-4E99-8161-7BA1F223F944}" srcOrd="2" destOrd="0" parTransId="{7BE3B789-728A-4E1B-A181-55A22CAC69E8}" sibTransId="{3769B9AC-809A-4309-878B-BD3C3274BCE4}"/>
    <dgm:cxn modelId="{AD249A86-2EC3-42F9-BF14-8D4CCDF3D891}" type="presOf" srcId="{DFC8258B-B609-4BEC-AEF2-05802013F5B4}" destId="{D282E0DB-EB7B-425D-8889-E0CBF568B29B}" srcOrd="0" destOrd="0" presId="urn:microsoft.com/office/officeart/2005/8/layout/orgChart1"/>
    <dgm:cxn modelId="{BDB691A9-447B-4A6D-A52A-60C86AC54936}" type="presOf" srcId="{E87A43A0-64BF-41DF-B50F-CA366A65C7EF}" destId="{57C83B78-A342-4308-88A1-5798BB98E6FF}" srcOrd="0" destOrd="0" presId="urn:microsoft.com/office/officeart/2005/8/layout/orgChart1"/>
    <dgm:cxn modelId="{3DF94FB8-3E39-4AFC-803C-B6D8AEF15419}" type="presOf" srcId="{B1334344-287B-425E-8AC7-E74F06C381E2}" destId="{EAFC689F-B09D-405B-9B8F-67C5A6C705F2}" srcOrd="0" destOrd="0" presId="urn:microsoft.com/office/officeart/2005/8/layout/orgChart1"/>
    <dgm:cxn modelId="{2E8EA7B9-86DB-4BA2-95A8-46809537DE36}" srcId="{0C18C2E0-C740-4BAC-858B-B6FF1909E2F8}" destId="{7039D44B-6231-425C-8595-40ED12DECF65}" srcOrd="1" destOrd="0" parTransId="{1C315978-E3AC-42FB-8393-A5612863C3C4}" sibTransId="{3FF801CC-6C82-4BF7-968B-1B354B9E5534}"/>
    <dgm:cxn modelId="{04A7C3C2-FF5B-4FFF-9110-F490AB927F21}" type="presOf" srcId="{225B0961-8E45-4672-8A88-6190A1EFFC88}" destId="{DC5E68A1-B219-4DAC-BE3E-E5938DFE53B6}" srcOrd="1" destOrd="0" presId="urn:microsoft.com/office/officeart/2005/8/layout/orgChart1"/>
    <dgm:cxn modelId="{488964C8-A4B4-4015-86FF-CA03E689EA3B}" type="presOf" srcId="{EA5B032B-593A-4A4A-9B42-20155313E45C}" destId="{500CB4D3-0E72-48AC-85A6-AD1B00F1C443}" srcOrd="0" destOrd="0" presId="urn:microsoft.com/office/officeart/2005/8/layout/orgChart1"/>
    <dgm:cxn modelId="{C3BAFDC9-6728-46DE-B910-F9ACB13DEFCA}" type="presOf" srcId="{0B04A2B0-70EA-40C6-B762-E6658395FE22}" destId="{ED3190AA-FF43-4930-A1B0-D3D116433E10}" srcOrd="1" destOrd="0" presId="urn:microsoft.com/office/officeart/2005/8/layout/orgChart1"/>
    <dgm:cxn modelId="{18102DD2-BF4C-4C3D-B4B1-E0A1C60F10FC}" type="presOf" srcId="{6405B316-0CFD-48EC-9406-24068875F3D5}" destId="{9E363A1B-ED85-428B-8BEC-6B505EBF06F6}" srcOrd="0" destOrd="0" presId="urn:microsoft.com/office/officeart/2005/8/layout/orgChart1"/>
    <dgm:cxn modelId="{F7799DD3-8AC6-4DE2-8733-C0BF52AD18E1}" type="presOf" srcId="{1E9327D5-DB67-4E99-8161-7BA1F223F944}" destId="{D5F5C072-7498-4FBF-A45E-C304677FE6F5}" srcOrd="1" destOrd="0" presId="urn:microsoft.com/office/officeart/2005/8/layout/orgChart1"/>
    <dgm:cxn modelId="{639977D5-7FC0-4422-8017-224D09BE102C}" type="presOf" srcId="{D2992157-847B-4813-83E5-510B7EA61792}" destId="{85A9A193-C80E-4430-B90A-B56DD08EFF8D}" srcOrd="1" destOrd="0" presId="urn:microsoft.com/office/officeart/2005/8/layout/orgChart1"/>
    <dgm:cxn modelId="{DA0087D6-58EE-4BF1-B5D0-DE455330BD49}" srcId="{D2992157-847B-4813-83E5-510B7EA61792}" destId="{EA5B032B-593A-4A4A-9B42-20155313E45C}" srcOrd="0" destOrd="0" parTransId="{EDFCD883-099E-4DA7-AECC-ECAE33F0D93C}" sibTransId="{05A018CF-5C29-4FE2-904C-B136F892352B}"/>
    <dgm:cxn modelId="{8BF9DDD9-231C-47C3-99EA-E045904E2EE5}" srcId="{6405B316-0CFD-48EC-9406-24068875F3D5}" destId="{0B04A2B0-70EA-40C6-B762-E6658395FE22}" srcOrd="0" destOrd="0" parTransId="{CB3F46A1-46F8-4F36-95AD-245BC93CE796}" sibTransId="{557F2C34-F7A1-42A1-9AE8-AD8F7A102518}"/>
    <dgm:cxn modelId="{EC1A7EE3-2485-4CE4-94F2-EC29F611DC9B}" type="presOf" srcId="{EB2CD23F-335B-4875-B272-949A6B96241A}" destId="{A773A50D-6215-48A9-94D2-2419BB60B3BF}" srcOrd="0" destOrd="0" presId="urn:microsoft.com/office/officeart/2005/8/layout/orgChart1"/>
    <dgm:cxn modelId="{777099E6-CFB5-47BB-AED4-B68BA8E37C39}" type="presOf" srcId="{E87A43A0-64BF-41DF-B50F-CA366A65C7EF}" destId="{5A779520-33E3-4E24-A1A4-6F4B70684EAC}" srcOrd="1" destOrd="0" presId="urn:microsoft.com/office/officeart/2005/8/layout/orgChart1"/>
    <dgm:cxn modelId="{63B6F1F1-1B7D-49AC-A142-40FDB6285931}" srcId="{7039D44B-6231-425C-8595-40ED12DECF65}" destId="{225B0961-8E45-4672-8A88-6190A1EFFC88}" srcOrd="1" destOrd="0" parTransId="{B1334344-287B-425E-8AC7-E74F06C381E2}" sibTransId="{1D63AFB4-4EBC-463D-B121-AAE011A8B89D}"/>
    <dgm:cxn modelId="{4E50FCF3-B3DA-4DA0-88C4-D6FA00D1B6DF}" type="presOf" srcId="{EA5B032B-593A-4A4A-9B42-20155313E45C}" destId="{7BE3E10F-566B-4FDD-94F3-FA265FDADAEC}" srcOrd="1" destOrd="0" presId="urn:microsoft.com/office/officeart/2005/8/layout/orgChart1"/>
    <dgm:cxn modelId="{B26AB4A2-11E5-4462-A750-7936798CE3A1}" type="presParOf" srcId="{34A0BB7C-7FFA-448B-9FE7-2540EC84AEFC}" destId="{0E478EC2-0B9A-4731-90F2-B4B92458CA80}" srcOrd="0" destOrd="0" presId="urn:microsoft.com/office/officeart/2005/8/layout/orgChart1"/>
    <dgm:cxn modelId="{178546EC-18ED-46D0-AA12-6716132E5EDD}" type="presParOf" srcId="{0E478EC2-0B9A-4731-90F2-B4B92458CA80}" destId="{D65BC21F-8474-41E0-B52E-494615418B80}" srcOrd="0" destOrd="0" presId="urn:microsoft.com/office/officeart/2005/8/layout/orgChart1"/>
    <dgm:cxn modelId="{FE3D6D37-D4FC-4EAB-B986-DD0EAAAED267}" type="presParOf" srcId="{D65BC21F-8474-41E0-B52E-494615418B80}" destId="{49C09FDA-4941-466A-994E-A66D908E692A}" srcOrd="0" destOrd="0" presId="urn:microsoft.com/office/officeart/2005/8/layout/orgChart1"/>
    <dgm:cxn modelId="{82A4B977-D3A7-4FFD-A716-C69F0E437ABB}" type="presParOf" srcId="{D65BC21F-8474-41E0-B52E-494615418B80}" destId="{3FAF874F-18C1-40A8-88AE-FB8391BDDA5A}" srcOrd="1" destOrd="0" presId="urn:microsoft.com/office/officeart/2005/8/layout/orgChart1"/>
    <dgm:cxn modelId="{6B8BC6AB-5CE1-475F-A90F-6B32FE730F1D}" type="presParOf" srcId="{0E478EC2-0B9A-4731-90F2-B4B92458CA80}" destId="{7D0E7D5A-B81A-4759-881E-EB435FDF5A59}" srcOrd="1" destOrd="0" presId="urn:microsoft.com/office/officeart/2005/8/layout/orgChart1"/>
    <dgm:cxn modelId="{F6DF1F3F-FADE-4D5A-8284-3E650FB96673}" type="presParOf" srcId="{7D0E7D5A-B81A-4759-881E-EB435FDF5A59}" destId="{D282E0DB-EB7B-425D-8889-E0CBF568B29B}" srcOrd="0" destOrd="0" presId="urn:microsoft.com/office/officeart/2005/8/layout/orgChart1"/>
    <dgm:cxn modelId="{C9452919-EF23-44A9-BE0A-437F0773DF80}" type="presParOf" srcId="{7D0E7D5A-B81A-4759-881E-EB435FDF5A59}" destId="{F8F21F38-0521-451F-B3A4-07030B065ABB}" srcOrd="1" destOrd="0" presId="urn:microsoft.com/office/officeart/2005/8/layout/orgChart1"/>
    <dgm:cxn modelId="{D372684E-3397-43CE-96EC-F37838C70620}" type="presParOf" srcId="{F8F21F38-0521-451F-B3A4-07030B065ABB}" destId="{1A6D92CB-9B9E-4EEC-95C6-662851DA9F26}" srcOrd="0" destOrd="0" presId="urn:microsoft.com/office/officeart/2005/8/layout/orgChart1"/>
    <dgm:cxn modelId="{C7FC2306-9E2C-48E9-B5E3-340A959E8B72}" type="presParOf" srcId="{1A6D92CB-9B9E-4EEC-95C6-662851DA9F26}" destId="{15BABD2F-8E0D-450C-835F-150BA4221623}" srcOrd="0" destOrd="0" presId="urn:microsoft.com/office/officeart/2005/8/layout/orgChart1"/>
    <dgm:cxn modelId="{A2779706-641E-4675-8015-C34F314831DF}" type="presParOf" srcId="{1A6D92CB-9B9E-4EEC-95C6-662851DA9F26}" destId="{85A9A193-C80E-4430-B90A-B56DD08EFF8D}" srcOrd="1" destOrd="0" presId="urn:microsoft.com/office/officeart/2005/8/layout/orgChart1"/>
    <dgm:cxn modelId="{7F721BAC-2D15-4C1C-A272-5DDD7E6FCD2C}" type="presParOf" srcId="{F8F21F38-0521-451F-B3A4-07030B065ABB}" destId="{D4EC5A5F-8BE9-4C5F-8923-3BB224157754}" srcOrd="1" destOrd="0" presId="urn:microsoft.com/office/officeart/2005/8/layout/orgChart1"/>
    <dgm:cxn modelId="{5A98FDCF-3F4E-4829-A161-DD8EA6A58BA3}" type="presParOf" srcId="{D4EC5A5F-8BE9-4C5F-8923-3BB224157754}" destId="{1EBFEA23-665D-4A64-B7FD-C8E31F5B196A}" srcOrd="0" destOrd="0" presId="urn:microsoft.com/office/officeart/2005/8/layout/orgChart1"/>
    <dgm:cxn modelId="{9868A4D6-7ED1-4B0A-ABF8-6BE195D3C5E0}" type="presParOf" srcId="{D4EC5A5F-8BE9-4C5F-8923-3BB224157754}" destId="{A81045FF-8C43-4B2E-8D51-6F4CA5ED3E9E}" srcOrd="1" destOrd="0" presId="urn:microsoft.com/office/officeart/2005/8/layout/orgChart1"/>
    <dgm:cxn modelId="{8F920945-AF95-4663-8913-1BE0530EFBE3}" type="presParOf" srcId="{A81045FF-8C43-4B2E-8D51-6F4CA5ED3E9E}" destId="{6D583C63-F2E7-4463-B272-E47F2B418877}" srcOrd="0" destOrd="0" presId="urn:microsoft.com/office/officeart/2005/8/layout/orgChart1"/>
    <dgm:cxn modelId="{A6FDB879-6527-4337-B121-4C80F2C25608}" type="presParOf" srcId="{6D583C63-F2E7-4463-B272-E47F2B418877}" destId="{500CB4D3-0E72-48AC-85A6-AD1B00F1C443}" srcOrd="0" destOrd="0" presId="urn:microsoft.com/office/officeart/2005/8/layout/orgChart1"/>
    <dgm:cxn modelId="{9CF59FCA-44ED-49AE-943E-030F341150E6}" type="presParOf" srcId="{6D583C63-F2E7-4463-B272-E47F2B418877}" destId="{7BE3E10F-566B-4FDD-94F3-FA265FDADAEC}" srcOrd="1" destOrd="0" presId="urn:microsoft.com/office/officeart/2005/8/layout/orgChart1"/>
    <dgm:cxn modelId="{59A56F3C-8700-4D08-B3C4-070EC656BABA}" type="presParOf" srcId="{A81045FF-8C43-4B2E-8D51-6F4CA5ED3E9E}" destId="{99E913E5-82FD-444E-9FC8-654247A4E436}" srcOrd="1" destOrd="0" presId="urn:microsoft.com/office/officeart/2005/8/layout/orgChart1"/>
    <dgm:cxn modelId="{44D2D5B8-A26D-4DEA-A348-D33428CF5E4D}" type="presParOf" srcId="{A81045FF-8C43-4B2E-8D51-6F4CA5ED3E9E}" destId="{F5DFFDFF-C9CE-46E8-BBDB-1E63D022C8A2}" srcOrd="2" destOrd="0" presId="urn:microsoft.com/office/officeart/2005/8/layout/orgChart1"/>
    <dgm:cxn modelId="{F9822487-9F77-4782-A388-BD1DD3239283}" type="presParOf" srcId="{D4EC5A5F-8BE9-4C5F-8923-3BB224157754}" destId="{C021042D-9505-4A0F-9719-BF053E922BB3}" srcOrd="2" destOrd="0" presId="urn:microsoft.com/office/officeart/2005/8/layout/orgChart1"/>
    <dgm:cxn modelId="{229E4C8D-BAFD-4D0A-BCFB-9D34FF28076A}" type="presParOf" srcId="{D4EC5A5F-8BE9-4C5F-8923-3BB224157754}" destId="{A095DF6F-695D-4148-8A81-CD4762E65344}" srcOrd="3" destOrd="0" presId="urn:microsoft.com/office/officeart/2005/8/layout/orgChart1"/>
    <dgm:cxn modelId="{CDBA0B44-63A2-4687-A03C-2E0FBB329BC0}" type="presParOf" srcId="{A095DF6F-695D-4148-8A81-CD4762E65344}" destId="{3BCCA131-5C57-4EAF-A82A-7EBA8851E9E6}" srcOrd="0" destOrd="0" presId="urn:microsoft.com/office/officeart/2005/8/layout/orgChart1"/>
    <dgm:cxn modelId="{44D73B62-23F7-400E-AE45-78380DE69C0C}" type="presParOf" srcId="{3BCCA131-5C57-4EAF-A82A-7EBA8851E9E6}" destId="{57C83B78-A342-4308-88A1-5798BB98E6FF}" srcOrd="0" destOrd="0" presId="urn:microsoft.com/office/officeart/2005/8/layout/orgChart1"/>
    <dgm:cxn modelId="{EBBFAEE2-3437-4CFD-86D3-DBDF4E039C64}" type="presParOf" srcId="{3BCCA131-5C57-4EAF-A82A-7EBA8851E9E6}" destId="{5A779520-33E3-4E24-A1A4-6F4B70684EAC}" srcOrd="1" destOrd="0" presId="urn:microsoft.com/office/officeart/2005/8/layout/orgChart1"/>
    <dgm:cxn modelId="{25A7FF4A-6942-41AF-87ED-6D493A99CD55}" type="presParOf" srcId="{A095DF6F-695D-4148-8A81-CD4762E65344}" destId="{B11CCBC1-337B-4DCC-9AAD-19D31FDA2875}" srcOrd="1" destOrd="0" presId="urn:microsoft.com/office/officeart/2005/8/layout/orgChart1"/>
    <dgm:cxn modelId="{380C7FB6-6B02-4026-97E1-CA67695EEA89}" type="presParOf" srcId="{A095DF6F-695D-4148-8A81-CD4762E65344}" destId="{81663ECC-EAF5-422F-A441-8401F8CA149F}" srcOrd="2" destOrd="0" presId="urn:microsoft.com/office/officeart/2005/8/layout/orgChart1"/>
    <dgm:cxn modelId="{A5DB7996-4C17-41B4-91D8-419C8C237525}" type="presParOf" srcId="{D4EC5A5F-8BE9-4C5F-8923-3BB224157754}" destId="{32C18BBE-F0C6-4792-9A6A-3FCA0CFF0185}" srcOrd="4" destOrd="0" presId="urn:microsoft.com/office/officeart/2005/8/layout/orgChart1"/>
    <dgm:cxn modelId="{F98371C0-9F70-462C-953C-A037A816903D}" type="presParOf" srcId="{D4EC5A5F-8BE9-4C5F-8923-3BB224157754}" destId="{A3E861FA-02FD-4FB9-B280-1EB86241289F}" srcOrd="5" destOrd="0" presId="urn:microsoft.com/office/officeart/2005/8/layout/orgChart1"/>
    <dgm:cxn modelId="{DB992665-EA85-4DD0-9091-7AB4F18256E4}" type="presParOf" srcId="{A3E861FA-02FD-4FB9-B280-1EB86241289F}" destId="{513C302F-0340-4C2E-B863-69706A41C94D}" srcOrd="0" destOrd="0" presId="urn:microsoft.com/office/officeart/2005/8/layout/orgChart1"/>
    <dgm:cxn modelId="{0145C20D-0512-44C3-A231-34D999B5434A}" type="presParOf" srcId="{513C302F-0340-4C2E-B863-69706A41C94D}" destId="{A05BFC24-3C3A-4412-9E01-1D3B100502F8}" srcOrd="0" destOrd="0" presId="urn:microsoft.com/office/officeart/2005/8/layout/orgChart1"/>
    <dgm:cxn modelId="{622FA88B-9044-48FC-B149-0C6C1F8D1980}" type="presParOf" srcId="{513C302F-0340-4C2E-B863-69706A41C94D}" destId="{D5F5C072-7498-4FBF-A45E-C304677FE6F5}" srcOrd="1" destOrd="0" presId="urn:microsoft.com/office/officeart/2005/8/layout/orgChart1"/>
    <dgm:cxn modelId="{854F5F32-23B9-4531-A4B5-8F76E0722A39}" type="presParOf" srcId="{A3E861FA-02FD-4FB9-B280-1EB86241289F}" destId="{AE4A940A-B572-44BF-934F-9C96B4F4095E}" srcOrd="1" destOrd="0" presId="urn:microsoft.com/office/officeart/2005/8/layout/orgChart1"/>
    <dgm:cxn modelId="{F544A1BA-D960-407C-A56E-BF641AB3AB7A}" type="presParOf" srcId="{A3E861FA-02FD-4FB9-B280-1EB86241289F}" destId="{80A70CF5-C990-4BE2-8376-00746233C35F}" srcOrd="2" destOrd="0" presId="urn:microsoft.com/office/officeart/2005/8/layout/orgChart1"/>
    <dgm:cxn modelId="{155AE9CF-4B1F-4947-B18D-9F53A76D4A83}" type="presParOf" srcId="{F8F21F38-0521-451F-B3A4-07030B065ABB}" destId="{115DD922-D7B4-4C33-9804-DF403C0D3695}" srcOrd="2" destOrd="0" presId="urn:microsoft.com/office/officeart/2005/8/layout/orgChart1"/>
    <dgm:cxn modelId="{F8157B14-A041-4225-AC07-FB79970A235A}" type="presParOf" srcId="{0E478EC2-0B9A-4731-90F2-B4B92458CA80}" destId="{87D9BFCB-D96F-48BC-8A2C-687C7B06817C}" srcOrd="2" destOrd="0" presId="urn:microsoft.com/office/officeart/2005/8/layout/orgChart1"/>
    <dgm:cxn modelId="{5BCDACBF-3892-4129-A96A-0E1782E1A392}" type="presParOf" srcId="{34A0BB7C-7FFA-448B-9FE7-2540EC84AEFC}" destId="{510E5287-26C8-4992-9C8F-8DBCC32FF710}" srcOrd="1" destOrd="0" presId="urn:microsoft.com/office/officeart/2005/8/layout/orgChart1"/>
    <dgm:cxn modelId="{EFA3B335-62D2-47DF-8DFA-3108E15E737C}" type="presParOf" srcId="{510E5287-26C8-4992-9C8F-8DBCC32FF710}" destId="{ACB57935-9F84-471F-B1C9-C999CE1FE6E9}" srcOrd="0" destOrd="0" presId="urn:microsoft.com/office/officeart/2005/8/layout/orgChart1"/>
    <dgm:cxn modelId="{9D51FB9C-F482-4441-8F5C-AA446716057E}" type="presParOf" srcId="{ACB57935-9F84-471F-B1C9-C999CE1FE6E9}" destId="{902EA7BC-E002-435D-A6C0-7DE8DF7F547B}" srcOrd="0" destOrd="0" presId="urn:microsoft.com/office/officeart/2005/8/layout/orgChart1"/>
    <dgm:cxn modelId="{2CC2DF10-09D3-411A-AD44-9A744764742C}" type="presParOf" srcId="{ACB57935-9F84-471F-B1C9-C999CE1FE6E9}" destId="{C1127345-40FC-4F44-89ED-59FC70D6D2D2}" srcOrd="1" destOrd="0" presId="urn:microsoft.com/office/officeart/2005/8/layout/orgChart1"/>
    <dgm:cxn modelId="{2675FA50-45BE-4052-9006-58AF0E74E315}" type="presParOf" srcId="{510E5287-26C8-4992-9C8F-8DBCC32FF710}" destId="{EE081EB3-E756-4583-B9CE-339E3D1C067E}" srcOrd="1" destOrd="0" presId="urn:microsoft.com/office/officeart/2005/8/layout/orgChart1"/>
    <dgm:cxn modelId="{AE66F1B4-4221-450C-BD47-95661D9482D8}" type="presParOf" srcId="{EE081EB3-E756-4583-B9CE-339E3D1C067E}" destId="{A773A50D-6215-48A9-94D2-2419BB60B3BF}" srcOrd="0" destOrd="0" presId="urn:microsoft.com/office/officeart/2005/8/layout/orgChart1"/>
    <dgm:cxn modelId="{D815FEFC-19FF-484C-85B3-CEE6EF214007}" type="presParOf" srcId="{EE081EB3-E756-4583-B9CE-339E3D1C067E}" destId="{166BC53B-E627-4B46-8DAF-017C349B35D4}" srcOrd="1" destOrd="0" presId="urn:microsoft.com/office/officeart/2005/8/layout/orgChart1"/>
    <dgm:cxn modelId="{269CA013-7E71-4490-BC1E-CA90F880356B}" type="presParOf" srcId="{166BC53B-E627-4B46-8DAF-017C349B35D4}" destId="{F52A31AD-9A50-4D8F-96AF-A7826B52BA2C}" srcOrd="0" destOrd="0" presId="urn:microsoft.com/office/officeart/2005/8/layout/orgChart1"/>
    <dgm:cxn modelId="{45E2EFCA-DC9B-40CD-9FA3-30703A1483D0}" type="presParOf" srcId="{F52A31AD-9A50-4D8F-96AF-A7826B52BA2C}" destId="{9E363A1B-ED85-428B-8BEC-6B505EBF06F6}" srcOrd="0" destOrd="0" presId="urn:microsoft.com/office/officeart/2005/8/layout/orgChart1"/>
    <dgm:cxn modelId="{291C20C1-3D82-4A66-9094-86FB30B54AC8}" type="presParOf" srcId="{F52A31AD-9A50-4D8F-96AF-A7826B52BA2C}" destId="{EA2E39B8-5CE8-4EEE-8EC7-88696B0D6C33}" srcOrd="1" destOrd="0" presId="urn:microsoft.com/office/officeart/2005/8/layout/orgChart1"/>
    <dgm:cxn modelId="{C2E174D8-BAE5-493F-A0F1-7E767B2DDDF3}" type="presParOf" srcId="{166BC53B-E627-4B46-8DAF-017C349B35D4}" destId="{C1A36EE8-5311-43C9-A29F-9CA824B6E3AC}" srcOrd="1" destOrd="0" presId="urn:microsoft.com/office/officeart/2005/8/layout/orgChart1"/>
    <dgm:cxn modelId="{0C15953F-3BBC-43D2-B220-9C3285284952}" type="presParOf" srcId="{C1A36EE8-5311-43C9-A29F-9CA824B6E3AC}" destId="{A30DAB23-E068-4351-BE79-4521EB6037A6}" srcOrd="0" destOrd="0" presId="urn:microsoft.com/office/officeart/2005/8/layout/orgChart1"/>
    <dgm:cxn modelId="{D621A61A-3CBF-48CE-B325-DA7FF585E55E}" type="presParOf" srcId="{C1A36EE8-5311-43C9-A29F-9CA824B6E3AC}" destId="{8F323C53-1FDE-4CE6-809B-9E87FBBF1A43}" srcOrd="1" destOrd="0" presId="urn:microsoft.com/office/officeart/2005/8/layout/orgChart1"/>
    <dgm:cxn modelId="{25783F69-DC73-4C9D-A365-B59CF47DE51F}" type="presParOf" srcId="{8F323C53-1FDE-4CE6-809B-9E87FBBF1A43}" destId="{5C3A80EF-C137-4662-A78D-360740F63F5D}" srcOrd="0" destOrd="0" presId="urn:microsoft.com/office/officeart/2005/8/layout/orgChart1"/>
    <dgm:cxn modelId="{99063911-69CA-4DB5-836B-65D5B2588A80}" type="presParOf" srcId="{5C3A80EF-C137-4662-A78D-360740F63F5D}" destId="{CF697436-6571-4D2B-B2E2-5E7F11AEC230}" srcOrd="0" destOrd="0" presId="urn:microsoft.com/office/officeart/2005/8/layout/orgChart1"/>
    <dgm:cxn modelId="{955B1B18-28B6-4A69-9E2D-B2CFB2CDA394}" type="presParOf" srcId="{5C3A80EF-C137-4662-A78D-360740F63F5D}" destId="{ED3190AA-FF43-4930-A1B0-D3D116433E10}" srcOrd="1" destOrd="0" presId="urn:microsoft.com/office/officeart/2005/8/layout/orgChart1"/>
    <dgm:cxn modelId="{8E749152-12D9-422D-B540-FCC860035FC9}" type="presParOf" srcId="{8F323C53-1FDE-4CE6-809B-9E87FBBF1A43}" destId="{4A7ED039-E8F2-480B-A63B-1C05EB3F665C}" srcOrd="1" destOrd="0" presId="urn:microsoft.com/office/officeart/2005/8/layout/orgChart1"/>
    <dgm:cxn modelId="{252A2D35-59AA-4AC5-98A5-10651C13BF2A}" type="presParOf" srcId="{8F323C53-1FDE-4CE6-809B-9E87FBBF1A43}" destId="{1F5909DE-A49A-4C0D-B760-ACB691BFA42B}" srcOrd="2" destOrd="0" presId="urn:microsoft.com/office/officeart/2005/8/layout/orgChart1"/>
    <dgm:cxn modelId="{6461CD76-00A7-4256-B591-D086B126054F}" type="presParOf" srcId="{166BC53B-E627-4B46-8DAF-017C349B35D4}" destId="{8E32338C-EA72-4BD8-A932-E511351DC893}" srcOrd="2" destOrd="0" presId="urn:microsoft.com/office/officeart/2005/8/layout/orgChart1"/>
    <dgm:cxn modelId="{83FA093D-D25B-420D-8305-A1F7DB6E54D8}" type="presParOf" srcId="{EE081EB3-E756-4583-B9CE-339E3D1C067E}" destId="{EAFC689F-B09D-405B-9B8F-67C5A6C705F2}" srcOrd="2" destOrd="0" presId="urn:microsoft.com/office/officeart/2005/8/layout/orgChart1"/>
    <dgm:cxn modelId="{9406D74F-67D7-43B4-997C-73709DE39F35}" type="presParOf" srcId="{EE081EB3-E756-4583-B9CE-339E3D1C067E}" destId="{DE33FB35-7D24-4FD3-905A-836CD237A9BF}" srcOrd="3" destOrd="0" presId="urn:microsoft.com/office/officeart/2005/8/layout/orgChart1"/>
    <dgm:cxn modelId="{DB9FCFF8-3F4C-40C0-86AB-F3D9CA21BAE4}" type="presParOf" srcId="{DE33FB35-7D24-4FD3-905A-836CD237A9BF}" destId="{09EED5AD-3568-409E-B570-3001CB96E304}" srcOrd="0" destOrd="0" presId="urn:microsoft.com/office/officeart/2005/8/layout/orgChart1"/>
    <dgm:cxn modelId="{068A1B95-899C-4960-91D1-29565C87DFBC}" type="presParOf" srcId="{09EED5AD-3568-409E-B570-3001CB96E304}" destId="{AA4B6E13-21FD-413A-822B-D61AC5D85CF4}" srcOrd="0" destOrd="0" presId="urn:microsoft.com/office/officeart/2005/8/layout/orgChart1"/>
    <dgm:cxn modelId="{04E0A9CC-57F5-4F48-A26E-33B1CD1CD6D9}" type="presParOf" srcId="{09EED5AD-3568-409E-B570-3001CB96E304}" destId="{DC5E68A1-B219-4DAC-BE3E-E5938DFE53B6}" srcOrd="1" destOrd="0" presId="urn:microsoft.com/office/officeart/2005/8/layout/orgChart1"/>
    <dgm:cxn modelId="{BC1268F5-5492-427F-99FA-4E0AE433AC71}" type="presParOf" srcId="{DE33FB35-7D24-4FD3-905A-836CD237A9BF}" destId="{0E9528B3-ED5B-4A0D-BB29-2AA0586B3A57}" srcOrd="1" destOrd="0" presId="urn:microsoft.com/office/officeart/2005/8/layout/orgChart1"/>
    <dgm:cxn modelId="{95095AFD-9CD3-4AB9-9055-7602CEA827F3}" type="presParOf" srcId="{DE33FB35-7D24-4FD3-905A-836CD237A9BF}" destId="{CADF14D7-0524-4CF0-8BE0-B0A1F9D3F71A}" srcOrd="2" destOrd="0" presId="urn:microsoft.com/office/officeart/2005/8/layout/orgChart1"/>
    <dgm:cxn modelId="{FF76077D-3233-4AF5-BC32-377873EAF33C}" type="presParOf" srcId="{510E5287-26C8-4992-9C8F-8DBCC32FF710}" destId="{30A37ABB-DEC2-4A0A-B816-120BE171DA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31152C-2526-4C32-82C1-045BF9010C29}" type="doc">
      <dgm:prSet loTypeId="urn:microsoft.com/office/officeart/2005/8/layout/hChevron3" loCatId="process" qsTypeId="urn:microsoft.com/office/officeart/2005/8/quickstyle/simple1" qsCatId="simple" csTypeId="urn:microsoft.com/office/officeart/2005/8/colors/accent6_1" csCatId="accent6" phldr="1"/>
      <dgm:spPr/>
    </dgm:pt>
    <dgm:pt modelId="{018AE0B3-E110-4559-9841-0A3A80342160}">
      <dgm:prSet phldrT="[Text]"/>
      <dgm:spPr>
        <a:solidFill>
          <a:srgbClr val="002060"/>
        </a:solidFill>
        <a:ln>
          <a:solidFill>
            <a:srgbClr val="FEC000"/>
          </a:solidFill>
        </a:ln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Open/create stream</a:t>
          </a:r>
        </a:p>
      </dgm:t>
    </dgm:pt>
    <dgm:pt modelId="{0CEB70C8-E306-43D1-8C94-EB4F896AE27A}" type="parTrans" cxnId="{57D2456C-A2E8-4C31-A48F-0EB18C600106}">
      <dgm:prSet/>
      <dgm:spPr/>
      <dgm:t>
        <a:bodyPr/>
        <a:lstStyle/>
        <a:p>
          <a:endParaRPr lang="en-ZA"/>
        </a:p>
      </dgm:t>
    </dgm:pt>
    <dgm:pt modelId="{857C3AC7-808B-4298-9A01-49BEBF98E2D9}" type="sibTrans" cxnId="{57D2456C-A2E8-4C31-A48F-0EB18C600106}">
      <dgm:prSet/>
      <dgm:spPr/>
      <dgm:t>
        <a:bodyPr/>
        <a:lstStyle/>
        <a:p>
          <a:endParaRPr lang="en-ZA"/>
        </a:p>
      </dgm:t>
    </dgm:pt>
    <dgm:pt modelId="{961809B1-BA5D-4D26-BE3B-A186679B0D17}">
      <dgm:prSet phldrT="[Text]"/>
      <dgm:spPr>
        <a:solidFill>
          <a:srgbClr val="002060"/>
        </a:solidFill>
        <a:ln>
          <a:solidFill>
            <a:srgbClr val="FEC000"/>
          </a:solidFill>
        </a:ln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[optional] Convert stream into more “useful” one</a:t>
          </a:r>
        </a:p>
      </dgm:t>
    </dgm:pt>
    <dgm:pt modelId="{7FC0EFF5-109F-439E-978B-4F145E446004}" type="parTrans" cxnId="{E2D765F6-E689-4207-B0F9-0FCCF77D86B5}">
      <dgm:prSet/>
      <dgm:spPr/>
      <dgm:t>
        <a:bodyPr/>
        <a:lstStyle/>
        <a:p>
          <a:endParaRPr lang="en-ZA"/>
        </a:p>
      </dgm:t>
    </dgm:pt>
    <dgm:pt modelId="{5F90E9C4-C8D5-4FC4-9647-6554642ECB4F}" type="sibTrans" cxnId="{E2D765F6-E689-4207-B0F9-0FCCF77D86B5}">
      <dgm:prSet/>
      <dgm:spPr/>
      <dgm:t>
        <a:bodyPr/>
        <a:lstStyle/>
        <a:p>
          <a:endParaRPr lang="en-ZA"/>
        </a:p>
      </dgm:t>
    </dgm:pt>
    <dgm:pt modelId="{B43738FD-94AD-445E-9FD1-41FDB3C73FDA}">
      <dgm:prSet phldrT="[Text]"/>
      <dgm:spPr>
        <a:solidFill>
          <a:srgbClr val="002060"/>
        </a:solidFill>
        <a:ln>
          <a:solidFill>
            <a:srgbClr val="FEC000"/>
          </a:solidFill>
        </a:ln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Close stream</a:t>
          </a:r>
        </a:p>
      </dgm:t>
    </dgm:pt>
    <dgm:pt modelId="{CAC92B03-EDDE-44A9-9AC0-D2C8462A0A90}" type="parTrans" cxnId="{D169F843-D7C9-4EED-B289-CC3EC9F01D91}">
      <dgm:prSet/>
      <dgm:spPr/>
      <dgm:t>
        <a:bodyPr/>
        <a:lstStyle/>
        <a:p>
          <a:endParaRPr lang="en-ZA"/>
        </a:p>
      </dgm:t>
    </dgm:pt>
    <dgm:pt modelId="{D589F268-8510-4D18-804B-AEE535E8EDD7}" type="sibTrans" cxnId="{D169F843-D7C9-4EED-B289-CC3EC9F01D91}">
      <dgm:prSet/>
      <dgm:spPr/>
      <dgm:t>
        <a:bodyPr/>
        <a:lstStyle/>
        <a:p>
          <a:endParaRPr lang="en-ZA"/>
        </a:p>
      </dgm:t>
    </dgm:pt>
    <dgm:pt modelId="{B9383512-B2EA-4149-B140-227BF39A7869}">
      <dgm:prSet/>
      <dgm:spPr>
        <a:solidFill>
          <a:srgbClr val="002060"/>
        </a:solidFill>
        <a:ln>
          <a:solidFill>
            <a:srgbClr val="FEC000"/>
          </a:solidFill>
        </a:ln>
      </dgm:spPr>
      <dgm:t>
        <a:bodyPr/>
        <a:lstStyle/>
        <a:p>
          <a:r>
            <a:rPr lang="en-ZA" dirty="0">
              <a:solidFill>
                <a:schemeClr val="bg1"/>
              </a:solidFill>
            </a:rPr>
            <a:t>Read/write data</a:t>
          </a:r>
        </a:p>
      </dgm:t>
    </dgm:pt>
    <dgm:pt modelId="{A0C91F80-23A6-4EAB-BB2C-78F8A31FEFD5}" type="parTrans" cxnId="{0119803C-B98D-4EB2-9C7F-DAD1CB85D593}">
      <dgm:prSet/>
      <dgm:spPr/>
      <dgm:t>
        <a:bodyPr/>
        <a:lstStyle/>
        <a:p>
          <a:endParaRPr lang="en-ZA"/>
        </a:p>
      </dgm:t>
    </dgm:pt>
    <dgm:pt modelId="{177A461D-CBE0-4AAD-B0E0-AF05FCABA1BC}" type="sibTrans" cxnId="{0119803C-B98D-4EB2-9C7F-DAD1CB85D593}">
      <dgm:prSet/>
      <dgm:spPr/>
      <dgm:t>
        <a:bodyPr/>
        <a:lstStyle/>
        <a:p>
          <a:endParaRPr lang="en-ZA"/>
        </a:p>
      </dgm:t>
    </dgm:pt>
    <dgm:pt modelId="{239EA004-156B-4531-A85C-DBEC00364CEC}" type="pres">
      <dgm:prSet presAssocID="{0E31152C-2526-4C32-82C1-045BF9010C29}" presName="Name0" presStyleCnt="0">
        <dgm:presLayoutVars>
          <dgm:dir/>
          <dgm:resizeHandles val="exact"/>
        </dgm:presLayoutVars>
      </dgm:prSet>
      <dgm:spPr/>
    </dgm:pt>
    <dgm:pt modelId="{4467353B-AC71-4536-98D4-10A322BCC677}" type="pres">
      <dgm:prSet presAssocID="{018AE0B3-E110-4559-9841-0A3A80342160}" presName="parTxOnly" presStyleLbl="node1" presStyleIdx="0" presStyleCnt="4">
        <dgm:presLayoutVars>
          <dgm:bulletEnabled val="1"/>
        </dgm:presLayoutVars>
      </dgm:prSet>
      <dgm:spPr/>
    </dgm:pt>
    <dgm:pt modelId="{FBEB0F5F-75AE-4F7E-B3E0-70F5A58B9A20}" type="pres">
      <dgm:prSet presAssocID="{857C3AC7-808B-4298-9A01-49BEBF98E2D9}" presName="parSpace" presStyleCnt="0"/>
      <dgm:spPr/>
    </dgm:pt>
    <dgm:pt modelId="{7AB201EC-C1DA-4348-9862-59CB962F2E59}" type="pres">
      <dgm:prSet presAssocID="{961809B1-BA5D-4D26-BE3B-A186679B0D17}" presName="parTxOnly" presStyleLbl="node1" presStyleIdx="1" presStyleCnt="4">
        <dgm:presLayoutVars>
          <dgm:bulletEnabled val="1"/>
        </dgm:presLayoutVars>
      </dgm:prSet>
      <dgm:spPr/>
    </dgm:pt>
    <dgm:pt modelId="{BAFADC54-E233-4629-AB35-65249CDA3271}" type="pres">
      <dgm:prSet presAssocID="{5F90E9C4-C8D5-4FC4-9647-6554642ECB4F}" presName="parSpace" presStyleCnt="0"/>
      <dgm:spPr/>
    </dgm:pt>
    <dgm:pt modelId="{B62843C4-3C6C-4720-91EE-36E403820097}" type="pres">
      <dgm:prSet presAssocID="{B9383512-B2EA-4149-B140-227BF39A7869}" presName="parTxOnly" presStyleLbl="node1" presStyleIdx="2" presStyleCnt="4">
        <dgm:presLayoutVars>
          <dgm:bulletEnabled val="1"/>
        </dgm:presLayoutVars>
      </dgm:prSet>
      <dgm:spPr/>
    </dgm:pt>
    <dgm:pt modelId="{5AAB9ECF-EE74-4CC0-8F3F-78994F5DABF9}" type="pres">
      <dgm:prSet presAssocID="{177A461D-CBE0-4AAD-B0E0-AF05FCABA1BC}" presName="parSpace" presStyleCnt="0"/>
      <dgm:spPr/>
    </dgm:pt>
    <dgm:pt modelId="{43100B02-5B0A-44D1-AA1F-D557E3CF9182}" type="pres">
      <dgm:prSet presAssocID="{B43738FD-94AD-445E-9FD1-41FDB3C73FDA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0119803C-B98D-4EB2-9C7F-DAD1CB85D593}" srcId="{0E31152C-2526-4C32-82C1-045BF9010C29}" destId="{B9383512-B2EA-4149-B140-227BF39A7869}" srcOrd="2" destOrd="0" parTransId="{A0C91F80-23A6-4EAB-BB2C-78F8A31FEFD5}" sibTransId="{177A461D-CBE0-4AAD-B0E0-AF05FCABA1BC}"/>
    <dgm:cxn modelId="{D169F843-D7C9-4EED-B289-CC3EC9F01D91}" srcId="{0E31152C-2526-4C32-82C1-045BF9010C29}" destId="{B43738FD-94AD-445E-9FD1-41FDB3C73FDA}" srcOrd="3" destOrd="0" parTransId="{CAC92B03-EDDE-44A9-9AC0-D2C8462A0A90}" sibTransId="{D589F268-8510-4D18-804B-AEE535E8EDD7}"/>
    <dgm:cxn modelId="{57D2456C-A2E8-4C31-A48F-0EB18C600106}" srcId="{0E31152C-2526-4C32-82C1-045BF9010C29}" destId="{018AE0B3-E110-4559-9841-0A3A80342160}" srcOrd="0" destOrd="0" parTransId="{0CEB70C8-E306-43D1-8C94-EB4F896AE27A}" sibTransId="{857C3AC7-808B-4298-9A01-49BEBF98E2D9}"/>
    <dgm:cxn modelId="{D69CBD53-D47E-4E41-AF8C-86F6F3CE449E}" type="presOf" srcId="{018AE0B3-E110-4559-9841-0A3A80342160}" destId="{4467353B-AC71-4536-98D4-10A322BCC677}" srcOrd="0" destOrd="0" presId="urn:microsoft.com/office/officeart/2005/8/layout/hChevron3"/>
    <dgm:cxn modelId="{84F5947A-D575-4E05-8E0F-8A04C2A79363}" type="presOf" srcId="{961809B1-BA5D-4D26-BE3B-A186679B0D17}" destId="{7AB201EC-C1DA-4348-9862-59CB962F2E59}" srcOrd="0" destOrd="0" presId="urn:microsoft.com/office/officeart/2005/8/layout/hChevron3"/>
    <dgm:cxn modelId="{34E39991-C1B7-4DBF-8AED-5F4DB2BB0784}" type="presOf" srcId="{B9383512-B2EA-4149-B140-227BF39A7869}" destId="{B62843C4-3C6C-4720-91EE-36E403820097}" srcOrd="0" destOrd="0" presId="urn:microsoft.com/office/officeart/2005/8/layout/hChevron3"/>
    <dgm:cxn modelId="{215BB7BA-DA61-4691-A84D-8AD82712F8C3}" type="presOf" srcId="{0E31152C-2526-4C32-82C1-045BF9010C29}" destId="{239EA004-156B-4531-A85C-DBEC00364CEC}" srcOrd="0" destOrd="0" presId="urn:microsoft.com/office/officeart/2005/8/layout/hChevron3"/>
    <dgm:cxn modelId="{E2D765F6-E689-4207-B0F9-0FCCF77D86B5}" srcId="{0E31152C-2526-4C32-82C1-045BF9010C29}" destId="{961809B1-BA5D-4D26-BE3B-A186679B0D17}" srcOrd="1" destOrd="0" parTransId="{7FC0EFF5-109F-439E-978B-4F145E446004}" sibTransId="{5F90E9C4-C8D5-4FC4-9647-6554642ECB4F}"/>
    <dgm:cxn modelId="{88269AF7-9454-4620-8885-45FB34ACCBC9}" type="presOf" srcId="{B43738FD-94AD-445E-9FD1-41FDB3C73FDA}" destId="{43100B02-5B0A-44D1-AA1F-D557E3CF9182}" srcOrd="0" destOrd="0" presId="urn:microsoft.com/office/officeart/2005/8/layout/hChevron3"/>
    <dgm:cxn modelId="{CDD79B57-2842-4B65-BE51-6ACDC6FBB918}" type="presParOf" srcId="{239EA004-156B-4531-A85C-DBEC00364CEC}" destId="{4467353B-AC71-4536-98D4-10A322BCC677}" srcOrd="0" destOrd="0" presId="urn:microsoft.com/office/officeart/2005/8/layout/hChevron3"/>
    <dgm:cxn modelId="{21D2C15F-029E-4592-8FC4-0B958CCC1D9A}" type="presParOf" srcId="{239EA004-156B-4531-A85C-DBEC00364CEC}" destId="{FBEB0F5F-75AE-4F7E-B3E0-70F5A58B9A20}" srcOrd="1" destOrd="0" presId="urn:microsoft.com/office/officeart/2005/8/layout/hChevron3"/>
    <dgm:cxn modelId="{441BC488-EED0-46B1-AB57-FC9B52296A8E}" type="presParOf" srcId="{239EA004-156B-4531-A85C-DBEC00364CEC}" destId="{7AB201EC-C1DA-4348-9862-59CB962F2E59}" srcOrd="2" destOrd="0" presId="urn:microsoft.com/office/officeart/2005/8/layout/hChevron3"/>
    <dgm:cxn modelId="{C911EB45-B85E-4870-9B58-13E1970BB3EC}" type="presParOf" srcId="{239EA004-156B-4531-A85C-DBEC00364CEC}" destId="{BAFADC54-E233-4629-AB35-65249CDA3271}" srcOrd="3" destOrd="0" presId="urn:microsoft.com/office/officeart/2005/8/layout/hChevron3"/>
    <dgm:cxn modelId="{5D9B0691-9D17-4E16-B867-B145307F0AFC}" type="presParOf" srcId="{239EA004-156B-4531-A85C-DBEC00364CEC}" destId="{B62843C4-3C6C-4720-91EE-36E403820097}" srcOrd="4" destOrd="0" presId="urn:microsoft.com/office/officeart/2005/8/layout/hChevron3"/>
    <dgm:cxn modelId="{8EAFF016-B197-48CA-981B-BCD6E86DCB1B}" type="presParOf" srcId="{239EA004-156B-4531-A85C-DBEC00364CEC}" destId="{5AAB9ECF-EE74-4CC0-8F3F-78994F5DABF9}" srcOrd="5" destOrd="0" presId="urn:microsoft.com/office/officeart/2005/8/layout/hChevron3"/>
    <dgm:cxn modelId="{F21619D5-469B-4A5D-B9B2-A35691410C98}" type="presParOf" srcId="{239EA004-156B-4531-A85C-DBEC00364CEC}" destId="{43100B02-5B0A-44D1-AA1F-D557E3CF9182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91E4CDE-FA9F-4F8B-9056-535E8922050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2ED1690C-86AD-49F3-9538-D6C2B8A0C404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Introduction</a:t>
          </a:r>
        </a:p>
      </dgm:t>
    </dgm:pt>
    <dgm:pt modelId="{D0409BE9-5284-493C-83A6-9D44E207E085}" type="parTrans" cxnId="{42DF5689-5BE4-4C74-B508-676739928364}">
      <dgm:prSet/>
      <dgm:spPr/>
      <dgm:t>
        <a:bodyPr/>
        <a:lstStyle/>
        <a:p>
          <a:endParaRPr lang="en-ZA"/>
        </a:p>
      </dgm:t>
    </dgm:pt>
    <dgm:pt modelId="{98A44B05-3F0A-412C-8074-A7639B0FE630}" type="sibTrans" cxnId="{42DF5689-5BE4-4C74-B508-676739928364}">
      <dgm:prSet/>
      <dgm:spPr>
        <a:ln w="38100"/>
      </dgm:spPr>
      <dgm:t>
        <a:bodyPr/>
        <a:lstStyle/>
        <a:p>
          <a:endParaRPr lang="en-ZA"/>
        </a:p>
      </dgm:t>
    </dgm:pt>
    <dgm:pt modelId="{73A99919-AD61-4670-9B05-0210C47991AF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ZA" dirty="0"/>
            <a:t>Throwing custom exceptions</a:t>
          </a:r>
        </a:p>
      </dgm:t>
    </dgm:pt>
    <dgm:pt modelId="{E69543CA-5898-41D7-9788-098ACD5FE61A}" type="parTrans" cxnId="{2A2C4BB5-25ED-4B2F-B99D-9E1F652D0586}">
      <dgm:prSet/>
      <dgm:spPr/>
      <dgm:t>
        <a:bodyPr/>
        <a:lstStyle/>
        <a:p>
          <a:endParaRPr lang="en-ZA"/>
        </a:p>
      </dgm:t>
    </dgm:pt>
    <dgm:pt modelId="{1FD8B6A4-956B-4945-A99B-D84C1C8AAE69}" type="sibTrans" cxnId="{2A2C4BB5-25ED-4B2F-B99D-9E1F652D0586}">
      <dgm:prSet/>
      <dgm:spPr>
        <a:ln w="38100"/>
      </dgm:spPr>
      <dgm:t>
        <a:bodyPr/>
        <a:lstStyle/>
        <a:p>
          <a:endParaRPr lang="en-ZA"/>
        </a:p>
      </dgm:t>
    </dgm:pt>
    <dgm:pt modelId="{EE9858C2-B6F8-493C-92E8-E5A3071DAAD0}">
      <dgm:prSet phldrT="[Text]"/>
      <dgm:spPr>
        <a:solidFill>
          <a:srgbClr val="FEC000"/>
        </a:solidFill>
      </dgm:spPr>
      <dgm:t>
        <a:bodyPr/>
        <a:lstStyle/>
        <a:p>
          <a:r>
            <a:rPr lang="en-US" dirty="0"/>
            <a:t>Error handling in Java</a:t>
          </a:r>
          <a:endParaRPr lang="en-ZA" dirty="0"/>
        </a:p>
      </dgm:t>
    </dgm:pt>
    <dgm:pt modelId="{2073C8E3-6578-4200-9DC5-D932E52CE430}" type="parTrans" cxnId="{742A21BA-BB85-4622-ADCF-FBB07D3177CD}">
      <dgm:prSet/>
      <dgm:spPr/>
      <dgm:t>
        <a:bodyPr/>
        <a:lstStyle/>
        <a:p>
          <a:endParaRPr lang="en-ZA"/>
        </a:p>
      </dgm:t>
    </dgm:pt>
    <dgm:pt modelId="{9F606F67-BB12-4C32-87FD-D17F9B7E51C2}" type="sibTrans" cxnId="{742A21BA-BB85-4622-ADCF-FBB07D3177CD}">
      <dgm:prSet/>
      <dgm:spPr>
        <a:ln w="38100"/>
      </dgm:spPr>
      <dgm:t>
        <a:bodyPr/>
        <a:lstStyle/>
        <a:p>
          <a:endParaRPr lang="en-ZA"/>
        </a:p>
      </dgm:t>
    </dgm:pt>
    <dgm:pt modelId="{BE3333E3-9C0A-49DC-88B9-5E5A093241BF}" type="pres">
      <dgm:prSet presAssocID="{891E4CDE-FA9F-4F8B-9056-535E8922050D}" presName="cycle" presStyleCnt="0">
        <dgm:presLayoutVars>
          <dgm:dir/>
          <dgm:resizeHandles val="exact"/>
        </dgm:presLayoutVars>
      </dgm:prSet>
      <dgm:spPr/>
    </dgm:pt>
    <dgm:pt modelId="{D035851A-8A4E-475E-9188-5B31C1B70B79}" type="pres">
      <dgm:prSet presAssocID="{2ED1690C-86AD-49F3-9538-D6C2B8A0C404}" presName="node" presStyleLbl="node1" presStyleIdx="0" presStyleCnt="3">
        <dgm:presLayoutVars>
          <dgm:bulletEnabled val="1"/>
        </dgm:presLayoutVars>
      </dgm:prSet>
      <dgm:spPr/>
    </dgm:pt>
    <dgm:pt modelId="{F6FFA7ED-5112-4FAE-9B1A-4D0868155091}" type="pres">
      <dgm:prSet presAssocID="{2ED1690C-86AD-49F3-9538-D6C2B8A0C404}" presName="spNode" presStyleCnt="0"/>
      <dgm:spPr/>
    </dgm:pt>
    <dgm:pt modelId="{DB9AC7CA-B93B-4333-BF04-C1BD9A039100}" type="pres">
      <dgm:prSet presAssocID="{98A44B05-3F0A-412C-8074-A7639B0FE630}" presName="sibTrans" presStyleLbl="sibTrans1D1" presStyleIdx="0" presStyleCnt="3"/>
      <dgm:spPr/>
    </dgm:pt>
    <dgm:pt modelId="{3F3A6CD5-F362-440E-B19C-B89B5623E073}" type="pres">
      <dgm:prSet presAssocID="{73A99919-AD61-4670-9B05-0210C47991AF}" presName="node" presStyleLbl="node1" presStyleIdx="1" presStyleCnt="3">
        <dgm:presLayoutVars>
          <dgm:bulletEnabled val="1"/>
        </dgm:presLayoutVars>
      </dgm:prSet>
      <dgm:spPr/>
    </dgm:pt>
    <dgm:pt modelId="{1DCCC1E4-BE5E-4A79-B070-26E1DA4E7CBB}" type="pres">
      <dgm:prSet presAssocID="{73A99919-AD61-4670-9B05-0210C47991AF}" presName="spNode" presStyleCnt="0"/>
      <dgm:spPr/>
    </dgm:pt>
    <dgm:pt modelId="{C837092B-EBC7-4778-B5DD-CAC5E49940DF}" type="pres">
      <dgm:prSet presAssocID="{1FD8B6A4-956B-4945-A99B-D84C1C8AAE69}" presName="sibTrans" presStyleLbl="sibTrans1D1" presStyleIdx="1" presStyleCnt="3"/>
      <dgm:spPr/>
    </dgm:pt>
    <dgm:pt modelId="{94DCAA6F-F5B1-4468-96D7-D867BFC6EBCD}" type="pres">
      <dgm:prSet presAssocID="{EE9858C2-B6F8-493C-92E8-E5A3071DAAD0}" presName="node" presStyleLbl="node1" presStyleIdx="2" presStyleCnt="3">
        <dgm:presLayoutVars>
          <dgm:bulletEnabled val="1"/>
        </dgm:presLayoutVars>
      </dgm:prSet>
      <dgm:spPr/>
    </dgm:pt>
    <dgm:pt modelId="{8D97A059-F0D4-4BEC-8199-DB32DAE9AC57}" type="pres">
      <dgm:prSet presAssocID="{EE9858C2-B6F8-493C-92E8-E5A3071DAAD0}" presName="spNode" presStyleCnt="0"/>
      <dgm:spPr/>
    </dgm:pt>
    <dgm:pt modelId="{75B56427-5788-464F-9BED-37B12FC30975}" type="pres">
      <dgm:prSet presAssocID="{9F606F67-BB12-4C32-87FD-D17F9B7E51C2}" presName="sibTrans" presStyleLbl="sibTrans1D1" presStyleIdx="2" presStyleCnt="3"/>
      <dgm:spPr/>
    </dgm:pt>
  </dgm:ptLst>
  <dgm:cxnLst>
    <dgm:cxn modelId="{9353D427-5CAB-44B7-AA89-C8855E464363}" type="presOf" srcId="{2ED1690C-86AD-49F3-9538-D6C2B8A0C404}" destId="{D035851A-8A4E-475E-9188-5B31C1B70B79}" srcOrd="0" destOrd="0" presId="urn:microsoft.com/office/officeart/2005/8/layout/cycle6"/>
    <dgm:cxn modelId="{C0A78265-A62B-4363-A964-18FF4446E825}" type="presOf" srcId="{9F606F67-BB12-4C32-87FD-D17F9B7E51C2}" destId="{75B56427-5788-464F-9BED-37B12FC30975}" srcOrd="0" destOrd="0" presId="urn:microsoft.com/office/officeart/2005/8/layout/cycle6"/>
    <dgm:cxn modelId="{42DF5689-5BE4-4C74-B508-676739928364}" srcId="{891E4CDE-FA9F-4F8B-9056-535E8922050D}" destId="{2ED1690C-86AD-49F3-9538-D6C2B8A0C404}" srcOrd="0" destOrd="0" parTransId="{D0409BE9-5284-493C-83A6-9D44E207E085}" sibTransId="{98A44B05-3F0A-412C-8074-A7639B0FE630}"/>
    <dgm:cxn modelId="{F81B4AAA-6832-4E19-AE27-49E97728DB71}" type="presOf" srcId="{98A44B05-3F0A-412C-8074-A7639B0FE630}" destId="{DB9AC7CA-B93B-4333-BF04-C1BD9A039100}" srcOrd="0" destOrd="0" presId="urn:microsoft.com/office/officeart/2005/8/layout/cycle6"/>
    <dgm:cxn modelId="{5EFA8CAB-4436-4D81-A705-BEA05BE58D38}" type="presOf" srcId="{73A99919-AD61-4670-9B05-0210C47991AF}" destId="{3F3A6CD5-F362-440E-B19C-B89B5623E073}" srcOrd="0" destOrd="0" presId="urn:microsoft.com/office/officeart/2005/8/layout/cycle6"/>
    <dgm:cxn modelId="{2A2C4BB5-25ED-4B2F-B99D-9E1F652D0586}" srcId="{891E4CDE-FA9F-4F8B-9056-535E8922050D}" destId="{73A99919-AD61-4670-9B05-0210C47991AF}" srcOrd="1" destOrd="0" parTransId="{E69543CA-5898-41D7-9788-098ACD5FE61A}" sibTransId="{1FD8B6A4-956B-4945-A99B-D84C1C8AAE69}"/>
    <dgm:cxn modelId="{742A21BA-BB85-4622-ADCF-FBB07D3177CD}" srcId="{891E4CDE-FA9F-4F8B-9056-535E8922050D}" destId="{EE9858C2-B6F8-493C-92E8-E5A3071DAAD0}" srcOrd="2" destOrd="0" parTransId="{2073C8E3-6578-4200-9DC5-D932E52CE430}" sibTransId="{9F606F67-BB12-4C32-87FD-D17F9B7E51C2}"/>
    <dgm:cxn modelId="{8441E5BE-B168-4977-8D9F-E1BD01B9AF6E}" type="presOf" srcId="{891E4CDE-FA9F-4F8B-9056-535E8922050D}" destId="{BE3333E3-9C0A-49DC-88B9-5E5A093241BF}" srcOrd="0" destOrd="0" presId="urn:microsoft.com/office/officeart/2005/8/layout/cycle6"/>
    <dgm:cxn modelId="{9C995DC3-6797-4512-B95F-76620F0E5759}" type="presOf" srcId="{EE9858C2-B6F8-493C-92E8-E5A3071DAAD0}" destId="{94DCAA6F-F5B1-4468-96D7-D867BFC6EBCD}" srcOrd="0" destOrd="0" presId="urn:microsoft.com/office/officeart/2005/8/layout/cycle6"/>
    <dgm:cxn modelId="{ACA250F0-F814-48D2-8300-B4E5077A7C28}" type="presOf" srcId="{1FD8B6A4-956B-4945-A99B-D84C1C8AAE69}" destId="{C837092B-EBC7-4778-B5DD-CAC5E49940DF}" srcOrd="0" destOrd="0" presId="urn:microsoft.com/office/officeart/2005/8/layout/cycle6"/>
    <dgm:cxn modelId="{B6298D00-6CCA-4794-8C38-DF30E69F0F57}" type="presParOf" srcId="{BE3333E3-9C0A-49DC-88B9-5E5A093241BF}" destId="{D035851A-8A4E-475E-9188-5B31C1B70B79}" srcOrd="0" destOrd="0" presId="urn:microsoft.com/office/officeart/2005/8/layout/cycle6"/>
    <dgm:cxn modelId="{2E8D2758-B364-45E7-AA83-E20E0CC13EF0}" type="presParOf" srcId="{BE3333E3-9C0A-49DC-88B9-5E5A093241BF}" destId="{F6FFA7ED-5112-4FAE-9B1A-4D0868155091}" srcOrd="1" destOrd="0" presId="urn:microsoft.com/office/officeart/2005/8/layout/cycle6"/>
    <dgm:cxn modelId="{57ADB1BF-CCD0-4B84-AF76-A018612B27FE}" type="presParOf" srcId="{BE3333E3-9C0A-49DC-88B9-5E5A093241BF}" destId="{DB9AC7CA-B93B-4333-BF04-C1BD9A039100}" srcOrd="2" destOrd="0" presId="urn:microsoft.com/office/officeart/2005/8/layout/cycle6"/>
    <dgm:cxn modelId="{69B2F41C-06B7-42FE-B864-AA0916B262F9}" type="presParOf" srcId="{BE3333E3-9C0A-49DC-88B9-5E5A093241BF}" destId="{3F3A6CD5-F362-440E-B19C-B89B5623E073}" srcOrd="3" destOrd="0" presId="urn:microsoft.com/office/officeart/2005/8/layout/cycle6"/>
    <dgm:cxn modelId="{2A4AFEA5-9CB1-487C-8023-31F896BED142}" type="presParOf" srcId="{BE3333E3-9C0A-49DC-88B9-5E5A093241BF}" destId="{1DCCC1E4-BE5E-4A79-B070-26E1DA4E7CBB}" srcOrd="4" destOrd="0" presId="urn:microsoft.com/office/officeart/2005/8/layout/cycle6"/>
    <dgm:cxn modelId="{2D4253AC-D5D3-4659-B927-1F23698FD8C4}" type="presParOf" srcId="{BE3333E3-9C0A-49DC-88B9-5E5A093241BF}" destId="{C837092B-EBC7-4778-B5DD-CAC5E49940DF}" srcOrd="5" destOrd="0" presId="urn:microsoft.com/office/officeart/2005/8/layout/cycle6"/>
    <dgm:cxn modelId="{87E4236B-238C-4BE7-8B95-11EEBE29D59D}" type="presParOf" srcId="{BE3333E3-9C0A-49DC-88B9-5E5A093241BF}" destId="{94DCAA6F-F5B1-4468-96D7-D867BFC6EBCD}" srcOrd="6" destOrd="0" presId="urn:microsoft.com/office/officeart/2005/8/layout/cycle6"/>
    <dgm:cxn modelId="{3C29C903-301D-47B4-A377-4EA56DEDA1A9}" type="presParOf" srcId="{BE3333E3-9C0A-49DC-88B9-5E5A093241BF}" destId="{8D97A059-F0D4-4BEC-8199-DB32DAE9AC57}" srcOrd="7" destOrd="0" presId="urn:microsoft.com/office/officeart/2005/8/layout/cycle6"/>
    <dgm:cxn modelId="{ADF8B1EF-3F6E-4BF6-9F47-032C399589F8}" type="presParOf" srcId="{BE3333E3-9C0A-49DC-88B9-5E5A093241BF}" destId="{75B56427-5788-464F-9BED-37B12FC30975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0B899B3-3102-4676-92F5-A37EC30CCA4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01BE8DA6-68BF-4F2E-BD1A-6CA745E6869C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Throwable</a:t>
          </a:r>
        </a:p>
      </dgm:t>
    </dgm:pt>
    <dgm:pt modelId="{41A0AAC3-C4CB-4F02-A9E8-150CD95CA6F2}" type="parTrans" cxnId="{9FE1915D-6586-4251-A7EE-37622A27639D}">
      <dgm:prSet/>
      <dgm:spPr/>
      <dgm:t>
        <a:bodyPr/>
        <a:lstStyle/>
        <a:p>
          <a:endParaRPr lang="en-ZA"/>
        </a:p>
      </dgm:t>
    </dgm:pt>
    <dgm:pt modelId="{5D444C6F-A832-4F00-A80F-06875F1E7DF6}" type="sibTrans" cxnId="{9FE1915D-6586-4251-A7EE-37622A27639D}">
      <dgm:prSet/>
      <dgm:spPr/>
      <dgm:t>
        <a:bodyPr/>
        <a:lstStyle/>
        <a:p>
          <a:endParaRPr lang="en-ZA"/>
        </a:p>
      </dgm:t>
    </dgm:pt>
    <dgm:pt modelId="{902FF6AA-A84B-44DC-95FD-7D3227990315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Exception</a:t>
          </a:r>
        </a:p>
      </dgm:t>
    </dgm:pt>
    <dgm:pt modelId="{C137FD73-E9B5-4318-963D-853B68D8834B}" type="parTrans" cxnId="{C6A77CD0-EA40-4474-846E-29BA9C337239}">
      <dgm:prSet/>
      <dgm:spPr/>
      <dgm:t>
        <a:bodyPr/>
        <a:lstStyle/>
        <a:p>
          <a:endParaRPr lang="en-ZA"/>
        </a:p>
      </dgm:t>
    </dgm:pt>
    <dgm:pt modelId="{4D0CD4F2-9E5D-4AA5-990B-8E321754F4E4}" type="sibTrans" cxnId="{C6A77CD0-EA40-4474-846E-29BA9C337239}">
      <dgm:prSet/>
      <dgm:spPr/>
      <dgm:t>
        <a:bodyPr/>
        <a:lstStyle/>
        <a:p>
          <a:endParaRPr lang="en-ZA"/>
        </a:p>
      </dgm:t>
    </dgm:pt>
    <dgm:pt modelId="{358E809B-8FCE-4FE6-AD41-A050E31CCCC9}">
      <dgm:prSet phldrT="[Text]"/>
      <dgm:spPr>
        <a:solidFill>
          <a:srgbClr val="002060"/>
        </a:solidFill>
      </dgm:spPr>
      <dgm:t>
        <a:bodyPr/>
        <a:lstStyle/>
        <a:p>
          <a:r>
            <a:rPr lang="en-ZA" dirty="0"/>
            <a:t>Error</a:t>
          </a:r>
        </a:p>
      </dgm:t>
    </dgm:pt>
    <dgm:pt modelId="{8A248B55-C34D-4862-9803-859B6B26BABA}" type="sibTrans" cxnId="{9FF115E5-218B-432F-B33A-3D5B5F720CFB}">
      <dgm:prSet/>
      <dgm:spPr/>
      <dgm:t>
        <a:bodyPr/>
        <a:lstStyle/>
        <a:p>
          <a:endParaRPr lang="en-ZA"/>
        </a:p>
      </dgm:t>
    </dgm:pt>
    <dgm:pt modelId="{A8A19FCA-BD1D-4D03-90E5-6628409BF761}" type="parTrans" cxnId="{9FF115E5-218B-432F-B33A-3D5B5F720CFB}">
      <dgm:prSet/>
      <dgm:spPr/>
      <dgm:t>
        <a:bodyPr/>
        <a:lstStyle/>
        <a:p>
          <a:endParaRPr lang="en-ZA"/>
        </a:p>
      </dgm:t>
    </dgm:pt>
    <dgm:pt modelId="{92058407-2B63-4DCE-9B2E-6C72AC53D769}">
      <dgm:prSet/>
      <dgm:spPr>
        <a:solidFill>
          <a:srgbClr val="002060"/>
        </a:solidFill>
      </dgm:spPr>
      <dgm:t>
        <a:bodyPr/>
        <a:lstStyle/>
        <a:p>
          <a:r>
            <a:rPr lang="en-ZA" dirty="0" err="1"/>
            <a:t>RuntimeException</a:t>
          </a:r>
          <a:endParaRPr lang="en-ZA" dirty="0"/>
        </a:p>
      </dgm:t>
    </dgm:pt>
    <dgm:pt modelId="{1B7DCB03-F3E3-4343-A40A-C77E40901465}" type="parTrans" cxnId="{E063921B-6308-485C-AA45-D46E1DE1EEE3}">
      <dgm:prSet/>
      <dgm:spPr/>
      <dgm:t>
        <a:bodyPr/>
        <a:lstStyle/>
        <a:p>
          <a:endParaRPr lang="en-ZA"/>
        </a:p>
      </dgm:t>
    </dgm:pt>
    <dgm:pt modelId="{CD8780BA-3781-4337-94F6-7C505AD4D67F}" type="sibTrans" cxnId="{E063921B-6308-485C-AA45-D46E1DE1EEE3}">
      <dgm:prSet/>
      <dgm:spPr/>
      <dgm:t>
        <a:bodyPr/>
        <a:lstStyle/>
        <a:p>
          <a:endParaRPr lang="en-ZA"/>
        </a:p>
      </dgm:t>
    </dgm:pt>
    <dgm:pt modelId="{B2823982-C994-46DE-964D-C3E7E99A39C6}" type="pres">
      <dgm:prSet presAssocID="{C0B899B3-3102-4676-92F5-A37EC30CCA4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58A8D5-EC72-4791-88B1-A470BBDC5F77}" type="pres">
      <dgm:prSet presAssocID="{01BE8DA6-68BF-4F2E-BD1A-6CA745E6869C}" presName="hierRoot1" presStyleCnt="0">
        <dgm:presLayoutVars>
          <dgm:hierBranch val="init"/>
        </dgm:presLayoutVars>
      </dgm:prSet>
      <dgm:spPr/>
    </dgm:pt>
    <dgm:pt modelId="{CF941853-8452-403F-9993-7922F431B606}" type="pres">
      <dgm:prSet presAssocID="{01BE8DA6-68BF-4F2E-BD1A-6CA745E6869C}" presName="rootComposite1" presStyleCnt="0"/>
      <dgm:spPr/>
    </dgm:pt>
    <dgm:pt modelId="{FAB502A2-C01A-4AA9-9E4E-2FD65B1E314F}" type="pres">
      <dgm:prSet presAssocID="{01BE8DA6-68BF-4F2E-BD1A-6CA745E6869C}" presName="rootText1" presStyleLbl="node0" presStyleIdx="0" presStyleCnt="1">
        <dgm:presLayoutVars>
          <dgm:chPref val="3"/>
        </dgm:presLayoutVars>
      </dgm:prSet>
      <dgm:spPr/>
    </dgm:pt>
    <dgm:pt modelId="{BE469FC6-D839-4722-9DAE-990D3F4014AB}" type="pres">
      <dgm:prSet presAssocID="{01BE8DA6-68BF-4F2E-BD1A-6CA745E6869C}" presName="rootConnector1" presStyleLbl="node1" presStyleIdx="0" presStyleCnt="0"/>
      <dgm:spPr/>
    </dgm:pt>
    <dgm:pt modelId="{0C33CF4C-571B-4F2A-A287-9777B9F6C887}" type="pres">
      <dgm:prSet presAssocID="{01BE8DA6-68BF-4F2E-BD1A-6CA745E6869C}" presName="hierChild2" presStyleCnt="0"/>
      <dgm:spPr/>
    </dgm:pt>
    <dgm:pt modelId="{4FB09FD9-906B-4BD0-BD7F-35FC9FEC8317}" type="pres">
      <dgm:prSet presAssocID="{A8A19FCA-BD1D-4D03-90E5-6628409BF761}" presName="Name37" presStyleLbl="parChTrans1D2" presStyleIdx="0" presStyleCnt="2"/>
      <dgm:spPr/>
    </dgm:pt>
    <dgm:pt modelId="{8526D661-FFCE-4A54-8BC4-8685FD028DA9}" type="pres">
      <dgm:prSet presAssocID="{358E809B-8FCE-4FE6-AD41-A050E31CCCC9}" presName="hierRoot2" presStyleCnt="0">
        <dgm:presLayoutVars>
          <dgm:hierBranch val="init"/>
        </dgm:presLayoutVars>
      </dgm:prSet>
      <dgm:spPr/>
    </dgm:pt>
    <dgm:pt modelId="{C70A13A1-2C32-4735-94B7-70225E4C84A4}" type="pres">
      <dgm:prSet presAssocID="{358E809B-8FCE-4FE6-AD41-A050E31CCCC9}" presName="rootComposite" presStyleCnt="0"/>
      <dgm:spPr/>
    </dgm:pt>
    <dgm:pt modelId="{0725AE38-2662-44FD-9B0B-9A8A44C3F82F}" type="pres">
      <dgm:prSet presAssocID="{358E809B-8FCE-4FE6-AD41-A050E31CCCC9}" presName="rootText" presStyleLbl="node2" presStyleIdx="0" presStyleCnt="2">
        <dgm:presLayoutVars>
          <dgm:chPref val="3"/>
        </dgm:presLayoutVars>
      </dgm:prSet>
      <dgm:spPr/>
    </dgm:pt>
    <dgm:pt modelId="{7546509B-B67B-40C5-8789-3F8A28234322}" type="pres">
      <dgm:prSet presAssocID="{358E809B-8FCE-4FE6-AD41-A050E31CCCC9}" presName="rootConnector" presStyleLbl="node2" presStyleIdx="0" presStyleCnt="2"/>
      <dgm:spPr/>
    </dgm:pt>
    <dgm:pt modelId="{4556DDDF-81D3-4A02-A814-9C00645A21BE}" type="pres">
      <dgm:prSet presAssocID="{358E809B-8FCE-4FE6-AD41-A050E31CCCC9}" presName="hierChild4" presStyleCnt="0"/>
      <dgm:spPr/>
    </dgm:pt>
    <dgm:pt modelId="{0E11EFCA-7EA0-47AA-95C9-376FCC32E8A7}" type="pres">
      <dgm:prSet presAssocID="{358E809B-8FCE-4FE6-AD41-A050E31CCCC9}" presName="hierChild5" presStyleCnt="0"/>
      <dgm:spPr/>
    </dgm:pt>
    <dgm:pt modelId="{3BA2CB66-C325-46F1-AEF2-B597A2FE5BBB}" type="pres">
      <dgm:prSet presAssocID="{C137FD73-E9B5-4318-963D-853B68D8834B}" presName="Name37" presStyleLbl="parChTrans1D2" presStyleIdx="1" presStyleCnt="2"/>
      <dgm:spPr/>
    </dgm:pt>
    <dgm:pt modelId="{9E327D9B-E4CE-4B2F-BA30-62B39DD4E1DB}" type="pres">
      <dgm:prSet presAssocID="{902FF6AA-A84B-44DC-95FD-7D3227990315}" presName="hierRoot2" presStyleCnt="0">
        <dgm:presLayoutVars>
          <dgm:hierBranch val="init"/>
        </dgm:presLayoutVars>
      </dgm:prSet>
      <dgm:spPr/>
    </dgm:pt>
    <dgm:pt modelId="{4E942043-6F03-4EF8-A4C6-34EF15BA018E}" type="pres">
      <dgm:prSet presAssocID="{902FF6AA-A84B-44DC-95FD-7D3227990315}" presName="rootComposite" presStyleCnt="0"/>
      <dgm:spPr/>
    </dgm:pt>
    <dgm:pt modelId="{3E866ECA-B449-4B5C-9267-646F1C1ABBDD}" type="pres">
      <dgm:prSet presAssocID="{902FF6AA-A84B-44DC-95FD-7D3227990315}" presName="rootText" presStyleLbl="node2" presStyleIdx="1" presStyleCnt="2">
        <dgm:presLayoutVars>
          <dgm:chPref val="3"/>
        </dgm:presLayoutVars>
      </dgm:prSet>
      <dgm:spPr/>
    </dgm:pt>
    <dgm:pt modelId="{FA5055F5-8FF4-4CD9-A9F5-5F81A8D33FB4}" type="pres">
      <dgm:prSet presAssocID="{902FF6AA-A84B-44DC-95FD-7D3227990315}" presName="rootConnector" presStyleLbl="node2" presStyleIdx="1" presStyleCnt="2"/>
      <dgm:spPr/>
    </dgm:pt>
    <dgm:pt modelId="{11B3370D-3093-4DA6-AAAC-F781F892126F}" type="pres">
      <dgm:prSet presAssocID="{902FF6AA-A84B-44DC-95FD-7D3227990315}" presName="hierChild4" presStyleCnt="0"/>
      <dgm:spPr/>
    </dgm:pt>
    <dgm:pt modelId="{407F7D41-7305-4CB2-9A9B-23DCD7EEE137}" type="pres">
      <dgm:prSet presAssocID="{1B7DCB03-F3E3-4343-A40A-C77E40901465}" presName="Name37" presStyleLbl="parChTrans1D3" presStyleIdx="0" presStyleCnt="1"/>
      <dgm:spPr/>
    </dgm:pt>
    <dgm:pt modelId="{C678D3F0-744C-4244-9E57-957089119435}" type="pres">
      <dgm:prSet presAssocID="{92058407-2B63-4DCE-9B2E-6C72AC53D769}" presName="hierRoot2" presStyleCnt="0">
        <dgm:presLayoutVars>
          <dgm:hierBranch val="init"/>
        </dgm:presLayoutVars>
      </dgm:prSet>
      <dgm:spPr/>
    </dgm:pt>
    <dgm:pt modelId="{75768593-E22D-46C7-B14A-08257CD57C75}" type="pres">
      <dgm:prSet presAssocID="{92058407-2B63-4DCE-9B2E-6C72AC53D769}" presName="rootComposite" presStyleCnt="0"/>
      <dgm:spPr/>
    </dgm:pt>
    <dgm:pt modelId="{21722BA8-D5CE-4448-A165-1B7F3266DD5B}" type="pres">
      <dgm:prSet presAssocID="{92058407-2B63-4DCE-9B2E-6C72AC53D769}" presName="rootText" presStyleLbl="node3" presStyleIdx="0" presStyleCnt="1">
        <dgm:presLayoutVars>
          <dgm:chPref val="3"/>
        </dgm:presLayoutVars>
      </dgm:prSet>
      <dgm:spPr/>
    </dgm:pt>
    <dgm:pt modelId="{1A594C92-98D4-4F80-ACF1-31A4B1E83904}" type="pres">
      <dgm:prSet presAssocID="{92058407-2B63-4DCE-9B2E-6C72AC53D769}" presName="rootConnector" presStyleLbl="node3" presStyleIdx="0" presStyleCnt="1"/>
      <dgm:spPr/>
    </dgm:pt>
    <dgm:pt modelId="{5A869746-7AC7-4773-946E-0916A239DB6A}" type="pres">
      <dgm:prSet presAssocID="{92058407-2B63-4DCE-9B2E-6C72AC53D769}" presName="hierChild4" presStyleCnt="0"/>
      <dgm:spPr/>
    </dgm:pt>
    <dgm:pt modelId="{B460EE0F-D567-42E2-9736-3FFE04218DB5}" type="pres">
      <dgm:prSet presAssocID="{92058407-2B63-4DCE-9B2E-6C72AC53D769}" presName="hierChild5" presStyleCnt="0"/>
      <dgm:spPr/>
    </dgm:pt>
    <dgm:pt modelId="{8B6F513F-364F-4309-B777-FD77C4EE87D4}" type="pres">
      <dgm:prSet presAssocID="{902FF6AA-A84B-44DC-95FD-7D3227990315}" presName="hierChild5" presStyleCnt="0"/>
      <dgm:spPr/>
    </dgm:pt>
    <dgm:pt modelId="{3D817635-EA4B-472A-A6A2-1CDBBF86BD45}" type="pres">
      <dgm:prSet presAssocID="{01BE8DA6-68BF-4F2E-BD1A-6CA745E6869C}" presName="hierChild3" presStyleCnt="0"/>
      <dgm:spPr/>
    </dgm:pt>
  </dgm:ptLst>
  <dgm:cxnLst>
    <dgm:cxn modelId="{B3618608-E899-4728-86FF-7EC9C310A45C}" type="presOf" srcId="{92058407-2B63-4DCE-9B2E-6C72AC53D769}" destId="{1A594C92-98D4-4F80-ACF1-31A4B1E83904}" srcOrd="1" destOrd="0" presId="urn:microsoft.com/office/officeart/2005/8/layout/orgChart1"/>
    <dgm:cxn modelId="{D6C72509-71B0-4256-A716-75C932EAF357}" type="presOf" srcId="{1B7DCB03-F3E3-4343-A40A-C77E40901465}" destId="{407F7D41-7305-4CB2-9A9B-23DCD7EEE137}" srcOrd="0" destOrd="0" presId="urn:microsoft.com/office/officeart/2005/8/layout/orgChart1"/>
    <dgm:cxn modelId="{2F369813-6932-470C-A2F6-19CF003400FB}" type="presOf" srcId="{C0B899B3-3102-4676-92F5-A37EC30CCA4C}" destId="{B2823982-C994-46DE-964D-C3E7E99A39C6}" srcOrd="0" destOrd="0" presId="urn:microsoft.com/office/officeart/2005/8/layout/orgChart1"/>
    <dgm:cxn modelId="{7CEE761B-62CF-4C8F-8A0E-407E07169F4E}" type="presOf" srcId="{358E809B-8FCE-4FE6-AD41-A050E31CCCC9}" destId="{7546509B-B67B-40C5-8789-3F8A28234322}" srcOrd="1" destOrd="0" presId="urn:microsoft.com/office/officeart/2005/8/layout/orgChart1"/>
    <dgm:cxn modelId="{E063921B-6308-485C-AA45-D46E1DE1EEE3}" srcId="{902FF6AA-A84B-44DC-95FD-7D3227990315}" destId="{92058407-2B63-4DCE-9B2E-6C72AC53D769}" srcOrd="0" destOrd="0" parTransId="{1B7DCB03-F3E3-4343-A40A-C77E40901465}" sibTransId="{CD8780BA-3781-4337-94F6-7C505AD4D67F}"/>
    <dgm:cxn modelId="{8327361F-D15D-41C5-A4BF-2159D1E5DF97}" type="presOf" srcId="{A8A19FCA-BD1D-4D03-90E5-6628409BF761}" destId="{4FB09FD9-906B-4BD0-BD7F-35FC9FEC8317}" srcOrd="0" destOrd="0" presId="urn:microsoft.com/office/officeart/2005/8/layout/orgChart1"/>
    <dgm:cxn modelId="{9FE1915D-6586-4251-A7EE-37622A27639D}" srcId="{C0B899B3-3102-4676-92F5-A37EC30CCA4C}" destId="{01BE8DA6-68BF-4F2E-BD1A-6CA745E6869C}" srcOrd="0" destOrd="0" parTransId="{41A0AAC3-C4CB-4F02-A9E8-150CD95CA6F2}" sibTransId="{5D444C6F-A832-4F00-A80F-06875F1E7DF6}"/>
    <dgm:cxn modelId="{63027885-B6FE-4D94-959C-9DEA2FC29D8D}" type="presOf" srcId="{902FF6AA-A84B-44DC-95FD-7D3227990315}" destId="{3E866ECA-B449-4B5C-9267-646F1C1ABBDD}" srcOrd="0" destOrd="0" presId="urn:microsoft.com/office/officeart/2005/8/layout/orgChart1"/>
    <dgm:cxn modelId="{97037EAB-C9E6-4EE4-8953-C0C760355E30}" type="presOf" srcId="{01BE8DA6-68BF-4F2E-BD1A-6CA745E6869C}" destId="{BE469FC6-D839-4722-9DAE-990D3F4014AB}" srcOrd="1" destOrd="0" presId="urn:microsoft.com/office/officeart/2005/8/layout/orgChart1"/>
    <dgm:cxn modelId="{4018F9CF-C613-4897-9F06-F22CDC5F406E}" type="presOf" srcId="{358E809B-8FCE-4FE6-AD41-A050E31CCCC9}" destId="{0725AE38-2662-44FD-9B0B-9A8A44C3F82F}" srcOrd="0" destOrd="0" presId="urn:microsoft.com/office/officeart/2005/8/layout/orgChart1"/>
    <dgm:cxn modelId="{C6A77CD0-EA40-4474-846E-29BA9C337239}" srcId="{01BE8DA6-68BF-4F2E-BD1A-6CA745E6869C}" destId="{902FF6AA-A84B-44DC-95FD-7D3227990315}" srcOrd="1" destOrd="0" parTransId="{C137FD73-E9B5-4318-963D-853B68D8834B}" sibTransId="{4D0CD4F2-9E5D-4AA5-990B-8E321754F4E4}"/>
    <dgm:cxn modelId="{2FBD2EE2-3790-4E92-BFDE-116E6F710835}" type="presOf" srcId="{92058407-2B63-4DCE-9B2E-6C72AC53D769}" destId="{21722BA8-D5CE-4448-A165-1B7F3266DD5B}" srcOrd="0" destOrd="0" presId="urn:microsoft.com/office/officeart/2005/8/layout/orgChart1"/>
    <dgm:cxn modelId="{9FF115E5-218B-432F-B33A-3D5B5F720CFB}" srcId="{01BE8DA6-68BF-4F2E-BD1A-6CA745E6869C}" destId="{358E809B-8FCE-4FE6-AD41-A050E31CCCC9}" srcOrd="0" destOrd="0" parTransId="{A8A19FCA-BD1D-4D03-90E5-6628409BF761}" sibTransId="{8A248B55-C34D-4862-9803-859B6B26BABA}"/>
    <dgm:cxn modelId="{8BEB68E7-8475-47EC-A08D-2CBEB864D691}" type="presOf" srcId="{C137FD73-E9B5-4318-963D-853B68D8834B}" destId="{3BA2CB66-C325-46F1-AEF2-B597A2FE5BBB}" srcOrd="0" destOrd="0" presId="urn:microsoft.com/office/officeart/2005/8/layout/orgChart1"/>
    <dgm:cxn modelId="{021DE5F4-0547-4588-9376-7D4DE604DA19}" type="presOf" srcId="{902FF6AA-A84B-44DC-95FD-7D3227990315}" destId="{FA5055F5-8FF4-4CD9-A9F5-5F81A8D33FB4}" srcOrd="1" destOrd="0" presId="urn:microsoft.com/office/officeart/2005/8/layout/orgChart1"/>
    <dgm:cxn modelId="{FDA6EAFA-F79E-477B-8B68-10C4EC10C000}" type="presOf" srcId="{01BE8DA6-68BF-4F2E-BD1A-6CA745E6869C}" destId="{FAB502A2-C01A-4AA9-9E4E-2FD65B1E314F}" srcOrd="0" destOrd="0" presId="urn:microsoft.com/office/officeart/2005/8/layout/orgChart1"/>
    <dgm:cxn modelId="{EBA78C4E-D5EC-45FD-85F2-D1C57315FC85}" type="presParOf" srcId="{B2823982-C994-46DE-964D-C3E7E99A39C6}" destId="{F158A8D5-EC72-4791-88B1-A470BBDC5F77}" srcOrd="0" destOrd="0" presId="urn:microsoft.com/office/officeart/2005/8/layout/orgChart1"/>
    <dgm:cxn modelId="{951626C8-2D69-4BED-917D-C22B3D258648}" type="presParOf" srcId="{F158A8D5-EC72-4791-88B1-A470BBDC5F77}" destId="{CF941853-8452-403F-9993-7922F431B606}" srcOrd="0" destOrd="0" presId="urn:microsoft.com/office/officeart/2005/8/layout/orgChart1"/>
    <dgm:cxn modelId="{F2B477C4-92B7-4F33-9739-DC163DAF8BBF}" type="presParOf" srcId="{CF941853-8452-403F-9993-7922F431B606}" destId="{FAB502A2-C01A-4AA9-9E4E-2FD65B1E314F}" srcOrd="0" destOrd="0" presId="urn:microsoft.com/office/officeart/2005/8/layout/orgChart1"/>
    <dgm:cxn modelId="{5E555689-34FA-4991-8888-5010EAFFDA45}" type="presParOf" srcId="{CF941853-8452-403F-9993-7922F431B606}" destId="{BE469FC6-D839-4722-9DAE-990D3F4014AB}" srcOrd="1" destOrd="0" presId="urn:microsoft.com/office/officeart/2005/8/layout/orgChart1"/>
    <dgm:cxn modelId="{9CB671D1-0A01-4EE3-86D4-7725A72938A0}" type="presParOf" srcId="{F158A8D5-EC72-4791-88B1-A470BBDC5F77}" destId="{0C33CF4C-571B-4F2A-A287-9777B9F6C887}" srcOrd="1" destOrd="0" presId="urn:microsoft.com/office/officeart/2005/8/layout/orgChart1"/>
    <dgm:cxn modelId="{691C55AF-8668-4E1B-8797-DC3F6523BC51}" type="presParOf" srcId="{0C33CF4C-571B-4F2A-A287-9777B9F6C887}" destId="{4FB09FD9-906B-4BD0-BD7F-35FC9FEC8317}" srcOrd="0" destOrd="0" presId="urn:microsoft.com/office/officeart/2005/8/layout/orgChart1"/>
    <dgm:cxn modelId="{E403E34E-7E6D-4DF1-B128-755D5C925F6C}" type="presParOf" srcId="{0C33CF4C-571B-4F2A-A287-9777B9F6C887}" destId="{8526D661-FFCE-4A54-8BC4-8685FD028DA9}" srcOrd="1" destOrd="0" presId="urn:microsoft.com/office/officeart/2005/8/layout/orgChart1"/>
    <dgm:cxn modelId="{F2985E78-C1B3-42B4-BBE1-465EC5DB7584}" type="presParOf" srcId="{8526D661-FFCE-4A54-8BC4-8685FD028DA9}" destId="{C70A13A1-2C32-4735-94B7-70225E4C84A4}" srcOrd="0" destOrd="0" presId="urn:microsoft.com/office/officeart/2005/8/layout/orgChart1"/>
    <dgm:cxn modelId="{2C0767E8-3EF2-4985-802D-0B0DD27C8D3B}" type="presParOf" srcId="{C70A13A1-2C32-4735-94B7-70225E4C84A4}" destId="{0725AE38-2662-44FD-9B0B-9A8A44C3F82F}" srcOrd="0" destOrd="0" presId="urn:microsoft.com/office/officeart/2005/8/layout/orgChart1"/>
    <dgm:cxn modelId="{E19A7367-B311-49EF-B124-6C8546DDE4FF}" type="presParOf" srcId="{C70A13A1-2C32-4735-94B7-70225E4C84A4}" destId="{7546509B-B67B-40C5-8789-3F8A28234322}" srcOrd="1" destOrd="0" presId="urn:microsoft.com/office/officeart/2005/8/layout/orgChart1"/>
    <dgm:cxn modelId="{DD3714E3-B43B-4593-A74F-6C05B9DD5CFC}" type="presParOf" srcId="{8526D661-FFCE-4A54-8BC4-8685FD028DA9}" destId="{4556DDDF-81D3-4A02-A814-9C00645A21BE}" srcOrd="1" destOrd="0" presId="urn:microsoft.com/office/officeart/2005/8/layout/orgChart1"/>
    <dgm:cxn modelId="{E51B0B77-758F-4180-9CA9-1E9E8805C6DB}" type="presParOf" srcId="{8526D661-FFCE-4A54-8BC4-8685FD028DA9}" destId="{0E11EFCA-7EA0-47AA-95C9-376FCC32E8A7}" srcOrd="2" destOrd="0" presId="urn:microsoft.com/office/officeart/2005/8/layout/orgChart1"/>
    <dgm:cxn modelId="{10046985-40D3-430E-A85F-5E6D8478E9D7}" type="presParOf" srcId="{0C33CF4C-571B-4F2A-A287-9777B9F6C887}" destId="{3BA2CB66-C325-46F1-AEF2-B597A2FE5BBB}" srcOrd="2" destOrd="0" presId="urn:microsoft.com/office/officeart/2005/8/layout/orgChart1"/>
    <dgm:cxn modelId="{0E96FBB8-9E8F-4E4D-9FF7-347E02670B20}" type="presParOf" srcId="{0C33CF4C-571B-4F2A-A287-9777B9F6C887}" destId="{9E327D9B-E4CE-4B2F-BA30-62B39DD4E1DB}" srcOrd="3" destOrd="0" presId="urn:microsoft.com/office/officeart/2005/8/layout/orgChart1"/>
    <dgm:cxn modelId="{4017A329-9F8F-4BD0-97B9-D6074F26AF10}" type="presParOf" srcId="{9E327D9B-E4CE-4B2F-BA30-62B39DD4E1DB}" destId="{4E942043-6F03-4EF8-A4C6-34EF15BA018E}" srcOrd="0" destOrd="0" presId="urn:microsoft.com/office/officeart/2005/8/layout/orgChart1"/>
    <dgm:cxn modelId="{AC6A7746-FC54-4D83-B1CD-C1B45F9EB39E}" type="presParOf" srcId="{4E942043-6F03-4EF8-A4C6-34EF15BA018E}" destId="{3E866ECA-B449-4B5C-9267-646F1C1ABBDD}" srcOrd="0" destOrd="0" presId="urn:microsoft.com/office/officeart/2005/8/layout/orgChart1"/>
    <dgm:cxn modelId="{512E365F-FF92-4D8E-B640-17D3BF8E443E}" type="presParOf" srcId="{4E942043-6F03-4EF8-A4C6-34EF15BA018E}" destId="{FA5055F5-8FF4-4CD9-A9F5-5F81A8D33FB4}" srcOrd="1" destOrd="0" presId="urn:microsoft.com/office/officeart/2005/8/layout/orgChart1"/>
    <dgm:cxn modelId="{495C73F7-E3D4-46DB-AE35-C5793DB4AF4F}" type="presParOf" srcId="{9E327D9B-E4CE-4B2F-BA30-62B39DD4E1DB}" destId="{11B3370D-3093-4DA6-AAAC-F781F892126F}" srcOrd="1" destOrd="0" presId="urn:microsoft.com/office/officeart/2005/8/layout/orgChart1"/>
    <dgm:cxn modelId="{0BFD8476-5446-4FE5-9F5B-79B35AEFA9C1}" type="presParOf" srcId="{11B3370D-3093-4DA6-AAAC-F781F892126F}" destId="{407F7D41-7305-4CB2-9A9B-23DCD7EEE137}" srcOrd="0" destOrd="0" presId="urn:microsoft.com/office/officeart/2005/8/layout/orgChart1"/>
    <dgm:cxn modelId="{50AAC351-336E-4DBA-A623-A22288E9F8A3}" type="presParOf" srcId="{11B3370D-3093-4DA6-AAAC-F781F892126F}" destId="{C678D3F0-744C-4244-9E57-957089119435}" srcOrd="1" destOrd="0" presId="urn:microsoft.com/office/officeart/2005/8/layout/orgChart1"/>
    <dgm:cxn modelId="{17139FAD-E7DE-44B7-892F-31FB8D052252}" type="presParOf" srcId="{C678D3F0-744C-4244-9E57-957089119435}" destId="{75768593-E22D-46C7-B14A-08257CD57C75}" srcOrd="0" destOrd="0" presId="urn:microsoft.com/office/officeart/2005/8/layout/orgChart1"/>
    <dgm:cxn modelId="{E30F91F5-8F68-4051-AD8E-9B4389FDBF18}" type="presParOf" srcId="{75768593-E22D-46C7-B14A-08257CD57C75}" destId="{21722BA8-D5CE-4448-A165-1B7F3266DD5B}" srcOrd="0" destOrd="0" presId="urn:microsoft.com/office/officeart/2005/8/layout/orgChart1"/>
    <dgm:cxn modelId="{23386DF1-AC16-4C78-B344-A1BC2AE297DA}" type="presParOf" srcId="{75768593-E22D-46C7-B14A-08257CD57C75}" destId="{1A594C92-98D4-4F80-ACF1-31A4B1E83904}" srcOrd="1" destOrd="0" presId="urn:microsoft.com/office/officeart/2005/8/layout/orgChart1"/>
    <dgm:cxn modelId="{3709300B-B64E-4047-990B-62EC694BDE54}" type="presParOf" srcId="{C678D3F0-744C-4244-9E57-957089119435}" destId="{5A869746-7AC7-4773-946E-0916A239DB6A}" srcOrd="1" destOrd="0" presId="urn:microsoft.com/office/officeart/2005/8/layout/orgChart1"/>
    <dgm:cxn modelId="{E191F671-BCEF-484C-A869-13AF1F34B6D7}" type="presParOf" srcId="{C678D3F0-744C-4244-9E57-957089119435}" destId="{B460EE0F-D567-42E2-9736-3FFE04218DB5}" srcOrd="2" destOrd="0" presId="urn:microsoft.com/office/officeart/2005/8/layout/orgChart1"/>
    <dgm:cxn modelId="{7AD202B9-803E-448F-B07C-FD2EA912F47E}" type="presParOf" srcId="{9E327D9B-E4CE-4B2F-BA30-62B39DD4E1DB}" destId="{8B6F513F-364F-4309-B777-FD77C4EE87D4}" srcOrd="2" destOrd="0" presId="urn:microsoft.com/office/officeart/2005/8/layout/orgChart1"/>
    <dgm:cxn modelId="{93E2A807-494E-40AC-8B15-7812B2463EC8}" type="presParOf" srcId="{F158A8D5-EC72-4791-88B1-A470BBDC5F77}" destId="{3D817635-EA4B-472A-A6A2-1CDBBF86BD4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5851A-8A4E-475E-9188-5B31C1B70B79}">
      <dsp:nvSpPr>
        <dsp:cNvPr id="0" name=""/>
        <dsp:cNvSpPr/>
      </dsp:nvSpPr>
      <dsp:spPr>
        <a:xfrm>
          <a:off x="2116335" y="1372"/>
          <a:ext cx="1863328" cy="1211163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Streams</a:t>
          </a:r>
        </a:p>
      </dsp:txBody>
      <dsp:txXfrm>
        <a:off x="2175459" y="60496"/>
        <a:ext cx="1745080" cy="1092915"/>
      </dsp:txXfrm>
    </dsp:sp>
    <dsp:sp modelId="{DB9AC7CA-B93B-4333-BF04-C1BD9A039100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2561250" y="305256"/>
              </a:moveTo>
              <a:arcTo wR="1616036" hR="1616036" stAng="18347740" swAng="3648625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3A6CD5-F362-440E-B19C-B89B5623E073}">
      <dsp:nvSpPr>
        <dsp:cNvPr id="0" name=""/>
        <dsp:cNvSpPr/>
      </dsp:nvSpPr>
      <dsp:spPr>
        <a:xfrm>
          <a:off x="3515864" y="2425427"/>
          <a:ext cx="1863328" cy="1211163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Console I/O</a:t>
          </a:r>
        </a:p>
      </dsp:txBody>
      <dsp:txXfrm>
        <a:off x="3574988" y="2484551"/>
        <a:ext cx="1745080" cy="1092915"/>
      </dsp:txXfrm>
    </dsp:sp>
    <dsp:sp modelId="{C837092B-EBC7-4778-B5DD-CAC5E49940DF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2385440" y="3037160"/>
              </a:moveTo>
              <a:arcTo wR="1616036" hR="1616036" stAng="3694120" swAng="3411761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CAA6F-F5B1-4468-96D7-D867BFC6EBCD}">
      <dsp:nvSpPr>
        <dsp:cNvPr id="0" name=""/>
        <dsp:cNvSpPr/>
      </dsp:nvSpPr>
      <dsp:spPr>
        <a:xfrm>
          <a:off x="716807" y="2425427"/>
          <a:ext cx="1863328" cy="1211163"/>
        </a:xfrm>
        <a:prstGeom prst="roundRect">
          <a:avLst/>
        </a:prstGeom>
        <a:solidFill>
          <a:srgbClr val="FE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File I/O (types &amp; formats)</a:t>
          </a:r>
        </a:p>
      </dsp:txBody>
      <dsp:txXfrm>
        <a:off x="775931" y="2484551"/>
        <a:ext cx="1745080" cy="1092915"/>
      </dsp:txXfrm>
    </dsp:sp>
    <dsp:sp modelId="{75B56427-5788-464F-9BED-37B12FC30975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10729" y="1801950"/>
              </a:moveTo>
              <a:arcTo wR="1616036" hR="1616036" stAng="10403635" swAng="3648625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622CB-9E7C-4294-ACC8-9A00EB2926FD}">
      <dsp:nvSpPr>
        <dsp:cNvPr id="0" name=""/>
        <dsp:cNvSpPr/>
      </dsp:nvSpPr>
      <dsp:spPr>
        <a:xfrm>
          <a:off x="380292" y="1149"/>
          <a:ext cx="1710190" cy="855095"/>
        </a:xfrm>
        <a:prstGeom prst="roundRect">
          <a:avLst>
            <a:gd name="adj" fmla="val 10000"/>
          </a:avLst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Input</a:t>
          </a:r>
        </a:p>
      </dsp:txBody>
      <dsp:txXfrm>
        <a:off x="405337" y="26194"/>
        <a:ext cx="1660100" cy="805005"/>
      </dsp:txXfrm>
    </dsp:sp>
    <dsp:sp modelId="{F41DE0ED-F429-4732-ACC2-BFCA86F73E7F}">
      <dsp:nvSpPr>
        <dsp:cNvPr id="0" name=""/>
        <dsp:cNvSpPr/>
      </dsp:nvSpPr>
      <dsp:spPr>
        <a:xfrm>
          <a:off x="551311" y="856244"/>
          <a:ext cx="171019" cy="641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1321"/>
              </a:lnTo>
              <a:lnTo>
                <a:pt x="171019" y="6413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61F6FD-7FE9-47B8-836B-C5F34283BE8C}">
      <dsp:nvSpPr>
        <dsp:cNvPr id="0" name=""/>
        <dsp:cNvSpPr/>
      </dsp:nvSpPr>
      <dsp:spPr>
        <a:xfrm>
          <a:off x="722330" y="1070018"/>
          <a:ext cx="1368151" cy="8550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0" kern="1200" dirty="0">
              <a:latin typeface="Avenir Book" pitchFamily="2" charset="0"/>
              <a:ea typeface="ＭＳ Ｐゴシック" panose="020B0600070205080204" pitchFamily="34" charset="-128"/>
            </a:rPr>
            <a:t>Keyboard (System.in)</a:t>
          </a:r>
          <a:endParaRPr lang="en-ZA" sz="1600" b="0" kern="1200" dirty="0"/>
        </a:p>
      </dsp:txBody>
      <dsp:txXfrm>
        <a:off x="747375" y="1095063"/>
        <a:ext cx="1318061" cy="805005"/>
      </dsp:txXfrm>
    </dsp:sp>
    <dsp:sp modelId="{50565716-C482-4D9D-916D-8730DA7F92A2}">
      <dsp:nvSpPr>
        <dsp:cNvPr id="0" name=""/>
        <dsp:cNvSpPr/>
      </dsp:nvSpPr>
      <dsp:spPr>
        <a:xfrm>
          <a:off x="551311" y="856244"/>
          <a:ext cx="171019" cy="17101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0190"/>
              </a:lnTo>
              <a:lnTo>
                <a:pt x="171019" y="17101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5AF1B0-6BE9-4BE2-8E53-9F630B3F3CE7}">
      <dsp:nvSpPr>
        <dsp:cNvPr id="0" name=""/>
        <dsp:cNvSpPr/>
      </dsp:nvSpPr>
      <dsp:spPr>
        <a:xfrm>
          <a:off x="722330" y="2138886"/>
          <a:ext cx="1368151" cy="8550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File</a:t>
          </a:r>
          <a:endParaRPr lang="en-ZA" sz="1600" kern="1200" dirty="0"/>
        </a:p>
      </dsp:txBody>
      <dsp:txXfrm>
        <a:off x="747375" y="2163931"/>
        <a:ext cx="1318061" cy="805005"/>
      </dsp:txXfrm>
    </dsp:sp>
    <dsp:sp modelId="{488B4FE5-3FDD-43F7-950E-C91EF340F06E}">
      <dsp:nvSpPr>
        <dsp:cNvPr id="0" name=""/>
        <dsp:cNvSpPr/>
      </dsp:nvSpPr>
      <dsp:spPr>
        <a:xfrm>
          <a:off x="551311" y="856244"/>
          <a:ext cx="171019" cy="27790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9058"/>
              </a:lnTo>
              <a:lnTo>
                <a:pt x="171019" y="27790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ABAEB-22EB-4781-B675-FE83B6FECBE9}">
      <dsp:nvSpPr>
        <dsp:cNvPr id="0" name=""/>
        <dsp:cNvSpPr/>
      </dsp:nvSpPr>
      <dsp:spPr>
        <a:xfrm>
          <a:off x="722330" y="3207755"/>
          <a:ext cx="1368151" cy="8550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TCP/IP connection (next semester)</a:t>
          </a:r>
          <a:endParaRPr lang="en-ZA" sz="1600" kern="1200" dirty="0"/>
        </a:p>
      </dsp:txBody>
      <dsp:txXfrm>
        <a:off x="747375" y="3232800"/>
        <a:ext cx="1318061" cy="805005"/>
      </dsp:txXfrm>
    </dsp:sp>
    <dsp:sp modelId="{094DFC1C-F774-4555-99D4-4248953E67C7}">
      <dsp:nvSpPr>
        <dsp:cNvPr id="0" name=""/>
        <dsp:cNvSpPr/>
      </dsp:nvSpPr>
      <dsp:spPr>
        <a:xfrm>
          <a:off x="2518029" y="1149"/>
          <a:ext cx="1710190" cy="855095"/>
        </a:xfrm>
        <a:prstGeom prst="roundRect">
          <a:avLst>
            <a:gd name="adj" fmla="val 10000"/>
          </a:avLst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Output</a:t>
          </a:r>
        </a:p>
      </dsp:txBody>
      <dsp:txXfrm>
        <a:off x="2543074" y="26194"/>
        <a:ext cx="1660100" cy="805005"/>
      </dsp:txXfrm>
    </dsp:sp>
    <dsp:sp modelId="{FD59A71D-840F-445B-85D8-E2BDEAD3F652}">
      <dsp:nvSpPr>
        <dsp:cNvPr id="0" name=""/>
        <dsp:cNvSpPr/>
      </dsp:nvSpPr>
      <dsp:spPr>
        <a:xfrm>
          <a:off x="2689048" y="856244"/>
          <a:ext cx="171018" cy="6413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1321"/>
              </a:lnTo>
              <a:lnTo>
                <a:pt x="171018" y="6413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8A3069-367B-4396-9152-C2111673D15B}">
      <dsp:nvSpPr>
        <dsp:cNvPr id="0" name=""/>
        <dsp:cNvSpPr/>
      </dsp:nvSpPr>
      <dsp:spPr>
        <a:xfrm>
          <a:off x="2860067" y="1070018"/>
          <a:ext cx="1368151" cy="8550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0" kern="1200" dirty="0">
              <a:latin typeface="Avenir Book" pitchFamily="2" charset="0"/>
              <a:ea typeface="ＭＳ Ｐゴシック" panose="020B0600070205080204" pitchFamily="34" charset="-128"/>
            </a:rPr>
            <a:t>Screen (</a:t>
          </a:r>
          <a:r>
            <a:rPr lang="en-US" altLang="en-US" sz="1600" b="0" kern="1200" dirty="0" err="1">
              <a:latin typeface="Avenir Book" pitchFamily="2" charset="0"/>
              <a:ea typeface="ＭＳ Ｐゴシック" panose="020B0600070205080204" pitchFamily="34" charset="-128"/>
            </a:rPr>
            <a:t>System.out</a:t>
          </a:r>
          <a:r>
            <a:rPr lang="en-US" altLang="en-US" sz="1600" b="0" kern="1200" dirty="0">
              <a:latin typeface="Avenir Book" pitchFamily="2" charset="0"/>
              <a:ea typeface="ＭＳ Ｐゴシック" panose="020B0600070205080204" pitchFamily="34" charset="-128"/>
            </a:rPr>
            <a:t>)</a:t>
          </a:r>
          <a:endParaRPr lang="en-ZA" sz="1600" b="0" kern="1200" dirty="0"/>
        </a:p>
      </dsp:txBody>
      <dsp:txXfrm>
        <a:off x="2885112" y="1095063"/>
        <a:ext cx="1318061" cy="805005"/>
      </dsp:txXfrm>
    </dsp:sp>
    <dsp:sp modelId="{1CC794F4-E975-4510-A338-C93E5CA40BE1}">
      <dsp:nvSpPr>
        <dsp:cNvPr id="0" name=""/>
        <dsp:cNvSpPr/>
      </dsp:nvSpPr>
      <dsp:spPr>
        <a:xfrm>
          <a:off x="2689048" y="856244"/>
          <a:ext cx="171018" cy="17101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0190"/>
              </a:lnTo>
              <a:lnTo>
                <a:pt x="171018" y="171019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AD17A1-9591-46E5-8CDD-0CF48D2BB3D6}">
      <dsp:nvSpPr>
        <dsp:cNvPr id="0" name=""/>
        <dsp:cNvSpPr/>
      </dsp:nvSpPr>
      <dsp:spPr>
        <a:xfrm>
          <a:off x="2860067" y="2138886"/>
          <a:ext cx="1368151" cy="8550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File</a:t>
          </a:r>
        </a:p>
      </dsp:txBody>
      <dsp:txXfrm>
        <a:off x="2885112" y="2163931"/>
        <a:ext cx="1318061" cy="805005"/>
      </dsp:txXfrm>
    </dsp:sp>
    <dsp:sp modelId="{A2DEFA3A-E4D5-4302-A473-EF9F2CE539F4}">
      <dsp:nvSpPr>
        <dsp:cNvPr id="0" name=""/>
        <dsp:cNvSpPr/>
      </dsp:nvSpPr>
      <dsp:spPr>
        <a:xfrm>
          <a:off x="2689048" y="856244"/>
          <a:ext cx="171018" cy="27790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79058"/>
              </a:lnTo>
              <a:lnTo>
                <a:pt x="171018" y="27790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CFC8AA-BE32-44B8-9403-4C52EA7ED4C9}">
      <dsp:nvSpPr>
        <dsp:cNvPr id="0" name=""/>
        <dsp:cNvSpPr/>
      </dsp:nvSpPr>
      <dsp:spPr>
        <a:xfrm>
          <a:off x="2860067" y="3207755"/>
          <a:ext cx="1368151" cy="8550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kern="1200" dirty="0">
              <a:latin typeface="Avenir Book" pitchFamily="2" charset="0"/>
              <a:ea typeface="ＭＳ Ｐゴシック" panose="020B0600070205080204" pitchFamily="34" charset="-128"/>
            </a:rPr>
            <a:t>TCP/IP connection (next semester)</a:t>
          </a:r>
        </a:p>
      </dsp:txBody>
      <dsp:txXfrm>
        <a:off x="2885112" y="3232800"/>
        <a:ext cx="1318061" cy="8050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5FAF7-537E-4258-8BF7-B57A1A1E4D91}">
      <dsp:nvSpPr>
        <dsp:cNvPr id="0" name=""/>
        <dsp:cNvSpPr/>
      </dsp:nvSpPr>
      <dsp:spPr>
        <a:xfrm rot="5400000">
          <a:off x="2333524" y="-687830"/>
          <a:ext cx="1047750" cy="2689317"/>
        </a:xfrm>
        <a:prstGeom prst="round2SameRect">
          <a:avLst/>
        </a:prstGeom>
        <a:solidFill>
          <a:schemeClr val="accent5">
            <a:lumMod val="9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latin typeface="Avenir Book" pitchFamily="2" charset="0"/>
              <a:ea typeface="ＭＳ Ｐゴシック" panose="020B0600070205080204" pitchFamily="34" charset="-128"/>
            </a:rPr>
            <a:t>0’s &amp; 1’s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latin typeface="Avenir Book" pitchFamily="2" charset="0"/>
              <a:ea typeface="ＭＳ Ｐゴシック" panose="020B0600070205080204" pitchFamily="34" charset="-128"/>
            </a:rPr>
            <a:t>e.g., video, sound, zip</a:t>
          </a:r>
          <a:endParaRPr lang="en-ZA" sz="2000" kern="1200" dirty="0"/>
        </a:p>
      </dsp:txBody>
      <dsp:txXfrm rot="-5400000">
        <a:off x="1512741" y="184100"/>
        <a:ext cx="2638170" cy="945456"/>
      </dsp:txXfrm>
    </dsp:sp>
    <dsp:sp modelId="{F6C1055D-430A-4FCF-894B-DFF98344C04D}">
      <dsp:nvSpPr>
        <dsp:cNvPr id="0" name=""/>
        <dsp:cNvSpPr/>
      </dsp:nvSpPr>
      <dsp:spPr>
        <a:xfrm>
          <a:off x="0" y="1984"/>
          <a:ext cx="1512740" cy="1309687"/>
        </a:xfrm>
        <a:prstGeom prst="roundRect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accent5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900" kern="1200" dirty="0">
              <a:latin typeface="Avenir Book" pitchFamily="2" charset="0"/>
              <a:ea typeface="ＭＳ Ｐゴシック" panose="020B0600070205080204" pitchFamily="34" charset="-128"/>
            </a:rPr>
            <a:t>Binary streams</a:t>
          </a:r>
          <a:endParaRPr lang="en-ZA" sz="2900" kern="1200" dirty="0"/>
        </a:p>
      </dsp:txBody>
      <dsp:txXfrm>
        <a:off x="63934" y="65918"/>
        <a:ext cx="1384872" cy="1181819"/>
      </dsp:txXfrm>
    </dsp:sp>
    <dsp:sp modelId="{3FCDBFE0-8AD6-4188-8643-EDD16CE5C665}">
      <dsp:nvSpPr>
        <dsp:cNvPr id="0" name=""/>
        <dsp:cNvSpPr/>
      </dsp:nvSpPr>
      <dsp:spPr>
        <a:xfrm rot="5400000">
          <a:off x="2333524" y="687341"/>
          <a:ext cx="1047750" cy="2689317"/>
        </a:xfrm>
        <a:prstGeom prst="round2SameRect">
          <a:avLst/>
        </a:prstGeom>
        <a:solidFill>
          <a:schemeClr val="accent5">
            <a:lumMod val="9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latin typeface="Avenir Book" pitchFamily="2" charset="0"/>
              <a:ea typeface="ＭＳ Ｐゴシック" panose="020B0600070205080204" pitchFamily="34" charset="-128"/>
            </a:rPr>
            <a:t>Strings of info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latin typeface="Avenir Book" pitchFamily="2" charset="0"/>
              <a:ea typeface="ＭＳ Ｐゴシック" panose="020B0600070205080204" pitchFamily="34" charset="-128"/>
            </a:rPr>
            <a:t>e.g., txt, xml, </a:t>
          </a:r>
          <a:r>
            <a:rPr lang="en-US" altLang="en-US" sz="2000" kern="1200" dirty="0" err="1">
              <a:latin typeface="Avenir Book" pitchFamily="2" charset="0"/>
              <a:ea typeface="ＭＳ Ｐゴシック" panose="020B0600070205080204" pitchFamily="34" charset="-128"/>
            </a:rPr>
            <a:t>json</a:t>
          </a:r>
          <a:endParaRPr lang="en-ZA" sz="2000" kern="1200" dirty="0"/>
        </a:p>
      </dsp:txBody>
      <dsp:txXfrm rot="-5400000">
        <a:off x="1512741" y="1559272"/>
        <a:ext cx="2638170" cy="945456"/>
      </dsp:txXfrm>
    </dsp:sp>
    <dsp:sp modelId="{424425C9-36AE-411F-BD87-A474F7C4F1F0}">
      <dsp:nvSpPr>
        <dsp:cNvPr id="0" name=""/>
        <dsp:cNvSpPr/>
      </dsp:nvSpPr>
      <dsp:spPr>
        <a:xfrm>
          <a:off x="0" y="1377156"/>
          <a:ext cx="1512740" cy="1309687"/>
        </a:xfrm>
        <a:prstGeom prst="roundRect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900" kern="1200" dirty="0">
              <a:latin typeface="Avenir Book" pitchFamily="2" charset="0"/>
              <a:ea typeface="ＭＳ Ｐゴシック" panose="020B0600070205080204" pitchFamily="34" charset="-128"/>
            </a:rPr>
            <a:t>Text streams </a:t>
          </a:r>
          <a:endParaRPr lang="en-ZA" sz="2900" kern="1200" dirty="0"/>
        </a:p>
      </dsp:txBody>
      <dsp:txXfrm>
        <a:off x="63934" y="1441090"/>
        <a:ext cx="1384872" cy="1181819"/>
      </dsp:txXfrm>
    </dsp:sp>
    <dsp:sp modelId="{669ADA65-3C6E-4086-A53A-A8BE81C0D514}">
      <dsp:nvSpPr>
        <dsp:cNvPr id="0" name=""/>
        <dsp:cNvSpPr/>
      </dsp:nvSpPr>
      <dsp:spPr>
        <a:xfrm rot="5400000">
          <a:off x="2333524" y="2062513"/>
          <a:ext cx="1047750" cy="2689317"/>
        </a:xfrm>
        <a:prstGeom prst="round2SameRect">
          <a:avLst/>
        </a:prstGeom>
        <a:solidFill>
          <a:schemeClr val="accent5">
            <a:lumMod val="9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2000" kern="1200" dirty="0">
              <a:latin typeface="Avenir Book" pitchFamily="2" charset="0"/>
              <a:ea typeface="ＭＳ Ｐゴシック" panose="020B0600070205080204" pitchFamily="34" charset="-128"/>
            </a:rPr>
            <a:t>Entire objects</a:t>
          </a:r>
          <a:endParaRPr lang="en-ZA" sz="2000" kern="1200" dirty="0"/>
        </a:p>
      </dsp:txBody>
      <dsp:txXfrm rot="-5400000">
        <a:off x="1512741" y="2934444"/>
        <a:ext cx="2638170" cy="945456"/>
      </dsp:txXfrm>
    </dsp:sp>
    <dsp:sp modelId="{2E3B68B4-1043-4CEB-AF56-5E4C251DA794}">
      <dsp:nvSpPr>
        <dsp:cNvPr id="0" name=""/>
        <dsp:cNvSpPr/>
      </dsp:nvSpPr>
      <dsp:spPr>
        <a:xfrm>
          <a:off x="0" y="2752328"/>
          <a:ext cx="1512740" cy="1309687"/>
        </a:xfrm>
        <a:prstGeom prst="roundRect">
          <a:avLst/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900" kern="1200" dirty="0">
              <a:latin typeface="Avenir Book" pitchFamily="2" charset="0"/>
              <a:ea typeface="ＭＳ Ｐゴシック" panose="020B0600070205080204" pitchFamily="34" charset="-128"/>
            </a:rPr>
            <a:t>Object streams </a:t>
          </a:r>
          <a:endParaRPr lang="en-ZA" sz="2900" kern="1200" dirty="0"/>
        </a:p>
      </dsp:txBody>
      <dsp:txXfrm>
        <a:off x="63934" y="2816262"/>
        <a:ext cx="1384872" cy="1181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1EF43-1851-4B33-8CB7-BFA356C57494}">
      <dsp:nvSpPr>
        <dsp:cNvPr id="0" name=""/>
        <dsp:cNvSpPr/>
      </dsp:nvSpPr>
      <dsp:spPr>
        <a:xfrm>
          <a:off x="5819614" y="1546717"/>
          <a:ext cx="1704814" cy="295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938"/>
              </a:lnTo>
              <a:lnTo>
                <a:pt x="1704814" y="147938"/>
              </a:lnTo>
              <a:lnTo>
                <a:pt x="1704814" y="2958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B83540-7382-402D-BC14-FFF4597D7232}">
      <dsp:nvSpPr>
        <dsp:cNvPr id="0" name=""/>
        <dsp:cNvSpPr/>
      </dsp:nvSpPr>
      <dsp:spPr>
        <a:xfrm>
          <a:off x="5773894" y="1546717"/>
          <a:ext cx="91440" cy="29587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8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00BD8A-1FC1-4218-BEA1-448D31C602AF}">
      <dsp:nvSpPr>
        <dsp:cNvPr id="0" name=""/>
        <dsp:cNvSpPr/>
      </dsp:nvSpPr>
      <dsp:spPr>
        <a:xfrm>
          <a:off x="4114799" y="1546717"/>
          <a:ext cx="1704814" cy="295876"/>
        </a:xfrm>
        <a:custGeom>
          <a:avLst/>
          <a:gdLst/>
          <a:ahLst/>
          <a:cxnLst/>
          <a:rect l="0" t="0" r="0" b="0"/>
          <a:pathLst>
            <a:path>
              <a:moveTo>
                <a:pt x="1704814" y="0"/>
              </a:moveTo>
              <a:lnTo>
                <a:pt x="1704814" y="147938"/>
              </a:lnTo>
              <a:lnTo>
                <a:pt x="0" y="147938"/>
              </a:lnTo>
              <a:lnTo>
                <a:pt x="0" y="2958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FAEBFD-08D7-48EF-98BB-909A685B1FCA}">
      <dsp:nvSpPr>
        <dsp:cNvPr id="0" name=""/>
        <dsp:cNvSpPr/>
      </dsp:nvSpPr>
      <dsp:spPr>
        <a:xfrm>
          <a:off x="1557578" y="1546717"/>
          <a:ext cx="852407" cy="2958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938"/>
              </a:lnTo>
              <a:lnTo>
                <a:pt x="852407" y="147938"/>
              </a:lnTo>
              <a:lnTo>
                <a:pt x="852407" y="2958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8029EF-79FF-4E5B-BE1E-D4A657F1B6AF}">
      <dsp:nvSpPr>
        <dsp:cNvPr id="0" name=""/>
        <dsp:cNvSpPr/>
      </dsp:nvSpPr>
      <dsp:spPr>
        <a:xfrm>
          <a:off x="705171" y="1546717"/>
          <a:ext cx="852407" cy="295876"/>
        </a:xfrm>
        <a:custGeom>
          <a:avLst/>
          <a:gdLst/>
          <a:ahLst/>
          <a:cxnLst/>
          <a:rect l="0" t="0" r="0" b="0"/>
          <a:pathLst>
            <a:path>
              <a:moveTo>
                <a:pt x="852407" y="0"/>
              </a:moveTo>
              <a:lnTo>
                <a:pt x="852407" y="147938"/>
              </a:lnTo>
              <a:lnTo>
                <a:pt x="0" y="147938"/>
              </a:lnTo>
              <a:lnTo>
                <a:pt x="0" y="29587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BB93F4-AFC6-4ABA-84EB-CF06FBD34717}">
      <dsp:nvSpPr>
        <dsp:cNvPr id="0" name=""/>
        <dsp:cNvSpPr/>
      </dsp:nvSpPr>
      <dsp:spPr>
        <a:xfrm>
          <a:off x="853110" y="842248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InputStream</a:t>
          </a:r>
          <a:endParaRPr lang="en-ZA" sz="1200" kern="1200" dirty="0"/>
        </a:p>
      </dsp:txBody>
      <dsp:txXfrm>
        <a:off x="853110" y="842248"/>
        <a:ext cx="1408937" cy="704468"/>
      </dsp:txXfrm>
    </dsp:sp>
    <dsp:sp modelId="{E7B6A380-E7D4-408C-8631-B9A61BFCB712}">
      <dsp:nvSpPr>
        <dsp:cNvPr id="0" name=""/>
        <dsp:cNvSpPr/>
      </dsp:nvSpPr>
      <dsp:spPr>
        <a:xfrm>
          <a:off x="703" y="1842594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FileInputStream</a:t>
          </a:r>
          <a:endParaRPr lang="en-ZA" sz="1200" kern="1200" dirty="0"/>
        </a:p>
      </dsp:txBody>
      <dsp:txXfrm>
        <a:off x="703" y="1842594"/>
        <a:ext cx="1408937" cy="704468"/>
      </dsp:txXfrm>
    </dsp:sp>
    <dsp:sp modelId="{5800A8F2-E1C5-4FAC-A0E5-F0625F715953}">
      <dsp:nvSpPr>
        <dsp:cNvPr id="0" name=""/>
        <dsp:cNvSpPr/>
      </dsp:nvSpPr>
      <dsp:spPr>
        <a:xfrm>
          <a:off x="1705517" y="1842594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ObjectInputStream</a:t>
          </a:r>
          <a:endParaRPr lang="en-ZA" sz="1200" kern="1200" dirty="0"/>
        </a:p>
      </dsp:txBody>
      <dsp:txXfrm>
        <a:off x="1705517" y="1842594"/>
        <a:ext cx="1408937" cy="704468"/>
      </dsp:txXfrm>
    </dsp:sp>
    <dsp:sp modelId="{0DBCE599-8526-496E-8D0D-0479AD0F2BBC}">
      <dsp:nvSpPr>
        <dsp:cNvPr id="0" name=""/>
        <dsp:cNvSpPr/>
      </dsp:nvSpPr>
      <dsp:spPr>
        <a:xfrm>
          <a:off x="5115145" y="842248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OutputStream</a:t>
          </a:r>
          <a:endParaRPr lang="en-ZA" sz="1200" kern="1200" dirty="0"/>
        </a:p>
      </dsp:txBody>
      <dsp:txXfrm>
        <a:off x="5115145" y="842248"/>
        <a:ext cx="1408937" cy="704468"/>
      </dsp:txXfrm>
    </dsp:sp>
    <dsp:sp modelId="{AC7BACB9-2B25-4B96-8A22-74AA8DB6276A}">
      <dsp:nvSpPr>
        <dsp:cNvPr id="0" name=""/>
        <dsp:cNvSpPr/>
      </dsp:nvSpPr>
      <dsp:spPr>
        <a:xfrm>
          <a:off x="3410331" y="1842594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FileOutputStream</a:t>
          </a:r>
          <a:endParaRPr lang="en-ZA" sz="1200" kern="1200" dirty="0"/>
        </a:p>
      </dsp:txBody>
      <dsp:txXfrm>
        <a:off x="3410331" y="1842594"/>
        <a:ext cx="1408937" cy="704468"/>
      </dsp:txXfrm>
    </dsp:sp>
    <dsp:sp modelId="{17C9665E-6C5A-45AB-8CCF-8C917DFC9801}">
      <dsp:nvSpPr>
        <dsp:cNvPr id="0" name=""/>
        <dsp:cNvSpPr/>
      </dsp:nvSpPr>
      <dsp:spPr>
        <a:xfrm>
          <a:off x="5115145" y="1842594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ObjectOutputStream</a:t>
          </a:r>
          <a:endParaRPr lang="en-ZA" sz="1200" kern="1200" dirty="0"/>
        </a:p>
      </dsp:txBody>
      <dsp:txXfrm>
        <a:off x="5115145" y="1842594"/>
        <a:ext cx="1408937" cy="704468"/>
      </dsp:txXfrm>
    </dsp:sp>
    <dsp:sp modelId="{766551C6-F2D6-49FA-A502-65BE675D6DF3}">
      <dsp:nvSpPr>
        <dsp:cNvPr id="0" name=""/>
        <dsp:cNvSpPr/>
      </dsp:nvSpPr>
      <dsp:spPr>
        <a:xfrm>
          <a:off x="6819959" y="1842594"/>
          <a:ext cx="1408937" cy="704468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kern="1200" dirty="0" err="1"/>
            <a:t>PrintStream</a:t>
          </a:r>
          <a:endParaRPr lang="en-ZA" sz="1200" kern="1200" dirty="0"/>
        </a:p>
      </dsp:txBody>
      <dsp:txXfrm>
        <a:off x="6819959" y="1842594"/>
        <a:ext cx="1408937" cy="704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C689F-B09D-405B-9B8F-67C5A6C705F2}">
      <dsp:nvSpPr>
        <dsp:cNvPr id="0" name=""/>
        <dsp:cNvSpPr/>
      </dsp:nvSpPr>
      <dsp:spPr>
        <a:xfrm>
          <a:off x="3784085" y="608496"/>
          <a:ext cx="736085" cy="2555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7750"/>
              </a:lnTo>
              <a:lnTo>
                <a:pt x="736085" y="127750"/>
              </a:lnTo>
              <a:lnTo>
                <a:pt x="736085" y="2555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0DAB23-E068-4351-BE79-4521EB6037A6}">
      <dsp:nvSpPr>
        <dsp:cNvPr id="0" name=""/>
        <dsp:cNvSpPr/>
      </dsp:nvSpPr>
      <dsp:spPr>
        <a:xfrm>
          <a:off x="2561332" y="1472331"/>
          <a:ext cx="182500" cy="559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9668"/>
              </a:lnTo>
              <a:lnTo>
                <a:pt x="182500" y="55966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73A50D-6215-48A9-94D2-2419BB60B3BF}">
      <dsp:nvSpPr>
        <dsp:cNvPr id="0" name=""/>
        <dsp:cNvSpPr/>
      </dsp:nvSpPr>
      <dsp:spPr>
        <a:xfrm>
          <a:off x="3048000" y="608496"/>
          <a:ext cx="736085" cy="255500"/>
        </a:xfrm>
        <a:custGeom>
          <a:avLst/>
          <a:gdLst/>
          <a:ahLst/>
          <a:cxnLst/>
          <a:rect l="0" t="0" r="0" b="0"/>
          <a:pathLst>
            <a:path>
              <a:moveTo>
                <a:pt x="736085" y="0"/>
              </a:moveTo>
              <a:lnTo>
                <a:pt x="736085" y="127750"/>
              </a:lnTo>
              <a:lnTo>
                <a:pt x="0" y="127750"/>
              </a:lnTo>
              <a:lnTo>
                <a:pt x="0" y="2555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18BBE-F0C6-4792-9A6A-3FCA0CFF0185}">
      <dsp:nvSpPr>
        <dsp:cNvPr id="0" name=""/>
        <dsp:cNvSpPr/>
      </dsp:nvSpPr>
      <dsp:spPr>
        <a:xfrm>
          <a:off x="1089161" y="1472331"/>
          <a:ext cx="182500" cy="22873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7339"/>
              </a:lnTo>
              <a:lnTo>
                <a:pt x="182500" y="228733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21042D-9505-4A0F-9719-BF053E922BB3}">
      <dsp:nvSpPr>
        <dsp:cNvPr id="0" name=""/>
        <dsp:cNvSpPr/>
      </dsp:nvSpPr>
      <dsp:spPr>
        <a:xfrm>
          <a:off x="1089161" y="1472331"/>
          <a:ext cx="182500" cy="14235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3503"/>
              </a:lnTo>
              <a:lnTo>
                <a:pt x="182500" y="14235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FEA23-665D-4A64-B7FD-C8E31F5B196A}">
      <dsp:nvSpPr>
        <dsp:cNvPr id="0" name=""/>
        <dsp:cNvSpPr/>
      </dsp:nvSpPr>
      <dsp:spPr>
        <a:xfrm>
          <a:off x="1089161" y="1472331"/>
          <a:ext cx="182500" cy="559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59668"/>
              </a:lnTo>
              <a:lnTo>
                <a:pt x="182500" y="55966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82E0DB-EB7B-425D-8889-E0CBF568B29B}">
      <dsp:nvSpPr>
        <dsp:cNvPr id="0" name=""/>
        <dsp:cNvSpPr/>
      </dsp:nvSpPr>
      <dsp:spPr>
        <a:xfrm>
          <a:off x="1530109" y="608496"/>
          <a:ext cx="91440" cy="2555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550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09FDA-4941-466A-994E-A66D908E692A}">
      <dsp:nvSpPr>
        <dsp:cNvPr id="0" name=""/>
        <dsp:cNvSpPr/>
      </dsp:nvSpPr>
      <dsp:spPr>
        <a:xfrm>
          <a:off x="967494" y="161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/>
            <a:t>Reader</a:t>
          </a:r>
        </a:p>
      </dsp:txBody>
      <dsp:txXfrm>
        <a:off x="967494" y="161"/>
        <a:ext cx="1216669" cy="608334"/>
      </dsp:txXfrm>
    </dsp:sp>
    <dsp:sp modelId="{15BABD2F-8E0D-450C-835F-150BA4221623}">
      <dsp:nvSpPr>
        <dsp:cNvPr id="0" name=""/>
        <dsp:cNvSpPr/>
      </dsp:nvSpPr>
      <dsp:spPr>
        <a:xfrm>
          <a:off x="967494" y="863996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 err="1"/>
            <a:t>InputStreamReader</a:t>
          </a:r>
          <a:endParaRPr lang="en-ZA" sz="1000" kern="1200" dirty="0"/>
        </a:p>
      </dsp:txBody>
      <dsp:txXfrm>
        <a:off x="967494" y="863996"/>
        <a:ext cx="1216669" cy="608334"/>
      </dsp:txXfrm>
    </dsp:sp>
    <dsp:sp modelId="{500CB4D3-0E72-48AC-85A6-AD1B00F1C443}">
      <dsp:nvSpPr>
        <dsp:cNvPr id="0" name=""/>
        <dsp:cNvSpPr/>
      </dsp:nvSpPr>
      <dsp:spPr>
        <a:xfrm>
          <a:off x="1271661" y="1727832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 err="1"/>
            <a:t>FileReader</a:t>
          </a:r>
          <a:endParaRPr lang="en-ZA" sz="1000" kern="1200" dirty="0"/>
        </a:p>
      </dsp:txBody>
      <dsp:txXfrm>
        <a:off x="1271661" y="1727832"/>
        <a:ext cx="1216669" cy="608334"/>
      </dsp:txXfrm>
    </dsp:sp>
    <dsp:sp modelId="{57C83B78-A342-4308-88A1-5798BB98E6FF}">
      <dsp:nvSpPr>
        <dsp:cNvPr id="0" name=""/>
        <dsp:cNvSpPr/>
      </dsp:nvSpPr>
      <dsp:spPr>
        <a:xfrm>
          <a:off x="1271661" y="2591668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 err="1"/>
            <a:t>BufferedReader</a:t>
          </a:r>
          <a:endParaRPr lang="en-ZA" sz="1000" kern="1200" dirty="0"/>
        </a:p>
      </dsp:txBody>
      <dsp:txXfrm>
        <a:off x="1271661" y="2591668"/>
        <a:ext cx="1216669" cy="608334"/>
      </dsp:txXfrm>
    </dsp:sp>
    <dsp:sp modelId="{A05BFC24-3C3A-4412-9E01-1D3B100502F8}">
      <dsp:nvSpPr>
        <dsp:cNvPr id="0" name=""/>
        <dsp:cNvSpPr/>
      </dsp:nvSpPr>
      <dsp:spPr>
        <a:xfrm>
          <a:off x="1271661" y="3455503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/>
            <a:t>Scanner</a:t>
          </a:r>
        </a:p>
      </dsp:txBody>
      <dsp:txXfrm>
        <a:off x="1271661" y="3455503"/>
        <a:ext cx="1216669" cy="608334"/>
      </dsp:txXfrm>
    </dsp:sp>
    <dsp:sp modelId="{902EA7BC-E002-435D-A6C0-7DE8DF7F547B}">
      <dsp:nvSpPr>
        <dsp:cNvPr id="0" name=""/>
        <dsp:cNvSpPr/>
      </dsp:nvSpPr>
      <dsp:spPr>
        <a:xfrm>
          <a:off x="3175750" y="161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/>
            <a:t>Writer</a:t>
          </a:r>
        </a:p>
      </dsp:txBody>
      <dsp:txXfrm>
        <a:off x="3175750" y="161"/>
        <a:ext cx="1216669" cy="608334"/>
      </dsp:txXfrm>
    </dsp:sp>
    <dsp:sp modelId="{9E363A1B-ED85-428B-8BEC-6B505EBF06F6}">
      <dsp:nvSpPr>
        <dsp:cNvPr id="0" name=""/>
        <dsp:cNvSpPr/>
      </dsp:nvSpPr>
      <dsp:spPr>
        <a:xfrm>
          <a:off x="2439665" y="863996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 err="1"/>
            <a:t>OutputStreamWriter</a:t>
          </a:r>
          <a:endParaRPr lang="en-ZA" sz="1000" kern="1200" dirty="0"/>
        </a:p>
      </dsp:txBody>
      <dsp:txXfrm>
        <a:off x="2439665" y="863996"/>
        <a:ext cx="1216669" cy="608334"/>
      </dsp:txXfrm>
    </dsp:sp>
    <dsp:sp modelId="{CF697436-6571-4D2B-B2E2-5E7F11AEC230}">
      <dsp:nvSpPr>
        <dsp:cNvPr id="0" name=""/>
        <dsp:cNvSpPr/>
      </dsp:nvSpPr>
      <dsp:spPr>
        <a:xfrm>
          <a:off x="2743832" y="1727832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 err="1"/>
            <a:t>FileWriter</a:t>
          </a:r>
          <a:endParaRPr lang="en-ZA" sz="1000" kern="1200" dirty="0"/>
        </a:p>
      </dsp:txBody>
      <dsp:txXfrm>
        <a:off x="2743832" y="1727832"/>
        <a:ext cx="1216669" cy="608334"/>
      </dsp:txXfrm>
    </dsp:sp>
    <dsp:sp modelId="{AA4B6E13-21FD-413A-822B-D61AC5D85CF4}">
      <dsp:nvSpPr>
        <dsp:cNvPr id="0" name=""/>
        <dsp:cNvSpPr/>
      </dsp:nvSpPr>
      <dsp:spPr>
        <a:xfrm>
          <a:off x="3911835" y="863996"/>
          <a:ext cx="1216669" cy="608334"/>
        </a:xfrm>
        <a:prstGeom prst="rect">
          <a:avLst/>
        </a:prstGeom>
        <a:solidFill>
          <a:srgbClr val="00206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000" kern="1200" dirty="0" err="1"/>
            <a:t>PrintWriter</a:t>
          </a:r>
          <a:endParaRPr lang="en-ZA" sz="1000" kern="1200" dirty="0"/>
        </a:p>
      </dsp:txBody>
      <dsp:txXfrm>
        <a:off x="3911835" y="863996"/>
        <a:ext cx="1216669" cy="6083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7353B-AC71-4536-98D4-10A322BCC677}">
      <dsp:nvSpPr>
        <dsp:cNvPr id="0" name=""/>
        <dsp:cNvSpPr/>
      </dsp:nvSpPr>
      <dsp:spPr>
        <a:xfrm>
          <a:off x="2362" y="173944"/>
          <a:ext cx="2370638" cy="948255"/>
        </a:xfrm>
        <a:prstGeom prst="homePlate">
          <a:avLst/>
        </a:prstGeom>
        <a:solidFill>
          <a:srgbClr val="002060"/>
        </a:solidFill>
        <a:ln w="25400" cap="flat" cmpd="sng" algn="ctr">
          <a:solidFill>
            <a:srgbClr val="FE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solidFill>
                <a:schemeClr val="bg1"/>
              </a:solidFill>
            </a:rPr>
            <a:t>Open/create stream</a:t>
          </a:r>
        </a:p>
      </dsp:txBody>
      <dsp:txXfrm>
        <a:off x="2362" y="173944"/>
        <a:ext cx="2133574" cy="948255"/>
      </dsp:txXfrm>
    </dsp:sp>
    <dsp:sp modelId="{7AB201EC-C1DA-4348-9862-59CB962F2E59}">
      <dsp:nvSpPr>
        <dsp:cNvPr id="0" name=""/>
        <dsp:cNvSpPr/>
      </dsp:nvSpPr>
      <dsp:spPr>
        <a:xfrm>
          <a:off x="1898873" y="173944"/>
          <a:ext cx="2370638" cy="948255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rgbClr val="FE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solidFill>
                <a:schemeClr val="bg1"/>
              </a:solidFill>
            </a:rPr>
            <a:t>[optional] Convert stream into more “useful” one</a:t>
          </a:r>
        </a:p>
      </dsp:txBody>
      <dsp:txXfrm>
        <a:off x="2373001" y="173944"/>
        <a:ext cx="1422383" cy="948255"/>
      </dsp:txXfrm>
    </dsp:sp>
    <dsp:sp modelId="{B62843C4-3C6C-4720-91EE-36E403820097}">
      <dsp:nvSpPr>
        <dsp:cNvPr id="0" name=""/>
        <dsp:cNvSpPr/>
      </dsp:nvSpPr>
      <dsp:spPr>
        <a:xfrm>
          <a:off x="3795384" y="173944"/>
          <a:ext cx="2370638" cy="948255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rgbClr val="FE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solidFill>
                <a:schemeClr val="bg1"/>
              </a:solidFill>
            </a:rPr>
            <a:t>Read/write data</a:t>
          </a:r>
        </a:p>
      </dsp:txBody>
      <dsp:txXfrm>
        <a:off x="4269512" y="173944"/>
        <a:ext cx="1422383" cy="948255"/>
      </dsp:txXfrm>
    </dsp:sp>
    <dsp:sp modelId="{43100B02-5B0A-44D1-AA1F-D557E3CF9182}">
      <dsp:nvSpPr>
        <dsp:cNvPr id="0" name=""/>
        <dsp:cNvSpPr/>
      </dsp:nvSpPr>
      <dsp:spPr>
        <a:xfrm>
          <a:off x="5691894" y="173944"/>
          <a:ext cx="2370638" cy="948255"/>
        </a:xfrm>
        <a:prstGeom prst="chevron">
          <a:avLst/>
        </a:prstGeom>
        <a:solidFill>
          <a:srgbClr val="002060"/>
        </a:solidFill>
        <a:ln w="25400" cap="flat" cmpd="sng" algn="ctr">
          <a:solidFill>
            <a:srgbClr val="FEC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500" kern="1200" dirty="0">
              <a:solidFill>
                <a:schemeClr val="bg1"/>
              </a:solidFill>
            </a:rPr>
            <a:t>Close stream</a:t>
          </a:r>
        </a:p>
      </dsp:txBody>
      <dsp:txXfrm>
        <a:off x="6166022" y="173944"/>
        <a:ext cx="1422383" cy="94825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35851A-8A4E-475E-9188-5B31C1B70B79}">
      <dsp:nvSpPr>
        <dsp:cNvPr id="0" name=""/>
        <dsp:cNvSpPr/>
      </dsp:nvSpPr>
      <dsp:spPr>
        <a:xfrm>
          <a:off x="2116335" y="1372"/>
          <a:ext cx="1863328" cy="1211163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Introduction</a:t>
          </a:r>
        </a:p>
      </dsp:txBody>
      <dsp:txXfrm>
        <a:off x="2175459" y="60496"/>
        <a:ext cx="1745080" cy="1092915"/>
      </dsp:txXfrm>
    </dsp:sp>
    <dsp:sp modelId="{DB9AC7CA-B93B-4333-BF04-C1BD9A039100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2561250" y="305256"/>
              </a:moveTo>
              <a:arcTo wR="1616036" hR="1616036" stAng="18347740" swAng="3648625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3A6CD5-F362-440E-B19C-B89B5623E073}">
      <dsp:nvSpPr>
        <dsp:cNvPr id="0" name=""/>
        <dsp:cNvSpPr/>
      </dsp:nvSpPr>
      <dsp:spPr>
        <a:xfrm>
          <a:off x="3515864" y="2425427"/>
          <a:ext cx="1863328" cy="1211163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Throwing custom exceptions</a:t>
          </a:r>
        </a:p>
      </dsp:txBody>
      <dsp:txXfrm>
        <a:off x="3574988" y="2484551"/>
        <a:ext cx="1745080" cy="1092915"/>
      </dsp:txXfrm>
    </dsp:sp>
    <dsp:sp modelId="{C837092B-EBC7-4778-B5DD-CAC5E49940DF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2385440" y="3037160"/>
              </a:moveTo>
              <a:arcTo wR="1616036" hR="1616036" stAng="3694120" swAng="3411761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CAA6F-F5B1-4468-96D7-D867BFC6EBCD}">
      <dsp:nvSpPr>
        <dsp:cNvPr id="0" name=""/>
        <dsp:cNvSpPr/>
      </dsp:nvSpPr>
      <dsp:spPr>
        <a:xfrm>
          <a:off x="716807" y="2425427"/>
          <a:ext cx="1863328" cy="1211163"/>
        </a:xfrm>
        <a:prstGeom prst="roundRect">
          <a:avLst/>
        </a:prstGeom>
        <a:solidFill>
          <a:srgbClr val="FE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Error handling in Java</a:t>
          </a:r>
          <a:endParaRPr lang="en-ZA" sz="2300" kern="1200" dirty="0"/>
        </a:p>
      </dsp:txBody>
      <dsp:txXfrm>
        <a:off x="775931" y="2484551"/>
        <a:ext cx="1745080" cy="1092915"/>
      </dsp:txXfrm>
    </dsp:sp>
    <dsp:sp modelId="{75B56427-5788-464F-9BED-37B12FC30975}">
      <dsp:nvSpPr>
        <dsp:cNvPr id="0" name=""/>
        <dsp:cNvSpPr/>
      </dsp:nvSpPr>
      <dsp:spPr>
        <a:xfrm>
          <a:off x="1431963" y="606954"/>
          <a:ext cx="3232073" cy="3232073"/>
        </a:xfrm>
        <a:custGeom>
          <a:avLst/>
          <a:gdLst/>
          <a:ahLst/>
          <a:cxnLst/>
          <a:rect l="0" t="0" r="0" b="0"/>
          <a:pathLst>
            <a:path>
              <a:moveTo>
                <a:pt x="10729" y="1801950"/>
              </a:moveTo>
              <a:arcTo wR="1616036" hR="1616036" stAng="10403635" swAng="3648625"/>
            </a:path>
          </a:pathLst>
        </a:custGeom>
        <a:noFill/>
        <a:ln w="3810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7F7D41-7305-4CB2-9A9B-23DCD7EEE137}">
      <dsp:nvSpPr>
        <dsp:cNvPr id="0" name=""/>
        <dsp:cNvSpPr/>
      </dsp:nvSpPr>
      <dsp:spPr>
        <a:xfrm>
          <a:off x="3564343" y="2178077"/>
          <a:ext cx="269931" cy="827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27788"/>
              </a:lnTo>
              <a:lnTo>
                <a:pt x="269931" y="82778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2CB66-C325-46F1-AEF2-B597A2FE5BBB}">
      <dsp:nvSpPr>
        <dsp:cNvPr id="0" name=""/>
        <dsp:cNvSpPr/>
      </dsp:nvSpPr>
      <dsp:spPr>
        <a:xfrm>
          <a:off x="3195437" y="900403"/>
          <a:ext cx="1088722" cy="377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8951"/>
              </a:lnTo>
              <a:lnTo>
                <a:pt x="1088722" y="188951"/>
              </a:lnTo>
              <a:lnTo>
                <a:pt x="1088722" y="3779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B09FD9-906B-4BD0-BD7F-35FC9FEC8317}">
      <dsp:nvSpPr>
        <dsp:cNvPr id="0" name=""/>
        <dsp:cNvSpPr/>
      </dsp:nvSpPr>
      <dsp:spPr>
        <a:xfrm>
          <a:off x="2106715" y="900403"/>
          <a:ext cx="1088722" cy="377903"/>
        </a:xfrm>
        <a:custGeom>
          <a:avLst/>
          <a:gdLst/>
          <a:ahLst/>
          <a:cxnLst/>
          <a:rect l="0" t="0" r="0" b="0"/>
          <a:pathLst>
            <a:path>
              <a:moveTo>
                <a:pt x="1088722" y="0"/>
              </a:moveTo>
              <a:lnTo>
                <a:pt x="1088722" y="188951"/>
              </a:lnTo>
              <a:lnTo>
                <a:pt x="0" y="188951"/>
              </a:lnTo>
              <a:lnTo>
                <a:pt x="0" y="37790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B502A2-C01A-4AA9-9E4E-2FD65B1E314F}">
      <dsp:nvSpPr>
        <dsp:cNvPr id="0" name=""/>
        <dsp:cNvSpPr/>
      </dsp:nvSpPr>
      <dsp:spPr>
        <a:xfrm>
          <a:off x="2295667" y="632"/>
          <a:ext cx="1799540" cy="899770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Throwable</a:t>
          </a:r>
        </a:p>
      </dsp:txBody>
      <dsp:txXfrm>
        <a:off x="2295667" y="632"/>
        <a:ext cx="1799540" cy="899770"/>
      </dsp:txXfrm>
    </dsp:sp>
    <dsp:sp modelId="{0725AE38-2662-44FD-9B0B-9A8A44C3F82F}">
      <dsp:nvSpPr>
        <dsp:cNvPr id="0" name=""/>
        <dsp:cNvSpPr/>
      </dsp:nvSpPr>
      <dsp:spPr>
        <a:xfrm>
          <a:off x="1206944" y="1278306"/>
          <a:ext cx="1799540" cy="899770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Error</a:t>
          </a:r>
        </a:p>
      </dsp:txBody>
      <dsp:txXfrm>
        <a:off x="1206944" y="1278306"/>
        <a:ext cx="1799540" cy="899770"/>
      </dsp:txXfrm>
    </dsp:sp>
    <dsp:sp modelId="{3E866ECA-B449-4B5C-9267-646F1C1ABBDD}">
      <dsp:nvSpPr>
        <dsp:cNvPr id="0" name=""/>
        <dsp:cNvSpPr/>
      </dsp:nvSpPr>
      <dsp:spPr>
        <a:xfrm>
          <a:off x="3384389" y="1278306"/>
          <a:ext cx="1799540" cy="899770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/>
            <a:t>Exception</a:t>
          </a:r>
        </a:p>
      </dsp:txBody>
      <dsp:txXfrm>
        <a:off x="3384389" y="1278306"/>
        <a:ext cx="1799540" cy="899770"/>
      </dsp:txXfrm>
    </dsp:sp>
    <dsp:sp modelId="{21722BA8-D5CE-4448-A165-1B7F3266DD5B}">
      <dsp:nvSpPr>
        <dsp:cNvPr id="0" name=""/>
        <dsp:cNvSpPr/>
      </dsp:nvSpPr>
      <dsp:spPr>
        <a:xfrm>
          <a:off x="3834274" y="2555980"/>
          <a:ext cx="1799540" cy="899770"/>
        </a:xfrm>
        <a:prstGeom prst="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700" kern="1200" dirty="0" err="1"/>
            <a:t>RuntimeException</a:t>
          </a:r>
          <a:endParaRPr lang="en-ZA" sz="1700" kern="1200" dirty="0"/>
        </a:p>
      </dsp:txBody>
      <dsp:txXfrm>
        <a:off x="3834274" y="2555980"/>
        <a:ext cx="1799540" cy="899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2026/03/03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Concession letters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1085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760F-4F42-46E8-7033-40B2B7EE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C0412-9F35-3AA4-7F85-D7C399699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00B94-0CF0-2FF2-AC45-4A672D256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Image generated by Meta.ai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3B205-2F72-8AC4-BBB6-A379AE290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992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760F-4F42-46E8-7033-40B2B7EE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C0412-9F35-3AA4-7F85-D7C399699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00B94-0CF0-2FF2-AC45-4A672D256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Image generated by Meta.ai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3B205-2F72-8AC4-BBB6-A379AE290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2690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776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2FF3-F1C6-5019-33F3-6B0B76A0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421CE-EF84-58CE-77A5-B1D482E21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A5D99-D220-79C5-5D62-15BC4018D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What is a functional interface?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Interface with exactly one abstract method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That method will then define what you need to implement using your lambda expression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Parameters </a:t>
            </a:r>
            <a:r>
              <a:rPr lang="en-ZA" dirty="0">
                <a:sym typeface="Wingdings" panose="05000000000000000000" pitchFamily="2" charset="2"/>
              </a:rPr>
              <a:t> input values like method parameters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Body is the function logic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52354-BD2F-A353-B4FE-6777ECDB7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261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When working with collections, lambdas help to make it simpler especially when using multi-threaded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667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E727-2FCD-C7A3-6537-8334C00C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03AC8-C9F8-C6D9-518A-AD682C914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B85AE-C969-93BF-D6A4-C83ACDFE3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C9E3E-828F-DD5C-EF94-64F6E6C06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957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6986-7BAE-A096-A8A7-43B32B4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F7C7F-AE0D-F7B9-59BD-5344E1310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0B3D1-2A85-7E61-4FC9-CB87B2A7D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6A3A6-1E6B-5E6C-E18F-A3639F6A5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640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0B61-C9BA-A482-A612-1ADF6470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97428-E340-A755-19A5-1AA742A80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6DB60-0954-87E9-5CB0-39E77902A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(parameters) -&gt; { body }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9A327-CD37-8A6D-39CC-17284864F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692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418AA-76E3-AE2A-BBE7-74A0617AD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C0000-F822-64D9-7DE4-657D62ACA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54982-B502-003D-CBE5-8C9750342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F47C4-55D0-0D2A-12C8-480641CDD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496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846C3-6747-91C4-DCC6-DEEE3396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329FD-0B7C-2161-2858-1D3CC6D9B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5560BE-060F-C2C0-695A-F1B8A271A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87419-29DF-4A37-91EF-A47BF3872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249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D7C29-F04F-7929-F976-6DBD639B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B1CBE-B214-BDAF-3AF4-07204B6F6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3D942-EFEC-5C5B-BD56-5FED2D614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Any lambda or method reference that is assigned to Example needs to match this signature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In red: different parameters &amp; return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ac::g </a:t>
            </a:r>
            <a:r>
              <a:rPr lang="en-ZA" dirty="0">
                <a:sym typeface="Wingdings" panose="05000000000000000000" pitchFamily="2" charset="2"/>
              </a:rPr>
              <a:t> references </a:t>
            </a:r>
            <a:r>
              <a:rPr lang="en-ZA" dirty="0" err="1">
                <a:sym typeface="Wingdings" panose="05000000000000000000" pitchFamily="2" charset="2"/>
              </a:rPr>
              <a:t>Aclass’s</a:t>
            </a:r>
            <a:r>
              <a:rPr lang="en-ZA" dirty="0">
                <a:sym typeface="Wingdings" panose="05000000000000000000" pitchFamily="2" charset="2"/>
              </a:rPr>
              <a:t> instance method 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Question: So what will be the value of n??? 3 (g has the addition)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E84CA-C3B5-A5B2-E7FB-DD23E7584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988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961B-4D68-9D2E-A1AF-0FBD0D05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BC361-42C0-0F62-2A2A-49857925C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BAEF9-A13B-09B4-8E21-87A642785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8E624-C693-03BC-9FCD-7E3730A96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016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957E-6BB2-69DD-DF31-72FE22661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731FF-B0B8-47B5-476B-3C0947CAC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A32B4-F826-47EC-778B-2FC11D5AE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72D76-63EA-5D15-1B11-231835D21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453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4BC3E-82AF-C9E4-733A-2B2FDDF8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CD630-5D03-0BAC-ED3B-6A92CFED1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DA4BC0-BF2E-4252-04F0-8781955AA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675A3-569E-A02D-F6BF-5B7818CE7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290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FD4E0651-2B89-BB4C-A3C7-18D0F56C9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CCE3953-A665-F4DA-8453-5585DB0D2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•"/>
            </a:pPr>
            <a:endParaRPr lang="en-ZA" altLang="en-US" dirty="0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170E69CF-B4EA-A49B-5285-37C6ADB60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09F435-A6B0-465B-BF95-B734011A0F96}" type="slidenum">
              <a:rPr kumimoji="0" lang="en-Z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8345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282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634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1438-1C93-0B3F-0835-2D26831C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D16AC-94C7-5C79-95F3-3FEE8EB38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8F022-301B-B717-043F-DBA254B6F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On the left: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You have the source of the data (so the origin)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 source can be a file, keyboard input or some other data source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For Java, we use </a:t>
            </a:r>
            <a:r>
              <a:rPr lang="en-ZA" dirty="0" err="1"/>
              <a:t>InputStreams</a:t>
            </a:r>
            <a:r>
              <a:rPr lang="en-ZA" dirty="0"/>
              <a:t> to read data from sources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In the middle: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Stream represents a data flow from the source to a destination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Streams are used in Java to read and write bytes or characters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On the right: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Destination or sink which is your output stream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Represents where the data is written or processed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Here we use </a:t>
            </a:r>
            <a:r>
              <a:rPr lang="en-ZA" dirty="0" err="1"/>
              <a:t>OutputStreams</a:t>
            </a:r>
            <a:r>
              <a:rPr lang="en-ZA" dirty="0"/>
              <a:t> in Java to write to that destination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97F24-29F5-C46C-D1F2-D1A48C9E9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8301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Here we have two applications (represented by the boxes on left &amp; right) that are communicating i.e.,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On the same computer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Communicating over the same network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Communicating over the internet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Arrows showing input/output streams (so bidirectional communication):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Top arrow: application on the left writes data using output stream, right application reads the data using an input stream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Bottom arrow: application on the right now writes the data using an output stream, the left application reads the data using an input stream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Data flows in both directions between the two applications using input/output streams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Note again that it can be on the same computer/machine, a local network or across the internet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Q: anyone have an example of applications where this type of communication is useful?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File transfer?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Chat applications?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Client-server model? Api communication?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2482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39A7-EDBC-57E8-C559-C5903B6D2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D9633-0B0A-86CA-FD12-8D5071546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E9393-A796-5512-983A-9DE4BF60A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4F6EC-6401-7571-CC89-2FA653691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8786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5EA0-076E-7C12-4ABD-7344899C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D5864-AC97-CD99-12A6-E0F958B91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1CD06-84FE-6707-529C-C6F7E53DB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2D6E0-7667-12F0-7DF4-092D58FF0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3558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136-96FE-CCC7-F782-1D06822E2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8FCFA-CD76-019B-6693-8827E37FB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B4D2C-C324-2F83-4732-94FD582F2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8A7BE-497A-9987-6F6D-DF7042201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9743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2751E-A628-384C-51B1-4B601349E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908F8-9437-5223-1A6C-99B1A70D0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CA57B-7398-55AB-AD34-E7A83F0B0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What does it mean by providing a conversion??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Scanner not just used for reading in raw input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It will also convert the input into a usable data type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text input </a:t>
            </a:r>
            <a:r>
              <a:rPr lang="en-ZA" dirty="0">
                <a:sym typeface="Wingdings" panose="05000000000000000000" pitchFamily="2" charset="2"/>
              </a:rPr>
              <a:t> int, double, </a:t>
            </a:r>
            <a:r>
              <a:rPr lang="en-ZA" dirty="0" err="1">
                <a:sym typeface="Wingdings" panose="05000000000000000000" pitchFamily="2" charset="2"/>
              </a:rPr>
              <a:t>boolean</a:t>
            </a:r>
            <a:r>
              <a:rPr lang="en-ZA" dirty="0">
                <a:sym typeface="Wingdings" panose="05000000000000000000" pitchFamily="2" charset="2"/>
              </a:rPr>
              <a:t>, etc.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8D60A-0F6E-DE10-81A3-0293C2A56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973368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2C95-9FF2-ECF3-CB86-B27285134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DE5B1D-A542-58B4-ACF3-980E544A0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FC038-9CDA-76AB-C757-BD9DED727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Before reading or writing, a stream must be opened or created,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to read from a source file or from the keyboard, you’ll need to open a stream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The next step is optional, but: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Some streams can only handle raw bytes (like </a:t>
            </a:r>
            <a:r>
              <a:rPr lang="en-ZA" dirty="0" err="1"/>
              <a:t>FileInputStream</a:t>
            </a:r>
            <a:r>
              <a:rPr lang="en-ZA" dirty="0"/>
              <a:t>) so those streams are wrapped in higher-level classes to use them easily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wrapping </a:t>
            </a:r>
            <a:r>
              <a:rPr lang="en-ZA" dirty="0" err="1"/>
              <a:t>FileInputStream</a:t>
            </a:r>
            <a:r>
              <a:rPr lang="en-ZA" dirty="0"/>
              <a:t> using </a:t>
            </a:r>
            <a:r>
              <a:rPr lang="en-ZA" dirty="0" err="1"/>
              <a:t>BufferedReader</a:t>
            </a:r>
            <a:r>
              <a:rPr lang="en-ZA" dirty="0"/>
              <a:t> to read text easier/more efficiently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Then, when the stream is open, you can read from or write to it…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When you’re done, then you need to close the stream (.close()).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You can also include your files so that they are packaged into your final compiled output (JAR file)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Like your text files or </a:t>
            </a:r>
            <a:r>
              <a:rPr lang="en-ZA" dirty="0" err="1"/>
              <a:t>json</a:t>
            </a:r>
            <a:r>
              <a:rPr lang="en-ZA" dirty="0"/>
              <a:t>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7C42A-79A0-C5BD-2505-EE414B211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95280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B280C-15F3-EEB0-8397-67C40D3C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0D87D-DE02-6A1E-0825-D9514EEE4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A423C-209F-CC8B-59F3-0E6E9BECF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When you use text streams, the data is handled as plain text / human-readable characters (e.g., words or numbers)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Example formats: .txt, .csv, .</a:t>
            </a:r>
            <a:r>
              <a:rPr lang="en-ZA" dirty="0" err="1"/>
              <a:t>json</a:t>
            </a:r>
            <a:r>
              <a:rPr lang="en-ZA" dirty="0"/>
              <a:t>, .xml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Similar to console input/output (in reading input / printing output) except that you are reading from and/or storing to a text file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Because the data is stored as text, you might need to, and probably will, convert or split or parse the text strings (i.e., format them)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Scanner helps to read text data (and does that conversion)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 err="1"/>
              <a:t>PrintWriter</a:t>
            </a:r>
            <a:r>
              <a:rPr lang="en-ZA" dirty="0"/>
              <a:t> helps to write the text data to files or wherever you need to save/write your data 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A1F7D-0349-7673-C8A1-7F4AF1730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4386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193B4-C1FC-FDD5-EA2A-2DC5AAEF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F7234-B27E-B23D-BCAC-F14C1B79C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89C86-818C-B0A4-C524-455063D6E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definition of a byte? (Unit of information)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Text streams store data as characters, BUT binary streams store data as bytes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So there is no automatic text encoding/decoding that happens – your program just sees raw bytes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an int is 4 bytes, a char is 2 bytes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Because of this, any conversion needs to be done by you, say between data types &amp; byte arrays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So you would say, byte[] </a:t>
            </a:r>
            <a:r>
              <a:rPr lang="en-ZA" dirty="0" err="1"/>
              <a:t>byteArray</a:t>
            </a:r>
            <a:r>
              <a:rPr lang="en-ZA" dirty="0"/>
              <a:t> = </a:t>
            </a:r>
            <a:r>
              <a:rPr lang="en-ZA" dirty="0" err="1"/>
              <a:t>text.getBytes</a:t>
            </a:r>
            <a:r>
              <a:rPr lang="en-ZA" dirty="0"/>
              <a:t>() where text is a string…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Then binary data is written in bytes or a byte array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Reading is done one byte at a time or as a byte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565EC-143C-5182-162D-2D01761CB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41850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1792C-E30C-8447-31C7-63A58785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244C5-FC30-C188-1D94-1FEE7A4BC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B35D0-8F4E-A1C8-4176-10044E300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Why do we use the word “sink” for a destination in file </a:t>
            </a:r>
            <a:r>
              <a:rPr lang="en-ZA" dirty="0" err="1"/>
              <a:t>i</a:t>
            </a:r>
            <a:r>
              <a:rPr lang="en-ZA" dirty="0"/>
              <a:t>/o??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Borrowed from the idea of water in a sink (basin), water flows or “sinks” into the basin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So for I/O operations, the sink is the location where the data is written or saved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writing to a file, then the file is the “sink”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20ED7-6304-5568-11A2-007E3EE517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346454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2988-116B-B877-B1C5-50BF34BC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534B9-BCEC-ED61-48BE-13439E017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5A06D-BE34-A795-E63B-838315E9D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159CC-9233-41FA-5131-86528F93E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195300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5013-29C1-5023-89E6-E05533CFF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6EAC2-466F-4AD2-F3EF-FE8CEA9F0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47ADC-8631-44C8-C8A7-A23DB5AD3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51DAD-31D0-5BCA-14F7-D30783B75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72403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8FDE-C6F0-86AE-4D89-9FD07592A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0D3C2-C012-2770-E072-14E7750C9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F2F8D-9C9F-8B87-5143-3776D5C8F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Read/write at the same time: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you can read a record, edit &amp; write to same position in a file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Equal sized records: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Program can easily calculate the exact position of a record (by: record size * index of the record)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E.g., 1 record is 100 bytes, then 5</a:t>
            </a:r>
            <a:r>
              <a:rPr lang="en-ZA" baseline="30000" dirty="0"/>
              <a:t>th</a:t>
            </a:r>
            <a:r>
              <a:rPr lang="en-ZA" dirty="0"/>
              <a:t> record is at </a:t>
            </a:r>
            <a:r>
              <a:rPr lang="en-ZA" dirty="0" err="1"/>
              <a:t>pos</a:t>
            </a:r>
            <a:r>
              <a:rPr lang="en-ZA" dirty="0"/>
              <a:t> 500 (100 * 5)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Why databases? Record are fixed size (records = rows in a table), fast access is NB </a:t>
            </a:r>
            <a:r>
              <a:rPr lang="en-ZA" dirty="0">
                <a:sym typeface="Wingdings" panose="05000000000000000000" pitchFamily="2" charset="2"/>
              </a:rPr>
              <a:t> can jump to exact position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07187-03E8-A40A-091A-134364455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2545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8958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D768E-C3EC-41DC-8B8B-05D8793498BE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1362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To create programs that are: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Clear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Robust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Fault-tolerant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621492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D4EF-AACE-283B-B934-DB6A3A67C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52B18-9B48-31F9-65FD-D061E59D8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ED472-D942-E117-F2EA-DCB445807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9112F-2A7D-C627-1C77-09C0C0FD1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21173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D6A35-DAFC-1DB8-AC6F-9795D01B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D93AF-1159-276A-7FAF-6F4159B50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9BD78-8BD2-812A-0E0C-49B7C4B74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8AB86-803A-F096-DB54-9AA8A19BF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08211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38343-EC5F-724A-A6AF-38F71339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5EB52-51AD-FA96-0090-22C4CD810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64CE0-8EF3-D013-32F3-C9763CC65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9872-9F8A-82E9-42ED-1FE0C67E9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278975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EB89-6CA7-E7A8-3C95-6A891806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D44D1-D4A7-8729-6BE7-B1D0F585B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F5E1F-4BFB-1619-FED3-DDE8A3056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203CD-A53F-D14D-E612-771C2A2AE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30959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60CB-2B4D-B3D8-7DD9-D59BC8587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BE879-97DA-DAD8-59BF-FC289219E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508A9-6949-B44D-0620-704242C47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1F195-F435-2E6B-27B0-9AC3C54E4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15305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7D445-4B99-1A0F-7B25-C42AC202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44D5E-02FE-159C-044E-D8D9494A1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E911C-624A-6353-4230-E1AFDEAD2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What do we mean by checked or unchecked exceptions?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Describes how exceptions will be handled in code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i.e., if they need to be explicitly declared or handled by you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Throwable (superclass of all errors &amp; exceptions)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Exception: exception conditions that your program should be able to handle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Error: used for serious errors that would not typically be handled by your program (like JVM errors)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So checked exceptions (like Exception)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Must be caught or declared in the method signature using the “throws” keyword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You have to handle them </a:t>
            </a:r>
            <a:r>
              <a:rPr lang="en-ZA" dirty="0">
                <a:sym typeface="Wingdings" panose="05000000000000000000" pitchFamily="2" charset="2"/>
              </a:rPr>
              <a:t> they are expected to occur in specific situations and can be recovered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If a method throws an exception can catch in try-catch block OR must be in the method signature using the throws keyword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Unchecked exception: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Not required to be caught or declared in the method signature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So they are bugs that can’t be recovered from such as </a:t>
            </a:r>
            <a:r>
              <a:rPr lang="en-ZA" dirty="0" err="1">
                <a:sym typeface="Wingdings" panose="05000000000000000000" pitchFamily="2" charset="2"/>
              </a:rPr>
              <a:t>RunTimeException</a:t>
            </a:r>
            <a:r>
              <a:rPr lang="en-ZA" dirty="0">
                <a:sym typeface="Wingdings" panose="05000000000000000000" pitchFamily="2" charset="2"/>
              </a:rPr>
              <a:t> (logic errors or invalid input) like </a:t>
            </a:r>
            <a:r>
              <a:rPr lang="en-ZA" dirty="0" err="1">
                <a:sym typeface="Wingdings" panose="05000000000000000000" pitchFamily="2" charset="2"/>
              </a:rPr>
              <a:t>NullPointerException</a:t>
            </a:r>
            <a:endParaRPr lang="en-ZA" dirty="0">
              <a:sym typeface="Wingdings" panose="05000000000000000000" pitchFamily="2" charset="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Not anticipated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>
              <a:sym typeface="Wingdings" panose="05000000000000000000" pitchFamily="2" charset="2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Summary: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Checked exceptions: need explicit handling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Unchecked exceptions: do not need explicit handling (BUT should be avoided/fixed in code)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>
                <a:sym typeface="Wingdings" panose="05000000000000000000" pitchFamily="2" charset="2"/>
              </a:rPr>
              <a:t>For Error, e.g. </a:t>
            </a:r>
            <a:r>
              <a:rPr lang="en-ZA" dirty="0" err="1">
                <a:sym typeface="Wingdings" panose="05000000000000000000" pitchFamily="2" charset="2"/>
              </a:rPr>
              <a:t>OutOfMemoryError</a:t>
            </a:r>
            <a:r>
              <a:rPr lang="en-ZA" dirty="0">
                <a:sym typeface="Wingdings" panose="05000000000000000000" pitchFamily="2" charset="2"/>
              </a:rPr>
              <a:t> or </a:t>
            </a:r>
            <a:r>
              <a:rPr lang="en-ZA" dirty="0" err="1">
                <a:sym typeface="Wingdings" panose="05000000000000000000" pitchFamily="2" charset="2"/>
              </a:rPr>
              <a:t>StackOverflowError</a:t>
            </a:r>
            <a:r>
              <a:rPr lang="en-ZA" dirty="0">
                <a:sym typeface="Wingdings" panose="05000000000000000000" pitchFamily="2" charset="2"/>
              </a:rPr>
              <a:t> (not generally recoverable, so you can’t really handle them)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3DE07-38E0-CD52-14CC-C090842E1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18603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230D-5396-8A5D-9769-F78AF676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C2ECC-459A-E59E-D2CA-60B76474A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4E8A3-13B8-38B6-F24D-86B351A47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3601C-B09B-ED44-CB3A-3866F92AC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85676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53B55-311B-BB0B-9480-065DD7E2C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0578E8-C6C4-4B41-7385-AABC0B6BE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F624E-98E5-E682-BB64-19FA65674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Q: Sometimes want to define own exceptions, when would that be?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Want to pass specific parameters that could be used to solve the problem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Want to handle specific types of errors differently from existing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516CC-C170-E2FA-E8C1-36254F054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9709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6AD0-156A-68E2-6EF4-28F1A63C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8EF0C-0632-85AE-6A3E-797B1E8F4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1DA44-3632-CC7E-2C38-ED6700860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D5B9A-47CF-E3F0-C70A-ABFD5C4FC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11951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C1C6-6929-2A10-3D4A-D83F75C9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FD9BC-DE27-1F49-715A-B3D6A5DFA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FB8C6-B8F6-7E02-1D2B-1CA195615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BE8AB-4A2E-7CC4-1D61-963DE65A4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27510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4030-0233-5ABE-1040-A8EAFEDC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9036D-6CA8-3942-72AE-5532EC0C9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26F169-2A10-FDE9-364C-3E5ECBB93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C03F8-AFCC-B1E0-DCCC-11136A453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473614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webfolder/technetwork/tutorials/obe/java/Lambda-QuickStart/index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tutorial/java/javaOO/lambdaexpressions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webfolder/technetwork/tutorials/obe/java/Lambda-QuickStart/index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developer.com/java/start-using-java-lambda-expressions.html" TargetMode="External"/><Relationship Id="rId4" Type="http://schemas.openxmlformats.org/officeDocument/2006/relationships/hyperlink" Target="http://www.drdobbs.com/jvm/lambda-expressions-in-java-8/240166764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javaOO/methodreferences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3: Lambdas, File I/O &amp; Exception Handling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B30B9-2771-0689-02EC-104B74DB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6BFBEA-DA88-4D77-20BA-F3A5D2144C52}"/>
              </a:ext>
            </a:extLst>
          </p:cNvPr>
          <p:cNvSpPr/>
          <p:nvPr/>
        </p:nvSpPr>
        <p:spPr>
          <a:xfrm>
            <a:off x="1692275" y="1563687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6000" dirty="0"/>
              <a:t>Some admin…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465305782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521B-F257-455B-10FC-A3C277E3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119BDA9-0931-E9A8-16D4-2BCF959DD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400"/>
              <a:t>Tests &amp; exams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A1DE82A-4B0E-F7FB-8231-5BDDE37723B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7" y="1005576"/>
            <a:ext cx="4184973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Cheat sheet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Handwritten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Double-sided A4 page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Internet will be switched off in the lab for the duration of the test/exam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Why?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You can use any tool to help you prepare for assessments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BUT you should be prepared when entering the assessment &amp; shouldn’t need any help at that point</a:t>
            </a:r>
          </a:p>
        </p:txBody>
      </p:sp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10D4C0E3-1FA9-6CDC-2F49-7F47016E5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4072"/>
          <a:stretch/>
        </p:blipFill>
        <p:spPr>
          <a:xfrm>
            <a:off x="4508501" y="1005576"/>
            <a:ext cx="4176713" cy="35890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726167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521B-F257-455B-10FC-A3C277E3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119BDA9-0931-E9A8-16D4-2BCF959DD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400" dirty="0"/>
              <a:t>Test 1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A1DE82A-4B0E-F7FB-8231-5BDDE37723B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23527" y="1005576"/>
            <a:ext cx="4184973" cy="3589046"/>
          </a:xfrm>
        </p:spPr>
        <p:txBody>
          <a:bodyPr wrap="square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Content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 content including next week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Theory: Quiz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MCQ, Fill in the blank, multi-select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3" name="Picture 2" descr="A paper with writing on it&#10;&#10;AI-generated content may be incorrect.">
            <a:extLst>
              <a:ext uri="{FF2B5EF4-FFF2-40B4-BE49-F238E27FC236}">
                <a16:creationId xmlns:a16="http://schemas.microsoft.com/office/drawing/2014/main" id="{10D4C0E3-1FA9-6CDC-2F49-7F47016E5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4072"/>
          <a:stretch/>
        </p:blipFill>
        <p:spPr>
          <a:xfrm>
            <a:off x="4508501" y="1005576"/>
            <a:ext cx="4176713" cy="35890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1967827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80828" y="2156251"/>
            <a:ext cx="3174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Lambdas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20F3B-8B25-4893-A4CC-97BB723A7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248" y="1534334"/>
            <a:ext cx="2310566" cy="231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1223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C74B-2797-B401-970F-F6F54328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63005B-B0A0-BF23-F317-B4EFEDD39833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99783-8A56-F1B1-A484-CE61E3E3BB98}"/>
              </a:ext>
            </a:extLst>
          </p:cNvPr>
          <p:cNvSpPr txBox="1"/>
          <p:nvPr/>
        </p:nvSpPr>
        <p:spPr>
          <a:xfrm>
            <a:off x="5604291" y="2183040"/>
            <a:ext cx="250741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Lambdas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BE785-9D9E-8F5F-D364-1B2AAA7151CB}"/>
              </a:ext>
            </a:extLst>
          </p:cNvPr>
          <p:cNvSpPr txBox="1"/>
          <p:nvPr/>
        </p:nvSpPr>
        <p:spPr>
          <a:xfrm>
            <a:off x="683568" y="270988"/>
            <a:ext cx="3872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What are lambdas?</a:t>
            </a:r>
            <a:endParaRPr kumimoji="0" lang="en-ZA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0586A-A027-C43D-8675-64A424A6B259}"/>
              </a:ext>
            </a:extLst>
          </p:cNvPr>
          <p:cNvSpPr txBox="1"/>
          <p:nvPr/>
        </p:nvSpPr>
        <p:spPr>
          <a:xfrm>
            <a:off x="16189" y="783744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 way to write short, anonymous functions</a:t>
            </a:r>
            <a:endParaRPr kumimoji="0" lang="en-ZA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9" name="Graphic 3" descr="Lights On with solid fill">
            <a:extLst>
              <a:ext uri="{FF2B5EF4-FFF2-40B4-BE49-F238E27FC236}">
                <a16:creationId xmlns:a16="http://schemas.microsoft.com/office/drawing/2014/main" id="{FE59FB7A-BB6C-EACA-01DA-C6774A695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55"/>
            <a:ext cx="824783" cy="824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B7DD6F-7E3F-0FC3-555F-20ABE4A77044}"/>
              </a:ext>
            </a:extLst>
          </p:cNvPr>
          <p:cNvSpPr txBox="1"/>
          <p:nvPr/>
        </p:nvSpPr>
        <p:spPr>
          <a:xfrm>
            <a:off x="667379" y="1743763"/>
            <a:ext cx="3872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Why would we use them?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0B39D-BCC5-5C8E-D96E-34E3E41905C6}"/>
              </a:ext>
            </a:extLst>
          </p:cNvPr>
          <p:cNvSpPr txBox="1"/>
          <p:nvPr/>
        </p:nvSpPr>
        <p:spPr>
          <a:xfrm>
            <a:off x="0" y="2299072"/>
            <a:ext cx="4644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To write cleaner, more readable code when working with functional interfaces</a:t>
            </a:r>
            <a:endParaRPr kumimoji="0" lang="en-ZA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2" name="Graphic 3" descr="Lights On with solid fill">
            <a:extLst>
              <a:ext uri="{FF2B5EF4-FFF2-40B4-BE49-F238E27FC236}">
                <a16:creationId xmlns:a16="http://schemas.microsoft.com/office/drawing/2014/main" id="{C7E22A05-CFF4-686D-86DC-A0C7F50E3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5" y="1491630"/>
            <a:ext cx="824783" cy="824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F4E5C4-190D-ABFE-9C92-81BFD61C1B13}"/>
              </a:ext>
            </a:extLst>
          </p:cNvPr>
          <p:cNvSpPr txBox="1"/>
          <p:nvPr/>
        </p:nvSpPr>
        <p:spPr>
          <a:xfrm>
            <a:off x="667379" y="3330184"/>
            <a:ext cx="3872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What do they look like?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5" name="Graphic 3" descr="Lights On with solid fill">
            <a:extLst>
              <a:ext uri="{FF2B5EF4-FFF2-40B4-BE49-F238E27FC236}">
                <a16:creationId xmlns:a16="http://schemas.microsoft.com/office/drawing/2014/main" id="{D6FE6CE0-A828-F23D-C0C3-0C5516B30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5" y="3078051"/>
            <a:ext cx="824783" cy="824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2C854E-0E70-2F83-C9CF-5875BA43A456}"/>
              </a:ext>
            </a:extLst>
          </p:cNvPr>
          <p:cNvSpPr txBox="1"/>
          <p:nvPr/>
        </p:nvSpPr>
        <p:spPr>
          <a:xfrm>
            <a:off x="575372" y="389056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(parameters) -&gt; { body }</a:t>
            </a:r>
          </a:p>
        </p:txBody>
      </p:sp>
    </p:spTree>
    <p:extLst>
      <p:ext uri="{BB962C8B-B14F-4D97-AF65-F5344CB8AC3E}">
        <p14:creationId xmlns:p14="http://schemas.microsoft.com/office/powerpoint/2010/main" val="5830713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8010A-C02C-574A-5872-43D1BA10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6D67107-C9F6-C748-E244-885075DD6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Lambdas </a:t>
            </a:r>
            <a:r>
              <a:rPr lang="en-ZA" dirty="0">
                <a:sym typeface="Symbol"/>
              </a:rPr>
              <a:t></a:t>
            </a:r>
            <a:endParaRPr lang="en-US" altLang="en-US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3E78822-4D97-C8BB-7F0D-3DEB1206D4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 a nutshell: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Added in Java language level 8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Treats functions as 1st class “objects” (you can access &amp; use them in same way as a variable)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Lambda expressions provide a simple, concise way of implementing single method interfaces known as Functional Interfaces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Also known as anonymous methods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“Syntactic” sugar = makes code look “pretty” &amp; “simpler”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Collections classes (WRPV302) have been updated to make querying, using collections simpler &amp; multi-threaded (read run across multiple CPUs)</a:t>
            </a:r>
          </a:p>
          <a:p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73330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39C6-058A-E2A8-AFE7-471E2187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D935650-8BA5-6F16-9B16-5EB72CAF5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Lambdas </a:t>
            </a:r>
            <a:r>
              <a:rPr lang="en-ZA" dirty="0">
                <a:sym typeface="Symbol"/>
              </a:rPr>
              <a:t></a:t>
            </a:r>
            <a:endParaRPr lang="en-US" altLang="en-US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F775A37-486A-8F68-1421-73CF3CB37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Read: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3"/>
              </a:rPr>
              <a:t>http://www.oracle.com/webfolder/technetwork/tutorials/obe/java/Lambda-QuickStart/index.html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  <a:hlinkClick r:id="rId4"/>
              </a:rPr>
              <a:t>https://docs.oracle.com/javase/tutorial/java/javaOO/lambdaexpressions.html</a:t>
            </a:r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04572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12FE-6A3C-67C9-FAFB-CD22F0BBE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209F80C-57E0-E432-F897-6F1E3360E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Lambdas </a:t>
            </a:r>
            <a:r>
              <a:rPr lang="en-ZA" dirty="0">
                <a:sym typeface="Symbol"/>
              </a:rPr>
              <a:t> example</a:t>
            </a:r>
            <a:endParaRPr lang="en-US" altLang="en-US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D1EC1-E3AA-5B77-33E9-FA6301517E1A}"/>
              </a:ext>
            </a:extLst>
          </p:cNvPr>
          <p:cNvSpPr txBox="1"/>
          <p:nvPr/>
        </p:nvSpPr>
        <p:spPr>
          <a:xfrm>
            <a:off x="323850" y="987574"/>
            <a:ext cx="47596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@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FunctionalInterface</a:t>
            </a: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interface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PersonSelector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boolean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isSelected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(Person person);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F675C-80C5-F5AF-2F25-1F5B04D89FF7}"/>
              </a:ext>
            </a:extLst>
          </p:cNvPr>
          <p:cNvSpPr txBox="1"/>
          <p:nvPr/>
        </p:nvSpPr>
        <p:spPr>
          <a:xfrm>
            <a:off x="323850" y="2124601"/>
            <a:ext cx="856195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 In some other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void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displayPeople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ArrayList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&lt;Person&gt; people,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PersonSelector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selector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for(Person 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: people)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if(</a:t>
            </a: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selector.isSelected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(person))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	System.out.println(person);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50946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A8FC8-3572-EF07-EF50-7A86AF05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7284A8D-C23E-3579-535B-C4E9C0FF6870}"/>
              </a:ext>
            </a:extLst>
          </p:cNvPr>
          <p:cNvSpPr txBox="1"/>
          <p:nvPr/>
        </p:nvSpPr>
        <p:spPr>
          <a:xfrm>
            <a:off x="3633306" y="3582567"/>
            <a:ext cx="5503072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 using a lambda expression: 5 lines to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displayPeople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(people,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 -&gt;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person.age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&lt; 25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22768-CE4D-F5FE-A40B-D691D9EE8F79}"/>
              </a:ext>
            </a:extLst>
          </p:cNvPr>
          <p:cNvSpPr/>
          <p:nvPr/>
        </p:nvSpPr>
        <p:spPr>
          <a:xfrm>
            <a:off x="3203848" y="4299942"/>
            <a:ext cx="5932530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1D38A-6A24-CD30-48E5-D028294A994F}"/>
              </a:ext>
            </a:extLst>
          </p:cNvPr>
          <p:cNvSpPr/>
          <p:nvPr/>
        </p:nvSpPr>
        <p:spPr>
          <a:xfrm>
            <a:off x="-4195" y="362517"/>
            <a:ext cx="3635096" cy="2383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984F62-4149-674C-F26F-6386E8ABB38E}"/>
              </a:ext>
            </a:extLst>
          </p:cNvPr>
          <p:cNvSpPr/>
          <p:nvPr/>
        </p:nvSpPr>
        <p:spPr>
          <a:xfrm>
            <a:off x="-4195" y="2760299"/>
            <a:ext cx="3635094" cy="2383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46ACCB-A7A3-A62F-AB0E-AE40A9CA4CEF}"/>
              </a:ext>
            </a:extLst>
          </p:cNvPr>
          <p:cNvSpPr txBox="1"/>
          <p:nvPr/>
        </p:nvSpPr>
        <p:spPr>
          <a:xfrm>
            <a:off x="317678" y="624156"/>
            <a:ext cx="29940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Without lambdas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F64645-60B7-2258-4708-4C1F3729501F}"/>
              </a:ext>
            </a:extLst>
          </p:cNvPr>
          <p:cNvSpPr txBox="1"/>
          <p:nvPr/>
        </p:nvSpPr>
        <p:spPr>
          <a:xfrm>
            <a:off x="560954" y="3120183"/>
            <a:ext cx="250479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lambdas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AAE08C-93AB-74A2-DE18-51D9B64BDCB6}"/>
              </a:ext>
            </a:extLst>
          </p:cNvPr>
          <p:cNvCxnSpPr/>
          <p:nvPr/>
        </p:nvCxnSpPr>
        <p:spPr>
          <a:xfrm>
            <a:off x="3619227" y="0"/>
            <a:ext cx="0" cy="5148000"/>
          </a:xfrm>
          <a:prstGeom prst="line">
            <a:avLst/>
          </a:prstGeom>
          <a:ln w="57150">
            <a:solidFill>
              <a:srgbClr val="0010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2091E6-D354-F1E6-8B06-EAE6624C1094}"/>
              </a:ext>
            </a:extLst>
          </p:cNvPr>
          <p:cNvCxnSpPr>
            <a:cxnSpLocks/>
          </p:cNvCxnSpPr>
          <p:nvPr/>
        </p:nvCxnSpPr>
        <p:spPr>
          <a:xfrm flipH="1">
            <a:off x="-4195" y="2760299"/>
            <a:ext cx="9162000" cy="0"/>
          </a:xfrm>
          <a:prstGeom prst="line">
            <a:avLst/>
          </a:prstGeom>
          <a:ln w="57150">
            <a:solidFill>
              <a:srgbClr val="0010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3">
            <a:extLst>
              <a:ext uri="{FF2B5EF4-FFF2-40B4-BE49-F238E27FC236}">
                <a16:creationId xmlns:a16="http://schemas.microsoft.com/office/drawing/2014/main" id="{786569DA-A932-A15D-ABFE-6314A4C161FC}"/>
              </a:ext>
            </a:extLst>
          </p:cNvPr>
          <p:cNvSpPr txBox="1"/>
          <p:nvPr/>
        </p:nvSpPr>
        <p:spPr>
          <a:xfrm>
            <a:off x="5644493" y="4730829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See 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FEC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/example03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CE79B-00CE-F033-6A9B-4CF89CF2C319}"/>
              </a:ext>
            </a:extLst>
          </p:cNvPr>
          <p:cNvSpPr txBox="1"/>
          <p:nvPr/>
        </p:nvSpPr>
        <p:spPr>
          <a:xfrm>
            <a:off x="3661161" y="748728"/>
            <a:ext cx="5482839" cy="16004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 using an anonymous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displayPeople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(people, 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new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PersonSelector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boolean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isSelected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(Person person){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return </a:t>
            </a:r>
            <a:r>
              <a:rPr kumimoji="0" lang="en-ZA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person.age</a:t>
            </a: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&lt; 25;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9A93D-7ED3-53DB-9A01-36AD2324C5F4}"/>
              </a:ext>
            </a:extLst>
          </p:cNvPr>
          <p:cNvSpPr txBox="1"/>
          <p:nvPr/>
        </p:nvSpPr>
        <p:spPr>
          <a:xfrm>
            <a:off x="0" y="-7215"/>
            <a:ext cx="9148760" cy="369332"/>
          </a:xfrm>
          <a:prstGeom prst="rect">
            <a:avLst/>
          </a:prstGeom>
          <a:solidFill>
            <a:srgbClr val="FEC00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 same class somewhere else: display everyone younger than 25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08525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473B-B4D0-67FB-1235-1FE011879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D2A4620-CE8E-AC4F-57FE-8A804B014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12838"/>
            <a:ext cx="8784654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Book"/>
                <a:ea typeface="ＭＳ Ｐゴシック" charset="0"/>
                <a:cs typeface="+mn-cs"/>
                <a:hlinkClick r:id="rId3"/>
              </a:rPr>
              <a:t>http://www.oracle.com/webfolder/technetwork/tutorials/obe/java/Lambda-QuickStart/index.html</a:t>
            </a: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Book"/>
                <a:ea typeface="ＭＳ Ｐゴシック" charset="0"/>
                <a:cs typeface="+mn-cs"/>
                <a:hlinkClick r:id="rId4"/>
              </a:rPr>
              <a:t>http://www.drdobbs.com/jvm/lambda-expressions-in-java-8/240166764</a:t>
            </a: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Book"/>
                <a:ea typeface="ＭＳ Ｐゴシック" charset="0"/>
                <a:cs typeface="+mn-cs"/>
                <a:hlinkClick r:id="rId5"/>
              </a:rPr>
              <a:t>http://www.developer.com/java/start-using-java-lambda-expressions.html</a:t>
            </a: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2A6D9D17-9234-0AEF-87FE-96F9D99D1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Lambdas </a:t>
            </a:r>
            <a:r>
              <a:rPr lang="en-ZA" dirty="0">
                <a:sym typeface="Symbol"/>
              </a:rPr>
              <a:t> syntax</a:t>
            </a:r>
            <a:endParaRPr lang="en-US" altLang="en-US" dirty="0">
              <a:latin typeface="Avenir Medium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1FECB-7BBC-7AB2-E15F-056EFD5977DB}"/>
              </a:ext>
            </a:extLst>
          </p:cNvPr>
          <p:cNvSpPr txBox="1"/>
          <p:nvPr/>
        </p:nvSpPr>
        <p:spPr>
          <a:xfrm>
            <a:off x="445688" y="1169565"/>
            <a:ext cx="156324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A983B-0F2F-F161-8C12-1C786A1DF723}"/>
              </a:ext>
            </a:extLst>
          </p:cNvPr>
          <p:cNvSpPr txBox="1"/>
          <p:nvPr/>
        </p:nvSpPr>
        <p:spPr>
          <a:xfrm>
            <a:off x="5284170" y="1183847"/>
            <a:ext cx="736099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body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C206D-24D7-251C-54A5-C17F9D42C15F}"/>
              </a:ext>
            </a:extLst>
          </p:cNvPr>
          <p:cNvSpPr txBox="1"/>
          <p:nvPr/>
        </p:nvSpPr>
        <p:spPr>
          <a:xfrm>
            <a:off x="2987824" y="1178162"/>
            <a:ext cx="460382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-&gt;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ACF8A-0F86-2926-8CA6-98D78BCD8323}"/>
              </a:ext>
            </a:extLst>
          </p:cNvPr>
          <p:cNvSpPr txBox="1"/>
          <p:nvPr/>
        </p:nvSpPr>
        <p:spPr>
          <a:xfrm>
            <a:off x="32113" y="1635646"/>
            <a:ext cx="23903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a, float b)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(a, b)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F04DC-D7BC-2F94-6A64-B2B0A787B1EE}"/>
              </a:ext>
            </a:extLst>
          </p:cNvPr>
          <p:cNvSpPr txBox="1"/>
          <p:nvPr/>
        </p:nvSpPr>
        <p:spPr>
          <a:xfrm>
            <a:off x="3779912" y="1928034"/>
            <a:ext cx="465223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//Single expression (return if non-void)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{…} // multiple instructions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return &lt;expression&gt;; // if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40264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build="p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7685B-EDDF-81C2-0B92-D5C15F75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EFDC594-EBBC-F93A-F979-E048FBABA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Method references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78F0477-8225-1B16-F007-AF032A27A1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An object’s method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may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be assigned to a Functional Interface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if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the method (excluding the name) has the same signature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 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&lt;object&gt;::&lt;method name&gt; 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notation to obtain a reference to the method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Also works for static methods</a:t>
            </a:r>
          </a:p>
          <a:p>
            <a:pPr lvl="1"/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&lt;class&gt;::&lt;static method name&gt;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E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/example04</a:t>
            </a:r>
          </a:p>
        </p:txBody>
      </p:sp>
    </p:spTree>
    <p:extLst>
      <p:ext uri="{BB962C8B-B14F-4D97-AF65-F5344CB8AC3E}">
        <p14:creationId xmlns:p14="http://schemas.microsoft.com/office/powerpoint/2010/main" val="15289146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4635-BF57-15D1-81B8-6CA22A8E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BBFAD1-04D2-1326-4BBB-181F68ABB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06587"/>
            <a:ext cx="8784654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 pitchFamily="2" charset="0"/>
              <a:ea typeface="ＭＳ Ｐゴシック" panose="020B0600070205080204" pitchFamily="34" charset="-128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Book"/>
                <a:ea typeface="ＭＳ Ｐゴシック" charset="0"/>
                <a:cs typeface="+mn-cs"/>
              </a:rPr>
              <a:t>Read 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Book"/>
                <a:ea typeface="ＭＳ Ｐゴシック" charset="0"/>
                <a:cs typeface="+mn-cs"/>
                <a:hlinkClick r:id="rId3"/>
              </a:rPr>
              <a:t>https://docs.oracle.com/javase/tutorial/java/javaOO/methodreferences.html</a:t>
            </a: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Book"/>
              <a:ea typeface="ＭＳ Ｐゴシック" charset="0"/>
              <a:cs typeface="+mn-cs"/>
            </a:endParaRPr>
          </a:p>
          <a:p>
            <a:pPr marL="173038" marR="0" lvl="0" indent="-17303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B1F70903-A4E0-6CA0-68CB-9FE3F4451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Method 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86656-FFD7-B8A5-3736-5ED9C7B5B603}"/>
              </a:ext>
            </a:extLst>
          </p:cNvPr>
          <p:cNvSpPr txBox="1"/>
          <p:nvPr/>
        </p:nvSpPr>
        <p:spPr>
          <a:xfrm>
            <a:off x="4572000" y="51470"/>
            <a:ext cx="4140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@</a:t>
            </a:r>
            <a:r>
              <a:rPr kumimoji="0" lang="en-ZA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FunctionalInterface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interface Example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int f(int a, int b);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EE9B4-FCED-5B1A-5467-092EEF353EBA}"/>
              </a:ext>
            </a:extLst>
          </p:cNvPr>
          <p:cNvSpPr txBox="1"/>
          <p:nvPr/>
        </p:nvSpPr>
        <p:spPr>
          <a:xfrm>
            <a:off x="323849" y="934725"/>
            <a:ext cx="849629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AClass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int g(int a, int b) { return a + b; } 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  <a:sym typeface="Wingdings"/>
              </a:rPr>
              <a:t></a:t>
            </a:r>
            <a:endParaRPr kumimoji="0" lang="en-ZA" sz="1600" b="1" i="0" u="none" strike="noStrike" kern="120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int h(int a, int b) { return a – b; }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  <a:sym typeface="Wingdings"/>
              </a:rPr>
              <a:t> </a:t>
            </a:r>
            <a:endParaRPr kumimoji="0" lang="en-ZA" sz="1600" b="1" i="0" u="none" strike="noStrike" kern="120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int </a:t>
            </a:r>
            <a:r>
              <a:rPr kumimoji="0" lang="en-ZA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(int a, int b) { return a * b; }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  <a:sym typeface="Wingdings"/>
              </a:rPr>
              <a:t> </a:t>
            </a:r>
            <a:endParaRPr kumimoji="0" lang="en-ZA" sz="1600" b="1" i="0" u="none" strike="noStrike" kern="120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static int j(int a, int b) { return a / b; }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  <a:sym typeface="Wingdings"/>
              </a:rPr>
              <a:t> </a:t>
            </a:r>
            <a:endParaRPr kumimoji="0" lang="en-ZA" sz="1600" b="1" i="0" u="none" strike="noStrike" kern="120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void f(int b) {…} 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  <a:sym typeface="Wingdings"/>
              </a:rPr>
              <a:t></a:t>
            </a:r>
            <a:endParaRPr kumimoji="0" lang="en-ZA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 In some other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AClass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ac = new 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AClass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 Obtain reference to object/class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Example 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intf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ac::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g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 // or 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::h, </a:t>
            </a:r>
            <a:r>
              <a:rPr kumimoji="0" lang="en-ZA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::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and </a:t>
            </a:r>
            <a:r>
              <a:rPr kumimoji="0" lang="en-ZA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AClass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::j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n = 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intf.</a:t>
            </a:r>
            <a:r>
              <a:rPr kumimoji="0" lang="en-ZA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(1,2); // same as 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int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n = </a:t>
            </a:r>
            <a:r>
              <a:rPr kumimoji="0" lang="en-ZA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ac.</a:t>
            </a:r>
            <a:r>
              <a:rPr kumimoji="0" lang="en-ZA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g</a:t>
            </a:r>
            <a:r>
              <a:rPr kumimoji="0" lang="en-ZA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(1,2);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4DE9C29-9301-E919-D2E5-63950C9C76E6}"/>
              </a:ext>
            </a:extLst>
          </p:cNvPr>
          <p:cNvSpPr/>
          <p:nvPr/>
        </p:nvSpPr>
        <p:spPr>
          <a:xfrm>
            <a:off x="3189" y="3914026"/>
            <a:ext cx="402344" cy="2419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45ABF41-D999-E05B-93F6-AE696D36DB7D}"/>
              </a:ext>
            </a:extLst>
          </p:cNvPr>
          <p:cNvSpPr/>
          <p:nvPr/>
        </p:nvSpPr>
        <p:spPr>
          <a:xfrm>
            <a:off x="0" y="3656955"/>
            <a:ext cx="402344" cy="2419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5DCCE28-F75D-0E2F-C98A-C2DEE19FDA93}"/>
              </a:ext>
            </a:extLst>
          </p:cNvPr>
          <p:cNvSpPr/>
          <p:nvPr/>
        </p:nvSpPr>
        <p:spPr>
          <a:xfrm>
            <a:off x="0" y="1244645"/>
            <a:ext cx="402344" cy="2419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A31310-07D8-4FCB-9EA0-D85A7AE14CE1}"/>
              </a:ext>
            </a:extLst>
          </p:cNvPr>
          <p:cNvSpPr/>
          <p:nvPr/>
        </p:nvSpPr>
        <p:spPr>
          <a:xfrm>
            <a:off x="4823451" y="2343249"/>
            <a:ext cx="4140876" cy="100806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ZA" sz="2400" dirty="0">
                <a:sym typeface="Wingdings" panose="05000000000000000000" pitchFamily="2" charset="2"/>
              </a:rPr>
              <a:t>Question: So what will be the value of n?</a:t>
            </a:r>
            <a:endParaRPr lang="en-ZA" sz="3600" dirty="0"/>
          </a:p>
        </p:txBody>
      </p:sp>
      <p:pic>
        <p:nvPicPr>
          <p:cNvPr id="11" name="Graphic 3" descr="Lights On with solid fill">
            <a:extLst>
              <a:ext uri="{FF2B5EF4-FFF2-40B4-BE49-F238E27FC236}">
                <a16:creationId xmlns:a16="http://schemas.microsoft.com/office/drawing/2014/main" id="{6F9D73EA-B258-4C53-B058-C7E548E4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813" y="2434888"/>
            <a:ext cx="824783" cy="824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296235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81EE-0DCE-4776-0EF1-F52D623D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E37B6FF-ACEF-94B0-588A-D851A330F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Method references (continued…)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83438BF-2F80-3E0C-0C09-7F9A1E594E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If you are writing lambda expressions of the following form:</a:t>
            </a:r>
          </a:p>
          <a:p>
            <a:pPr lvl="1"/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obj, …) -&gt; </a:t>
            </a:r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obj.someMethod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(…)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then it may be simply rewritten as (&amp; is equivalent to):</a:t>
            </a:r>
          </a:p>
          <a:p>
            <a:pPr lvl="1"/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</a:t>
            </a:r>
            <a:r>
              <a:rPr lang="en-US" altLang="en-US" sz="18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::</a:t>
            </a:r>
            <a:r>
              <a:rPr lang="en-US" altLang="en-US" sz="18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someMethod</a:t>
            </a:r>
            <a:endParaRPr lang="en-US" altLang="en-US" sz="1800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See </a:t>
            </a:r>
            <a:r>
              <a:rPr lang="en-US" altLang="en-US" dirty="0">
                <a:solidFill>
                  <a:srgbClr val="FEC000"/>
                </a:solidFill>
                <a:latin typeface="Avenir Book" pitchFamily="2" charset="0"/>
                <a:ea typeface="ＭＳ Ｐゴシック" panose="020B0600070205080204" pitchFamily="34" charset="-128"/>
              </a:rPr>
              <a:t>/example04</a:t>
            </a:r>
          </a:p>
        </p:txBody>
      </p:sp>
    </p:spTree>
    <p:extLst>
      <p:ext uri="{BB962C8B-B14F-4D97-AF65-F5344CB8AC3E}">
        <p14:creationId xmlns:p14="http://schemas.microsoft.com/office/powerpoint/2010/main" val="161506712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E680-4F99-76E0-8473-3F41DFEE8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074B4A4-87A9-A53D-EF65-73B519E21650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EBF10C7F-B80C-1D35-AC2B-FE893B290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Lambdas &amp; </a:t>
            </a:r>
            <a:r>
              <a:rPr lang="en-US" altLang="en-US" b="1" dirty="0">
                <a:latin typeface="Avenir Medium" pitchFamily="2" charset="0"/>
                <a:ea typeface="ＭＳ Ｐゴシック" panose="020B0600070205080204" pitchFamily="34" charset="-128"/>
              </a:rPr>
              <a:t>this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F9878A6-23C2-D541-51DC-D0DD76514E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Note, in an inner, anonymous &amp; local inner class,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this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refers to the instance of the inner class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 a lambda expression,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this</a:t>
            </a: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 refers to the surrounding class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5F831-60AD-7D09-F4B0-27731CFE59D4}"/>
              </a:ext>
            </a:extLst>
          </p:cNvPr>
          <p:cNvSpPr txBox="1"/>
          <p:nvPr/>
        </p:nvSpPr>
        <p:spPr>
          <a:xfrm>
            <a:off x="467544" y="2211710"/>
            <a:ext cx="5551520" cy="175432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Outer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void f()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Inner </a:t>
            </a:r>
            <a:r>
              <a:rPr kumimoji="0" lang="en-ZA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new Inner()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	public void </a:t>
            </a:r>
            <a:r>
              <a:rPr kumimoji="0" lang="en-ZA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doSomething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		Object </a:t>
            </a:r>
            <a:r>
              <a:rPr kumimoji="0" lang="en-ZA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obj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</a:t>
            </a:r>
            <a:r>
              <a:rPr kumimoji="0" lang="en-Z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this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98BE0E7-2A96-7CB5-F7B7-5C107798A25B}"/>
              </a:ext>
            </a:extLst>
          </p:cNvPr>
          <p:cNvGrpSpPr/>
          <p:nvPr/>
        </p:nvGrpSpPr>
        <p:grpSpPr>
          <a:xfrm>
            <a:off x="4606810" y="2736811"/>
            <a:ext cx="2533293" cy="371192"/>
            <a:chOff x="5124262" y="3776188"/>
            <a:chExt cx="2533293" cy="371192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B93E0BC-0336-4886-2468-F8E9F614657F}"/>
                </a:ext>
              </a:extLst>
            </p:cNvPr>
            <p:cNvSpPr/>
            <p:nvPr/>
          </p:nvSpPr>
          <p:spPr>
            <a:xfrm>
              <a:off x="5124262" y="3776188"/>
              <a:ext cx="1629624" cy="371192"/>
            </a:xfrm>
            <a:custGeom>
              <a:avLst/>
              <a:gdLst>
                <a:gd name="connsiteX0" fmla="*/ 1358020 w 1629624"/>
                <a:gd name="connsiteY0" fmla="*/ 371192 h 371192"/>
                <a:gd name="connsiteX1" fmla="*/ 1629624 w 1629624"/>
                <a:gd name="connsiteY1" fmla="*/ 371192 h 371192"/>
                <a:gd name="connsiteX2" fmla="*/ 1629624 w 1629624"/>
                <a:gd name="connsiteY2" fmla="*/ 0 h 371192"/>
                <a:gd name="connsiteX3" fmla="*/ 0 w 1629624"/>
                <a:gd name="connsiteY3" fmla="*/ 0 h 371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9624" h="371192">
                  <a:moveTo>
                    <a:pt x="1358020" y="371192"/>
                  </a:moveTo>
                  <a:lnTo>
                    <a:pt x="1629624" y="371192"/>
                  </a:lnTo>
                  <a:lnTo>
                    <a:pt x="1629624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EF1CA4-AAA4-B719-F69B-E73F4A6438D8}"/>
                </a:ext>
              </a:extLst>
            </p:cNvPr>
            <p:cNvSpPr txBox="1"/>
            <p:nvPr/>
          </p:nvSpPr>
          <p:spPr>
            <a:xfrm>
              <a:off x="6817260" y="3807895"/>
              <a:ext cx="8402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refers to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38E26E-C218-07C3-6EC6-2FD828EC2C42}"/>
              </a:ext>
            </a:extLst>
          </p:cNvPr>
          <p:cNvGrpSpPr/>
          <p:nvPr/>
        </p:nvGrpSpPr>
        <p:grpSpPr>
          <a:xfrm>
            <a:off x="2433978" y="2365619"/>
            <a:ext cx="5372115" cy="307777"/>
            <a:chOff x="2951430" y="3404996"/>
            <a:chExt cx="5372115" cy="307777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56C5946-C415-8DEE-7FF9-D99C6F8052C3}"/>
                </a:ext>
              </a:extLst>
            </p:cNvPr>
            <p:cNvSpPr/>
            <p:nvPr/>
          </p:nvSpPr>
          <p:spPr>
            <a:xfrm>
              <a:off x="2951430" y="3404996"/>
              <a:ext cx="3793402" cy="298764"/>
            </a:xfrm>
            <a:custGeom>
              <a:avLst/>
              <a:gdLst>
                <a:gd name="connsiteX0" fmla="*/ 3793402 w 3793402"/>
                <a:gd name="connsiteY0" fmla="*/ 298764 h 298764"/>
                <a:gd name="connsiteX1" fmla="*/ 3793402 w 3793402"/>
                <a:gd name="connsiteY1" fmla="*/ 0 h 298764"/>
                <a:gd name="connsiteX2" fmla="*/ 0 w 3793402"/>
                <a:gd name="connsiteY2" fmla="*/ 0 h 2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3402" h="298764">
                  <a:moveTo>
                    <a:pt x="3793402" y="298764"/>
                  </a:moveTo>
                  <a:lnTo>
                    <a:pt x="3793402" y="0"/>
                  </a:lnTo>
                  <a:lnTo>
                    <a:pt x="0" y="0"/>
                  </a:lnTo>
                </a:path>
              </a:pathLst>
            </a:custGeom>
            <a:noFill/>
            <a:ln w="25400">
              <a:prstDash val="sysDot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2318A1-A8FF-709B-8856-D2E56038BB6F}"/>
                </a:ext>
              </a:extLst>
            </p:cNvPr>
            <p:cNvSpPr txBox="1"/>
            <p:nvPr/>
          </p:nvSpPr>
          <p:spPr>
            <a:xfrm>
              <a:off x="6837241" y="3404996"/>
              <a:ext cx="14863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does not refer to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365682F-C586-66D2-2F18-F06DF8BD1B0E}"/>
              </a:ext>
            </a:extLst>
          </p:cNvPr>
          <p:cNvSpPr txBox="1"/>
          <p:nvPr/>
        </p:nvSpPr>
        <p:spPr>
          <a:xfrm>
            <a:off x="2665801" y="3702555"/>
            <a:ext cx="4628190" cy="138499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public class Outer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public void f()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</a:t>
            </a:r>
            <a:r>
              <a:rPr kumimoji="0" lang="en-ZA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FuncIntf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kumimoji="0" lang="en-ZA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(x, y) -&gt;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	Object </a:t>
            </a:r>
            <a:r>
              <a:rPr kumimoji="0" lang="en-ZA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obj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</a:t>
            </a:r>
            <a:r>
              <a:rPr kumimoji="0" lang="en-ZA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this</a:t>
            </a: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	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A81431E-C5BC-3174-3D20-D9D51595D5B0}"/>
              </a:ext>
            </a:extLst>
          </p:cNvPr>
          <p:cNvGrpSpPr/>
          <p:nvPr/>
        </p:nvGrpSpPr>
        <p:grpSpPr>
          <a:xfrm>
            <a:off x="5237306" y="3834950"/>
            <a:ext cx="3699493" cy="560102"/>
            <a:chOff x="3556501" y="5323437"/>
            <a:chExt cx="3699493" cy="560102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9FBD7B-3E8B-0BE9-E953-4075518269BD}"/>
                </a:ext>
              </a:extLst>
            </p:cNvPr>
            <p:cNvSpPr/>
            <p:nvPr/>
          </p:nvSpPr>
          <p:spPr>
            <a:xfrm>
              <a:off x="3556501" y="5323437"/>
              <a:ext cx="2806575" cy="560102"/>
            </a:xfrm>
            <a:custGeom>
              <a:avLst/>
              <a:gdLst>
                <a:gd name="connsiteX0" fmla="*/ 1358020 w 1629624"/>
                <a:gd name="connsiteY0" fmla="*/ 371192 h 371192"/>
                <a:gd name="connsiteX1" fmla="*/ 1629624 w 1629624"/>
                <a:gd name="connsiteY1" fmla="*/ 371192 h 371192"/>
                <a:gd name="connsiteX2" fmla="*/ 1629624 w 1629624"/>
                <a:gd name="connsiteY2" fmla="*/ 0 h 371192"/>
                <a:gd name="connsiteX3" fmla="*/ 0 w 1629624"/>
                <a:gd name="connsiteY3" fmla="*/ 0 h 371192"/>
                <a:gd name="connsiteX0" fmla="*/ 2534971 w 2806575"/>
                <a:gd name="connsiteY0" fmla="*/ 371192 h 371192"/>
                <a:gd name="connsiteX1" fmla="*/ 2806575 w 2806575"/>
                <a:gd name="connsiteY1" fmla="*/ 371192 h 371192"/>
                <a:gd name="connsiteX2" fmla="*/ 2806575 w 2806575"/>
                <a:gd name="connsiteY2" fmla="*/ 0 h 371192"/>
                <a:gd name="connsiteX3" fmla="*/ 0 w 2806575"/>
                <a:gd name="connsiteY3" fmla="*/ 6000 h 371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6575" h="371192">
                  <a:moveTo>
                    <a:pt x="2534971" y="371192"/>
                  </a:moveTo>
                  <a:lnTo>
                    <a:pt x="2806575" y="371192"/>
                  </a:lnTo>
                  <a:lnTo>
                    <a:pt x="2806575" y="0"/>
                  </a:lnTo>
                  <a:lnTo>
                    <a:pt x="0" y="6000"/>
                  </a:lnTo>
                </a:path>
              </a:pathLst>
            </a:custGeom>
            <a:noFill/>
            <a:ln w="25400"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6CED75-37C1-38A0-4289-05109545D3BF}"/>
                </a:ext>
              </a:extLst>
            </p:cNvPr>
            <p:cNvSpPr txBox="1"/>
            <p:nvPr/>
          </p:nvSpPr>
          <p:spPr>
            <a:xfrm>
              <a:off x="6415699" y="5449599"/>
              <a:ext cx="8402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refers to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ABBF4BC-1084-98F6-85D6-941A8F708FD5}"/>
              </a:ext>
            </a:extLst>
          </p:cNvPr>
          <p:cNvSpPr txBox="1"/>
          <p:nvPr/>
        </p:nvSpPr>
        <p:spPr>
          <a:xfrm rot="16200000">
            <a:off x="-590755" y="2814685"/>
            <a:ext cx="1704733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inner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77BFF-84CD-2E74-27BF-A2B01D109471}"/>
              </a:ext>
            </a:extLst>
          </p:cNvPr>
          <p:cNvSpPr txBox="1"/>
          <p:nvPr/>
        </p:nvSpPr>
        <p:spPr>
          <a:xfrm rot="16200000">
            <a:off x="1729984" y="4157014"/>
            <a:ext cx="1459771" cy="52322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lambda</a:t>
            </a:r>
          </a:p>
        </p:txBody>
      </p:sp>
    </p:spTree>
    <p:extLst>
      <p:ext uri="{BB962C8B-B14F-4D97-AF65-F5344CB8AC3E}">
        <p14:creationId xmlns:p14="http://schemas.microsoft.com/office/powerpoint/2010/main" val="285495652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6692B-2C7F-4C8A-726B-E8BCF6127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5FFE23C-0980-BF21-76A0-E889CD4BC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Lambda limitations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855D8E1-E968-A374-1290-106EAA9A30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Lambdas are not objects, i.e.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do not have a </a:t>
            </a:r>
            <a:r>
              <a:rPr lang="en-US" altLang="en-US" i="1" dirty="0">
                <a:latin typeface="Avenir Book" pitchFamily="2" charset="0"/>
                <a:ea typeface="ＭＳ Ｐゴシック" panose="020B0600070205080204" pitchFamily="34" charset="-128"/>
              </a:rPr>
              <a:t>this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do not have a name &amp; cannot be instantiated multiple times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cannot compare types</a:t>
            </a:r>
          </a:p>
          <a:p>
            <a:pPr lvl="1"/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cannot be written to a stream (saved &amp; loaded)</a:t>
            </a:r>
          </a:p>
        </p:txBody>
      </p:sp>
    </p:spTree>
    <p:extLst>
      <p:ext uri="{BB962C8B-B14F-4D97-AF65-F5344CB8AC3E}">
        <p14:creationId xmlns:p14="http://schemas.microsoft.com/office/powerpoint/2010/main" val="2845008166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CDF426-E25C-44FE-9A14-1AE15C9179F2}"/>
              </a:ext>
            </a:extLst>
          </p:cNvPr>
          <p:cNvSpPr/>
          <p:nvPr/>
        </p:nvSpPr>
        <p:spPr>
          <a:xfrm>
            <a:off x="0" y="4594225"/>
            <a:ext cx="9144000" cy="549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9D536A-E98A-465C-BC14-C631E3697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496300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Class exercise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63B2A-1BAD-4500-BEC8-D920F2837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771550"/>
            <a:ext cx="8640763" cy="42999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Instructions: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In groups of 5 (add your names)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can use any device that you have on you but also don’t forget about chatting to each other too!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You can use any electronic source available</a:t>
            </a: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Use </a:t>
            </a:r>
            <a:r>
              <a:rPr lang="en-US" altLang="en-US" b="1" dirty="0">
                <a:latin typeface="Avenir Book" pitchFamily="2" charset="0"/>
                <a:ea typeface="ＭＳ Ｐゴシック" panose="020B0600070205080204" pitchFamily="34" charset="-128"/>
              </a:rPr>
              <a:t>pen &amp; paper &amp; hand in</a:t>
            </a:r>
          </a:p>
          <a:p>
            <a:pPr marL="0" indent="0">
              <a:buNone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Questions: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Convert the provided Anonymous Inner Class into a concise Lambda.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Then, identify which part of your new code represents the 'Generic Contract’ &amp; which part represents the 'Behavioral Implementation'.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8F24A-372B-4707-96C8-CEAF29C5DC0A}"/>
              </a:ext>
            </a:extLst>
          </p:cNvPr>
          <p:cNvSpPr/>
          <p:nvPr/>
        </p:nvSpPr>
        <p:spPr>
          <a:xfrm>
            <a:off x="5406311" y="150840"/>
            <a:ext cx="3054121" cy="72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have 5 minutes…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029B47-BBE4-4F18-BC5E-2147F2262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032" y="29157"/>
            <a:ext cx="1054968" cy="105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37612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80828" y="2156251"/>
            <a:ext cx="3174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File I/O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B1F24-A7E4-4E54-86AA-4DA7A3480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395" y="1167960"/>
            <a:ext cx="2807578" cy="28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67056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79C09E-7A09-4578-9916-3452CF8B5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3532955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8DBB092-D668-41F5-B372-5DD468C8C1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6263" y="1636013"/>
            <a:ext cx="1871474" cy="18714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F067E5-8F4D-47E1-84B1-BCA5AC4CCF74}"/>
              </a:ext>
            </a:extLst>
          </p:cNvPr>
          <p:cNvSpPr txBox="1"/>
          <p:nvPr/>
        </p:nvSpPr>
        <p:spPr>
          <a:xfrm>
            <a:off x="683568" y="1131590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File I/O</a:t>
            </a:r>
          </a:p>
        </p:txBody>
      </p:sp>
    </p:spTree>
    <p:extLst>
      <p:ext uri="{BB962C8B-B14F-4D97-AF65-F5344CB8AC3E}">
        <p14:creationId xmlns:p14="http://schemas.microsoft.com/office/powerpoint/2010/main" val="2683463251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5255-1EA4-BDC8-962F-065FDB72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9019D14-48D9-2220-8F76-E9FFCA370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Streams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B3DED6-D58E-2ED9-D963-9527723AF80C}"/>
              </a:ext>
            </a:extLst>
          </p:cNvPr>
          <p:cNvCxnSpPr/>
          <p:nvPr/>
        </p:nvCxnSpPr>
        <p:spPr>
          <a:xfrm rot="5400000">
            <a:off x="4188768" y="2608734"/>
            <a:ext cx="3962400" cy="0"/>
          </a:xfrm>
          <a:prstGeom prst="line">
            <a:avLst/>
          </a:prstGeom>
          <a:ln w="698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89E212-DA97-F31E-41C6-11E6ABCAFB44}"/>
              </a:ext>
            </a:extLst>
          </p:cNvPr>
          <p:cNvCxnSpPr/>
          <p:nvPr/>
        </p:nvCxnSpPr>
        <p:spPr>
          <a:xfrm rot="5400000">
            <a:off x="683568" y="2608734"/>
            <a:ext cx="3962400" cy="0"/>
          </a:xfrm>
          <a:prstGeom prst="line">
            <a:avLst/>
          </a:prstGeom>
          <a:ln w="698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ard 15">
            <a:extLst>
              <a:ext uri="{FF2B5EF4-FFF2-40B4-BE49-F238E27FC236}">
                <a16:creationId xmlns:a16="http://schemas.microsoft.com/office/drawing/2014/main" id="{5379110F-E7AF-9048-57D8-70A171E8AE9F}"/>
              </a:ext>
            </a:extLst>
          </p:cNvPr>
          <p:cNvSpPr/>
          <p:nvPr/>
        </p:nvSpPr>
        <p:spPr>
          <a:xfrm>
            <a:off x="759768" y="2227734"/>
            <a:ext cx="685800" cy="609600"/>
          </a:xfrm>
          <a:prstGeom prst="flowChartPunchedCard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ZA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Flowchart: Card 16">
            <a:extLst>
              <a:ext uri="{FF2B5EF4-FFF2-40B4-BE49-F238E27FC236}">
                <a16:creationId xmlns:a16="http://schemas.microsoft.com/office/drawing/2014/main" id="{3132D115-2336-A17B-3CA2-5168C8A2C8A9}"/>
              </a:ext>
            </a:extLst>
          </p:cNvPr>
          <p:cNvSpPr/>
          <p:nvPr/>
        </p:nvSpPr>
        <p:spPr>
          <a:xfrm>
            <a:off x="759768" y="2989734"/>
            <a:ext cx="685800" cy="609600"/>
          </a:xfrm>
          <a:prstGeom prst="flowChartPunchedCard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ZA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Flowchart: Card 17">
            <a:extLst>
              <a:ext uri="{FF2B5EF4-FFF2-40B4-BE49-F238E27FC236}">
                <a16:creationId xmlns:a16="http://schemas.microsoft.com/office/drawing/2014/main" id="{B666E52A-6569-2B07-16BD-0176B0A05487}"/>
              </a:ext>
            </a:extLst>
          </p:cNvPr>
          <p:cNvSpPr/>
          <p:nvPr/>
        </p:nvSpPr>
        <p:spPr>
          <a:xfrm>
            <a:off x="759768" y="3751734"/>
            <a:ext cx="685800" cy="609600"/>
          </a:xfrm>
          <a:prstGeom prst="flowChartPunchedCard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ZA" sz="3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" name="Right Arrow 4">
            <a:extLst>
              <a:ext uri="{FF2B5EF4-FFF2-40B4-BE49-F238E27FC236}">
                <a16:creationId xmlns:a16="http://schemas.microsoft.com/office/drawing/2014/main" id="{7F4EC78A-2051-F61D-2196-E831594D9194}"/>
              </a:ext>
            </a:extLst>
          </p:cNvPr>
          <p:cNvSpPr/>
          <p:nvPr/>
        </p:nvSpPr>
        <p:spPr>
          <a:xfrm>
            <a:off x="2359968" y="1428750"/>
            <a:ext cx="4038600" cy="1143000"/>
          </a:xfrm>
          <a:prstGeom prst="rightArrow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  <a:effectLst>
            <a:outerShdw blurRad="2540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F305C3-D506-AF50-6B00-4A6F7E47C498}"/>
              </a:ext>
            </a:extLst>
          </p:cNvPr>
          <p:cNvSpPr txBox="1"/>
          <p:nvPr/>
        </p:nvSpPr>
        <p:spPr>
          <a:xfrm>
            <a:off x="683568" y="932335"/>
            <a:ext cx="1489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dirty="0"/>
              <a:t>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635D27-E8F2-C386-CC4C-EE4583CC6607}"/>
              </a:ext>
            </a:extLst>
          </p:cNvPr>
          <p:cNvSpPr txBox="1"/>
          <p:nvPr/>
        </p:nvSpPr>
        <p:spPr>
          <a:xfrm>
            <a:off x="6354370" y="856134"/>
            <a:ext cx="26420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sz="3200" b="1" dirty="0"/>
              <a:t>Destination /</a:t>
            </a:r>
          </a:p>
          <a:p>
            <a:pPr algn="ctr"/>
            <a:r>
              <a:rPr lang="en-ZA" sz="3200" b="1" dirty="0"/>
              <a:t>Sink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9B2861-F6C0-05BE-0BAB-12D92D8BA052}"/>
              </a:ext>
            </a:extLst>
          </p:cNvPr>
          <p:cNvSpPr txBox="1"/>
          <p:nvPr/>
        </p:nvSpPr>
        <p:spPr>
          <a:xfrm>
            <a:off x="3830578" y="1779662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stream</a:t>
            </a:r>
          </a:p>
        </p:txBody>
      </p:sp>
      <p:sp>
        <p:nvSpPr>
          <p:cNvPr id="23" name="Flowchart: Card 22">
            <a:extLst>
              <a:ext uri="{FF2B5EF4-FFF2-40B4-BE49-F238E27FC236}">
                <a16:creationId xmlns:a16="http://schemas.microsoft.com/office/drawing/2014/main" id="{199C2193-82DF-51B0-8E05-BF7CD52FFF25}"/>
              </a:ext>
            </a:extLst>
          </p:cNvPr>
          <p:cNvSpPr/>
          <p:nvPr/>
        </p:nvSpPr>
        <p:spPr>
          <a:xfrm>
            <a:off x="759768" y="2227734"/>
            <a:ext cx="685800" cy="609600"/>
          </a:xfrm>
          <a:prstGeom prst="flowChartPunchedCard">
            <a:avLst/>
          </a:prstGeom>
          <a:solidFill>
            <a:schemeClr val="bg1"/>
          </a:solidFill>
          <a:effectLst>
            <a:outerShdw blurRad="508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ZA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D90DBD5B-5E9B-7733-5407-E67F4F06BD56}"/>
              </a:ext>
            </a:extLst>
          </p:cNvPr>
          <p:cNvSpPr/>
          <p:nvPr/>
        </p:nvSpPr>
        <p:spPr>
          <a:xfrm>
            <a:off x="759768" y="2989734"/>
            <a:ext cx="685800" cy="609600"/>
          </a:xfrm>
          <a:prstGeom prst="flowChartPunchedCard">
            <a:avLst/>
          </a:prstGeom>
          <a:solidFill>
            <a:schemeClr val="bg1"/>
          </a:solidFill>
          <a:effectLst>
            <a:outerShdw blurRad="508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ZA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5" name="Flowchart: Card 24">
            <a:extLst>
              <a:ext uri="{FF2B5EF4-FFF2-40B4-BE49-F238E27FC236}">
                <a16:creationId xmlns:a16="http://schemas.microsoft.com/office/drawing/2014/main" id="{4D2B9622-47BE-2616-D415-0FF7DA4D1015}"/>
              </a:ext>
            </a:extLst>
          </p:cNvPr>
          <p:cNvSpPr/>
          <p:nvPr/>
        </p:nvSpPr>
        <p:spPr>
          <a:xfrm>
            <a:off x="759768" y="3751734"/>
            <a:ext cx="685800" cy="609600"/>
          </a:xfrm>
          <a:prstGeom prst="flowChartPunchedCard">
            <a:avLst/>
          </a:prstGeom>
          <a:solidFill>
            <a:schemeClr val="bg1"/>
          </a:solidFill>
          <a:effectLst>
            <a:outerShdw blurRad="50800" dist="152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ZA" sz="32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330692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95062E-6 L 0.08681 -0.08364 C 0.10556 -0.07993 0.12049 -0.11234 0.13941 -0.10895 C 0.28368 -0.09784 0.42552 -0.11543 0.57031 -0.10432 C 0.58854 -0.08271 0.60417 -0.09691 0.62274 -0.07561 C 0.63906 -0.04537 0.65382 -0.05123 0.67066 -0.02129 " pathEditMode="relative" rAng="0" ptsTypes="AAAAAA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24" y="-5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09877E-6 L 0.08594 -0.2321 L 0.14288 -0.25278 L 0.55972 -0.25062 L 0.62135 -0.22623 L 0.67066 -0.02068 " pathEditMode="relative" rAng="0" ptsTypes="AAAAAA">
                                      <p:cBhvr>
                                        <p:cTn id="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24" y="-126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46914E-7 L 0.0842 -0.34568 L 0.13854 -0.40278 C 0.27951 -0.40679 0.42691 -0.38673 0.56944 -0.39784 C 0.59236 -0.40339 0.59653 -0.375 0.61979 -0.38025 C 0.63611 -0.27438 0.65382 -0.12747 0.67066 -0.02068 " pathEditMode="relative" rAng="0" ptsTypes="AAAAAA">
                                      <p:cBhvr>
                                        <p:cTn id="2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24" y="-201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058EA0F-E00F-AE41-1B0D-03FB14FF2592}"/>
              </a:ext>
            </a:extLst>
          </p:cNvPr>
          <p:cNvCxnSpPr/>
          <p:nvPr/>
        </p:nvCxnSpPr>
        <p:spPr>
          <a:xfrm rot="5400000">
            <a:off x="2965376" y="2116138"/>
            <a:ext cx="3810000" cy="0"/>
          </a:xfrm>
          <a:prstGeom prst="line">
            <a:avLst/>
          </a:prstGeom>
          <a:ln w="69850">
            <a:solidFill>
              <a:schemeClr val="accent5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2" name="Title 1">
            <a:extLst>
              <a:ext uri="{FF2B5EF4-FFF2-40B4-BE49-F238E27FC236}">
                <a16:creationId xmlns:a16="http://schemas.microsoft.com/office/drawing/2014/main" id="{B22372D1-C1BC-8D02-5DE2-06417E419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Streams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1C5F3C4-F77C-C828-5055-47388B8B1406}"/>
              </a:ext>
            </a:extLst>
          </p:cNvPr>
          <p:cNvCxnSpPr/>
          <p:nvPr/>
        </p:nvCxnSpPr>
        <p:spPr>
          <a:xfrm rot="5400000">
            <a:off x="1974776" y="2192338"/>
            <a:ext cx="2286000" cy="0"/>
          </a:xfrm>
          <a:prstGeom prst="line">
            <a:avLst/>
          </a:prstGeom>
          <a:ln w="698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CC3EC1-5D48-837A-3E7E-C514B3D73035}"/>
              </a:ext>
            </a:extLst>
          </p:cNvPr>
          <p:cNvCxnSpPr/>
          <p:nvPr/>
        </p:nvCxnSpPr>
        <p:spPr>
          <a:xfrm rot="5400000">
            <a:off x="5479976" y="2192338"/>
            <a:ext cx="2286000" cy="0"/>
          </a:xfrm>
          <a:prstGeom prst="line">
            <a:avLst/>
          </a:prstGeom>
          <a:ln w="698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CA9768C-5DF4-A333-FC37-48B9D3A124C1}"/>
              </a:ext>
            </a:extLst>
          </p:cNvPr>
          <p:cNvGrpSpPr/>
          <p:nvPr/>
        </p:nvGrpSpPr>
        <p:grpSpPr>
          <a:xfrm>
            <a:off x="2889176" y="973138"/>
            <a:ext cx="4038600" cy="1143000"/>
            <a:chOff x="2514600" y="2590800"/>
            <a:chExt cx="4038600" cy="1143000"/>
          </a:xfrm>
          <a:solidFill>
            <a:srgbClr val="002060"/>
          </a:solidFill>
        </p:grpSpPr>
        <p:sp>
          <p:nvSpPr>
            <p:cNvPr id="33" name="Right Arrow 4">
              <a:extLst>
                <a:ext uri="{FF2B5EF4-FFF2-40B4-BE49-F238E27FC236}">
                  <a16:creationId xmlns:a16="http://schemas.microsoft.com/office/drawing/2014/main" id="{89B37642-905B-162F-FA54-B27A061D3657}"/>
                </a:ext>
              </a:extLst>
            </p:cNvPr>
            <p:cNvSpPr/>
            <p:nvPr/>
          </p:nvSpPr>
          <p:spPr>
            <a:xfrm>
              <a:off x="2514600" y="2590800"/>
              <a:ext cx="4038600" cy="1143000"/>
            </a:xfrm>
            <a:prstGeom prst="rightArrow">
              <a:avLst/>
            </a:prstGeom>
            <a:grpFill/>
            <a:effectLst>
              <a:outerShdw blurRad="254000" dist="152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81863FF-58B8-70E0-9B2C-BAE178ADB77A}"/>
                </a:ext>
              </a:extLst>
            </p:cNvPr>
            <p:cNvSpPr txBox="1"/>
            <p:nvPr/>
          </p:nvSpPr>
          <p:spPr>
            <a:xfrm>
              <a:off x="2514600" y="2971800"/>
              <a:ext cx="1656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solidFill>
                    <a:schemeClr val="bg1"/>
                  </a:solidFill>
                </a:rPr>
                <a:t>output stream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3B5516-D1DD-BBF8-50A3-98505E9B8261}"/>
                </a:ext>
              </a:extLst>
            </p:cNvPr>
            <p:cNvSpPr txBox="1"/>
            <p:nvPr/>
          </p:nvSpPr>
          <p:spPr>
            <a:xfrm>
              <a:off x="5029200" y="2971800"/>
              <a:ext cx="1495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solidFill>
                    <a:schemeClr val="bg1"/>
                  </a:solidFill>
                </a:rPr>
                <a:t>input stream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45693E-B6E8-7B60-6272-6EC019230D47}"/>
              </a:ext>
            </a:extLst>
          </p:cNvPr>
          <p:cNvGrpSpPr/>
          <p:nvPr/>
        </p:nvGrpSpPr>
        <p:grpSpPr>
          <a:xfrm>
            <a:off x="2812976" y="1963738"/>
            <a:ext cx="4064248" cy="1143000"/>
            <a:chOff x="2514600" y="4114800"/>
            <a:chExt cx="4064248" cy="1143000"/>
          </a:xfrm>
          <a:solidFill>
            <a:srgbClr val="002060"/>
          </a:solidFill>
        </p:grpSpPr>
        <p:sp>
          <p:nvSpPr>
            <p:cNvPr id="37" name="Right Arrow 6">
              <a:extLst>
                <a:ext uri="{FF2B5EF4-FFF2-40B4-BE49-F238E27FC236}">
                  <a16:creationId xmlns:a16="http://schemas.microsoft.com/office/drawing/2014/main" id="{A8B4CD8A-6B48-DBB1-FEB3-62271E3D52E5}"/>
                </a:ext>
              </a:extLst>
            </p:cNvPr>
            <p:cNvSpPr/>
            <p:nvPr/>
          </p:nvSpPr>
          <p:spPr>
            <a:xfrm flipH="1">
              <a:off x="2514600" y="4114800"/>
              <a:ext cx="4038600" cy="1143000"/>
            </a:xfrm>
            <a:prstGeom prst="rightArrow">
              <a:avLst/>
            </a:prstGeom>
            <a:grpFill/>
            <a:effectLst>
              <a:outerShdw blurRad="254000" dist="152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F8B9D9-8F69-8F4F-EB32-0B46553B8045}"/>
                </a:ext>
              </a:extLst>
            </p:cNvPr>
            <p:cNvSpPr txBox="1"/>
            <p:nvPr/>
          </p:nvSpPr>
          <p:spPr>
            <a:xfrm>
              <a:off x="2590800" y="4495800"/>
              <a:ext cx="1495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solidFill>
                    <a:schemeClr val="bg1"/>
                  </a:solidFill>
                </a:rPr>
                <a:t>input stream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42EF65-83B0-A181-7CFD-D9187DD64E84}"/>
                </a:ext>
              </a:extLst>
            </p:cNvPr>
            <p:cNvSpPr txBox="1"/>
            <p:nvPr/>
          </p:nvSpPr>
          <p:spPr>
            <a:xfrm>
              <a:off x="4922625" y="4495800"/>
              <a:ext cx="1656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>
                  <a:solidFill>
                    <a:schemeClr val="bg1"/>
                  </a:solidFill>
                </a:rPr>
                <a:t>output stream</a:t>
              </a:r>
            </a:p>
          </p:txBody>
        </p:sp>
      </p:grpSp>
      <p:sp>
        <p:nvSpPr>
          <p:cNvPr id="40" name="Bevel 14">
            <a:extLst>
              <a:ext uri="{FF2B5EF4-FFF2-40B4-BE49-F238E27FC236}">
                <a16:creationId xmlns:a16="http://schemas.microsoft.com/office/drawing/2014/main" id="{E7F60494-472C-577F-6DE9-A143FF542D38}"/>
              </a:ext>
            </a:extLst>
          </p:cNvPr>
          <p:cNvSpPr/>
          <p:nvPr/>
        </p:nvSpPr>
        <p:spPr>
          <a:xfrm>
            <a:off x="7003976" y="973138"/>
            <a:ext cx="1981200" cy="2362200"/>
          </a:xfrm>
          <a:prstGeom prst="bevel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1" name="Bevel 15">
            <a:extLst>
              <a:ext uri="{FF2B5EF4-FFF2-40B4-BE49-F238E27FC236}">
                <a16:creationId xmlns:a16="http://schemas.microsoft.com/office/drawing/2014/main" id="{1E4A76C7-7912-16F4-66E7-15A037806C41}"/>
              </a:ext>
            </a:extLst>
          </p:cNvPr>
          <p:cNvSpPr/>
          <p:nvPr/>
        </p:nvSpPr>
        <p:spPr>
          <a:xfrm>
            <a:off x="755576" y="896938"/>
            <a:ext cx="1981200" cy="2514600"/>
          </a:xfrm>
          <a:prstGeom prst="bevel">
            <a:avLst/>
          </a:prstGeom>
          <a:solidFill>
            <a:srgbClr val="00206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CDBF09-FC8A-5992-6F55-971782A74A2C}"/>
              </a:ext>
            </a:extLst>
          </p:cNvPr>
          <p:cNvSpPr txBox="1"/>
          <p:nvPr/>
        </p:nvSpPr>
        <p:spPr>
          <a:xfrm>
            <a:off x="3946358" y="4097338"/>
            <a:ext cx="17796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ZA" dirty="0"/>
              <a:t>same computer</a:t>
            </a:r>
          </a:p>
          <a:p>
            <a:pPr algn="ctr"/>
            <a:r>
              <a:rPr lang="en-ZA" dirty="0"/>
              <a:t>across network</a:t>
            </a:r>
          </a:p>
          <a:p>
            <a:pPr algn="ctr"/>
            <a:r>
              <a:rPr lang="en-ZA" dirty="0"/>
              <a:t>across internet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8A6434-F04C-473D-878C-A6DFBEE19099}"/>
              </a:ext>
            </a:extLst>
          </p:cNvPr>
          <p:cNvSpPr txBox="1"/>
          <p:nvPr/>
        </p:nvSpPr>
        <p:spPr>
          <a:xfrm>
            <a:off x="1141003" y="1587445"/>
            <a:ext cx="1198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App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735931-630E-4BB7-9795-ED72FCB64B36}"/>
              </a:ext>
            </a:extLst>
          </p:cNvPr>
          <p:cNvSpPr txBox="1"/>
          <p:nvPr/>
        </p:nvSpPr>
        <p:spPr>
          <a:xfrm>
            <a:off x="7451505" y="1553491"/>
            <a:ext cx="1198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App 2</a:t>
            </a:r>
          </a:p>
        </p:txBody>
      </p:sp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C5A3-2E2A-5337-BC0A-C034B859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8D3120-EF58-7706-84AE-8AB555F80F97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068E828A-DF08-4888-1CC0-9C93C7443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322" y="303213"/>
            <a:ext cx="3960118" cy="593725"/>
          </a:xfrm>
        </p:spPr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Types of streams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E3E02B3-0F03-44E1-0083-D89D22A81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7555938"/>
              </p:ext>
            </p:extLst>
          </p:nvPr>
        </p:nvGraphicFramePr>
        <p:xfrm>
          <a:off x="-180528" y="896938"/>
          <a:ext cx="460851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7C78D76A-1E50-97B2-B75C-2CFA57488B09}"/>
              </a:ext>
            </a:extLst>
          </p:cNvPr>
          <p:cNvGrpSpPr/>
          <p:nvPr/>
        </p:nvGrpSpPr>
        <p:grpSpPr>
          <a:xfrm>
            <a:off x="539472" y="1962000"/>
            <a:ext cx="1368151" cy="855095"/>
            <a:chOff x="722330" y="1070018"/>
            <a:chExt cx="1368151" cy="85509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7BAE64F-EC9A-594C-7440-0EC2B89A72C8}"/>
                </a:ext>
              </a:extLst>
            </p:cNvPr>
            <p:cNvSpPr/>
            <p:nvPr/>
          </p:nvSpPr>
          <p:spPr>
            <a:xfrm>
              <a:off x="722330" y="1070018"/>
              <a:ext cx="1368151" cy="8550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 b="1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01060F83-A7AB-AC7A-22C8-D7BF2E927970}"/>
                </a:ext>
              </a:extLst>
            </p:cNvPr>
            <p:cNvSpPr txBox="1"/>
            <p:nvPr/>
          </p:nvSpPr>
          <p:spPr>
            <a:xfrm>
              <a:off x="747375" y="1095063"/>
              <a:ext cx="1318061" cy="8050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20320" rIns="30480" bIns="2032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1600" b="1" kern="1200" dirty="0">
                  <a:latin typeface="Avenir Book" pitchFamily="2" charset="0"/>
                  <a:ea typeface="ＭＳ Ｐゴシック" panose="020B0600070205080204" pitchFamily="34" charset="-128"/>
                </a:rPr>
                <a:t>Keyboard (System.in)</a:t>
              </a:r>
              <a:endParaRPr lang="en-ZA" sz="1600" b="1" kern="12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94F1BF6-238F-5D43-FCEA-983532D5FE10}"/>
              </a:ext>
            </a:extLst>
          </p:cNvPr>
          <p:cNvGrpSpPr/>
          <p:nvPr/>
        </p:nvGrpSpPr>
        <p:grpSpPr>
          <a:xfrm>
            <a:off x="2681472" y="1962000"/>
            <a:ext cx="1368151" cy="855095"/>
            <a:chOff x="2860067" y="1070018"/>
            <a:chExt cx="1368151" cy="85509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8E1BBC1-0FCD-B86A-D934-B748367986F0}"/>
                </a:ext>
              </a:extLst>
            </p:cNvPr>
            <p:cNvSpPr/>
            <p:nvPr/>
          </p:nvSpPr>
          <p:spPr>
            <a:xfrm>
              <a:off x="2860067" y="1070018"/>
              <a:ext cx="1368151" cy="8550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D10BAA21-A3C0-0E01-A628-3A05D09943BD}"/>
                </a:ext>
              </a:extLst>
            </p:cNvPr>
            <p:cNvSpPr txBox="1"/>
            <p:nvPr/>
          </p:nvSpPr>
          <p:spPr>
            <a:xfrm>
              <a:off x="2885112" y="1095063"/>
              <a:ext cx="1318061" cy="8050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20320" rIns="30480" bIns="2032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US" sz="1600" b="1" kern="1200" dirty="0">
                  <a:latin typeface="Avenir Book" pitchFamily="2" charset="0"/>
                  <a:ea typeface="ＭＳ Ｐゴシック" panose="020B0600070205080204" pitchFamily="34" charset="-128"/>
                </a:rPr>
                <a:t>Screen (</a:t>
              </a:r>
              <a:r>
                <a:rPr lang="en-US" altLang="en-US" sz="1600" b="1" kern="1200" dirty="0" err="1">
                  <a:latin typeface="Avenir Book" pitchFamily="2" charset="0"/>
                  <a:ea typeface="ＭＳ Ｐゴシック" panose="020B0600070205080204" pitchFamily="34" charset="-128"/>
                </a:rPr>
                <a:t>System.out</a:t>
              </a:r>
              <a:r>
                <a:rPr lang="en-US" altLang="en-US" sz="1600" b="1" kern="1200" dirty="0">
                  <a:latin typeface="Avenir Book" pitchFamily="2" charset="0"/>
                  <a:ea typeface="ＭＳ Ｐゴシック" panose="020B0600070205080204" pitchFamily="34" charset="-128"/>
                </a:rPr>
                <a:t>)</a:t>
              </a:r>
              <a:endParaRPr lang="en-ZA" sz="1600" b="1" kern="1200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6C2E0B0-ED0C-827D-4451-853E8DA3D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5493" y="303213"/>
            <a:ext cx="396011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001027"/>
                </a:solidFill>
                <a:latin typeface="Avenir Medium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n-US" altLang="en-US" kern="0" dirty="0">
                <a:latin typeface="Avenir Medium" pitchFamily="2" charset="0"/>
                <a:ea typeface="ＭＳ Ｐゴシック" panose="020B0600070205080204" pitchFamily="34" charset="-128"/>
              </a:rPr>
              <a:t>Formats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F34A65D-99AA-5A63-2C35-44B5CCD90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4174916"/>
              </p:ext>
            </p:extLst>
          </p:nvPr>
        </p:nvGraphicFramePr>
        <p:xfrm>
          <a:off x="4499992" y="894716"/>
          <a:ext cx="420205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9390810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21622CB-9E7C-4294-ACC8-9A00EB2926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94DFC1C-F774-4555-99D4-4248953E67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41DE0ED-F429-4732-ACC2-BFCA86F73E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661F6FD-7FE9-47B8-836B-C5F34283BE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0565716-C482-4D9D-916D-8730DA7F9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35AF1B0-6BE9-4BE2-8E53-9F630B3F3C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88B4FE5-3FDD-43F7-950E-C91EF340F0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50ABAEB-22EB-4781-B675-FE83B6FECB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59A71D-840F-445B-85D8-E2BDEAD3F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A8A3069-367B-4396-9152-C2111673D1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CC794F4-E975-4510-A338-C93E5CA40B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5AD17A1-9591-46E5-8CDD-0CF48D2BB3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2DEFA3A-E4D5-4302-A473-EF9F2CE539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3CFC8AA-BE32-44B8-9403-4C52EA7ED4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F6C1055D-430A-4FCF-894B-DFF98344C0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D5A5FAF7-537E-4258-8BF7-B57A1A1E4D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424425C9-36AE-411F-BD87-A474F7C4F1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3FCDBFE0-8AD6-4188-8643-EDD16CE5C6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E3B68B4-1043-4CEB-AF56-5E4C251DA7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669ADA65-3C6E-4086-A53A-A8BE81C0D5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lvlOne"/>
        </p:bldSub>
      </p:bldGraphic>
      <p:bldGraphic spid="13" grpId="0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9A9A-1E92-3A5E-D633-3D0A9459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6DFF350-7440-0636-6DCC-328E1737F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Streams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B3208646-606D-C958-9D0B-EBD833804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547762"/>
              </p:ext>
            </p:extLst>
          </p:nvPr>
        </p:nvGraphicFramePr>
        <p:xfrm>
          <a:off x="457200" y="877094"/>
          <a:ext cx="8229600" cy="3389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956200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8BEF-FBD3-AE8C-744D-97D69A95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3275C4-E855-21B8-46E7-B13D13FC2E88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01F62B34-18C1-0A0C-405E-48AA7CA08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Readers &amp; writers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2D491E8-EB63-ED2D-68A3-0455B92B1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090688"/>
              </p:ext>
            </p:extLst>
          </p:nvPr>
        </p:nvGraphicFramePr>
        <p:xfrm>
          <a:off x="1763688" y="89693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340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71CE9-DB47-5116-626C-726F41EB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18602E-75BB-DCD4-B705-8673326EEFA7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6105C732-AB45-60FC-075C-E2DABB451B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Console input / output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5DA7ED-E0F0-1A77-EA50-A8E7737E6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96938"/>
            <a:ext cx="6477000" cy="432511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import 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java.util.Scanner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ZA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public class Example01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 	public static void main(String []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Scanner in = new Scanner(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System.in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String name;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("What is your name?");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name = 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in.next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("Hello " + name);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 age;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("How old are you?");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age = 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in.nextInt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ZA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ZA" dirty="0">
                <a:latin typeface="Courier New" pitchFamily="49" charset="0"/>
                <a:cs typeface="Courier New" pitchFamily="49" charset="0"/>
              </a:rPr>
              <a:t>("Wow, that's young :)");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en-ZA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en-ZA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Line Callout 2 (No Border) 4">
            <a:extLst>
              <a:ext uri="{FF2B5EF4-FFF2-40B4-BE49-F238E27FC236}">
                <a16:creationId xmlns:a16="http://schemas.microsoft.com/office/drawing/2014/main" id="{34F33C1A-1B93-FE48-C28A-C4D77F0CAC3F}"/>
              </a:ext>
            </a:extLst>
          </p:cNvPr>
          <p:cNvSpPr/>
          <p:nvPr/>
        </p:nvSpPr>
        <p:spPr>
          <a:xfrm>
            <a:off x="6559619" y="1508914"/>
            <a:ext cx="1828800" cy="457200"/>
          </a:xfrm>
          <a:prstGeom prst="callout2">
            <a:avLst>
              <a:gd name="adj1" fmla="val 46442"/>
              <a:gd name="adj2" fmla="val -8333"/>
              <a:gd name="adj3" fmla="val 46185"/>
              <a:gd name="adj4" fmla="val -20499"/>
              <a:gd name="adj5" fmla="val 154295"/>
              <a:gd name="adj6" fmla="val -91299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Input Stream</a:t>
            </a:r>
          </a:p>
        </p:txBody>
      </p:sp>
      <p:sp>
        <p:nvSpPr>
          <p:cNvPr id="7" name="Line Callout 2 (No Border) 5">
            <a:extLst>
              <a:ext uri="{FF2B5EF4-FFF2-40B4-BE49-F238E27FC236}">
                <a16:creationId xmlns:a16="http://schemas.microsoft.com/office/drawing/2014/main" id="{EFB4C1C9-91F1-0758-68F8-0966B3501095}"/>
              </a:ext>
            </a:extLst>
          </p:cNvPr>
          <p:cNvSpPr/>
          <p:nvPr/>
        </p:nvSpPr>
        <p:spPr>
          <a:xfrm>
            <a:off x="6559619" y="2252841"/>
            <a:ext cx="1828800" cy="457200"/>
          </a:xfrm>
          <a:prstGeom prst="callout2">
            <a:avLst>
              <a:gd name="adj1" fmla="val 46442"/>
              <a:gd name="adj2" fmla="val -8333"/>
              <a:gd name="adj3" fmla="val 52596"/>
              <a:gd name="adj4" fmla="val -124918"/>
              <a:gd name="adj5" fmla="val 132116"/>
              <a:gd name="adj6" fmla="val -194438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Output Stream</a:t>
            </a:r>
          </a:p>
        </p:txBody>
      </p:sp>
      <p:sp>
        <p:nvSpPr>
          <p:cNvPr id="8" name="Line Callout 2 (No Border) 6">
            <a:extLst>
              <a:ext uri="{FF2B5EF4-FFF2-40B4-BE49-F238E27FC236}">
                <a16:creationId xmlns:a16="http://schemas.microsoft.com/office/drawing/2014/main" id="{33AF02DD-16C9-2FB7-1526-429755ABDC5D}"/>
              </a:ext>
            </a:extLst>
          </p:cNvPr>
          <p:cNvSpPr/>
          <p:nvPr/>
        </p:nvSpPr>
        <p:spPr>
          <a:xfrm>
            <a:off x="6560443" y="303213"/>
            <a:ext cx="2514600" cy="914400"/>
          </a:xfrm>
          <a:prstGeom prst="callout2">
            <a:avLst>
              <a:gd name="adj1" fmla="val 46442"/>
              <a:gd name="adj2" fmla="val -4394"/>
              <a:gd name="adj3" fmla="val 46571"/>
              <a:gd name="adj4" fmla="val -28624"/>
              <a:gd name="adj5" fmla="val 209359"/>
              <a:gd name="adj6" fmla="val -11233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Provides “conversion” functionality </a:t>
            </a:r>
          </a:p>
          <a:p>
            <a:pPr algn="ctr"/>
            <a:r>
              <a:rPr lang="en-ZA" i="1" dirty="0"/>
              <a:t>(similar to reader)</a:t>
            </a:r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9D46B-8F45-AA56-973F-9E8588BDAAF7}"/>
              </a:ext>
            </a:extLst>
          </p:cNvPr>
          <p:cNvSpPr txBox="1"/>
          <p:nvPr/>
        </p:nvSpPr>
        <p:spPr>
          <a:xfrm>
            <a:off x="3491880" y="4772835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See</a:t>
            </a:r>
            <a:r>
              <a:rPr lang="en-ZA" dirty="0">
                <a:solidFill>
                  <a:srgbClr val="FEC000"/>
                </a:solidFill>
              </a:rPr>
              <a:t> /example01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4DC111-C44B-CC0A-6A9B-28C9B680B0E0}"/>
              </a:ext>
            </a:extLst>
          </p:cNvPr>
          <p:cNvSpPr/>
          <p:nvPr/>
        </p:nvSpPr>
        <p:spPr>
          <a:xfrm>
            <a:off x="1259632" y="4083918"/>
            <a:ext cx="2232248" cy="288032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171137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85FE5-D81C-1FD9-9C4C-81618E96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CE42157-8B3B-9277-1864-3F1268710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Stream I/O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1E5000B-2B0A-DF36-0D00-E44BC94E97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Process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Avenir Book" pitchFamily="2" charset="0"/>
                <a:ea typeface="ＭＳ Ｐゴシック" panose="020B0600070205080204" pitchFamily="34" charset="-128"/>
              </a:rPr>
              <a:t>May include read-only resource files in IntelliJ to be compiled into a final application</a:t>
            </a:r>
          </a:p>
          <a:p>
            <a:pPr lvl="1"/>
            <a:r>
              <a:rPr lang="en-US" altLang="en-US" sz="1600" dirty="0">
                <a:latin typeface="Avenir Book" pitchFamily="2" charset="0"/>
                <a:ea typeface="ＭＳ Ｐゴシック" panose="020B0600070205080204" pitchFamily="34" charset="-128"/>
              </a:rPr>
              <a:t>Create a new folder in root of Module, right-click and choose Mark Directory As &gt; Resources Root</a:t>
            </a:r>
          </a:p>
          <a:p>
            <a:pPr lvl="1"/>
            <a:r>
              <a:rPr lang="en-US" altLang="en-US" sz="1600" dirty="0">
                <a:latin typeface="Avenir Book" pitchFamily="2" charset="0"/>
                <a:ea typeface="ＭＳ Ｐゴシック" panose="020B0600070205080204" pitchFamily="34" charset="-128"/>
              </a:rPr>
              <a:t>Place data files in this folder</a:t>
            </a:r>
          </a:p>
          <a:p>
            <a:pPr lvl="1"/>
            <a:r>
              <a:rPr lang="en-US" altLang="en-US" sz="1600" dirty="0">
                <a:latin typeface="Avenir Book" pitchFamily="2" charset="0"/>
                <a:ea typeface="ＭＳ Ｐゴシック" panose="020B0600070205080204" pitchFamily="34" charset="-128"/>
              </a:rPr>
              <a:t>From code, to obtain an input stream to a file called filename, need to use:</a:t>
            </a:r>
          </a:p>
          <a:p>
            <a:pPr lvl="2"/>
            <a:r>
              <a:rPr lang="en-US" altLang="en-US" sz="16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SomeClassInModule.class.getResourceAsStream</a:t>
            </a:r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("/" + filename); </a:t>
            </a:r>
            <a:r>
              <a:rPr lang="en-US" altLang="en-US" sz="1600" dirty="0">
                <a:latin typeface="Avenir Book" pitchFamily="2" charset="0"/>
                <a:ea typeface="ＭＳ Ｐゴシック" panose="020B0600070205080204" pitchFamily="34" charset="-128"/>
              </a:rPr>
              <a:t>OR</a:t>
            </a:r>
          </a:p>
          <a:p>
            <a:pPr lvl="2"/>
            <a:r>
              <a:rPr lang="en-US" altLang="en-US" sz="16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this.getClass</a:t>
            </a:r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().</a:t>
            </a:r>
            <a:r>
              <a:rPr lang="en-US" altLang="en-US" sz="160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getResourceAsStream</a:t>
            </a:r>
            <a:r>
              <a:rPr lang="en-US" altLang="en-US" sz="160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("/" + filename);</a:t>
            </a:r>
          </a:p>
          <a:p>
            <a:endParaRPr lang="en-US" altLang="en-US" dirty="0">
              <a:latin typeface="Avenir Book" pitchFamily="2" charset="0"/>
              <a:ea typeface="ＭＳ Ｐゴシック" panose="020B0600070205080204" pitchFamily="34" charset="-128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626C321-78C8-0645-78DB-6510EB9884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6979620"/>
              </p:ext>
            </p:extLst>
          </p:nvPr>
        </p:nvGraphicFramePr>
        <p:xfrm>
          <a:off x="611560" y="1347614"/>
          <a:ext cx="8064896" cy="1296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39824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467353B-AC71-4536-98D4-10A322BCC6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AB201EC-C1DA-4348-9862-59CB962F2E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62843C4-3C6C-4720-91EE-36E403820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3100B02-5B0A-44D1-AA1F-D557E3CF91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Graphic spid="2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8EC9C-88F5-F24A-B092-B40E00C5D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BEB102D-31C0-613A-3147-3B1995AE9D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Text streams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2D685E7F-863E-1EBF-26CE-4C0D1E8CB0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ZA" dirty="0"/>
              <a:t>All data stored as text</a:t>
            </a:r>
          </a:p>
          <a:p>
            <a:r>
              <a:rPr lang="en-ZA" dirty="0"/>
              <a:t>Same type of behaviour as when using console input &amp; output</a:t>
            </a:r>
          </a:p>
          <a:p>
            <a:r>
              <a:rPr lang="en-ZA" dirty="0"/>
              <a:t>String manipulation important</a:t>
            </a:r>
          </a:p>
          <a:p>
            <a:pPr lvl="1"/>
            <a:r>
              <a:rPr lang="en-ZA" dirty="0"/>
              <a:t>Scanner &amp; </a:t>
            </a:r>
            <a:r>
              <a:rPr lang="en-ZA" dirty="0" err="1"/>
              <a:t>PrintWriter</a:t>
            </a:r>
            <a:r>
              <a:rPr lang="en-ZA" dirty="0"/>
              <a:t> classes very useful!</a:t>
            </a:r>
          </a:p>
          <a:p>
            <a:r>
              <a:rPr lang="en-ZA" dirty="0"/>
              <a:t>For reading from a text file, see </a:t>
            </a:r>
            <a:r>
              <a:rPr lang="en-ZA" b="1" dirty="0">
                <a:solidFill>
                  <a:srgbClr val="FEC000"/>
                </a:solidFill>
              </a:rPr>
              <a:t>/example02 </a:t>
            </a:r>
          </a:p>
          <a:p>
            <a:r>
              <a:rPr lang="en-ZA" dirty="0"/>
              <a:t>For writing to a text file (cannot write to a resource file!), see </a:t>
            </a:r>
            <a:r>
              <a:rPr lang="en-ZA" b="1" dirty="0">
                <a:solidFill>
                  <a:srgbClr val="FEC000"/>
                </a:solidFill>
              </a:rPr>
              <a:t>/example03</a:t>
            </a:r>
          </a:p>
          <a:p>
            <a:r>
              <a:rPr lang="en-ZA" dirty="0"/>
              <a:t>For reading and writing complex data</a:t>
            </a:r>
          </a:p>
          <a:p>
            <a:pPr lvl="1"/>
            <a:r>
              <a:rPr lang="en-ZA" dirty="0"/>
              <a:t>Need way to delimit start/end of certain data, e.g., lists</a:t>
            </a:r>
          </a:p>
          <a:p>
            <a:pPr lvl="1"/>
            <a:r>
              <a:rPr lang="en-ZA" dirty="0"/>
              <a:t>See </a:t>
            </a:r>
            <a:r>
              <a:rPr lang="en-ZA" b="1" dirty="0">
                <a:solidFill>
                  <a:srgbClr val="FEC000"/>
                </a:solidFill>
              </a:rPr>
              <a:t>/example04</a:t>
            </a:r>
            <a:endParaRPr lang="en-US" altLang="en-US" b="1" dirty="0">
              <a:solidFill>
                <a:srgbClr val="FEC000"/>
              </a:solidFill>
              <a:latin typeface="Avenir Book" pitchFamily="2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442628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BF50-6B22-D8AB-08E8-91183898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9EB851-335A-F94E-0315-0E529948C16D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2FE52C88-40C2-66DD-D28B-3A1DA8504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Binary streams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E198B9C-DF92-60DA-3617-025316C44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pPr marL="3200400" lvl="7" indent="0">
              <a:buNone/>
            </a:pPr>
            <a:r>
              <a:rPr lang="en-US" dirty="0"/>
              <a:t>Unit of information = byte</a:t>
            </a:r>
          </a:p>
          <a:p>
            <a:r>
              <a:rPr lang="en-US" dirty="0"/>
              <a:t>Need to do all conversions manually</a:t>
            </a:r>
          </a:p>
          <a:p>
            <a:pPr lvl="1"/>
            <a:r>
              <a:rPr lang="en-US" dirty="0"/>
              <a:t>String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byte[]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String</a:t>
            </a:r>
          </a:p>
          <a:p>
            <a:r>
              <a:rPr lang="en-US" dirty="0"/>
              <a:t>Write</a:t>
            </a:r>
          </a:p>
          <a:p>
            <a:pPr lvl="1"/>
            <a:r>
              <a:rPr lang="en-US" dirty="0"/>
              <a:t>Single byte or byte[]</a:t>
            </a:r>
          </a:p>
          <a:p>
            <a:r>
              <a:rPr lang="en-US" dirty="0"/>
              <a:t>Read</a:t>
            </a:r>
          </a:p>
          <a:p>
            <a:pPr lvl="1"/>
            <a:r>
              <a:rPr lang="en-US" dirty="0"/>
              <a:t>Single byte</a:t>
            </a:r>
          </a:p>
          <a:p>
            <a:pPr lvl="1"/>
            <a:r>
              <a:rPr lang="en-US" dirty="0"/>
              <a:t>byte[] (get told how many bytes were read)</a:t>
            </a:r>
          </a:p>
          <a:p>
            <a:r>
              <a:rPr lang="en-US" dirty="0"/>
              <a:t> 	 		     Only way to transfer some types of data,</a:t>
            </a:r>
          </a:p>
          <a:p>
            <a:pPr lvl="6"/>
            <a:r>
              <a:rPr lang="en-US" sz="2000" dirty="0">
                <a:latin typeface="Avenir Book"/>
                <a:ea typeface="ＭＳ Ｐゴシック" charset="0"/>
                <a:cs typeface="+mn-cs"/>
              </a:rPr>
              <a:t>  e.g., images, video, databases</a:t>
            </a:r>
          </a:p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F67E0C9-4517-8AC4-4AA5-140F82FDF63D}"/>
              </a:ext>
            </a:extLst>
          </p:cNvPr>
          <p:cNvSpPr/>
          <p:nvPr/>
        </p:nvSpPr>
        <p:spPr>
          <a:xfrm>
            <a:off x="395536" y="896938"/>
            <a:ext cx="3024336" cy="6667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What is a byte?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1281F2-70D0-8A0D-C19E-EC67C6E2F174}"/>
              </a:ext>
            </a:extLst>
          </p:cNvPr>
          <p:cNvSpPr/>
          <p:nvPr/>
        </p:nvSpPr>
        <p:spPr>
          <a:xfrm>
            <a:off x="395536" y="4137298"/>
            <a:ext cx="3024336" cy="6667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Why use binary streams?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054C6-4081-4D87-0030-418CA6CCE6F0}"/>
              </a:ext>
            </a:extLst>
          </p:cNvPr>
          <p:cNvSpPr txBox="1"/>
          <p:nvPr/>
        </p:nvSpPr>
        <p:spPr>
          <a:xfrm>
            <a:off x="7622" y="4805898"/>
            <a:ext cx="912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/example05</a:t>
            </a:r>
          </a:p>
        </p:txBody>
      </p:sp>
    </p:spTree>
    <p:extLst>
      <p:ext uri="{BB962C8B-B14F-4D97-AF65-F5344CB8AC3E}">
        <p14:creationId xmlns:p14="http://schemas.microsoft.com/office/powerpoint/2010/main" val="42320521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2C4C-DCBE-93F1-7600-1343598C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98D105-D377-C65A-05FE-37EA83491CB9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C483B895-5064-4600-58CB-58B737694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Object streams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37E8B8B-6159-B92C-1CD3-ED607B96A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Reads/writes entire objects</a:t>
            </a:r>
          </a:p>
          <a:p>
            <a:r>
              <a:rPr lang="en-US" dirty="0"/>
              <a:t>Objects need to implement Serializable interface</a:t>
            </a:r>
          </a:p>
          <a:p>
            <a:r>
              <a:rPr lang="en-US" dirty="0"/>
              <a:t>Need to sync source &amp; sink</a:t>
            </a:r>
          </a:p>
          <a:p>
            <a:pPr lvl="1"/>
            <a:r>
              <a:rPr lang="en-US" dirty="0"/>
              <a:t>Version of Java</a:t>
            </a:r>
          </a:p>
          <a:p>
            <a:pPr lvl="1"/>
            <a:r>
              <a:rPr lang="en-US" dirty="0"/>
              <a:t>Class info</a:t>
            </a:r>
          </a:p>
          <a:p>
            <a:r>
              <a:rPr lang="en-US" dirty="0"/>
              <a:t>See </a:t>
            </a:r>
            <a:r>
              <a:rPr lang="en-US" b="1" dirty="0">
                <a:solidFill>
                  <a:srgbClr val="FEC000"/>
                </a:solidFill>
              </a:rPr>
              <a:t>/example06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91672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5EF3-FCC8-E8D9-0D3B-A36041BF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9B55F6-2500-2AE5-C77D-15FF6ADE0772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983E494E-4962-4E01-E396-DCF67C096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Object streams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173EA2C-D855-7F48-7B5A-5241B5D0D1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Issues</a:t>
            </a:r>
          </a:p>
          <a:p>
            <a:pPr lvl="1"/>
            <a:r>
              <a:rPr lang="en-US" dirty="0"/>
              <a:t>Versions</a:t>
            </a:r>
          </a:p>
          <a:p>
            <a:pPr lvl="1"/>
            <a:r>
              <a:rPr lang="en-US" dirty="0"/>
              <a:t>Object writing</a:t>
            </a:r>
          </a:p>
          <a:p>
            <a:pPr lvl="2"/>
            <a:r>
              <a:rPr lang="en-US" dirty="0"/>
              <a:t>written completely 1st time only</a:t>
            </a:r>
          </a:p>
          <a:p>
            <a:pPr lvl="2"/>
            <a:r>
              <a:rPr lang="en-US" dirty="0"/>
              <a:t>reference sent thereafter</a:t>
            </a:r>
          </a:p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/example06b</a:t>
            </a:r>
          </a:p>
        </p:txBody>
      </p:sp>
    </p:spTree>
    <p:extLst>
      <p:ext uri="{BB962C8B-B14F-4D97-AF65-F5344CB8AC3E}">
        <p14:creationId xmlns:p14="http://schemas.microsoft.com/office/powerpoint/2010/main" val="55812288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3035-D079-C32D-D6C6-452C94D6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F7A7C2-BB2F-AF23-5B96-941D0B9B3B82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11D37229-4CE8-67F4-FC44-ACA499ADF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82FE79-561F-E2B0-B26B-4EB6B49FA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14009"/>
              </p:ext>
            </p:extLst>
          </p:nvPr>
        </p:nvGraphicFramePr>
        <p:xfrm>
          <a:off x="467544" y="987575"/>
          <a:ext cx="8496300" cy="407910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2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906">
                <a:tc>
                  <a:txBody>
                    <a:bodyPr/>
                    <a:lstStyle/>
                    <a:p>
                      <a:endParaRPr lang="en-Z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/>
                        <a:t>Binary</a:t>
                      </a:r>
                      <a:r>
                        <a:rPr lang="en-ZA" sz="2000" b="1" baseline="0" dirty="0"/>
                        <a:t> File</a:t>
                      </a:r>
                      <a:endParaRPr lang="en-ZA" sz="2000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/>
                        <a:t>Text File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/>
                        <a:t>Object File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610">
                <a:tc>
                  <a:txBody>
                    <a:bodyPr/>
                    <a:lstStyle/>
                    <a:p>
                      <a:r>
                        <a:rPr lang="en-ZA" sz="1600" dirty="0"/>
                        <a:t>Space usage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Very compact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Larger file size (numbers with many decimal places)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Large (stores class information)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ZA" sz="1600" dirty="0"/>
                        <a:t>Human readable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No </a:t>
                      </a:r>
                    </a:p>
                    <a:p>
                      <a:pPr algn="ctr"/>
                      <a:r>
                        <a:rPr lang="en-ZA" sz="1600" dirty="0"/>
                        <a:t>(unless storing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No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ZA" sz="1600" dirty="0"/>
                        <a:t>Amount of code required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Lots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Lots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Minimal</a:t>
                      </a:r>
                      <a:r>
                        <a:rPr lang="en-ZA" sz="1600" baseline="0" dirty="0"/>
                        <a:t> </a:t>
                      </a:r>
                      <a:endParaRPr lang="en-ZA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ZA" sz="1600" dirty="0"/>
                        <a:t>Data definition changes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Can</a:t>
                      </a:r>
                      <a:r>
                        <a:rPr lang="en-ZA" sz="1600" baseline="0" dirty="0"/>
                        <a:t> convert</a:t>
                      </a:r>
                      <a:r>
                        <a:rPr lang="en-ZA" sz="16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Can convert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Cannot convert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777">
                <a:tc>
                  <a:txBody>
                    <a:bodyPr/>
                    <a:lstStyle/>
                    <a:p>
                      <a:r>
                        <a:rPr lang="en-ZA" sz="1600" dirty="0"/>
                        <a:t>Data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None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Type checking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86">
                <a:tc>
                  <a:txBody>
                    <a:bodyPr/>
                    <a:lstStyle/>
                    <a:p>
                      <a:r>
                        <a:rPr lang="en-ZA" sz="1600" dirty="0"/>
                        <a:t>Platform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Any platform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Any</a:t>
                      </a:r>
                      <a:r>
                        <a:rPr lang="en-ZA" sz="1600" baseline="0" dirty="0"/>
                        <a:t> platform</a:t>
                      </a:r>
                      <a:endParaRPr lang="en-ZA" sz="16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dirty="0"/>
                        <a:t>Source &amp; Sink </a:t>
                      </a:r>
                    </a:p>
                    <a:p>
                      <a:pPr algn="ctr"/>
                      <a:r>
                        <a:rPr lang="en-ZA" sz="1600" b="0" dirty="0"/>
                        <a:t>Java only</a:t>
                      </a:r>
                      <a:endParaRPr lang="en-ZA" sz="1600" b="0" i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3EC0B76-EB2D-5271-D0BA-4BFEEB584D98}"/>
              </a:ext>
            </a:extLst>
          </p:cNvPr>
          <p:cNvSpPr/>
          <p:nvPr/>
        </p:nvSpPr>
        <p:spPr>
          <a:xfrm>
            <a:off x="2843808" y="1368153"/>
            <a:ext cx="1656184" cy="915565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2F0A4-DDC1-18B1-5C1E-9D51FADA6F27}"/>
              </a:ext>
            </a:extLst>
          </p:cNvPr>
          <p:cNvSpPr/>
          <p:nvPr/>
        </p:nvSpPr>
        <p:spPr>
          <a:xfrm>
            <a:off x="5004048" y="2283719"/>
            <a:ext cx="1656184" cy="576000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399960-7C05-AB2D-4A86-A609B7C9B223}"/>
              </a:ext>
            </a:extLst>
          </p:cNvPr>
          <p:cNvSpPr/>
          <p:nvPr/>
        </p:nvSpPr>
        <p:spPr>
          <a:xfrm>
            <a:off x="7120154" y="2859718"/>
            <a:ext cx="1656184" cy="2206963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809104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9028-B1CB-0D56-4657-70483C4D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8ED525E-407A-6CF2-3337-083742D71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Random access files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8A98DBE-542A-2FC3-BA78-2F16CFCC96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Sequential access only so far (i.e., in order)</a:t>
            </a:r>
          </a:p>
          <a:p>
            <a:r>
              <a:rPr lang="en-US" dirty="0"/>
              <a:t>Access/edit “records” out of order</a:t>
            </a:r>
          </a:p>
          <a:p>
            <a:pPr lvl="1"/>
            <a:r>
              <a:rPr lang="en-US" dirty="0"/>
              <a:t>File cursor that moves</a:t>
            </a:r>
          </a:p>
          <a:p>
            <a:pPr lvl="1"/>
            <a:r>
              <a:rPr lang="en-US" dirty="0"/>
              <a:t>Read/Write at the same time</a:t>
            </a:r>
          </a:p>
          <a:p>
            <a:pPr lvl="1"/>
            <a:r>
              <a:rPr lang="en-US" dirty="0"/>
              <a:t>Equal sized “records” in file only, i.e., can calculate position of any record</a:t>
            </a:r>
          </a:p>
          <a:p>
            <a:pPr lvl="1"/>
            <a:r>
              <a:rPr lang="en-US" dirty="0"/>
              <a:t>e.g., databases</a:t>
            </a:r>
          </a:p>
          <a:p>
            <a:r>
              <a:rPr lang="en-US" dirty="0"/>
              <a:t>Read Section 18.3 if interested</a:t>
            </a:r>
          </a:p>
        </p:txBody>
      </p:sp>
    </p:spTree>
    <p:extLst>
      <p:ext uri="{BB962C8B-B14F-4D97-AF65-F5344CB8AC3E}">
        <p14:creationId xmlns:p14="http://schemas.microsoft.com/office/powerpoint/2010/main" val="300267138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9984F3-4A8C-41E9-8906-722BFDD32DF7}"/>
              </a:ext>
            </a:extLst>
          </p:cNvPr>
          <p:cNvSpPr/>
          <p:nvPr/>
        </p:nvSpPr>
        <p:spPr>
          <a:xfrm>
            <a:off x="0" y="0"/>
            <a:ext cx="6228184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A5F8D-5E28-431E-9C4E-F84AAEA7BB92}"/>
              </a:ext>
            </a:extLst>
          </p:cNvPr>
          <p:cNvSpPr txBox="1"/>
          <p:nvPr/>
        </p:nvSpPr>
        <p:spPr>
          <a:xfrm>
            <a:off x="1043608" y="1417587"/>
            <a:ext cx="3174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Error &amp; exception handling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2B79A-E316-4FD5-9FA4-D4B04FEF1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862" y="1280371"/>
            <a:ext cx="2582756" cy="258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15725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879C09E-7A09-4578-9916-3452CF8B51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0843851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F067E5-8F4D-47E1-84B1-BCA5AC4CCF74}"/>
              </a:ext>
            </a:extLst>
          </p:cNvPr>
          <p:cNvSpPr txBox="1"/>
          <p:nvPr/>
        </p:nvSpPr>
        <p:spPr>
          <a:xfrm>
            <a:off x="683568" y="1131590"/>
            <a:ext cx="2232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venir Medium"/>
                <a:ea typeface="ＭＳ Ｐゴシック" panose="020B0600070205080204" pitchFamily="34" charset="-128"/>
                <a:cs typeface="+mn-cs"/>
              </a:rPr>
              <a:t>Error &amp; exception handling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FEFA6E-1608-44AB-BE2D-18FD1B479A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730" y="1419622"/>
            <a:ext cx="1900540" cy="190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13959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Why do we need error handling in our programs?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To create programs that are:</a:t>
            </a:r>
          </a:p>
          <a:p>
            <a:pPr lvl="1"/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Clear</a:t>
            </a:r>
          </a:p>
          <a:p>
            <a:pPr lvl="1"/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Robust</a:t>
            </a:r>
          </a:p>
          <a:p>
            <a:pPr lvl="1"/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Fault-tolerant</a:t>
            </a:r>
          </a:p>
        </p:txBody>
      </p:sp>
    </p:spTree>
    <p:extLst>
      <p:ext uri="{BB962C8B-B14F-4D97-AF65-F5344CB8AC3E}">
        <p14:creationId xmlns:p14="http://schemas.microsoft.com/office/powerpoint/2010/main" val="17626351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6A10B-5A09-8A02-ED0E-AB9AA731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D428A95-7C31-1A07-B87C-E21D96C90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Introduction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43AE6C6-3968-75B2-1F1B-DEF3DFC4A1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584" y="1557387"/>
            <a:ext cx="3096022" cy="2238499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200" dirty="0">
                <a:latin typeface="Avenir Book" pitchFamily="2" charset="0"/>
                <a:ea typeface="ＭＳ Ｐゴシック" panose="020B0600070205080204" pitchFamily="34" charset="-128"/>
              </a:rPr>
              <a:t>Error handling code should be separated from program code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896730-78C7-D2FB-F4C7-A4A6A2E7D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851670"/>
            <a:ext cx="3096022" cy="1911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200" kern="0" dirty="0">
                <a:latin typeface="Avenir Book" pitchFamily="2" charset="0"/>
                <a:ea typeface="ＭＳ Ｐゴシック" panose="020B0600070205080204" pitchFamily="34" charset="-128"/>
              </a:rPr>
              <a:t>Error conditions must be dealt with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CC2E69-03B9-4A4D-98EF-C02EEAD26D36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16609E-DBCA-46A1-A59F-DD7CD6A9CEFB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41512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C3CD-91CD-300B-1AED-7A287A6F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A623730-44A2-7876-7832-2E4BB653C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When to use error handling?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CF76C83-9628-82EB-EEC2-12037642C0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handle exceptional cases</a:t>
            </a:r>
          </a:p>
          <a:p>
            <a:r>
              <a:rPr lang="en-US" dirty="0"/>
              <a:t>To process exceptions from other classes</a:t>
            </a:r>
          </a:p>
          <a:p>
            <a:r>
              <a:rPr lang="en-US" dirty="0"/>
              <a:t>To handle errors in a uniform way</a:t>
            </a:r>
          </a:p>
          <a:p>
            <a:r>
              <a:rPr lang="en-US" dirty="0"/>
              <a:t>Some not so great practices: ignoring them, or aborting on an error</a:t>
            </a:r>
          </a:p>
        </p:txBody>
      </p:sp>
      <p:pic>
        <p:nvPicPr>
          <p:cNvPr id="3" name="Graphic 2" descr="Sad face outline with solid fill">
            <a:extLst>
              <a:ext uri="{FF2B5EF4-FFF2-40B4-BE49-F238E27FC236}">
                <a16:creationId xmlns:a16="http://schemas.microsoft.com/office/drawing/2014/main" id="{32DA34F6-650E-16AE-472A-B7D21F9D2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0312" y="19391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6951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E6C4-1200-5056-55AF-4BF40399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00CD3A3-EAED-F884-EC55-20BB2BE03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Try-catch block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0B25D59-D7F7-D0FE-F83F-242D67F95C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4104133" cy="3481387"/>
          </a:xfrm>
        </p:spPr>
        <p:txBody>
          <a:bodyPr/>
          <a:lstStyle/>
          <a:p>
            <a:r>
              <a:rPr lang="en-US" dirty="0"/>
              <a:t>Methods throw exceptions</a:t>
            </a:r>
          </a:p>
          <a:p>
            <a:r>
              <a:rPr lang="en-US" dirty="0"/>
              <a:t>Exception handlers catch them</a:t>
            </a:r>
          </a:p>
          <a:p>
            <a:endParaRPr lang="en-US" dirty="0"/>
          </a:p>
          <a:p>
            <a:r>
              <a:rPr lang="en-US" dirty="0"/>
              <a:t>For every try block:</a:t>
            </a:r>
          </a:p>
          <a:p>
            <a:pPr lvl="1"/>
            <a:r>
              <a:rPr lang="en-US" dirty="0"/>
              <a:t>0..many catch blocks</a:t>
            </a:r>
          </a:p>
          <a:p>
            <a:pPr lvl="2"/>
            <a:r>
              <a:rPr lang="en-US" dirty="0"/>
              <a:t>done depending on if try block threw error</a:t>
            </a:r>
          </a:p>
          <a:p>
            <a:pPr lvl="1"/>
            <a:r>
              <a:rPr lang="en-US" dirty="0"/>
              <a:t>0..1 finally block</a:t>
            </a:r>
          </a:p>
          <a:p>
            <a:pPr lvl="2"/>
            <a:r>
              <a:rPr lang="en-US" dirty="0"/>
              <a:t>always done</a:t>
            </a:r>
          </a:p>
          <a:p>
            <a:endParaRPr lang="en-US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BEFA816-2247-3082-105C-EDAD9389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974006"/>
            <a:ext cx="4536306" cy="3600400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// code before try-catch block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try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code to try and run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might throw exception(s)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catch (Exception ex)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</a:t>
            </a:r>
            <a:r>
              <a:rPr lang="en-US" sz="1100" i="1" dirty="0">
                <a:latin typeface="Courier New" pitchFamily="49" charset="0"/>
              </a:rPr>
              <a:t>if</a:t>
            </a:r>
            <a:r>
              <a:rPr lang="en-US" sz="1100" dirty="0">
                <a:latin typeface="Courier New" pitchFamily="49" charset="0"/>
              </a:rPr>
              <a:t> something goes wrong (exception ex)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handle error here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finally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{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regardless of what happens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always run this code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// code after try-catch block</a:t>
            </a:r>
          </a:p>
          <a:p>
            <a:pPr marL="342900" indent="-342900">
              <a:spcBef>
                <a:spcPct val="20000"/>
              </a:spcBef>
            </a:pPr>
            <a:endParaRPr lang="en-US" sz="11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3528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34B4-E3B4-1319-3790-764A1046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E503D1D-0E60-1076-0AE2-A5E09B6AB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Procedure for handling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9F1DDC0-06EE-D030-3F98-A670661352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8496299" cy="3481387"/>
          </a:xfrm>
        </p:spPr>
        <p:txBody>
          <a:bodyPr/>
          <a:lstStyle/>
          <a:p>
            <a:r>
              <a:rPr lang="en-US" dirty="0"/>
              <a:t>If exception thrown within a try{…} block</a:t>
            </a:r>
          </a:p>
          <a:p>
            <a:pPr lvl="1"/>
            <a:r>
              <a:rPr lang="en-US" sz="1600" dirty="0"/>
              <a:t>Code immediately jumps to the 1</a:t>
            </a:r>
            <a:r>
              <a:rPr lang="en-US" sz="1600" baseline="30000" dirty="0"/>
              <a:t>st</a:t>
            </a:r>
            <a:r>
              <a:rPr lang="en-US" sz="1600" dirty="0"/>
              <a:t> catch</a:t>
            </a:r>
          </a:p>
          <a:p>
            <a:pPr lvl="1"/>
            <a:r>
              <a:rPr lang="en-US" sz="1600" dirty="0"/>
              <a:t>Will proceed from catch() {…} to catch until finds one that can handle the particular exception</a:t>
            </a:r>
          </a:p>
          <a:p>
            <a:pPr lvl="1"/>
            <a:r>
              <a:rPr lang="en-US" sz="1600" dirty="0"/>
              <a:t>If finds a catch() {…} that can handle the error, then its code is executed &amp; the error is considered handled (unless the code rethrows it or another exception – see later)</a:t>
            </a:r>
          </a:p>
          <a:p>
            <a:pPr lvl="1"/>
            <a:r>
              <a:rPr lang="en-US" sz="1600" dirty="0"/>
              <a:t>If cannot find a catch() {…} to handle the error, then the error is considered unhandled</a:t>
            </a:r>
          </a:p>
          <a:p>
            <a:r>
              <a:rPr lang="en-US" dirty="0"/>
              <a:t>Finally {…} block always executed (after try and/or catch)</a:t>
            </a:r>
          </a:p>
          <a:p>
            <a:r>
              <a:rPr lang="en-US" dirty="0"/>
              <a:t>After the try-catch block</a:t>
            </a:r>
          </a:p>
          <a:p>
            <a:pPr lvl="1"/>
            <a:r>
              <a:rPr lang="en-US" sz="1600" dirty="0"/>
              <a:t>If no unhandled exception, then code is executed as normal</a:t>
            </a:r>
          </a:p>
          <a:p>
            <a:pPr lvl="1"/>
            <a:r>
              <a:rPr lang="en-US" sz="1600" dirty="0"/>
              <a:t>If unhandled exception, then code is not executed &amp; the method throws the exception to the code that called it </a:t>
            </a:r>
          </a:p>
        </p:txBody>
      </p:sp>
    </p:spTree>
    <p:extLst>
      <p:ext uri="{BB962C8B-B14F-4D97-AF65-F5344CB8AC3E}">
        <p14:creationId xmlns:p14="http://schemas.microsoft.com/office/powerpoint/2010/main" val="352098789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95756-74B8-F288-42EC-77665070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4BDBBFC-B831-4BCA-E676-1B70902F6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Example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B03286B7-1F1D-907A-885F-42B1CFD3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990" y="974006"/>
            <a:ext cx="8496300" cy="3685976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Scanner sin = new Scanner(System.in);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 err="1">
                <a:latin typeface="Courier New" pitchFamily="49" charset="0"/>
              </a:rPr>
              <a:t>System.out.println</a:t>
            </a:r>
            <a:r>
              <a:rPr lang="en-US" sz="1100" dirty="0">
                <a:latin typeface="Courier New" pitchFamily="49" charset="0"/>
              </a:rPr>
              <a:t>(“Enter two doubles:”);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try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// code to try and run, might throw exception(s)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Double x = </a:t>
            </a:r>
            <a:r>
              <a:rPr lang="en-US" sz="1100" dirty="0" err="1">
                <a:latin typeface="Courier New" pitchFamily="49" charset="0"/>
              </a:rPr>
              <a:t>sin.nextDouble</a:t>
            </a:r>
            <a:r>
              <a:rPr lang="en-US" sz="1100" dirty="0">
                <a:latin typeface="Courier New" pitchFamily="49" charset="0"/>
              </a:rPr>
              <a:t>(); // user could enter a non-number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Double y = </a:t>
            </a:r>
            <a:r>
              <a:rPr lang="en-US" sz="1100" dirty="0" err="1">
                <a:latin typeface="Courier New" pitchFamily="49" charset="0"/>
              </a:rPr>
              <a:t>sin.nextDouble</a:t>
            </a:r>
            <a:r>
              <a:rPr lang="en-US" sz="1100" dirty="0">
                <a:latin typeface="Courier New" pitchFamily="49" charset="0"/>
              </a:rPr>
              <a:t>(); // user could enter a non-number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Double z = x / y; // could attempt to divide by zero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catch (Exception e)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</a:t>
            </a:r>
            <a:r>
              <a:rPr lang="en-US" sz="1100" dirty="0" err="1">
                <a:latin typeface="Courier New" pitchFamily="49" charset="0"/>
              </a:rPr>
              <a:t>System.out.println</a:t>
            </a:r>
            <a:r>
              <a:rPr lang="en-US" sz="1100" dirty="0">
                <a:latin typeface="Courier New" pitchFamily="49" charset="0"/>
              </a:rPr>
              <a:t>(“Unable to complete operation. “ + </a:t>
            </a:r>
            <a:r>
              <a:rPr lang="en-US" sz="1100" dirty="0" err="1">
                <a:latin typeface="Courier New" pitchFamily="49" charset="0"/>
              </a:rPr>
              <a:t>e.getMessage</a:t>
            </a:r>
            <a:r>
              <a:rPr lang="en-US" sz="1100" dirty="0">
                <a:latin typeface="Courier New" pitchFamily="49" charset="0"/>
              </a:rPr>
              <a:t>());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finally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{ 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	</a:t>
            </a:r>
            <a:r>
              <a:rPr lang="en-US" sz="1100" dirty="0" err="1">
                <a:latin typeface="Courier New" pitchFamily="49" charset="0"/>
              </a:rPr>
              <a:t>System.out.println</a:t>
            </a:r>
            <a:r>
              <a:rPr lang="en-US" sz="1100" dirty="0">
                <a:latin typeface="Courier New" pitchFamily="49" charset="0"/>
              </a:rPr>
              <a:t>(“Finally”);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100" dirty="0" err="1">
                <a:latin typeface="Courier New" pitchFamily="49" charset="0"/>
              </a:rPr>
              <a:t>System.out.println</a:t>
            </a:r>
            <a:r>
              <a:rPr lang="en-US" sz="1100" dirty="0">
                <a:latin typeface="Courier New" pitchFamily="49" charset="0"/>
              </a:rPr>
              <a:t>(“Completed operation.”);</a:t>
            </a:r>
          </a:p>
          <a:p>
            <a:pPr marL="342900" indent="-342900">
              <a:spcBef>
                <a:spcPct val="20000"/>
              </a:spcBef>
            </a:pPr>
            <a:endParaRPr lang="en-US" sz="1100" dirty="0">
              <a:latin typeface="Courier New" pitchFamily="49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57B015A-CB09-8F41-B180-747B328A8FED}"/>
              </a:ext>
            </a:extLst>
          </p:cNvPr>
          <p:cNvSpPr/>
          <p:nvPr/>
        </p:nvSpPr>
        <p:spPr>
          <a:xfrm flipH="1">
            <a:off x="6084168" y="2293516"/>
            <a:ext cx="1224136" cy="432048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5D709FE-6BEC-DA2D-7D60-A90ED17C2AE5}"/>
              </a:ext>
            </a:extLst>
          </p:cNvPr>
          <p:cNvSpPr/>
          <p:nvPr/>
        </p:nvSpPr>
        <p:spPr>
          <a:xfrm flipH="1">
            <a:off x="6948264" y="3093740"/>
            <a:ext cx="1224136" cy="432048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89F929-FA01-F4D5-4793-6AEB635797B8}"/>
              </a:ext>
            </a:extLst>
          </p:cNvPr>
          <p:cNvSpPr/>
          <p:nvPr/>
        </p:nvSpPr>
        <p:spPr>
          <a:xfrm flipH="1">
            <a:off x="3707904" y="3867894"/>
            <a:ext cx="1224136" cy="432048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8571CD9-ADD9-2E11-AF75-68E1DD0B6CAA}"/>
              </a:ext>
            </a:extLst>
          </p:cNvPr>
          <p:cNvSpPr/>
          <p:nvPr/>
        </p:nvSpPr>
        <p:spPr>
          <a:xfrm flipH="1">
            <a:off x="4744715" y="4330315"/>
            <a:ext cx="1224136" cy="432048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CEACE-6385-696B-2262-C915F97B9E04}"/>
              </a:ext>
            </a:extLst>
          </p:cNvPr>
          <p:cNvSpPr txBox="1"/>
          <p:nvPr/>
        </p:nvSpPr>
        <p:spPr>
          <a:xfrm>
            <a:off x="4276080" y="4756223"/>
            <a:ext cx="195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See </a:t>
            </a:r>
            <a:r>
              <a:rPr lang="en-ZA" dirty="0">
                <a:solidFill>
                  <a:srgbClr val="FEC000"/>
                </a:solidFill>
              </a:rPr>
              <a:t>/Example00</a:t>
            </a:r>
          </a:p>
        </p:txBody>
      </p:sp>
    </p:spTree>
    <p:extLst>
      <p:ext uri="{BB962C8B-B14F-4D97-AF65-F5344CB8AC3E}">
        <p14:creationId xmlns:p14="http://schemas.microsoft.com/office/powerpoint/2010/main" val="148295523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8B255-F2D6-E5D6-0BF4-C1601354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BC03AE-24B7-C558-5406-1ED79E44D155}"/>
              </a:ext>
            </a:extLst>
          </p:cNvPr>
          <p:cNvSpPr/>
          <p:nvPr/>
        </p:nvSpPr>
        <p:spPr>
          <a:xfrm>
            <a:off x="7622" y="4277756"/>
            <a:ext cx="9136378" cy="843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3B6EF6B8-BD9A-66AD-DB09-F0ED62C4E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Inheritance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1EFB8-4D5D-AB23-28CC-3DBB07198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2" y="969913"/>
            <a:ext cx="9144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2800" i="1" kern="0" dirty="0">
                <a:latin typeface="Avenir Book" pitchFamily="2" charset="0"/>
                <a:ea typeface="ＭＳ Ｐゴシック" panose="020B0600070205080204" pitchFamily="34" charset="-128"/>
              </a:rPr>
              <a:t>Exceptions are subclasses of Throwable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23DE7E-D68E-6A52-9479-A9FBC6171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055546"/>
              </p:ext>
            </p:extLst>
          </p:nvPr>
        </p:nvGraphicFramePr>
        <p:xfrm>
          <a:off x="1151620" y="1491630"/>
          <a:ext cx="6840760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D2D018-4C67-A17A-C2D5-D16AEFA54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192" y="1996518"/>
            <a:ext cx="2447256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2800" kern="0" dirty="0">
                <a:latin typeface="Avenir Book" pitchFamily="2" charset="0"/>
                <a:ea typeface="ＭＳ Ｐゴシック" panose="020B0600070205080204" pitchFamily="34" charset="-128"/>
              </a:rPr>
              <a:t>Checked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DAD9FF-48E2-673E-C673-2A981E23F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5" y="4105809"/>
            <a:ext cx="2447256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  <a:cs typeface="+mn-cs"/>
              </a:defRPr>
            </a:lvl1pPr>
            <a:lvl2pPr marL="347663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Char char="•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2pPr>
            <a:lvl3pPr marL="547688" indent="-198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EC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venir Book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3057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2800" kern="0" dirty="0">
                <a:latin typeface="Avenir Book" pitchFamily="2" charset="0"/>
                <a:ea typeface="ＭＳ Ｐゴシック" panose="020B0600070205080204" pitchFamily="34" charset="-128"/>
              </a:rPr>
              <a:t>Unchecked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6F0AB5-3376-7E3C-4FF4-4DCFFE787CF3}"/>
              </a:ext>
            </a:extLst>
          </p:cNvPr>
          <p:cNvCxnSpPr/>
          <p:nvPr/>
        </p:nvCxnSpPr>
        <p:spPr>
          <a:xfrm flipV="1">
            <a:off x="2477401" y="3723878"/>
            <a:ext cx="726447" cy="678793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84E449-6FCA-CA85-A52F-1D5DC8C6947F}"/>
              </a:ext>
            </a:extLst>
          </p:cNvPr>
          <p:cNvCxnSpPr>
            <a:cxnSpLocks/>
          </p:cNvCxnSpPr>
          <p:nvPr/>
        </p:nvCxnSpPr>
        <p:spPr>
          <a:xfrm>
            <a:off x="2499924" y="4402671"/>
            <a:ext cx="2306804" cy="296863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0EC5B1-22C3-F7EB-875B-CF34CBFE4BA3}"/>
              </a:ext>
            </a:extLst>
          </p:cNvPr>
          <p:cNvCxnSpPr>
            <a:cxnSpLocks/>
          </p:cNvCxnSpPr>
          <p:nvPr/>
        </p:nvCxnSpPr>
        <p:spPr>
          <a:xfrm flipH="1" flipV="1">
            <a:off x="5292080" y="1923543"/>
            <a:ext cx="1512168" cy="36983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14E20D-49AE-272C-A8F7-D4AAC4DEA9E0}"/>
              </a:ext>
            </a:extLst>
          </p:cNvPr>
          <p:cNvCxnSpPr>
            <a:cxnSpLocks/>
          </p:cNvCxnSpPr>
          <p:nvPr/>
        </p:nvCxnSpPr>
        <p:spPr>
          <a:xfrm flipH="1">
            <a:off x="6156176" y="2293380"/>
            <a:ext cx="648072" cy="43262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05839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B502A2-C01A-4AA9-9E4E-2FD65B1E31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FB09FD9-906B-4BD0-BD7F-35FC9FEC8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725AE38-2662-44FD-9B0B-9A8A44C3F8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A2CB66-C325-46F1-AEF2-B597A2FE5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E866ECA-B449-4B5C-9267-646F1C1ABB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07F7D41-7305-4CB2-9A9B-23DCD7EEE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1722BA8-D5CE-4448-A165-1B7F3266DD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4" grpId="0">
        <p:bldSub>
          <a:bldDgm bld="lvlAtOnce"/>
        </p:bldSub>
      </p:bldGraphic>
      <p:bldP spid="7" grpId="0" build="p"/>
      <p:bldP spid="1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0597D-83B8-D1D0-9519-7D6C3C869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562FAE8-0792-6BC4-C7B8-551FFC5A6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Throwing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8135EFE-5362-E039-2605-4D832F79BC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8496299" cy="3481387"/>
          </a:xfrm>
        </p:spPr>
        <p:txBody>
          <a:bodyPr/>
          <a:lstStyle/>
          <a:p>
            <a:r>
              <a:rPr lang="en-US" dirty="0"/>
              <a:t>To allow a method to throw exceptions </a:t>
            </a:r>
          </a:p>
          <a:p>
            <a:pPr lvl="1"/>
            <a:r>
              <a:rPr lang="en-US" dirty="0"/>
              <a:t>it must declare what exceptions it may throw</a:t>
            </a:r>
          </a:p>
          <a:p>
            <a:r>
              <a:rPr lang="en-US" dirty="0"/>
              <a:t>A method must indicate that throws an exception if </a:t>
            </a:r>
          </a:p>
          <a:p>
            <a:pPr lvl="1"/>
            <a:r>
              <a:rPr lang="en-US" dirty="0"/>
              <a:t>its try-catch block can throw an exception that the catches do not handle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CA9B16E-95F9-55CF-B3EB-574789765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779" y="2715766"/>
            <a:ext cx="5760442" cy="1584176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1600" dirty="0">
              <a:latin typeface="Courier New" pitchFamily="49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public void </a:t>
            </a:r>
            <a:r>
              <a:rPr lang="en-US" sz="1600" dirty="0" err="1">
                <a:latin typeface="Courier New" pitchFamily="49" charset="0"/>
              </a:rPr>
              <a:t>myMethod</a:t>
            </a:r>
            <a:r>
              <a:rPr lang="en-US" sz="1600" dirty="0">
                <a:latin typeface="Courier New" pitchFamily="49" charset="0"/>
              </a:rPr>
              <a:t>() throws </a:t>
            </a:r>
            <a:r>
              <a:rPr lang="en-US" sz="1600" dirty="0" err="1">
                <a:latin typeface="Courier New" pitchFamily="49" charset="0"/>
              </a:rPr>
              <a:t>SomeException</a:t>
            </a:r>
            <a:endParaRPr lang="en-US" sz="1600" dirty="0">
              <a:latin typeface="Courier New" pitchFamily="49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		throw (new </a:t>
            </a:r>
            <a:r>
              <a:rPr lang="en-US" sz="1600" dirty="0" err="1">
                <a:latin typeface="Courier New" pitchFamily="49" charset="0"/>
              </a:rPr>
              <a:t>SomeException</a:t>
            </a:r>
            <a:r>
              <a:rPr lang="en-US" sz="1600" dirty="0">
                <a:latin typeface="Courier New" pitchFamily="49" charset="0"/>
              </a:rPr>
              <a:t>());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5530567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DF8E-4AA8-A35D-BAF9-89D91B2D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E1574DFC-46E0-5AB1-3767-AEB1E1A1F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Defining new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400380E-AE4D-A454-3208-21257CADB9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8496299" cy="3481387"/>
          </a:xfrm>
        </p:spPr>
        <p:txBody>
          <a:bodyPr/>
          <a:lstStyle/>
          <a:p>
            <a:r>
              <a:rPr lang="en-US" dirty="0"/>
              <a:t>Sometimes want to define own exceptions:</a:t>
            </a:r>
          </a:p>
          <a:p>
            <a:pPr lvl="1"/>
            <a:r>
              <a:rPr lang="en-US" dirty="0"/>
              <a:t>Want to pass specific parameters that could be used to solve the problem</a:t>
            </a:r>
          </a:p>
          <a:p>
            <a:pPr lvl="1"/>
            <a:r>
              <a:rPr lang="en-US" dirty="0"/>
              <a:t>Want to handle specific types of errors differently from existing errors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D25480E-BD2B-021A-EC68-8CD18581A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779" y="2283718"/>
            <a:ext cx="5760442" cy="2088232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class </a:t>
            </a:r>
            <a:r>
              <a:rPr lang="en-US" sz="1600" dirty="0" err="1">
                <a:latin typeface="Courier New" pitchFamily="49" charset="0"/>
              </a:rPr>
              <a:t>CustomException</a:t>
            </a:r>
            <a:r>
              <a:rPr lang="en-US" sz="1600" dirty="0">
                <a:latin typeface="Courier New" pitchFamily="49" charset="0"/>
              </a:rPr>
              <a:t> extends Exception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</a:rPr>
              <a:t>CustomException</a:t>
            </a:r>
            <a:r>
              <a:rPr lang="en-US" sz="1600" dirty="0">
                <a:latin typeface="Courier New" pitchFamily="49" charset="0"/>
              </a:rPr>
              <a:t>(String msg)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		{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		super(msg);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	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583915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C1E5C-7719-255C-2695-CF84C19A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B000A15-4553-8C00-B5A7-4A4F8857B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Defining new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5264D96-2AFF-3CFF-BF41-61ED1D9AC1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8496299" cy="3481387"/>
          </a:xfrm>
        </p:spPr>
        <p:txBody>
          <a:bodyPr/>
          <a:lstStyle/>
          <a:p>
            <a:r>
              <a:rPr lang="en-US" dirty="0"/>
              <a:t>Should select an appropriate subclass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6D8B963-E463-9C5C-1F30-17A58ABD3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779" y="1563638"/>
            <a:ext cx="5760442" cy="2088232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class </a:t>
            </a:r>
            <a:r>
              <a:rPr lang="en-US" sz="1600" dirty="0" err="1">
                <a:latin typeface="Courier New" pitchFamily="49" charset="0"/>
              </a:rPr>
              <a:t>DivideByZeroException</a:t>
            </a:r>
            <a:r>
              <a:rPr lang="en-US" sz="1600" dirty="0">
                <a:latin typeface="Courier New" pitchFamily="49" charset="0"/>
              </a:rPr>
              <a:t> extends </a:t>
            </a:r>
            <a:r>
              <a:rPr lang="en-US" sz="1600" dirty="0" err="1">
                <a:latin typeface="Courier New" pitchFamily="49" charset="0"/>
              </a:rPr>
              <a:t>ArithmeticException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{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		</a:t>
            </a:r>
            <a:r>
              <a:rPr lang="en-US" sz="1600" dirty="0" err="1">
                <a:latin typeface="Courier New" pitchFamily="49" charset="0"/>
              </a:rPr>
              <a:t>DivideByZeroException</a:t>
            </a:r>
            <a:r>
              <a:rPr lang="en-US" sz="1600" dirty="0">
                <a:latin typeface="Courier New" pitchFamily="49" charset="0"/>
              </a:rPr>
              <a:t>()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		{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	}</a:t>
            </a:r>
          </a:p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58902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1FB7-2CB9-0BCB-9026-A8023B420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FC2F61C2-DEB8-9562-D6B6-E8FCAA086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Defining new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E7F739D5-2A74-7367-32E4-AA9066CF8C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8496299" cy="3481387"/>
          </a:xfrm>
        </p:spPr>
        <p:txBody>
          <a:bodyPr/>
          <a:lstStyle/>
          <a:p>
            <a:r>
              <a:rPr lang="en-US" dirty="0"/>
              <a:t>How to use your custom exception?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b="1" dirty="0">
                <a:solidFill>
                  <a:srgbClr val="FEC000"/>
                </a:solidFill>
              </a:rPr>
              <a:t>/Example00a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B6902F0-CEF6-701D-9038-77661DBF2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612" y="1557387"/>
            <a:ext cx="6984775" cy="2473275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1600" dirty="0">
                <a:latin typeface="Courier New" pitchFamily="49" charset="0"/>
              </a:rPr>
              <a:t>int divide(int num1, int num2) throws </a:t>
            </a:r>
            <a:r>
              <a:rPr lang="en-US" sz="1600" dirty="0" err="1">
                <a:latin typeface="Courier New" pitchFamily="49" charset="0"/>
              </a:rPr>
              <a:t>DivideByZeroException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{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	if (num2 == 0)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	    throw (new 						</a:t>
            </a:r>
            <a:r>
              <a:rPr lang="en-US" sz="1600" dirty="0" err="1">
                <a:latin typeface="Courier New" pitchFamily="49" charset="0"/>
              </a:rPr>
              <a:t>DivideByZeroException</a:t>
            </a:r>
            <a:r>
              <a:rPr lang="en-US" sz="1600" dirty="0">
                <a:latin typeface="Courier New" pitchFamily="49" charset="0"/>
              </a:rPr>
              <a:t>());</a:t>
            </a:r>
            <a:br>
              <a:rPr lang="en-US" sz="1600" dirty="0">
                <a:latin typeface="Courier New" pitchFamily="49" charset="0"/>
              </a:rPr>
            </a:b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	return (num1 / num2);</a:t>
            </a:r>
            <a:br>
              <a:rPr lang="en-US" sz="1600" dirty="0">
                <a:latin typeface="Courier New" pitchFamily="49" charset="0"/>
              </a:rPr>
            </a:br>
            <a:r>
              <a:rPr lang="en-US" sz="1600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907059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03D2-91CC-8B0B-EDDA-331546BD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A9343B0-8743-EB40-E249-EEEAB6E8C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Defining new exceptions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95AF7334-790D-09CB-025A-4FB1BDD730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1" y="1112838"/>
            <a:ext cx="8496299" cy="3481387"/>
          </a:xfrm>
        </p:spPr>
        <p:txBody>
          <a:bodyPr/>
          <a:lstStyle/>
          <a:p>
            <a:r>
              <a:rPr lang="en-US" dirty="0"/>
              <a:t>Sometimes necessary to defer exception handling to the next enclosing try-catch clause</a:t>
            </a:r>
          </a:p>
          <a:p>
            <a:pPr lvl="1"/>
            <a:r>
              <a:rPr lang="en-US" dirty="0"/>
              <a:t>i.e., the method calling the current method should do the exception handling</a:t>
            </a:r>
          </a:p>
          <a:p>
            <a:r>
              <a:rPr lang="en-US" dirty="0"/>
              <a:t>An exception can be re-thrown inside a </a:t>
            </a:r>
            <a:r>
              <a:rPr lang="en-US" b="1" dirty="0"/>
              <a:t>catch</a:t>
            </a:r>
            <a:r>
              <a:rPr lang="en-US" dirty="0"/>
              <a:t> clause by calling:</a:t>
            </a:r>
          </a:p>
          <a:p>
            <a:pPr marL="174625" lvl="1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throw exception;  </a:t>
            </a:r>
          </a:p>
          <a:p>
            <a:r>
              <a:rPr lang="en-US" dirty="0"/>
              <a:t>If an exception is thrown from within a catch() {…} block:</a:t>
            </a:r>
          </a:p>
          <a:p>
            <a:pPr lvl="1"/>
            <a:r>
              <a:rPr lang="en-US" dirty="0"/>
              <a:t>the other catch blocks do not attempt to catch it (it is thrown out of the try-catch block &amp; is considered unhandled)</a:t>
            </a:r>
          </a:p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/Example00b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See </a:t>
            </a:r>
            <a:r>
              <a:rPr lang="en-US" dirty="0">
                <a:solidFill>
                  <a:srgbClr val="FEC000"/>
                </a:solidFill>
              </a:rPr>
              <a:t>/Example00a</a:t>
            </a:r>
          </a:p>
        </p:txBody>
      </p:sp>
    </p:spTree>
    <p:extLst>
      <p:ext uri="{BB962C8B-B14F-4D97-AF65-F5344CB8AC3E}">
        <p14:creationId xmlns:p14="http://schemas.microsoft.com/office/powerpoint/2010/main" val="3566379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Assignments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2DB8-8D1E-47C9-AAF8-92BA4FC1F5BA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2: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Upload by end of this week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- check the schedule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37EF9-198E-461B-B235-F32727DB9297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1: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tomorrow; peer review by Friday</a:t>
            </a:r>
          </a:p>
        </p:txBody>
      </p:sp>
    </p:spTree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19653</TotalTime>
  <Words>3898</Words>
  <Application>Microsoft Office PowerPoint</Application>
  <PresentationFormat>On-screen Show (16:9)</PresentationFormat>
  <Paragraphs>649</Paragraphs>
  <Slides>48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Aptos</vt:lpstr>
      <vt:lpstr>Arial</vt:lpstr>
      <vt:lpstr>Avenir Black</vt:lpstr>
      <vt:lpstr>Avenir Book</vt:lpstr>
      <vt:lpstr>Avenir LT 45 Book</vt:lpstr>
      <vt:lpstr>Avenir Medium</vt:lpstr>
      <vt:lpstr>Courier New</vt:lpstr>
      <vt:lpstr>Wingdings</vt:lpstr>
      <vt:lpstr>Default Design</vt:lpstr>
      <vt:lpstr>Lecture 3: Lambdas, File I/O &amp; Exception Handling</vt:lpstr>
      <vt:lpstr>PowerPoint Presentation</vt:lpstr>
      <vt:lpstr>Tests &amp; exams</vt:lpstr>
      <vt:lpstr>Test 1</vt:lpstr>
      <vt:lpstr>PowerPoint Presentation</vt:lpstr>
      <vt:lpstr>PowerPoint Presentation</vt:lpstr>
      <vt:lpstr>Lambdas </vt:lpstr>
      <vt:lpstr>Lambdas </vt:lpstr>
      <vt:lpstr>Lambdas  example</vt:lpstr>
      <vt:lpstr>PowerPoint Presentation</vt:lpstr>
      <vt:lpstr>Lambdas  syntax</vt:lpstr>
      <vt:lpstr>Method references</vt:lpstr>
      <vt:lpstr>Method references</vt:lpstr>
      <vt:lpstr>Method references (continued…)</vt:lpstr>
      <vt:lpstr>Lambdas &amp; this</vt:lpstr>
      <vt:lpstr>Lambda limitations</vt:lpstr>
      <vt:lpstr>Class exercise</vt:lpstr>
      <vt:lpstr>PowerPoint Presentation</vt:lpstr>
      <vt:lpstr>PowerPoint Presentation</vt:lpstr>
      <vt:lpstr>Streams</vt:lpstr>
      <vt:lpstr>Streams</vt:lpstr>
      <vt:lpstr>Types of streams</vt:lpstr>
      <vt:lpstr>Streams</vt:lpstr>
      <vt:lpstr>Readers &amp; writers</vt:lpstr>
      <vt:lpstr>Console input / output</vt:lpstr>
      <vt:lpstr>Stream I/O</vt:lpstr>
      <vt:lpstr>Text streams</vt:lpstr>
      <vt:lpstr>Binary streams</vt:lpstr>
      <vt:lpstr>Object streams</vt:lpstr>
      <vt:lpstr>Object streams</vt:lpstr>
      <vt:lpstr>Comparison</vt:lpstr>
      <vt:lpstr>Random access files</vt:lpstr>
      <vt:lpstr>PowerPoint Presentation</vt:lpstr>
      <vt:lpstr>PowerPoint Presentation</vt:lpstr>
      <vt:lpstr>PowerPoint Presentation</vt:lpstr>
      <vt:lpstr>Introduction</vt:lpstr>
      <vt:lpstr>When to use error handling?</vt:lpstr>
      <vt:lpstr>Try-catch block</vt:lpstr>
      <vt:lpstr>Procedure for handling exceptions</vt:lpstr>
      <vt:lpstr>Example</vt:lpstr>
      <vt:lpstr>Inheritance hierarchy</vt:lpstr>
      <vt:lpstr>Throwing exceptions</vt:lpstr>
      <vt:lpstr>Defining new exceptions</vt:lpstr>
      <vt:lpstr>Defining new exceptions</vt:lpstr>
      <vt:lpstr>Defining new exceptions</vt:lpstr>
      <vt:lpstr>Defining new exceptions</vt:lpstr>
      <vt:lpstr>Assignments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104</cp:revision>
  <dcterms:created xsi:type="dcterms:W3CDTF">2006-12-05T12:30:39Z</dcterms:created>
  <dcterms:modified xsi:type="dcterms:W3CDTF">2026-03-03T10:51:18Z</dcterms:modified>
</cp:coreProperties>
</file>