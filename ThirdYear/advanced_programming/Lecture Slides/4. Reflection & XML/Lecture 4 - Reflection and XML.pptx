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1" r:id="rId2"/>
    <p:sldId id="323" r:id="rId3"/>
    <p:sldId id="419" r:id="rId4"/>
    <p:sldId id="341" r:id="rId5"/>
    <p:sldId id="420" r:id="rId6"/>
    <p:sldId id="339" r:id="rId7"/>
    <p:sldId id="390" r:id="rId8"/>
    <p:sldId id="393" r:id="rId9"/>
    <p:sldId id="394" r:id="rId10"/>
    <p:sldId id="396" r:id="rId11"/>
    <p:sldId id="397" r:id="rId12"/>
    <p:sldId id="421" r:id="rId13"/>
    <p:sldId id="422" r:id="rId14"/>
    <p:sldId id="368" r:id="rId15"/>
    <p:sldId id="399" r:id="rId16"/>
    <p:sldId id="391" r:id="rId17"/>
    <p:sldId id="401" r:id="rId18"/>
    <p:sldId id="402" r:id="rId19"/>
    <p:sldId id="403" r:id="rId20"/>
    <p:sldId id="404" r:id="rId21"/>
    <p:sldId id="405" r:id="rId22"/>
    <p:sldId id="406" r:id="rId23"/>
    <p:sldId id="408" r:id="rId24"/>
    <p:sldId id="410" r:id="rId25"/>
    <p:sldId id="411" r:id="rId26"/>
    <p:sldId id="412" r:id="rId27"/>
    <p:sldId id="407" r:id="rId28"/>
    <p:sldId id="413" r:id="rId29"/>
    <p:sldId id="414" r:id="rId30"/>
    <p:sldId id="415" r:id="rId31"/>
    <p:sldId id="416" r:id="rId32"/>
    <p:sldId id="417" r:id="rId33"/>
    <p:sldId id="321" r:id="rId34"/>
    <p:sldId id="423" r:id="rId35"/>
    <p:sldId id="269" r:id="rId36"/>
  </p:sldIdLst>
  <p:sldSz cx="9144000" cy="5143500" type="screen16x9"/>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000"/>
    <a:srgbClr val="FFFFFF"/>
    <a:srgbClr val="001027"/>
    <a:srgbClr val="003057"/>
    <a:srgbClr val="00CC00"/>
    <a:srgbClr val="9B221F"/>
    <a:srgbClr val="57BCE9"/>
    <a:srgbClr val="F14F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075" autoAdjust="0"/>
  </p:normalViewPr>
  <p:slideViewPr>
    <p:cSldViewPr>
      <p:cViewPr varScale="1">
        <p:scale>
          <a:sx n="94" d="100"/>
          <a:sy n="94" d="100"/>
        </p:scale>
        <p:origin x="1560" y="60"/>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ets, Simone (Dr) (Summerstrand Campus South)" userId="a9ed24f3-f7e1-440a-a32f-a1285e0bd405" providerId="ADAL" clId="{09656DB1-3469-4B80-9574-1D9D93105C05}"/>
    <pc:docChg chg="custSel modSld">
      <pc:chgData name="Beets, Simone (Dr) (Summerstrand Campus South)" userId="a9ed24f3-f7e1-440a-a32f-a1285e0bd405" providerId="ADAL" clId="{09656DB1-3469-4B80-9574-1D9D93105C05}" dt="2026-03-08T23:43:27.655" v="87" actId="20577"/>
      <pc:docMkLst>
        <pc:docMk/>
      </pc:docMkLst>
      <pc:sldChg chg="modSp mod">
        <pc:chgData name="Beets, Simone (Dr) (Summerstrand Campus South)" userId="a9ed24f3-f7e1-440a-a32f-a1285e0bd405" providerId="ADAL" clId="{09656DB1-3469-4B80-9574-1D9D93105C05}" dt="2026-03-08T23:43:27.655" v="87" actId="20577"/>
        <pc:sldMkLst>
          <pc:docMk/>
          <pc:sldMk cId="0" sldId="321"/>
        </pc:sldMkLst>
        <pc:spChg chg="mod">
          <ac:chgData name="Beets, Simone (Dr) (Summerstrand Campus South)" userId="a9ed24f3-f7e1-440a-a32f-a1285e0bd405" providerId="ADAL" clId="{09656DB1-3469-4B80-9574-1D9D93105C05}" dt="2026-03-08T23:43:27.655" v="87" actId="20577"/>
          <ac:spMkLst>
            <pc:docMk/>
            <pc:sldMk cId="0" sldId="321"/>
            <ac:spMk id="81923" creationId="{5C6BFA09-EEC3-E74B-06BD-B7D47D876082}"/>
          </ac:spMkLst>
        </pc:spChg>
      </pc:sldChg>
      <pc:sldChg chg="modSp mod">
        <pc:chgData name="Beets, Simone (Dr) (Summerstrand Campus South)" userId="a9ed24f3-f7e1-440a-a32f-a1285e0bd405" providerId="ADAL" clId="{09656DB1-3469-4B80-9574-1D9D93105C05}" dt="2026-03-08T23:42:42.438" v="48" actId="14100"/>
        <pc:sldMkLst>
          <pc:docMk/>
          <pc:sldMk cId="2083726452" sldId="417"/>
        </pc:sldMkLst>
        <pc:spChg chg="mod">
          <ac:chgData name="Beets, Simone (Dr) (Summerstrand Campus South)" userId="a9ed24f3-f7e1-440a-a32f-a1285e0bd405" providerId="ADAL" clId="{09656DB1-3469-4B80-9574-1D9D93105C05}" dt="2026-03-08T23:42:42.438" v="48" actId="14100"/>
          <ac:spMkLst>
            <pc:docMk/>
            <pc:sldMk cId="2083726452" sldId="417"/>
            <ac:spMk id="5" creationId="{F15B0A6A-7351-4A92-8B5D-0EBA9231DC95}"/>
          </ac:spMkLst>
        </pc:spChg>
      </pc:sldChg>
      <pc:sldChg chg="modSp mod">
        <pc:chgData name="Beets, Simone (Dr) (Summerstrand Campus South)" userId="a9ed24f3-f7e1-440a-a32f-a1285e0bd405" providerId="ADAL" clId="{09656DB1-3469-4B80-9574-1D9D93105C05}" dt="2026-03-08T23:34:19.948" v="1" actId="14100"/>
        <pc:sldMkLst>
          <pc:docMk/>
          <pc:sldMk cId="4218234025" sldId="419"/>
        </pc:sldMkLst>
        <pc:spChg chg="mod">
          <ac:chgData name="Beets, Simone (Dr) (Summerstrand Campus South)" userId="a9ed24f3-f7e1-440a-a32f-a1285e0bd405" providerId="ADAL" clId="{09656DB1-3469-4B80-9574-1D9D93105C05}" dt="2026-03-08T23:34:19.948" v="1" actId="14100"/>
          <ac:spMkLst>
            <pc:docMk/>
            <pc:sldMk cId="4218234025" sldId="419"/>
            <ac:spMk id="20483" creationId="{9A7B29A4-7300-698E-D7F3-DAF0F358051B}"/>
          </ac:spMkLst>
        </pc:spChg>
      </pc:sldChg>
    </pc:docChg>
  </pc:docChgLst>
  <pc:docChgLst>
    <pc:chgData name="Simone Beets" userId="5adb261a4dd6137b" providerId="LiveId" clId="{8E40C75F-2910-4AF8-AED2-E5C88E90B87F}"/>
    <pc:docChg chg="undo custSel addSld delSld modSld sldOrd">
      <pc:chgData name="Simone Beets" userId="5adb261a4dd6137b" providerId="LiveId" clId="{8E40C75F-2910-4AF8-AED2-E5C88E90B87F}" dt="2025-03-10T07:50:44.542" v="9130" actId="20577"/>
      <pc:docMkLst>
        <pc:docMk/>
      </pc:docMkLst>
      <pc:sldChg chg="addSp delSp modSp mod ord delAnim modAnim modNotesTx">
        <pc:chgData name="Simone Beets" userId="5adb261a4dd6137b" providerId="LiveId" clId="{8E40C75F-2910-4AF8-AED2-E5C88E90B87F}" dt="2025-03-09T17:13:56.735" v="2402" actId="20577"/>
        <pc:sldMkLst>
          <pc:docMk/>
          <pc:sldMk cId="0" sldId="257"/>
        </pc:sldMkLst>
      </pc:sldChg>
      <pc:sldChg chg="modSp mod">
        <pc:chgData name="Simone Beets" userId="5adb261a4dd6137b" providerId="LiveId" clId="{8E40C75F-2910-4AF8-AED2-E5C88E90B87F}" dt="2025-03-09T16:11:02.485" v="37" actId="20577"/>
        <pc:sldMkLst>
          <pc:docMk/>
          <pc:sldMk cId="0" sldId="271"/>
        </pc:sldMkLst>
        <pc:spChg chg="mod">
          <ac:chgData name="Simone Beets" userId="5adb261a4dd6137b" providerId="LiveId" clId="{8E40C75F-2910-4AF8-AED2-E5C88E90B87F}" dt="2025-03-09T16:11:02.485" v="37" actId="20577"/>
          <ac:spMkLst>
            <pc:docMk/>
            <pc:sldMk cId="0" sldId="271"/>
            <ac:spMk id="17411" creationId="{25B10FB9-A15F-F8CA-E0F3-B4914ABDDFA6}"/>
          </ac:spMkLst>
        </pc:spChg>
      </pc:sldChg>
      <pc:sldChg chg="modSp mod">
        <pc:chgData name="Simone Beets" userId="5adb261a4dd6137b" providerId="LiveId" clId="{8E40C75F-2910-4AF8-AED2-E5C88E90B87F}" dt="2025-03-09T19:23:08.922" v="7695" actId="20577"/>
        <pc:sldMkLst>
          <pc:docMk/>
          <pc:sldMk cId="0" sldId="321"/>
        </pc:sldMkLst>
        <pc:spChg chg="mod">
          <ac:chgData name="Simone Beets" userId="5adb261a4dd6137b" providerId="LiveId" clId="{8E40C75F-2910-4AF8-AED2-E5C88E90B87F}" dt="2025-03-09T19:23:08.922" v="7695" actId="20577"/>
          <ac:spMkLst>
            <pc:docMk/>
            <pc:sldMk cId="0" sldId="321"/>
            <ac:spMk id="81923" creationId="{5C6BFA09-EEC3-E74B-06BD-B7D47D876082}"/>
          </ac:spMkLst>
        </pc:spChg>
      </pc:sldChg>
      <pc:sldChg chg="modNotesTx">
        <pc:chgData name="Simone Beets" userId="5adb261a4dd6137b" providerId="LiveId" clId="{8E40C75F-2910-4AF8-AED2-E5C88E90B87F}" dt="2025-03-09T16:40:05.977" v="570" actId="6549"/>
        <pc:sldMkLst>
          <pc:docMk/>
          <pc:sldMk cId="465305782" sldId="323"/>
        </pc:sldMkLst>
      </pc:sldChg>
      <pc:sldChg chg="del">
        <pc:chgData name="Simone Beets" userId="5adb261a4dd6137b" providerId="LiveId" clId="{8E40C75F-2910-4AF8-AED2-E5C88E90B87F}" dt="2025-03-09T16:40:31.578" v="571" actId="2696"/>
        <pc:sldMkLst>
          <pc:docMk/>
          <pc:sldMk cId="2369434495" sldId="324"/>
        </pc:sldMkLst>
      </pc:sldChg>
      <pc:sldChg chg="del">
        <pc:chgData name="Simone Beets" userId="5adb261a4dd6137b" providerId="LiveId" clId="{8E40C75F-2910-4AF8-AED2-E5C88E90B87F}" dt="2025-03-09T19:22:21.231" v="7568" actId="47"/>
        <pc:sldMkLst>
          <pc:docMk/>
          <pc:sldMk cId="1526733309" sldId="325"/>
        </pc:sldMkLst>
      </pc:sldChg>
      <pc:sldChg chg="del">
        <pc:chgData name="Simone Beets" userId="5adb261a4dd6137b" providerId="LiveId" clId="{8E40C75F-2910-4AF8-AED2-E5C88E90B87F}" dt="2025-03-09T19:22:15.259" v="7562" actId="47"/>
        <pc:sldMkLst>
          <pc:docMk/>
          <pc:sldMk cId="4035415485" sldId="326"/>
        </pc:sldMkLst>
      </pc:sldChg>
      <pc:sldChg chg="modSp mod modAnim modNotesTx">
        <pc:chgData name="Simone Beets" userId="5adb261a4dd6137b" providerId="LiveId" clId="{8E40C75F-2910-4AF8-AED2-E5C88E90B87F}" dt="2025-03-09T18:54:06.054" v="6596" actId="15"/>
        <pc:sldMkLst>
          <pc:docMk/>
          <pc:sldMk cId="1762635146" sldId="339"/>
        </pc:sldMkLst>
        <pc:spChg chg="mod">
          <ac:chgData name="Simone Beets" userId="5adb261a4dd6137b" providerId="LiveId" clId="{8E40C75F-2910-4AF8-AED2-E5C88E90B87F}" dt="2025-03-09T18:53:43.390" v="6586" actId="20577"/>
          <ac:spMkLst>
            <pc:docMk/>
            <pc:sldMk cId="1762635146" sldId="339"/>
            <ac:spMk id="2" creationId="{BCA5A014-4B8B-0A33-ABB5-D4F80EB980CC}"/>
          </ac:spMkLst>
        </pc:spChg>
        <pc:spChg chg="mod">
          <ac:chgData name="Simone Beets" userId="5adb261a4dd6137b" providerId="LiveId" clId="{8E40C75F-2910-4AF8-AED2-E5C88E90B87F}" dt="2025-03-09T18:53:14.126" v="6510" actId="20577"/>
          <ac:spMkLst>
            <pc:docMk/>
            <pc:sldMk cId="1762635146" sldId="339"/>
            <ac:spMk id="3" creationId="{2D7CFFAC-EAEC-A4A5-23FB-B3200E4B3C34}"/>
          </ac:spMkLst>
        </pc:spChg>
      </pc:sldChg>
      <pc:sldChg chg="addSp delSp modSp mod delAnim modAnim modNotesTx">
        <pc:chgData name="Simone Beets" userId="5adb261a4dd6137b" providerId="LiveId" clId="{8E40C75F-2910-4AF8-AED2-E5C88E90B87F}" dt="2025-03-09T18:52:31.868" v="6462" actId="20577"/>
        <pc:sldMkLst>
          <pc:docMk/>
          <pc:sldMk cId="2049952096" sldId="340"/>
        </pc:sldMkLst>
        <pc:spChg chg="add mod">
          <ac:chgData name="Simone Beets" userId="5adb261a4dd6137b" providerId="LiveId" clId="{8E40C75F-2910-4AF8-AED2-E5C88E90B87F}" dt="2025-03-09T18:52:31.868" v="6462" actId="20577"/>
          <ac:spMkLst>
            <pc:docMk/>
            <pc:sldMk cId="2049952096" sldId="340"/>
            <ac:spMk id="3" creationId="{5FC41105-4403-E8F4-410C-2D4F041B0E3A}"/>
          </ac:spMkLst>
        </pc:spChg>
        <pc:spChg chg="mod">
          <ac:chgData name="Simone Beets" userId="5adb261a4dd6137b" providerId="LiveId" clId="{8E40C75F-2910-4AF8-AED2-E5C88E90B87F}" dt="2025-03-09T16:40:43.149" v="579" actId="20577"/>
          <ac:spMkLst>
            <pc:docMk/>
            <pc:sldMk cId="2049952096" sldId="340"/>
            <ac:spMk id="6" creationId="{94729AF2-8103-6153-03E4-036FBFCE6ABA}"/>
          </ac:spMkLst>
        </pc:spChg>
      </pc:sldChg>
      <pc:sldChg chg="del">
        <pc:chgData name="Simone Beets" userId="5adb261a4dd6137b" providerId="LiveId" clId="{8E40C75F-2910-4AF8-AED2-E5C88E90B87F}" dt="2025-03-09T19:22:14.279" v="7561" actId="47"/>
        <pc:sldMkLst>
          <pc:docMk/>
          <pc:sldMk cId="2150004531" sldId="341"/>
        </pc:sldMkLst>
      </pc:sldChg>
      <pc:sldChg chg="del">
        <pc:chgData name="Simone Beets" userId="5adb261a4dd6137b" providerId="LiveId" clId="{8E40C75F-2910-4AF8-AED2-E5C88E90B87F}" dt="2025-03-09T19:22:12.992" v="7560" actId="47"/>
        <pc:sldMkLst>
          <pc:docMk/>
          <pc:sldMk cId="4071039046" sldId="343"/>
        </pc:sldMkLst>
      </pc:sldChg>
      <pc:sldChg chg="del">
        <pc:chgData name="Simone Beets" userId="5adb261a4dd6137b" providerId="LiveId" clId="{8E40C75F-2910-4AF8-AED2-E5C88E90B87F}" dt="2025-03-09T19:22:16.417" v="7563" actId="47"/>
        <pc:sldMkLst>
          <pc:docMk/>
          <pc:sldMk cId="2320920587" sldId="345"/>
        </pc:sldMkLst>
      </pc:sldChg>
      <pc:sldChg chg="addSp modSp mod ord modAnim">
        <pc:chgData name="Simone Beets" userId="5adb261a4dd6137b" providerId="LiveId" clId="{8E40C75F-2910-4AF8-AED2-E5C88E90B87F}" dt="2025-03-09T18:55:27.924" v="6717" actId="1076"/>
        <pc:sldMkLst>
          <pc:docMk/>
          <pc:sldMk cId="4249415124" sldId="346"/>
        </pc:sldMkLst>
      </pc:sldChg>
      <pc:sldChg chg="addSp modSp mod ord modAnim">
        <pc:chgData name="Simone Beets" userId="5adb261a4dd6137b" providerId="LiveId" clId="{8E40C75F-2910-4AF8-AED2-E5C88E90B87F}" dt="2025-03-09T18:58:28.264" v="6956"/>
        <pc:sldMkLst>
          <pc:docMk/>
          <pc:sldMk cId="4247069512" sldId="348"/>
        </pc:sldMkLst>
      </pc:sldChg>
      <pc:sldChg chg="del">
        <pc:chgData name="Simone Beets" userId="5adb261a4dd6137b" providerId="LiveId" clId="{8E40C75F-2910-4AF8-AED2-E5C88E90B87F}" dt="2025-03-09T19:22:17.663" v="7564" actId="47"/>
        <pc:sldMkLst>
          <pc:docMk/>
          <pc:sldMk cId="2920933396" sldId="349"/>
        </pc:sldMkLst>
      </pc:sldChg>
      <pc:sldChg chg="del">
        <pc:chgData name="Simone Beets" userId="5adb261a4dd6137b" providerId="LiveId" clId="{8E40C75F-2910-4AF8-AED2-E5C88E90B87F}" dt="2025-03-09T19:22:18.616" v="7565" actId="47"/>
        <pc:sldMkLst>
          <pc:docMk/>
          <pc:sldMk cId="4172721415" sldId="350"/>
        </pc:sldMkLst>
      </pc:sldChg>
      <pc:sldChg chg="del">
        <pc:chgData name="Simone Beets" userId="5adb261a4dd6137b" providerId="LiveId" clId="{8E40C75F-2910-4AF8-AED2-E5C88E90B87F}" dt="2025-03-09T19:22:19.450" v="7566" actId="47"/>
        <pc:sldMkLst>
          <pc:docMk/>
          <pc:sldMk cId="3808169131" sldId="351"/>
        </pc:sldMkLst>
      </pc:sldChg>
      <pc:sldChg chg="del">
        <pc:chgData name="Simone Beets" userId="5adb261a4dd6137b" providerId="LiveId" clId="{8E40C75F-2910-4AF8-AED2-E5C88E90B87F}" dt="2025-03-09T19:22:20.328" v="7567" actId="47"/>
        <pc:sldMkLst>
          <pc:docMk/>
          <pc:sldMk cId="583071382" sldId="352"/>
        </pc:sldMkLst>
      </pc:sldChg>
      <pc:sldChg chg="del">
        <pc:chgData name="Simone Beets" userId="5adb261a4dd6137b" providerId="LiveId" clId="{8E40C75F-2910-4AF8-AED2-E5C88E90B87F}" dt="2025-03-09T19:22:22.314" v="7569" actId="47"/>
        <pc:sldMkLst>
          <pc:docMk/>
          <pc:sldMk cId="2567004572" sldId="354"/>
        </pc:sldMkLst>
      </pc:sldChg>
      <pc:sldChg chg="del">
        <pc:chgData name="Simone Beets" userId="5adb261a4dd6137b" providerId="LiveId" clId="{8E40C75F-2910-4AF8-AED2-E5C88E90B87F}" dt="2025-03-09T19:22:25.312" v="7572" actId="47"/>
        <pc:sldMkLst>
          <pc:docMk/>
          <pc:sldMk cId="1094026494" sldId="355"/>
        </pc:sldMkLst>
      </pc:sldChg>
      <pc:sldChg chg="del">
        <pc:chgData name="Simone Beets" userId="5adb261a4dd6137b" providerId="LiveId" clId="{8E40C75F-2910-4AF8-AED2-E5C88E90B87F}" dt="2025-03-09T19:22:24.350" v="7571" actId="47"/>
        <pc:sldMkLst>
          <pc:docMk/>
          <pc:sldMk cId="3907085252" sldId="357"/>
        </pc:sldMkLst>
      </pc:sldChg>
      <pc:sldChg chg="del">
        <pc:chgData name="Simone Beets" userId="5adb261a4dd6137b" providerId="LiveId" clId="{8E40C75F-2910-4AF8-AED2-E5C88E90B87F}" dt="2025-03-09T19:22:26.417" v="7573" actId="47"/>
        <pc:sldMkLst>
          <pc:docMk/>
          <pc:sldMk cId="1528914622" sldId="358"/>
        </pc:sldMkLst>
      </pc:sldChg>
      <pc:sldChg chg="del">
        <pc:chgData name="Simone Beets" userId="5adb261a4dd6137b" providerId="LiveId" clId="{8E40C75F-2910-4AF8-AED2-E5C88E90B87F}" dt="2025-03-09T19:22:27.202" v="7574" actId="47"/>
        <pc:sldMkLst>
          <pc:docMk/>
          <pc:sldMk cId="4062962358" sldId="359"/>
        </pc:sldMkLst>
      </pc:sldChg>
      <pc:sldChg chg="del">
        <pc:chgData name="Simone Beets" userId="5adb261a4dd6137b" providerId="LiveId" clId="{8E40C75F-2910-4AF8-AED2-E5C88E90B87F}" dt="2025-03-09T19:22:27.727" v="7575" actId="47"/>
        <pc:sldMkLst>
          <pc:docMk/>
          <pc:sldMk cId="1615067123" sldId="360"/>
        </pc:sldMkLst>
      </pc:sldChg>
      <pc:sldChg chg="del">
        <pc:chgData name="Simone Beets" userId="5adb261a4dd6137b" providerId="LiveId" clId="{8E40C75F-2910-4AF8-AED2-E5C88E90B87F}" dt="2025-03-09T19:22:28.505" v="7576" actId="47"/>
        <pc:sldMkLst>
          <pc:docMk/>
          <pc:sldMk cId="2854956525" sldId="361"/>
        </pc:sldMkLst>
      </pc:sldChg>
      <pc:sldChg chg="del">
        <pc:chgData name="Simone Beets" userId="5adb261a4dd6137b" providerId="LiveId" clId="{8E40C75F-2910-4AF8-AED2-E5C88E90B87F}" dt="2025-03-09T19:22:29.541" v="7577" actId="47"/>
        <pc:sldMkLst>
          <pc:docMk/>
          <pc:sldMk cId="2845008166" sldId="362"/>
        </pc:sldMkLst>
      </pc:sldChg>
      <pc:sldChg chg="del">
        <pc:chgData name="Simone Beets" userId="5adb261a4dd6137b" providerId="LiveId" clId="{8E40C75F-2910-4AF8-AED2-E5C88E90B87F}" dt="2025-03-09T19:22:23.377" v="7570" actId="47"/>
        <pc:sldMkLst>
          <pc:docMk/>
          <pc:sldMk cId="2331509468" sldId="363"/>
        </pc:sldMkLst>
      </pc:sldChg>
      <pc:sldChg chg="addSp modSp add mod ord modClrScheme modAnim chgLayout modNotesTx">
        <pc:chgData name="Simone Beets" userId="5adb261a4dd6137b" providerId="LiveId" clId="{8E40C75F-2910-4AF8-AED2-E5C88E90B87F}" dt="2025-03-09T16:21:18.937" v="413" actId="14100"/>
        <pc:sldMkLst>
          <pc:docMk/>
          <pc:sldMk cId="3867261677" sldId="364"/>
        </pc:sldMkLst>
        <pc:spChg chg="mod">
          <ac:chgData name="Simone Beets" userId="5adb261a4dd6137b" providerId="LiveId" clId="{8E40C75F-2910-4AF8-AED2-E5C88E90B87F}" dt="2025-03-09T16:19:08.516" v="62" actId="26606"/>
          <ac:spMkLst>
            <pc:docMk/>
            <pc:sldMk cId="3867261677" sldId="364"/>
            <ac:spMk id="20482" creationId="{A119BDA9-0931-E9A8-16D4-2BCF959DDB9B}"/>
          </ac:spMkLst>
        </pc:spChg>
        <pc:spChg chg="mod">
          <ac:chgData name="Simone Beets" userId="5adb261a4dd6137b" providerId="LiveId" clId="{8E40C75F-2910-4AF8-AED2-E5C88E90B87F}" dt="2025-03-09T16:21:18.937" v="413" actId="14100"/>
          <ac:spMkLst>
            <pc:docMk/>
            <pc:sldMk cId="3867261677" sldId="364"/>
            <ac:spMk id="20483" creationId="{3A1DE82A-4B0E-F7FB-8231-5BDDE37723BB}"/>
          </ac:spMkLst>
        </pc:spChg>
      </pc:sldChg>
      <pc:sldChg chg="delSp add del mod">
        <pc:chgData name="Simone Beets" userId="5adb261a4dd6137b" providerId="LiveId" clId="{8E40C75F-2910-4AF8-AED2-E5C88E90B87F}" dt="2025-03-09T16:13:00.310" v="40" actId="2696"/>
        <pc:sldMkLst>
          <pc:docMk/>
          <pc:sldMk cId="4193560391" sldId="364"/>
        </pc:sldMkLst>
      </pc:sldChg>
      <pc:sldChg chg="addSp modSp add mod modAnim">
        <pc:chgData name="Simone Beets" userId="5adb261a4dd6137b" providerId="LiveId" clId="{8E40C75F-2910-4AF8-AED2-E5C88E90B87F}" dt="2025-03-09T19:23:47.146" v="7696"/>
        <pc:sldMkLst>
          <pc:docMk/>
          <pc:sldMk cId="745339609" sldId="365"/>
        </pc:sldMkLst>
      </pc:sldChg>
      <pc:sldChg chg="addSp delSp modSp add mod ord modAnim">
        <pc:chgData name="Simone Beets" userId="5adb261a4dd6137b" providerId="LiveId" clId="{8E40C75F-2910-4AF8-AED2-E5C88E90B87F}" dt="2025-03-09T17:40:55.756" v="2637"/>
        <pc:sldMkLst>
          <pc:docMk/>
          <pc:sldMk cId="193908100" sldId="366"/>
        </pc:sldMkLst>
      </pc:sldChg>
      <pc:sldChg chg="addSp delSp modSp add mod delAnim modAnim modNotesTx">
        <pc:chgData name="Simone Beets" userId="5adb261a4dd6137b" providerId="LiveId" clId="{8E40C75F-2910-4AF8-AED2-E5C88E90B87F}" dt="2025-03-09T16:56:55.056" v="1400" actId="20577"/>
        <pc:sldMkLst>
          <pc:docMk/>
          <pc:sldMk cId="1943306920" sldId="367"/>
        </pc:sldMkLst>
      </pc:sldChg>
      <pc:sldChg chg="addSp delSp modSp add mod modAnim">
        <pc:chgData name="Simone Beets" userId="5adb261a4dd6137b" providerId="LiveId" clId="{8E40C75F-2910-4AF8-AED2-E5C88E90B87F}" dt="2025-03-09T18:51:03.120" v="6354"/>
        <pc:sldMkLst>
          <pc:docMk/>
          <pc:sldMk cId="1679562004" sldId="368"/>
        </pc:sldMkLst>
        <pc:spChg chg="mod">
          <ac:chgData name="Simone Beets" userId="5adb261a4dd6137b" providerId="LiveId" clId="{8E40C75F-2910-4AF8-AED2-E5C88E90B87F}" dt="2025-03-09T17:42:15.415" v="2668" actId="20577"/>
          <ac:spMkLst>
            <pc:docMk/>
            <pc:sldMk cId="1679562004" sldId="368"/>
            <ac:spMk id="20482" creationId="{E6DFF350-7440-0636-6DCC-328E1737F5F7}"/>
          </ac:spMkLst>
        </pc:spChg>
      </pc:sldChg>
      <pc:sldChg chg="addSp delSp modSp add mod delAnim modAnim">
        <pc:chgData name="Simone Beets" userId="5adb261a4dd6137b" providerId="LiveId" clId="{8E40C75F-2910-4AF8-AED2-E5C88E90B87F}" dt="2025-03-09T17:44:04.295" v="2711" actId="207"/>
        <pc:sldMkLst>
          <pc:docMk/>
          <pc:sldMk cId="1853407" sldId="369"/>
        </pc:sldMkLst>
      </pc:sldChg>
      <pc:sldChg chg="addSp delSp modSp add mod delAnim modAnim modNotesTx">
        <pc:chgData name="Simone Beets" userId="5adb261a4dd6137b" providerId="LiveId" clId="{8E40C75F-2910-4AF8-AED2-E5C88E90B87F}" dt="2025-03-09T18:49:19.247" v="6351"/>
        <pc:sldMkLst>
          <pc:docMk/>
          <pc:sldMk cId="681711374" sldId="370"/>
        </pc:sldMkLst>
      </pc:sldChg>
      <pc:sldChg chg="addSp modSp add mod ord modAnim modNotesTx">
        <pc:chgData name="Simone Beets" userId="5adb261a4dd6137b" providerId="LiveId" clId="{8E40C75F-2910-4AF8-AED2-E5C88E90B87F}" dt="2025-03-09T18:28:44.241" v="5448"/>
        <pc:sldMkLst>
          <pc:docMk/>
          <pc:sldMk cId="1043982446" sldId="371"/>
        </pc:sldMkLst>
      </pc:sldChg>
      <pc:sldChg chg="add del">
        <pc:chgData name="Simone Beets" userId="5adb261a4dd6137b" providerId="LiveId" clId="{8E40C75F-2910-4AF8-AED2-E5C88E90B87F}" dt="2025-03-09T18:41:45.859" v="5885" actId="47"/>
        <pc:sldMkLst>
          <pc:docMk/>
          <pc:sldMk cId="3239395616" sldId="372"/>
        </pc:sldMkLst>
      </pc:sldChg>
      <pc:sldChg chg="delSp modSp add mod delAnim modAnim modNotesTx">
        <pc:chgData name="Simone Beets" userId="5adb261a4dd6137b" providerId="LiveId" clId="{8E40C75F-2910-4AF8-AED2-E5C88E90B87F}" dt="2025-03-09T18:48:55.160" v="6345"/>
        <pc:sldMkLst>
          <pc:docMk/>
          <pc:sldMk cId="734426289" sldId="373"/>
        </pc:sldMkLst>
      </pc:sldChg>
      <pc:sldChg chg="addSp modSp add mod modAnim modNotesTx">
        <pc:chgData name="Simone Beets" userId="5adb261a4dd6137b" providerId="LiveId" clId="{8E40C75F-2910-4AF8-AED2-E5C88E90B87F}" dt="2025-03-09T18:30:45.812" v="5453"/>
        <pc:sldMkLst>
          <pc:docMk/>
          <pc:sldMk cId="4232052156" sldId="374"/>
        </pc:sldMkLst>
      </pc:sldChg>
      <pc:sldChg chg="delSp modSp add mod delAnim modAnim modNotesTx">
        <pc:chgData name="Simone Beets" userId="5adb261a4dd6137b" providerId="LiveId" clId="{8E40C75F-2910-4AF8-AED2-E5C88E90B87F}" dt="2025-03-09T18:35:48.250" v="5803" actId="313"/>
        <pc:sldMkLst>
          <pc:docMk/>
          <pc:sldMk cId="1470916720" sldId="375"/>
        </pc:sldMkLst>
      </pc:sldChg>
      <pc:sldChg chg="delSp modSp add mod delAnim modAnim modNotesTx">
        <pc:chgData name="Simone Beets" userId="5adb261a4dd6137b" providerId="LiveId" clId="{8E40C75F-2910-4AF8-AED2-E5C88E90B87F}" dt="2025-03-09T18:33:22.810" v="5487" actId="6549"/>
        <pc:sldMkLst>
          <pc:docMk/>
          <pc:sldMk cId="558122889" sldId="376"/>
        </pc:sldMkLst>
      </pc:sldChg>
      <pc:sldChg chg="addSp delSp modSp add mod modAnim">
        <pc:chgData name="Simone Beets" userId="5adb261a4dd6137b" providerId="LiveId" clId="{8E40C75F-2910-4AF8-AED2-E5C88E90B87F}" dt="2025-03-09T18:40:10.182" v="5851"/>
        <pc:sldMkLst>
          <pc:docMk/>
          <pc:sldMk cId="1978091042" sldId="377"/>
        </pc:sldMkLst>
      </pc:sldChg>
      <pc:sldChg chg="delSp modSp add mod ord modAnim modNotesTx">
        <pc:chgData name="Simone Beets" userId="5adb261a4dd6137b" providerId="LiveId" clId="{8E40C75F-2910-4AF8-AED2-E5C88E90B87F}" dt="2025-03-09T19:09:11.875" v="7217" actId="478"/>
        <pc:sldMkLst>
          <pc:docMk/>
          <pc:sldMk cId="3002671383" sldId="378"/>
        </pc:sldMkLst>
      </pc:sldChg>
      <pc:sldChg chg="modSp add mod ord modAnim">
        <pc:chgData name="Simone Beets" userId="5adb261a4dd6137b" providerId="LiveId" clId="{8E40C75F-2910-4AF8-AED2-E5C88E90B87F}" dt="2025-03-09T18:52:18.910" v="6460" actId="20577"/>
        <pc:sldMkLst>
          <pc:docMk/>
          <pc:sldMk cId="4237056731" sldId="379"/>
        </pc:sldMkLst>
      </pc:sldChg>
      <pc:sldChg chg="addSp delSp modSp add mod delAnim modAnim">
        <pc:chgData name="Simone Beets" userId="5adb261a4dd6137b" providerId="LiveId" clId="{8E40C75F-2910-4AF8-AED2-E5C88E90B87F}" dt="2025-03-09T19:01:17.432" v="6993" actId="207"/>
        <pc:sldMkLst>
          <pc:docMk/>
          <pc:sldMk cId="2112352835" sldId="380"/>
        </pc:sldMkLst>
      </pc:sldChg>
      <pc:sldChg chg="delSp modSp add mod modAnim">
        <pc:chgData name="Simone Beets" userId="5adb261a4dd6137b" providerId="LiveId" clId="{8E40C75F-2910-4AF8-AED2-E5C88E90B87F}" dt="2025-03-09T19:03:13.364" v="7048" actId="20577"/>
        <pc:sldMkLst>
          <pc:docMk/>
          <pc:sldMk cId="3520987890" sldId="381"/>
        </pc:sldMkLst>
      </pc:sldChg>
      <pc:sldChg chg="addSp delSp modSp add mod ord modAnim">
        <pc:chgData name="Simone Beets" userId="5adb261a4dd6137b" providerId="LiveId" clId="{8E40C75F-2910-4AF8-AED2-E5C88E90B87F}" dt="2025-03-09T19:06:00.115" v="7084" actId="14100"/>
        <pc:sldMkLst>
          <pc:docMk/>
          <pc:sldMk cId="1482955239" sldId="382"/>
        </pc:sldMkLst>
      </pc:sldChg>
      <pc:sldChg chg="addSp delSp modSp add mod delAnim modAnim modNotesTx">
        <pc:chgData name="Simone Beets" userId="5adb261a4dd6137b" providerId="LiveId" clId="{8E40C75F-2910-4AF8-AED2-E5C88E90B87F}" dt="2025-03-10T07:50:44.542" v="9130" actId="20577"/>
        <pc:sldMkLst>
          <pc:docMk/>
          <pc:sldMk cId="2193058390" sldId="383"/>
        </pc:sldMkLst>
      </pc:sldChg>
      <pc:sldChg chg="addSp modSp add mod ord modAnim">
        <pc:chgData name="Simone Beets" userId="5adb261a4dd6137b" providerId="LiveId" clId="{8E40C75F-2910-4AF8-AED2-E5C88E90B87F}" dt="2025-03-09T19:17:54.413" v="7391"/>
        <pc:sldMkLst>
          <pc:docMk/>
          <pc:sldMk cId="2755305679" sldId="384"/>
        </pc:sldMkLst>
      </pc:sldChg>
      <pc:sldChg chg="modSp add mod modAnim modNotesTx">
        <pc:chgData name="Simone Beets" userId="5adb261a4dd6137b" providerId="LiveId" clId="{8E40C75F-2910-4AF8-AED2-E5C88E90B87F}" dt="2025-03-09T19:18:02.248" v="7392" actId="14100"/>
        <pc:sldMkLst>
          <pc:docMk/>
          <pc:sldMk cId="3435839152" sldId="385"/>
        </pc:sldMkLst>
      </pc:sldChg>
      <pc:sldChg chg="modSp add mod modAnim modNotesTx">
        <pc:chgData name="Simone Beets" userId="5adb261a4dd6137b" providerId="LiveId" clId="{8E40C75F-2910-4AF8-AED2-E5C88E90B87F}" dt="2025-03-09T19:18:52.759" v="7449" actId="20577"/>
        <pc:sldMkLst>
          <pc:docMk/>
          <pc:sldMk cId="2665890241" sldId="386"/>
        </pc:sldMkLst>
      </pc:sldChg>
      <pc:sldChg chg="modSp add mod modAnim">
        <pc:chgData name="Simone Beets" userId="5adb261a4dd6137b" providerId="LiveId" clId="{8E40C75F-2910-4AF8-AED2-E5C88E90B87F}" dt="2025-03-09T19:28:56.451" v="7702"/>
        <pc:sldMkLst>
          <pc:docMk/>
          <pc:sldMk cId="2929070598" sldId="387"/>
        </pc:sldMkLst>
      </pc:sldChg>
      <pc:sldChg chg="delSp modSp add mod delAnim modAnim">
        <pc:chgData name="Simone Beets" userId="5adb261a4dd6137b" providerId="LiveId" clId="{8E40C75F-2910-4AF8-AED2-E5C88E90B87F}" dt="2025-03-09T19:29:31.978" v="7703"/>
        <pc:sldMkLst>
          <pc:docMk/>
          <pc:sldMk cId="3566379816" sldId="388"/>
        </pc:sldMkLst>
      </pc:sldChg>
    </pc:docChg>
  </pc:docChgLst>
  <pc:docChgLst>
    <pc:chgData name="Simone Beets" userId="5adb261a4dd6137b" providerId="LiveId" clId="{5622D2CA-130E-490A-952A-3E9DD0BAA9CD}"/>
    <pc:docChg chg="undo redo custSel addSld delSld modSld sldOrd">
      <pc:chgData name="Simone Beets" userId="5adb261a4dd6137b" providerId="LiveId" clId="{5622D2CA-130E-490A-952A-3E9DD0BAA9CD}" dt="2025-03-03T07:56:46.227" v="6019" actId="20577"/>
      <pc:docMkLst>
        <pc:docMk/>
      </pc:docMkLst>
      <pc:sldChg chg="modSp mod ord modAnim">
        <pc:chgData name="Simone Beets" userId="5adb261a4dd6137b" providerId="LiveId" clId="{5622D2CA-130E-490A-952A-3E9DD0BAA9CD}" dt="2025-03-02T10:50:17.022" v="5505"/>
        <pc:sldMkLst>
          <pc:docMk/>
          <pc:sldMk cId="0" sldId="257"/>
        </pc:sldMkLst>
      </pc:sldChg>
      <pc:sldChg chg="modSp mod">
        <pc:chgData name="Simone Beets" userId="5adb261a4dd6137b" providerId="LiveId" clId="{5622D2CA-130E-490A-952A-3E9DD0BAA9CD}" dt="2025-03-02T07:20:58.435" v="18" actId="20577"/>
        <pc:sldMkLst>
          <pc:docMk/>
          <pc:sldMk cId="0" sldId="271"/>
        </pc:sldMkLst>
        <pc:spChg chg="mod">
          <ac:chgData name="Simone Beets" userId="5adb261a4dd6137b" providerId="LiveId" clId="{5622D2CA-130E-490A-952A-3E9DD0BAA9CD}" dt="2025-03-02T07:20:58.435" v="18" actId="20577"/>
          <ac:spMkLst>
            <pc:docMk/>
            <pc:sldMk cId="0" sldId="271"/>
            <ac:spMk id="17411" creationId="{25B10FB9-A15F-F8CA-E0F3-B4914ABDDFA6}"/>
          </ac:spMkLst>
        </pc:spChg>
      </pc:sldChg>
      <pc:sldChg chg="del">
        <pc:chgData name="Simone Beets" userId="5adb261a4dd6137b" providerId="LiveId" clId="{5622D2CA-130E-490A-952A-3E9DD0BAA9CD}" dt="2025-03-02T10:16:12.549" v="4819" actId="47"/>
        <pc:sldMkLst>
          <pc:docMk/>
          <pc:sldMk cId="0" sldId="274"/>
        </pc:sldMkLst>
      </pc:sldChg>
      <pc:sldChg chg="del">
        <pc:chgData name="Simone Beets" userId="5adb261a4dd6137b" providerId="LiveId" clId="{5622D2CA-130E-490A-952A-3E9DD0BAA9CD}" dt="2025-03-02T10:16:20.630" v="4824" actId="47"/>
        <pc:sldMkLst>
          <pc:docMk/>
          <pc:sldMk cId="0" sldId="276"/>
        </pc:sldMkLst>
      </pc:sldChg>
      <pc:sldChg chg="del">
        <pc:chgData name="Simone Beets" userId="5adb261a4dd6137b" providerId="LiveId" clId="{5622D2CA-130E-490A-952A-3E9DD0BAA9CD}" dt="2025-03-02T10:16:21.770" v="4825" actId="47"/>
        <pc:sldMkLst>
          <pc:docMk/>
          <pc:sldMk cId="0" sldId="277"/>
        </pc:sldMkLst>
      </pc:sldChg>
      <pc:sldChg chg="delSp modSp mod">
        <pc:chgData name="Simone Beets" userId="5adb261a4dd6137b" providerId="LiveId" clId="{5622D2CA-130E-490A-952A-3E9DD0BAA9CD}" dt="2025-03-03T06:45:08.386" v="5654" actId="20577"/>
        <pc:sldMkLst>
          <pc:docMk/>
          <pc:sldMk cId="0" sldId="321"/>
        </pc:sldMkLst>
        <pc:spChg chg="mod">
          <ac:chgData name="Simone Beets" userId="5adb261a4dd6137b" providerId="LiveId" clId="{5622D2CA-130E-490A-952A-3E9DD0BAA9CD}" dt="2025-03-02T10:16:28.515" v="4826" actId="20577"/>
          <ac:spMkLst>
            <pc:docMk/>
            <pc:sldMk cId="0" sldId="321"/>
            <ac:spMk id="81922" creationId="{65BFE1D5-329E-BB29-CE8A-ED38134D0C16}"/>
          </ac:spMkLst>
        </pc:spChg>
        <pc:spChg chg="mod">
          <ac:chgData name="Simone Beets" userId="5adb261a4dd6137b" providerId="LiveId" clId="{5622D2CA-130E-490A-952A-3E9DD0BAA9CD}" dt="2025-03-03T06:45:08.386" v="5654" actId="20577"/>
          <ac:spMkLst>
            <pc:docMk/>
            <pc:sldMk cId="0" sldId="321"/>
            <ac:spMk id="81923" creationId="{5C6BFA09-EEC3-E74B-06BD-B7D47D876082}"/>
          </ac:spMkLst>
        </pc:spChg>
      </pc:sldChg>
      <pc:sldChg chg="modNotesTx">
        <pc:chgData name="Simone Beets" userId="5adb261a4dd6137b" providerId="LiveId" clId="{5622D2CA-130E-490A-952A-3E9DD0BAA9CD}" dt="2025-03-03T07:56:46.227" v="6019" actId="20577"/>
        <pc:sldMkLst>
          <pc:docMk/>
          <pc:sldMk cId="465305782" sldId="323"/>
        </pc:sldMkLst>
      </pc:sldChg>
      <pc:sldChg chg="addSp delSp modSp mod modNotesTx">
        <pc:chgData name="Simone Beets" userId="5adb261a4dd6137b" providerId="LiveId" clId="{5622D2CA-130E-490A-952A-3E9DD0BAA9CD}" dt="2025-03-02T10:19:31.737" v="4921" actId="20577"/>
        <pc:sldMkLst>
          <pc:docMk/>
          <pc:sldMk cId="2369434495" sldId="324"/>
        </pc:sldMkLst>
      </pc:sldChg>
      <pc:sldChg chg="delSp modSp mod ord delAnim modAnim modNotesTx">
        <pc:chgData name="Simone Beets" userId="5adb261a4dd6137b" providerId="LiveId" clId="{5622D2CA-130E-490A-952A-3E9DD0BAA9CD}" dt="2025-03-02T10:52:45.737" v="5524"/>
        <pc:sldMkLst>
          <pc:docMk/>
          <pc:sldMk cId="1526733309" sldId="325"/>
        </pc:sldMkLst>
      </pc:sldChg>
      <pc:sldChg chg="addSp modSp mod ord modNotesTx">
        <pc:chgData name="Simone Beets" userId="5adb261a4dd6137b" providerId="LiveId" clId="{5622D2CA-130E-490A-952A-3E9DD0BAA9CD}" dt="2025-03-02T08:40:56.383" v="2189"/>
        <pc:sldMkLst>
          <pc:docMk/>
          <pc:sldMk cId="4035415485" sldId="326"/>
        </pc:sldMkLst>
      </pc:sldChg>
      <pc:sldChg chg="del">
        <pc:chgData name="Simone Beets" userId="5adb261a4dd6137b" providerId="LiveId" clId="{5622D2CA-130E-490A-952A-3E9DD0BAA9CD}" dt="2025-03-02T10:16:01.270" v="4812" actId="47"/>
        <pc:sldMkLst>
          <pc:docMk/>
          <pc:sldMk cId="349174243" sldId="327"/>
        </pc:sldMkLst>
      </pc:sldChg>
      <pc:sldChg chg="del">
        <pc:chgData name="Simone Beets" userId="5adb261a4dd6137b" providerId="LiveId" clId="{5622D2CA-130E-490A-952A-3E9DD0BAA9CD}" dt="2025-03-02T10:16:02.434" v="4813" actId="47"/>
        <pc:sldMkLst>
          <pc:docMk/>
          <pc:sldMk cId="1334398919" sldId="328"/>
        </pc:sldMkLst>
      </pc:sldChg>
      <pc:sldChg chg="del">
        <pc:chgData name="Simone Beets" userId="5adb261a4dd6137b" providerId="LiveId" clId="{5622D2CA-130E-490A-952A-3E9DD0BAA9CD}" dt="2025-03-02T10:16:03.984" v="4814" actId="47"/>
        <pc:sldMkLst>
          <pc:docMk/>
          <pc:sldMk cId="3603584948" sldId="329"/>
        </pc:sldMkLst>
      </pc:sldChg>
      <pc:sldChg chg="del">
        <pc:chgData name="Simone Beets" userId="5adb261a4dd6137b" providerId="LiveId" clId="{5622D2CA-130E-490A-952A-3E9DD0BAA9CD}" dt="2025-03-02T10:16:04.681" v="4815" actId="47"/>
        <pc:sldMkLst>
          <pc:docMk/>
          <pc:sldMk cId="853854565" sldId="330"/>
        </pc:sldMkLst>
      </pc:sldChg>
      <pc:sldChg chg="del">
        <pc:chgData name="Simone Beets" userId="5adb261a4dd6137b" providerId="LiveId" clId="{5622D2CA-130E-490A-952A-3E9DD0BAA9CD}" dt="2025-03-02T10:16:05.318" v="4816" actId="47"/>
        <pc:sldMkLst>
          <pc:docMk/>
          <pc:sldMk cId="3484037023" sldId="331"/>
        </pc:sldMkLst>
      </pc:sldChg>
      <pc:sldChg chg="del">
        <pc:chgData name="Simone Beets" userId="5adb261a4dd6137b" providerId="LiveId" clId="{5622D2CA-130E-490A-952A-3E9DD0BAA9CD}" dt="2025-03-02T10:16:06.288" v="4817" actId="47"/>
        <pc:sldMkLst>
          <pc:docMk/>
          <pc:sldMk cId="3083429794" sldId="332"/>
        </pc:sldMkLst>
      </pc:sldChg>
      <pc:sldChg chg="del">
        <pc:chgData name="Simone Beets" userId="5adb261a4dd6137b" providerId="LiveId" clId="{5622D2CA-130E-490A-952A-3E9DD0BAA9CD}" dt="2025-03-02T10:16:07.165" v="4818" actId="47"/>
        <pc:sldMkLst>
          <pc:docMk/>
          <pc:sldMk cId="911306211" sldId="333"/>
        </pc:sldMkLst>
      </pc:sldChg>
      <pc:sldChg chg="del">
        <pc:chgData name="Simone Beets" userId="5adb261a4dd6137b" providerId="LiveId" clId="{5622D2CA-130E-490A-952A-3E9DD0BAA9CD}" dt="2025-03-02T10:16:14.324" v="4820" actId="47"/>
        <pc:sldMkLst>
          <pc:docMk/>
          <pc:sldMk cId="1550497282" sldId="335"/>
        </pc:sldMkLst>
      </pc:sldChg>
      <pc:sldChg chg="del">
        <pc:chgData name="Simone Beets" userId="5adb261a4dd6137b" providerId="LiveId" clId="{5622D2CA-130E-490A-952A-3E9DD0BAA9CD}" dt="2025-03-02T10:16:15.460" v="4821" actId="47"/>
        <pc:sldMkLst>
          <pc:docMk/>
          <pc:sldMk cId="2128091170" sldId="336"/>
        </pc:sldMkLst>
      </pc:sldChg>
      <pc:sldChg chg="del">
        <pc:chgData name="Simone Beets" userId="5adb261a4dd6137b" providerId="LiveId" clId="{5622D2CA-130E-490A-952A-3E9DD0BAA9CD}" dt="2025-03-02T10:16:16.428" v="4822" actId="47"/>
        <pc:sldMkLst>
          <pc:docMk/>
          <pc:sldMk cId="3352296232" sldId="337"/>
        </pc:sldMkLst>
      </pc:sldChg>
      <pc:sldChg chg="del">
        <pc:chgData name="Simone Beets" userId="5adb261a4dd6137b" providerId="LiveId" clId="{5622D2CA-130E-490A-952A-3E9DD0BAA9CD}" dt="2025-03-02T10:16:17.304" v="4823" actId="47"/>
        <pc:sldMkLst>
          <pc:docMk/>
          <pc:sldMk cId="2679042903" sldId="338"/>
        </pc:sldMkLst>
      </pc:sldChg>
      <pc:sldChg chg="addSp modSp add mod modAnim modNotesTx">
        <pc:chgData name="Simone Beets" userId="5adb261a4dd6137b" providerId="LiveId" clId="{5622D2CA-130E-490A-952A-3E9DD0BAA9CD}" dt="2025-03-03T05:50:57.208" v="5650" actId="12"/>
        <pc:sldMkLst>
          <pc:docMk/>
          <pc:sldMk cId="1762635146" sldId="339"/>
        </pc:sldMkLst>
        <pc:spChg chg="add mod">
          <ac:chgData name="Simone Beets" userId="5adb261a4dd6137b" providerId="LiveId" clId="{5622D2CA-130E-490A-952A-3E9DD0BAA9CD}" dt="2025-03-02T08:12:25.064" v="974" actId="404"/>
          <ac:spMkLst>
            <pc:docMk/>
            <pc:sldMk cId="1762635146" sldId="339"/>
            <ac:spMk id="2" creationId="{BCA5A014-4B8B-0A33-ABB5-D4F80EB980CC}"/>
          </ac:spMkLst>
        </pc:spChg>
        <pc:spChg chg="mod">
          <ac:chgData name="Simone Beets" userId="5adb261a4dd6137b" providerId="LiveId" clId="{5622D2CA-130E-490A-952A-3E9DD0BAA9CD}" dt="2025-03-02T08:11:17.273" v="936" actId="1035"/>
          <ac:spMkLst>
            <pc:docMk/>
            <pc:sldMk cId="1762635146" sldId="339"/>
            <ac:spMk id="3" creationId="{2D7CFFAC-EAEC-A4A5-23FB-B3200E4B3C34}"/>
          </ac:spMkLst>
        </pc:spChg>
        <pc:picChg chg="mod">
          <ac:chgData name="Simone Beets" userId="5adb261a4dd6137b" providerId="LiveId" clId="{5622D2CA-130E-490A-952A-3E9DD0BAA9CD}" dt="2025-03-02T08:11:17.273" v="936" actId="1035"/>
          <ac:picMkLst>
            <pc:docMk/>
            <pc:sldMk cId="1762635146" sldId="339"/>
            <ac:picMk id="4" creationId="{9C844A58-6BF9-1121-A945-ADBE54B65004}"/>
          </ac:picMkLst>
        </pc:picChg>
      </pc:sldChg>
      <pc:sldChg chg="addSp delSp modSp add mod modAnim modNotesTx">
        <pc:chgData name="Simone Beets" userId="5adb261a4dd6137b" providerId="LiveId" clId="{5622D2CA-130E-490A-952A-3E9DD0BAA9CD}" dt="2025-03-02T08:01:59.787" v="888"/>
        <pc:sldMkLst>
          <pc:docMk/>
          <pc:sldMk cId="2049952096" sldId="340"/>
        </pc:sldMkLst>
        <pc:spChg chg="mod">
          <ac:chgData name="Simone Beets" userId="5adb261a4dd6137b" providerId="LiveId" clId="{5622D2CA-130E-490A-952A-3E9DD0BAA9CD}" dt="2025-03-02T07:59:09.755" v="661" actId="207"/>
          <ac:spMkLst>
            <pc:docMk/>
            <pc:sldMk cId="2049952096" sldId="340"/>
            <ac:spMk id="2" creationId="{7CEE84FB-DB33-819E-E5F9-D759CA4343DE}"/>
          </ac:spMkLst>
        </pc:spChg>
        <pc:spChg chg="mod">
          <ac:chgData name="Simone Beets" userId="5adb261a4dd6137b" providerId="LiveId" clId="{5622D2CA-130E-490A-952A-3E9DD0BAA9CD}" dt="2025-03-02T07:56:36.252" v="583" actId="1076"/>
          <ac:spMkLst>
            <pc:docMk/>
            <pc:sldMk cId="2049952096" sldId="340"/>
            <ac:spMk id="6" creationId="{94729AF2-8103-6153-03E4-036FBFCE6ABA}"/>
          </ac:spMkLst>
        </pc:spChg>
      </pc:sldChg>
      <pc:sldChg chg="modSp add mod ord modNotesTx">
        <pc:chgData name="Simone Beets" userId="5adb261a4dd6137b" providerId="LiveId" clId="{5622D2CA-130E-490A-952A-3E9DD0BAA9CD}" dt="2025-03-02T10:21:09.838" v="4922" actId="20577"/>
        <pc:sldMkLst>
          <pc:docMk/>
          <pc:sldMk cId="2150004531" sldId="341"/>
        </pc:sldMkLst>
      </pc:sldChg>
      <pc:sldChg chg="addSp delSp modSp add del mod">
        <pc:chgData name="Simone Beets" userId="5adb261a4dd6137b" providerId="LiveId" clId="{5622D2CA-130E-490A-952A-3E9DD0BAA9CD}" dt="2025-03-02T09:38:41.224" v="4233" actId="2696"/>
        <pc:sldMkLst>
          <pc:docMk/>
          <pc:sldMk cId="2276303544" sldId="342"/>
        </pc:sldMkLst>
      </pc:sldChg>
      <pc:sldChg chg="add del">
        <pc:chgData name="Simone Beets" userId="5adb261a4dd6137b" providerId="LiveId" clId="{5622D2CA-130E-490A-952A-3E9DD0BAA9CD}" dt="2025-03-02T08:15:09.380" v="1030" actId="2890"/>
        <pc:sldMkLst>
          <pc:docMk/>
          <pc:sldMk cId="2719054179" sldId="342"/>
        </pc:sldMkLst>
      </pc:sldChg>
      <pc:sldChg chg="addSp delSp modSp add mod ord modAnim modNotesTx">
        <pc:chgData name="Simone Beets" userId="5adb261a4dd6137b" providerId="LiveId" clId="{5622D2CA-130E-490A-952A-3E9DD0BAA9CD}" dt="2025-03-02T08:42:07.677" v="2196" actId="1076"/>
        <pc:sldMkLst>
          <pc:docMk/>
          <pc:sldMk cId="4071039046" sldId="343"/>
        </pc:sldMkLst>
      </pc:sldChg>
      <pc:sldChg chg="add del">
        <pc:chgData name="Simone Beets" userId="5adb261a4dd6137b" providerId="LiveId" clId="{5622D2CA-130E-490A-952A-3E9DD0BAA9CD}" dt="2025-03-02T10:15:58.156" v="4810" actId="2696"/>
        <pc:sldMkLst>
          <pc:docMk/>
          <pc:sldMk cId="1942782805" sldId="344"/>
        </pc:sldMkLst>
      </pc:sldChg>
      <pc:sldChg chg="addSp delSp modSp add mod ord modAnim modNotesTx">
        <pc:chgData name="Simone Beets" userId="5adb261a4dd6137b" providerId="LiveId" clId="{5622D2CA-130E-490A-952A-3E9DD0BAA9CD}" dt="2025-03-02T08:59:53.573" v="3251" actId="20577"/>
        <pc:sldMkLst>
          <pc:docMk/>
          <pc:sldMk cId="2320920587" sldId="345"/>
        </pc:sldMkLst>
      </pc:sldChg>
      <pc:sldChg chg="modSp add mod ord modAnim modNotesTx">
        <pc:chgData name="Simone Beets" userId="5adb261a4dd6137b" providerId="LiveId" clId="{5622D2CA-130E-490A-952A-3E9DD0BAA9CD}" dt="2025-03-02T10:50:35.501" v="5506"/>
        <pc:sldMkLst>
          <pc:docMk/>
          <pc:sldMk cId="4249415124" sldId="346"/>
        </pc:sldMkLst>
      </pc:sldChg>
      <pc:sldChg chg="modSp add del mod">
        <pc:chgData name="Simone Beets" userId="5adb261a4dd6137b" providerId="LiveId" clId="{5622D2CA-130E-490A-952A-3E9DD0BAA9CD}" dt="2025-03-02T09:04:54.025" v="3321" actId="47"/>
        <pc:sldMkLst>
          <pc:docMk/>
          <pc:sldMk cId="2658726820" sldId="347"/>
        </pc:sldMkLst>
      </pc:sldChg>
      <pc:sldChg chg="modSp add mod modAnim">
        <pc:chgData name="Simone Beets" userId="5adb261a4dd6137b" providerId="LiveId" clId="{5622D2CA-130E-490A-952A-3E9DD0BAA9CD}" dt="2025-03-02T10:50:43.962" v="5507"/>
        <pc:sldMkLst>
          <pc:docMk/>
          <pc:sldMk cId="4247069512" sldId="348"/>
        </pc:sldMkLst>
      </pc:sldChg>
      <pc:sldChg chg="addSp modSp add mod modAnim modNotesTx">
        <pc:chgData name="Simone Beets" userId="5adb261a4dd6137b" providerId="LiveId" clId="{5622D2CA-130E-490A-952A-3E9DD0BAA9CD}" dt="2025-03-02T10:54:41.041" v="5529"/>
        <pc:sldMkLst>
          <pc:docMk/>
          <pc:sldMk cId="2920933396" sldId="349"/>
        </pc:sldMkLst>
      </pc:sldChg>
      <pc:sldChg chg="addSp delSp modSp add mod delAnim modAnim modNotesTx">
        <pc:chgData name="Simone Beets" userId="5adb261a4dd6137b" providerId="LiveId" clId="{5622D2CA-130E-490A-952A-3E9DD0BAA9CD}" dt="2025-03-02T10:55:28.053" v="5532"/>
        <pc:sldMkLst>
          <pc:docMk/>
          <pc:sldMk cId="4172721415" sldId="350"/>
        </pc:sldMkLst>
      </pc:sldChg>
      <pc:sldChg chg="addSp delSp modSp add mod modAnim">
        <pc:chgData name="Simone Beets" userId="5adb261a4dd6137b" providerId="LiveId" clId="{5622D2CA-130E-490A-952A-3E9DD0BAA9CD}" dt="2025-03-02T10:56:00.022" v="5533" actId="6549"/>
        <pc:sldMkLst>
          <pc:docMk/>
          <pc:sldMk cId="3808169131" sldId="351"/>
        </pc:sldMkLst>
      </pc:sldChg>
      <pc:sldChg chg="addSp delSp modSp add mod ord addAnim delAnim modAnim modNotesTx">
        <pc:chgData name="Simone Beets" userId="5adb261a4dd6137b" providerId="LiveId" clId="{5622D2CA-130E-490A-952A-3E9DD0BAA9CD}" dt="2025-03-02T09:37:42.894" v="4231" actId="20577"/>
        <pc:sldMkLst>
          <pc:docMk/>
          <pc:sldMk cId="583071382" sldId="352"/>
        </pc:sldMkLst>
      </pc:sldChg>
      <pc:sldChg chg="add del">
        <pc:chgData name="Simone Beets" userId="5adb261a4dd6137b" providerId="LiveId" clId="{5622D2CA-130E-490A-952A-3E9DD0BAA9CD}" dt="2025-03-02T10:15:59.877" v="4811" actId="47"/>
        <pc:sldMkLst>
          <pc:docMk/>
          <pc:sldMk cId="282828493" sldId="353"/>
        </pc:sldMkLst>
      </pc:sldChg>
      <pc:sldChg chg="add del ord">
        <pc:chgData name="Simone Beets" userId="5adb261a4dd6137b" providerId="LiveId" clId="{5622D2CA-130E-490A-952A-3E9DD0BAA9CD}" dt="2025-03-02T09:38:36.357" v="4232" actId="2696"/>
        <pc:sldMkLst>
          <pc:docMk/>
          <pc:sldMk cId="3330617832" sldId="353"/>
        </pc:sldMkLst>
      </pc:sldChg>
      <pc:sldChg chg="modSp add mod modNotesTx">
        <pc:chgData name="Simone Beets" userId="5adb261a4dd6137b" providerId="LiveId" clId="{5622D2CA-130E-490A-952A-3E9DD0BAA9CD}" dt="2025-03-02T10:31:06.831" v="5086" actId="6549"/>
        <pc:sldMkLst>
          <pc:docMk/>
          <pc:sldMk cId="2567004572" sldId="354"/>
        </pc:sldMkLst>
      </pc:sldChg>
      <pc:sldChg chg="addSp delSp modSp add mod ord delAnim modAnim modNotesTx">
        <pc:chgData name="Simone Beets" userId="5adb261a4dd6137b" providerId="LiveId" clId="{5622D2CA-130E-490A-952A-3E9DD0BAA9CD}" dt="2025-03-03T06:07:38.982" v="5651" actId="6549"/>
        <pc:sldMkLst>
          <pc:docMk/>
          <pc:sldMk cId="1094026494" sldId="355"/>
        </pc:sldMkLst>
      </pc:sldChg>
      <pc:sldChg chg="addSp delSp modSp add del mod ord delAnim modAnim">
        <pc:chgData name="Simone Beets" userId="5adb261a4dd6137b" providerId="LiveId" clId="{5622D2CA-130E-490A-952A-3E9DD0BAA9CD}" dt="2025-03-02T09:56:51.297" v="4506" actId="2696"/>
        <pc:sldMkLst>
          <pc:docMk/>
          <pc:sldMk cId="3434173093" sldId="356"/>
        </pc:sldMkLst>
      </pc:sldChg>
      <pc:sldChg chg="addSp delSp modSp add mod delAnim modAnim">
        <pc:chgData name="Simone Beets" userId="5adb261a4dd6137b" providerId="LiveId" clId="{5622D2CA-130E-490A-952A-3E9DD0BAA9CD}" dt="2025-03-02T10:33:17.815" v="5119" actId="20577"/>
        <pc:sldMkLst>
          <pc:docMk/>
          <pc:sldMk cId="3907085252" sldId="357"/>
        </pc:sldMkLst>
      </pc:sldChg>
      <pc:sldChg chg="delSp modSp add mod ord delAnim modAnim modNotesTx">
        <pc:chgData name="Simone Beets" userId="5adb261a4dd6137b" providerId="LiveId" clId="{5622D2CA-130E-490A-952A-3E9DD0BAA9CD}" dt="2025-03-02T10:52:55.564" v="5525"/>
        <pc:sldMkLst>
          <pc:docMk/>
          <pc:sldMk cId="1528914622" sldId="358"/>
        </pc:sldMkLst>
      </pc:sldChg>
      <pc:sldChg chg="add del">
        <pc:chgData name="Simone Beets" userId="5adb261a4dd6137b" providerId="LiveId" clId="{5622D2CA-130E-490A-952A-3E9DD0BAA9CD}" dt="2025-03-02T10:01:01.787" v="4565" actId="47"/>
        <pc:sldMkLst>
          <pc:docMk/>
          <pc:sldMk cId="1544276434" sldId="358"/>
        </pc:sldMkLst>
      </pc:sldChg>
      <pc:sldChg chg="addSp delSp modSp add mod delAnim modAnim modNotesTx">
        <pc:chgData name="Simone Beets" userId="5adb261a4dd6137b" providerId="LiveId" clId="{5622D2CA-130E-490A-952A-3E9DD0BAA9CD}" dt="2025-03-02T10:48:22.059" v="5503" actId="1036"/>
        <pc:sldMkLst>
          <pc:docMk/>
          <pc:sldMk cId="4062962358" sldId="359"/>
        </pc:sldMkLst>
      </pc:sldChg>
      <pc:sldChg chg="modSp add mod ord modAnim modNotesTx">
        <pc:chgData name="Simone Beets" userId="5adb261a4dd6137b" providerId="LiveId" clId="{5622D2CA-130E-490A-952A-3E9DD0BAA9CD}" dt="2025-03-02T10:53:04.710" v="5526"/>
        <pc:sldMkLst>
          <pc:docMk/>
          <pc:sldMk cId="1615067123" sldId="360"/>
        </pc:sldMkLst>
      </pc:sldChg>
      <pc:sldChg chg="addSp modSp add mod modAnim modNotesTx">
        <pc:chgData name="Simone Beets" userId="5adb261a4dd6137b" providerId="LiveId" clId="{5622D2CA-130E-490A-952A-3E9DD0BAA9CD}" dt="2025-03-02T10:14:53.273" v="4762" actId="6549"/>
        <pc:sldMkLst>
          <pc:docMk/>
          <pc:sldMk cId="2854956525" sldId="361"/>
        </pc:sldMkLst>
      </pc:sldChg>
      <pc:sldChg chg="modSp add mod ord modNotesTx">
        <pc:chgData name="Simone Beets" userId="5adb261a4dd6137b" providerId="LiveId" clId="{5622D2CA-130E-490A-952A-3E9DD0BAA9CD}" dt="2025-03-02T11:08:21.324" v="5648" actId="20577"/>
        <pc:sldMkLst>
          <pc:docMk/>
          <pc:sldMk cId="2845008166" sldId="362"/>
        </pc:sldMkLst>
      </pc:sldChg>
      <pc:sldChg chg="addSp delSp modSp add mod modAnim">
        <pc:chgData name="Simone Beets" userId="5adb261a4dd6137b" providerId="LiveId" clId="{5622D2CA-130E-490A-952A-3E9DD0BAA9CD}" dt="2025-03-02T10:32:12.287" v="5116" actId="1076"/>
        <pc:sldMkLst>
          <pc:docMk/>
          <pc:sldMk cId="2331509468" sldId="363"/>
        </pc:sldMkLst>
      </pc:sldChg>
    </pc:docChg>
  </pc:docChgLst>
  <pc:docChgLst>
    <pc:chgData name="Simone Beets" userId="5adb261a4dd6137b" providerId="LiveId" clId="{737403A7-CBCD-479B-BA12-77557D72448E}"/>
    <pc:docChg chg="undo custSel addSld delSld modSld sldOrd">
      <pc:chgData name="Simone Beets" userId="5adb261a4dd6137b" providerId="LiveId" clId="{737403A7-CBCD-479B-BA12-77557D72448E}" dt="2025-02-25T08:23:09.708" v="5143" actId="6549"/>
      <pc:docMkLst>
        <pc:docMk/>
      </pc:docMkLst>
      <pc:sldChg chg="delSp modSp mod ord modNotesTx">
        <pc:chgData name="Simone Beets" userId="5adb261a4dd6137b" providerId="LiveId" clId="{737403A7-CBCD-479B-BA12-77557D72448E}" dt="2025-02-24T08:11:07.535" v="5130" actId="478"/>
        <pc:sldMkLst>
          <pc:docMk/>
          <pc:sldMk cId="0" sldId="257"/>
        </pc:sldMkLst>
      </pc:sldChg>
      <pc:sldChg chg="del">
        <pc:chgData name="Simone Beets" userId="5adb261a4dd6137b" providerId="LiveId" clId="{737403A7-CBCD-479B-BA12-77557D72448E}" dt="2025-02-23T20:51:18.554" v="3509" actId="47"/>
        <pc:sldMkLst>
          <pc:docMk/>
          <pc:sldMk cId="0" sldId="258"/>
        </pc:sldMkLst>
      </pc:sldChg>
      <pc:sldChg chg="del">
        <pc:chgData name="Simone Beets" userId="5adb261a4dd6137b" providerId="LiveId" clId="{737403A7-CBCD-479B-BA12-77557D72448E}" dt="2025-02-23T20:50:45.434" v="3499" actId="47"/>
        <pc:sldMkLst>
          <pc:docMk/>
          <pc:sldMk cId="0" sldId="267"/>
        </pc:sldMkLst>
      </pc:sldChg>
      <pc:sldChg chg="modSp mod">
        <pc:chgData name="Simone Beets" userId="5adb261a4dd6137b" providerId="LiveId" clId="{737403A7-CBCD-479B-BA12-77557D72448E}" dt="2025-02-23T19:44:28.298" v="50" actId="20577"/>
        <pc:sldMkLst>
          <pc:docMk/>
          <pc:sldMk cId="0" sldId="271"/>
        </pc:sldMkLst>
        <pc:spChg chg="mod">
          <ac:chgData name="Simone Beets" userId="5adb261a4dd6137b" providerId="LiveId" clId="{737403A7-CBCD-479B-BA12-77557D72448E}" dt="2025-02-23T19:44:28.298" v="50" actId="20577"/>
          <ac:spMkLst>
            <pc:docMk/>
            <pc:sldMk cId="0" sldId="271"/>
            <ac:spMk id="17411" creationId="{25B10FB9-A15F-F8CA-E0F3-B4914ABDDFA6}"/>
          </ac:spMkLst>
        </pc:spChg>
      </pc:sldChg>
      <pc:sldChg chg="addSp delSp modSp del mod">
        <pc:chgData name="Simone Beets" userId="5adb261a4dd6137b" providerId="LiveId" clId="{737403A7-CBCD-479B-BA12-77557D72448E}" dt="2025-02-23T20:54:00.747" v="3656" actId="2696"/>
        <pc:sldMkLst>
          <pc:docMk/>
          <pc:sldMk cId="0" sldId="272"/>
        </pc:sldMkLst>
      </pc:sldChg>
      <pc:sldChg chg="del">
        <pc:chgData name="Simone Beets" userId="5adb261a4dd6137b" providerId="LiveId" clId="{737403A7-CBCD-479B-BA12-77557D72448E}" dt="2025-02-23T20:46:22.389" v="3388" actId="47"/>
        <pc:sldMkLst>
          <pc:docMk/>
          <pc:sldMk cId="0" sldId="273"/>
        </pc:sldMkLst>
      </pc:sldChg>
      <pc:sldChg chg="addSp delSp modSp mod ord modTransition modNotesTx">
        <pc:chgData name="Simone Beets" userId="5adb261a4dd6137b" providerId="LiveId" clId="{737403A7-CBCD-479B-BA12-77557D72448E}" dt="2025-02-23T22:06:24.558" v="5023" actId="20577"/>
        <pc:sldMkLst>
          <pc:docMk/>
          <pc:sldMk cId="0" sldId="274"/>
        </pc:sldMkLst>
      </pc:sldChg>
      <pc:sldChg chg="del">
        <pc:chgData name="Simone Beets" userId="5adb261a4dd6137b" providerId="LiveId" clId="{737403A7-CBCD-479B-BA12-77557D72448E}" dt="2025-02-23T20:46:24.091" v="3389" actId="47"/>
        <pc:sldMkLst>
          <pc:docMk/>
          <pc:sldMk cId="0" sldId="275"/>
        </pc:sldMkLst>
      </pc:sldChg>
      <pc:sldChg chg="modSp mod">
        <pc:chgData name="Simone Beets" userId="5adb261a4dd6137b" providerId="LiveId" clId="{737403A7-CBCD-479B-BA12-77557D72448E}" dt="2025-02-23T21:44:55.874" v="4929" actId="15"/>
        <pc:sldMkLst>
          <pc:docMk/>
          <pc:sldMk cId="0" sldId="276"/>
        </pc:sldMkLst>
      </pc:sldChg>
      <pc:sldChg chg="modSp mod">
        <pc:chgData name="Simone Beets" userId="5adb261a4dd6137b" providerId="LiveId" clId="{737403A7-CBCD-479B-BA12-77557D72448E}" dt="2025-02-24T08:10:47.210" v="5127"/>
        <pc:sldMkLst>
          <pc:docMk/>
          <pc:sldMk cId="0" sldId="277"/>
        </pc:sldMkLst>
      </pc:sldChg>
      <pc:sldChg chg="del">
        <pc:chgData name="Simone Beets" userId="5adb261a4dd6137b" providerId="LiveId" clId="{737403A7-CBCD-479B-BA12-77557D72448E}" dt="2025-02-23T20:51:05.557" v="3506" actId="47"/>
        <pc:sldMkLst>
          <pc:docMk/>
          <pc:sldMk cId="0" sldId="278"/>
        </pc:sldMkLst>
      </pc:sldChg>
      <pc:sldChg chg="del">
        <pc:chgData name="Simone Beets" userId="5adb261a4dd6137b" providerId="LiveId" clId="{737403A7-CBCD-479B-BA12-77557D72448E}" dt="2025-02-23T20:50:47.073" v="3500" actId="47"/>
        <pc:sldMkLst>
          <pc:docMk/>
          <pc:sldMk cId="0" sldId="280"/>
        </pc:sldMkLst>
      </pc:sldChg>
      <pc:sldChg chg="del">
        <pc:chgData name="Simone Beets" userId="5adb261a4dd6137b" providerId="LiveId" clId="{737403A7-CBCD-479B-BA12-77557D72448E}" dt="2025-02-23T20:50:47.694" v="3501" actId="47"/>
        <pc:sldMkLst>
          <pc:docMk/>
          <pc:sldMk cId="0" sldId="281"/>
        </pc:sldMkLst>
      </pc:sldChg>
      <pc:sldChg chg="del">
        <pc:chgData name="Simone Beets" userId="5adb261a4dd6137b" providerId="LiveId" clId="{737403A7-CBCD-479B-BA12-77557D72448E}" dt="2025-02-23T20:50:54.496" v="3502" actId="47"/>
        <pc:sldMkLst>
          <pc:docMk/>
          <pc:sldMk cId="0" sldId="282"/>
        </pc:sldMkLst>
      </pc:sldChg>
      <pc:sldChg chg="del">
        <pc:chgData name="Simone Beets" userId="5adb261a4dd6137b" providerId="LiveId" clId="{737403A7-CBCD-479B-BA12-77557D72448E}" dt="2025-02-23T20:51:00.268" v="3503" actId="47"/>
        <pc:sldMkLst>
          <pc:docMk/>
          <pc:sldMk cId="0" sldId="283"/>
        </pc:sldMkLst>
      </pc:sldChg>
      <pc:sldChg chg="del">
        <pc:chgData name="Simone Beets" userId="5adb261a4dd6137b" providerId="LiveId" clId="{737403A7-CBCD-479B-BA12-77557D72448E}" dt="2025-02-23T20:51:04.504" v="3505" actId="47"/>
        <pc:sldMkLst>
          <pc:docMk/>
          <pc:sldMk cId="0" sldId="284"/>
        </pc:sldMkLst>
      </pc:sldChg>
      <pc:sldChg chg="del">
        <pc:chgData name="Simone Beets" userId="5adb261a4dd6137b" providerId="LiveId" clId="{737403A7-CBCD-479B-BA12-77557D72448E}" dt="2025-02-23T20:51:15.542" v="3507" actId="47"/>
        <pc:sldMkLst>
          <pc:docMk/>
          <pc:sldMk cId="0" sldId="285"/>
        </pc:sldMkLst>
      </pc:sldChg>
      <pc:sldChg chg="del">
        <pc:chgData name="Simone Beets" userId="5adb261a4dd6137b" providerId="LiveId" clId="{737403A7-CBCD-479B-BA12-77557D72448E}" dt="2025-02-23T20:51:19.628" v="3510" actId="47"/>
        <pc:sldMkLst>
          <pc:docMk/>
          <pc:sldMk cId="0" sldId="286"/>
        </pc:sldMkLst>
      </pc:sldChg>
      <pc:sldChg chg="del">
        <pc:chgData name="Simone Beets" userId="5adb261a4dd6137b" providerId="LiveId" clId="{737403A7-CBCD-479B-BA12-77557D72448E}" dt="2025-02-23T20:51:17.251" v="3508" actId="47"/>
        <pc:sldMkLst>
          <pc:docMk/>
          <pc:sldMk cId="0" sldId="287"/>
        </pc:sldMkLst>
      </pc:sldChg>
      <pc:sldChg chg="del">
        <pc:chgData name="Simone Beets" userId="5adb261a4dd6137b" providerId="LiveId" clId="{737403A7-CBCD-479B-BA12-77557D72448E}" dt="2025-02-23T20:51:24.649" v="3515" actId="47"/>
        <pc:sldMkLst>
          <pc:docMk/>
          <pc:sldMk cId="0" sldId="289"/>
        </pc:sldMkLst>
      </pc:sldChg>
      <pc:sldChg chg="del">
        <pc:chgData name="Simone Beets" userId="5adb261a4dd6137b" providerId="LiveId" clId="{737403A7-CBCD-479B-BA12-77557D72448E}" dt="2025-02-23T20:51:21.360" v="3512" actId="47"/>
        <pc:sldMkLst>
          <pc:docMk/>
          <pc:sldMk cId="0" sldId="290"/>
        </pc:sldMkLst>
      </pc:sldChg>
      <pc:sldChg chg="del">
        <pc:chgData name="Simone Beets" userId="5adb261a4dd6137b" providerId="LiveId" clId="{737403A7-CBCD-479B-BA12-77557D72448E}" dt="2025-02-23T20:51:20.530" v="3511" actId="47"/>
        <pc:sldMkLst>
          <pc:docMk/>
          <pc:sldMk cId="0" sldId="291"/>
        </pc:sldMkLst>
      </pc:sldChg>
      <pc:sldChg chg="del">
        <pc:chgData name="Simone Beets" userId="5adb261a4dd6137b" providerId="LiveId" clId="{737403A7-CBCD-479B-BA12-77557D72448E}" dt="2025-02-23T20:51:22.551" v="3513" actId="47"/>
        <pc:sldMkLst>
          <pc:docMk/>
          <pc:sldMk cId="0" sldId="292"/>
        </pc:sldMkLst>
      </pc:sldChg>
      <pc:sldChg chg="del">
        <pc:chgData name="Simone Beets" userId="5adb261a4dd6137b" providerId="LiveId" clId="{737403A7-CBCD-479B-BA12-77557D72448E}" dt="2025-02-23T20:51:23.729" v="3514" actId="47"/>
        <pc:sldMkLst>
          <pc:docMk/>
          <pc:sldMk cId="0" sldId="293"/>
        </pc:sldMkLst>
      </pc:sldChg>
      <pc:sldChg chg="del">
        <pc:chgData name="Simone Beets" userId="5adb261a4dd6137b" providerId="LiveId" clId="{737403A7-CBCD-479B-BA12-77557D72448E}" dt="2025-02-23T20:51:25.272" v="3516" actId="47"/>
        <pc:sldMkLst>
          <pc:docMk/>
          <pc:sldMk cId="0" sldId="294"/>
        </pc:sldMkLst>
      </pc:sldChg>
      <pc:sldChg chg="del">
        <pc:chgData name="Simone Beets" userId="5adb261a4dd6137b" providerId="LiveId" clId="{737403A7-CBCD-479B-BA12-77557D72448E}" dt="2025-02-23T20:51:26.690" v="3518" actId="47"/>
        <pc:sldMkLst>
          <pc:docMk/>
          <pc:sldMk cId="0" sldId="295"/>
        </pc:sldMkLst>
      </pc:sldChg>
      <pc:sldChg chg="del">
        <pc:chgData name="Simone Beets" userId="5adb261a4dd6137b" providerId="LiveId" clId="{737403A7-CBCD-479B-BA12-77557D72448E}" dt="2025-02-23T20:51:27.506" v="3519" actId="47"/>
        <pc:sldMkLst>
          <pc:docMk/>
          <pc:sldMk cId="0" sldId="296"/>
        </pc:sldMkLst>
      </pc:sldChg>
      <pc:sldChg chg="del">
        <pc:chgData name="Simone Beets" userId="5adb261a4dd6137b" providerId="LiveId" clId="{737403A7-CBCD-479B-BA12-77557D72448E}" dt="2025-02-23T20:51:28.018" v="3520" actId="47"/>
        <pc:sldMkLst>
          <pc:docMk/>
          <pc:sldMk cId="0" sldId="297"/>
        </pc:sldMkLst>
      </pc:sldChg>
      <pc:sldChg chg="del">
        <pc:chgData name="Simone Beets" userId="5adb261a4dd6137b" providerId="LiveId" clId="{737403A7-CBCD-479B-BA12-77557D72448E}" dt="2025-02-23T20:51:29.508" v="3521" actId="47"/>
        <pc:sldMkLst>
          <pc:docMk/>
          <pc:sldMk cId="0" sldId="298"/>
        </pc:sldMkLst>
      </pc:sldChg>
      <pc:sldChg chg="del">
        <pc:chgData name="Simone Beets" userId="5adb261a4dd6137b" providerId="LiveId" clId="{737403A7-CBCD-479B-BA12-77557D72448E}" dt="2025-02-23T20:51:30.775" v="3522" actId="47"/>
        <pc:sldMkLst>
          <pc:docMk/>
          <pc:sldMk cId="0" sldId="299"/>
        </pc:sldMkLst>
      </pc:sldChg>
      <pc:sldChg chg="del">
        <pc:chgData name="Simone Beets" userId="5adb261a4dd6137b" providerId="LiveId" clId="{737403A7-CBCD-479B-BA12-77557D72448E}" dt="2025-02-23T20:51:31.281" v="3523" actId="47"/>
        <pc:sldMkLst>
          <pc:docMk/>
          <pc:sldMk cId="0" sldId="300"/>
        </pc:sldMkLst>
      </pc:sldChg>
      <pc:sldChg chg="del">
        <pc:chgData name="Simone Beets" userId="5adb261a4dd6137b" providerId="LiveId" clId="{737403A7-CBCD-479B-BA12-77557D72448E}" dt="2025-02-23T20:51:32.505" v="3524" actId="47"/>
        <pc:sldMkLst>
          <pc:docMk/>
          <pc:sldMk cId="0" sldId="301"/>
        </pc:sldMkLst>
      </pc:sldChg>
      <pc:sldChg chg="del">
        <pc:chgData name="Simone Beets" userId="5adb261a4dd6137b" providerId="LiveId" clId="{737403A7-CBCD-479B-BA12-77557D72448E}" dt="2025-02-23T20:51:33.484" v="3525" actId="47"/>
        <pc:sldMkLst>
          <pc:docMk/>
          <pc:sldMk cId="0" sldId="302"/>
        </pc:sldMkLst>
      </pc:sldChg>
      <pc:sldChg chg="del">
        <pc:chgData name="Simone Beets" userId="5adb261a4dd6137b" providerId="LiveId" clId="{737403A7-CBCD-479B-BA12-77557D72448E}" dt="2025-02-23T20:51:34.442" v="3526" actId="47"/>
        <pc:sldMkLst>
          <pc:docMk/>
          <pc:sldMk cId="0" sldId="303"/>
        </pc:sldMkLst>
      </pc:sldChg>
      <pc:sldChg chg="del">
        <pc:chgData name="Simone Beets" userId="5adb261a4dd6137b" providerId="LiveId" clId="{737403A7-CBCD-479B-BA12-77557D72448E}" dt="2025-02-23T20:51:34.922" v="3527" actId="47"/>
        <pc:sldMkLst>
          <pc:docMk/>
          <pc:sldMk cId="0" sldId="304"/>
        </pc:sldMkLst>
      </pc:sldChg>
      <pc:sldChg chg="del">
        <pc:chgData name="Simone Beets" userId="5adb261a4dd6137b" providerId="LiveId" clId="{737403A7-CBCD-479B-BA12-77557D72448E}" dt="2025-02-23T20:51:35.866" v="3528" actId="47"/>
        <pc:sldMkLst>
          <pc:docMk/>
          <pc:sldMk cId="0" sldId="305"/>
        </pc:sldMkLst>
      </pc:sldChg>
      <pc:sldChg chg="del">
        <pc:chgData name="Simone Beets" userId="5adb261a4dd6137b" providerId="LiveId" clId="{737403A7-CBCD-479B-BA12-77557D72448E}" dt="2025-02-23T20:51:36.388" v="3529" actId="47"/>
        <pc:sldMkLst>
          <pc:docMk/>
          <pc:sldMk cId="0" sldId="306"/>
        </pc:sldMkLst>
      </pc:sldChg>
      <pc:sldChg chg="del">
        <pc:chgData name="Simone Beets" userId="5adb261a4dd6137b" providerId="LiveId" clId="{737403A7-CBCD-479B-BA12-77557D72448E}" dt="2025-02-23T20:51:37.321" v="3530" actId="47"/>
        <pc:sldMkLst>
          <pc:docMk/>
          <pc:sldMk cId="0" sldId="307"/>
        </pc:sldMkLst>
      </pc:sldChg>
      <pc:sldChg chg="del">
        <pc:chgData name="Simone Beets" userId="5adb261a4dd6137b" providerId="LiveId" clId="{737403A7-CBCD-479B-BA12-77557D72448E}" dt="2025-02-23T20:51:37.763" v="3531" actId="47"/>
        <pc:sldMkLst>
          <pc:docMk/>
          <pc:sldMk cId="0" sldId="308"/>
        </pc:sldMkLst>
      </pc:sldChg>
      <pc:sldChg chg="del">
        <pc:chgData name="Simone Beets" userId="5adb261a4dd6137b" providerId="LiveId" clId="{737403A7-CBCD-479B-BA12-77557D72448E}" dt="2025-02-23T20:51:38.954" v="3532" actId="47"/>
        <pc:sldMkLst>
          <pc:docMk/>
          <pc:sldMk cId="0" sldId="309"/>
        </pc:sldMkLst>
      </pc:sldChg>
      <pc:sldChg chg="del">
        <pc:chgData name="Simone Beets" userId="5adb261a4dd6137b" providerId="LiveId" clId="{737403A7-CBCD-479B-BA12-77557D72448E}" dt="2025-02-23T20:51:39.284" v="3533" actId="47"/>
        <pc:sldMkLst>
          <pc:docMk/>
          <pc:sldMk cId="0" sldId="310"/>
        </pc:sldMkLst>
      </pc:sldChg>
      <pc:sldChg chg="del">
        <pc:chgData name="Simone Beets" userId="5adb261a4dd6137b" providerId="LiveId" clId="{737403A7-CBCD-479B-BA12-77557D72448E}" dt="2025-02-23T20:51:41.146" v="3535" actId="47"/>
        <pc:sldMkLst>
          <pc:docMk/>
          <pc:sldMk cId="0" sldId="311"/>
        </pc:sldMkLst>
      </pc:sldChg>
      <pc:sldChg chg="del">
        <pc:chgData name="Simone Beets" userId="5adb261a4dd6137b" providerId="LiveId" clId="{737403A7-CBCD-479B-BA12-77557D72448E}" dt="2025-02-23T20:51:42.219" v="3536" actId="47"/>
        <pc:sldMkLst>
          <pc:docMk/>
          <pc:sldMk cId="0" sldId="313"/>
        </pc:sldMkLst>
      </pc:sldChg>
      <pc:sldChg chg="del">
        <pc:chgData name="Simone Beets" userId="5adb261a4dd6137b" providerId="LiveId" clId="{737403A7-CBCD-479B-BA12-77557D72448E}" dt="2025-02-23T20:51:40.498" v="3534" actId="47"/>
        <pc:sldMkLst>
          <pc:docMk/>
          <pc:sldMk cId="0" sldId="314"/>
        </pc:sldMkLst>
      </pc:sldChg>
      <pc:sldChg chg="del">
        <pc:chgData name="Simone Beets" userId="5adb261a4dd6137b" providerId="LiveId" clId="{737403A7-CBCD-479B-BA12-77557D72448E}" dt="2025-02-23T20:51:42.756" v="3537" actId="47"/>
        <pc:sldMkLst>
          <pc:docMk/>
          <pc:sldMk cId="0" sldId="315"/>
        </pc:sldMkLst>
      </pc:sldChg>
      <pc:sldChg chg="del">
        <pc:chgData name="Simone Beets" userId="5adb261a4dd6137b" providerId="LiveId" clId="{737403A7-CBCD-479B-BA12-77557D72448E}" dt="2025-02-23T20:51:43.974" v="3538" actId="47"/>
        <pc:sldMkLst>
          <pc:docMk/>
          <pc:sldMk cId="0" sldId="316"/>
        </pc:sldMkLst>
      </pc:sldChg>
      <pc:sldChg chg="del">
        <pc:chgData name="Simone Beets" userId="5adb261a4dd6137b" providerId="LiveId" clId="{737403A7-CBCD-479B-BA12-77557D72448E}" dt="2025-02-23T20:46:25.308" v="3390" actId="47"/>
        <pc:sldMkLst>
          <pc:docMk/>
          <pc:sldMk cId="0" sldId="317"/>
        </pc:sldMkLst>
      </pc:sldChg>
      <pc:sldChg chg="del">
        <pc:chgData name="Simone Beets" userId="5adb261a4dd6137b" providerId="LiveId" clId="{737403A7-CBCD-479B-BA12-77557D72448E}" dt="2025-02-23T20:50:44.898" v="3498" actId="47"/>
        <pc:sldMkLst>
          <pc:docMk/>
          <pc:sldMk cId="0" sldId="319"/>
        </pc:sldMkLst>
      </pc:sldChg>
      <pc:sldChg chg="del">
        <pc:chgData name="Simone Beets" userId="5adb261a4dd6137b" providerId="LiveId" clId="{737403A7-CBCD-479B-BA12-77557D72448E}" dt="2025-02-23T20:51:26.209" v="3517" actId="47"/>
        <pc:sldMkLst>
          <pc:docMk/>
          <pc:sldMk cId="0" sldId="320"/>
        </pc:sldMkLst>
      </pc:sldChg>
      <pc:sldChg chg="addSp modSp mod">
        <pc:chgData name="Simone Beets" userId="5adb261a4dd6137b" providerId="LiveId" clId="{737403A7-CBCD-479B-BA12-77557D72448E}" dt="2025-02-23T20:53:40.959" v="3655" actId="20577"/>
        <pc:sldMkLst>
          <pc:docMk/>
          <pc:sldMk cId="0" sldId="321"/>
        </pc:sldMkLst>
        <pc:spChg chg="mod">
          <ac:chgData name="Simone Beets" userId="5adb261a4dd6137b" providerId="LiveId" clId="{737403A7-CBCD-479B-BA12-77557D72448E}" dt="2025-02-23T20:53:40.959" v="3655" actId="20577"/>
          <ac:spMkLst>
            <pc:docMk/>
            <pc:sldMk cId="0" sldId="321"/>
            <ac:spMk id="81923" creationId="{5C6BFA09-EEC3-E74B-06BD-B7D47D876082}"/>
          </ac:spMkLst>
        </pc:spChg>
      </pc:sldChg>
      <pc:sldChg chg="del">
        <pc:chgData name="Simone Beets" userId="5adb261a4dd6137b" providerId="LiveId" clId="{737403A7-CBCD-479B-BA12-77557D72448E}" dt="2025-02-23T20:51:03.025" v="3504" actId="47"/>
        <pc:sldMkLst>
          <pc:docMk/>
          <pc:sldMk cId="0" sldId="322"/>
        </pc:sldMkLst>
      </pc:sldChg>
      <pc:sldChg chg="addSp delSp modSp add mod modAnim modNotesTx">
        <pc:chgData name="Simone Beets" userId="5adb261a4dd6137b" providerId="LiveId" clId="{737403A7-CBCD-479B-BA12-77557D72448E}" dt="2025-02-24T08:11:03.536" v="5128" actId="478"/>
        <pc:sldMkLst>
          <pc:docMk/>
          <pc:sldMk cId="465305782" sldId="323"/>
        </pc:sldMkLst>
        <pc:spChg chg="add mod">
          <ac:chgData name="Simone Beets" userId="5adb261a4dd6137b" providerId="LiveId" clId="{737403A7-CBCD-479B-BA12-77557D72448E}" dt="2025-02-23T19:45:57.006" v="131" actId="403"/>
          <ac:spMkLst>
            <pc:docMk/>
            <pc:sldMk cId="465305782" sldId="323"/>
            <ac:spMk id="4" creationId="{B56BFBEA-DA88-4D77-20BA-F3A5D2144C52}"/>
          </ac:spMkLst>
        </pc:spChg>
      </pc:sldChg>
      <pc:sldChg chg="addSp delSp modSp add modAnim modNotesTx">
        <pc:chgData name="Simone Beets" userId="5adb261a4dd6137b" providerId="LiveId" clId="{737403A7-CBCD-479B-BA12-77557D72448E}" dt="2025-02-24T08:11:05.903" v="5129" actId="478"/>
        <pc:sldMkLst>
          <pc:docMk/>
          <pc:sldMk cId="2369434495" sldId="324"/>
        </pc:sldMkLst>
      </pc:sldChg>
      <pc:sldChg chg="addSp delSp modSp add mod addAnim delAnim modAnim modNotesTx">
        <pc:chgData name="Simone Beets" userId="5adb261a4dd6137b" providerId="LiveId" clId="{737403A7-CBCD-479B-BA12-77557D72448E}" dt="2025-02-25T08:23:09.708" v="5143" actId="6549"/>
        <pc:sldMkLst>
          <pc:docMk/>
          <pc:sldMk cId="1526733309" sldId="325"/>
        </pc:sldMkLst>
      </pc:sldChg>
      <pc:sldChg chg="addSp delSp modSp add mod delAnim modNotesTx">
        <pc:chgData name="Simone Beets" userId="5adb261a4dd6137b" providerId="LiveId" clId="{737403A7-CBCD-479B-BA12-77557D72448E}" dt="2025-02-24T08:11:10.880" v="5132" actId="478"/>
        <pc:sldMkLst>
          <pc:docMk/>
          <pc:sldMk cId="4035415485" sldId="326"/>
        </pc:sldMkLst>
      </pc:sldChg>
      <pc:sldChg chg="delSp modSp add mod ord delAnim modNotesTx">
        <pc:chgData name="Simone Beets" userId="5adb261a4dd6137b" providerId="LiveId" clId="{737403A7-CBCD-479B-BA12-77557D72448E}" dt="2025-02-24T08:11:12.271" v="5133" actId="478"/>
        <pc:sldMkLst>
          <pc:docMk/>
          <pc:sldMk cId="349174243" sldId="327"/>
        </pc:sldMkLst>
      </pc:sldChg>
      <pc:sldChg chg="delSp modSp add mod modNotesTx">
        <pc:chgData name="Simone Beets" userId="5adb261a4dd6137b" providerId="LiveId" clId="{737403A7-CBCD-479B-BA12-77557D72448E}" dt="2025-02-24T08:11:14.575" v="5134" actId="478"/>
        <pc:sldMkLst>
          <pc:docMk/>
          <pc:sldMk cId="1334398919" sldId="328"/>
        </pc:sldMkLst>
      </pc:sldChg>
      <pc:sldChg chg="delSp modSp add mod modNotesTx">
        <pc:chgData name="Simone Beets" userId="5adb261a4dd6137b" providerId="LiveId" clId="{737403A7-CBCD-479B-BA12-77557D72448E}" dt="2025-02-24T08:11:16.622" v="5135" actId="478"/>
        <pc:sldMkLst>
          <pc:docMk/>
          <pc:sldMk cId="3603584948" sldId="329"/>
        </pc:sldMkLst>
      </pc:sldChg>
      <pc:sldChg chg="delSp modSp add mod modNotesTx">
        <pc:chgData name="Simone Beets" userId="5adb261a4dd6137b" providerId="LiveId" clId="{737403A7-CBCD-479B-BA12-77557D72448E}" dt="2025-02-24T08:11:17.983" v="5136" actId="478"/>
        <pc:sldMkLst>
          <pc:docMk/>
          <pc:sldMk cId="853854565" sldId="330"/>
        </pc:sldMkLst>
      </pc:sldChg>
      <pc:sldChg chg="delSp modSp add mod modNotesTx">
        <pc:chgData name="Simone Beets" userId="5adb261a4dd6137b" providerId="LiveId" clId="{737403A7-CBCD-479B-BA12-77557D72448E}" dt="2025-02-24T08:11:19.263" v="5137" actId="478"/>
        <pc:sldMkLst>
          <pc:docMk/>
          <pc:sldMk cId="3484037023" sldId="331"/>
        </pc:sldMkLst>
      </pc:sldChg>
      <pc:sldChg chg="delSp modSp add mod modNotesTx">
        <pc:chgData name="Simone Beets" userId="5adb261a4dd6137b" providerId="LiveId" clId="{737403A7-CBCD-479B-BA12-77557D72448E}" dt="2025-02-24T08:11:20.688" v="5138" actId="478"/>
        <pc:sldMkLst>
          <pc:docMk/>
          <pc:sldMk cId="3083429794" sldId="332"/>
        </pc:sldMkLst>
      </pc:sldChg>
      <pc:sldChg chg="addSp delSp modSp add mod addAnim delAnim modAnim modNotesTx">
        <pc:chgData name="Simone Beets" userId="5adb261a4dd6137b" providerId="LiveId" clId="{737403A7-CBCD-479B-BA12-77557D72448E}" dt="2025-02-24T08:11:23.534" v="5139" actId="478"/>
        <pc:sldMkLst>
          <pc:docMk/>
          <pc:sldMk cId="911306211" sldId="333"/>
        </pc:sldMkLst>
      </pc:sldChg>
      <pc:sldChg chg="add del">
        <pc:chgData name="Simone Beets" userId="5adb261a4dd6137b" providerId="LiveId" clId="{737403A7-CBCD-479B-BA12-77557D72448E}" dt="2025-02-23T20:46:21.811" v="3387" actId="47"/>
        <pc:sldMkLst>
          <pc:docMk/>
          <pc:sldMk cId="1424463807" sldId="334"/>
        </pc:sldMkLst>
      </pc:sldChg>
      <pc:sldChg chg="modSp add mod modTransition modNotesTx">
        <pc:chgData name="Simone Beets" userId="5adb261a4dd6137b" providerId="LiveId" clId="{737403A7-CBCD-479B-BA12-77557D72448E}" dt="2025-02-23T22:06:27.819" v="5024" actId="20577"/>
        <pc:sldMkLst>
          <pc:docMk/>
          <pc:sldMk cId="1550497282" sldId="335"/>
        </pc:sldMkLst>
      </pc:sldChg>
      <pc:sldChg chg="modSp add mod modTransition modNotesTx">
        <pc:chgData name="Simone Beets" userId="5adb261a4dd6137b" providerId="LiveId" clId="{737403A7-CBCD-479B-BA12-77557D72448E}" dt="2025-02-23T22:06:29.629" v="5025" actId="20577"/>
        <pc:sldMkLst>
          <pc:docMk/>
          <pc:sldMk cId="2128091170" sldId="336"/>
        </pc:sldMkLst>
      </pc:sldChg>
      <pc:sldChg chg="modSp add mod modTransition modNotesTx">
        <pc:chgData name="Simone Beets" userId="5adb261a4dd6137b" providerId="LiveId" clId="{737403A7-CBCD-479B-BA12-77557D72448E}" dt="2025-02-23T22:06:31.306" v="5026" actId="20577"/>
        <pc:sldMkLst>
          <pc:docMk/>
          <pc:sldMk cId="3352296232" sldId="337"/>
        </pc:sldMkLst>
      </pc:sldChg>
      <pc:sldChg chg="modSp add mod modTransition modNotesTx">
        <pc:chgData name="Simone Beets" userId="5adb261a4dd6137b" providerId="LiveId" clId="{737403A7-CBCD-479B-BA12-77557D72448E}" dt="2025-02-23T21:43:07.283" v="4926" actId="20577"/>
        <pc:sldMkLst>
          <pc:docMk/>
          <pc:sldMk cId="2679042903" sldId="338"/>
        </pc:sldMkLst>
      </pc:sldChg>
    </pc:docChg>
  </pc:docChgLst>
  <pc:docChgLst>
    <pc:chgData name="Simone Beets" userId="5adb261a4dd6137b" providerId="LiveId" clId="{1F3AC849-F215-41EC-84EC-A04449DBE6BC}"/>
    <pc:docChg chg="undo redo custSel addSld delSld modSld sldOrd">
      <pc:chgData name="Simone Beets" userId="5adb261a4dd6137b" providerId="LiveId" clId="{1F3AC849-F215-41EC-84EC-A04449DBE6BC}" dt="2025-03-17T18:28:03.640" v="5646" actId="5793"/>
      <pc:docMkLst>
        <pc:docMk/>
      </pc:docMkLst>
      <pc:sldChg chg="del">
        <pc:chgData name="Simone Beets" userId="5adb261a4dd6137b" providerId="LiveId" clId="{1F3AC849-F215-41EC-84EC-A04449DBE6BC}" dt="2025-03-16T06:48:20.676" v="107" actId="2696"/>
        <pc:sldMkLst>
          <pc:docMk/>
          <pc:sldMk cId="0" sldId="257"/>
        </pc:sldMkLst>
      </pc:sldChg>
      <pc:sldChg chg="modSp mod">
        <pc:chgData name="Simone Beets" userId="5adb261a4dd6137b" providerId="LiveId" clId="{1F3AC849-F215-41EC-84EC-A04449DBE6BC}" dt="2025-03-16T10:29:55.197" v="3962" actId="20577"/>
        <pc:sldMkLst>
          <pc:docMk/>
          <pc:sldMk cId="0" sldId="271"/>
        </pc:sldMkLst>
        <pc:spChg chg="mod">
          <ac:chgData name="Simone Beets" userId="5adb261a4dd6137b" providerId="LiveId" clId="{1F3AC849-F215-41EC-84EC-A04449DBE6BC}" dt="2025-03-16T10:29:55.197" v="3962" actId="20577"/>
          <ac:spMkLst>
            <pc:docMk/>
            <pc:sldMk cId="0" sldId="271"/>
            <ac:spMk id="17411" creationId="{25B10FB9-A15F-F8CA-E0F3-B4914ABDDFA6}"/>
          </ac:spMkLst>
        </pc:spChg>
      </pc:sldChg>
      <pc:sldChg chg="modSp mod ord modNotesTx">
        <pc:chgData name="Simone Beets" userId="5adb261a4dd6137b" providerId="LiveId" clId="{1F3AC849-F215-41EC-84EC-A04449DBE6BC}" dt="2025-03-17T18:27:55.911" v="5644" actId="20577"/>
        <pc:sldMkLst>
          <pc:docMk/>
          <pc:sldMk cId="0" sldId="321"/>
        </pc:sldMkLst>
        <pc:spChg chg="mod">
          <ac:chgData name="Simone Beets" userId="5adb261a4dd6137b" providerId="LiveId" clId="{1F3AC849-F215-41EC-84EC-A04449DBE6BC}" dt="2025-03-16T10:20:20.061" v="3945" actId="20577"/>
          <ac:spMkLst>
            <pc:docMk/>
            <pc:sldMk cId="0" sldId="321"/>
            <ac:spMk id="81922" creationId="{65BFE1D5-329E-BB29-CE8A-ED38134D0C16}"/>
          </ac:spMkLst>
        </pc:spChg>
        <pc:spChg chg="mod">
          <ac:chgData name="Simone Beets" userId="5adb261a4dd6137b" providerId="LiveId" clId="{1F3AC849-F215-41EC-84EC-A04449DBE6BC}" dt="2025-03-16T10:20:34.716" v="3948" actId="14100"/>
          <ac:spMkLst>
            <pc:docMk/>
            <pc:sldMk cId="0" sldId="321"/>
            <ac:spMk id="81923" creationId="{5C6BFA09-EEC3-E74B-06BD-B7D47D876082}"/>
          </ac:spMkLst>
        </pc:spChg>
      </pc:sldChg>
      <pc:sldChg chg="modNotesTx">
        <pc:chgData name="Simone Beets" userId="5adb261a4dd6137b" providerId="LiveId" clId="{1F3AC849-F215-41EC-84EC-A04449DBE6BC}" dt="2025-03-17T06:36:57.181" v="5505" actId="20577"/>
        <pc:sldMkLst>
          <pc:docMk/>
          <pc:sldMk cId="465305782" sldId="323"/>
        </pc:sldMkLst>
      </pc:sldChg>
      <pc:sldChg chg="modSp add mod">
        <pc:chgData name="Simone Beets" userId="5adb261a4dd6137b" providerId="LiveId" clId="{1F3AC849-F215-41EC-84EC-A04449DBE6BC}" dt="2025-03-16T08:13:58.126" v="1975" actId="1076"/>
        <pc:sldMkLst>
          <pc:docMk/>
          <pc:sldMk cId="2369434495" sldId="324"/>
        </pc:sldMkLst>
        <pc:spChg chg="mod">
          <ac:chgData name="Simone Beets" userId="5adb261a4dd6137b" providerId="LiveId" clId="{1F3AC849-F215-41EC-84EC-A04449DBE6BC}" dt="2025-03-16T08:13:45.458" v="1971" actId="20577"/>
          <ac:spMkLst>
            <pc:docMk/>
            <pc:sldMk cId="2369434495" sldId="324"/>
            <ac:spMk id="6" creationId="{200FA8EF-C633-F0FD-631D-B11324CCD114}"/>
          </ac:spMkLst>
        </pc:spChg>
        <pc:spChg chg="mod">
          <ac:chgData name="Simone Beets" userId="5adb261a4dd6137b" providerId="LiveId" clId="{1F3AC849-F215-41EC-84EC-A04449DBE6BC}" dt="2025-03-16T08:13:58.126" v="1975" actId="1076"/>
          <ac:spMkLst>
            <pc:docMk/>
            <pc:sldMk cId="2369434495" sldId="324"/>
            <ac:spMk id="7" creationId="{B1F3B3D3-D867-325E-332F-393F34B1E8D0}"/>
          </ac:spMkLst>
        </pc:spChg>
      </pc:sldChg>
      <pc:sldChg chg="modSp mod ord modAnim modNotesTx">
        <pc:chgData name="Simone Beets" userId="5adb261a4dd6137b" providerId="LiveId" clId="{1F3AC849-F215-41EC-84EC-A04449DBE6BC}" dt="2025-03-16T08:05:44.324" v="1663" actId="12"/>
        <pc:sldMkLst>
          <pc:docMk/>
          <pc:sldMk cId="1762635146" sldId="339"/>
        </pc:sldMkLst>
        <pc:spChg chg="mod">
          <ac:chgData name="Simone Beets" userId="5adb261a4dd6137b" providerId="LiveId" clId="{1F3AC849-F215-41EC-84EC-A04449DBE6BC}" dt="2025-03-16T08:05:25.699" v="1659" actId="20577"/>
          <ac:spMkLst>
            <pc:docMk/>
            <pc:sldMk cId="1762635146" sldId="339"/>
            <ac:spMk id="2" creationId="{BCA5A014-4B8B-0A33-ABB5-D4F80EB980CC}"/>
          </ac:spMkLst>
        </pc:spChg>
        <pc:spChg chg="mod">
          <ac:chgData name="Simone Beets" userId="5adb261a4dd6137b" providerId="LiveId" clId="{1F3AC849-F215-41EC-84EC-A04449DBE6BC}" dt="2025-03-16T06:48:59.419" v="130" actId="20577"/>
          <ac:spMkLst>
            <pc:docMk/>
            <pc:sldMk cId="1762635146" sldId="339"/>
            <ac:spMk id="3" creationId="{2D7CFFAC-EAEC-A4A5-23FB-B3200E4B3C34}"/>
          </ac:spMkLst>
        </pc:spChg>
      </pc:sldChg>
      <pc:sldChg chg="addSp delSp modSp mod modAnim">
        <pc:chgData name="Simone Beets" userId="5adb261a4dd6137b" providerId="LiveId" clId="{1F3AC849-F215-41EC-84EC-A04449DBE6BC}" dt="2025-03-16T08:14:38.139" v="1984" actId="21"/>
        <pc:sldMkLst>
          <pc:docMk/>
          <pc:sldMk cId="2049952096" sldId="340"/>
        </pc:sldMkLst>
        <pc:spChg chg="mod">
          <ac:chgData name="Simone Beets" userId="5adb261a4dd6137b" providerId="LiveId" clId="{1F3AC849-F215-41EC-84EC-A04449DBE6BC}" dt="2025-03-16T04:47:18.309" v="96"/>
          <ac:spMkLst>
            <pc:docMk/>
            <pc:sldMk cId="2049952096" sldId="340"/>
            <ac:spMk id="2" creationId="{7CEE84FB-DB33-819E-E5F9-D759CA4343DE}"/>
          </ac:spMkLst>
        </pc:spChg>
        <pc:spChg chg="add del mod">
          <ac:chgData name="Simone Beets" userId="5adb261a4dd6137b" providerId="LiveId" clId="{1F3AC849-F215-41EC-84EC-A04449DBE6BC}" dt="2025-03-16T08:14:38.139" v="1984" actId="21"/>
          <ac:spMkLst>
            <pc:docMk/>
            <pc:sldMk cId="2049952096" sldId="340"/>
            <ac:spMk id="3" creationId="{5FC41105-4403-E8F4-410C-2D4F041B0E3A}"/>
          </ac:spMkLst>
        </pc:spChg>
        <pc:spChg chg="add mod">
          <ac:chgData name="Simone Beets" userId="5adb261a4dd6137b" providerId="LiveId" clId="{1F3AC849-F215-41EC-84EC-A04449DBE6BC}" dt="2025-03-16T04:47:43.865" v="105" actId="1076"/>
          <ac:spMkLst>
            <pc:docMk/>
            <pc:sldMk cId="2049952096" sldId="340"/>
            <ac:spMk id="5" creationId="{87E82D52-B60D-CDE1-A3C5-29CC23925AB5}"/>
          </ac:spMkLst>
        </pc:spChg>
        <pc:spChg chg="mod">
          <ac:chgData name="Simone Beets" userId="5adb261a4dd6137b" providerId="LiveId" clId="{1F3AC849-F215-41EC-84EC-A04449DBE6BC}" dt="2025-03-16T04:46:30.447" v="39" actId="1076"/>
          <ac:spMkLst>
            <pc:docMk/>
            <pc:sldMk cId="2049952096" sldId="340"/>
            <ac:spMk id="6" creationId="{94729AF2-8103-6153-03E4-036FBFCE6ABA}"/>
          </ac:spMkLst>
        </pc:spChg>
        <pc:spChg chg="add mod">
          <ac:chgData name="Simone Beets" userId="5adb261a4dd6137b" providerId="LiveId" clId="{1F3AC849-F215-41EC-84EC-A04449DBE6BC}" dt="2025-03-16T08:14:36.973" v="1983" actId="21"/>
          <ac:spMkLst>
            <pc:docMk/>
            <pc:sldMk cId="2049952096" sldId="340"/>
            <ac:spMk id="7" creationId="{8654BB99-4F10-152D-CE5F-045565F797FB}"/>
          </ac:spMkLst>
        </pc:spChg>
      </pc:sldChg>
      <pc:sldChg chg="del">
        <pc:chgData name="Simone Beets" userId="5adb261a4dd6137b" providerId="LiveId" clId="{1F3AC849-F215-41EC-84EC-A04449DBE6BC}" dt="2025-03-16T09:53:46.195" v="3924" actId="47"/>
        <pc:sldMkLst>
          <pc:docMk/>
          <pc:sldMk cId="4249415124" sldId="346"/>
        </pc:sldMkLst>
      </pc:sldChg>
      <pc:sldChg chg="del">
        <pc:chgData name="Simone Beets" userId="5adb261a4dd6137b" providerId="LiveId" clId="{1F3AC849-F215-41EC-84EC-A04449DBE6BC}" dt="2025-03-16T09:53:46.931" v="3925" actId="47"/>
        <pc:sldMkLst>
          <pc:docMk/>
          <pc:sldMk cId="4247069512" sldId="348"/>
        </pc:sldMkLst>
      </pc:sldChg>
      <pc:sldChg chg="addSp delSp modSp add mod ord delAnim modAnim modNotesTx">
        <pc:chgData name="Simone Beets" userId="5adb261a4dd6137b" providerId="LiveId" clId="{1F3AC849-F215-41EC-84EC-A04449DBE6BC}" dt="2025-03-17T04:48:18.964" v="5109" actId="20577"/>
        <pc:sldMkLst>
          <pc:docMk/>
          <pc:sldMk cId="583071382" sldId="352"/>
        </pc:sldMkLst>
        <pc:spChg chg="add mod">
          <ac:chgData name="Simone Beets" userId="5adb261a4dd6137b" providerId="LiveId" clId="{1F3AC849-F215-41EC-84EC-A04449DBE6BC}" dt="2025-03-17T04:48:18.964" v="5109" actId="20577"/>
          <ac:spMkLst>
            <pc:docMk/>
            <pc:sldMk cId="583071382" sldId="352"/>
            <ac:spMk id="2" creationId="{A1734D42-8736-FFFA-A92F-328CB6CBC039}"/>
          </ac:spMkLst>
        </pc:spChg>
        <pc:spChg chg="del">
          <ac:chgData name="Simone Beets" userId="5adb261a4dd6137b" providerId="LiveId" clId="{1F3AC849-F215-41EC-84EC-A04449DBE6BC}" dt="2025-03-16T08:14:46.523" v="1987" actId="478"/>
          <ac:spMkLst>
            <pc:docMk/>
            <pc:sldMk cId="583071382" sldId="352"/>
            <ac:spMk id="3" creationId="{290BE785-9D9E-8F5F-D364-1B2AAA7151CB}"/>
          </ac:spMkLst>
        </pc:spChg>
        <pc:spChg chg="mod">
          <ac:chgData name="Simone Beets" userId="5adb261a4dd6137b" providerId="LiveId" clId="{1F3AC849-F215-41EC-84EC-A04449DBE6BC}" dt="2025-03-16T08:17:38.155" v="2011" actId="14100"/>
          <ac:spMkLst>
            <pc:docMk/>
            <pc:sldMk cId="583071382" sldId="352"/>
            <ac:spMk id="5" creationId="{E363005B-B0A0-BF23-F317-B4EFEDD39833}"/>
          </ac:spMkLst>
        </pc:spChg>
        <pc:spChg chg="mod">
          <ac:chgData name="Simone Beets" userId="5adb261a4dd6137b" providerId="LiveId" clId="{1F3AC849-F215-41EC-84EC-A04449DBE6BC}" dt="2025-03-16T08:17:40.457" v="2012" actId="1076"/>
          <ac:spMkLst>
            <pc:docMk/>
            <pc:sldMk cId="583071382" sldId="352"/>
            <ac:spMk id="7" creationId="{EDB99783-8A56-F1B1-A484-CE61E3E3BB98}"/>
          </ac:spMkLst>
        </pc:spChg>
        <pc:spChg chg="del">
          <ac:chgData name="Simone Beets" userId="5adb261a4dd6137b" providerId="LiveId" clId="{1F3AC849-F215-41EC-84EC-A04449DBE6BC}" dt="2025-03-16T08:14:47.890" v="1988" actId="478"/>
          <ac:spMkLst>
            <pc:docMk/>
            <pc:sldMk cId="583071382" sldId="352"/>
            <ac:spMk id="8" creationId="{B7F0586A-A027-C43D-8675-64A424A6B259}"/>
          </ac:spMkLst>
        </pc:spChg>
        <pc:spChg chg="del">
          <ac:chgData name="Simone Beets" userId="5adb261a4dd6137b" providerId="LiveId" clId="{1F3AC849-F215-41EC-84EC-A04449DBE6BC}" dt="2025-03-16T08:14:49.714" v="1989" actId="478"/>
          <ac:spMkLst>
            <pc:docMk/>
            <pc:sldMk cId="583071382" sldId="352"/>
            <ac:spMk id="10" creationId="{EDB7DD6F-7E3F-0FC3-555F-20ABE4A77044}"/>
          </ac:spMkLst>
        </pc:spChg>
        <pc:spChg chg="del">
          <ac:chgData name="Simone Beets" userId="5adb261a4dd6137b" providerId="LiveId" clId="{1F3AC849-F215-41EC-84EC-A04449DBE6BC}" dt="2025-03-16T08:14:51.258" v="1990" actId="478"/>
          <ac:spMkLst>
            <pc:docMk/>
            <pc:sldMk cId="583071382" sldId="352"/>
            <ac:spMk id="11" creationId="{F9C0B39D-BCC5-5C8E-D96E-34E3E41905C6}"/>
          </ac:spMkLst>
        </pc:spChg>
        <pc:spChg chg="del">
          <ac:chgData name="Simone Beets" userId="5adb261a4dd6137b" providerId="LiveId" clId="{1F3AC849-F215-41EC-84EC-A04449DBE6BC}" dt="2025-03-16T08:14:52.602" v="1991" actId="478"/>
          <ac:spMkLst>
            <pc:docMk/>
            <pc:sldMk cId="583071382" sldId="352"/>
            <ac:spMk id="13" creationId="{86F4E5C4-190D-ABFE-9C92-81BFD61C1B13}"/>
          </ac:spMkLst>
        </pc:spChg>
        <pc:spChg chg="del">
          <ac:chgData name="Simone Beets" userId="5adb261a4dd6137b" providerId="LiveId" clId="{1F3AC849-F215-41EC-84EC-A04449DBE6BC}" dt="2025-03-16T08:14:54.874" v="1993" actId="478"/>
          <ac:spMkLst>
            <pc:docMk/>
            <pc:sldMk cId="583071382" sldId="352"/>
            <ac:spMk id="16" creationId="{022C854E-0E70-2F83-C9CF-5875BA43A456}"/>
          </ac:spMkLst>
        </pc:spChg>
        <pc:picChg chg="del">
          <ac:chgData name="Simone Beets" userId="5adb261a4dd6137b" providerId="LiveId" clId="{1F3AC849-F215-41EC-84EC-A04449DBE6BC}" dt="2025-03-16T08:14:45.057" v="1986" actId="478"/>
          <ac:picMkLst>
            <pc:docMk/>
            <pc:sldMk cId="583071382" sldId="352"/>
            <ac:picMk id="9" creationId="{FE59FB7A-BB6C-EACA-01DA-C6774A695C6C}"/>
          </ac:picMkLst>
        </pc:picChg>
        <pc:picChg chg="del">
          <ac:chgData name="Simone Beets" userId="5adb261a4dd6137b" providerId="LiveId" clId="{1F3AC849-F215-41EC-84EC-A04449DBE6BC}" dt="2025-03-16T08:14:43.098" v="1985" actId="478"/>
          <ac:picMkLst>
            <pc:docMk/>
            <pc:sldMk cId="583071382" sldId="352"/>
            <ac:picMk id="12" creationId="{C7E22A05-CFF4-686D-86DC-A0C7F50E3E4E}"/>
          </ac:picMkLst>
        </pc:picChg>
        <pc:picChg chg="del">
          <ac:chgData name="Simone Beets" userId="5adb261a4dd6137b" providerId="LiveId" clId="{1F3AC849-F215-41EC-84EC-A04449DBE6BC}" dt="2025-03-16T08:14:53.498" v="1992" actId="478"/>
          <ac:picMkLst>
            <pc:docMk/>
            <pc:sldMk cId="583071382" sldId="352"/>
            <ac:picMk id="15" creationId="{D6FE6CE0-A828-F23D-C0C3-0C5516B3064E}"/>
          </ac:picMkLst>
        </pc:picChg>
      </pc:sldChg>
      <pc:sldChg chg="delSp modSp mod modAnim modNotesTx">
        <pc:chgData name="Simone Beets" userId="5adb261a4dd6137b" providerId="LiveId" clId="{1F3AC849-F215-41EC-84EC-A04449DBE6BC}" dt="2025-03-17T18:26:01.563" v="5566" actId="20577"/>
        <pc:sldMkLst>
          <pc:docMk/>
          <pc:sldMk cId="3867261677" sldId="364"/>
        </pc:sldMkLst>
        <pc:spChg chg="mod">
          <ac:chgData name="Simone Beets" userId="5adb261a4dd6137b" providerId="LiveId" clId="{1F3AC849-F215-41EC-84EC-A04449DBE6BC}" dt="2025-03-17T06:33:09.712" v="5397" actId="20577"/>
          <ac:spMkLst>
            <pc:docMk/>
            <pc:sldMk cId="3867261677" sldId="364"/>
            <ac:spMk id="20482" creationId="{A119BDA9-0931-E9A8-16D4-2BCF959DDB9B}"/>
          </ac:spMkLst>
        </pc:spChg>
        <pc:spChg chg="mod">
          <ac:chgData name="Simone Beets" userId="5adb261a4dd6137b" providerId="LiveId" clId="{1F3AC849-F215-41EC-84EC-A04449DBE6BC}" dt="2025-03-17T06:38:31.478" v="5562" actId="20577"/>
          <ac:spMkLst>
            <pc:docMk/>
            <pc:sldMk cId="3867261677" sldId="364"/>
            <ac:spMk id="20483" creationId="{3A1DE82A-4B0E-F7FB-8231-5BDDE37723BB}"/>
          </ac:spMkLst>
        </pc:spChg>
        <pc:picChg chg="del mod">
          <ac:chgData name="Simone Beets" userId="5adb261a4dd6137b" providerId="LiveId" clId="{1F3AC849-F215-41EC-84EC-A04449DBE6BC}" dt="2025-03-17T06:33:11.493" v="5398" actId="478"/>
          <ac:picMkLst>
            <pc:docMk/>
            <pc:sldMk cId="3867261677" sldId="364"/>
            <ac:picMk id="3" creationId="{10D4C0E3-1FA9-6CDC-2F49-7F47016E5B64}"/>
          </ac:picMkLst>
        </pc:picChg>
      </pc:sldChg>
      <pc:sldChg chg="del">
        <pc:chgData name="Simone Beets" userId="5adb261a4dd6137b" providerId="LiveId" clId="{1F3AC849-F215-41EC-84EC-A04449DBE6BC}" dt="2025-03-16T04:46:13.043" v="28" actId="2696"/>
        <pc:sldMkLst>
          <pc:docMk/>
          <pc:sldMk cId="745339609" sldId="365"/>
        </pc:sldMkLst>
      </pc:sldChg>
      <pc:sldChg chg="del">
        <pc:chgData name="Simone Beets" userId="5adb261a4dd6137b" providerId="LiveId" clId="{1F3AC849-F215-41EC-84EC-A04449DBE6BC}" dt="2025-03-16T09:53:33.205" v="3911" actId="2696"/>
        <pc:sldMkLst>
          <pc:docMk/>
          <pc:sldMk cId="193908100" sldId="366"/>
        </pc:sldMkLst>
      </pc:sldChg>
      <pc:sldChg chg="del">
        <pc:chgData name="Simone Beets" userId="5adb261a4dd6137b" providerId="LiveId" clId="{1F3AC849-F215-41EC-84EC-A04449DBE6BC}" dt="2025-03-16T06:48:16.533" v="106" actId="2696"/>
        <pc:sldMkLst>
          <pc:docMk/>
          <pc:sldMk cId="1943306920" sldId="367"/>
        </pc:sldMkLst>
      </pc:sldChg>
      <pc:sldChg chg="addSp delSp modSp mod ord delAnim modAnim modNotesTx">
        <pc:chgData name="Simone Beets" userId="5adb261a4dd6137b" providerId="LiveId" clId="{1F3AC849-F215-41EC-84EC-A04449DBE6BC}" dt="2025-03-16T10:30:25.255" v="3964" actId="20577"/>
        <pc:sldMkLst>
          <pc:docMk/>
          <pc:sldMk cId="1679562004" sldId="368"/>
        </pc:sldMkLst>
        <pc:spChg chg="add del mod">
          <ac:chgData name="Simone Beets" userId="5adb261a4dd6137b" providerId="LiveId" clId="{1F3AC849-F215-41EC-84EC-A04449DBE6BC}" dt="2025-03-16T08:30:08.272" v="2041" actId="478"/>
          <ac:spMkLst>
            <pc:docMk/>
            <pc:sldMk cId="1679562004" sldId="368"/>
            <ac:spMk id="4" creationId="{E4D2F87A-A71F-C4BD-CCA7-B42B4B7E5FA6}"/>
          </ac:spMkLst>
        </pc:spChg>
        <pc:spChg chg="add mod">
          <ac:chgData name="Simone Beets" userId="5adb261a4dd6137b" providerId="LiveId" clId="{1F3AC849-F215-41EC-84EC-A04449DBE6BC}" dt="2025-03-16T08:36:17.042" v="2147" actId="1076"/>
          <ac:spMkLst>
            <pc:docMk/>
            <pc:sldMk cId="1679562004" sldId="368"/>
            <ac:spMk id="5" creationId="{F30521FA-3BA7-D96B-364B-0718BA06DDDC}"/>
          </ac:spMkLst>
        </pc:spChg>
        <pc:spChg chg="add mod">
          <ac:chgData name="Simone Beets" userId="5adb261a4dd6137b" providerId="LiveId" clId="{1F3AC849-F215-41EC-84EC-A04449DBE6BC}" dt="2025-03-16T08:36:17.042" v="2147" actId="1076"/>
          <ac:spMkLst>
            <pc:docMk/>
            <pc:sldMk cId="1679562004" sldId="368"/>
            <ac:spMk id="8" creationId="{15FE6AD8-D009-9554-A818-B52B52C6FE3E}"/>
          </ac:spMkLst>
        </pc:spChg>
        <pc:spChg chg="add mod">
          <ac:chgData name="Simone Beets" userId="5adb261a4dd6137b" providerId="LiveId" clId="{1F3AC849-F215-41EC-84EC-A04449DBE6BC}" dt="2025-03-16T08:36:17.042" v="2147" actId="1076"/>
          <ac:spMkLst>
            <pc:docMk/>
            <pc:sldMk cId="1679562004" sldId="368"/>
            <ac:spMk id="9" creationId="{67E126FB-E15C-C361-3F1F-9F6F4EBA50E1}"/>
          </ac:spMkLst>
        </pc:spChg>
        <pc:spChg chg="add mod">
          <ac:chgData name="Simone Beets" userId="5adb261a4dd6137b" providerId="LiveId" clId="{1F3AC849-F215-41EC-84EC-A04449DBE6BC}" dt="2025-03-16T08:38:46.586" v="2168" actId="1076"/>
          <ac:spMkLst>
            <pc:docMk/>
            <pc:sldMk cId="1679562004" sldId="368"/>
            <ac:spMk id="20" creationId="{6CE85ECB-9549-CB29-5F49-4BE776BEAA0C}"/>
          </ac:spMkLst>
        </pc:spChg>
        <pc:spChg chg="add mod">
          <ac:chgData name="Simone Beets" userId="5adb261a4dd6137b" providerId="LiveId" clId="{1F3AC849-F215-41EC-84EC-A04449DBE6BC}" dt="2025-03-16T08:37:03.866" v="2157" actId="207"/>
          <ac:spMkLst>
            <pc:docMk/>
            <pc:sldMk cId="1679562004" sldId="368"/>
            <ac:spMk id="21" creationId="{3089418C-F6FB-7557-6B86-CE8D2081ADA9}"/>
          </ac:spMkLst>
        </pc:spChg>
        <pc:spChg chg="add mod">
          <ac:chgData name="Simone Beets" userId="5adb261a4dd6137b" providerId="LiveId" clId="{1F3AC849-F215-41EC-84EC-A04449DBE6BC}" dt="2025-03-16T08:38:20.701" v="2165" actId="208"/>
          <ac:spMkLst>
            <pc:docMk/>
            <pc:sldMk cId="1679562004" sldId="368"/>
            <ac:spMk id="22" creationId="{D1262FBF-D70F-6730-5FBB-ABEB4186B51D}"/>
          </ac:spMkLst>
        </pc:spChg>
        <pc:spChg chg="add mod">
          <ac:chgData name="Simone Beets" userId="5adb261a4dd6137b" providerId="LiveId" clId="{1F3AC849-F215-41EC-84EC-A04449DBE6BC}" dt="2025-03-16T08:39:44.331" v="2206" actId="1076"/>
          <ac:spMkLst>
            <pc:docMk/>
            <pc:sldMk cId="1679562004" sldId="368"/>
            <ac:spMk id="23" creationId="{0DF56387-3315-EA8E-37E3-A5B37C431F35}"/>
          </ac:spMkLst>
        </pc:spChg>
        <pc:spChg chg="mod">
          <ac:chgData name="Simone Beets" userId="5adb261a4dd6137b" providerId="LiveId" clId="{1F3AC849-F215-41EC-84EC-A04449DBE6BC}" dt="2025-03-16T08:30:01.608" v="2039" actId="20577"/>
          <ac:spMkLst>
            <pc:docMk/>
            <pc:sldMk cId="1679562004" sldId="368"/>
            <ac:spMk id="20482" creationId="{E6DFF350-7440-0636-6DCC-328E1737F5F7}"/>
          </ac:spMkLst>
        </pc:spChg>
        <pc:graphicFrameChg chg="del">
          <ac:chgData name="Simone Beets" userId="5adb261a4dd6137b" providerId="LiveId" clId="{1F3AC849-F215-41EC-84EC-A04449DBE6BC}" dt="2025-03-16T08:30:06.019" v="2040" actId="478"/>
          <ac:graphicFrameMkLst>
            <pc:docMk/>
            <pc:sldMk cId="1679562004" sldId="368"/>
            <ac:graphicFrameMk id="3" creationId="{B3208646-606D-C958-9D0B-EBD8338044C8}"/>
          </ac:graphicFrameMkLst>
        </pc:graphicFrameChg>
        <pc:picChg chg="add mod">
          <ac:chgData name="Simone Beets" userId="5adb261a4dd6137b" providerId="LiveId" clId="{1F3AC849-F215-41EC-84EC-A04449DBE6BC}" dt="2025-03-16T08:36:17.042" v="2147" actId="1076"/>
          <ac:picMkLst>
            <pc:docMk/>
            <pc:sldMk cId="1679562004" sldId="368"/>
            <ac:picMk id="7" creationId="{CF3D8C14-6896-52F4-7F06-821920ABA961}"/>
          </ac:picMkLst>
        </pc:picChg>
        <pc:cxnChg chg="add mod">
          <ac:chgData name="Simone Beets" userId="5adb261a4dd6137b" providerId="LiveId" clId="{1F3AC849-F215-41EC-84EC-A04449DBE6BC}" dt="2025-03-16T08:36:17.042" v="2147" actId="1076"/>
          <ac:cxnSpMkLst>
            <pc:docMk/>
            <pc:sldMk cId="1679562004" sldId="368"/>
            <ac:cxnSpMk id="11" creationId="{95BFE326-0BA4-807B-258D-012017791F35}"/>
          </ac:cxnSpMkLst>
        </pc:cxnChg>
        <pc:cxnChg chg="add mod">
          <ac:chgData name="Simone Beets" userId="5adb261a4dd6137b" providerId="LiveId" clId="{1F3AC849-F215-41EC-84EC-A04449DBE6BC}" dt="2025-03-16T08:36:17.042" v="2147" actId="1076"/>
          <ac:cxnSpMkLst>
            <pc:docMk/>
            <pc:sldMk cId="1679562004" sldId="368"/>
            <ac:cxnSpMk id="15" creationId="{93E439D2-A36D-1E78-7D54-04A13D44687B}"/>
          </ac:cxnSpMkLst>
        </pc:cxnChg>
      </pc:sldChg>
      <pc:sldChg chg="del">
        <pc:chgData name="Simone Beets" userId="5adb261a4dd6137b" providerId="LiveId" clId="{1F3AC849-F215-41EC-84EC-A04449DBE6BC}" dt="2025-03-16T09:53:35.482" v="3913" actId="47"/>
        <pc:sldMkLst>
          <pc:docMk/>
          <pc:sldMk cId="1853407" sldId="369"/>
        </pc:sldMkLst>
      </pc:sldChg>
      <pc:sldChg chg="del">
        <pc:chgData name="Simone Beets" userId="5adb261a4dd6137b" providerId="LiveId" clId="{1F3AC849-F215-41EC-84EC-A04449DBE6BC}" dt="2025-03-16T09:53:36.320" v="3914" actId="47"/>
        <pc:sldMkLst>
          <pc:docMk/>
          <pc:sldMk cId="681711374" sldId="370"/>
        </pc:sldMkLst>
      </pc:sldChg>
      <pc:sldChg chg="del">
        <pc:chgData name="Simone Beets" userId="5adb261a4dd6137b" providerId="LiveId" clId="{1F3AC849-F215-41EC-84EC-A04449DBE6BC}" dt="2025-03-16T09:53:36.975" v="3915" actId="47"/>
        <pc:sldMkLst>
          <pc:docMk/>
          <pc:sldMk cId="1043982446" sldId="371"/>
        </pc:sldMkLst>
      </pc:sldChg>
      <pc:sldChg chg="modSp del mod ord modAnim">
        <pc:chgData name="Simone Beets" userId="5adb261a4dd6137b" providerId="LiveId" clId="{1F3AC849-F215-41EC-84EC-A04449DBE6BC}" dt="2025-03-16T08:04:14.113" v="1655" actId="2696"/>
        <pc:sldMkLst>
          <pc:docMk/>
          <pc:sldMk cId="734426289" sldId="373"/>
        </pc:sldMkLst>
        <pc:spChg chg="mod">
          <ac:chgData name="Simone Beets" userId="5adb261a4dd6137b" providerId="LiveId" clId="{1F3AC849-F215-41EC-84EC-A04449DBE6BC}" dt="2025-03-16T07:00:50.417" v="530" actId="20577"/>
          <ac:spMkLst>
            <pc:docMk/>
            <pc:sldMk cId="734426289" sldId="373"/>
            <ac:spMk id="20482" creationId="{2BEB102D-31C0-613A-3147-3B1995AE9DFB}"/>
          </ac:spMkLst>
        </pc:spChg>
        <pc:spChg chg="mod">
          <ac:chgData name="Simone Beets" userId="5adb261a4dd6137b" providerId="LiveId" clId="{1F3AC849-F215-41EC-84EC-A04449DBE6BC}" dt="2025-03-16T07:02:02.648" v="543" actId="15"/>
          <ac:spMkLst>
            <pc:docMk/>
            <pc:sldMk cId="734426289" sldId="373"/>
            <ac:spMk id="20483" creationId="{2D685E7F-863E-1EBF-26CE-4C0D1E8CB041}"/>
          </ac:spMkLst>
        </pc:spChg>
      </pc:sldChg>
      <pc:sldChg chg="del">
        <pc:chgData name="Simone Beets" userId="5adb261a4dd6137b" providerId="LiveId" clId="{1F3AC849-F215-41EC-84EC-A04449DBE6BC}" dt="2025-03-16T09:53:38.712" v="3917" actId="47"/>
        <pc:sldMkLst>
          <pc:docMk/>
          <pc:sldMk cId="4232052156" sldId="374"/>
        </pc:sldMkLst>
      </pc:sldChg>
      <pc:sldChg chg="del">
        <pc:chgData name="Simone Beets" userId="5adb261a4dd6137b" providerId="LiveId" clId="{1F3AC849-F215-41EC-84EC-A04449DBE6BC}" dt="2025-03-16T09:53:40.062" v="3918" actId="47"/>
        <pc:sldMkLst>
          <pc:docMk/>
          <pc:sldMk cId="1470916720" sldId="375"/>
        </pc:sldMkLst>
      </pc:sldChg>
      <pc:sldChg chg="del">
        <pc:chgData name="Simone Beets" userId="5adb261a4dd6137b" providerId="LiveId" clId="{1F3AC849-F215-41EC-84EC-A04449DBE6BC}" dt="2025-03-16T09:53:41.266" v="3919" actId="47"/>
        <pc:sldMkLst>
          <pc:docMk/>
          <pc:sldMk cId="558122889" sldId="376"/>
        </pc:sldMkLst>
      </pc:sldChg>
      <pc:sldChg chg="del">
        <pc:chgData name="Simone Beets" userId="5adb261a4dd6137b" providerId="LiveId" clId="{1F3AC849-F215-41EC-84EC-A04449DBE6BC}" dt="2025-03-16T09:53:42.313" v="3920" actId="47"/>
        <pc:sldMkLst>
          <pc:docMk/>
          <pc:sldMk cId="1978091042" sldId="377"/>
        </pc:sldMkLst>
      </pc:sldChg>
      <pc:sldChg chg="del">
        <pc:chgData name="Simone Beets" userId="5adb261a4dd6137b" providerId="LiveId" clId="{1F3AC849-F215-41EC-84EC-A04449DBE6BC}" dt="2025-03-16T09:53:43.150" v="3921" actId="47"/>
        <pc:sldMkLst>
          <pc:docMk/>
          <pc:sldMk cId="3002671383" sldId="378"/>
        </pc:sldMkLst>
      </pc:sldChg>
      <pc:sldChg chg="del">
        <pc:chgData name="Simone Beets" userId="5adb261a4dd6137b" providerId="LiveId" clId="{1F3AC849-F215-41EC-84EC-A04449DBE6BC}" dt="2025-03-16T09:53:44.333" v="3922" actId="47"/>
        <pc:sldMkLst>
          <pc:docMk/>
          <pc:sldMk cId="4237056731" sldId="379"/>
        </pc:sldMkLst>
      </pc:sldChg>
      <pc:sldChg chg="del">
        <pc:chgData name="Simone Beets" userId="5adb261a4dd6137b" providerId="LiveId" clId="{1F3AC849-F215-41EC-84EC-A04449DBE6BC}" dt="2025-03-16T09:53:47.734" v="3926" actId="47"/>
        <pc:sldMkLst>
          <pc:docMk/>
          <pc:sldMk cId="2112352835" sldId="380"/>
        </pc:sldMkLst>
      </pc:sldChg>
      <pc:sldChg chg="del">
        <pc:chgData name="Simone Beets" userId="5adb261a4dd6137b" providerId="LiveId" clId="{1F3AC849-F215-41EC-84EC-A04449DBE6BC}" dt="2025-03-16T09:53:48.990" v="3927" actId="47"/>
        <pc:sldMkLst>
          <pc:docMk/>
          <pc:sldMk cId="3520987890" sldId="381"/>
        </pc:sldMkLst>
      </pc:sldChg>
      <pc:sldChg chg="del">
        <pc:chgData name="Simone Beets" userId="5adb261a4dd6137b" providerId="LiveId" clId="{1F3AC849-F215-41EC-84EC-A04449DBE6BC}" dt="2025-03-16T09:53:49.871" v="3928" actId="47"/>
        <pc:sldMkLst>
          <pc:docMk/>
          <pc:sldMk cId="1482955239" sldId="382"/>
        </pc:sldMkLst>
      </pc:sldChg>
      <pc:sldChg chg="del">
        <pc:chgData name="Simone Beets" userId="5adb261a4dd6137b" providerId="LiveId" clId="{1F3AC849-F215-41EC-84EC-A04449DBE6BC}" dt="2025-03-16T09:53:50.620" v="3929" actId="47"/>
        <pc:sldMkLst>
          <pc:docMk/>
          <pc:sldMk cId="2193058390" sldId="383"/>
        </pc:sldMkLst>
      </pc:sldChg>
      <pc:sldChg chg="del">
        <pc:chgData name="Simone Beets" userId="5adb261a4dd6137b" providerId="LiveId" clId="{1F3AC849-F215-41EC-84EC-A04449DBE6BC}" dt="2025-03-16T09:53:51.623" v="3930" actId="47"/>
        <pc:sldMkLst>
          <pc:docMk/>
          <pc:sldMk cId="2755305679" sldId="384"/>
        </pc:sldMkLst>
      </pc:sldChg>
      <pc:sldChg chg="del">
        <pc:chgData name="Simone Beets" userId="5adb261a4dd6137b" providerId="LiveId" clId="{1F3AC849-F215-41EC-84EC-A04449DBE6BC}" dt="2025-03-16T09:53:52.250" v="3931" actId="47"/>
        <pc:sldMkLst>
          <pc:docMk/>
          <pc:sldMk cId="3435839152" sldId="385"/>
        </pc:sldMkLst>
      </pc:sldChg>
      <pc:sldChg chg="del">
        <pc:chgData name="Simone Beets" userId="5adb261a4dd6137b" providerId="LiveId" clId="{1F3AC849-F215-41EC-84EC-A04449DBE6BC}" dt="2025-03-16T09:53:53.137" v="3932" actId="47"/>
        <pc:sldMkLst>
          <pc:docMk/>
          <pc:sldMk cId="2665890241" sldId="386"/>
        </pc:sldMkLst>
      </pc:sldChg>
      <pc:sldChg chg="del">
        <pc:chgData name="Simone Beets" userId="5adb261a4dd6137b" providerId="LiveId" clId="{1F3AC849-F215-41EC-84EC-A04449DBE6BC}" dt="2025-03-16T09:53:54.033" v="3933" actId="47"/>
        <pc:sldMkLst>
          <pc:docMk/>
          <pc:sldMk cId="2929070598" sldId="387"/>
        </pc:sldMkLst>
      </pc:sldChg>
      <pc:sldChg chg="del">
        <pc:chgData name="Simone Beets" userId="5adb261a4dd6137b" providerId="LiveId" clId="{1F3AC849-F215-41EC-84EC-A04449DBE6BC}" dt="2025-03-16T09:53:54.698" v="3934" actId="47"/>
        <pc:sldMkLst>
          <pc:docMk/>
          <pc:sldMk cId="3566379816" sldId="388"/>
        </pc:sldMkLst>
      </pc:sldChg>
      <pc:sldChg chg="add del">
        <pc:chgData name="Simone Beets" userId="5adb261a4dd6137b" providerId="LiveId" clId="{1F3AC849-F215-41EC-84EC-A04449DBE6BC}" dt="2025-03-16T09:53:45.507" v="3923" actId="47"/>
        <pc:sldMkLst>
          <pc:docMk/>
          <pc:sldMk cId="3090960088" sldId="389"/>
        </pc:sldMkLst>
      </pc:sldChg>
      <pc:sldChg chg="modSp add mod modAnim modNotesTx">
        <pc:chgData name="Simone Beets" userId="5adb261a4dd6137b" providerId="LiveId" clId="{1F3AC849-F215-41EC-84EC-A04449DBE6BC}" dt="2025-03-16T08:11:57.016" v="1958" actId="12"/>
        <pc:sldMkLst>
          <pc:docMk/>
          <pc:sldMk cId="2684210106" sldId="390"/>
        </pc:sldMkLst>
        <pc:spChg chg="mod">
          <ac:chgData name="Simone Beets" userId="5adb261a4dd6137b" providerId="LiveId" clId="{1F3AC849-F215-41EC-84EC-A04449DBE6BC}" dt="2025-03-16T07:00:12.219" v="509" actId="20577"/>
          <ac:spMkLst>
            <pc:docMk/>
            <pc:sldMk cId="2684210106" sldId="390"/>
            <ac:spMk id="2" creationId="{B8D165C5-A773-575C-2FB5-40AA777B551C}"/>
          </ac:spMkLst>
        </pc:spChg>
        <pc:spChg chg="mod">
          <ac:chgData name="Simone Beets" userId="5adb261a4dd6137b" providerId="LiveId" clId="{1F3AC849-F215-41EC-84EC-A04449DBE6BC}" dt="2025-03-16T06:51:15.586" v="435" actId="20577"/>
          <ac:spMkLst>
            <pc:docMk/>
            <pc:sldMk cId="2684210106" sldId="390"/>
            <ac:spMk id="3" creationId="{2C0FEBEB-5BFA-6F52-0C09-08387F16D897}"/>
          </ac:spMkLst>
        </pc:spChg>
      </pc:sldChg>
      <pc:sldChg chg="modSp add mod ord modAnim modNotesTx">
        <pc:chgData name="Simone Beets" userId="5adb261a4dd6137b" providerId="LiveId" clId="{1F3AC849-F215-41EC-84EC-A04449DBE6BC}" dt="2025-03-16T08:46:09.879" v="2584" actId="6549"/>
        <pc:sldMkLst>
          <pc:docMk/>
          <pc:sldMk cId="422397288" sldId="391"/>
        </pc:sldMkLst>
        <pc:spChg chg="mod">
          <ac:chgData name="Simone Beets" userId="5adb261a4dd6137b" providerId="LiveId" clId="{1F3AC849-F215-41EC-84EC-A04449DBE6BC}" dt="2025-03-16T08:45:21.135" v="2567" actId="20577"/>
          <ac:spMkLst>
            <pc:docMk/>
            <pc:sldMk cId="422397288" sldId="391"/>
            <ac:spMk id="20482" creationId="{E2A6C76A-C501-C21E-E98D-1BD2BEB1BC05}"/>
          </ac:spMkLst>
        </pc:spChg>
        <pc:spChg chg="mod">
          <ac:chgData name="Simone Beets" userId="5adb261a4dd6137b" providerId="LiveId" clId="{1F3AC849-F215-41EC-84EC-A04449DBE6BC}" dt="2025-03-16T08:45:56.164" v="2583" actId="15"/>
          <ac:spMkLst>
            <pc:docMk/>
            <pc:sldMk cId="422397288" sldId="391"/>
            <ac:spMk id="20483" creationId="{C59E4009-2807-BCAA-993E-A29A96F7D9C6}"/>
          </ac:spMkLst>
        </pc:spChg>
      </pc:sldChg>
      <pc:sldChg chg="addSp delSp modSp add del mod modAnim modNotesTx">
        <pc:chgData name="Simone Beets" userId="5adb261a4dd6137b" providerId="LiveId" clId="{1F3AC849-F215-41EC-84EC-A04449DBE6BC}" dt="2025-03-16T07:38:42.637" v="1217" actId="2696"/>
        <pc:sldMkLst>
          <pc:docMk/>
          <pc:sldMk cId="3668451241" sldId="392"/>
        </pc:sldMkLst>
        <pc:spChg chg="add mod">
          <ac:chgData name="Simone Beets" userId="5adb261a4dd6137b" providerId="LiveId" clId="{1F3AC849-F215-41EC-84EC-A04449DBE6BC}" dt="2025-03-16T07:27:05.493" v="1033" actId="207"/>
          <ac:spMkLst>
            <pc:docMk/>
            <pc:sldMk cId="3668451241" sldId="392"/>
            <ac:spMk id="3" creationId="{873C7FFF-186D-608C-A67E-0E24D3EA974E}"/>
          </ac:spMkLst>
        </pc:spChg>
        <pc:spChg chg="add del mod">
          <ac:chgData name="Simone Beets" userId="5adb261a4dd6137b" providerId="LiveId" clId="{1F3AC849-F215-41EC-84EC-A04449DBE6BC}" dt="2025-03-16T07:09:35.428" v="571" actId="478"/>
          <ac:spMkLst>
            <pc:docMk/>
            <pc:sldMk cId="3668451241" sldId="392"/>
            <ac:spMk id="5" creationId="{7DED47FE-B8C9-3C42-1D18-FCD35B7C135A}"/>
          </ac:spMkLst>
        </pc:spChg>
        <pc:spChg chg="add mod">
          <ac:chgData name="Simone Beets" userId="5adb261a4dd6137b" providerId="LiveId" clId="{1F3AC849-F215-41EC-84EC-A04449DBE6BC}" dt="2025-03-16T07:32:31.696" v="1156" actId="14100"/>
          <ac:spMkLst>
            <pc:docMk/>
            <pc:sldMk cId="3668451241" sldId="392"/>
            <ac:spMk id="6" creationId="{BBD5ABBE-77DC-07EC-F371-FBF37C8BB694}"/>
          </ac:spMkLst>
        </pc:spChg>
        <pc:spChg chg="add mod">
          <ac:chgData name="Simone Beets" userId="5adb261a4dd6137b" providerId="LiveId" clId="{1F3AC849-F215-41EC-84EC-A04449DBE6BC}" dt="2025-03-16T07:30:44.893" v="1124" actId="120"/>
          <ac:spMkLst>
            <pc:docMk/>
            <pc:sldMk cId="3668451241" sldId="392"/>
            <ac:spMk id="7" creationId="{F1E53D31-C8F7-4430-B66B-67886BBC9294}"/>
          </ac:spMkLst>
        </pc:spChg>
        <pc:spChg chg="add mod ord">
          <ac:chgData name="Simone Beets" userId="5adb261a4dd6137b" providerId="LiveId" clId="{1F3AC849-F215-41EC-84EC-A04449DBE6BC}" dt="2025-03-16T07:27:58.864" v="1041" actId="1076"/>
          <ac:spMkLst>
            <pc:docMk/>
            <pc:sldMk cId="3668451241" sldId="392"/>
            <ac:spMk id="8" creationId="{111EA203-CD6F-A710-A413-C4DB6E093244}"/>
          </ac:spMkLst>
        </pc:spChg>
        <pc:spChg chg="add mod">
          <ac:chgData name="Simone Beets" userId="5adb261a4dd6137b" providerId="LiveId" clId="{1F3AC849-F215-41EC-84EC-A04449DBE6BC}" dt="2025-03-16T07:32:17.526" v="1151" actId="120"/>
          <ac:spMkLst>
            <pc:docMk/>
            <pc:sldMk cId="3668451241" sldId="392"/>
            <ac:spMk id="9" creationId="{67F4D4D8-7C2E-231D-4780-6EF7D389194E}"/>
          </ac:spMkLst>
        </pc:spChg>
        <pc:spChg chg="add mod">
          <ac:chgData name="Simone Beets" userId="5adb261a4dd6137b" providerId="LiveId" clId="{1F3AC849-F215-41EC-84EC-A04449DBE6BC}" dt="2025-03-16T07:30:46.702" v="1125" actId="120"/>
          <ac:spMkLst>
            <pc:docMk/>
            <pc:sldMk cId="3668451241" sldId="392"/>
            <ac:spMk id="10" creationId="{E6D1BC7F-9A75-F7F7-9DA2-0F25534AAB62}"/>
          </ac:spMkLst>
        </pc:spChg>
        <pc:spChg chg="add mod">
          <ac:chgData name="Simone Beets" userId="5adb261a4dd6137b" providerId="LiveId" clId="{1F3AC849-F215-41EC-84EC-A04449DBE6BC}" dt="2025-03-16T07:32:20.067" v="1152" actId="120"/>
          <ac:spMkLst>
            <pc:docMk/>
            <pc:sldMk cId="3668451241" sldId="392"/>
            <ac:spMk id="14" creationId="{8CE39282-B2AB-1340-E7F9-74BA06BE876E}"/>
          </ac:spMkLst>
        </pc:spChg>
        <pc:spChg chg="add mod">
          <ac:chgData name="Simone Beets" userId="5adb261a4dd6137b" providerId="LiveId" clId="{1F3AC849-F215-41EC-84EC-A04449DBE6BC}" dt="2025-03-16T07:30:48.314" v="1126" actId="120"/>
          <ac:spMkLst>
            <pc:docMk/>
            <pc:sldMk cId="3668451241" sldId="392"/>
            <ac:spMk id="15" creationId="{42D1415F-564C-EE95-AF20-F6F0918513D3}"/>
          </ac:spMkLst>
        </pc:spChg>
        <pc:spChg chg="add mod">
          <ac:chgData name="Simone Beets" userId="5adb261a4dd6137b" providerId="LiveId" clId="{1F3AC849-F215-41EC-84EC-A04449DBE6BC}" dt="2025-03-16T07:32:37.803" v="1157" actId="14"/>
          <ac:spMkLst>
            <pc:docMk/>
            <pc:sldMk cId="3668451241" sldId="392"/>
            <ac:spMk id="16" creationId="{6C5124B6-36F3-8C1B-A349-4B2EA93293E9}"/>
          </ac:spMkLst>
        </pc:spChg>
        <pc:spChg chg="add mod ord">
          <ac:chgData name="Simone Beets" userId="5adb261a4dd6137b" providerId="LiveId" clId="{1F3AC849-F215-41EC-84EC-A04449DBE6BC}" dt="2025-03-16T07:33:02.823" v="1159" actId="14100"/>
          <ac:spMkLst>
            <pc:docMk/>
            <pc:sldMk cId="3668451241" sldId="392"/>
            <ac:spMk id="17" creationId="{44FF3C6F-86AF-3AE6-3F0C-1CAE6B6084A7}"/>
          </ac:spMkLst>
        </pc:spChg>
        <pc:spChg chg="add mod">
          <ac:chgData name="Simone Beets" userId="5adb261a4dd6137b" providerId="LiveId" clId="{1F3AC849-F215-41EC-84EC-A04449DBE6BC}" dt="2025-03-16T07:25:00.655" v="986" actId="6549"/>
          <ac:spMkLst>
            <pc:docMk/>
            <pc:sldMk cId="3668451241" sldId="392"/>
            <ac:spMk id="18" creationId="{7057BB0A-73F8-B50C-6DE1-17BA697AFC45}"/>
          </ac:spMkLst>
        </pc:spChg>
        <pc:spChg chg="add mod">
          <ac:chgData name="Simone Beets" userId="5adb261a4dd6137b" providerId="LiveId" clId="{1F3AC849-F215-41EC-84EC-A04449DBE6BC}" dt="2025-03-16T07:25:28.950" v="1011" actId="14100"/>
          <ac:spMkLst>
            <pc:docMk/>
            <pc:sldMk cId="3668451241" sldId="392"/>
            <ac:spMk id="19" creationId="{9D78DE4D-5382-4BC1-A40A-CB3296E8D460}"/>
          </ac:spMkLst>
        </pc:spChg>
        <pc:spChg chg="add mod ord">
          <ac:chgData name="Simone Beets" userId="5adb261a4dd6137b" providerId="LiveId" clId="{1F3AC849-F215-41EC-84EC-A04449DBE6BC}" dt="2025-03-16T07:26:37.981" v="1029" actId="403"/>
          <ac:spMkLst>
            <pc:docMk/>
            <pc:sldMk cId="3668451241" sldId="392"/>
            <ac:spMk id="20" creationId="{2C4FED4E-1570-A3B0-BC9C-633344FAB99A}"/>
          </ac:spMkLst>
        </pc:spChg>
        <pc:spChg chg="add del mod">
          <ac:chgData name="Simone Beets" userId="5adb261a4dd6137b" providerId="LiveId" clId="{1F3AC849-F215-41EC-84EC-A04449DBE6BC}" dt="2025-03-16T07:26:21.230" v="1019" actId="478"/>
          <ac:spMkLst>
            <pc:docMk/>
            <pc:sldMk cId="3668451241" sldId="392"/>
            <ac:spMk id="21" creationId="{C69FE4D8-B7A3-D9F1-120C-868ACAC9B49C}"/>
          </ac:spMkLst>
        </pc:spChg>
        <pc:spChg chg="add del mod">
          <ac:chgData name="Simone Beets" userId="5adb261a4dd6137b" providerId="LiveId" clId="{1F3AC849-F215-41EC-84EC-A04449DBE6BC}" dt="2025-03-16T07:31:21.558" v="1133" actId="478"/>
          <ac:spMkLst>
            <pc:docMk/>
            <pc:sldMk cId="3668451241" sldId="392"/>
            <ac:spMk id="26" creationId="{03E5FAED-E03B-DD3C-3490-19255D628D1A}"/>
          </ac:spMkLst>
        </pc:spChg>
        <pc:spChg chg="add del mod">
          <ac:chgData name="Simone Beets" userId="5adb261a4dd6137b" providerId="LiveId" clId="{1F3AC849-F215-41EC-84EC-A04449DBE6BC}" dt="2025-03-16T07:29:46.999" v="1057" actId="478"/>
          <ac:spMkLst>
            <pc:docMk/>
            <pc:sldMk cId="3668451241" sldId="392"/>
            <ac:spMk id="27" creationId="{7ABCE31C-CC24-88C9-DF00-7B204ECC091A}"/>
          </ac:spMkLst>
        </pc:spChg>
        <pc:spChg chg="add mod">
          <ac:chgData name="Simone Beets" userId="5adb261a4dd6137b" providerId="LiveId" clId="{1F3AC849-F215-41EC-84EC-A04449DBE6BC}" dt="2025-03-16T07:31:45.579" v="1144" actId="1076"/>
          <ac:spMkLst>
            <pc:docMk/>
            <pc:sldMk cId="3668451241" sldId="392"/>
            <ac:spMk id="29" creationId="{02C37964-676E-7F4A-3509-2A381AAE5FAF}"/>
          </ac:spMkLst>
        </pc:spChg>
        <pc:spChg chg="add mod ord">
          <ac:chgData name="Simone Beets" userId="5adb261a4dd6137b" providerId="LiveId" clId="{1F3AC849-F215-41EC-84EC-A04449DBE6BC}" dt="2025-03-16T07:32:06.936" v="1150" actId="167"/>
          <ac:spMkLst>
            <pc:docMk/>
            <pc:sldMk cId="3668451241" sldId="392"/>
            <ac:spMk id="30" creationId="{1A25E1CC-89BE-75B1-9C99-0950E32E578D}"/>
          </ac:spMkLst>
        </pc:spChg>
        <pc:spChg chg="del">
          <ac:chgData name="Simone Beets" userId="5adb261a4dd6137b" providerId="LiveId" clId="{1F3AC849-F215-41EC-84EC-A04449DBE6BC}" dt="2025-03-16T07:26:12.969" v="1018" actId="478"/>
          <ac:spMkLst>
            <pc:docMk/>
            <pc:sldMk cId="3668451241" sldId="392"/>
            <ac:spMk id="20482" creationId="{C204DBC4-47F3-66AD-8847-41FFB3F79873}"/>
          </ac:spMkLst>
        </pc:spChg>
        <pc:spChg chg="del mod">
          <ac:chgData name="Simone Beets" userId="5adb261a4dd6137b" providerId="LiveId" clId="{1F3AC849-F215-41EC-84EC-A04449DBE6BC}" dt="2025-03-16T07:29:43.343" v="1056" actId="478"/>
          <ac:spMkLst>
            <pc:docMk/>
            <pc:sldMk cId="3668451241" sldId="392"/>
            <ac:spMk id="20483" creationId="{254D47A0-98DD-95C1-94E0-C6B669B79510}"/>
          </ac:spMkLst>
        </pc:spChg>
        <pc:cxnChg chg="add mod ord">
          <ac:chgData name="Simone Beets" userId="5adb261a4dd6137b" providerId="LiveId" clId="{1F3AC849-F215-41EC-84EC-A04449DBE6BC}" dt="2025-03-16T07:20:31.126" v="835" actId="166"/>
          <ac:cxnSpMkLst>
            <pc:docMk/>
            <pc:sldMk cId="3668451241" sldId="392"/>
            <ac:cxnSpMk id="2" creationId="{F7C1FEF4-D691-3AC1-0466-1B9911CE4AEF}"/>
          </ac:cxnSpMkLst>
        </pc:cxnChg>
        <pc:cxnChg chg="add mod ord">
          <ac:chgData name="Simone Beets" userId="5adb261a4dd6137b" providerId="LiveId" clId="{1F3AC849-F215-41EC-84EC-A04449DBE6BC}" dt="2025-03-16T07:19:38.582" v="817" actId="166"/>
          <ac:cxnSpMkLst>
            <pc:docMk/>
            <pc:sldMk cId="3668451241" sldId="392"/>
            <ac:cxnSpMk id="11" creationId="{1910C299-E06B-BB22-749A-FF8BB91852C9}"/>
          </ac:cxnSpMkLst>
        </pc:cxnChg>
        <pc:cxnChg chg="add mod">
          <ac:chgData name="Simone Beets" userId="5adb261a4dd6137b" providerId="LiveId" clId="{1F3AC849-F215-41EC-84EC-A04449DBE6BC}" dt="2025-03-16T07:28:16.152" v="1045" actId="14100"/>
          <ac:cxnSpMkLst>
            <pc:docMk/>
            <pc:sldMk cId="3668451241" sldId="392"/>
            <ac:cxnSpMk id="12" creationId="{D3861FD4-6FC0-7BA0-5503-C1C11CC8049C}"/>
          </ac:cxnSpMkLst>
        </pc:cxnChg>
        <pc:cxnChg chg="add mod ord">
          <ac:chgData name="Simone Beets" userId="5adb261a4dd6137b" providerId="LiveId" clId="{1F3AC849-F215-41EC-84EC-A04449DBE6BC}" dt="2025-03-16T07:28:46.296" v="1051" actId="1076"/>
          <ac:cxnSpMkLst>
            <pc:docMk/>
            <pc:sldMk cId="3668451241" sldId="392"/>
            <ac:cxnSpMk id="13" creationId="{12AEF632-F9C8-1BB3-0273-D0C7F876773D}"/>
          </ac:cxnSpMkLst>
        </pc:cxnChg>
        <pc:cxnChg chg="add mod">
          <ac:chgData name="Simone Beets" userId="5adb261a4dd6137b" providerId="LiveId" clId="{1F3AC849-F215-41EC-84EC-A04449DBE6BC}" dt="2025-03-16T07:30:34.593" v="1123" actId="1076"/>
          <ac:cxnSpMkLst>
            <pc:docMk/>
            <pc:sldMk cId="3668451241" sldId="392"/>
            <ac:cxnSpMk id="28" creationId="{8B6FF6B9-61C8-B19D-7489-40A892459606}"/>
          </ac:cxnSpMkLst>
        </pc:cxnChg>
        <pc:cxnChg chg="add mod">
          <ac:chgData name="Simone Beets" userId="5adb261a4dd6137b" providerId="LiveId" clId="{1F3AC849-F215-41EC-84EC-A04449DBE6BC}" dt="2025-03-16T07:33:34.736" v="1162" actId="1076"/>
          <ac:cxnSpMkLst>
            <pc:docMk/>
            <pc:sldMk cId="3668451241" sldId="392"/>
            <ac:cxnSpMk id="31" creationId="{272E4974-FBEB-7C88-EEC3-71F2DAB6D781}"/>
          </ac:cxnSpMkLst>
        </pc:cxnChg>
      </pc:sldChg>
      <pc:sldChg chg="addSp modSp add mod modAnim">
        <pc:chgData name="Simone Beets" userId="5adb261a4dd6137b" providerId="LiveId" clId="{1F3AC849-F215-41EC-84EC-A04449DBE6BC}" dt="2025-03-17T04:36:47.367" v="5105" actId="1076"/>
        <pc:sldMkLst>
          <pc:docMk/>
          <pc:sldMk cId="1662032250" sldId="393"/>
        </pc:sldMkLst>
        <pc:spChg chg="add mod ord">
          <ac:chgData name="Simone Beets" userId="5adb261a4dd6137b" providerId="LiveId" clId="{1F3AC849-F215-41EC-84EC-A04449DBE6BC}" dt="2025-03-16T07:36:36.244" v="1181" actId="1076"/>
          <ac:spMkLst>
            <pc:docMk/>
            <pc:sldMk cId="1662032250" sldId="393"/>
            <ac:spMk id="4" creationId="{2138704F-DE10-5EBB-9CAB-166110FA63EB}"/>
          </ac:spMkLst>
        </pc:spChg>
        <pc:spChg chg="mod ord">
          <ac:chgData name="Simone Beets" userId="5adb261a4dd6137b" providerId="LiveId" clId="{1F3AC849-F215-41EC-84EC-A04449DBE6BC}" dt="2025-03-16T07:36:11.277" v="1175" actId="166"/>
          <ac:spMkLst>
            <pc:docMk/>
            <pc:sldMk cId="1662032250" sldId="393"/>
            <ac:spMk id="8" creationId="{81E236C3-5957-F6AA-54B4-9B27DBF54660}"/>
          </ac:spMkLst>
        </pc:spChg>
        <pc:cxnChg chg="ord">
          <ac:chgData name="Simone Beets" userId="5adb261a4dd6137b" providerId="LiveId" clId="{1F3AC849-F215-41EC-84EC-A04449DBE6BC}" dt="2025-03-16T07:36:42.060" v="1183" actId="166"/>
          <ac:cxnSpMkLst>
            <pc:docMk/>
            <pc:sldMk cId="1662032250" sldId="393"/>
            <ac:cxnSpMk id="2" creationId="{0D5B01AB-0649-D4F0-16AA-8581DD0478C3}"/>
          </ac:cxnSpMkLst>
        </pc:cxnChg>
        <pc:cxnChg chg="add mod">
          <ac:chgData name="Simone Beets" userId="5adb261a4dd6137b" providerId="LiveId" clId="{1F3AC849-F215-41EC-84EC-A04449DBE6BC}" dt="2025-03-17T04:36:47.367" v="5105" actId="1076"/>
          <ac:cxnSpMkLst>
            <pc:docMk/>
            <pc:sldMk cId="1662032250" sldId="393"/>
            <ac:cxnSpMk id="5" creationId="{E34F4181-7F12-016E-0646-48511B9E8716}"/>
          </ac:cxnSpMkLst>
        </pc:cxnChg>
        <pc:cxnChg chg="ord">
          <ac:chgData name="Simone Beets" userId="5adb261a4dd6137b" providerId="LiveId" clId="{1F3AC849-F215-41EC-84EC-A04449DBE6BC}" dt="2025-03-16T07:35:56.080" v="1173" actId="166"/>
          <ac:cxnSpMkLst>
            <pc:docMk/>
            <pc:sldMk cId="1662032250" sldId="393"/>
            <ac:cxnSpMk id="11" creationId="{B1C483B4-F7C1-B2FF-32A1-3C9D49926FE0}"/>
          </ac:cxnSpMkLst>
        </pc:cxnChg>
        <pc:cxnChg chg="ord">
          <ac:chgData name="Simone Beets" userId="5adb261a4dd6137b" providerId="LiveId" clId="{1F3AC849-F215-41EC-84EC-A04449DBE6BC}" dt="2025-03-16T07:35:56.080" v="1173" actId="166"/>
          <ac:cxnSpMkLst>
            <pc:docMk/>
            <pc:sldMk cId="1662032250" sldId="393"/>
            <ac:cxnSpMk id="12" creationId="{B478F57E-6BBD-FDB3-6220-5356591F6D94}"/>
          </ac:cxnSpMkLst>
        </pc:cxnChg>
        <pc:cxnChg chg="ord">
          <ac:chgData name="Simone Beets" userId="5adb261a4dd6137b" providerId="LiveId" clId="{1F3AC849-F215-41EC-84EC-A04449DBE6BC}" dt="2025-03-16T07:36:44.208" v="1184" actId="166"/>
          <ac:cxnSpMkLst>
            <pc:docMk/>
            <pc:sldMk cId="1662032250" sldId="393"/>
            <ac:cxnSpMk id="13" creationId="{DBED7198-21B0-35E8-52B8-88887DEC1746}"/>
          </ac:cxnSpMkLst>
        </pc:cxnChg>
        <pc:cxnChg chg="ord">
          <ac:chgData name="Simone Beets" userId="5adb261a4dd6137b" providerId="LiveId" clId="{1F3AC849-F215-41EC-84EC-A04449DBE6BC}" dt="2025-03-16T07:36:39.392" v="1182" actId="166"/>
          <ac:cxnSpMkLst>
            <pc:docMk/>
            <pc:sldMk cId="1662032250" sldId="393"/>
            <ac:cxnSpMk id="28" creationId="{5CC1B9A5-A534-9050-C8A1-7A1C38FD58EC}"/>
          </ac:cxnSpMkLst>
        </pc:cxnChg>
      </pc:sldChg>
      <pc:sldChg chg="addSp delSp modSp add mod addAnim delAnim modAnim modNotesTx">
        <pc:chgData name="Simone Beets" userId="5adb261a4dd6137b" providerId="LiveId" clId="{1F3AC849-F215-41EC-84EC-A04449DBE6BC}" dt="2025-03-17T04:46:05.441" v="5108" actId="6549"/>
        <pc:sldMkLst>
          <pc:docMk/>
          <pc:sldMk cId="226156491" sldId="394"/>
        </pc:sldMkLst>
        <pc:spChg chg="mod">
          <ac:chgData name="Simone Beets" userId="5adb261a4dd6137b" providerId="LiveId" clId="{1F3AC849-F215-41EC-84EC-A04449DBE6BC}" dt="2025-03-16T08:00:37.628" v="1588" actId="1076"/>
          <ac:spMkLst>
            <pc:docMk/>
            <pc:sldMk cId="226156491" sldId="394"/>
            <ac:spMk id="4" creationId="{2305E167-775E-4D1D-9567-58C6EADC588A}"/>
          </ac:spMkLst>
        </pc:spChg>
        <pc:spChg chg="mod">
          <ac:chgData name="Simone Beets" userId="5adb261a4dd6137b" providerId="LiveId" clId="{1F3AC849-F215-41EC-84EC-A04449DBE6BC}" dt="2025-03-16T07:39:00.060" v="1224"/>
          <ac:spMkLst>
            <pc:docMk/>
            <pc:sldMk cId="226156491" sldId="394"/>
            <ac:spMk id="6" creationId="{79FD0B50-4875-2F08-BC95-5DCEC41DECA7}"/>
          </ac:spMkLst>
        </pc:spChg>
        <pc:spChg chg="mod">
          <ac:chgData name="Simone Beets" userId="5adb261a4dd6137b" providerId="LiveId" clId="{1F3AC849-F215-41EC-84EC-A04449DBE6BC}" dt="2025-03-16T07:42:54.407" v="1293" actId="14100"/>
          <ac:spMkLst>
            <pc:docMk/>
            <pc:sldMk cId="226156491" sldId="394"/>
            <ac:spMk id="7" creationId="{AC01B5B4-5108-B6B4-0E45-004C40125491}"/>
          </ac:spMkLst>
        </pc:spChg>
        <pc:spChg chg="mod">
          <ac:chgData name="Simone Beets" userId="5adb261a4dd6137b" providerId="LiveId" clId="{1F3AC849-F215-41EC-84EC-A04449DBE6BC}" dt="2025-03-16T07:43:30.703" v="1298" actId="108"/>
          <ac:spMkLst>
            <pc:docMk/>
            <pc:sldMk cId="226156491" sldId="394"/>
            <ac:spMk id="9" creationId="{D9FF2143-8C25-0504-B5CD-AAB3F7ADF966}"/>
          </ac:spMkLst>
        </pc:spChg>
        <pc:spChg chg="mod">
          <ac:chgData name="Simone Beets" userId="5adb261a4dd6137b" providerId="LiveId" clId="{1F3AC849-F215-41EC-84EC-A04449DBE6BC}" dt="2025-03-16T07:42:46.678" v="1291" actId="1035"/>
          <ac:spMkLst>
            <pc:docMk/>
            <pc:sldMk cId="226156491" sldId="394"/>
            <ac:spMk id="10" creationId="{EA2C67E2-B4A8-4124-83C3-FADBDD0EB82B}"/>
          </ac:spMkLst>
        </pc:spChg>
        <pc:spChg chg="mod">
          <ac:chgData name="Simone Beets" userId="5adb261a4dd6137b" providerId="LiveId" clId="{1F3AC849-F215-41EC-84EC-A04449DBE6BC}" dt="2025-03-16T07:43:46.990" v="1303" actId="14100"/>
          <ac:spMkLst>
            <pc:docMk/>
            <pc:sldMk cId="226156491" sldId="394"/>
            <ac:spMk id="14" creationId="{C25BD8E0-5098-EE70-9770-4AC821E20188}"/>
          </ac:spMkLst>
        </pc:spChg>
        <pc:spChg chg="del">
          <ac:chgData name="Simone Beets" userId="5adb261a4dd6137b" providerId="LiveId" clId="{1F3AC849-F215-41EC-84EC-A04449DBE6BC}" dt="2025-03-16T07:42:14.658" v="1283" actId="478"/>
          <ac:spMkLst>
            <pc:docMk/>
            <pc:sldMk cId="226156491" sldId="394"/>
            <ac:spMk id="15" creationId="{DBC14F29-CE9A-985B-757E-C7F6CE999546}"/>
          </ac:spMkLst>
        </pc:spChg>
        <pc:spChg chg="del">
          <ac:chgData name="Simone Beets" userId="5adb261a4dd6137b" providerId="LiveId" clId="{1F3AC849-F215-41EC-84EC-A04449DBE6BC}" dt="2025-03-16T07:42:16.525" v="1284" actId="478"/>
          <ac:spMkLst>
            <pc:docMk/>
            <pc:sldMk cId="226156491" sldId="394"/>
            <ac:spMk id="16" creationId="{90519910-A90A-8183-3565-340DD57FEF21}"/>
          </ac:spMkLst>
        </pc:spChg>
        <pc:spChg chg="mod">
          <ac:chgData name="Simone Beets" userId="5adb261a4dd6137b" providerId="LiveId" clId="{1F3AC849-F215-41EC-84EC-A04449DBE6BC}" dt="2025-03-16T07:44:01.764" v="1320" actId="20577"/>
          <ac:spMkLst>
            <pc:docMk/>
            <pc:sldMk cId="226156491" sldId="394"/>
            <ac:spMk id="17" creationId="{5C1C3C95-84EE-0ED6-532E-D17FA25D2C35}"/>
          </ac:spMkLst>
        </pc:spChg>
        <pc:spChg chg="mod">
          <ac:chgData name="Simone Beets" userId="5adb261a4dd6137b" providerId="LiveId" clId="{1F3AC849-F215-41EC-84EC-A04449DBE6BC}" dt="2025-03-17T04:46:05.441" v="5108" actId="6549"/>
          <ac:spMkLst>
            <pc:docMk/>
            <pc:sldMk cId="226156491" sldId="394"/>
            <ac:spMk id="18" creationId="{46F43860-CDB3-C84D-4973-49B4E762A76A}"/>
          </ac:spMkLst>
        </pc:spChg>
        <pc:spChg chg="del">
          <ac:chgData name="Simone Beets" userId="5adb261a4dd6137b" providerId="LiveId" clId="{1F3AC849-F215-41EC-84EC-A04449DBE6BC}" dt="2025-03-16T07:44:12.733" v="1321" actId="478"/>
          <ac:spMkLst>
            <pc:docMk/>
            <pc:sldMk cId="226156491" sldId="394"/>
            <ac:spMk id="19" creationId="{8D0E6D87-0AE9-EE6C-B7F2-23B93A8A77C2}"/>
          </ac:spMkLst>
        </pc:spChg>
        <pc:spChg chg="mod">
          <ac:chgData name="Simone Beets" userId="5adb261a4dd6137b" providerId="LiveId" clId="{1F3AC849-F215-41EC-84EC-A04449DBE6BC}" dt="2025-03-16T07:38:48.900" v="1223" actId="20577"/>
          <ac:spMkLst>
            <pc:docMk/>
            <pc:sldMk cId="226156491" sldId="394"/>
            <ac:spMk id="20" creationId="{0BCD71FA-6C1D-03EF-262A-9925FCFBBED1}"/>
          </ac:spMkLst>
        </pc:spChg>
        <pc:spChg chg="mod">
          <ac:chgData name="Simone Beets" userId="5adb261a4dd6137b" providerId="LiveId" clId="{1F3AC849-F215-41EC-84EC-A04449DBE6BC}" dt="2025-03-16T07:45:40.628" v="1332" actId="20577"/>
          <ac:spMkLst>
            <pc:docMk/>
            <pc:sldMk cId="226156491" sldId="394"/>
            <ac:spMk id="29" creationId="{47DAC573-34D5-FB0D-9F0F-01973116A009}"/>
          </ac:spMkLst>
        </pc:spChg>
        <pc:cxnChg chg="add mod">
          <ac:chgData name="Simone Beets" userId="5adb261a4dd6137b" providerId="LiveId" clId="{1F3AC849-F215-41EC-84EC-A04449DBE6BC}" dt="2025-03-17T04:36:54.306" v="5106"/>
          <ac:cxnSpMkLst>
            <pc:docMk/>
            <pc:sldMk cId="226156491" sldId="394"/>
            <ac:cxnSpMk id="5" creationId="{12914DE1-4561-405D-476C-9B5BD8C1A0FB}"/>
          </ac:cxnSpMkLst>
        </pc:cxnChg>
        <pc:cxnChg chg="del">
          <ac:chgData name="Simone Beets" userId="5adb261a4dd6137b" providerId="LiveId" clId="{1F3AC849-F215-41EC-84EC-A04449DBE6BC}" dt="2025-03-16T07:42:18.911" v="1285" actId="478"/>
          <ac:cxnSpMkLst>
            <pc:docMk/>
            <pc:sldMk cId="226156491" sldId="394"/>
            <ac:cxnSpMk id="11" creationId="{8A12E725-3ED4-EF37-8FB8-E0B70AE08F3A}"/>
          </ac:cxnSpMkLst>
        </pc:cxnChg>
        <pc:cxnChg chg="mod">
          <ac:chgData name="Simone Beets" userId="5adb261a4dd6137b" providerId="LiveId" clId="{1F3AC849-F215-41EC-84EC-A04449DBE6BC}" dt="2025-03-16T07:43:01.999" v="1294" actId="1076"/>
          <ac:cxnSpMkLst>
            <pc:docMk/>
            <pc:sldMk cId="226156491" sldId="394"/>
            <ac:cxnSpMk id="12" creationId="{46833B81-FB90-E6D4-5C2E-A5B08098E158}"/>
          </ac:cxnSpMkLst>
        </pc:cxnChg>
      </pc:sldChg>
      <pc:sldChg chg="modSp add del mod ord modAnim">
        <pc:chgData name="Simone Beets" userId="5adb261a4dd6137b" providerId="LiveId" clId="{1F3AC849-F215-41EC-84EC-A04449DBE6BC}" dt="2025-03-16T08:00:28.692" v="1586" actId="2696"/>
        <pc:sldMkLst>
          <pc:docMk/>
          <pc:sldMk cId="2179254168" sldId="395"/>
        </pc:sldMkLst>
        <pc:spChg chg="mod">
          <ac:chgData name="Simone Beets" userId="5adb261a4dd6137b" providerId="LiveId" clId="{1F3AC849-F215-41EC-84EC-A04449DBE6BC}" dt="2025-03-16T07:52:13.002" v="1403" actId="1076"/>
          <ac:spMkLst>
            <pc:docMk/>
            <pc:sldMk cId="2179254168" sldId="395"/>
            <ac:spMk id="4" creationId="{F40897BF-E916-5EE9-B797-8EE8A48F3F11}"/>
          </ac:spMkLst>
        </pc:spChg>
        <pc:spChg chg="mod">
          <ac:chgData name="Simone Beets" userId="5adb261a4dd6137b" providerId="LiveId" clId="{1F3AC849-F215-41EC-84EC-A04449DBE6BC}" dt="2025-03-16T07:51:25.693" v="1395"/>
          <ac:spMkLst>
            <pc:docMk/>
            <pc:sldMk cId="2179254168" sldId="395"/>
            <ac:spMk id="6" creationId="{AA3768E6-1FBF-7E7D-18BB-6BFDD2699FF5}"/>
          </ac:spMkLst>
        </pc:spChg>
        <pc:spChg chg="mod">
          <ac:chgData name="Simone Beets" userId="5adb261a4dd6137b" providerId="LiveId" clId="{1F3AC849-F215-41EC-84EC-A04449DBE6BC}" dt="2025-03-16T07:52:08.376" v="1400" actId="1076"/>
          <ac:spMkLst>
            <pc:docMk/>
            <pc:sldMk cId="2179254168" sldId="395"/>
            <ac:spMk id="7" creationId="{D8028FBE-4CA0-6F2B-6072-78F13C7F2DF1}"/>
          </ac:spMkLst>
        </pc:spChg>
        <pc:spChg chg="mod">
          <ac:chgData name="Simone Beets" userId="5adb261a4dd6137b" providerId="LiveId" clId="{1F3AC849-F215-41EC-84EC-A04449DBE6BC}" dt="2025-03-16T07:52:12.641" v="1402" actId="1076"/>
          <ac:spMkLst>
            <pc:docMk/>
            <pc:sldMk cId="2179254168" sldId="395"/>
            <ac:spMk id="8" creationId="{302D6146-FDCE-C472-00B3-9D0D240640D4}"/>
          </ac:spMkLst>
        </pc:spChg>
        <pc:spChg chg="mod">
          <ac:chgData name="Simone Beets" userId="5adb261a4dd6137b" providerId="LiveId" clId="{1F3AC849-F215-41EC-84EC-A04449DBE6BC}" dt="2025-03-16T07:51:12.380" v="1394" actId="20577"/>
          <ac:spMkLst>
            <pc:docMk/>
            <pc:sldMk cId="2179254168" sldId="395"/>
            <ac:spMk id="20" creationId="{3F9CDC34-8557-8A30-0A32-393BC88898AC}"/>
          </ac:spMkLst>
        </pc:spChg>
        <pc:cxnChg chg="mod">
          <ac:chgData name="Simone Beets" userId="5adb261a4dd6137b" providerId="LiveId" clId="{1F3AC849-F215-41EC-84EC-A04449DBE6BC}" dt="2025-03-16T07:52:12.210" v="1401" actId="1076"/>
          <ac:cxnSpMkLst>
            <pc:docMk/>
            <pc:sldMk cId="2179254168" sldId="395"/>
            <ac:cxnSpMk id="28" creationId="{6F47CA86-2F00-DA19-EBEF-54FA904C7162}"/>
          </ac:cxnSpMkLst>
        </pc:cxnChg>
      </pc:sldChg>
      <pc:sldChg chg="addSp delSp modSp add mod delAnim modAnim modNotesTx">
        <pc:chgData name="Simone Beets" userId="5adb261a4dd6137b" providerId="LiveId" clId="{1F3AC849-F215-41EC-84EC-A04449DBE6BC}" dt="2025-03-17T04:36:56.714" v="5107"/>
        <pc:sldMkLst>
          <pc:docMk/>
          <pc:sldMk cId="920287109" sldId="396"/>
        </pc:sldMkLst>
        <pc:spChg chg="mod">
          <ac:chgData name="Simone Beets" userId="5adb261a4dd6137b" providerId="LiveId" clId="{1F3AC849-F215-41EC-84EC-A04449DBE6BC}" dt="2025-03-16T07:59:19.764" v="1573" actId="14100"/>
          <ac:spMkLst>
            <pc:docMk/>
            <pc:sldMk cId="920287109" sldId="396"/>
            <ac:spMk id="3" creationId="{830215B9-4F5B-FB26-2F96-F9F77B97D403}"/>
          </ac:spMkLst>
        </pc:spChg>
        <pc:spChg chg="del mod">
          <ac:chgData name="Simone Beets" userId="5adb261a4dd6137b" providerId="LiveId" clId="{1F3AC849-F215-41EC-84EC-A04449DBE6BC}" dt="2025-03-16T07:58:47.036" v="1561" actId="478"/>
          <ac:spMkLst>
            <pc:docMk/>
            <pc:sldMk cId="920287109" sldId="396"/>
            <ac:spMk id="4" creationId="{D80403B6-4C8B-77CC-79D0-914588454892}"/>
          </ac:spMkLst>
        </pc:spChg>
        <pc:spChg chg="add mod">
          <ac:chgData name="Simone Beets" userId="5adb261a4dd6137b" providerId="LiveId" clId="{1F3AC849-F215-41EC-84EC-A04449DBE6BC}" dt="2025-03-16T08:10:05.522" v="1951" actId="20577"/>
          <ac:spMkLst>
            <pc:docMk/>
            <pc:sldMk cId="920287109" sldId="396"/>
            <ac:spMk id="5" creationId="{72965E15-0971-888E-EFD8-2F5BDAEC16DA}"/>
          </ac:spMkLst>
        </pc:spChg>
        <pc:spChg chg="mod">
          <ac:chgData name="Simone Beets" userId="5adb261a4dd6137b" providerId="LiveId" clId="{1F3AC849-F215-41EC-84EC-A04449DBE6BC}" dt="2025-03-16T07:52:50.524" v="1418" actId="20577"/>
          <ac:spMkLst>
            <pc:docMk/>
            <pc:sldMk cId="920287109" sldId="396"/>
            <ac:spMk id="6" creationId="{2C3D9BAF-AD6E-F8AC-C208-9C5665AB1969}"/>
          </ac:spMkLst>
        </pc:spChg>
        <pc:spChg chg="del mod">
          <ac:chgData name="Simone Beets" userId="5adb261a4dd6137b" providerId="LiveId" clId="{1F3AC849-F215-41EC-84EC-A04449DBE6BC}" dt="2025-03-16T07:58:49.222" v="1564" actId="478"/>
          <ac:spMkLst>
            <pc:docMk/>
            <pc:sldMk cId="920287109" sldId="396"/>
            <ac:spMk id="7" creationId="{CFDFC88D-2705-31EF-AF69-A31576283CAD}"/>
          </ac:spMkLst>
        </pc:spChg>
        <pc:spChg chg="del mod">
          <ac:chgData name="Simone Beets" userId="5adb261a4dd6137b" providerId="LiveId" clId="{1F3AC849-F215-41EC-84EC-A04449DBE6BC}" dt="2025-03-16T07:58:48.308" v="1563" actId="478"/>
          <ac:spMkLst>
            <pc:docMk/>
            <pc:sldMk cId="920287109" sldId="396"/>
            <ac:spMk id="8" creationId="{EB8EC5EB-941F-EF13-7EB8-B80836BAC261}"/>
          </ac:spMkLst>
        </pc:spChg>
        <pc:spChg chg="del">
          <ac:chgData name="Simone Beets" userId="5adb261a4dd6137b" providerId="LiveId" clId="{1F3AC849-F215-41EC-84EC-A04449DBE6BC}" dt="2025-03-16T07:54:10.827" v="1436" actId="478"/>
          <ac:spMkLst>
            <pc:docMk/>
            <pc:sldMk cId="920287109" sldId="396"/>
            <ac:spMk id="9" creationId="{7941D62B-D829-81C9-844A-7F2768A7F84E}"/>
          </ac:spMkLst>
        </pc:spChg>
        <pc:spChg chg="del mod">
          <ac:chgData name="Simone Beets" userId="5adb261a4dd6137b" providerId="LiveId" clId="{1F3AC849-F215-41EC-84EC-A04449DBE6BC}" dt="2025-03-16T07:56:28.565" v="1487" actId="478"/>
          <ac:spMkLst>
            <pc:docMk/>
            <pc:sldMk cId="920287109" sldId="396"/>
            <ac:spMk id="10" creationId="{05A36E29-38E3-A62B-F17E-2C1ED1118640}"/>
          </ac:spMkLst>
        </pc:spChg>
        <pc:spChg chg="del mod">
          <ac:chgData name="Simone Beets" userId="5adb261a4dd6137b" providerId="LiveId" clId="{1F3AC849-F215-41EC-84EC-A04449DBE6BC}" dt="2025-03-16T07:57:26.674" v="1524" actId="478"/>
          <ac:spMkLst>
            <pc:docMk/>
            <pc:sldMk cId="920287109" sldId="396"/>
            <ac:spMk id="14" creationId="{92A2282E-938B-0319-F035-8CB456E7A699}"/>
          </ac:spMkLst>
        </pc:spChg>
        <pc:spChg chg="add del mod">
          <ac:chgData name="Simone Beets" userId="5adb261a4dd6137b" providerId="LiveId" clId="{1F3AC849-F215-41EC-84EC-A04449DBE6BC}" dt="2025-03-16T07:59:31.171" v="1577" actId="1035"/>
          <ac:spMkLst>
            <pc:docMk/>
            <pc:sldMk cId="920287109" sldId="396"/>
            <ac:spMk id="15" creationId="{48FD76CB-7F5F-C908-4375-5DB1757D5156}"/>
          </ac:spMkLst>
        </pc:spChg>
        <pc:spChg chg="add mod">
          <ac:chgData name="Simone Beets" userId="5adb261a4dd6137b" providerId="LiveId" clId="{1F3AC849-F215-41EC-84EC-A04449DBE6BC}" dt="2025-03-16T07:59:10.742" v="1572" actId="14100"/>
          <ac:spMkLst>
            <pc:docMk/>
            <pc:sldMk cId="920287109" sldId="396"/>
            <ac:spMk id="16" creationId="{F2DEC9FB-6CBA-C2EF-4CD1-ACDD2B6BDD93}"/>
          </ac:spMkLst>
        </pc:spChg>
        <pc:spChg chg="mod">
          <ac:chgData name="Simone Beets" userId="5adb261a4dd6137b" providerId="LiveId" clId="{1F3AC849-F215-41EC-84EC-A04449DBE6BC}" dt="2025-03-16T07:59:23.410" v="1574" actId="14100"/>
          <ac:spMkLst>
            <pc:docMk/>
            <pc:sldMk cId="920287109" sldId="396"/>
            <ac:spMk id="17" creationId="{F74F5623-CACA-4BCB-3BA9-364830910340}"/>
          </ac:spMkLst>
        </pc:spChg>
        <pc:spChg chg="mod">
          <ac:chgData name="Simone Beets" userId="5adb261a4dd6137b" providerId="LiveId" clId="{1F3AC849-F215-41EC-84EC-A04449DBE6BC}" dt="2025-03-16T07:59:48.604" v="1582" actId="20577"/>
          <ac:spMkLst>
            <pc:docMk/>
            <pc:sldMk cId="920287109" sldId="396"/>
            <ac:spMk id="18" creationId="{675730CC-B3AD-865C-8F07-5D2DD7E7B080}"/>
          </ac:spMkLst>
        </pc:spChg>
        <pc:spChg chg="add mod">
          <ac:chgData name="Simone Beets" userId="5adb261a4dd6137b" providerId="LiveId" clId="{1F3AC849-F215-41EC-84EC-A04449DBE6BC}" dt="2025-03-16T07:59:07.592" v="1571" actId="14100"/>
          <ac:spMkLst>
            <pc:docMk/>
            <pc:sldMk cId="920287109" sldId="396"/>
            <ac:spMk id="19" creationId="{7B2699EE-740A-E183-B843-A21959FC38D6}"/>
          </ac:spMkLst>
        </pc:spChg>
        <pc:spChg chg="mod">
          <ac:chgData name="Simone Beets" userId="5adb261a4dd6137b" providerId="LiveId" clId="{1F3AC849-F215-41EC-84EC-A04449DBE6BC}" dt="2025-03-16T07:52:36.700" v="1410" actId="20577"/>
          <ac:spMkLst>
            <pc:docMk/>
            <pc:sldMk cId="920287109" sldId="396"/>
            <ac:spMk id="20" creationId="{7FA23F0F-5E4A-93F6-3BBC-6F112C15F8A9}"/>
          </ac:spMkLst>
        </pc:spChg>
        <pc:spChg chg="add mod ord">
          <ac:chgData name="Simone Beets" userId="5adb261a4dd6137b" providerId="LiveId" clId="{1F3AC849-F215-41EC-84EC-A04449DBE6BC}" dt="2025-03-16T08:00:53.306" v="1592" actId="1076"/>
          <ac:spMkLst>
            <pc:docMk/>
            <pc:sldMk cId="920287109" sldId="396"/>
            <ac:spMk id="21" creationId="{2D7C0399-B7CA-AD1E-B003-8D423C723385}"/>
          </ac:spMkLst>
        </pc:spChg>
        <pc:spChg chg="add mod">
          <ac:chgData name="Simone Beets" userId="5adb261a4dd6137b" providerId="LiveId" clId="{1F3AC849-F215-41EC-84EC-A04449DBE6BC}" dt="2025-03-16T08:00:41.621" v="1590"/>
          <ac:spMkLst>
            <pc:docMk/>
            <pc:sldMk cId="920287109" sldId="396"/>
            <ac:spMk id="24" creationId="{05E10B7C-AFD8-A4C8-0AAD-68DC2D6A138D}"/>
          </ac:spMkLst>
        </pc:spChg>
        <pc:spChg chg="mod">
          <ac:chgData name="Simone Beets" userId="5adb261a4dd6137b" providerId="LiveId" clId="{1F3AC849-F215-41EC-84EC-A04449DBE6BC}" dt="2025-03-16T07:59:55.084" v="1584" actId="20577"/>
          <ac:spMkLst>
            <pc:docMk/>
            <pc:sldMk cId="920287109" sldId="396"/>
            <ac:spMk id="29" creationId="{28CBDA66-3DA8-B421-AFE6-DB870D31C0CE}"/>
          </ac:spMkLst>
        </pc:spChg>
        <pc:cxnChg chg="add mod">
          <ac:chgData name="Simone Beets" userId="5adb261a4dd6137b" providerId="LiveId" clId="{1F3AC849-F215-41EC-84EC-A04449DBE6BC}" dt="2025-03-17T04:36:56.714" v="5107"/>
          <ac:cxnSpMkLst>
            <pc:docMk/>
            <pc:sldMk cId="920287109" sldId="396"/>
            <ac:cxnSpMk id="4" creationId="{0BB87DFC-C8E8-4E3C-AA29-0C6029D8A168}"/>
          </ac:cxnSpMkLst>
        </pc:cxnChg>
        <pc:cxnChg chg="del mod">
          <ac:chgData name="Simone Beets" userId="5adb261a4dd6137b" providerId="LiveId" clId="{1F3AC849-F215-41EC-84EC-A04449DBE6BC}" dt="2025-03-16T07:58:45.156" v="1560" actId="478"/>
          <ac:cxnSpMkLst>
            <pc:docMk/>
            <pc:sldMk cId="920287109" sldId="396"/>
            <ac:cxnSpMk id="12" creationId="{430E1D7F-28C0-AB6C-A72D-E1185852C2AE}"/>
          </ac:cxnSpMkLst>
        </pc:cxnChg>
        <pc:cxnChg chg="ord">
          <ac:chgData name="Simone Beets" userId="5adb261a4dd6137b" providerId="LiveId" clId="{1F3AC849-F215-41EC-84EC-A04449DBE6BC}" dt="2025-03-16T08:01:10.418" v="1594" actId="166"/>
          <ac:cxnSpMkLst>
            <pc:docMk/>
            <pc:sldMk cId="920287109" sldId="396"/>
            <ac:cxnSpMk id="13" creationId="{5C9C779D-461E-2CEE-2364-048DC6D1A91D}"/>
          </ac:cxnSpMkLst>
        </pc:cxnChg>
        <pc:cxnChg chg="add mod ord">
          <ac:chgData name="Simone Beets" userId="5adb261a4dd6137b" providerId="LiveId" clId="{1F3AC849-F215-41EC-84EC-A04449DBE6BC}" dt="2025-03-16T08:01:05.927" v="1593" actId="166"/>
          <ac:cxnSpMkLst>
            <pc:docMk/>
            <pc:sldMk cId="920287109" sldId="396"/>
            <ac:cxnSpMk id="22" creationId="{8A61C95B-06B6-433B-02BF-AA95F529ADB5}"/>
          </ac:cxnSpMkLst>
        </pc:cxnChg>
        <pc:cxnChg chg="add mod">
          <ac:chgData name="Simone Beets" userId="5adb261a4dd6137b" providerId="LiveId" clId="{1F3AC849-F215-41EC-84EC-A04449DBE6BC}" dt="2025-03-16T07:58:57.667" v="1569" actId="1035"/>
          <ac:cxnSpMkLst>
            <pc:docMk/>
            <pc:sldMk cId="920287109" sldId="396"/>
            <ac:cxnSpMk id="23" creationId="{03572432-E8D5-4501-4596-D3351517A059}"/>
          </ac:cxnSpMkLst>
        </pc:cxnChg>
        <pc:cxnChg chg="del mod">
          <ac:chgData name="Simone Beets" userId="5adb261a4dd6137b" providerId="LiveId" clId="{1F3AC849-F215-41EC-84EC-A04449DBE6BC}" dt="2025-03-16T07:58:47.917" v="1562" actId="478"/>
          <ac:cxnSpMkLst>
            <pc:docMk/>
            <pc:sldMk cId="920287109" sldId="396"/>
            <ac:cxnSpMk id="28" creationId="{4BDA8A6B-78AE-2884-EA7B-E2EB3A30E79A}"/>
          </ac:cxnSpMkLst>
        </pc:cxnChg>
      </pc:sldChg>
      <pc:sldChg chg="modSp add mod ord modAnim modNotesTx">
        <pc:chgData name="Simone Beets" userId="5adb261a4dd6137b" providerId="LiveId" clId="{1F3AC849-F215-41EC-84EC-A04449DBE6BC}" dt="2025-03-16T08:08:44.451" v="1941" actId="20577"/>
        <pc:sldMkLst>
          <pc:docMk/>
          <pc:sldMk cId="1427072437" sldId="397"/>
        </pc:sldMkLst>
        <pc:spChg chg="mod">
          <ac:chgData name="Simone Beets" userId="5adb261a4dd6137b" providerId="LiveId" clId="{1F3AC849-F215-41EC-84EC-A04449DBE6BC}" dt="2025-03-16T08:03:42.602" v="1653" actId="20577"/>
          <ac:spMkLst>
            <pc:docMk/>
            <pc:sldMk cId="1427072437" sldId="397"/>
            <ac:spMk id="20482" creationId="{93276CE2-B486-73FE-3FEC-B46EE7F92692}"/>
          </ac:spMkLst>
        </pc:spChg>
        <pc:spChg chg="mod">
          <ac:chgData name="Simone Beets" userId="5adb261a4dd6137b" providerId="LiveId" clId="{1F3AC849-F215-41EC-84EC-A04449DBE6BC}" dt="2025-03-16T08:03:49.942" v="1654"/>
          <ac:spMkLst>
            <pc:docMk/>
            <pc:sldMk cId="1427072437" sldId="397"/>
            <ac:spMk id="20483" creationId="{B65287D8-84A9-DC42-368D-5963910B3272}"/>
          </ac:spMkLst>
        </pc:spChg>
      </pc:sldChg>
      <pc:sldChg chg="add del">
        <pc:chgData name="Simone Beets" userId="5adb261a4dd6137b" providerId="LiveId" clId="{1F3AC849-F215-41EC-84EC-A04449DBE6BC}" dt="2025-03-16T09:53:34.820" v="3912" actId="47"/>
        <pc:sldMkLst>
          <pc:docMk/>
          <pc:sldMk cId="4288141710" sldId="398"/>
        </pc:sldMkLst>
      </pc:sldChg>
      <pc:sldChg chg="delSp modSp add mod delAnim modAnim modNotesTx">
        <pc:chgData name="Simone Beets" userId="5adb261a4dd6137b" providerId="LiveId" clId="{1F3AC849-F215-41EC-84EC-A04449DBE6BC}" dt="2025-03-16T08:44:45.655" v="2552" actId="20577"/>
        <pc:sldMkLst>
          <pc:docMk/>
          <pc:sldMk cId="536390260" sldId="399"/>
        </pc:sldMkLst>
        <pc:spChg chg="mod">
          <ac:chgData name="Simone Beets" userId="5adb261a4dd6137b" providerId="LiveId" clId="{1F3AC849-F215-41EC-84EC-A04449DBE6BC}" dt="2025-03-16T08:41:38.278" v="2222" actId="1035"/>
          <ac:spMkLst>
            <pc:docMk/>
            <pc:sldMk cId="536390260" sldId="399"/>
            <ac:spMk id="5" creationId="{C6E391C8-4CAE-6A67-CEA4-95A190AACBEB}"/>
          </ac:spMkLst>
        </pc:spChg>
        <pc:spChg chg="del">
          <ac:chgData name="Simone Beets" userId="5adb261a4dd6137b" providerId="LiveId" clId="{1F3AC849-F215-41EC-84EC-A04449DBE6BC}" dt="2025-03-16T08:41:24.007" v="2211" actId="478"/>
          <ac:spMkLst>
            <pc:docMk/>
            <pc:sldMk cId="536390260" sldId="399"/>
            <ac:spMk id="8" creationId="{0E4C84BC-8922-F3DC-6C20-A84281E64A3F}"/>
          </ac:spMkLst>
        </pc:spChg>
        <pc:spChg chg="del">
          <ac:chgData name="Simone Beets" userId="5adb261a4dd6137b" providerId="LiveId" clId="{1F3AC849-F215-41EC-84EC-A04449DBE6BC}" dt="2025-03-16T08:41:25.014" v="2212" actId="478"/>
          <ac:spMkLst>
            <pc:docMk/>
            <pc:sldMk cId="536390260" sldId="399"/>
            <ac:spMk id="9" creationId="{3D7BF928-618B-CF25-FCE9-03098491FFA9}"/>
          </ac:spMkLst>
        </pc:spChg>
        <pc:spChg chg="mod">
          <ac:chgData name="Simone Beets" userId="5adb261a4dd6137b" providerId="LiveId" clId="{1F3AC849-F215-41EC-84EC-A04449DBE6BC}" dt="2025-03-16T08:42:24.944" v="2236" actId="113"/>
          <ac:spMkLst>
            <pc:docMk/>
            <pc:sldMk cId="536390260" sldId="399"/>
            <ac:spMk id="20" creationId="{37118EF9-2F94-9EF6-3CBE-CD8FCFED02DD}"/>
          </ac:spMkLst>
        </pc:spChg>
        <pc:spChg chg="del">
          <ac:chgData name="Simone Beets" userId="5adb261a4dd6137b" providerId="LiveId" clId="{1F3AC849-F215-41EC-84EC-A04449DBE6BC}" dt="2025-03-16T08:41:58.295" v="2226" actId="478"/>
          <ac:spMkLst>
            <pc:docMk/>
            <pc:sldMk cId="536390260" sldId="399"/>
            <ac:spMk id="22" creationId="{3E87F639-6C08-0D40-4297-DC9BEA8C480F}"/>
          </ac:spMkLst>
        </pc:spChg>
        <pc:spChg chg="del">
          <ac:chgData name="Simone Beets" userId="5adb261a4dd6137b" providerId="LiveId" clId="{1F3AC849-F215-41EC-84EC-A04449DBE6BC}" dt="2025-03-16T08:41:56.919" v="2225" actId="478"/>
          <ac:spMkLst>
            <pc:docMk/>
            <pc:sldMk cId="536390260" sldId="399"/>
            <ac:spMk id="23" creationId="{A5503DC0-9D86-5593-9576-1726261A60E4}"/>
          </ac:spMkLst>
        </pc:spChg>
        <pc:picChg chg="del">
          <ac:chgData name="Simone Beets" userId="5adb261a4dd6137b" providerId="LiveId" clId="{1F3AC849-F215-41EC-84EC-A04449DBE6BC}" dt="2025-03-16T08:41:26.025" v="2213" actId="478"/>
          <ac:picMkLst>
            <pc:docMk/>
            <pc:sldMk cId="536390260" sldId="399"/>
            <ac:picMk id="7" creationId="{3CA42C18-F48E-9D6F-B360-8417DBBBDF68}"/>
          </ac:picMkLst>
        </pc:picChg>
        <pc:cxnChg chg="del">
          <ac:chgData name="Simone Beets" userId="5adb261a4dd6137b" providerId="LiveId" clId="{1F3AC849-F215-41EC-84EC-A04449DBE6BC}" dt="2025-03-16T08:41:22.848" v="2210" actId="478"/>
          <ac:cxnSpMkLst>
            <pc:docMk/>
            <pc:sldMk cId="536390260" sldId="399"/>
            <ac:cxnSpMk id="11" creationId="{63218671-C7A8-C9B2-57CE-D44FBBC456EE}"/>
          </ac:cxnSpMkLst>
        </pc:cxnChg>
        <pc:cxnChg chg="del">
          <ac:chgData name="Simone Beets" userId="5adb261a4dd6137b" providerId="LiveId" clId="{1F3AC849-F215-41EC-84EC-A04449DBE6BC}" dt="2025-03-16T08:41:22.016" v="2209" actId="478"/>
          <ac:cxnSpMkLst>
            <pc:docMk/>
            <pc:sldMk cId="536390260" sldId="399"/>
            <ac:cxnSpMk id="15" creationId="{DBEF0C02-0353-8C18-0418-1D65E1EE5A3B}"/>
          </ac:cxnSpMkLst>
        </pc:cxnChg>
      </pc:sldChg>
      <pc:sldChg chg="add del">
        <pc:chgData name="Simone Beets" userId="5adb261a4dd6137b" providerId="LiveId" clId="{1F3AC849-F215-41EC-84EC-A04449DBE6BC}" dt="2025-03-16T09:53:37.636" v="3916" actId="47"/>
        <pc:sldMkLst>
          <pc:docMk/>
          <pc:sldMk cId="753274260" sldId="400"/>
        </pc:sldMkLst>
      </pc:sldChg>
      <pc:sldChg chg="modSp add mod modAnim">
        <pc:chgData name="Simone Beets" userId="5adb261a4dd6137b" providerId="LiveId" clId="{1F3AC849-F215-41EC-84EC-A04449DBE6BC}" dt="2025-03-16T08:49:46.815" v="2689" actId="20577"/>
        <pc:sldMkLst>
          <pc:docMk/>
          <pc:sldMk cId="1928756358" sldId="401"/>
        </pc:sldMkLst>
        <pc:spChg chg="mod">
          <ac:chgData name="Simone Beets" userId="5adb261a4dd6137b" providerId="LiveId" clId="{1F3AC849-F215-41EC-84EC-A04449DBE6BC}" dt="2025-03-16T08:47:32.647" v="2604" actId="20577"/>
          <ac:spMkLst>
            <pc:docMk/>
            <pc:sldMk cId="1928756358" sldId="401"/>
            <ac:spMk id="20482" creationId="{0F36F68E-FD9E-86EF-99D4-74D21570DA1A}"/>
          </ac:spMkLst>
        </pc:spChg>
        <pc:spChg chg="mod">
          <ac:chgData name="Simone Beets" userId="5adb261a4dd6137b" providerId="LiveId" clId="{1F3AC849-F215-41EC-84EC-A04449DBE6BC}" dt="2025-03-16T08:49:46.815" v="2689" actId="20577"/>
          <ac:spMkLst>
            <pc:docMk/>
            <pc:sldMk cId="1928756358" sldId="401"/>
            <ac:spMk id="20483" creationId="{42581E32-DCB9-495D-795F-49F0552DF381}"/>
          </ac:spMkLst>
        </pc:spChg>
      </pc:sldChg>
      <pc:sldChg chg="addSp delSp modSp add mod delAnim modAnim">
        <pc:chgData name="Simone Beets" userId="5adb261a4dd6137b" providerId="LiveId" clId="{1F3AC849-F215-41EC-84EC-A04449DBE6BC}" dt="2025-03-16T10:23:05.876" v="3950"/>
        <pc:sldMkLst>
          <pc:docMk/>
          <pc:sldMk cId="2581493560" sldId="402"/>
        </pc:sldMkLst>
        <pc:spChg chg="add del mod">
          <ac:chgData name="Simone Beets" userId="5adb261a4dd6137b" providerId="LiveId" clId="{1F3AC849-F215-41EC-84EC-A04449DBE6BC}" dt="2025-03-16T08:50:10.622" v="2692" actId="478"/>
          <ac:spMkLst>
            <pc:docMk/>
            <pc:sldMk cId="2581493560" sldId="402"/>
            <ac:spMk id="2" creationId="{6E1DFEE3-D031-FD8A-B20D-FFC4FDAABA33}"/>
          </ac:spMkLst>
        </pc:spChg>
        <pc:spChg chg="add mod">
          <ac:chgData name="Simone Beets" userId="5adb261a4dd6137b" providerId="LiveId" clId="{1F3AC849-F215-41EC-84EC-A04449DBE6BC}" dt="2025-03-16T08:50:33.203" v="2696" actId="1076"/>
          <ac:spMkLst>
            <pc:docMk/>
            <pc:sldMk cId="2581493560" sldId="402"/>
            <ac:spMk id="3" creationId="{CFDB5E18-555D-17B7-CE49-445E4C357885}"/>
          </ac:spMkLst>
        </pc:spChg>
        <pc:spChg chg="add mod">
          <ac:chgData name="Simone Beets" userId="5adb261a4dd6137b" providerId="LiveId" clId="{1F3AC849-F215-41EC-84EC-A04449DBE6BC}" dt="2025-03-16T08:50:48.055" v="2702" actId="20577"/>
          <ac:spMkLst>
            <pc:docMk/>
            <pc:sldMk cId="2581493560" sldId="402"/>
            <ac:spMk id="4" creationId="{CAAD8E8B-BDE4-3AE3-35C7-42B320A80003}"/>
          </ac:spMkLst>
        </pc:spChg>
        <pc:spChg chg="add mod">
          <ac:chgData name="Simone Beets" userId="5adb261a4dd6137b" providerId="LiveId" clId="{1F3AC849-F215-41EC-84EC-A04449DBE6BC}" dt="2025-03-16T08:51:12.514" v="2723" actId="1076"/>
          <ac:spMkLst>
            <pc:docMk/>
            <pc:sldMk cId="2581493560" sldId="402"/>
            <ac:spMk id="7" creationId="{D03B9BA3-E022-9ECA-88A6-E9A8174748E8}"/>
          </ac:spMkLst>
        </pc:spChg>
        <pc:spChg chg="add mod">
          <ac:chgData name="Simone Beets" userId="5adb261a4dd6137b" providerId="LiveId" clId="{1F3AC849-F215-41EC-84EC-A04449DBE6BC}" dt="2025-03-16T08:51:35.726" v="2733" actId="14100"/>
          <ac:spMkLst>
            <pc:docMk/>
            <pc:sldMk cId="2581493560" sldId="402"/>
            <ac:spMk id="13" creationId="{B02FE0BF-42F7-905B-CC2C-3BF2B24D768E}"/>
          </ac:spMkLst>
        </pc:spChg>
        <pc:spChg chg="add mod">
          <ac:chgData name="Simone Beets" userId="5adb261a4dd6137b" providerId="LiveId" clId="{1F3AC849-F215-41EC-84EC-A04449DBE6BC}" dt="2025-03-16T08:51:49.317" v="2748" actId="20577"/>
          <ac:spMkLst>
            <pc:docMk/>
            <pc:sldMk cId="2581493560" sldId="402"/>
            <ac:spMk id="14" creationId="{1B172123-8A9E-BAC7-965E-4F67203BC126}"/>
          </ac:spMkLst>
        </pc:spChg>
        <pc:spChg chg="del">
          <ac:chgData name="Simone Beets" userId="5adb261a4dd6137b" providerId="LiveId" clId="{1F3AC849-F215-41EC-84EC-A04449DBE6BC}" dt="2025-03-16T08:50:08.086" v="2691" actId="478"/>
          <ac:spMkLst>
            <pc:docMk/>
            <pc:sldMk cId="2581493560" sldId="402"/>
            <ac:spMk id="20483" creationId="{09E8703D-37A9-1A75-F08F-8133CED6B0D6}"/>
          </ac:spMkLst>
        </pc:spChg>
        <pc:cxnChg chg="add mod">
          <ac:chgData name="Simone Beets" userId="5adb261a4dd6137b" providerId="LiveId" clId="{1F3AC849-F215-41EC-84EC-A04449DBE6BC}" dt="2025-03-16T08:50:51.935" v="2703" actId="14100"/>
          <ac:cxnSpMkLst>
            <pc:docMk/>
            <pc:sldMk cId="2581493560" sldId="402"/>
            <ac:cxnSpMk id="5" creationId="{2FF1D1AA-DF80-5B9F-47C6-33623631F227}"/>
          </ac:cxnSpMkLst>
        </pc:cxnChg>
        <pc:cxnChg chg="add del mod">
          <ac:chgData name="Simone Beets" userId="5adb261a4dd6137b" providerId="LiveId" clId="{1F3AC849-F215-41EC-84EC-A04449DBE6BC}" dt="2025-03-16T08:51:37.381" v="2734" actId="478"/>
          <ac:cxnSpMkLst>
            <pc:docMk/>
            <pc:sldMk cId="2581493560" sldId="402"/>
            <ac:cxnSpMk id="8" creationId="{70593D41-2974-4A3A-7F8B-651A1034AE89}"/>
          </ac:cxnSpMkLst>
        </pc:cxnChg>
        <pc:cxnChg chg="add mod">
          <ac:chgData name="Simone Beets" userId="5adb261a4dd6137b" providerId="LiveId" clId="{1F3AC849-F215-41EC-84EC-A04449DBE6BC}" dt="2025-03-16T08:51:56.757" v="2752" actId="14100"/>
          <ac:cxnSpMkLst>
            <pc:docMk/>
            <pc:sldMk cId="2581493560" sldId="402"/>
            <ac:cxnSpMk id="15" creationId="{1D544618-4B9C-BD75-AE21-2530789D97B4}"/>
          </ac:cxnSpMkLst>
        </pc:cxnChg>
      </pc:sldChg>
      <pc:sldChg chg="addSp delSp modSp add mod addAnim delAnim modAnim modNotesTx">
        <pc:chgData name="Simone Beets" userId="5adb261a4dd6137b" providerId="LiveId" clId="{1F3AC849-F215-41EC-84EC-A04449DBE6BC}" dt="2025-03-17T18:27:10.480" v="5570" actId="20577"/>
        <pc:sldMkLst>
          <pc:docMk/>
          <pc:sldMk cId="2548823524" sldId="403"/>
        </pc:sldMkLst>
        <pc:spChg chg="add del">
          <ac:chgData name="Simone Beets" userId="5adb261a4dd6137b" providerId="LiveId" clId="{1F3AC849-F215-41EC-84EC-A04449DBE6BC}" dt="2025-03-16T08:53:19.903" v="2771" actId="478"/>
          <ac:spMkLst>
            <pc:docMk/>
            <pc:sldMk cId="2548823524" sldId="403"/>
            <ac:spMk id="3" creationId="{C2840E8B-8956-7B35-8BA3-F212E5087DAC}"/>
          </ac:spMkLst>
        </pc:spChg>
        <pc:spChg chg="del">
          <ac:chgData name="Simone Beets" userId="5adb261a4dd6137b" providerId="LiveId" clId="{1F3AC849-F215-41EC-84EC-A04449DBE6BC}" dt="2025-03-16T08:52:48.557" v="2760" actId="478"/>
          <ac:spMkLst>
            <pc:docMk/>
            <pc:sldMk cId="2548823524" sldId="403"/>
            <ac:spMk id="4" creationId="{58D61C44-9A9F-FCF5-C1BA-5D42076F93C8}"/>
          </ac:spMkLst>
        </pc:spChg>
        <pc:spChg chg="add mod">
          <ac:chgData name="Simone Beets" userId="5adb261a4dd6137b" providerId="LiveId" clId="{1F3AC849-F215-41EC-84EC-A04449DBE6BC}" dt="2025-03-16T08:53:37.772" v="2776" actId="14100"/>
          <ac:spMkLst>
            <pc:docMk/>
            <pc:sldMk cId="2548823524" sldId="403"/>
            <ac:spMk id="6" creationId="{A2438DED-9F8A-F31C-481C-FE54C787E2FA}"/>
          </ac:spMkLst>
        </pc:spChg>
        <pc:spChg chg="del">
          <ac:chgData name="Simone Beets" userId="5adb261a4dd6137b" providerId="LiveId" clId="{1F3AC849-F215-41EC-84EC-A04449DBE6BC}" dt="2025-03-16T08:52:40.318" v="2754" actId="478"/>
          <ac:spMkLst>
            <pc:docMk/>
            <pc:sldMk cId="2548823524" sldId="403"/>
            <ac:spMk id="7" creationId="{CCBEBBE6-10CC-1F5F-EC1C-9F5E64F9B980}"/>
          </ac:spMkLst>
        </pc:spChg>
        <pc:spChg chg="add del mod">
          <ac:chgData name="Simone Beets" userId="5adb261a4dd6137b" providerId="LiveId" clId="{1F3AC849-F215-41EC-84EC-A04449DBE6BC}" dt="2025-03-16T08:53:30.070" v="2774" actId="478"/>
          <ac:spMkLst>
            <pc:docMk/>
            <pc:sldMk cId="2548823524" sldId="403"/>
            <ac:spMk id="8" creationId="{68FC1235-22A1-8691-AEC9-4C02CE546F76}"/>
          </ac:spMkLst>
        </pc:spChg>
        <pc:spChg chg="del">
          <ac:chgData name="Simone Beets" userId="5adb261a4dd6137b" providerId="LiveId" clId="{1F3AC849-F215-41EC-84EC-A04449DBE6BC}" dt="2025-03-16T08:52:44.879" v="2757" actId="478"/>
          <ac:spMkLst>
            <pc:docMk/>
            <pc:sldMk cId="2548823524" sldId="403"/>
            <ac:spMk id="13" creationId="{B6E0CC12-AE07-B483-E6A6-9CD40C16E6FF}"/>
          </ac:spMkLst>
        </pc:spChg>
        <pc:spChg chg="del">
          <ac:chgData name="Simone Beets" userId="5adb261a4dd6137b" providerId="LiveId" clId="{1F3AC849-F215-41EC-84EC-A04449DBE6BC}" dt="2025-03-16T08:52:46.317" v="2758" actId="478"/>
          <ac:spMkLst>
            <pc:docMk/>
            <pc:sldMk cId="2548823524" sldId="403"/>
            <ac:spMk id="14" creationId="{A6383DEA-87F7-CD05-C87A-67A74541D2D0}"/>
          </ac:spMkLst>
        </pc:spChg>
        <pc:spChg chg="del">
          <ac:chgData name="Simone Beets" userId="5adb261a4dd6137b" providerId="LiveId" clId="{1F3AC849-F215-41EC-84EC-A04449DBE6BC}" dt="2025-03-16T08:53:27.837" v="2773" actId="478"/>
          <ac:spMkLst>
            <pc:docMk/>
            <pc:sldMk cId="2548823524" sldId="403"/>
            <ac:spMk id="20482" creationId="{3E6B88BF-302D-24FB-B692-BAEA742A71D4}"/>
          </ac:spMkLst>
        </pc:spChg>
        <pc:picChg chg="add del mod">
          <ac:chgData name="Simone Beets" userId="5adb261a4dd6137b" providerId="LiveId" clId="{1F3AC849-F215-41EC-84EC-A04449DBE6BC}" dt="2025-03-16T08:53:01.750" v="2764" actId="478"/>
          <ac:picMkLst>
            <pc:docMk/>
            <pc:sldMk cId="2548823524" sldId="403"/>
            <ac:picMk id="2" creationId="{B3470A0D-A85C-410D-2E21-BED760D744E6}"/>
          </ac:picMkLst>
        </pc:picChg>
        <pc:cxnChg chg="del">
          <ac:chgData name="Simone Beets" userId="5adb261a4dd6137b" providerId="LiveId" clId="{1F3AC849-F215-41EC-84EC-A04449DBE6BC}" dt="2025-03-16T08:52:49.311" v="2761" actId="478"/>
          <ac:cxnSpMkLst>
            <pc:docMk/>
            <pc:sldMk cId="2548823524" sldId="403"/>
            <ac:cxnSpMk id="5" creationId="{7985160E-449B-EBEA-1889-7D42C598FAE4}"/>
          </ac:cxnSpMkLst>
        </pc:cxnChg>
        <pc:cxnChg chg="del">
          <ac:chgData name="Simone Beets" userId="5adb261a4dd6137b" providerId="LiveId" clId="{1F3AC849-F215-41EC-84EC-A04449DBE6BC}" dt="2025-03-16T08:52:46.870" v="2759" actId="478"/>
          <ac:cxnSpMkLst>
            <pc:docMk/>
            <pc:sldMk cId="2548823524" sldId="403"/>
            <ac:cxnSpMk id="15" creationId="{D6A7014E-2BBE-23FB-3499-0EE240357B50}"/>
          </ac:cxnSpMkLst>
        </pc:cxnChg>
      </pc:sldChg>
      <pc:sldChg chg="modSp add mod ord modAnim modNotesTx">
        <pc:chgData name="Simone Beets" userId="5adb261a4dd6137b" providerId="LiveId" clId="{1F3AC849-F215-41EC-84EC-A04449DBE6BC}" dt="2025-03-17T04:53:13.090" v="5110" actId="20577"/>
        <pc:sldMkLst>
          <pc:docMk/>
          <pc:sldMk cId="741803763" sldId="404"/>
        </pc:sldMkLst>
        <pc:spChg chg="mod">
          <ac:chgData name="Simone Beets" userId="5adb261a4dd6137b" providerId="LiveId" clId="{1F3AC849-F215-41EC-84EC-A04449DBE6BC}" dt="2025-03-16T08:56:00.086" v="2948" actId="20577"/>
          <ac:spMkLst>
            <pc:docMk/>
            <pc:sldMk cId="741803763" sldId="404"/>
            <ac:spMk id="20482" creationId="{06F308BA-C4E5-F072-5B55-1FB22693DA9F}"/>
          </ac:spMkLst>
        </pc:spChg>
        <pc:spChg chg="mod">
          <ac:chgData name="Simone Beets" userId="5adb261a4dd6137b" providerId="LiveId" clId="{1F3AC849-F215-41EC-84EC-A04449DBE6BC}" dt="2025-03-17T04:53:13.090" v="5110" actId="20577"/>
          <ac:spMkLst>
            <pc:docMk/>
            <pc:sldMk cId="741803763" sldId="404"/>
            <ac:spMk id="20483" creationId="{65DF81A0-3ED5-19E2-4A14-CDCA6AFE82B6}"/>
          </ac:spMkLst>
        </pc:spChg>
      </pc:sldChg>
      <pc:sldChg chg="addSp delSp modSp add mod delAnim modAnim modNotesTx">
        <pc:chgData name="Simone Beets" userId="5adb261a4dd6137b" providerId="LiveId" clId="{1F3AC849-F215-41EC-84EC-A04449DBE6BC}" dt="2025-03-16T10:30:45.426" v="3965" actId="6549"/>
        <pc:sldMkLst>
          <pc:docMk/>
          <pc:sldMk cId="1601805029" sldId="405"/>
        </pc:sldMkLst>
        <pc:spChg chg="add del mod">
          <ac:chgData name="Simone Beets" userId="5adb261a4dd6137b" providerId="LiveId" clId="{1F3AC849-F215-41EC-84EC-A04449DBE6BC}" dt="2025-03-16T09:00:37.125" v="3206" actId="478"/>
          <ac:spMkLst>
            <pc:docMk/>
            <pc:sldMk cId="1601805029" sldId="405"/>
            <ac:spMk id="2" creationId="{4E3C8EFE-D823-0989-6719-A3BF5431BEF9}"/>
          </ac:spMkLst>
        </pc:spChg>
        <pc:spChg chg="add mod">
          <ac:chgData name="Simone Beets" userId="5adb261a4dd6137b" providerId="LiveId" clId="{1F3AC849-F215-41EC-84EC-A04449DBE6BC}" dt="2025-03-16T09:04:22.133" v="3237" actId="1076"/>
          <ac:spMkLst>
            <pc:docMk/>
            <pc:sldMk cId="1601805029" sldId="405"/>
            <ac:spMk id="3" creationId="{12BF026B-7858-C7CF-030C-51E32FD8C644}"/>
          </ac:spMkLst>
        </pc:spChg>
        <pc:spChg chg="add del mod">
          <ac:chgData name="Simone Beets" userId="5adb261a4dd6137b" providerId="LiveId" clId="{1F3AC849-F215-41EC-84EC-A04449DBE6BC}" dt="2025-03-16T09:01:47.621" v="3217" actId="478"/>
          <ac:spMkLst>
            <pc:docMk/>
            <pc:sldMk cId="1601805029" sldId="405"/>
            <ac:spMk id="4" creationId="{E68A2097-5ADC-7D48-4112-AEC35F24F80A}"/>
          </ac:spMkLst>
        </pc:spChg>
        <pc:spChg chg="add del mod">
          <ac:chgData name="Simone Beets" userId="5adb261a4dd6137b" providerId="LiveId" clId="{1F3AC849-F215-41EC-84EC-A04449DBE6BC}" dt="2025-03-16T09:03:26.270" v="3228" actId="478"/>
          <ac:spMkLst>
            <pc:docMk/>
            <pc:sldMk cId="1601805029" sldId="405"/>
            <ac:spMk id="5" creationId="{EF7C4229-B4B8-3981-6A53-A50D2ADA2117}"/>
          </ac:spMkLst>
        </pc:spChg>
        <pc:spChg chg="add del mod">
          <ac:chgData name="Simone Beets" userId="5adb261a4dd6137b" providerId="LiveId" clId="{1F3AC849-F215-41EC-84EC-A04449DBE6BC}" dt="2025-03-16T09:03:25.405" v="3227" actId="478"/>
          <ac:spMkLst>
            <pc:docMk/>
            <pc:sldMk cId="1601805029" sldId="405"/>
            <ac:spMk id="7" creationId="{C031A4AA-07D0-78D9-AD5C-6B565C8310F1}"/>
          </ac:spMkLst>
        </pc:spChg>
        <pc:spChg chg="add del mod">
          <ac:chgData name="Simone Beets" userId="5adb261a4dd6137b" providerId="LiveId" clId="{1F3AC849-F215-41EC-84EC-A04449DBE6BC}" dt="2025-03-16T09:03:45.173" v="3234" actId="478"/>
          <ac:spMkLst>
            <pc:docMk/>
            <pc:sldMk cId="1601805029" sldId="405"/>
            <ac:spMk id="8" creationId="{2E24D5EE-2920-85DE-D208-2E5FC923CE02}"/>
          </ac:spMkLst>
        </pc:spChg>
        <pc:spChg chg="add mod">
          <ac:chgData name="Simone Beets" userId="5adb261a4dd6137b" providerId="LiveId" clId="{1F3AC849-F215-41EC-84EC-A04449DBE6BC}" dt="2025-03-16T09:03:42.804" v="3233" actId="1076"/>
          <ac:spMkLst>
            <pc:docMk/>
            <pc:sldMk cId="1601805029" sldId="405"/>
            <ac:spMk id="10" creationId="{45F5FC0B-D62B-E76B-4A29-A354D7F33408}"/>
          </ac:spMkLst>
        </pc:spChg>
        <pc:spChg chg="add mod">
          <ac:chgData name="Simone Beets" userId="5adb261a4dd6137b" providerId="LiveId" clId="{1F3AC849-F215-41EC-84EC-A04449DBE6BC}" dt="2025-03-16T09:03:33.512" v="3230" actId="1076"/>
          <ac:spMkLst>
            <pc:docMk/>
            <pc:sldMk cId="1601805029" sldId="405"/>
            <ac:spMk id="13" creationId="{989BB416-9BA9-1561-132F-D719513C2BB3}"/>
          </ac:spMkLst>
        </pc:spChg>
        <pc:spChg chg="mod">
          <ac:chgData name="Simone Beets" userId="5adb261a4dd6137b" providerId="LiveId" clId="{1F3AC849-F215-41EC-84EC-A04449DBE6BC}" dt="2025-03-16T09:00:32.101" v="3204" actId="20577"/>
          <ac:spMkLst>
            <pc:docMk/>
            <pc:sldMk cId="1601805029" sldId="405"/>
            <ac:spMk id="20482" creationId="{C54AF2B1-81B8-EF85-F5AB-B9CA1C34145A}"/>
          </ac:spMkLst>
        </pc:spChg>
        <pc:spChg chg="del">
          <ac:chgData name="Simone Beets" userId="5adb261a4dd6137b" providerId="LiveId" clId="{1F3AC849-F215-41EC-84EC-A04449DBE6BC}" dt="2025-03-16T09:00:34.965" v="3205" actId="478"/>
          <ac:spMkLst>
            <pc:docMk/>
            <pc:sldMk cId="1601805029" sldId="405"/>
            <ac:spMk id="20483" creationId="{73C341A5-6CBC-07E9-A7F8-29C6DEDDAECC}"/>
          </ac:spMkLst>
        </pc:spChg>
        <pc:graphicFrameChg chg="add del mod">
          <ac:chgData name="Simone Beets" userId="5adb261a4dd6137b" providerId="LiveId" clId="{1F3AC849-F215-41EC-84EC-A04449DBE6BC}" dt="2025-03-16T09:02:49.451" v="3224" actId="478"/>
          <ac:graphicFrameMkLst>
            <pc:docMk/>
            <pc:sldMk cId="1601805029" sldId="405"/>
            <ac:graphicFrameMk id="6" creationId="{5EFBACF9-7220-B1D3-198B-331FA84ED0CD}"/>
          </ac:graphicFrameMkLst>
        </pc:graphicFrameChg>
        <pc:graphicFrameChg chg="add mod">
          <ac:chgData name="Simone Beets" userId="5adb261a4dd6137b" providerId="LiveId" clId="{1F3AC849-F215-41EC-84EC-A04449DBE6BC}" dt="2025-03-16T09:04:49.221" v="3241" actId="12100"/>
          <ac:graphicFrameMkLst>
            <pc:docMk/>
            <pc:sldMk cId="1601805029" sldId="405"/>
            <ac:graphicFrameMk id="9" creationId="{5A4DB6C3-73BE-3CB5-3972-438570FD04EF}"/>
          </ac:graphicFrameMkLst>
        </pc:graphicFrameChg>
        <pc:graphicFrameChg chg="add mod">
          <ac:chgData name="Simone Beets" userId="5adb261a4dd6137b" providerId="LiveId" clId="{1F3AC849-F215-41EC-84EC-A04449DBE6BC}" dt="2025-03-16T09:09:20.389" v="3304" actId="1076"/>
          <ac:graphicFrameMkLst>
            <pc:docMk/>
            <pc:sldMk cId="1601805029" sldId="405"/>
            <ac:graphicFrameMk id="11" creationId="{43A0890C-BF56-47BA-544D-F587AEBCF068}"/>
          </ac:graphicFrameMkLst>
        </pc:graphicFrameChg>
        <pc:graphicFrameChg chg="add mod">
          <ac:chgData name="Simone Beets" userId="5adb261a4dd6137b" providerId="LiveId" clId="{1F3AC849-F215-41EC-84EC-A04449DBE6BC}" dt="2025-03-16T09:09:32.179" v="3315" actId="1076"/>
          <ac:graphicFrameMkLst>
            <pc:docMk/>
            <pc:sldMk cId="1601805029" sldId="405"/>
            <ac:graphicFrameMk id="12" creationId="{DB45F1BE-DA0F-7CBA-3A29-A5B3A523DDA0}"/>
          </ac:graphicFrameMkLst>
        </pc:graphicFrameChg>
      </pc:sldChg>
      <pc:sldChg chg="modSp add mod ord modAnim modNotesTx">
        <pc:chgData name="Simone Beets" userId="5adb261a4dd6137b" providerId="LiveId" clId="{1F3AC849-F215-41EC-84EC-A04449DBE6BC}" dt="2025-03-16T10:31:29.418" v="3970" actId="20577"/>
        <pc:sldMkLst>
          <pc:docMk/>
          <pc:sldMk cId="4220622377" sldId="406"/>
        </pc:sldMkLst>
        <pc:spChg chg="mod">
          <ac:chgData name="Simone Beets" userId="5adb261a4dd6137b" providerId="LiveId" clId="{1F3AC849-F215-41EC-84EC-A04449DBE6BC}" dt="2025-03-16T09:10:17.724" v="3323" actId="20577"/>
          <ac:spMkLst>
            <pc:docMk/>
            <pc:sldMk cId="4220622377" sldId="406"/>
            <ac:spMk id="20482" creationId="{C9D186E5-1775-A35A-939C-EDC4C2F10EF6}"/>
          </ac:spMkLst>
        </pc:spChg>
        <pc:spChg chg="mod">
          <ac:chgData name="Simone Beets" userId="5adb261a4dd6137b" providerId="LiveId" clId="{1F3AC849-F215-41EC-84EC-A04449DBE6BC}" dt="2025-03-16T09:14:44.100" v="3584" actId="20577"/>
          <ac:spMkLst>
            <pc:docMk/>
            <pc:sldMk cId="4220622377" sldId="406"/>
            <ac:spMk id="20483" creationId="{A1CDE663-3C7B-E9B9-E150-194815ECB4F0}"/>
          </ac:spMkLst>
        </pc:spChg>
      </pc:sldChg>
      <pc:sldChg chg="modSp add ord modAnim modNotesTx">
        <pc:chgData name="Simone Beets" userId="5adb261a4dd6137b" providerId="LiveId" clId="{1F3AC849-F215-41EC-84EC-A04449DBE6BC}" dt="2025-03-16T10:31:49.149" v="3974" actId="6549"/>
        <pc:sldMkLst>
          <pc:docMk/>
          <pc:sldMk cId="2242960218" sldId="407"/>
        </pc:sldMkLst>
        <pc:spChg chg="mod">
          <ac:chgData name="Simone Beets" userId="5adb261a4dd6137b" providerId="LiveId" clId="{1F3AC849-F215-41EC-84EC-A04449DBE6BC}" dt="2025-03-16T10:26:15.850" v="3956" actId="20577"/>
          <ac:spMkLst>
            <pc:docMk/>
            <pc:sldMk cId="2242960218" sldId="407"/>
            <ac:spMk id="20483" creationId="{818F24B0-E0B3-FBD5-6C44-CDCC7282B193}"/>
          </ac:spMkLst>
        </pc:spChg>
      </pc:sldChg>
      <pc:sldChg chg="addSp delSp modSp add mod delAnim modAnim modNotesTx">
        <pc:chgData name="Simone Beets" userId="5adb261a4dd6137b" providerId="LiveId" clId="{1F3AC849-F215-41EC-84EC-A04449DBE6BC}" dt="2025-03-16T10:30:52.501" v="3966"/>
        <pc:sldMkLst>
          <pc:docMk/>
          <pc:sldMk cId="976054929" sldId="408"/>
        </pc:sldMkLst>
        <pc:spChg chg="add mod">
          <ac:chgData name="Simone Beets" userId="5adb261a4dd6137b" providerId="LiveId" clId="{1F3AC849-F215-41EC-84EC-A04449DBE6BC}" dt="2025-03-16T09:24:43.100" v="3588" actId="478"/>
          <ac:spMkLst>
            <pc:docMk/>
            <pc:sldMk cId="976054929" sldId="408"/>
            <ac:spMk id="2" creationId="{2E736E39-51DC-06C3-AF37-0FD451ED1BAD}"/>
          </ac:spMkLst>
        </pc:spChg>
        <pc:spChg chg="add del mod">
          <ac:chgData name="Simone Beets" userId="5adb261a4dd6137b" providerId="LiveId" clId="{1F3AC849-F215-41EC-84EC-A04449DBE6BC}" dt="2025-03-16T09:26:37.422" v="3619" actId="313"/>
          <ac:spMkLst>
            <pc:docMk/>
            <pc:sldMk cId="976054929" sldId="408"/>
            <ac:spMk id="3" creationId="{F963A8E4-F725-ABAC-4B83-82564C24CD18}"/>
          </ac:spMkLst>
        </pc:spChg>
        <pc:spChg chg="add mod">
          <ac:chgData name="Simone Beets" userId="5adb261a4dd6137b" providerId="LiveId" clId="{1F3AC849-F215-41EC-84EC-A04449DBE6BC}" dt="2025-03-16T09:25:47.241" v="3605" actId="1076"/>
          <ac:spMkLst>
            <pc:docMk/>
            <pc:sldMk cId="976054929" sldId="408"/>
            <ac:spMk id="5" creationId="{4BAA01C7-D5B8-EC00-11A6-44769E248C89}"/>
          </ac:spMkLst>
        </pc:spChg>
        <pc:spChg chg="del">
          <ac:chgData name="Simone Beets" userId="5adb261a4dd6137b" providerId="LiveId" clId="{1F3AC849-F215-41EC-84EC-A04449DBE6BC}" dt="2025-03-16T09:24:59.188" v="3594" actId="478"/>
          <ac:spMkLst>
            <pc:docMk/>
            <pc:sldMk cId="976054929" sldId="408"/>
            <ac:spMk id="10" creationId="{B4C073CB-9B66-0D49-5ECB-FC43E9AEA0EC}"/>
          </ac:spMkLst>
        </pc:spChg>
        <pc:spChg chg="del">
          <ac:chgData name="Simone Beets" userId="5adb261a4dd6137b" providerId="LiveId" clId="{1F3AC849-F215-41EC-84EC-A04449DBE6BC}" dt="2025-03-16T09:24:57.868" v="3593" actId="478"/>
          <ac:spMkLst>
            <pc:docMk/>
            <pc:sldMk cId="976054929" sldId="408"/>
            <ac:spMk id="13" creationId="{84AC76A4-DF42-996F-9FC3-36FC34D795FF}"/>
          </ac:spMkLst>
        </pc:spChg>
        <pc:spChg chg="mod">
          <ac:chgData name="Simone Beets" userId="5adb261a4dd6137b" providerId="LiveId" clId="{1F3AC849-F215-41EC-84EC-A04449DBE6BC}" dt="2025-03-16T09:27:56.080" v="3675" actId="20577"/>
          <ac:spMkLst>
            <pc:docMk/>
            <pc:sldMk cId="976054929" sldId="408"/>
            <ac:spMk id="20482" creationId="{2CAE6D7A-7285-E777-C0CF-B52ECE7B5724}"/>
          </ac:spMkLst>
        </pc:spChg>
        <pc:graphicFrameChg chg="del">
          <ac:chgData name="Simone Beets" userId="5adb261a4dd6137b" providerId="LiveId" clId="{1F3AC849-F215-41EC-84EC-A04449DBE6BC}" dt="2025-03-16T09:24:54.992" v="3592" actId="478"/>
          <ac:graphicFrameMkLst>
            <pc:docMk/>
            <pc:sldMk cId="976054929" sldId="408"/>
            <ac:graphicFrameMk id="9" creationId="{6793C658-DCE5-9A0C-396A-A208A3A24C59}"/>
          </ac:graphicFrameMkLst>
        </pc:graphicFrameChg>
        <pc:graphicFrameChg chg="del">
          <ac:chgData name="Simone Beets" userId="5adb261a4dd6137b" providerId="LiveId" clId="{1F3AC849-F215-41EC-84EC-A04449DBE6BC}" dt="2025-03-16T09:24:52.569" v="3591" actId="478"/>
          <ac:graphicFrameMkLst>
            <pc:docMk/>
            <pc:sldMk cId="976054929" sldId="408"/>
            <ac:graphicFrameMk id="11" creationId="{B0F0BD8B-F5AA-4065-D598-758A0F50CA1A}"/>
          </ac:graphicFrameMkLst>
        </pc:graphicFrameChg>
        <pc:graphicFrameChg chg="del">
          <ac:chgData name="Simone Beets" userId="5adb261a4dd6137b" providerId="LiveId" clId="{1F3AC849-F215-41EC-84EC-A04449DBE6BC}" dt="2025-03-16T09:24:49.752" v="3590" actId="478"/>
          <ac:graphicFrameMkLst>
            <pc:docMk/>
            <pc:sldMk cId="976054929" sldId="408"/>
            <ac:graphicFrameMk id="12" creationId="{E480FBC2-AF96-96B0-BC77-8520EDBAD6E3}"/>
          </ac:graphicFrameMkLst>
        </pc:graphicFrameChg>
        <pc:picChg chg="add mod">
          <ac:chgData name="Simone Beets" userId="5adb261a4dd6137b" providerId="LiveId" clId="{1F3AC849-F215-41EC-84EC-A04449DBE6BC}" dt="2025-03-16T09:25:52.191" v="3606" actId="1076"/>
          <ac:picMkLst>
            <pc:docMk/>
            <pc:sldMk cId="976054929" sldId="408"/>
            <ac:picMk id="6" creationId="{428F8644-7E59-3ACD-DDAC-E3797D9C77F9}"/>
          </ac:picMkLst>
        </pc:picChg>
      </pc:sldChg>
      <pc:sldChg chg="add del">
        <pc:chgData name="Simone Beets" userId="5adb261a4dd6137b" providerId="LiveId" clId="{1F3AC849-F215-41EC-84EC-A04449DBE6BC}" dt="2025-03-16T09:15:46.771" v="3586" actId="47"/>
        <pc:sldMkLst>
          <pc:docMk/>
          <pc:sldMk cId="1278055312" sldId="408"/>
        </pc:sldMkLst>
      </pc:sldChg>
      <pc:sldChg chg="add del">
        <pc:chgData name="Simone Beets" userId="5adb261a4dd6137b" providerId="LiveId" clId="{1F3AC849-F215-41EC-84EC-A04449DBE6BC}" dt="2025-03-16T09:28:02.304" v="3677" actId="47"/>
        <pc:sldMkLst>
          <pc:docMk/>
          <pc:sldMk cId="3871225136" sldId="409"/>
        </pc:sldMkLst>
      </pc:sldChg>
      <pc:sldChg chg="addSp modSp add mod modAnim modNotesTx">
        <pc:chgData name="Simone Beets" userId="5adb261a4dd6137b" providerId="LiveId" clId="{1F3AC849-F215-41EC-84EC-A04449DBE6BC}" dt="2025-03-16T10:31:38.901" v="3971" actId="6549"/>
        <pc:sldMkLst>
          <pc:docMk/>
          <pc:sldMk cId="246443275" sldId="410"/>
        </pc:sldMkLst>
        <pc:spChg chg="add mod">
          <ac:chgData name="Simone Beets" userId="5adb261a4dd6137b" providerId="LiveId" clId="{1F3AC849-F215-41EC-84EC-A04449DBE6BC}" dt="2025-03-16T09:29:41.550" v="3687"/>
          <ac:spMkLst>
            <pc:docMk/>
            <pc:sldMk cId="246443275" sldId="410"/>
            <ac:spMk id="2" creationId="{5363C1B6-4E7B-4D7F-CB1E-DF98C2482EF4}"/>
          </ac:spMkLst>
        </pc:spChg>
        <pc:spChg chg="mod">
          <ac:chgData name="Simone Beets" userId="5adb261a4dd6137b" providerId="LiveId" clId="{1F3AC849-F215-41EC-84EC-A04449DBE6BC}" dt="2025-03-16T09:28:45.299" v="3681" actId="14100"/>
          <ac:spMkLst>
            <pc:docMk/>
            <pc:sldMk cId="246443275" sldId="410"/>
            <ac:spMk id="5" creationId="{5A50D3C8-42BB-3BE9-4338-37BA611B368C}"/>
          </ac:spMkLst>
        </pc:spChg>
      </pc:sldChg>
      <pc:sldChg chg="delSp modSp add mod modAnim modNotesTx">
        <pc:chgData name="Simone Beets" userId="5adb261a4dd6137b" providerId="LiveId" clId="{1F3AC849-F215-41EC-84EC-A04449DBE6BC}" dt="2025-03-16T10:31:42.100" v="3972" actId="6549"/>
        <pc:sldMkLst>
          <pc:docMk/>
          <pc:sldMk cId="852655609" sldId="411"/>
        </pc:sldMkLst>
        <pc:spChg chg="del">
          <ac:chgData name="Simone Beets" userId="5adb261a4dd6137b" providerId="LiveId" clId="{1F3AC849-F215-41EC-84EC-A04449DBE6BC}" dt="2025-03-16T09:30:03.778" v="3691" actId="478"/>
          <ac:spMkLst>
            <pc:docMk/>
            <pc:sldMk cId="852655609" sldId="411"/>
            <ac:spMk id="2" creationId="{1BA5479D-3325-040C-D196-E40278C53136}"/>
          </ac:spMkLst>
        </pc:spChg>
        <pc:spChg chg="mod">
          <ac:chgData name="Simone Beets" userId="5adb261a4dd6137b" providerId="LiveId" clId="{1F3AC849-F215-41EC-84EC-A04449DBE6BC}" dt="2025-03-16T09:30:01.695" v="3690" actId="14100"/>
          <ac:spMkLst>
            <pc:docMk/>
            <pc:sldMk cId="852655609" sldId="411"/>
            <ac:spMk id="5" creationId="{B1091891-1FC7-295B-65F3-4A525637BB52}"/>
          </ac:spMkLst>
        </pc:spChg>
      </pc:sldChg>
      <pc:sldChg chg="delSp modSp add mod ord modAnim modNotesTx">
        <pc:chgData name="Simone Beets" userId="5adb261a4dd6137b" providerId="LiveId" clId="{1F3AC849-F215-41EC-84EC-A04449DBE6BC}" dt="2025-03-16T10:31:44.604" v="3973" actId="6549"/>
        <pc:sldMkLst>
          <pc:docMk/>
          <pc:sldMk cId="395443802" sldId="412"/>
        </pc:sldMkLst>
        <pc:spChg chg="del">
          <ac:chgData name="Simone Beets" userId="5adb261a4dd6137b" providerId="LiveId" clId="{1F3AC849-F215-41EC-84EC-A04449DBE6BC}" dt="2025-03-16T09:36:12.026" v="3737" actId="478"/>
          <ac:spMkLst>
            <pc:docMk/>
            <pc:sldMk cId="395443802" sldId="412"/>
            <ac:spMk id="2" creationId="{ACD761A8-915E-148E-3A1C-EEC2BC946091}"/>
          </ac:spMkLst>
        </pc:spChg>
        <pc:spChg chg="mod">
          <ac:chgData name="Simone Beets" userId="5adb261a4dd6137b" providerId="LiveId" clId="{1F3AC849-F215-41EC-84EC-A04449DBE6BC}" dt="2025-03-16T09:38:20.623" v="3752" actId="14100"/>
          <ac:spMkLst>
            <pc:docMk/>
            <pc:sldMk cId="395443802" sldId="412"/>
            <ac:spMk id="5" creationId="{5E57C63E-7A03-014D-1C21-35E4095AF5BF}"/>
          </ac:spMkLst>
        </pc:spChg>
      </pc:sldChg>
      <pc:sldChg chg="modSp add mod modAnim modNotesTx">
        <pc:chgData name="Simone Beets" userId="5adb261a4dd6137b" providerId="LiveId" clId="{1F3AC849-F215-41EC-84EC-A04449DBE6BC}" dt="2025-03-16T10:31:51.981" v="3975" actId="6549"/>
        <pc:sldMkLst>
          <pc:docMk/>
          <pc:sldMk cId="438604043" sldId="413"/>
        </pc:sldMkLst>
        <pc:spChg chg="mod">
          <ac:chgData name="Simone Beets" userId="5adb261a4dd6137b" providerId="LiveId" clId="{1F3AC849-F215-41EC-84EC-A04449DBE6BC}" dt="2025-03-16T09:39:49.569" v="3789" actId="20577"/>
          <ac:spMkLst>
            <pc:docMk/>
            <pc:sldMk cId="438604043" sldId="413"/>
            <ac:spMk id="20482" creationId="{FEA92F38-65D0-C0E0-5048-DE6838B6EE7F}"/>
          </ac:spMkLst>
        </pc:spChg>
        <pc:spChg chg="mod">
          <ac:chgData name="Simone Beets" userId="5adb261a4dd6137b" providerId="LiveId" clId="{1F3AC849-F215-41EC-84EC-A04449DBE6BC}" dt="2025-03-16T09:40:50.746" v="3804" actId="2711"/>
          <ac:spMkLst>
            <pc:docMk/>
            <pc:sldMk cId="438604043" sldId="413"/>
            <ac:spMk id="20483" creationId="{188094E2-0B60-3B5F-4EC7-A9B193F2540E}"/>
          </ac:spMkLst>
        </pc:spChg>
      </pc:sldChg>
      <pc:sldChg chg="modSp add mod modAnim modNotesTx">
        <pc:chgData name="Simone Beets" userId="5adb261a4dd6137b" providerId="LiveId" clId="{1F3AC849-F215-41EC-84EC-A04449DBE6BC}" dt="2025-03-16T10:31:55.431" v="3976" actId="6549"/>
        <pc:sldMkLst>
          <pc:docMk/>
          <pc:sldMk cId="3096865357" sldId="414"/>
        </pc:sldMkLst>
        <pc:spChg chg="mod">
          <ac:chgData name="Simone Beets" userId="5adb261a4dd6137b" providerId="LiveId" clId="{1F3AC849-F215-41EC-84EC-A04449DBE6BC}" dt="2025-03-16T09:41:05.513" v="3827" actId="20577"/>
          <ac:spMkLst>
            <pc:docMk/>
            <pc:sldMk cId="3096865357" sldId="414"/>
            <ac:spMk id="20482" creationId="{06F8FA6F-2501-8BB7-1A0E-F5C2F348FF95}"/>
          </ac:spMkLst>
        </pc:spChg>
        <pc:spChg chg="mod">
          <ac:chgData name="Simone Beets" userId="5adb261a4dd6137b" providerId="LiveId" clId="{1F3AC849-F215-41EC-84EC-A04449DBE6BC}" dt="2025-03-16T09:41:56.484" v="3837" actId="207"/>
          <ac:spMkLst>
            <pc:docMk/>
            <pc:sldMk cId="3096865357" sldId="414"/>
            <ac:spMk id="20483" creationId="{2357B275-4942-B1DD-2F83-942186EC977B}"/>
          </ac:spMkLst>
        </pc:spChg>
      </pc:sldChg>
      <pc:sldChg chg="modSp add mod modAnim modNotesTx">
        <pc:chgData name="Simone Beets" userId="5adb261a4dd6137b" providerId="LiveId" clId="{1F3AC849-F215-41EC-84EC-A04449DBE6BC}" dt="2025-03-16T10:36:49.868" v="4468" actId="20577"/>
        <pc:sldMkLst>
          <pc:docMk/>
          <pc:sldMk cId="3654530391" sldId="415"/>
        </pc:sldMkLst>
        <pc:spChg chg="mod">
          <ac:chgData name="Simone Beets" userId="5adb261a4dd6137b" providerId="LiveId" clId="{1F3AC849-F215-41EC-84EC-A04449DBE6BC}" dt="2025-03-16T09:42:13.098" v="3860" actId="20577"/>
          <ac:spMkLst>
            <pc:docMk/>
            <pc:sldMk cId="3654530391" sldId="415"/>
            <ac:spMk id="20482" creationId="{EFBD9EFE-363A-1D92-2C38-B8AF04108DDF}"/>
          </ac:spMkLst>
        </pc:spChg>
        <pc:spChg chg="mod">
          <ac:chgData name="Simone Beets" userId="5adb261a4dd6137b" providerId="LiveId" clId="{1F3AC849-F215-41EC-84EC-A04449DBE6BC}" dt="2025-03-16T10:35:43.411" v="4307" actId="20577"/>
          <ac:spMkLst>
            <pc:docMk/>
            <pc:sldMk cId="3654530391" sldId="415"/>
            <ac:spMk id="20483" creationId="{179B2A33-7637-C12B-3F98-86791992C878}"/>
          </ac:spMkLst>
        </pc:spChg>
      </pc:sldChg>
      <pc:sldChg chg="modSp add modAnim modNotesTx">
        <pc:chgData name="Simone Beets" userId="5adb261a4dd6137b" providerId="LiveId" clId="{1F3AC849-F215-41EC-84EC-A04449DBE6BC}" dt="2025-03-16T10:33:08.804" v="4076" actId="20577"/>
        <pc:sldMkLst>
          <pc:docMk/>
          <pc:sldMk cId="3180297522" sldId="416"/>
        </pc:sldMkLst>
        <pc:spChg chg="mod">
          <ac:chgData name="Simone Beets" userId="5adb261a4dd6137b" providerId="LiveId" clId="{1F3AC849-F215-41EC-84EC-A04449DBE6BC}" dt="2025-03-16T09:43:36.687" v="3886" actId="20577"/>
          <ac:spMkLst>
            <pc:docMk/>
            <pc:sldMk cId="3180297522" sldId="416"/>
            <ac:spMk id="20483" creationId="{6F1D9038-5BDB-881D-F422-3F113DA88EC7}"/>
          </ac:spMkLst>
        </pc:spChg>
      </pc:sldChg>
      <pc:sldChg chg="modSp add mod ord modNotesTx">
        <pc:chgData name="Simone Beets" userId="5adb261a4dd6137b" providerId="LiveId" clId="{1F3AC849-F215-41EC-84EC-A04449DBE6BC}" dt="2025-03-17T18:28:03.640" v="5646" actId="5793"/>
        <pc:sldMkLst>
          <pc:docMk/>
          <pc:sldMk cId="2083726452" sldId="417"/>
        </pc:sldMkLst>
        <pc:spChg chg="mod">
          <ac:chgData name="Simone Beets" userId="5adb261a4dd6137b" providerId="LiveId" clId="{1F3AC849-F215-41EC-84EC-A04449DBE6BC}" dt="2025-03-16T09:53:14.401" v="3903" actId="20577"/>
          <ac:spMkLst>
            <pc:docMk/>
            <pc:sldMk cId="2083726452" sldId="417"/>
            <ac:spMk id="4" creationId="{75A4E05B-43E3-0A03-907F-4BA2C7DAC52B}"/>
          </ac:spMkLst>
        </pc:spChg>
      </pc:sldChg>
      <pc:sldChg chg="add">
        <pc:chgData name="Simone Beets" userId="5adb261a4dd6137b" providerId="LiveId" clId="{1F3AC849-F215-41EC-84EC-A04449DBE6BC}" dt="2025-03-16T10:20:13.543" v="3935" actId="2890"/>
        <pc:sldMkLst>
          <pc:docMk/>
          <pc:sldMk cId="3637301509" sldId="418"/>
        </pc:sldMkLst>
      </pc:sldChg>
      <pc:sldChg chg="add modNotesTx">
        <pc:chgData name="Simone Beets" userId="5adb261a4dd6137b" providerId="LiveId" clId="{1F3AC849-F215-41EC-84EC-A04449DBE6BC}" dt="2025-03-17T18:26:30.771" v="5568" actId="20577"/>
        <pc:sldMkLst>
          <pc:docMk/>
          <pc:sldMk cId="4218234025" sldId="419"/>
        </pc:sldMkLst>
      </pc:sldChg>
      <pc:sldChg chg="addSp delSp modSp add mod ord modAnim">
        <pc:chgData name="Simone Beets" userId="5adb261a4dd6137b" providerId="LiveId" clId="{1F3AC849-F215-41EC-84EC-A04449DBE6BC}" dt="2025-03-17T06:36:50.868" v="5504"/>
        <pc:sldMkLst>
          <pc:docMk/>
          <pc:sldMk cId="2673821010" sldId="420"/>
        </pc:sldMkLst>
        <pc:spChg chg="add del mod">
          <ac:chgData name="Simone Beets" userId="5adb261a4dd6137b" providerId="LiveId" clId="{1F3AC849-F215-41EC-84EC-A04449DBE6BC}" dt="2025-03-17T06:34:37.231" v="5409" actId="478"/>
          <ac:spMkLst>
            <pc:docMk/>
            <pc:sldMk cId="2673821010" sldId="420"/>
            <ac:spMk id="2" creationId="{FA872698-A507-59D0-FDC4-24C857826FA8}"/>
          </ac:spMkLst>
        </pc:spChg>
        <pc:spChg chg="mod">
          <ac:chgData name="Simone Beets" userId="5adb261a4dd6137b" providerId="LiveId" clId="{1F3AC849-F215-41EC-84EC-A04449DBE6BC}" dt="2025-03-17T06:36:50.868" v="5504"/>
          <ac:spMkLst>
            <pc:docMk/>
            <pc:sldMk cId="2673821010" sldId="420"/>
            <ac:spMk id="20482" creationId="{5301ED1E-C8C2-66FB-2D0B-A24EA6032FB8}"/>
          </ac:spMkLst>
        </pc:spChg>
        <pc:spChg chg="del">
          <ac:chgData name="Simone Beets" userId="5adb261a4dd6137b" providerId="LiveId" clId="{1F3AC849-F215-41EC-84EC-A04449DBE6BC}" dt="2025-03-17T06:34:34.675" v="5408" actId="478"/>
          <ac:spMkLst>
            <pc:docMk/>
            <pc:sldMk cId="2673821010" sldId="420"/>
            <ac:spMk id="20483" creationId="{4B7764F4-5F99-4F9A-C38B-ACECD4C2252B}"/>
          </ac:spMkLst>
        </pc:spChg>
        <pc:picChg chg="add mod">
          <ac:chgData name="Simone Beets" userId="5adb261a4dd6137b" providerId="LiveId" clId="{1F3AC849-F215-41EC-84EC-A04449DBE6BC}" dt="2025-03-17T06:34:44.524" v="5411" actId="1076"/>
          <ac:picMkLst>
            <pc:docMk/>
            <pc:sldMk cId="2673821010" sldId="420"/>
            <ac:picMk id="4" creationId="{B8ED15EA-4284-36CC-E636-5A15D03B43C4}"/>
          </ac:picMkLst>
        </pc:picChg>
      </pc:sldChg>
      <pc:sldChg chg="modSp add mod ord modAnim">
        <pc:chgData name="Simone Beets" userId="5adb261a4dd6137b" providerId="LiveId" clId="{1F3AC849-F215-41EC-84EC-A04449DBE6BC}" dt="2025-03-17T06:39:04.103" v="5564" actId="20577"/>
        <pc:sldMkLst>
          <pc:docMk/>
          <pc:sldMk cId="3254186665" sldId="421"/>
        </pc:sldMkLst>
        <pc:spChg chg="mod">
          <ac:chgData name="Simone Beets" userId="5adb261a4dd6137b" providerId="LiveId" clId="{1F3AC849-F215-41EC-84EC-A04449DBE6BC}" dt="2025-03-17T06:35:59.304" v="5499" actId="20577"/>
          <ac:spMkLst>
            <pc:docMk/>
            <pc:sldMk cId="3254186665" sldId="421"/>
            <ac:spMk id="20482" creationId="{6B364D5E-8AA9-13EB-2AFB-506CEAB6808C}"/>
          </ac:spMkLst>
        </pc:spChg>
        <pc:spChg chg="mod">
          <ac:chgData name="Simone Beets" userId="5adb261a4dd6137b" providerId="LiveId" clId="{1F3AC849-F215-41EC-84EC-A04449DBE6BC}" dt="2025-03-17T06:39:04.103" v="5564" actId="20577"/>
          <ac:spMkLst>
            <pc:docMk/>
            <pc:sldMk cId="3254186665" sldId="421"/>
            <ac:spMk id="20483" creationId="{5E0C11DA-D002-4940-33B4-8205071D2BD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1E4CDE-FA9F-4F8B-9056-535E8922050D}"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ZA"/>
        </a:p>
      </dgm:t>
    </dgm:pt>
    <dgm:pt modelId="{2ED1690C-86AD-49F3-9538-D6C2B8A0C404}">
      <dgm:prSet phldrT="[Text]"/>
      <dgm:spPr>
        <a:solidFill>
          <a:srgbClr val="002060"/>
        </a:solidFill>
      </dgm:spPr>
      <dgm:t>
        <a:bodyPr/>
        <a:lstStyle/>
        <a:p>
          <a:r>
            <a:rPr lang="en-ZA" dirty="0"/>
            <a:t>What is it?</a:t>
          </a:r>
        </a:p>
      </dgm:t>
    </dgm:pt>
    <dgm:pt modelId="{D0409BE9-5284-493C-83A6-9D44E207E085}" type="parTrans" cxnId="{42DF5689-5BE4-4C74-B508-676739928364}">
      <dgm:prSet/>
      <dgm:spPr/>
      <dgm:t>
        <a:bodyPr/>
        <a:lstStyle/>
        <a:p>
          <a:endParaRPr lang="en-ZA"/>
        </a:p>
      </dgm:t>
    </dgm:pt>
    <dgm:pt modelId="{98A44B05-3F0A-412C-8074-A7639B0FE630}" type="sibTrans" cxnId="{42DF5689-5BE4-4C74-B508-676739928364}">
      <dgm:prSet/>
      <dgm:spPr>
        <a:ln w="38100"/>
      </dgm:spPr>
      <dgm:t>
        <a:bodyPr/>
        <a:lstStyle/>
        <a:p>
          <a:endParaRPr lang="en-ZA"/>
        </a:p>
      </dgm:t>
    </dgm:pt>
    <dgm:pt modelId="{73A99919-AD61-4670-9B05-0210C47991AF}">
      <dgm:prSet phldrT="[Text]"/>
      <dgm:spPr>
        <a:solidFill>
          <a:schemeClr val="accent1">
            <a:lumMod val="50000"/>
          </a:schemeClr>
        </a:solidFill>
      </dgm:spPr>
      <dgm:t>
        <a:bodyPr/>
        <a:lstStyle/>
        <a:p>
          <a:r>
            <a:rPr lang="en-US" altLang="en-US" dirty="0"/>
            <a:t>Class object</a:t>
          </a:r>
          <a:endParaRPr lang="en-ZA" dirty="0"/>
        </a:p>
      </dgm:t>
    </dgm:pt>
    <dgm:pt modelId="{E69543CA-5898-41D7-9788-098ACD5FE61A}" type="parTrans" cxnId="{2A2C4BB5-25ED-4B2F-B99D-9E1F652D0586}">
      <dgm:prSet/>
      <dgm:spPr/>
      <dgm:t>
        <a:bodyPr/>
        <a:lstStyle/>
        <a:p>
          <a:endParaRPr lang="en-ZA"/>
        </a:p>
      </dgm:t>
    </dgm:pt>
    <dgm:pt modelId="{1FD8B6A4-956B-4945-A99B-D84C1C8AAE69}" type="sibTrans" cxnId="{2A2C4BB5-25ED-4B2F-B99D-9E1F652D0586}">
      <dgm:prSet/>
      <dgm:spPr>
        <a:ln w="38100"/>
      </dgm:spPr>
      <dgm:t>
        <a:bodyPr/>
        <a:lstStyle/>
        <a:p>
          <a:endParaRPr lang="en-ZA"/>
        </a:p>
      </dgm:t>
    </dgm:pt>
    <dgm:pt modelId="{EE9858C2-B6F8-493C-92E8-E5A3071DAAD0}">
      <dgm:prSet phldrT="[Text]"/>
      <dgm:spPr>
        <a:solidFill>
          <a:srgbClr val="FEC000"/>
        </a:solidFill>
      </dgm:spPr>
      <dgm:t>
        <a:bodyPr/>
        <a:lstStyle/>
        <a:p>
          <a:r>
            <a:rPr lang="en-US" altLang="en-US" dirty="0"/>
            <a:t>Field object</a:t>
          </a:r>
          <a:endParaRPr lang="en-ZA" dirty="0"/>
        </a:p>
      </dgm:t>
    </dgm:pt>
    <dgm:pt modelId="{2073C8E3-6578-4200-9DC5-D932E52CE430}" type="parTrans" cxnId="{742A21BA-BB85-4622-ADCF-FBB07D3177CD}">
      <dgm:prSet/>
      <dgm:spPr/>
      <dgm:t>
        <a:bodyPr/>
        <a:lstStyle/>
        <a:p>
          <a:endParaRPr lang="en-ZA"/>
        </a:p>
      </dgm:t>
    </dgm:pt>
    <dgm:pt modelId="{9F606F67-BB12-4C32-87FD-D17F9B7E51C2}" type="sibTrans" cxnId="{742A21BA-BB85-4622-ADCF-FBB07D3177CD}">
      <dgm:prSet/>
      <dgm:spPr>
        <a:ln w="38100"/>
      </dgm:spPr>
      <dgm:t>
        <a:bodyPr/>
        <a:lstStyle/>
        <a:p>
          <a:endParaRPr lang="en-ZA"/>
        </a:p>
      </dgm:t>
    </dgm:pt>
    <dgm:pt modelId="{356C5AF5-483A-4A50-8CFD-A368E7306898}">
      <dgm:prSet phldrT="[Text]"/>
      <dgm:spPr>
        <a:solidFill>
          <a:srgbClr val="00B050"/>
        </a:solidFill>
      </dgm:spPr>
      <dgm:t>
        <a:bodyPr/>
        <a:lstStyle/>
        <a:p>
          <a:r>
            <a:rPr lang="en-US" altLang="en-US"/>
            <a:t>Method object</a:t>
          </a:r>
          <a:endParaRPr lang="en-ZA" dirty="0"/>
        </a:p>
      </dgm:t>
    </dgm:pt>
    <dgm:pt modelId="{F1D49EBC-4714-4142-97C0-302DCEDC8393}" type="parTrans" cxnId="{CBB7557B-6FE5-4433-8292-A0A5CD9BBC4D}">
      <dgm:prSet/>
      <dgm:spPr/>
      <dgm:t>
        <a:bodyPr/>
        <a:lstStyle/>
        <a:p>
          <a:endParaRPr lang="en-ZA"/>
        </a:p>
      </dgm:t>
    </dgm:pt>
    <dgm:pt modelId="{B1F35812-0C6A-44F9-BA81-AE0AC1F029C7}" type="sibTrans" cxnId="{CBB7557B-6FE5-4433-8292-A0A5CD9BBC4D}">
      <dgm:prSet/>
      <dgm:spPr>
        <a:ln w="38100"/>
      </dgm:spPr>
      <dgm:t>
        <a:bodyPr/>
        <a:lstStyle/>
        <a:p>
          <a:endParaRPr lang="en-ZA"/>
        </a:p>
      </dgm:t>
    </dgm:pt>
    <dgm:pt modelId="{BE3333E3-9C0A-49DC-88B9-5E5A093241BF}" type="pres">
      <dgm:prSet presAssocID="{891E4CDE-FA9F-4F8B-9056-535E8922050D}" presName="cycle" presStyleCnt="0">
        <dgm:presLayoutVars>
          <dgm:dir/>
          <dgm:resizeHandles val="exact"/>
        </dgm:presLayoutVars>
      </dgm:prSet>
      <dgm:spPr/>
    </dgm:pt>
    <dgm:pt modelId="{D035851A-8A4E-475E-9188-5B31C1B70B79}" type="pres">
      <dgm:prSet presAssocID="{2ED1690C-86AD-49F3-9538-D6C2B8A0C404}" presName="node" presStyleLbl="node1" presStyleIdx="0" presStyleCnt="4">
        <dgm:presLayoutVars>
          <dgm:bulletEnabled val="1"/>
        </dgm:presLayoutVars>
      </dgm:prSet>
      <dgm:spPr/>
    </dgm:pt>
    <dgm:pt modelId="{F6FFA7ED-5112-4FAE-9B1A-4D0868155091}" type="pres">
      <dgm:prSet presAssocID="{2ED1690C-86AD-49F3-9538-D6C2B8A0C404}" presName="spNode" presStyleCnt="0"/>
      <dgm:spPr/>
    </dgm:pt>
    <dgm:pt modelId="{DB9AC7CA-B93B-4333-BF04-C1BD9A039100}" type="pres">
      <dgm:prSet presAssocID="{98A44B05-3F0A-412C-8074-A7639B0FE630}" presName="sibTrans" presStyleLbl="sibTrans1D1" presStyleIdx="0" presStyleCnt="4"/>
      <dgm:spPr/>
    </dgm:pt>
    <dgm:pt modelId="{3F3A6CD5-F362-440E-B19C-B89B5623E073}" type="pres">
      <dgm:prSet presAssocID="{73A99919-AD61-4670-9B05-0210C47991AF}" presName="node" presStyleLbl="node1" presStyleIdx="1" presStyleCnt="4">
        <dgm:presLayoutVars>
          <dgm:bulletEnabled val="1"/>
        </dgm:presLayoutVars>
      </dgm:prSet>
      <dgm:spPr/>
    </dgm:pt>
    <dgm:pt modelId="{1DCCC1E4-BE5E-4A79-B070-26E1DA4E7CBB}" type="pres">
      <dgm:prSet presAssocID="{73A99919-AD61-4670-9B05-0210C47991AF}" presName="spNode" presStyleCnt="0"/>
      <dgm:spPr/>
    </dgm:pt>
    <dgm:pt modelId="{C837092B-EBC7-4778-B5DD-CAC5E49940DF}" type="pres">
      <dgm:prSet presAssocID="{1FD8B6A4-956B-4945-A99B-D84C1C8AAE69}" presName="sibTrans" presStyleLbl="sibTrans1D1" presStyleIdx="1" presStyleCnt="4"/>
      <dgm:spPr/>
    </dgm:pt>
    <dgm:pt modelId="{94DCAA6F-F5B1-4468-96D7-D867BFC6EBCD}" type="pres">
      <dgm:prSet presAssocID="{EE9858C2-B6F8-493C-92E8-E5A3071DAAD0}" presName="node" presStyleLbl="node1" presStyleIdx="2" presStyleCnt="4">
        <dgm:presLayoutVars>
          <dgm:bulletEnabled val="1"/>
        </dgm:presLayoutVars>
      </dgm:prSet>
      <dgm:spPr/>
    </dgm:pt>
    <dgm:pt modelId="{8D97A059-F0D4-4BEC-8199-DB32DAE9AC57}" type="pres">
      <dgm:prSet presAssocID="{EE9858C2-B6F8-493C-92E8-E5A3071DAAD0}" presName="spNode" presStyleCnt="0"/>
      <dgm:spPr/>
    </dgm:pt>
    <dgm:pt modelId="{75B56427-5788-464F-9BED-37B12FC30975}" type="pres">
      <dgm:prSet presAssocID="{9F606F67-BB12-4C32-87FD-D17F9B7E51C2}" presName="sibTrans" presStyleLbl="sibTrans1D1" presStyleIdx="2" presStyleCnt="4"/>
      <dgm:spPr/>
    </dgm:pt>
    <dgm:pt modelId="{AB0D8898-41F3-4E4C-9295-04295B106251}" type="pres">
      <dgm:prSet presAssocID="{356C5AF5-483A-4A50-8CFD-A368E7306898}" presName="node" presStyleLbl="node1" presStyleIdx="3" presStyleCnt="4">
        <dgm:presLayoutVars>
          <dgm:bulletEnabled val="1"/>
        </dgm:presLayoutVars>
      </dgm:prSet>
      <dgm:spPr/>
    </dgm:pt>
    <dgm:pt modelId="{C17F9ABB-CFC7-4069-8E12-2F45DF2BDFA6}" type="pres">
      <dgm:prSet presAssocID="{356C5AF5-483A-4A50-8CFD-A368E7306898}" presName="spNode" presStyleCnt="0"/>
      <dgm:spPr/>
    </dgm:pt>
    <dgm:pt modelId="{8817692B-56A6-4C0C-B435-A3E78296E36C}" type="pres">
      <dgm:prSet presAssocID="{B1F35812-0C6A-44F9-BA81-AE0AC1F029C7}" presName="sibTrans" presStyleLbl="sibTrans1D1" presStyleIdx="3" presStyleCnt="4"/>
      <dgm:spPr/>
    </dgm:pt>
  </dgm:ptLst>
  <dgm:cxnLst>
    <dgm:cxn modelId="{9353D427-5CAB-44B7-AA89-C8855E464363}" type="presOf" srcId="{2ED1690C-86AD-49F3-9538-D6C2B8A0C404}" destId="{D035851A-8A4E-475E-9188-5B31C1B70B79}" srcOrd="0" destOrd="0" presId="urn:microsoft.com/office/officeart/2005/8/layout/cycle6"/>
    <dgm:cxn modelId="{C0A78265-A62B-4363-A964-18FF4446E825}" type="presOf" srcId="{9F606F67-BB12-4C32-87FD-D17F9B7E51C2}" destId="{75B56427-5788-464F-9BED-37B12FC30975}" srcOrd="0" destOrd="0" presId="urn:microsoft.com/office/officeart/2005/8/layout/cycle6"/>
    <dgm:cxn modelId="{CBB7557B-6FE5-4433-8292-A0A5CD9BBC4D}" srcId="{891E4CDE-FA9F-4F8B-9056-535E8922050D}" destId="{356C5AF5-483A-4A50-8CFD-A368E7306898}" srcOrd="3" destOrd="0" parTransId="{F1D49EBC-4714-4142-97C0-302DCEDC8393}" sibTransId="{B1F35812-0C6A-44F9-BA81-AE0AC1F029C7}"/>
    <dgm:cxn modelId="{42DF5689-5BE4-4C74-B508-676739928364}" srcId="{891E4CDE-FA9F-4F8B-9056-535E8922050D}" destId="{2ED1690C-86AD-49F3-9538-D6C2B8A0C404}" srcOrd="0" destOrd="0" parTransId="{D0409BE9-5284-493C-83A6-9D44E207E085}" sibTransId="{98A44B05-3F0A-412C-8074-A7639B0FE630}"/>
    <dgm:cxn modelId="{7283899F-03B1-4083-BA8D-27EBB9A247A5}" type="presOf" srcId="{356C5AF5-483A-4A50-8CFD-A368E7306898}" destId="{AB0D8898-41F3-4E4C-9295-04295B106251}" srcOrd="0" destOrd="0" presId="urn:microsoft.com/office/officeart/2005/8/layout/cycle6"/>
    <dgm:cxn modelId="{F81B4AAA-6832-4E19-AE27-49E97728DB71}" type="presOf" srcId="{98A44B05-3F0A-412C-8074-A7639B0FE630}" destId="{DB9AC7CA-B93B-4333-BF04-C1BD9A039100}" srcOrd="0" destOrd="0" presId="urn:microsoft.com/office/officeart/2005/8/layout/cycle6"/>
    <dgm:cxn modelId="{5EFA8CAB-4436-4D81-A705-BEA05BE58D38}" type="presOf" srcId="{73A99919-AD61-4670-9B05-0210C47991AF}" destId="{3F3A6CD5-F362-440E-B19C-B89B5623E073}" srcOrd="0" destOrd="0" presId="urn:microsoft.com/office/officeart/2005/8/layout/cycle6"/>
    <dgm:cxn modelId="{2A2C4BB5-25ED-4B2F-B99D-9E1F652D0586}" srcId="{891E4CDE-FA9F-4F8B-9056-535E8922050D}" destId="{73A99919-AD61-4670-9B05-0210C47991AF}" srcOrd="1" destOrd="0" parTransId="{E69543CA-5898-41D7-9788-098ACD5FE61A}" sibTransId="{1FD8B6A4-956B-4945-A99B-D84C1C8AAE69}"/>
    <dgm:cxn modelId="{742A21BA-BB85-4622-ADCF-FBB07D3177CD}" srcId="{891E4CDE-FA9F-4F8B-9056-535E8922050D}" destId="{EE9858C2-B6F8-493C-92E8-E5A3071DAAD0}" srcOrd="2" destOrd="0" parTransId="{2073C8E3-6578-4200-9DC5-D932E52CE430}" sibTransId="{9F606F67-BB12-4C32-87FD-D17F9B7E51C2}"/>
    <dgm:cxn modelId="{8441E5BE-B168-4977-8D9F-E1BD01B9AF6E}" type="presOf" srcId="{891E4CDE-FA9F-4F8B-9056-535E8922050D}" destId="{BE3333E3-9C0A-49DC-88B9-5E5A093241BF}" srcOrd="0" destOrd="0" presId="urn:microsoft.com/office/officeart/2005/8/layout/cycle6"/>
    <dgm:cxn modelId="{9C995DC3-6797-4512-B95F-76620F0E5759}" type="presOf" srcId="{EE9858C2-B6F8-493C-92E8-E5A3071DAAD0}" destId="{94DCAA6F-F5B1-4468-96D7-D867BFC6EBCD}" srcOrd="0" destOrd="0" presId="urn:microsoft.com/office/officeart/2005/8/layout/cycle6"/>
    <dgm:cxn modelId="{ACA250F0-F814-48D2-8300-B4E5077A7C28}" type="presOf" srcId="{1FD8B6A4-956B-4945-A99B-D84C1C8AAE69}" destId="{C837092B-EBC7-4778-B5DD-CAC5E49940DF}" srcOrd="0" destOrd="0" presId="urn:microsoft.com/office/officeart/2005/8/layout/cycle6"/>
    <dgm:cxn modelId="{A7C56AF9-FEC6-4EAA-988E-ED8D99145300}" type="presOf" srcId="{B1F35812-0C6A-44F9-BA81-AE0AC1F029C7}" destId="{8817692B-56A6-4C0C-B435-A3E78296E36C}" srcOrd="0" destOrd="0" presId="urn:microsoft.com/office/officeart/2005/8/layout/cycle6"/>
    <dgm:cxn modelId="{B6298D00-6CCA-4794-8C38-DF30E69F0F57}" type="presParOf" srcId="{BE3333E3-9C0A-49DC-88B9-5E5A093241BF}" destId="{D035851A-8A4E-475E-9188-5B31C1B70B79}" srcOrd="0" destOrd="0" presId="urn:microsoft.com/office/officeart/2005/8/layout/cycle6"/>
    <dgm:cxn modelId="{2E8D2758-B364-45E7-AA83-E20E0CC13EF0}" type="presParOf" srcId="{BE3333E3-9C0A-49DC-88B9-5E5A093241BF}" destId="{F6FFA7ED-5112-4FAE-9B1A-4D0868155091}" srcOrd="1" destOrd="0" presId="urn:microsoft.com/office/officeart/2005/8/layout/cycle6"/>
    <dgm:cxn modelId="{57ADB1BF-CCD0-4B84-AF76-A018612B27FE}" type="presParOf" srcId="{BE3333E3-9C0A-49DC-88B9-5E5A093241BF}" destId="{DB9AC7CA-B93B-4333-BF04-C1BD9A039100}" srcOrd="2" destOrd="0" presId="urn:microsoft.com/office/officeart/2005/8/layout/cycle6"/>
    <dgm:cxn modelId="{69B2F41C-06B7-42FE-B864-AA0916B262F9}" type="presParOf" srcId="{BE3333E3-9C0A-49DC-88B9-5E5A093241BF}" destId="{3F3A6CD5-F362-440E-B19C-B89B5623E073}" srcOrd="3" destOrd="0" presId="urn:microsoft.com/office/officeart/2005/8/layout/cycle6"/>
    <dgm:cxn modelId="{2A4AFEA5-9CB1-487C-8023-31F896BED142}" type="presParOf" srcId="{BE3333E3-9C0A-49DC-88B9-5E5A093241BF}" destId="{1DCCC1E4-BE5E-4A79-B070-26E1DA4E7CBB}" srcOrd="4" destOrd="0" presId="urn:microsoft.com/office/officeart/2005/8/layout/cycle6"/>
    <dgm:cxn modelId="{2D4253AC-D5D3-4659-B927-1F23698FD8C4}" type="presParOf" srcId="{BE3333E3-9C0A-49DC-88B9-5E5A093241BF}" destId="{C837092B-EBC7-4778-B5DD-CAC5E49940DF}" srcOrd="5" destOrd="0" presId="urn:microsoft.com/office/officeart/2005/8/layout/cycle6"/>
    <dgm:cxn modelId="{87E4236B-238C-4BE7-8B95-11EEBE29D59D}" type="presParOf" srcId="{BE3333E3-9C0A-49DC-88B9-5E5A093241BF}" destId="{94DCAA6F-F5B1-4468-96D7-D867BFC6EBCD}" srcOrd="6" destOrd="0" presId="urn:microsoft.com/office/officeart/2005/8/layout/cycle6"/>
    <dgm:cxn modelId="{3C29C903-301D-47B4-A377-4EA56DEDA1A9}" type="presParOf" srcId="{BE3333E3-9C0A-49DC-88B9-5E5A093241BF}" destId="{8D97A059-F0D4-4BEC-8199-DB32DAE9AC57}" srcOrd="7" destOrd="0" presId="urn:microsoft.com/office/officeart/2005/8/layout/cycle6"/>
    <dgm:cxn modelId="{ADF8B1EF-3F6E-4BF6-9F47-032C399589F8}" type="presParOf" srcId="{BE3333E3-9C0A-49DC-88B9-5E5A093241BF}" destId="{75B56427-5788-464F-9BED-37B12FC30975}" srcOrd="8" destOrd="0" presId="urn:microsoft.com/office/officeart/2005/8/layout/cycle6"/>
    <dgm:cxn modelId="{5F27437E-DC94-4EF0-8A5E-8C1F6D290155}" type="presParOf" srcId="{BE3333E3-9C0A-49DC-88B9-5E5A093241BF}" destId="{AB0D8898-41F3-4E4C-9295-04295B106251}" srcOrd="9" destOrd="0" presId="urn:microsoft.com/office/officeart/2005/8/layout/cycle6"/>
    <dgm:cxn modelId="{C9CE7319-7DAB-40E2-99BB-F7A40DFD0D85}" type="presParOf" srcId="{BE3333E3-9C0A-49DC-88B9-5E5A093241BF}" destId="{C17F9ABB-CFC7-4069-8E12-2F45DF2BDFA6}" srcOrd="10" destOrd="0" presId="urn:microsoft.com/office/officeart/2005/8/layout/cycle6"/>
    <dgm:cxn modelId="{37D40F78-7337-49D0-AA21-FB684D19D00F}" type="presParOf" srcId="{BE3333E3-9C0A-49DC-88B9-5E5A093241BF}" destId="{8817692B-56A6-4C0C-B435-A3E78296E36C}" srcOrd="11"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1E4CDE-FA9F-4F8B-9056-535E8922050D}"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ZA"/>
        </a:p>
      </dgm:t>
    </dgm:pt>
    <dgm:pt modelId="{2ED1690C-86AD-49F3-9538-D6C2B8A0C404}">
      <dgm:prSet phldrT="[Text]"/>
      <dgm:spPr>
        <a:solidFill>
          <a:srgbClr val="002060"/>
        </a:solidFill>
      </dgm:spPr>
      <dgm:t>
        <a:bodyPr/>
        <a:lstStyle/>
        <a:p>
          <a:r>
            <a:rPr lang="en-US" altLang="en-US" dirty="0"/>
            <a:t>Why XML?</a:t>
          </a:r>
          <a:endParaRPr lang="en-ZA" dirty="0"/>
        </a:p>
      </dgm:t>
    </dgm:pt>
    <dgm:pt modelId="{D0409BE9-5284-493C-83A6-9D44E207E085}" type="parTrans" cxnId="{42DF5689-5BE4-4C74-B508-676739928364}">
      <dgm:prSet/>
      <dgm:spPr/>
      <dgm:t>
        <a:bodyPr/>
        <a:lstStyle/>
        <a:p>
          <a:endParaRPr lang="en-ZA"/>
        </a:p>
      </dgm:t>
    </dgm:pt>
    <dgm:pt modelId="{98A44B05-3F0A-412C-8074-A7639B0FE630}" type="sibTrans" cxnId="{42DF5689-5BE4-4C74-B508-676739928364}">
      <dgm:prSet/>
      <dgm:spPr>
        <a:ln w="38100"/>
      </dgm:spPr>
      <dgm:t>
        <a:bodyPr/>
        <a:lstStyle/>
        <a:p>
          <a:endParaRPr lang="en-ZA"/>
        </a:p>
      </dgm:t>
    </dgm:pt>
    <dgm:pt modelId="{73A99919-AD61-4670-9B05-0210C47991AF}">
      <dgm:prSet phldrT="[Text]"/>
      <dgm:spPr>
        <a:solidFill>
          <a:schemeClr val="accent1">
            <a:lumMod val="50000"/>
          </a:schemeClr>
        </a:solidFill>
      </dgm:spPr>
      <dgm:t>
        <a:bodyPr/>
        <a:lstStyle/>
        <a:p>
          <a:r>
            <a:rPr lang="en-US" altLang="en-US" dirty="0"/>
            <a:t>What is XML?</a:t>
          </a:r>
          <a:endParaRPr lang="en-ZA" dirty="0"/>
        </a:p>
      </dgm:t>
    </dgm:pt>
    <dgm:pt modelId="{E69543CA-5898-41D7-9788-098ACD5FE61A}" type="parTrans" cxnId="{2A2C4BB5-25ED-4B2F-B99D-9E1F652D0586}">
      <dgm:prSet/>
      <dgm:spPr/>
      <dgm:t>
        <a:bodyPr/>
        <a:lstStyle/>
        <a:p>
          <a:endParaRPr lang="en-ZA"/>
        </a:p>
      </dgm:t>
    </dgm:pt>
    <dgm:pt modelId="{1FD8B6A4-956B-4945-A99B-D84C1C8AAE69}" type="sibTrans" cxnId="{2A2C4BB5-25ED-4B2F-B99D-9E1F652D0586}">
      <dgm:prSet/>
      <dgm:spPr>
        <a:ln w="38100"/>
      </dgm:spPr>
      <dgm:t>
        <a:bodyPr/>
        <a:lstStyle/>
        <a:p>
          <a:endParaRPr lang="en-ZA"/>
        </a:p>
      </dgm:t>
    </dgm:pt>
    <dgm:pt modelId="{EE9858C2-B6F8-493C-92E8-E5A3071DAAD0}">
      <dgm:prSet phldrT="[Text]"/>
      <dgm:spPr>
        <a:solidFill>
          <a:srgbClr val="FEC000"/>
        </a:solidFill>
      </dgm:spPr>
      <dgm:t>
        <a:bodyPr/>
        <a:lstStyle/>
        <a:p>
          <a:r>
            <a:rPr lang="en-US" altLang="en-US" dirty="0"/>
            <a:t>XML structure</a:t>
          </a:r>
          <a:endParaRPr lang="en-ZA" dirty="0"/>
        </a:p>
      </dgm:t>
    </dgm:pt>
    <dgm:pt modelId="{2073C8E3-6578-4200-9DC5-D932E52CE430}" type="parTrans" cxnId="{742A21BA-BB85-4622-ADCF-FBB07D3177CD}">
      <dgm:prSet/>
      <dgm:spPr/>
      <dgm:t>
        <a:bodyPr/>
        <a:lstStyle/>
        <a:p>
          <a:endParaRPr lang="en-ZA"/>
        </a:p>
      </dgm:t>
    </dgm:pt>
    <dgm:pt modelId="{9F606F67-BB12-4C32-87FD-D17F9B7E51C2}" type="sibTrans" cxnId="{742A21BA-BB85-4622-ADCF-FBB07D3177CD}">
      <dgm:prSet/>
      <dgm:spPr>
        <a:ln w="38100"/>
      </dgm:spPr>
      <dgm:t>
        <a:bodyPr/>
        <a:lstStyle/>
        <a:p>
          <a:endParaRPr lang="en-ZA"/>
        </a:p>
      </dgm:t>
    </dgm:pt>
    <dgm:pt modelId="{356C5AF5-483A-4A50-8CFD-A368E7306898}">
      <dgm:prSet phldrT="[Text]"/>
      <dgm:spPr>
        <a:solidFill>
          <a:srgbClr val="00B050"/>
        </a:solidFill>
      </dgm:spPr>
      <dgm:t>
        <a:bodyPr/>
        <a:lstStyle/>
        <a:p>
          <a:r>
            <a:rPr lang="en-US" altLang="en-US" dirty="0"/>
            <a:t>Parsing XML documents (XPath)</a:t>
          </a:r>
          <a:endParaRPr lang="en-ZA" dirty="0"/>
        </a:p>
      </dgm:t>
    </dgm:pt>
    <dgm:pt modelId="{F1D49EBC-4714-4142-97C0-302DCEDC8393}" type="parTrans" cxnId="{CBB7557B-6FE5-4433-8292-A0A5CD9BBC4D}">
      <dgm:prSet/>
      <dgm:spPr/>
      <dgm:t>
        <a:bodyPr/>
        <a:lstStyle/>
        <a:p>
          <a:endParaRPr lang="en-ZA"/>
        </a:p>
      </dgm:t>
    </dgm:pt>
    <dgm:pt modelId="{B1F35812-0C6A-44F9-BA81-AE0AC1F029C7}" type="sibTrans" cxnId="{CBB7557B-6FE5-4433-8292-A0A5CD9BBC4D}">
      <dgm:prSet/>
      <dgm:spPr>
        <a:ln w="38100"/>
      </dgm:spPr>
      <dgm:t>
        <a:bodyPr/>
        <a:lstStyle/>
        <a:p>
          <a:endParaRPr lang="en-ZA"/>
        </a:p>
      </dgm:t>
    </dgm:pt>
    <dgm:pt modelId="{20F64053-017D-43AC-A950-801607390E45}">
      <dgm:prSet phldrT="[Text]"/>
      <dgm:spPr>
        <a:solidFill>
          <a:srgbClr val="7030A0"/>
        </a:solidFill>
      </dgm:spPr>
      <dgm:t>
        <a:bodyPr/>
        <a:lstStyle/>
        <a:p>
          <a:r>
            <a:rPr lang="en-US" altLang="en-US" dirty="0"/>
            <a:t>Creating XML documents</a:t>
          </a:r>
          <a:endParaRPr lang="en-ZA" dirty="0"/>
        </a:p>
      </dgm:t>
    </dgm:pt>
    <dgm:pt modelId="{29A4A7BB-CF18-4295-9BC0-815981052FFE}" type="parTrans" cxnId="{8D154F39-9FEF-4BAC-8B8A-723635A2D20C}">
      <dgm:prSet/>
      <dgm:spPr/>
      <dgm:t>
        <a:bodyPr/>
        <a:lstStyle/>
        <a:p>
          <a:endParaRPr lang="en-ZA"/>
        </a:p>
      </dgm:t>
    </dgm:pt>
    <dgm:pt modelId="{C4341588-C995-4A69-A002-585529D04B6C}" type="sibTrans" cxnId="{8D154F39-9FEF-4BAC-8B8A-723635A2D20C}">
      <dgm:prSet/>
      <dgm:spPr>
        <a:ln w="38100"/>
      </dgm:spPr>
      <dgm:t>
        <a:bodyPr/>
        <a:lstStyle/>
        <a:p>
          <a:endParaRPr lang="en-ZA"/>
        </a:p>
      </dgm:t>
    </dgm:pt>
    <dgm:pt modelId="{6334DC88-4EBB-4CCF-B21F-246561E580F6}">
      <dgm:prSet phldrT="[Text]"/>
      <dgm:spPr>
        <a:solidFill>
          <a:schemeClr val="tx1">
            <a:lumMod val="50000"/>
            <a:lumOff val="50000"/>
          </a:schemeClr>
        </a:solidFill>
      </dgm:spPr>
      <dgm:t>
        <a:bodyPr/>
        <a:lstStyle/>
        <a:p>
          <a:r>
            <a:rPr lang="en-US" altLang="en-US"/>
            <a:t>Other XML technologies</a:t>
          </a:r>
          <a:endParaRPr lang="en-ZA" dirty="0"/>
        </a:p>
      </dgm:t>
    </dgm:pt>
    <dgm:pt modelId="{8B1CFBD7-A11A-4128-9830-13310B3646EA}" type="parTrans" cxnId="{992C5CD3-E2DF-42F1-A7B9-0CBDDA3C3099}">
      <dgm:prSet/>
      <dgm:spPr/>
      <dgm:t>
        <a:bodyPr/>
        <a:lstStyle/>
        <a:p>
          <a:endParaRPr lang="en-ZA"/>
        </a:p>
      </dgm:t>
    </dgm:pt>
    <dgm:pt modelId="{C7EC288C-CF38-4221-9ADC-D58541FBFF24}" type="sibTrans" cxnId="{992C5CD3-E2DF-42F1-A7B9-0CBDDA3C3099}">
      <dgm:prSet/>
      <dgm:spPr>
        <a:ln w="38100"/>
      </dgm:spPr>
      <dgm:t>
        <a:bodyPr/>
        <a:lstStyle/>
        <a:p>
          <a:endParaRPr lang="en-ZA"/>
        </a:p>
      </dgm:t>
    </dgm:pt>
    <dgm:pt modelId="{BE3333E3-9C0A-49DC-88B9-5E5A093241BF}" type="pres">
      <dgm:prSet presAssocID="{891E4CDE-FA9F-4F8B-9056-535E8922050D}" presName="cycle" presStyleCnt="0">
        <dgm:presLayoutVars>
          <dgm:dir/>
          <dgm:resizeHandles val="exact"/>
        </dgm:presLayoutVars>
      </dgm:prSet>
      <dgm:spPr/>
    </dgm:pt>
    <dgm:pt modelId="{D035851A-8A4E-475E-9188-5B31C1B70B79}" type="pres">
      <dgm:prSet presAssocID="{2ED1690C-86AD-49F3-9538-D6C2B8A0C404}" presName="node" presStyleLbl="node1" presStyleIdx="0" presStyleCnt="6">
        <dgm:presLayoutVars>
          <dgm:bulletEnabled val="1"/>
        </dgm:presLayoutVars>
      </dgm:prSet>
      <dgm:spPr/>
    </dgm:pt>
    <dgm:pt modelId="{F6FFA7ED-5112-4FAE-9B1A-4D0868155091}" type="pres">
      <dgm:prSet presAssocID="{2ED1690C-86AD-49F3-9538-D6C2B8A0C404}" presName="spNode" presStyleCnt="0"/>
      <dgm:spPr/>
    </dgm:pt>
    <dgm:pt modelId="{DB9AC7CA-B93B-4333-BF04-C1BD9A039100}" type="pres">
      <dgm:prSet presAssocID="{98A44B05-3F0A-412C-8074-A7639B0FE630}" presName="sibTrans" presStyleLbl="sibTrans1D1" presStyleIdx="0" presStyleCnt="6"/>
      <dgm:spPr/>
    </dgm:pt>
    <dgm:pt modelId="{3F3A6CD5-F362-440E-B19C-B89B5623E073}" type="pres">
      <dgm:prSet presAssocID="{73A99919-AD61-4670-9B05-0210C47991AF}" presName="node" presStyleLbl="node1" presStyleIdx="1" presStyleCnt="6">
        <dgm:presLayoutVars>
          <dgm:bulletEnabled val="1"/>
        </dgm:presLayoutVars>
      </dgm:prSet>
      <dgm:spPr/>
    </dgm:pt>
    <dgm:pt modelId="{1DCCC1E4-BE5E-4A79-B070-26E1DA4E7CBB}" type="pres">
      <dgm:prSet presAssocID="{73A99919-AD61-4670-9B05-0210C47991AF}" presName="spNode" presStyleCnt="0"/>
      <dgm:spPr/>
    </dgm:pt>
    <dgm:pt modelId="{C837092B-EBC7-4778-B5DD-CAC5E49940DF}" type="pres">
      <dgm:prSet presAssocID="{1FD8B6A4-956B-4945-A99B-D84C1C8AAE69}" presName="sibTrans" presStyleLbl="sibTrans1D1" presStyleIdx="1" presStyleCnt="6"/>
      <dgm:spPr/>
    </dgm:pt>
    <dgm:pt modelId="{94DCAA6F-F5B1-4468-96D7-D867BFC6EBCD}" type="pres">
      <dgm:prSet presAssocID="{EE9858C2-B6F8-493C-92E8-E5A3071DAAD0}" presName="node" presStyleLbl="node1" presStyleIdx="2" presStyleCnt="6">
        <dgm:presLayoutVars>
          <dgm:bulletEnabled val="1"/>
        </dgm:presLayoutVars>
      </dgm:prSet>
      <dgm:spPr/>
    </dgm:pt>
    <dgm:pt modelId="{8D97A059-F0D4-4BEC-8199-DB32DAE9AC57}" type="pres">
      <dgm:prSet presAssocID="{EE9858C2-B6F8-493C-92E8-E5A3071DAAD0}" presName="spNode" presStyleCnt="0"/>
      <dgm:spPr/>
    </dgm:pt>
    <dgm:pt modelId="{75B56427-5788-464F-9BED-37B12FC30975}" type="pres">
      <dgm:prSet presAssocID="{9F606F67-BB12-4C32-87FD-D17F9B7E51C2}" presName="sibTrans" presStyleLbl="sibTrans1D1" presStyleIdx="2" presStyleCnt="6"/>
      <dgm:spPr/>
    </dgm:pt>
    <dgm:pt modelId="{AB0D8898-41F3-4E4C-9295-04295B106251}" type="pres">
      <dgm:prSet presAssocID="{356C5AF5-483A-4A50-8CFD-A368E7306898}" presName="node" presStyleLbl="node1" presStyleIdx="3" presStyleCnt="6">
        <dgm:presLayoutVars>
          <dgm:bulletEnabled val="1"/>
        </dgm:presLayoutVars>
      </dgm:prSet>
      <dgm:spPr/>
    </dgm:pt>
    <dgm:pt modelId="{C17F9ABB-CFC7-4069-8E12-2F45DF2BDFA6}" type="pres">
      <dgm:prSet presAssocID="{356C5AF5-483A-4A50-8CFD-A368E7306898}" presName="spNode" presStyleCnt="0"/>
      <dgm:spPr/>
    </dgm:pt>
    <dgm:pt modelId="{8817692B-56A6-4C0C-B435-A3E78296E36C}" type="pres">
      <dgm:prSet presAssocID="{B1F35812-0C6A-44F9-BA81-AE0AC1F029C7}" presName="sibTrans" presStyleLbl="sibTrans1D1" presStyleIdx="3" presStyleCnt="6"/>
      <dgm:spPr/>
    </dgm:pt>
    <dgm:pt modelId="{167975A6-BA18-4BAA-A1A6-C3C5B9B624E3}" type="pres">
      <dgm:prSet presAssocID="{20F64053-017D-43AC-A950-801607390E45}" presName="node" presStyleLbl="node1" presStyleIdx="4" presStyleCnt="6">
        <dgm:presLayoutVars>
          <dgm:bulletEnabled val="1"/>
        </dgm:presLayoutVars>
      </dgm:prSet>
      <dgm:spPr/>
    </dgm:pt>
    <dgm:pt modelId="{330B19D7-E0D2-4611-B3B7-8ABF81BBE66B}" type="pres">
      <dgm:prSet presAssocID="{20F64053-017D-43AC-A950-801607390E45}" presName="spNode" presStyleCnt="0"/>
      <dgm:spPr/>
    </dgm:pt>
    <dgm:pt modelId="{A321742E-2405-4C54-B03A-87602A50815D}" type="pres">
      <dgm:prSet presAssocID="{C4341588-C995-4A69-A002-585529D04B6C}" presName="sibTrans" presStyleLbl="sibTrans1D1" presStyleIdx="4" presStyleCnt="6"/>
      <dgm:spPr/>
    </dgm:pt>
    <dgm:pt modelId="{2A781AE1-D6EB-497B-834F-B6D549AD8CF7}" type="pres">
      <dgm:prSet presAssocID="{6334DC88-4EBB-4CCF-B21F-246561E580F6}" presName="node" presStyleLbl="node1" presStyleIdx="5" presStyleCnt="6">
        <dgm:presLayoutVars>
          <dgm:bulletEnabled val="1"/>
        </dgm:presLayoutVars>
      </dgm:prSet>
      <dgm:spPr/>
    </dgm:pt>
    <dgm:pt modelId="{F0CC9C85-6DB2-47D9-A352-F72C46E89183}" type="pres">
      <dgm:prSet presAssocID="{6334DC88-4EBB-4CCF-B21F-246561E580F6}" presName="spNode" presStyleCnt="0"/>
      <dgm:spPr/>
    </dgm:pt>
    <dgm:pt modelId="{A84CC472-DC08-4A27-95E0-AF708F87CB73}" type="pres">
      <dgm:prSet presAssocID="{C7EC288C-CF38-4221-9ADC-D58541FBFF24}" presName="sibTrans" presStyleLbl="sibTrans1D1" presStyleIdx="5" presStyleCnt="6"/>
      <dgm:spPr/>
    </dgm:pt>
  </dgm:ptLst>
  <dgm:cxnLst>
    <dgm:cxn modelId="{9353D427-5CAB-44B7-AA89-C8855E464363}" type="presOf" srcId="{2ED1690C-86AD-49F3-9538-D6C2B8A0C404}" destId="{D035851A-8A4E-475E-9188-5B31C1B70B79}" srcOrd="0" destOrd="0" presId="urn:microsoft.com/office/officeart/2005/8/layout/cycle6"/>
    <dgm:cxn modelId="{8D154F39-9FEF-4BAC-8B8A-723635A2D20C}" srcId="{891E4CDE-FA9F-4F8B-9056-535E8922050D}" destId="{20F64053-017D-43AC-A950-801607390E45}" srcOrd="4" destOrd="0" parTransId="{29A4A7BB-CF18-4295-9BC0-815981052FFE}" sibTransId="{C4341588-C995-4A69-A002-585529D04B6C}"/>
    <dgm:cxn modelId="{D334F33D-5FF8-47AF-BFE9-DC3AE98053D9}" type="presOf" srcId="{C4341588-C995-4A69-A002-585529D04B6C}" destId="{A321742E-2405-4C54-B03A-87602A50815D}" srcOrd="0" destOrd="0" presId="urn:microsoft.com/office/officeart/2005/8/layout/cycle6"/>
    <dgm:cxn modelId="{FAC7AE62-D28D-4A20-9E31-F8339071B8F0}" type="presOf" srcId="{C7EC288C-CF38-4221-9ADC-D58541FBFF24}" destId="{A84CC472-DC08-4A27-95E0-AF708F87CB73}" srcOrd="0" destOrd="0" presId="urn:microsoft.com/office/officeart/2005/8/layout/cycle6"/>
    <dgm:cxn modelId="{C0A78265-A62B-4363-A964-18FF4446E825}" type="presOf" srcId="{9F606F67-BB12-4C32-87FD-D17F9B7E51C2}" destId="{75B56427-5788-464F-9BED-37B12FC30975}" srcOrd="0" destOrd="0" presId="urn:microsoft.com/office/officeart/2005/8/layout/cycle6"/>
    <dgm:cxn modelId="{CBB7557B-6FE5-4433-8292-A0A5CD9BBC4D}" srcId="{891E4CDE-FA9F-4F8B-9056-535E8922050D}" destId="{356C5AF5-483A-4A50-8CFD-A368E7306898}" srcOrd="3" destOrd="0" parTransId="{F1D49EBC-4714-4142-97C0-302DCEDC8393}" sibTransId="{B1F35812-0C6A-44F9-BA81-AE0AC1F029C7}"/>
    <dgm:cxn modelId="{42DF5689-5BE4-4C74-B508-676739928364}" srcId="{891E4CDE-FA9F-4F8B-9056-535E8922050D}" destId="{2ED1690C-86AD-49F3-9538-D6C2B8A0C404}" srcOrd="0" destOrd="0" parTransId="{D0409BE9-5284-493C-83A6-9D44E207E085}" sibTransId="{98A44B05-3F0A-412C-8074-A7639B0FE630}"/>
    <dgm:cxn modelId="{7283899F-03B1-4083-BA8D-27EBB9A247A5}" type="presOf" srcId="{356C5AF5-483A-4A50-8CFD-A368E7306898}" destId="{AB0D8898-41F3-4E4C-9295-04295B106251}" srcOrd="0" destOrd="0" presId="urn:microsoft.com/office/officeart/2005/8/layout/cycle6"/>
    <dgm:cxn modelId="{F81B4AAA-6832-4E19-AE27-49E97728DB71}" type="presOf" srcId="{98A44B05-3F0A-412C-8074-A7639B0FE630}" destId="{DB9AC7CA-B93B-4333-BF04-C1BD9A039100}" srcOrd="0" destOrd="0" presId="urn:microsoft.com/office/officeart/2005/8/layout/cycle6"/>
    <dgm:cxn modelId="{5EFA8CAB-4436-4D81-A705-BEA05BE58D38}" type="presOf" srcId="{73A99919-AD61-4670-9B05-0210C47991AF}" destId="{3F3A6CD5-F362-440E-B19C-B89B5623E073}" srcOrd="0" destOrd="0" presId="urn:microsoft.com/office/officeart/2005/8/layout/cycle6"/>
    <dgm:cxn modelId="{2A2C4BB5-25ED-4B2F-B99D-9E1F652D0586}" srcId="{891E4CDE-FA9F-4F8B-9056-535E8922050D}" destId="{73A99919-AD61-4670-9B05-0210C47991AF}" srcOrd="1" destOrd="0" parTransId="{E69543CA-5898-41D7-9788-098ACD5FE61A}" sibTransId="{1FD8B6A4-956B-4945-A99B-D84C1C8AAE69}"/>
    <dgm:cxn modelId="{742A21BA-BB85-4622-ADCF-FBB07D3177CD}" srcId="{891E4CDE-FA9F-4F8B-9056-535E8922050D}" destId="{EE9858C2-B6F8-493C-92E8-E5A3071DAAD0}" srcOrd="2" destOrd="0" parTransId="{2073C8E3-6578-4200-9DC5-D932E52CE430}" sibTransId="{9F606F67-BB12-4C32-87FD-D17F9B7E51C2}"/>
    <dgm:cxn modelId="{8441E5BE-B168-4977-8D9F-E1BD01B9AF6E}" type="presOf" srcId="{891E4CDE-FA9F-4F8B-9056-535E8922050D}" destId="{BE3333E3-9C0A-49DC-88B9-5E5A093241BF}" srcOrd="0" destOrd="0" presId="urn:microsoft.com/office/officeart/2005/8/layout/cycle6"/>
    <dgm:cxn modelId="{407188C1-A2EC-4986-9561-95DDF5667883}" type="presOf" srcId="{6334DC88-4EBB-4CCF-B21F-246561E580F6}" destId="{2A781AE1-D6EB-497B-834F-B6D549AD8CF7}" srcOrd="0" destOrd="0" presId="urn:microsoft.com/office/officeart/2005/8/layout/cycle6"/>
    <dgm:cxn modelId="{9C995DC3-6797-4512-B95F-76620F0E5759}" type="presOf" srcId="{EE9858C2-B6F8-493C-92E8-E5A3071DAAD0}" destId="{94DCAA6F-F5B1-4468-96D7-D867BFC6EBCD}" srcOrd="0" destOrd="0" presId="urn:microsoft.com/office/officeart/2005/8/layout/cycle6"/>
    <dgm:cxn modelId="{992C5CD3-E2DF-42F1-A7B9-0CBDDA3C3099}" srcId="{891E4CDE-FA9F-4F8B-9056-535E8922050D}" destId="{6334DC88-4EBB-4CCF-B21F-246561E580F6}" srcOrd="5" destOrd="0" parTransId="{8B1CFBD7-A11A-4128-9830-13310B3646EA}" sibTransId="{C7EC288C-CF38-4221-9ADC-D58541FBFF24}"/>
    <dgm:cxn modelId="{ACA250F0-F814-48D2-8300-B4E5077A7C28}" type="presOf" srcId="{1FD8B6A4-956B-4945-A99B-D84C1C8AAE69}" destId="{C837092B-EBC7-4778-B5DD-CAC5E49940DF}" srcOrd="0" destOrd="0" presId="urn:microsoft.com/office/officeart/2005/8/layout/cycle6"/>
    <dgm:cxn modelId="{2DE96DF2-630F-4030-9300-9FEFEA682936}" type="presOf" srcId="{20F64053-017D-43AC-A950-801607390E45}" destId="{167975A6-BA18-4BAA-A1A6-C3C5B9B624E3}" srcOrd="0" destOrd="0" presId="urn:microsoft.com/office/officeart/2005/8/layout/cycle6"/>
    <dgm:cxn modelId="{A7C56AF9-FEC6-4EAA-988E-ED8D99145300}" type="presOf" srcId="{B1F35812-0C6A-44F9-BA81-AE0AC1F029C7}" destId="{8817692B-56A6-4C0C-B435-A3E78296E36C}" srcOrd="0" destOrd="0" presId="urn:microsoft.com/office/officeart/2005/8/layout/cycle6"/>
    <dgm:cxn modelId="{B6298D00-6CCA-4794-8C38-DF30E69F0F57}" type="presParOf" srcId="{BE3333E3-9C0A-49DC-88B9-5E5A093241BF}" destId="{D035851A-8A4E-475E-9188-5B31C1B70B79}" srcOrd="0" destOrd="0" presId="urn:microsoft.com/office/officeart/2005/8/layout/cycle6"/>
    <dgm:cxn modelId="{2E8D2758-B364-45E7-AA83-E20E0CC13EF0}" type="presParOf" srcId="{BE3333E3-9C0A-49DC-88B9-5E5A093241BF}" destId="{F6FFA7ED-5112-4FAE-9B1A-4D0868155091}" srcOrd="1" destOrd="0" presId="urn:microsoft.com/office/officeart/2005/8/layout/cycle6"/>
    <dgm:cxn modelId="{57ADB1BF-CCD0-4B84-AF76-A018612B27FE}" type="presParOf" srcId="{BE3333E3-9C0A-49DC-88B9-5E5A093241BF}" destId="{DB9AC7CA-B93B-4333-BF04-C1BD9A039100}" srcOrd="2" destOrd="0" presId="urn:microsoft.com/office/officeart/2005/8/layout/cycle6"/>
    <dgm:cxn modelId="{69B2F41C-06B7-42FE-B864-AA0916B262F9}" type="presParOf" srcId="{BE3333E3-9C0A-49DC-88B9-5E5A093241BF}" destId="{3F3A6CD5-F362-440E-B19C-B89B5623E073}" srcOrd="3" destOrd="0" presId="urn:microsoft.com/office/officeart/2005/8/layout/cycle6"/>
    <dgm:cxn modelId="{2A4AFEA5-9CB1-487C-8023-31F896BED142}" type="presParOf" srcId="{BE3333E3-9C0A-49DC-88B9-5E5A093241BF}" destId="{1DCCC1E4-BE5E-4A79-B070-26E1DA4E7CBB}" srcOrd="4" destOrd="0" presId="urn:microsoft.com/office/officeart/2005/8/layout/cycle6"/>
    <dgm:cxn modelId="{2D4253AC-D5D3-4659-B927-1F23698FD8C4}" type="presParOf" srcId="{BE3333E3-9C0A-49DC-88B9-5E5A093241BF}" destId="{C837092B-EBC7-4778-B5DD-CAC5E49940DF}" srcOrd="5" destOrd="0" presId="urn:microsoft.com/office/officeart/2005/8/layout/cycle6"/>
    <dgm:cxn modelId="{87E4236B-238C-4BE7-8B95-11EEBE29D59D}" type="presParOf" srcId="{BE3333E3-9C0A-49DC-88B9-5E5A093241BF}" destId="{94DCAA6F-F5B1-4468-96D7-D867BFC6EBCD}" srcOrd="6" destOrd="0" presId="urn:microsoft.com/office/officeart/2005/8/layout/cycle6"/>
    <dgm:cxn modelId="{3C29C903-301D-47B4-A377-4EA56DEDA1A9}" type="presParOf" srcId="{BE3333E3-9C0A-49DC-88B9-5E5A093241BF}" destId="{8D97A059-F0D4-4BEC-8199-DB32DAE9AC57}" srcOrd="7" destOrd="0" presId="urn:microsoft.com/office/officeart/2005/8/layout/cycle6"/>
    <dgm:cxn modelId="{ADF8B1EF-3F6E-4BF6-9F47-032C399589F8}" type="presParOf" srcId="{BE3333E3-9C0A-49DC-88B9-5E5A093241BF}" destId="{75B56427-5788-464F-9BED-37B12FC30975}" srcOrd="8" destOrd="0" presId="urn:microsoft.com/office/officeart/2005/8/layout/cycle6"/>
    <dgm:cxn modelId="{5F27437E-DC94-4EF0-8A5E-8C1F6D290155}" type="presParOf" srcId="{BE3333E3-9C0A-49DC-88B9-5E5A093241BF}" destId="{AB0D8898-41F3-4E4C-9295-04295B106251}" srcOrd="9" destOrd="0" presId="urn:microsoft.com/office/officeart/2005/8/layout/cycle6"/>
    <dgm:cxn modelId="{C9CE7319-7DAB-40E2-99BB-F7A40DFD0D85}" type="presParOf" srcId="{BE3333E3-9C0A-49DC-88B9-5E5A093241BF}" destId="{C17F9ABB-CFC7-4069-8E12-2F45DF2BDFA6}" srcOrd="10" destOrd="0" presId="urn:microsoft.com/office/officeart/2005/8/layout/cycle6"/>
    <dgm:cxn modelId="{37D40F78-7337-49D0-AA21-FB684D19D00F}" type="presParOf" srcId="{BE3333E3-9C0A-49DC-88B9-5E5A093241BF}" destId="{8817692B-56A6-4C0C-B435-A3E78296E36C}" srcOrd="11" destOrd="0" presId="urn:microsoft.com/office/officeart/2005/8/layout/cycle6"/>
    <dgm:cxn modelId="{40BB1F2C-1FDF-4FD5-A13C-DD9765B67E3A}" type="presParOf" srcId="{BE3333E3-9C0A-49DC-88B9-5E5A093241BF}" destId="{167975A6-BA18-4BAA-A1A6-C3C5B9B624E3}" srcOrd="12" destOrd="0" presId="urn:microsoft.com/office/officeart/2005/8/layout/cycle6"/>
    <dgm:cxn modelId="{739A3134-EBFA-42F3-B0F7-B9C88DF6AEAD}" type="presParOf" srcId="{BE3333E3-9C0A-49DC-88B9-5E5A093241BF}" destId="{330B19D7-E0D2-4611-B3B7-8ABF81BBE66B}" srcOrd="13" destOrd="0" presId="urn:microsoft.com/office/officeart/2005/8/layout/cycle6"/>
    <dgm:cxn modelId="{628C40E0-8092-4340-A62B-EE5027C3FE94}" type="presParOf" srcId="{BE3333E3-9C0A-49DC-88B9-5E5A093241BF}" destId="{A321742E-2405-4C54-B03A-87602A50815D}" srcOrd="14" destOrd="0" presId="urn:microsoft.com/office/officeart/2005/8/layout/cycle6"/>
    <dgm:cxn modelId="{7DE4DDEB-9E24-45BD-A3EA-6F44F8D8B463}" type="presParOf" srcId="{BE3333E3-9C0A-49DC-88B9-5E5A093241BF}" destId="{2A781AE1-D6EB-497B-834F-B6D549AD8CF7}" srcOrd="15" destOrd="0" presId="urn:microsoft.com/office/officeart/2005/8/layout/cycle6"/>
    <dgm:cxn modelId="{3136F24C-72F4-4786-9FEE-E45C6FBAB773}" type="presParOf" srcId="{BE3333E3-9C0A-49DC-88B9-5E5A093241BF}" destId="{F0CC9C85-6DB2-47D9-A352-F72C46E89183}" srcOrd="16" destOrd="0" presId="urn:microsoft.com/office/officeart/2005/8/layout/cycle6"/>
    <dgm:cxn modelId="{CCBC2693-B9E1-49E5-B6FB-3D488E4896A5}" type="presParOf" srcId="{BE3333E3-9C0A-49DC-88B9-5E5A093241BF}" destId="{A84CC472-DC08-4A27-95E0-AF708F87CB73}"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D91EC2-FD99-4DD2-8A4E-4119A499124D}" type="doc">
      <dgm:prSet loTypeId="urn:microsoft.com/office/officeart/2005/8/layout/hierarchy2" loCatId="hierarchy" qsTypeId="urn:microsoft.com/office/officeart/2005/8/quickstyle/simple3" qsCatId="simple" csTypeId="urn:microsoft.com/office/officeart/2005/8/colors/accent2_1" csCatId="accent2" phldr="1"/>
      <dgm:spPr/>
      <dgm:t>
        <a:bodyPr/>
        <a:lstStyle/>
        <a:p>
          <a:endParaRPr lang="en-US"/>
        </a:p>
      </dgm:t>
    </dgm:pt>
    <dgm:pt modelId="{9D001A31-5FF2-47C4-BEFB-0CD4865B9F4B}">
      <dgm:prSet phldrT="[Text]"/>
      <dgm:spPr/>
      <dgm:t>
        <a:bodyPr/>
        <a:lstStyle/>
        <a:p>
          <a:r>
            <a:rPr lang="en-US" dirty="0"/>
            <a:t>items</a:t>
          </a:r>
        </a:p>
      </dgm:t>
    </dgm:pt>
    <dgm:pt modelId="{CADAC52C-A335-4640-81D3-58F557F80636}" type="parTrans" cxnId="{24FF43A5-B847-4D4A-B9BC-4A81046333B6}">
      <dgm:prSet/>
      <dgm:spPr/>
      <dgm:t>
        <a:bodyPr/>
        <a:lstStyle/>
        <a:p>
          <a:endParaRPr lang="en-US"/>
        </a:p>
      </dgm:t>
    </dgm:pt>
    <dgm:pt modelId="{1D0D2468-5497-49BD-B064-8AE823B0CD10}" type="sibTrans" cxnId="{24FF43A5-B847-4D4A-B9BC-4A81046333B6}">
      <dgm:prSet/>
      <dgm:spPr/>
      <dgm:t>
        <a:bodyPr/>
        <a:lstStyle/>
        <a:p>
          <a:endParaRPr lang="en-US"/>
        </a:p>
      </dgm:t>
    </dgm:pt>
    <dgm:pt modelId="{0F1CAC59-8C34-440F-9C15-A21D92375358}">
      <dgm:prSet phldrT="[Text]"/>
      <dgm:spPr/>
      <dgm:t>
        <a:bodyPr/>
        <a:lstStyle/>
        <a:p>
          <a:r>
            <a:rPr lang="en-US" dirty="0"/>
            <a:t>item[1]</a:t>
          </a:r>
        </a:p>
      </dgm:t>
    </dgm:pt>
    <dgm:pt modelId="{E068BFC3-63EF-444A-9B0E-2EA1A9578DEA}" type="parTrans" cxnId="{8E965DCC-3C82-4F49-86AB-3A053913DDD6}">
      <dgm:prSet/>
      <dgm:spPr/>
      <dgm:t>
        <a:bodyPr/>
        <a:lstStyle/>
        <a:p>
          <a:endParaRPr lang="en-US"/>
        </a:p>
      </dgm:t>
    </dgm:pt>
    <dgm:pt modelId="{04EE0BC2-16BE-421F-AFBA-3E03897344B9}" type="sibTrans" cxnId="{8E965DCC-3C82-4F49-86AB-3A053913DDD6}">
      <dgm:prSet/>
      <dgm:spPr/>
      <dgm:t>
        <a:bodyPr/>
        <a:lstStyle/>
        <a:p>
          <a:endParaRPr lang="en-US"/>
        </a:p>
      </dgm:t>
    </dgm:pt>
    <dgm:pt modelId="{DAD7B0D0-D151-48C9-9034-C5633BECF19F}">
      <dgm:prSet phldrT="[Text]"/>
      <dgm:spPr/>
      <dgm:t>
        <a:bodyPr/>
        <a:lstStyle/>
        <a:p>
          <a:r>
            <a:rPr lang="en-US" dirty="0"/>
            <a:t>product</a:t>
          </a:r>
        </a:p>
      </dgm:t>
    </dgm:pt>
    <dgm:pt modelId="{C01F516E-0CA0-482A-8640-87379BA88B34}" type="parTrans" cxnId="{3F3B736E-7FA8-42CC-8DF4-EF86F56BC4B8}">
      <dgm:prSet/>
      <dgm:spPr/>
      <dgm:t>
        <a:bodyPr/>
        <a:lstStyle/>
        <a:p>
          <a:endParaRPr lang="en-US"/>
        </a:p>
      </dgm:t>
    </dgm:pt>
    <dgm:pt modelId="{9BE5CD8F-8231-4837-B70C-596C60003E3B}" type="sibTrans" cxnId="{3F3B736E-7FA8-42CC-8DF4-EF86F56BC4B8}">
      <dgm:prSet/>
      <dgm:spPr/>
      <dgm:t>
        <a:bodyPr/>
        <a:lstStyle/>
        <a:p>
          <a:endParaRPr lang="en-US"/>
        </a:p>
      </dgm:t>
    </dgm:pt>
    <dgm:pt modelId="{24BE358B-389D-43E0-B756-30B5E2AE7A93}">
      <dgm:prSet phldrT="[Text]"/>
      <dgm:spPr/>
      <dgm:t>
        <a:bodyPr/>
        <a:lstStyle/>
        <a:p>
          <a:r>
            <a:rPr lang="en-US" dirty="0"/>
            <a:t>quantity</a:t>
          </a:r>
        </a:p>
      </dgm:t>
    </dgm:pt>
    <dgm:pt modelId="{2D555692-6565-42E1-B78E-2EA50719E64A}" type="parTrans" cxnId="{E1A86C48-B1C6-477F-B8ED-4319382F0F39}">
      <dgm:prSet/>
      <dgm:spPr/>
      <dgm:t>
        <a:bodyPr/>
        <a:lstStyle/>
        <a:p>
          <a:endParaRPr lang="en-US"/>
        </a:p>
      </dgm:t>
    </dgm:pt>
    <dgm:pt modelId="{12BEB6AF-F7EF-4A2F-B6B5-DABC62ABAB08}" type="sibTrans" cxnId="{E1A86C48-B1C6-477F-B8ED-4319382F0F39}">
      <dgm:prSet/>
      <dgm:spPr/>
      <dgm:t>
        <a:bodyPr/>
        <a:lstStyle/>
        <a:p>
          <a:endParaRPr lang="en-US"/>
        </a:p>
      </dgm:t>
    </dgm:pt>
    <dgm:pt modelId="{3E633B72-4DEF-4719-A5C6-59010B3CD78E}">
      <dgm:prSet phldrT="[Text]"/>
      <dgm:spPr/>
      <dgm:t>
        <a:bodyPr/>
        <a:lstStyle/>
        <a:p>
          <a:r>
            <a:rPr lang="en-US" dirty="0"/>
            <a:t>item[2]</a:t>
          </a:r>
        </a:p>
      </dgm:t>
    </dgm:pt>
    <dgm:pt modelId="{0131EB98-A0F6-4343-8F56-0F631E8217E0}" type="parTrans" cxnId="{FAA21961-CC19-4706-AA85-9F21EC209328}">
      <dgm:prSet/>
      <dgm:spPr/>
      <dgm:t>
        <a:bodyPr/>
        <a:lstStyle/>
        <a:p>
          <a:endParaRPr lang="en-US"/>
        </a:p>
      </dgm:t>
    </dgm:pt>
    <dgm:pt modelId="{98488EA6-2EC4-4AFF-834A-327D454F1F92}" type="sibTrans" cxnId="{FAA21961-CC19-4706-AA85-9F21EC209328}">
      <dgm:prSet/>
      <dgm:spPr/>
      <dgm:t>
        <a:bodyPr/>
        <a:lstStyle/>
        <a:p>
          <a:endParaRPr lang="en-US"/>
        </a:p>
      </dgm:t>
    </dgm:pt>
    <dgm:pt modelId="{8809FA99-33ED-4028-8588-AE510462E8FD}">
      <dgm:prSet phldrT="[Text]"/>
      <dgm:spPr/>
      <dgm:t>
        <a:bodyPr/>
        <a:lstStyle/>
        <a:p>
          <a:r>
            <a:rPr lang="en-US" dirty="0"/>
            <a:t>product</a:t>
          </a:r>
        </a:p>
      </dgm:t>
    </dgm:pt>
    <dgm:pt modelId="{473D548F-4760-4CA7-9C6E-F88B6FFE2F1F}" type="parTrans" cxnId="{A7E1ED30-95B8-4BF5-B985-2F9A1352516E}">
      <dgm:prSet/>
      <dgm:spPr/>
      <dgm:t>
        <a:bodyPr/>
        <a:lstStyle/>
        <a:p>
          <a:endParaRPr lang="en-US"/>
        </a:p>
      </dgm:t>
    </dgm:pt>
    <dgm:pt modelId="{B0D78E2A-14C2-4B9E-B81D-27A6441A28C3}" type="sibTrans" cxnId="{A7E1ED30-95B8-4BF5-B985-2F9A1352516E}">
      <dgm:prSet/>
      <dgm:spPr/>
      <dgm:t>
        <a:bodyPr/>
        <a:lstStyle/>
        <a:p>
          <a:endParaRPr lang="en-US"/>
        </a:p>
      </dgm:t>
    </dgm:pt>
    <dgm:pt modelId="{25DEA1DF-7622-4474-9765-E8D2E33A7EBA}">
      <dgm:prSet phldrT="[Text]"/>
      <dgm:spPr/>
      <dgm:t>
        <a:bodyPr/>
        <a:lstStyle/>
        <a:p>
          <a:r>
            <a:rPr lang="en-US" dirty="0"/>
            <a:t>quantity</a:t>
          </a:r>
        </a:p>
      </dgm:t>
    </dgm:pt>
    <dgm:pt modelId="{D47A5805-1A5F-48EC-8F20-DDBE8AF282F8}" type="parTrans" cxnId="{C0C1BF5D-ACFD-4F79-92AD-51651E806707}">
      <dgm:prSet/>
      <dgm:spPr/>
      <dgm:t>
        <a:bodyPr/>
        <a:lstStyle/>
        <a:p>
          <a:endParaRPr lang="en-US"/>
        </a:p>
      </dgm:t>
    </dgm:pt>
    <dgm:pt modelId="{4666B7DC-DBDC-4E8E-A932-BAD63807D00E}" type="sibTrans" cxnId="{C0C1BF5D-ACFD-4F79-92AD-51651E806707}">
      <dgm:prSet/>
      <dgm:spPr/>
      <dgm:t>
        <a:bodyPr/>
        <a:lstStyle/>
        <a:p>
          <a:endParaRPr lang="en-US"/>
        </a:p>
      </dgm:t>
    </dgm:pt>
    <dgm:pt modelId="{76146321-E400-43AC-9D55-F469DCF78859}">
      <dgm:prSet phldrT="[Text]"/>
      <dgm:spPr/>
      <dgm:t>
        <a:bodyPr/>
        <a:lstStyle/>
        <a:p>
          <a:r>
            <a:rPr lang="en-US" dirty="0"/>
            <a:t>description</a:t>
          </a:r>
        </a:p>
      </dgm:t>
    </dgm:pt>
    <dgm:pt modelId="{2C76DFB1-B549-4C5F-A730-4FF76F9076A8}" type="parTrans" cxnId="{C9CBE24B-4AF0-4428-973B-A8AA57D5E22A}">
      <dgm:prSet/>
      <dgm:spPr/>
      <dgm:t>
        <a:bodyPr/>
        <a:lstStyle/>
        <a:p>
          <a:endParaRPr lang="en-US"/>
        </a:p>
      </dgm:t>
    </dgm:pt>
    <dgm:pt modelId="{BFE8B054-F0CB-435E-8794-F8BFA348ED68}" type="sibTrans" cxnId="{C9CBE24B-4AF0-4428-973B-A8AA57D5E22A}">
      <dgm:prSet/>
      <dgm:spPr/>
      <dgm:t>
        <a:bodyPr/>
        <a:lstStyle/>
        <a:p>
          <a:endParaRPr lang="en-US"/>
        </a:p>
      </dgm:t>
    </dgm:pt>
    <dgm:pt modelId="{AA93FC7C-60A1-40AF-9A53-3A781E38429B}">
      <dgm:prSet phldrT="[Text]"/>
      <dgm:spPr/>
      <dgm:t>
        <a:bodyPr/>
        <a:lstStyle/>
        <a:p>
          <a:r>
            <a:rPr lang="en-US" dirty="0"/>
            <a:t>price</a:t>
          </a:r>
        </a:p>
      </dgm:t>
    </dgm:pt>
    <dgm:pt modelId="{22267AA6-9C8D-44DF-A73B-4C97ADC5C04D}" type="parTrans" cxnId="{38F05CB2-1A07-4FD3-9A2B-97827B35B119}">
      <dgm:prSet/>
      <dgm:spPr/>
      <dgm:t>
        <a:bodyPr/>
        <a:lstStyle/>
        <a:p>
          <a:endParaRPr lang="en-US"/>
        </a:p>
      </dgm:t>
    </dgm:pt>
    <dgm:pt modelId="{4DB6242D-42F2-4CE0-9D10-3E0F989E3186}" type="sibTrans" cxnId="{38F05CB2-1A07-4FD3-9A2B-97827B35B119}">
      <dgm:prSet/>
      <dgm:spPr/>
      <dgm:t>
        <a:bodyPr/>
        <a:lstStyle/>
        <a:p>
          <a:endParaRPr lang="en-US"/>
        </a:p>
      </dgm:t>
    </dgm:pt>
    <dgm:pt modelId="{900E5103-AFA5-4527-909F-22CB9BB591EA}">
      <dgm:prSet phldrT="[Text]"/>
      <dgm:spPr/>
      <dgm:t>
        <a:bodyPr/>
        <a:lstStyle/>
        <a:p>
          <a:r>
            <a:rPr lang="en-US" dirty="0"/>
            <a:t>description</a:t>
          </a:r>
        </a:p>
      </dgm:t>
    </dgm:pt>
    <dgm:pt modelId="{47704A63-8182-4301-A1FA-59CE60E97E7E}" type="parTrans" cxnId="{5B4C830F-2AD3-4B4F-8B6B-FCCF0BC9679D}">
      <dgm:prSet/>
      <dgm:spPr/>
      <dgm:t>
        <a:bodyPr/>
        <a:lstStyle/>
        <a:p>
          <a:endParaRPr lang="en-US"/>
        </a:p>
      </dgm:t>
    </dgm:pt>
    <dgm:pt modelId="{A6C3998D-6B23-424F-812A-5A9EDA1A75B2}" type="sibTrans" cxnId="{5B4C830F-2AD3-4B4F-8B6B-FCCF0BC9679D}">
      <dgm:prSet/>
      <dgm:spPr/>
      <dgm:t>
        <a:bodyPr/>
        <a:lstStyle/>
        <a:p>
          <a:endParaRPr lang="en-US"/>
        </a:p>
      </dgm:t>
    </dgm:pt>
    <dgm:pt modelId="{0E5F958F-E7ED-4ED5-9A05-07920DF271C8}">
      <dgm:prSet phldrT="[Text]"/>
      <dgm:spPr/>
      <dgm:t>
        <a:bodyPr/>
        <a:lstStyle/>
        <a:p>
          <a:r>
            <a:rPr lang="en-US" dirty="0"/>
            <a:t>price</a:t>
          </a:r>
        </a:p>
      </dgm:t>
    </dgm:pt>
    <dgm:pt modelId="{03A3BBEC-6A7D-4731-8AE4-3F6DF9360872}" type="parTrans" cxnId="{CCD8E771-0298-4722-9D37-07F366ED4CAD}">
      <dgm:prSet/>
      <dgm:spPr/>
      <dgm:t>
        <a:bodyPr/>
        <a:lstStyle/>
        <a:p>
          <a:endParaRPr lang="en-US"/>
        </a:p>
      </dgm:t>
    </dgm:pt>
    <dgm:pt modelId="{AE98A9D0-091B-4668-9248-F67B99C273D9}" type="sibTrans" cxnId="{CCD8E771-0298-4722-9D37-07F366ED4CAD}">
      <dgm:prSet/>
      <dgm:spPr/>
      <dgm:t>
        <a:bodyPr/>
        <a:lstStyle/>
        <a:p>
          <a:endParaRPr lang="en-US"/>
        </a:p>
      </dgm:t>
    </dgm:pt>
    <dgm:pt modelId="{81D8F7DB-A908-4F1D-9F40-FE19106AE74F}">
      <dgm:prSet phldrT="[Text]"/>
      <dgm:spPr/>
      <dgm:t>
        <a:bodyPr/>
        <a:lstStyle/>
        <a:p>
          <a:r>
            <a:rPr lang="en-US" dirty="0"/>
            <a:t>4-port Mini Hub</a:t>
          </a:r>
        </a:p>
      </dgm:t>
    </dgm:pt>
    <dgm:pt modelId="{57FC2A24-42A9-43D3-BDB0-B0315B9EF407}" type="parTrans" cxnId="{78EF6F1D-4F2F-4165-8246-B10F35EED0F8}">
      <dgm:prSet/>
      <dgm:spPr/>
      <dgm:t>
        <a:bodyPr/>
        <a:lstStyle/>
        <a:p>
          <a:endParaRPr lang="en-US"/>
        </a:p>
      </dgm:t>
    </dgm:pt>
    <dgm:pt modelId="{29C80A1B-F15E-4FA3-98B0-829F46687861}" type="sibTrans" cxnId="{78EF6F1D-4F2F-4165-8246-B10F35EED0F8}">
      <dgm:prSet/>
      <dgm:spPr/>
      <dgm:t>
        <a:bodyPr/>
        <a:lstStyle/>
        <a:p>
          <a:endParaRPr lang="en-US"/>
        </a:p>
      </dgm:t>
    </dgm:pt>
    <dgm:pt modelId="{8F7F0A65-E8E5-4965-9C91-E2415B03998E}">
      <dgm:prSet phldrT="[Text]"/>
      <dgm:spPr/>
      <dgm:t>
        <a:bodyPr/>
        <a:lstStyle/>
        <a:p>
          <a:r>
            <a:rPr lang="en-US" dirty="0"/>
            <a:t>19.95</a:t>
          </a:r>
        </a:p>
      </dgm:t>
    </dgm:pt>
    <dgm:pt modelId="{73EE21E4-1942-4748-B7C2-61D80D3D4D47}" type="parTrans" cxnId="{54A422D7-525A-46FC-99D7-D8C29B49EBC1}">
      <dgm:prSet/>
      <dgm:spPr/>
      <dgm:t>
        <a:bodyPr/>
        <a:lstStyle/>
        <a:p>
          <a:endParaRPr lang="en-US"/>
        </a:p>
      </dgm:t>
    </dgm:pt>
    <dgm:pt modelId="{3AC20CEA-1CEE-42C8-B94F-8C695DFAFB9F}" type="sibTrans" cxnId="{54A422D7-525A-46FC-99D7-D8C29B49EBC1}">
      <dgm:prSet/>
      <dgm:spPr/>
      <dgm:t>
        <a:bodyPr/>
        <a:lstStyle/>
        <a:p>
          <a:endParaRPr lang="en-US"/>
        </a:p>
      </dgm:t>
    </dgm:pt>
    <dgm:pt modelId="{4D1B5417-BD51-472F-A66F-4EADBB6FEF50}">
      <dgm:prSet phldrT="[Text]"/>
      <dgm:spPr/>
      <dgm:t>
        <a:bodyPr/>
        <a:lstStyle/>
        <a:p>
          <a:r>
            <a:rPr lang="en-US" dirty="0"/>
            <a:t>10</a:t>
          </a:r>
        </a:p>
      </dgm:t>
    </dgm:pt>
    <dgm:pt modelId="{098CD31D-163C-4E9F-A9C0-A75975CC9D76}" type="parTrans" cxnId="{171391A0-5780-4B4D-9EB9-0B8279FF21C9}">
      <dgm:prSet/>
      <dgm:spPr/>
      <dgm:t>
        <a:bodyPr/>
        <a:lstStyle/>
        <a:p>
          <a:endParaRPr lang="en-US"/>
        </a:p>
      </dgm:t>
    </dgm:pt>
    <dgm:pt modelId="{B41A0DD5-3226-4B78-BC8E-C1CBE3A6BA3E}" type="sibTrans" cxnId="{171391A0-5780-4B4D-9EB9-0B8279FF21C9}">
      <dgm:prSet/>
      <dgm:spPr/>
      <dgm:t>
        <a:bodyPr/>
        <a:lstStyle/>
        <a:p>
          <a:endParaRPr lang="en-US"/>
        </a:p>
      </dgm:t>
    </dgm:pt>
    <dgm:pt modelId="{7A9D31ED-2194-4161-BE4B-662A554F1E7C}">
      <dgm:prSet phldrT="[Text]"/>
      <dgm:spPr/>
      <dgm:t>
        <a:bodyPr/>
        <a:lstStyle/>
        <a:p>
          <a:r>
            <a:rPr lang="en-US" dirty="0"/>
            <a:t>Ink Jet Refill</a:t>
          </a:r>
        </a:p>
      </dgm:t>
    </dgm:pt>
    <dgm:pt modelId="{4AAB876B-86B5-4BA8-BFF7-BF24B6C20E11}" type="parTrans" cxnId="{519ABB29-380A-4B68-8289-17D45DB8F57B}">
      <dgm:prSet/>
      <dgm:spPr/>
      <dgm:t>
        <a:bodyPr/>
        <a:lstStyle/>
        <a:p>
          <a:endParaRPr lang="en-US"/>
        </a:p>
      </dgm:t>
    </dgm:pt>
    <dgm:pt modelId="{508E142B-3704-4B2A-8791-40EAE8606FB3}" type="sibTrans" cxnId="{519ABB29-380A-4B68-8289-17D45DB8F57B}">
      <dgm:prSet/>
      <dgm:spPr/>
      <dgm:t>
        <a:bodyPr/>
        <a:lstStyle/>
        <a:p>
          <a:endParaRPr lang="en-US"/>
        </a:p>
      </dgm:t>
    </dgm:pt>
    <dgm:pt modelId="{44ED0E1E-3F87-40FF-A295-60FFA501AD26}">
      <dgm:prSet phldrT="[Text]"/>
      <dgm:spPr/>
      <dgm:t>
        <a:bodyPr/>
        <a:lstStyle/>
        <a:p>
          <a:r>
            <a:rPr lang="en-US" dirty="0"/>
            <a:t>29.95</a:t>
          </a:r>
        </a:p>
      </dgm:t>
    </dgm:pt>
    <dgm:pt modelId="{5EB6FB69-536D-42C9-999E-07FC78F6DAD6}" type="parTrans" cxnId="{1BA5F172-1671-4753-BD9D-25709712412F}">
      <dgm:prSet/>
      <dgm:spPr/>
      <dgm:t>
        <a:bodyPr/>
        <a:lstStyle/>
        <a:p>
          <a:endParaRPr lang="en-US"/>
        </a:p>
      </dgm:t>
    </dgm:pt>
    <dgm:pt modelId="{D0F53AE8-2997-49CA-9728-B3287B2AEDFE}" type="sibTrans" cxnId="{1BA5F172-1671-4753-BD9D-25709712412F}">
      <dgm:prSet/>
      <dgm:spPr/>
      <dgm:t>
        <a:bodyPr/>
        <a:lstStyle/>
        <a:p>
          <a:endParaRPr lang="en-US"/>
        </a:p>
      </dgm:t>
    </dgm:pt>
    <dgm:pt modelId="{184BD3A1-0DBF-4D0D-9F74-89948692C629}">
      <dgm:prSet phldrT="[Text]"/>
      <dgm:spPr/>
      <dgm:t>
        <a:bodyPr/>
        <a:lstStyle/>
        <a:p>
          <a:r>
            <a:rPr lang="en-US" dirty="0"/>
            <a:t>8</a:t>
          </a:r>
        </a:p>
      </dgm:t>
    </dgm:pt>
    <dgm:pt modelId="{9BF3AD8F-A2B7-4DFF-9220-DBB54E28D2C5}" type="parTrans" cxnId="{451F5F63-5BFF-4E22-BCCB-07A73E6B70D2}">
      <dgm:prSet/>
      <dgm:spPr/>
      <dgm:t>
        <a:bodyPr/>
        <a:lstStyle/>
        <a:p>
          <a:endParaRPr lang="en-US"/>
        </a:p>
      </dgm:t>
    </dgm:pt>
    <dgm:pt modelId="{524FDE77-E19A-4589-B4B9-88B12D39D8AB}" type="sibTrans" cxnId="{451F5F63-5BFF-4E22-BCCB-07A73E6B70D2}">
      <dgm:prSet/>
      <dgm:spPr/>
      <dgm:t>
        <a:bodyPr/>
        <a:lstStyle/>
        <a:p>
          <a:endParaRPr lang="en-US"/>
        </a:p>
      </dgm:t>
    </dgm:pt>
    <dgm:pt modelId="{94BEF724-0592-404E-A1C8-6C72A1C58C94}" type="pres">
      <dgm:prSet presAssocID="{52D91EC2-FD99-4DD2-8A4E-4119A499124D}" presName="diagram" presStyleCnt="0">
        <dgm:presLayoutVars>
          <dgm:chPref val="1"/>
          <dgm:dir/>
          <dgm:animOne val="branch"/>
          <dgm:animLvl val="lvl"/>
          <dgm:resizeHandles val="exact"/>
        </dgm:presLayoutVars>
      </dgm:prSet>
      <dgm:spPr/>
    </dgm:pt>
    <dgm:pt modelId="{9197A4E0-8938-45E4-ABF5-5CE713275E50}" type="pres">
      <dgm:prSet presAssocID="{9D001A31-5FF2-47C4-BEFB-0CD4865B9F4B}" presName="root1" presStyleCnt="0"/>
      <dgm:spPr/>
    </dgm:pt>
    <dgm:pt modelId="{6AF24ED8-0B8A-43A5-AA22-AABE53BC48C6}" type="pres">
      <dgm:prSet presAssocID="{9D001A31-5FF2-47C4-BEFB-0CD4865B9F4B}" presName="LevelOneTextNode" presStyleLbl="node0" presStyleIdx="0" presStyleCnt="1">
        <dgm:presLayoutVars>
          <dgm:chPref val="3"/>
        </dgm:presLayoutVars>
      </dgm:prSet>
      <dgm:spPr/>
    </dgm:pt>
    <dgm:pt modelId="{C70B229D-9000-4255-8A66-753005A05D6A}" type="pres">
      <dgm:prSet presAssocID="{9D001A31-5FF2-47C4-BEFB-0CD4865B9F4B}" presName="level2hierChild" presStyleCnt="0"/>
      <dgm:spPr/>
    </dgm:pt>
    <dgm:pt modelId="{E2F51CB5-29C9-4484-9390-6489AC23E886}" type="pres">
      <dgm:prSet presAssocID="{E068BFC3-63EF-444A-9B0E-2EA1A9578DEA}" presName="conn2-1" presStyleLbl="parChTrans1D2" presStyleIdx="0" presStyleCnt="2"/>
      <dgm:spPr/>
    </dgm:pt>
    <dgm:pt modelId="{81C195C9-6C73-439A-B669-264DFAF78569}" type="pres">
      <dgm:prSet presAssocID="{E068BFC3-63EF-444A-9B0E-2EA1A9578DEA}" presName="connTx" presStyleLbl="parChTrans1D2" presStyleIdx="0" presStyleCnt="2"/>
      <dgm:spPr/>
    </dgm:pt>
    <dgm:pt modelId="{2E182A37-F8D1-41E1-B92D-891B0FE7306D}" type="pres">
      <dgm:prSet presAssocID="{0F1CAC59-8C34-440F-9C15-A21D92375358}" presName="root2" presStyleCnt="0"/>
      <dgm:spPr/>
    </dgm:pt>
    <dgm:pt modelId="{9F907E21-2C27-48BE-9675-DAA3F154F3C7}" type="pres">
      <dgm:prSet presAssocID="{0F1CAC59-8C34-440F-9C15-A21D92375358}" presName="LevelTwoTextNode" presStyleLbl="node2" presStyleIdx="0" presStyleCnt="2">
        <dgm:presLayoutVars>
          <dgm:chPref val="3"/>
        </dgm:presLayoutVars>
      </dgm:prSet>
      <dgm:spPr/>
    </dgm:pt>
    <dgm:pt modelId="{2F9C265F-F859-495A-909C-F562EE0B8973}" type="pres">
      <dgm:prSet presAssocID="{0F1CAC59-8C34-440F-9C15-A21D92375358}" presName="level3hierChild" presStyleCnt="0"/>
      <dgm:spPr/>
    </dgm:pt>
    <dgm:pt modelId="{A34A0074-50A2-4BAD-A5BE-BC030552DA10}" type="pres">
      <dgm:prSet presAssocID="{C01F516E-0CA0-482A-8640-87379BA88B34}" presName="conn2-1" presStyleLbl="parChTrans1D3" presStyleIdx="0" presStyleCnt="4"/>
      <dgm:spPr/>
    </dgm:pt>
    <dgm:pt modelId="{5C483B9A-3360-4162-BE06-81E562ED2561}" type="pres">
      <dgm:prSet presAssocID="{C01F516E-0CA0-482A-8640-87379BA88B34}" presName="connTx" presStyleLbl="parChTrans1D3" presStyleIdx="0" presStyleCnt="4"/>
      <dgm:spPr/>
    </dgm:pt>
    <dgm:pt modelId="{EB209AC2-8C12-4B77-8BD9-F6D388502B98}" type="pres">
      <dgm:prSet presAssocID="{DAD7B0D0-D151-48C9-9034-C5633BECF19F}" presName="root2" presStyleCnt="0"/>
      <dgm:spPr/>
    </dgm:pt>
    <dgm:pt modelId="{E78237B8-8CEF-4C86-ABD2-7DDB6AB05F03}" type="pres">
      <dgm:prSet presAssocID="{DAD7B0D0-D151-48C9-9034-C5633BECF19F}" presName="LevelTwoTextNode" presStyleLbl="node3" presStyleIdx="0" presStyleCnt="4">
        <dgm:presLayoutVars>
          <dgm:chPref val="3"/>
        </dgm:presLayoutVars>
      </dgm:prSet>
      <dgm:spPr/>
    </dgm:pt>
    <dgm:pt modelId="{2EB1D35E-D708-49BD-BFD4-B1462445ABC3}" type="pres">
      <dgm:prSet presAssocID="{DAD7B0D0-D151-48C9-9034-C5633BECF19F}" presName="level3hierChild" presStyleCnt="0"/>
      <dgm:spPr/>
    </dgm:pt>
    <dgm:pt modelId="{631B9DB0-3FB2-4362-9EC5-419811C49497}" type="pres">
      <dgm:prSet presAssocID="{2C76DFB1-B549-4C5F-A730-4FF76F9076A8}" presName="conn2-1" presStyleLbl="parChTrans1D4" presStyleIdx="0" presStyleCnt="10"/>
      <dgm:spPr/>
    </dgm:pt>
    <dgm:pt modelId="{043219BA-D5D9-4271-A12F-7A521562F949}" type="pres">
      <dgm:prSet presAssocID="{2C76DFB1-B549-4C5F-A730-4FF76F9076A8}" presName="connTx" presStyleLbl="parChTrans1D4" presStyleIdx="0" presStyleCnt="10"/>
      <dgm:spPr/>
    </dgm:pt>
    <dgm:pt modelId="{C46EDD85-74B8-4539-A529-2D1EF40B7F05}" type="pres">
      <dgm:prSet presAssocID="{76146321-E400-43AC-9D55-F469DCF78859}" presName="root2" presStyleCnt="0"/>
      <dgm:spPr/>
    </dgm:pt>
    <dgm:pt modelId="{B1958EB5-6FBD-47E1-830C-CFB8006FFBF0}" type="pres">
      <dgm:prSet presAssocID="{76146321-E400-43AC-9D55-F469DCF78859}" presName="LevelTwoTextNode" presStyleLbl="node4" presStyleIdx="0" presStyleCnt="10">
        <dgm:presLayoutVars>
          <dgm:chPref val="3"/>
        </dgm:presLayoutVars>
      </dgm:prSet>
      <dgm:spPr/>
    </dgm:pt>
    <dgm:pt modelId="{7A817291-A83E-41C5-BA01-C049754AB9DF}" type="pres">
      <dgm:prSet presAssocID="{76146321-E400-43AC-9D55-F469DCF78859}" presName="level3hierChild" presStyleCnt="0"/>
      <dgm:spPr/>
    </dgm:pt>
    <dgm:pt modelId="{76051F0E-D3D0-4C90-A02E-9DD32D00D19F}" type="pres">
      <dgm:prSet presAssocID="{4AAB876B-86B5-4BA8-BFF7-BF24B6C20E11}" presName="conn2-1" presStyleLbl="parChTrans1D4" presStyleIdx="1" presStyleCnt="10"/>
      <dgm:spPr/>
    </dgm:pt>
    <dgm:pt modelId="{0494AABB-7457-4290-82ED-AACC3D2BED91}" type="pres">
      <dgm:prSet presAssocID="{4AAB876B-86B5-4BA8-BFF7-BF24B6C20E11}" presName="connTx" presStyleLbl="parChTrans1D4" presStyleIdx="1" presStyleCnt="10"/>
      <dgm:spPr/>
    </dgm:pt>
    <dgm:pt modelId="{F4942B82-E5AF-47DC-A182-739486322952}" type="pres">
      <dgm:prSet presAssocID="{7A9D31ED-2194-4161-BE4B-662A554F1E7C}" presName="root2" presStyleCnt="0"/>
      <dgm:spPr/>
    </dgm:pt>
    <dgm:pt modelId="{F591980B-A5C7-4519-82EB-21654BA10CC4}" type="pres">
      <dgm:prSet presAssocID="{7A9D31ED-2194-4161-BE4B-662A554F1E7C}" presName="LevelTwoTextNode" presStyleLbl="node4" presStyleIdx="1" presStyleCnt="10">
        <dgm:presLayoutVars>
          <dgm:chPref val="3"/>
        </dgm:presLayoutVars>
      </dgm:prSet>
      <dgm:spPr/>
    </dgm:pt>
    <dgm:pt modelId="{2FE5FFC8-7E9D-4009-80C7-1564575F7CB2}" type="pres">
      <dgm:prSet presAssocID="{7A9D31ED-2194-4161-BE4B-662A554F1E7C}" presName="level3hierChild" presStyleCnt="0"/>
      <dgm:spPr/>
    </dgm:pt>
    <dgm:pt modelId="{C43FF4C0-4923-47F6-A154-06544EC9DB1E}" type="pres">
      <dgm:prSet presAssocID="{22267AA6-9C8D-44DF-A73B-4C97ADC5C04D}" presName="conn2-1" presStyleLbl="parChTrans1D4" presStyleIdx="2" presStyleCnt="10"/>
      <dgm:spPr/>
    </dgm:pt>
    <dgm:pt modelId="{B89724A9-DF35-4790-B330-A199665EF0D0}" type="pres">
      <dgm:prSet presAssocID="{22267AA6-9C8D-44DF-A73B-4C97ADC5C04D}" presName="connTx" presStyleLbl="parChTrans1D4" presStyleIdx="2" presStyleCnt="10"/>
      <dgm:spPr/>
    </dgm:pt>
    <dgm:pt modelId="{83912B5E-9CEC-48B2-A93D-C188CCA3CB58}" type="pres">
      <dgm:prSet presAssocID="{AA93FC7C-60A1-40AF-9A53-3A781E38429B}" presName="root2" presStyleCnt="0"/>
      <dgm:spPr/>
    </dgm:pt>
    <dgm:pt modelId="{33CCF843-C473-4339-90D9-97780C154942}" type="pres">
      <dgm:prSet presAssocID="{AA93FC7C-60A1-40AF-9A53-3A781E38429B}" presName="LevelTwoTextNode" presStyleLbl="node4" presStyleIdx="2" presStyleCnt="10">
        <dgm:presLayoutVars>
          <dgm:chPref val="3"/>
        </dgm:presLayoutVars>
      </dgm:prSet>
      <dgm:spPr/>
    </dgm:pt>
    <dgm:pt modelId="{BB3E2C30-A6D3-4889-902B-4EA4680A181D}" type="pres">
      <dgm:prSet presAssocID="{AA93FC7C-60A1-40AF-9A53-3A781E38429B}" presName="level3hierChild" presStyleCnt="0"/>
      <dgm:spPr/>
    </dgm:pt>
    <dgm:pt modelId="{4A7F0A13-C592-46FA-9AC0-BB3F4CD9D942}" type="pres">
      <dgm:prSet presAssocID="{5EB6FB69-536D-42C9-999E-07FC78F6DAD6}" presName="conn2-1" presStyleLbl="parChTrans1D4" presStyleIdx="3" presStyleCnt="10"/>
      <dgm:spPr/>
    </dgm:pt>
    <dgm:pt modelId="{77B0C3CE-73A7-456A-BBD4-694AD64356B4}" type="pres">
      <dgm:prSet presAssocID="{5EB6FB69-536D-42C9-999E-07FC78F6DAD6}" presName="connTx" presStyleLbl="parChTrans1D4" presStyleIdx="3" presStyleCnt="10"/>
      <dgm:spPr/>
    </dgm:pt>
    <dgm:pt modelId="{860F5D21-1625-4830-A877-CE33581787FD}" type="pres">
      <dgm:prSet presAssocID="{44ED0E1E-3F87-40FF-A295-60FFA501AD26}" presName="root2" presStyleCnt="0"/>
      <dgm:spPr/>
    </dgm:pt>
    <dgm:pt modelId="{DDF768B8-AC71-4EF1-B664-A4A87F56B4AA}" type="pres">
      <dgm:prSet presAssocID="{44ED0E1E-3F87-40FF-A295-60FFA501AD26}" presName="LevelTwoTextNode" presStyleLbl="node4" presStyleIdx="3" presStyleCnt="10">
        <dgm:presLayoutVars>
          <dgm:chPref val="3"/>
        </dgm:presLayoutVars>
      </dgm:prSet>
      <dgm:spPr/>
    </dgm:pt>
    <dgm:pt modelId="{41DECB0A-514E-4F32-915D-0F7FFBFC98BA}" type="pres">
      <dgm:prSet presAssocID="{44ED0E1E-3F87-40FF-A295-60FFA501AD26}" presName="level3hierChild" presStyleCnt="0"/>
      <dgm:spPr/>
    </dgm:pt>
    <dgm:pt modelId="{41DDEE6B-6454-4F1B-BCD0-1D020D699779}" type="pres">
      <dgm:prSet presAssocID="{2D555692-6565-42E1-B78E-2EA50719E64A}" presName="conn2-1" presStyleLbl="parChTrans1D3" presStyleIdx="1" presStyleCnt="4"/>
      <dgm:spPr/>
    </dgm:pt>
    <dgm:pt modelId="{8FEF3F95-8EDF-4111-ADB1-B1C4B074D024}" type="pres">
      <dgm:prSet presAssocID="{2D555692-6565-42E1-B78E-2EA50719E64A}" presName="connTx" presStyleLbl="parChTrans1D3" presStyleIdx="1" presStyleCnt="4"/>
      <dgm:spPr/>
    </dgm:pt>
    <dgm:pt modelId="{72533C6A-6EEC-4C1C-961D-6C2FFB4831CA}" type="pres">
      <dgm:prSet presAssocID="{24BE358B-389D-43E0-B756-30B5E2AE7A93}" presName="root2" presStyleCnt="0"/>
      <dgm:spPr/>
    </dgm:pt>
    <dgm:pt modelId="{79C61CE4-91E0-4173-935B-B66EFD075413}" type="pres">
      <dgm:prSet presAssocID="{24BE358B-389D-43E0-B756-30B5E2AE7A93}" presName="LevelTwoTextNode" presStyleLbl="node3" presStyleIdx="1" presStyleCnt="4">
        <dgm:presLayoutVars>
          <dgm:chPref val="3"/>
        </dgm:presLayoutVars>
      </dgm:prSet>
      <dgm:spPr/>
    </dgm:pt>
    <dgm:pt modelId="{9C93ABF7-CF64-4969-9083-68FC4F241062}" type="pres">
      <dgm:prSet presAssocID="{24BE358B-389D-43E0-B756-30B5E2AE7A93}" presName="level3hierChild" presStyleCnt="0"/>
      <dgm:spPr/>
    </dgm:pt>
    <dgm:pt modelId="{8B1CDAF4-6B47-498C-A3D3-D00F84C33A60}" type="pres">
      <dgm:prSet presAssocID="{9BF3AD8F-A2B7-4DFF-9220-DBB54E28D2C5}" presName="conn2-1" presStyleLbl="parChTrans1D4" presStyleIdx="4" presStyleCnt="10"/>
      <dgm:spPr/>
    </dgm:pt>
    <dgm:pt modelId="{B2887A33-EACF-4EAD-ABDA-79B29D22E5CD}" type="pres">
      <dgm:prSet presAssocID="{9BF3AD8F-A2B7-4DFF-9220-DBB54E28D2C5}" presName="connTx" presStyleLbl="parChTrans1D4" presStyleIdx="4" presStyleCnt="10"/>
      <dgm:spPr/>
    </dgm:pt>
    <dgm:pt modelId="{FB084439-E2FB-4E21-BDE7-588996CD1978}" type="pres">
      <dgm:prSet presAssocID="{184BD3A1-0DBF-4D0D-9F74-89948692C629}" presName="root2" presStyleCnt="0"/>
      <dgm:spPr/>
    </dgm:pt>
    <dgm:pt modelId="{0D414D3A-E434-4B57-8CA3-871EAFAE720B}" type="pres">
      <dgm:prSet presAssocID="{184BD3A1-0DBF-4D0D-9F74-89948692C629}" presName="LevelTwoTextNode" presStyleLbl="node4" presStyleIdx="4" presStyleCnt="10">
        <dgm:presLayoutVars>
          <dgm:chPref val="3"/>
        </dgm:presLayoutVars>
      </dgm:prSet>
      <dgm:spPr/>
    </dgm:pt>
    <dgm:pt modelId="{F2909B62-38EB-43A5-9CED-5441ECA316FE}" type="pres">
      <dgm:prSet presAssocID="{184BD3A1-0DBF-4D0D-9F74-89948692C629}" presName="level3hierChild" presStyleCnt="0"/>
      <dgm:spPr/>
    </dgm:pt>
    <dgm:pt modelId="{20B6E78F-6463-433D-A780-177C8605B0AC}" type="pres">
      <dgm:prSet presAssocID="{0131EB98-A0F6-4343-8F56-0F631E8217E0}" presName="conn2-1" presStyleLbl="parChTrans1D2" presStyleIdx="1" presStyleCnt="2"/>
      <dgm:spPr/>
    </dgm:pt>
    <dgm:pt modelId="{EA7DEAE3-8A70-405A-90C8-61B4D6547A62}" type="pres">
      <dgm:prSet presAssocID="{0131EB98-A0F6-4343-8F56-0F631E8217E0}" presName="connTx" presStyleLbl="parChTrans1D2" presStyleIdx="1" presStyleCnt="2"/>
      <dgm:spPr/>
    </dgm:pt>
    <dgm:pt modelId="{7C216A23-AACF-4915-AA09-77CC6439FCB4}" type="pres">
      <dgm:prSet presAssocID="{3E633B72-4DEF-4719-A5C6-59010B3CD78E}" presName="root2" presStyleCnt="0"/>
      <dgm:spPr/>
    </dgm:pt>
    <dgm:pt modelId="{4AB76E73-FD37-4BCB-91F0-E14EEA280DD0}" type="pres">
      <dgm:prSet presAssocID="{3E633B72-4DEF-4719-A5C6-59010B3CD78E}" presName="LevelTwoTextNode" presStyleLbl="node2" presStyleIdx="1" presStyleCnt="2">
        <dgm:presLayoutVars>
          <dgm:chPref val="3"/>
        </dgm:presLayoutVars>
      </dgm:prSet>
      <dgm:spPr/>
    </dgm:pt>
    <dgm:pt modelId="{8BF8FDD8-1FAC-41C8-9BDA-CB09A87C5225}" type="pres">
      <dgm:prSet presAssocID="{3E633B72-4DEF-4719-A5C6-59010B3CD78E}" presName="level3hierChild" presStyleCnt="0"/>
      <dgm:spPr/>
    </dgm:pt>
    <dgm:pt modelId="{80405139-CAD6-4BB9-AB3C-F2C01A16173E}" type="pres">
      <dgm:prSet presAssocID="{473D548F-4760-4CA7-9C6E-F88B6FFE2F1F}" presName="conn2-1" presStyleLbl="parChTrans1D3" presStyleIdx="2" presStyleCnt="4"/>
      <dgm:spPr/>
    </dgm:pt>
    <dgm:pt modelId="{77A5E1B6-D83B-4268-A587-46C674539744}" type="pres">
      <dgm:prSet presAssocID="{473D548F-4760-4CA7-9C6E-F88B6FFE2F1F}" presName="connTx" presStyleLbl="parChTrans1D3" presStyleIdx="2" presStyleCnt="4"/>
      <dgm:spPr/>
    </dgm:pt>
    <dgm:pt modelId="{F0DA2771-0803-4CE3-85C4-553D788C69A0}" type="pres">
      <dgm:prSet presAssocID="{8809FA99-33ED-4028-8588-AE510462E8FD}" presName="root2" presStyleCnt="0"/>
      <dgm:spPr/>
    </dgm:pt>
    <dgm:pt modelId="{53FCDF1F-4712-48ED-9883-AB8B2E14F629}" type="pres">
      <dgm:prSet presAssocID="{8809FA99-33ED-4028-8588-AE510462E8FD}" presName="LevelTwoTextNode" presStyleLbl="node3" presStyleIdx="2" presStyleCnt="4">
        <dgm:presLayoutVars>
          <dgm:chPref val="3"/>
        </dgm:presLayoutVars>
      </dgm:prSet>
      <dgm:spPr/>
    </dgm:pt>
    <dgm:pt modelId="{0CB72ED4-1D18-4499-90AB-52194E34F156}" type="pres">
      <dgm:prSet presAssocID="{8809FA99-33ED-4028-8588-AE510462E8FD}" presName="level3hierChild" presStyleCnt="0"/>
      <dgm:spPr/>
    </dgm:pt>
    <dgm:pt modelId="{D6BC4544-A128-493C-B48F-A69D47332B0F}" type="pres">
      <dgm:prSet presAssocID="{47704A63-8182-4301-A1FA-59CE60E97E7E}" presName="conn2-1" presStyleLbl="parChTrans1D4" presStyleIdx="5" presStyleCnt="10"/>
      <dgm:spPr/>
    </dgm:pt>
    <dgm:pt modelId="{6B22FE9A-821E-459D-A9EF-18C6B92B8EF9}" type="pres">
      <dgm:prSet presAssocID="{47704A63-8182-4301-A1FA-59CE60E97E7E}" presName="connTx" presStyleLbl="parChTrans1D4" presStyleIdx="5" presStyleCnt="10"/>
      <dgm:spPr/>
    </dgm:pt>
    <dgm:pt modelId="{D8787A5F-D510-4565-8182-D4FC31AC6FEB}" type="pres">
      <dgm:prSet presAssocID="{900E5103-AFA5-4527-909F-22CB9BB591EA}" presName="root2" presStyleCnt="0"/>
      <dgm:spPr/>
    </dgm:pt>
    <dgm:pt modelId="{79DCCD26-8FE6-40FB-8E8B-9F563DD5D74C}" type="pres">
      <dgm:prSet presAssocID="{900E5103-AFA5-4527-909F-22CB9BB591EA}" presName="LevelTwoTextNode" presStyleLbl="node4" presStyleIdx="5" presStyleCnt="10">
        <dgm:presLayoutVars>
          <dgm:chPref val="3"/>
        </dgm:presLayoutVars>
      </dgm:prSet>
      <dgm:spPr/>
    </dgm:pt>
    <dgm:pt modelId="{2246A190-B1D1-4A49-AB69-C63F65A75853}" type="pres">
      <dgm:prSet presAssocID="{900E5103-AFA5-4527-909F-22CB9BB591EA}" presName="level3hierChild" presStyleCnt="0"/>
      <dgm:spPr/>
    </dgm:pt>
    <dgm:pt modelId="{6B8D5B8C-D7CE-4BB8-8B27-7DC6DFADD82D}" type="pres">
      <dgm:prSet presAssocID="{57FC2A24-42A9-43D3-BDB0-B0315B9EF407}" presName="conn2-1" presStyleLbl="parChTrans1D4" presStyleIdx="6" presStyleCnt="10"/>
      <dgm:spPr/>
    </dgm:pt>
    <dgm:pt modelId="{6682302D-CDE3-4500-BC32-234E40947C74}" type="pres">
      <dgm:prSet presAssocID="{57FC2A24-42A9-43D3-BDB0-B0315B9EF407}" presName="connTx" presStyleLbl="parChTrans1D4" presStyleIdx="6" presStyleCnt="10"/>
      <dgm:spPr/>
    </dgm:pt>
    <dgm:pt modelId="{8C17C8AF-F811-4B5A-A696-621BD1FDC5AE}" type="pres">
      <dgm:prSet presAssocID="{81D8F7DB-A908-4F1D-9F40-FE19106AE74F}" presName="root2" presStyleCnt="0"/>
      <dgm:spPr/>
    </dgm:pt>
    <dgm:pt modelId="{D0825D4D-BC1B-4B24-B906-3592FDFD0A11}" type="pres">
      <dgm:prSet presAssocID="{81D8F7DB-A908-4F1D-9F40-FE19106AE74F}" presName="LevelTwoTextNode" presStyleLbl="node4" presStyleIdx="6" presStyleCnt="10">
        <dgm:presLayoutVars>
          <dgm:chPref val="3"/>
        </dgm:presLayoutVars>
      </dgm:prSet>
      <dgm:spPr/>
    </dgm:pt>
    <dgm:pt modelId="{A6439D8A-D8DA-406F-A3DA-803BC295626F}" type="pres">
      <dgm:prSet presAssocID="{81D8F7DB-A908-4F1D-9F40-FE19106AE74F}" presName="level3hierChild" presStyleCnt="0"/>
      <dgm:spPr/>
    </dgm:pt>
    <dgm:pt modelId="{E8026277-4B12-4A44-B68F-D97D2411D551}" type="pres">
      <dgm:prSet presAssocID="{03A3BBEC-6A7D-4731-8AE4-3F6DF9360872}" presName="conn2-1" presStyleLbl="parChTrans1D4" presStyleIdx="7" presStyleCnt="10"/>
      <dgm:spPr/>
    </dgm:pt>
    <dgm:pt modelId="{B95FB4B7-29D3-4E2B-B2E9-2970608FF5DE}" type="pres">
      <dgm:prSet presAssocID="{03A3BBEC-6A7D-4731-8AE4-3F6DF9360872}" presName="connTx" presStyleLbl="parChTrans1D4" presStyleIdx="7" presStyleCnt="10"/>
      <dgm:spPr/>
    </dgm:pt>
    <dgm:pt modelId="{715AC70B-85FF-4A4F-97D9-C4B555460402}" type="pres">
      <dgm:prSet presAssocID="{0E5F958F-E7ED-4ED5-9A05-07920DF271C8}" presName="root2" presStyleCnt="0"/>
      <dgm:spPr/>
    </dgm:pt>
    <dgm:pt modelId="{8437A54E-E07B-45AA-B908-9CF87FAAF59F}" type="pres">
      <dgm:prSet presAssocID="{0E5F958F-E7ED-4ED5-9A05-07920DF271C8}" presName="LevelTwoTextNode" presStyleLbl="node4" presStyleIdx="7" presStyleCnt="10">
        <dgm:presLayoutVars>
          <dgm:chPref val="3"/>
        </dgm:presLayoutVars>
      </dgm:prSet>
      <dgm:spPr/>
    </dgm:pt>
    <dgm:pt modelId="{2D66E35B-616E-49B1-A382-5B183BCA6A72}" type="pres">
      <dgm:prSet presAssocID="{0E5F958F-E7ED-4ED5-9A05-07920DF271C8}" presName="level3hierChild" presStyleCnt="0"/>
      <dgm:spPr/>
    </dgm:pt>
    <dgm:pt modelId="{7C6EC673-5A58-41FF-BA96-1036419C51F4}" type="pres">
      <dgm:prSet presAssocID="{73EE21E4-1942-4748-B7C2-61D80D3D4D47}" presName="conn2-1" presStyleLbl="parChTrans1D4" presStyleIdx="8" presStyleCnt="10"/>
      <dgm:spPr/>
    </dgm:pt>
    <dgm:pt modelId="{824B5F6B-4E5A-45B4-9E4B-7D953AF980EF}" type="pres">
      <dgm:prSet presAssocID="{73EE21E4-1942-4748-B7C2-61D80D3D4D47}" presName="connTx" presStyleLbl="parChTrans1D4" presStyleIdx="8" presStyleCnt="10"/>
      <dgm:spPr/>
    </dgm:pt>
    <dgm:pt modelId="{4CDDF2CB-D734-48DE-B363-482C3B432F52}" type="pres">
      <dgm:prSet presAssocID="{8F7F0A65-E8E5-4965-9C91-E2415B03998E}" presName="root2" presStyleCnt="0"/>
      <dgm:spPr/>
    </dgm:pt>
    <dgm:pt modelId="{F351EDD3-19A2-4465-AEA7-F64F548148B5}" type="pres">
      <dgm:prSet presAssocID="{8F7F0A65-E8E5-4965-9C91-E2415B03998E}" presName="LevelTwoTextNode" presStyleLbl="node4" presStyleIdx="8" presStyleCnt="10">
        <dgm:presLayoutVars>
          <dgm:chPref val="3"/>
        </dgm:presLayoutVars>
      </dgm:prSet>
      <dgm:spPr/>
    </dgm:pt>
    <dgm:pt modelId="{3E0FC295-BCE2-4F46-B363-4AEAF1BF244E}" type="pres">
      <dgm:prSet presAssocID="{8F7F0A65-E8E5-4965-9C91-E2415B03998E}" presName="level3hierChild" presStyleCnt="0"/>
      <dgm:spPr/>
    </dgm:pt>
    <dgm:pt modelId="{232E4170-22E5-4890-854C-B32C94F8737F}" type="pres">
      <dgm:prSet presAssocID="{D47A5805-1A5F-48EC-8F20-DDBE8AF282F8}" presName="conn2-1" presStyleLbl="parChTrans1D3" presStyleIdx="3" presStyleCnt="4"/>
      <dgm:spPr/>
    </dgm:pt>
    <dgm:pt modelId="{F5A0FFC3-1C02-4751-87CF-090E517116EF}" type="pres">
      <dgm:prSet presAssocID="{D47A5805-1A5F-48EC-8F20-DDBE8AF282F8}" presName="connTx" presStyleLbl="parChTrans1D3" presStyleIdx="3" presStyleCnt="4"/>
      <dgm:spPr/>
    </dgm:pt>
    <dgm:pt modelId="{BDA9E6A1-D366-4288-B0CC-B8F48E2DBBDE}" type="pres">
      <dgm:prSet presAssocID="{25DEA1DF-7622-4474-9765-E8D2E33A7EBA}" presName="root2" presStyleCnt="0"/>
      <dgm:spPr/>
    </dgm:pt>
    <dgm:pt modelId="{ED4E7F50-F73D-4D24-919E-DC15B7F9414F}" type="pres">
      <dgm:prSet presAssocID="{25DEA1DF-7622-4474-9765-E8D2E33A7EBA}" presName="LevelTwoTextNode" presStyleLbl="node3" presStyleIdx="3" presStyleCnt="4">
        <dgm:presLayoutVars>
          <dgm:chPref val="3"/>
        </dgm:presLayoutVars>
      </dgm:prSet>
      <dgm:spPr/>
    </dgm:pt>
    <dgm:pt modelId="{AF95DBA8-971C-4C06-8E36-9B9ED16D5EA6}" type="pres">
      <dgm:prSet presAssocID="{25DEA1DF-7622-4474-9765-E8D2E33A7EBA}" presName="level3hierChild" presStyleCnt="0"/>
      <dgm:spPr/>
    </dgm:pt>
    <dgm:pt modelId="{38EEE5AA-614C-4A1E-8CD7-F9A0BA29C162}" type="pres">
      <dgm:prSet presAssocID="{098CD31D-163C-4E9F-A9C0-A75975CC9D76}" presName="conn2-1" presStyleLbl="parChTrans1D4" presStyleIdx="9" presStyleCnt="10"/>
      <dgm:spPr/>
    </dgm:pt>
    <dgm:pt modelId="{CBA225E5-DD7B-491F-84AB-CFD3D932A245}" type="pres">
      <dgm:prSet presAssocID="{098CD31D-163C-4E9F-A9C0-A75975CC9D76}" presName="connTx" presStyleLbl="parChTrans1D4" presStyleIdx="9" presStyleCnt="10"/>
      <dgm:spPr/>
    </dgm:pt>
    <dgm:pt modelId="{FCA66FE7-9ABF-4D32-B741-B24E4C5FFE2F}" type="pres">
      <dgm:prSet presAssocID="{4D1B5417-BD51-472F-A66F-4EADBB6FEF50}" presName="root2" presStyleCnt="0"/>
      <dgm:spPr/>
    </dgm:pt>
    <dgm:pt modelId="{F24FEADD-92A2-48B1-9198-F3F575D76428}" type="pres">
      <dgm:prSet presAssocID="{4D1B5417-BD51-472F-A66F-4EADBB6FEF50}" presName="LevelTwoTextNode" presStyleLbl="node4" presStyleIdx="9" presStyleCnt="10">
        <dgm:presLayoutVars>
          <dgm:chPref val="3"/>
        </dgm:presLayoutVars>
      </dgm:prSet>
      <dgm:spPr/>
    </dgm:pt>
    <dgm:pt modelId="{E8B6662C-1349-44FC-9BC3-BDD9B52DC9E9}" type="pres">
      <dgm:prSet presAssocID="{4D1B5417-BD51-472F-A66F-4EADBB6FEF50}" presName="level3hierChild" presStyleCnt="0"/>
      <dgm:spPr/>
    </dgm:pt>
  </dgm:ptLst>
  <dgm:cxnLst>
    <dgm:cxn modelId="{9C32FB01-0B0C-4365-98C0-4D789DA4A69A}" type="presOf" srcId="{8809FA99-33ED-4028-8588-AE510462E8FD}" destId="{53FCDF1F-4712-48ED-9883-AB8B2E14F629}" srcOrd="0" destOrd="0" presId="urn:microsoft.com/office/officeart/2005/8/layout/hierarchy2"/>
    <dgm:cxn modelId="{5F1BB105-21DE-46A8-B3B0-4C373E34FB51}" type="presOf" srcId="{9BF3AD8F-A2B7-4DFF-9220-DBB54E28D2C5}" destId="{8B1CDAF4-6B47-498C-A3D3-D00F84C33A60}" srcOrd="0" destOrd="0" presId="urn:microsoft.com/office/officeart/2005/8/layout/hierarchy2"/>
    <dgm:cxn modelId="{3E386C08-5402-4081-887C-381F82093436}" type="presOf" srcId="{76146321-E400-43AC-9D55-F469DCF78859}" destId="{B1958EB5-6FBD-47E1-830C-CFB8006FFBF0}" srcOrd="0" destOrd="0" presId="urn:microsoft.com/office/officeart/2005/8/layout/hierarchy2"/>
    <dgm:cxn modelId="{5B4C830F-2AD3-4B4F-8B6B-FCCF0BC9679D}" srcId="{8809FA99-33ED-4028-8588-AE510462E8FD}" destId="{900E5103-AFA5-4527-909F-22CB9BB591EA}" srcOrd="0" destOrd="0" parTransId="{47704A63-8182-4301-A1FA-59CE60E97E7E}" sibTransId="{A6C3998D-6B23-424F-812A-5A9EDA1A75B2}"/>
    <dgm:cxn modelId="{FB0B5615-9359-4B61-B460-91CEF2A6305F}" type="presOf" srcId="{03A3BBEC-6A7D-4731-8AE4-3F6DF9360872}" destId="{E8026277-4B12-4A44-B68F-D97D2411D551}" srcOrd="0" destOrd="0" presId="urn:microsoft.com/office/officeart/2005/8/layout/hierarchy2"/>
    <dgm:cxn modelId="{F16B9B1C-D8CB-46DA-A230-4AB828D54EB5}" type="presOf" srcId="{3E633B72-4DEF-4719-A5C6-59010B3CD78E}" destId="{4AB76E73-FD37-4BCB-91F0-E14EEA280DD0}" srcOrd="0" destOrd="0" presId="urn:microsoft.com/office/officeart/2005/8/layout/hierarchy2"/>
    <dgm:cxn modelId="{78EF6F1D-4F2F-4165-8246-B10F35EED0F8}" srcId="{900E5103-AFA5-4527-909F-22CB9BB591EA}" destId="{81D8F7DB-A908-4F1D-9F40-FE19106AE74F}" srcOrd="0" destOrd="0" parTransId="{57FC2A24-42A9-43D3-BDB0-B0315B9EF407}" sibTransId="{29C80A1B-F15E-4FA3-98B0-829F46687861}"/>
    <dgm:cxn modelId="{08161422-086B-48DB-A6B3-843928D0800E}" type="presOf" srcId="{81D8F7DB-A908-4F1D-9F40-FE19106AE74F}" destId="{D0825D4D-BC1B-4B24-B906-3592FDFD0A11}" srcOrd="0" destOrd="0" presId="urn:microsoft.com/office/officeart/2005/8/layout/hierarchy2"/>
    <dgm:cxn modelId="{27503424-C5A2-490C-9708-11DBA63986AA}" type="presOf" srcId="{C01F516E-0CA0-482A-8640-87379BA88B34}" destId="{A34A0074-50A2-4BAD-A5BE-BC030552DA10}" srcOrd="0" destOrd="0" presId="urn:microsoft.com/office/officeart/2005/8/layout/hierarchy2"/>
    <dgm:cxn modelId="{2C127625-32A7-4330-8EDE-061AADB51679}" type="presOf" srcId="{44ED0E1E-3F87-40FF-A295-60FFA501AD26}" destId="{DDF768B8-AC71-4EF1-B664-A4A87F56B4AA}" srcOrd="0" destOrd="0" presId="urn:microsoft.com/office/officeart/2005/8/layout/hierarchy2"/>
    <dgm:cxn modelId="{B5BED728-15BB-41FB-9EDA-4F103E0E4D84}" type="presOf" srcId="{4AAB876B-86B5-4BA8-BFF7-BF24B6C20E11}" destId="{0494AABB-7457-4290-82ED-AACC3D2BED91}" srcOrd="1" destOrd="0" presId="urn:microsoft.com/office/officeart/2005/8/layout/hierarchy2"/>
    <dgm:cxn modelId="{519ABB29-380A-4B68-8289-17D45DB8F57B}" srcId="{76146321-E400-43AC-9D55-F469DCF78859}" destId="{7A9D31ED-2194-4161-BE4B-662A554F1E7C}" srcOrd="0" destOrd="0" parTransId="{4AAB876B-86B5-4BA8-BFF7-BF24B6C20E11}" sibTransId="{508E142B-3704-4B2A-8791-40EAE8606FB3}"/>
    <dgm:cxn modelId="{62810230-3938-4FE0-AFA1-E12DD220D581}" type="presOf" srcId="{24BE358B-389D-43E0-B756-30B5E2AE7A93}" destId="{79C61CE4-91E0-4173-935B-B66EFD075413}" srcOrd="0" destOrd="0" presId="urn:microsoft.com/office/officeart/2005/8/layout/hierarchy2"/>
    <dgm:cxn modelId="{8E37B630-4633-4D74-BB1E-8A61172C3DE3}" type="presOf" srcId="{2C76DFB1-B549-4C5F-A730-4FF76F9076A8}" destId="{631B9DB0-3FB2-4362-9EC5-419811C49497}" srcOrd="0" destOrd="0" presId="urn:microsoft.com/office/officeart/2005/8/layout/hierarchy2"/>
    <dgm:cxn modelId="{A7E1ED30-95B8-4BF5-B985-2F9A1352516E}" srcId="{3E633B72-4DEF-4719-A5C6-59010B3CD78E}" destId="{8809FA99-33ED-4028-8588-AE510462E8FD}" srcOrd="0" destOrd="0" parTransId="{473D548F-4760-4CA7-9C6E-F88B6FFE2F1F}" sibTransId="{B0D78E2A-14C2-4B9E-B81D-27A6441A28C3}"/>
    <dgm:cxn modelId="{83465939-6904-4B57-8223-0141267928AF}" type="presOf" srcId="{52D91EC2-FD99-4DD2-8A4E-4119A499124D}" destId="{94BEF724-0592-404E-A1C8-6C72A1C58C94}" srcOrd="0" destOrd="0" presId="urn:microsoft.com/office/officeart/2005/8/layout/hierarchy2"/>
    <dgm:cxn modelId="{B32E9339-D885-49AC-9D85-1A37BE2D55B5}" type="presOf" srcId="{25DEA1DF-7622-4474-9765-E8D2E33A7EBA}" destId="{ED4E7F50-F73D-4D24-919E-DC15B7F9414F}" srcOrd="0" destOrd="0" presId="urn:microsoft.com/office/officeart/2005/8/layout/hierarchy2"/>
    <dgm:cxn modelId="{B1C9523E-A4A1-4F1A-810C-D5610A6BAA90}" type="presOf" srcId="{D47A5805-1A5F-48EC-8F20-DDBE8AF282F8}" destId="{F5A0FFC3-1C02-4751-87CF-090E517116EF}" srcOrd="1" destOrd="0" presId="urn:microsoft.com/office/officeart/2005/8/layout/hierarchy2"/>
    <dgm:cxn modelId="{1E7C213F-009B-4076-A2CF-4D032E757378}" type="presOf" srcId="{DAD7B0D0-D151-48C9-9034-C5633BECF19F}" destId="{E78237B8-8CEF-4C86-ABD2-7DDB6AB05F03}" srcOrd="0" destOrd="0" presId="urn:microsoft.com/office/officeart/2005/8/layout/hierarchy2"/>
    <dgm:cxn modelId="{A6EBB75D-D581-4456-99C1-DF46FB9081DC}" type="presOf" srcId="{E068BFC3-63EF-444A-9B0E-2EA1A9578DEA}" destId="{E2F51CB5-29C9-4484-9390-6489AC23E886}" srcOrd="0" destOrd="0" presId="urn:microsoft.com/office/officeart/2005/8/layout/hierarchy2"/>
    <dgm:cxn modelId="{C0C1BF5D-ACFD-4F79-92AD-51651E806707}" srcId="{3E633B72-4DEF-4719-A5C6-59010B3CD78E}" destId="{25DEA1DF-7622-4474-9765-E8D2E33A7EBA}" srcOrd="1" destOrd="0" parTransId="{D47A5805-1A5F-48EC-8F20-DDBE8AF282F8}" sibTransId="{4666B7DC-DBDC-4E8E-A932-BAD63807D00E}"/>
    <dgm:cxn modelId="{FAA21961-CC19-4706-AA85-9F21EC209328}" srcId="{9D001A31-5FF2-47C4-BEFB-0CD4865B9F4B}" destId="{3E633B72-4DEF-4719-A5C6-59010B3CD78E}" srcOrd="1" destOrd="0" parTransId="{0131EB98-A0F6-4343-8F56-0F631E8217E0}" sibTransId="{98488EA6-2EC4-4AFF-834A-327D454F1F92}"/>
    <dgm:cxn modelId="{451F5F63-5BFF-4E22-BCCB-07A73E6B70D2}" srcId="{24BE358B-389D-43E0-B756-30B5E2AE7A93}" destId="{184BD3A1-0DBF-4D0D-9F74-89948692C629}" srcOrd="0" destOrd="0" parTransId="{9BF3AD8F-A2B7-4DFF-9220-DBB54E28D2C5}" sibTransId="{524FDE77-E19A-4589-B4B9-88B12D39D8AB}"/>
    <dgm:cxn modelId="{1EEF8465-0A06-422D-85FD-267E93C8A701}" type="presOf" srcId="{4D1B5417-BD51-472F-A66F-4EADBB6FEF50}" destId="{F24FEADD-92A2-48B1-9198-F3F575D76428}" srcOrd="0" destOrd="0" presId="urn:microsoft.com/office/officeart/2005/8/layout/hierarchy2"/>
    <dgm:cxn modelId="{EA5FCF47-CDEF-401E-9D76-A1B400315EA5}" type="presOf" srcId="{473D548F-4760-4CA7-9C6E-F88B6FFE2F1F}" destId="{77A5E1B6-D83B-4268-A587-46C674539744}" srcOrd="1" destOrd="0" presId="urn:microsoft.com/office/officeart/2005/8/layout/hierarchy2"/>
    <dgm:cxn modelId="{E1A86C48-B1C6-477F-B8ED-4319382F0F39}" srcId="{0F1CAC59-8C34-440F-9C15-A21D92375358}" destId="{24BE358B-389D-43E0-B756-30B5E2AE7A93}" srcOrd="1" destOrd="0" parTransId="{2D555692-6565-42E1-B78E-2EA50719E64A}" sibTransId="{12BEB6AF-F7EF-4A2F-B6B5-DABC62ABAB08}"/>
    <dgm:cxn modelId="{19B11469-ABFA-4867-9B42-ACE14D6A574D}" type="presOf" srcId="{22267AA6-9C8D-44DF-A73B-4C97ADC5C04D}" destId="{C43FF4C0-4923-47F6-A154-06544EC9DB1E}" srcOrd="0" destOrd="0" presId="urn:microsoft.com/office/officeart/2005/8/layout/hierarchy2"/>
    <dgm:cxn modelId="{C9CBE24B-4AF0-4428-973B-A8AA57D5E22A}" srcId="{DAD7B0D0-D151-48C9-9034-C5633BECF19F}" destId="{76146321-E400-43AC-9D55-F469DCF78859}" srcOrd="0" destOrd="0" parTransId="{2C76DFB1-B549-4C5F-A730-4FF76F9076A8}" sibTransId="{BFE8B054-F0CB-435E-8794-F8BFA348ED68}"/>
    <dgm:cxn modelId="{F4003B6C-7985-4009-983D-06D8A46A204D}" type="presOf" srcId="{73EE21E4-1942-4748-B7C2-61D80D3D4D47}" destId="{824B5F6B-4E5A-45B4-9E4B-7D953AF980EF}" srcOrd="1" destOrd="0" presId="urn:microsoft.com/office/officeart/2005/8/layout/hierarchy2"/>
    <dgm:cxn modelId="{5116306D-7AE1-45D9-8BB7-01DAF05B2155}" type="presOf" srcId="{2C76DFB1-B549-4C5F-A730-4FF76F9076A8}" destId="{043219BA-D5D9-4271-A12F-7A521562F949}" srcOrd="1" destOrd="0" presId="urn:microsoft.com/office/officeart/2005/8/layout/hierarchy2"/>
    <dgm:cxn modelId="{3F3B736E-7FA8-42CC-8DF4-EF86F56BC4B8}" srcId="{0F1CAC59-8C34-440F-9C15-A21D92375358}" destId="{DAD7B0D0-D151-48C9-9034-C5633BECF19F}" srcOrd="0" destOrd="0" parTransId="{C01F516E-0CA0-482A-8640-87379BA88B34}" sibTransId="{9BE5CD8F-8231-4837-B70C-596C60003E3B}"/>
    <dgm:cxn modelId="{55964C51-8F5F-4E22-A4B4-EF805D2F86D0}" type="presOf" srcId="{0131EB98-A0F6-4343-8F56-0F631E8217E0}" destId="{20B6E78F-6463-433D-A780-177C8605B0AC}" srcOrd="0" destOrd="0" presId="urn:microsoft.com/office/officeart/2005/8/layout/hierarchy2"/>
    <dgm:cxn modelId="{CCD8E771-0298-4722-9D37-07F366ED4CAD}" srcId="{8809FA99-33ED-4028-8588-AE510462E8FD}" destId="{0E5F958F-E7ED-4ED5-9A05-07920DF271C8}" srcOrd="1" destOrd="0" parTransId="{03A3BBEC-6A7D-4731-8AE4-3F6DF9360872}" sibTransId="{AE98A9D0-091B-4668-9248-F67B99C273D9}"/>
    <dgm:cxn modelId="{1BA5F172-1671-4753-BD9D-25709712412F}" srcId="{AA93FC7C-60A1-40AF-9A53-3A781E38429B}" destId="{44ED0E1E-3F87-40FF-A295-60FFA501AD26}" srcOrd="0" destOrd="0" parTransId="{5EB6FB69-536D-42C9-999E-07FC78F6DAD6}" sibTransId="{D0F53AE8-2997-49CA-9728-B3287B2AEDFE}"/>
    <dgm:cxn modelId="{7309A055-D080-4751-9146-7034AF7F2132}" type="presOf" srcId="{098CD31D-163C-4E9F-A9C0-A75975CC9D76}" destId="{CBA225E5-DD7B-491F-84AB-CFD3D932A245}" srcOrd="1" destOrd="0" presId="urn:microsoft.com/office/officeart/2005/8/layout/hierarchy2"/>
    <dgm:cxn modelId="{7EA3F156-21CA-4EF9-812A-9ED2FA1F7F73}" type="presOf" srcId="{22267AA6-9C8D-44DF-A73B-4C97ADC5C04D}" destId="{B89724A9-DF35-4790-B330-A199665EF0D0}" srcOrd="1" destOrd="0" presId="urn:microsoft.com/office/officeart/2005/8/layout/hierarchy2"/>
    <dgm:cxn modelId="{69CEE158-316A-48FD-AF5E-DA76A1B9FC07}" type="presOf" srcId="{2D555692-6565-42E1-B78E-2EA50719E64A}" destId="{41DDEE6B-6454-4F1B-BCD0-1D020D699779}" srcOrd="0" destOrd="0" presId="urn:microsoft.com/office/officeart/2005/8/layout/hierarchy2"/>
    <dgm:cxn modelId="{689E857A-E2CD-438E-A9DC-7AEEC06EB12F}" type="presOf" srcId="{098CD31D-163C-4E9F-A9C0-A75975CC9D76}" destId="{38EEE5AA-614C-4A1E-8CD7-F9A0BA29C162}" srcOrd="0" destOrd="0" presId="urn:microsoft.com/office/officeart/2005/8/layout/hierarchy2"/>
    <dgm:cxn modelId="{7CFDF27F-7C8A-41BF-89D2-351500D188D1}" type="presOf" srcId="{9D001A31-5FF2-47C4-BEFB-0CD4865B9F4B}" destId="{6AF24ED8-0B8A-43A5-AA22-AABE53BC48C6}" srcOrd="0" destOrd="0" presId="urn:microsoft.com/office/officeart/2005/8/layout/hierarchy2"/>
    <dgm:cxn modelId="{2238ED89-CF2F-4141-9B0E-94FC5C8FA160}" type="presOf" srcId="{0F1CAC59-8C34-440F-9C15-A21D92375358}" destId="{9F907E21-2C27-48BE-9675-DAA3F154F3C7}" srcOrd="0" destOrd="0" presId="urn:microsoft.com/office/officeart/2005/8/layout/hierarchy2"/>
    <dgm:cxn modelId="{30CB1093-5E62-44B0-B0BE-6367785767D0}" type="presOf" srcId="{57FC2A24-42A9-43D3-BDB0-B0315B9EF407}" destId="{6682302D-CDE3-4500-BC32-234E40947C74}" srcOrd="1" destOrd="0" presId="urn:microsoft.com/office/officeart/2005/8/layout/hierarchy2"/>
    <dgm:cxn modelId="{918E5E93-D8F6-4924-8747-36406F881F90}" type="presOf" srcId="{AA93FC7C-60A1-40AF-9A53-3A781E38429B}" destId="{33CCF843-C473-4339-90D9-97780C154942}" srcOrd="0" destOrd="0" presId="urn:microsoft.com/office/officeart/2005/8/layout/hierarchy2"/>
    <dgm:cxn modelId="{ED262299-23A7-4982-B8EC-0B3BD8B282D9}" type="presOf" srcId="{C01F516E-0CA0-482A-8640-87379BA88B34}" destId="{5C483B9A-3360-4162-BE06-81E562ED2561}" srcOrd="1" destOrd="0" presId="urn:microsoft.com/office/officeart/2005/8/layout/hierarchy2"/>
    <dgm:cxn modelId="{2F3A389A-E960-44E0-9349-066277A87A21}" type="presOf" srcId="{47704A63-8182-4301-A1FA-59CE60E97E7E}" destId="{D6BC4544-A128-493C-B48F-A69D47332B0F}" srcOrd="0" destOrd="0" presId="urn:microsoft.com/office/officeart/2005/8/layout/hierarchy2"/>
    <dgm:cxn modelId="{4400CF9C-DC4E-4902-ABFA-73F60814C15E}" type="presOf" srcId="{5EB6FB69-536D-42C9-999E-07FC78F6DAD6}" destId="{77B0C3CE-73A7-456A-BBD4-694AD64356B4}" srcOrd="1" destOrd="0" presId="urn:microsoft.com/office/officeart/2005/8/layout/hierarchy2"/>
    <dgm:cxn modelId="{171391A0-5780-4B4D-9EB9-0B8279FF21C9}" srcId="{25DEA1DF-7622-4474-9765-E8D2E33A7EBA}" destId="{4D1B5417-BD51-472F-A66F-4EADBB6FEF50}" srcOrd="0" destOrd="0" parTransId="{098CD31D-163C-4E9F-A9C0-A75975CC9D76}" sibTransId="{B41A0DD5-3226-4B78-BC8E-C1CBE3A6BA3E}"/>
    <dgm:cxn modelId="{24FF43A5-B847-4D4A-B9BC-4A81046333B6}" srcId="{52D91EC2-FD99-4DD2-8A4E-4119A499124D}" destId="{9D001A31-5FF2-47C4-BEFB-0CD4865B9F4B}" srcOrd="0" destOrd="0" parTransId="{CADAC52C-A335-4640-81D3-58F557F80636}" sibTransId="{1D0D2468-5497-49BD-B064-8AE823B0CD10}"/>
    <dgm:cxn modelId="{D0801BA7-27A0-4CB2-9110-EB4F7116BDE1}" type="presOf" srcId="{57FC2A24-42A9-43D3-BDB0-B0315B9EF407}" destId="{6B8D5B8C-D7CE-4BB8-8B27-7DC6DFADD82D}" srcOrd="0" destOrd="0" presId="urn:microsoft.com/office/officeart/2005/8/layout/hierarchy2"/>
    <dgm:cxn modelId="{F76357A7-A7F0-4F6B-87E6-0598D1BB58BD}" type="presOf" srcId="{2D555692-6565-42E1-B78E-2EA50719E64A}" destId="{8FEF3F95-8EDF-4111-ADB1-B1C4B074D024}" srcOrd="1" destOrd="0" presId="urn:microsoft.com/office/officeart/2005/8/layout/hierarchy2"/>
    <dgm:cxn modelId="{74A9CFAA-CEB5-47EA-982B-5A686706E6E4}" type="presOf" srcId="{0E5F958F-E7ED-4ED5-9A05-07920DF271C8}" destId="{8437A54E-E07B-45AA-B908-9CF87FAAF59F}" srcOrd="0" destOrd="0" presId="urn:microsoft.com/office/officeart/2005/8/layout/hierarchy2"/>
    <dgm:cxn modelId="{ACEC82AD-1E14-4100-9857-964AFFCFE4B9}" type="presOf" srcId="{03A3BBEC-6A7D-4731-8AE4-3F6DF9360872}" destId="{B95FB4B7-29D3-4E2B-B2E9-2970608FF5DE}" srcOrd="1" destOrd="0" presId="urn:microsoft.com/office/officeart/2005/8/layout/hierarchy2"/>
    <dgm:cxn modelId="{38F05CB2-1A07-4FD3-9A2B-97827B35B119}" srcId="{DAD7B0D0-D151-48C9-9034-C5633BECF19F}" destId="{AA93FC7C-60A1-40AF-9A53-3A781E38429B}" srcOrd="1" destOrd="0" parTransId="{22267AA6-9C8D-44DF-A73B-4C97ADC5C04D}" sibTransId="{4DB6242D-42F2-4CE0-9D10-3E0F989E3186}"/>
    <dgm:cxn modelId="{4DE637B3-78D2-4BBF-A6B3-804DAA59E6B1}" type="presOf" srcId="{473D548F-4760-4CA7-9C6E-F88B6FFE2F1F}" destId="{80405139-CAD6-4BB9-AB3C-F2C01A16173E}" srcOrd="0" destOrd="0" presId="urn:microsoft.com/office/officeart/2005/8/layout/hierarchy2"/>
    <dgm:cxn modelId="{14996CB4-98BA-40EE-9E31-8A51375F808F}" type="presOf" srcId="{4AAB876B-86B5-4BA8-BFF7-BF24B6C20E11}" destId="{76051F0E-D3D0-4C90-A02E-9DD32D00D19F}" srcOrd="0" destOrd="0" presId="urn:microsoft.com/office/officeart/2005/8/layout/hierarchy2"/>
    <dgm:cxn modelId="{5C1207BC-3F2A-4BB1-B319-33CC8226AA16}" type="presOf" srcId="{0131EB98-A0F6-4343-8F56-0F631E8217E0}" destId="{EA7DEAE3-8A70-405A-90C8-61B4D6547A62}" srcOrd="1" destOrd="0" presId="urn:microsoft.com/office/officeart/2005/8/layout/hierarchy2"/>
    <dgm:cxn modelId="{CD8D80BC-4DC4-49F8-B9CB-12753137D0B1}" type="presOf" srcId="{184BD3A1-0DBF-4D0D-9F74-89948692C629}" destId="{0D414D3A-E434-4B57-8CA3-871EAFAE720B}" srcOrd="0" destOrd="0" presId="urn:microsoft.com/office/officeart/2005/8/layout/hierarchy2"/>
    <dgm:cxn modelId="{556B5BBF-D3FA-4205-8055-B7D82B563774}" type="presOf" srcId="{47704A63-8182-4301-A1FA-59CE60E97E7E}" destId="{6B22FE9A-821E-459D-A9EF-18C6B92B8EF9}" srcOrd="1" destOrd="0" presId="urn:microsoft.com/office/officeart/2005/8/layout/hierarchy2"/>
    <dgm:cxn modelId="{4226F8C8-4251-4501-AAFE-689BDF40286B}" type="presOf" srcId="{D47A5805-1A5F-48EC-8F20-DDBE8AF282F8}" destId="{232E4170-22E5-4890-854C-B32C94F8737F}" srcOrd="0" destOrd="0" presId="urn:microsoft.com/office/officeart/2005/8/layout/hierarchy2"/>
    <dgm:cxn modelId="{8E965DCC-3C82-4F49-86AB-3A053913DDD6}" srcId="{9D001A31-5FF2-47C4-BEFB-0CD4865B9F4B}" destId="{0F1CAC59-8C34-440F-9C15-A21D92375358}" srcOrd="0" destOrd="0" parTransId="{E068BFC3-63EF-444A-9B0E-2EA1A9578DEA}" sibTransId="{04EE0BC2-16BE-421F-AFBA-3E03897344B9}"/>
    <dgm:cxn modelId="{1002B7CE-A078-43DD-A4D5-F895C250330D}" type="presOf" srcId="{8F7F0A65-E8E5-4965-9C91-E2415B03998E}" destId="{F351EDD3-19A2-4465-AEA7-F64F548148B5}" srcOrd="0" destOrd="0" presId="urn:microsoft.com/office/officeart/2005/8/layout/hierarchy2"/>
    <dgm:cxn modelId="{FA191CD5-2F87-47C9-BFFF-B6CDB48329A4}" type="presOf" srcId="{9BF3AD8F-A2B7-4DFF-9220-DBB54E28D2C5}" destId="{B2887A33-EACF-4EAD-ABDA-79B29D22E5CD}" srcOrd="1" destOrd="0" presId="urn:microsoft.com/office/officeart/2005/8/layout/hierarchy2"/>
    <dgm:cxn modelId="{54A422D7-525A-46FC-99D7-D8C29B49EBC1}" srcId="{0E5F958F-E7ED-4ED5-9A05-07920DF271C8}" destId="{8F7F0A65-E8E5-4965-9C91-E2415B03998E}" srcOrd="0" destOrd="0" parTransId="{73EE21E4-1942-4748-B7C2-61D80D3D4D47}" sibTransId="{3AC20CEA-1CEE-42C8-B94F-8C695DFAFB9F}"/>
    <dgm:cxn modelId="{7EABF0ED-9126-4090-B4AB-E658D2653EE4}" type="presOf" srcId="{900E5103-AFA5-4527-909F-22CB9BB591EA}" destId="{79DCCD26-8FE6-40FB-8E8B-9F563DD5D74C}" srcOrd="0" destOrd="0" presId="urn:microsoft.com/office/officeart/2005/8/layout/hierarchy2"/>
    <dgm:cxn modelId="{AF2D00F8-FB8E-4A57-AC55-8856AB35086A}" type="presOf" srcId="{5EB6FB69-536D-42C9-999E-07FC78F6DAD6}" destId="{4A7F0A13-C592-46FA-9AC0-BB3F4CD9D942}" srcOrd="0" destOrd="0" presId="urn:microsoft.com/office/officeart/2005/8/layout/hierarchy2"/>
    <dgm:cxn modelId="{96F747F8-A51A-4FDB-9072-F38F9BD3372A}" type="presOf" srcId="{7A9D31ED-2194-4161-BE4B-662A554F1E7C}" destId="{F591980B-A5C7-4519-82EB-21654BA10CC4}" srcOrd="0" destOrd="0" presId="urn:microsoft.com/office/officeart/2005/8/layout/hierarchy2"/>
    <dgm:cxn modelId="{CE05ABFA-E167-43EE-8E95-070C066EB259}" type="presOf" srcId="{73EE21E4-1942-4748-B7C2-61D80D3D4D47}" destId="{7C6EC673-5A58-41FF-BA96-1036419C51F4}" srcOrd="0" destOrd="0" presId="urn:microsoft.com/office/officeart/2005/8/layout/hierarchy2"/>
    <dgm:cxn modelId="{0DC697FE-B80D-4733-AA40-FE5D32864DB9}" type="presOf" srcId="{E068BFC3-63EF-444A-9B0E-2EA1A9578DEA}" destId="{81C195C9-6C73-439A-B669-264DFAF78569}" srcOrd="1" destOrd="0" presId="urn:microsoft.com/office/officeart/2005/8/layout/hierarchy2"/>
    <dgm:cxn modelId="{D6E2EE05-F76E-4759-9649-14D787270B49}" type="presParOf" srcId="{94BEF724-0592-404E-A1C8-6C72A1C58C94}" destId="{9197A4E0-8938-45E4-ABF5-5CE713275E50}" srcOrd="0" destOrd="0" presId="urn:microsoft.com/office/officeart/2005/8/layout/hierarchy2"/>
    <dgm:cxn modelId="{3724315B-5E50-4DD7-AFB3-FEC65C1CBB16}" type="presParOf" srcId="{9197A4E0-8938-45E4-ABF5-5CE713275E50}" destId="{6AF24ED8-0B8A-43A5-AA22-AABE53BC48C6}" srcOrd="0" destOrd="0" presId="urn:microsoft.com/office/officeart/2005/8/layout/hierarchy2"/>
    <dgm:cxn modelId="{F77755A5-8A2F-4A12-8206-0F60D9F3FA84}" type="presParOf" srcId="{9197A4E0-8938-45E4-ABF5-5CE713275E50}" destId="{C70B229D-9000-4255-8A66-753005A05D6A}" srcOrd="1" destOrd="0" presId="urn:microsoft.com/office/officeart/2005/8/layout/hierarchy2"/>
    <dgm:cxn modelId="{FB8E1CF2-45CC-4AA9-B004-A3B5B43DE072}" type="presParOf" srcId="{C70B229D-9000-4255-8A66-753005A05D6A}" destId="{E2F51CB5-29C9-4484-9390-6489AC23E886}" srcOrd="0" destOrd="0" presId="urn:microsoft.com/office/officeart/2005/8/layout/hierarchy2"/>
    <dgm:cxn modelId="{357C3692-C1CC-4AC8-A0B9-11C9320C34CE}" type="presParOf" srcId="{E2F51CB5-29C9-4484-9390-6489AC23E886}" destId="{81C195C9-6C73-439A-B669-264DFAF78569}" srcOrd="0" destOrd="0" presId="urn:microsoft.com/office/officeart/2005/8/layout/hierarchy2"/>
    <dgm:cxn modelId="{B7576E5F-B850-4B5A-A0AE-016DBDB8A2CC}" type="presParOf" srcId="{C70B229D-9000-4255-8A66-753005A05D6A}" destId="{2E182A37-F8D1-41E1-B92D-891B0FE7306D}" srcOrd="1" destOrd="0" presId="urn:microsoft.com/office/officeart/2005/8/layout/hierarchy2"/>
    <dgm:cxn modelId="{59A315B3-3363-4CE1-9AB4-862180F5ADB6}" type="presParOf" srcId="{2E182A37-F8D1-41E1-B92D-891B0FE7306D}" destId="{9F907E21-2C27-48BE-9675-DAA3F154F3C7}" srcOrd="0" destOrd="0" presId="urn:microsoft.com/office/officeart/2005/8/layout/hierarchy2"/>
    <dgm:cxn modelId="{E18D9CB7-82AC-45AA-90A7-6ACBFB3FF516}" type="presParOf" srcId="{2E182A37-F8D1-41E1-B92D-891B0FE7306D}" destId="{2F9C265F-F859-495A-909C-F562EE0B8973}" srcOrd="1" destOrd="0" presId="urn:microsoft.com/office/officeart/2005/8/layout/hierarchy2"/>
    <dgm:cxn modelId="{9BE6E150-59E9-45BA-8C9D-7440E3C5E640}" type="presParOf" srcId="{2F9C265F-F859-495A-909C-F562EE0B8973}" destId="{A34A0074-50A2-4BAD-A5BE-BC030552DA10}" srcOrd="0" destOrd="0" presId="urn:microsoft.com/office/officeart/2005/8/layout/hierarchy2"/>
    <dgm:cxn modelId="{08D68249-FDDD-40F9-98C7-6067EC411C01}" type="presParOf" srcId="{A34A0074-50A2-4BAD-A5BE-BC030552DA10}" destId="{5C483B9A-3360-4162-BE06-81E562ED2561}" srcOrd="0" destOrd="0" presId="urn:microsoft.com/office/officeart/2005/8/layout/hierarchy2"/>
    <dgm:cxn modelId="{679BA052-6884-4504-9FB7-E09EF038EA1A}" type="presParOf" srcId="{2F9C265F-F859-495A-909C-F562EE0B8973}" destId="{EB209AC2-8C12-4B77-8BD9-F6D388502B98}" srcOrd="1" destOrd="0" presId="urn:microsoft.com/office/officeart/2005/8/layout/hierarchy2"/>
    <dgm:cxn modelId="{3D0C7E82-D47C-4C91-ACFA-9AF6871D67D5}" type="presParOf" srcId="{EB209AC2-8C12-4B77-8BD9-F6D388502B98}" destId="{E78237B8-8CEF-4C86-ABD2-7DDB6AB05F03}" srcOrd="0" destOrd="0" presId="urn:microsoft.com/office/officeart/2005/8/layout/hierarchy2"/>
    <dgm:cxn modelId="{6D98BE02-5F10-4DD0-B6F4-F536CE48509E}" type="presParOf" srcId="{EB209AC2-8C12-4B77-8BD9-F6D388502B98}" destId="{2EB1D35E-D708-49BD-BFD4-B1462445ABC3}" srcOrd="1" destOrd="0" presId="urn:microsoft.com/office/officeart/2005/8/layout/hierarchy2"/>
    <dgm:cxn modelId="{E04D54FD-A009-4D6D-BAB4-A06B4DB0C760}" type="presParOf" srcId="{2EB1D35E-D708-49BD-BFD4-B1462445ABC3}" destId="{631B9DB0-3FB2-4362-9EC5-419811C49497}" srcOrd="0" destOrd="0" presId="urn:microsoft.com/office/officeart/2005/8/layout/hierarchy2"/>
    <dgm:cxn modelId="{C8067689-64A4-48E9-A921-7C59A703CCDB}" type="presParOf" srcId="{631B9DB0-3FB2-4362-9EC5-419811C49497}" destId="{043219BA-D5D9-4271-A12F-7A521562F949}" srcOrd="0" destOrd="0" presId="urn:microsoft.com/office/officeart/2005/8/layout/hierarchy2"/>
    <dgm:cxn modelId="{C778958D-9014-4053-9E5F-B0EB46FBF634}" type="presParOf" srcId="{2EB1D35E-D708-49BD-BFD4-B1462445ABC3}" destId="{C46EDD85-74B8-4539-A529-2D1EF40B7F05}" srcOrd="1" destOrd="0" presId="urn:microsoft.com/office/officeart/2005/8/layout/hierarchy2"/>
    <dgm:cxn modelId="{DD7F59F6-BB15-45BA-965F-2DA2FC7C8E25}" type="presParOf" srcId="{C46EDD85-74B8-4539-A529-2D1EF40B7F05}" destId="{B1958EB5-6FBD-47E1-830C-CFB8006FFBF0}" srcOrd="0" destOrd="0" presId="urn:microsoft.com/office/officeart/2005/8/layout/hierarchy2"/>
    <dgm:cxn modelId="{1F8B349E-6118-4CB2-9A8D-B874D7F3FDED}" type="presParOf" srcId="{C46EDD85-74B8-4539-A529-2D1EF40B7F05}" destId="{7A817291-A83E-41C5-BA01-C049754AB9DF}" srcOrd="1" destOrd="0" presId="urn:microsoft.com/office/officeart/2005/8/layout/hierarchy2"/>
    <dgm:cxn modelId="{96CC81AB-F2B2-4568-A0C4-266AE1958A45}" type="presParOf" srcId="{7A817291-A83E-41C5-BA01-C049754AB9DF}" destId="{76051F0E-D3D0-4C90-A02E-9DD32D00D19F}" srcOrd="0" destOrd="0" presId="urn:microsoft.com/office/officeart/2005/8/layout/hierarchy2"/>
    <dgm:cxn modelId="{E8A8BA8B-2629-4FC3-A547-BC7CB35605B5}" type="presParOf" srcId="{76051F0E-D3D0-4C90-A02E-9DD32D00D19F}" destId="{0494AABB-7457-4290-82ED-AACC3D2BED91}" srcOrd="0" destOrd="0" presId="urn:microsoft.com/office/officeart/2005/8/layout/hierarchy2"/>
    <dgm:cxn modelId="{FADD2139-0C88-4704-93E5-62206C616902}" type="presParOf" srcId="{7A817291-A83E-41C5-BA01-C049754AB9DF}" destId="{F4942B82-E5AF-47DC-A182-739486322952}" srcOrd="1" destOrd="0" presId="urn:microsoft.com/office/officeart/2005/8/layout/hierarchy2"/>
    <dgm:cxn modelId="{B6FFA215-F372-434A-A87C-148DD5FD21ED}" type="presParOf" srcId="{F4942B82-E5AF-47DC-A182-739486322952}" destId="{F591980B-A5C7-4519-82EB-21654BA10CC4}" srcOrd="0" destOrd="0" presId="urn:microsoft.com/office/officeart/2005/8/layout/hierarchy2"/>
    <dgm:cxn modelId="{897FC236-06BA-44F5-A077-A9410E18B763}" type="presParOf" srcId="{F4942B82-E5AF-47DC-A182-739486322952}" destId="{2FE5FFC8-7E9D-4009-80C7-1564575F7CB2}" srcOrd="1" destOrd="0" presId="urn:microsoft.com/office/officeart/2005/8/layout/hierarchy2"/>
    <dgm:cxn modelId="{C392F14F-1341-423F-ABFC-9FDA792B231A}" type="presParOf" srcId="{2EB1D35E-D708-49BD-BFD4-B1462445ABC3}" destId="{C43FF4C0-4923-47F6-A154-06544EC9DB1E}" srcOrd="2" destOrd="0" presId="urn:microsoft.com/office/officeart/2005/8/layout/hierarchy2"/>
    <dgm:cxn modelId="{B0E66F9A-352F-46F7-98F5-1E67D0B09F00}" type="presParOf" srcId="{C43FF4C0-4923-47F6-A154-06544EC9DB1E}" destId="{B89724A9-DF35-4790-B330-A199665EF0D0}" srcOrd="0" destOrd="0" presId="urn:microsoft.com/office/officeart/2005/8/layout/hierarchy2"/>
    <dgm:cxn modelId="{8CECF75D-7384-4864-B82C-9F2F7D7A2DCF}" type="presParOf" srcId="{2EB1D35E-D708-49BD-BFD4-B1462445ABC3}" destId="{83912B5E-9CEC-48B2-A93D-C188CCA3CB58}" srcOrd="3" destOrd="0" presId="urn:microsoft.com/office/officeart/2005/8/layout/hierarchy2"/>
    <dgm:cxn modelId="{24A7F427-72D1-4ABE-B02A-44234B7D3126}" type="presParOf" srcId="{83912B5E-9CEC-48B2-A93D-C188CCA3CB58}" destId="{33CCF843-C473-4339-90D9-97780C154942}" srcOrd="0" destOrd="0" presId="urn:microsoft.com/office/officeart/2005/8/layout/hierarchy2"/>
    <dgm:cxn modelId="{ADFDCF82-8592-4341-B108-D1D659796148}" type="presParOf" srcId="{83912B5E-9CEC-48B2-A93D-C188CCA3CB58}" destId="{BB3E2C30-A6D3-4889-902B-4EA4680A181D}" srcOrd="1" destOrd="0" presId="urn:microsoft.com/office/officeart/2005/8/layout/hierarchy2"/>
    <dgm:cxn modelId="{A3F519E3-1377-4C2C-BFC3-52C1CF8DC7E5}" type="presParOf" srcId="{BB3E2C30-A6D3-4889-902B-4EA4680A181D}" destId="{4A7F0A13-C592-46FA-9AC0-BB3F4CD9D942}" srcOrd="0" destOrd="0" presId="urn:microsoft.com/office/officeart/2005/8/layout/hierarchy2"/>
    <dgm:cxn modelId="{1285113B-9CAB-4C63-97E0-54DEC21F186E}" type="presParOf" srcId="{4A7F0A13-C592-46FA-9AC0-BB3F4CD9D942}" destId="{77B0C3CE-73A7-456A-BBD4-694AD64356B4}" srcOrd="0" destOrd="0" presId="urn:microsoft.com/office/officeart/2005/8/layout/hierarchy2"/>
    <dgm:cxn modelId="{A34E5165-CBDE-49A1-B062-54A151009C22}" type="presParOf" srcId="{BB3E2C30-A6D3-4889-902B-4EA4680A181D}" destId="{860F5D21-1625-4830-A877-CE33581787FD}" srcOrd="1" destOrd="0" presId="urn:microsoft.com/office/officeart/2005/8/layout/hierarchy2"/>
    <dgm:cxn modelId="{C4BA234B-AF91-4CA4-BA2A-1410147EC870}" type="presParOf" srcId="{860F5D21-1625-4830-A877-CE33581787FD}" destId="{DDF768B8-AC71-4EF1-B664-A4A87F56B4AA}" srcOrd="0" destOrd="0" presId="urn:microsoft.com/office/officeart/2005/8/layout/hierarchy2"/>
    <dgm:cxn modelId="{61B3C25B-20DC-42C6-B1BB-4A300DB46BCE}" type="presParOf" srcId="{860F5D21-1625-4830-A877-CE33581787FD}" destId="{41DECB0A-514E-4F32-915D-0F7FFBFC98BA}" srcOrd="1" destOrd="0" presId="urn:microsoft.com/office/officeart/2005/8/layout/hierarchy2"/>
    <dgm:cxn modelId="{B0D5A668-A91E-49E8-B103-05EE252FF42F}" type="presParOf" srcId="{2F9C265F-F859-495A-909C-F562EE0B8973}" destId="{41DDEE6B-6454-4F1B-BCD0-1D020D699779}" srcOrd="2" destOrd="0" presId="urn:microsoft.com/office/officeart/2005/8/layout/hierarchy2"/>
    <dgm:cxn modelId="{48D20C73-5217-4AB8-8DAD-C564935D62B0}" type="presParOf" srcId="{41DDEE6B-6454-4F1B-BCD0-1D020D699779}" destId="{8FEF3F95-8EDF-4111-ADB1-B1C4B074D024}" srcOrd="0" destOrd="0" presId="urn:microsoft.com/office/officeart/2005/8/layout/hierarchy2"/>
    <dgm:cxn modelId="{0CD25DC9-6A34-4E0B-A2FA-DE5ABB68200D}" type="presParOf" srcId="{2F9C265F-F859-495A-909C-F562EE0B8973}" destId="{72533C6A-6EEC-4C1C-961D-6C2FFB4831CA}" srcOrd="3" destOrd="0" presId="urn:microsoft.com/office/officeart/2005/8/layout/hierarchy2"/>
    <dgm:cxn modelId="{3C56A662-CF22-42F1-BCF3-B338149E3E55}" type="presParOf" srcId="{72533C6A-6EEC-4C1C-961D-6C2FFB4831CA}" destId="{79C61CE4-91E0-4173-935B-B66EFD075413}" srcOrd="0" destOrd="0" presId="urn:microsoft.com/office/officeart/2005/8/layout/hierarchy2"/>
    <dgm:cxn modelId="{FA51662C-7EA0-44E0-AD02-74EEA598111F}" type="presParOf" srcId="{72533C6A-6EEC-4C1C-961D-6C2FFB4831CA}" destId="{9C93ABF7-CF64-4969-9083-68FC4F241062}" srcOrd="1" destOrd="0" presId="urn:microsoft.com/office/officeart/2005/8/layout/hierarchy2"/>
    <dgm:cxn modelId="{194AE6B9-2CC4-4D81-9F29-615CCCD75082}" type="presParOf" srcId="{9C93ABF7-CF64-4969-9083-68FC4F241062}" destId="{8B1CDAF4-6B47-498C-A3D3-D00F84C33A60}" srcOrd="0" destOrd="0" presId="urn:microsoft.com/office/officeart/2005/8/layout/hierarchy2"/>
    <dgm:cxn modelId="{006B9208-174F-434C-83AA-C7377F6808E2}" type="presParOf" srcId="{8B1CDAF4-6B47-498C-A3D3-D00F84C33A60}" destId="{B2887A33-EACF-4EAD-ABDA-79B29D22E5CD}" srcOrd="0" destOrd="0" presId="urn:microsoft.com/office/officeart/2005/8/layout/hierarchy2"/>
    <dgm:cxn modelId="{B6CB6C76-0F53-43BD-9104-3CE99F9AD50F}" type="presParOf" srcId="{9C93ABF7-CF64-4969-9083-68FC4F241062}" destId="{FB084439-E2FB-4E21-BDE7-588996CD1978}" srcOrd="1" destOrd="0" presId="urn:microsoft.com/office/officeart/2005/8/layout/hierarchy2"/>
    <dgm:cxn modelId="{ED8EEC77-82F0-4BAE-84EF-57F848D4F33E}" type="presParOf" srcId="{FB084439-E2FB-4E21-BDE7-588996CD1978}" destId="{0D414D3A-E434-4B57-8CA3-871EAFAE720B}" srcOrd="0" destOrd="0" presId="urn:microsoft.com/office/officeart/2005/8/layout/hierarchy2"/>
    <dgm:cxn modelId="{5C6D16E3-CEA3-434A-8935-52C5B459CD6C}" type="presParOf" srcId="{FB084439-E2FB-4E21-BDE7-588996CD1978}" destId="{F2909B62-38EB-43A5-9CED-5441ECA316FE}" srcOrd="1" destOrd="0" presId="urn:microsoft.com/office/officeart/2005/8/layout/hierarchy2"/>
    <dgm:cxn modelId="{9D6FECD5-DA6C-41CC-AA6C-B2CDE603B815}" type="presParOf" srcId="{C70B229D-9000-4255-8A66-753005A05D6A}" destId="{20B6E78F-6463-433D-A780-177C8605B0AC}" srcOrd="2" destOrd="0" presId="urn:microsoft.com/office/officeart/2005/8/layout/hierarchy2"/>
    <dgm:cxn modelId="{4DB9A678-1193-4B76-B139-44110631D889}" type="presParOf" srcId="{20B6E78F-6463-433D-A780-177C8605B0AC}" destId="{EA7DEAE3-8A70-405A-90C8-61B4D6547A62}" srcOrd="0" destOrd="0" presId="urn:microsoft.com/office/officeart/2005/8/layout/hierarchy2"/>
    <dgm:cxn modelId="{C24BE873-7D75-4EC0-9FE3-0317F9B0A214}" type="presParOf" srcId="{C70B229D-9000-4255-8A66-753005A05D6A}" destId="{7C216A23-AACF-4915-AA09-77CC6439FCB4}" srcOrd="3" destOrd="0" presId="urn:microsoft.com/office/officeart/2005/8/layout/hierarchy2"/>
    <dgm:cxn modelId="{C1D54762-F54A-455A-85D7-F365D7BC633D}" type="presParOf" srcId="{7C216A23-AACF-4915-AA09-77CC6439FCB4}" destId="{4AB76E73-FD37-4BCB-91F0-E14EEA280DD0}" srcOrd="0" destOrd="0" presId="urn:microsoft.com/office/officeart/2005/8/layout/hierarchy2"/>
    <dgm:cxn modelId="{507E9265-D170-4152-995C-10D488E82517}" type="presParOf" srcId="{7C216A23-AACF-4915-AA09-77CC6439FCB4}" destId="{8BF8FDD8-1FAC-41C8-9BDA-CB09A87C5225}" srcOrd="1" destOrd="0" presId="urn:microsoft.com/office/officeart/2005/8/layout/hierarchy2"/>
    <dgm:cxn modelId="{099574E0-6987-4878-8E1F-32B7B6B0EA51}" type="presParOf" srcId="{8BF8FDD8-1FAC-41C8-9BDA-CB09A87C5225}" destId="{80405139-CAD6-4BB9-AB3C-F2C01A16173E}" srcOrd="0" destOrd="0" presId="urn:microsoft.com/office/officeart/2005/8/layout/hierarchy2"/>
    <dgm:cxn modelId="{E46ADCF0-A3FE-4909-ACB5-C3AD814A27CF}" type="presParOf" srcId="{80405139-CAD6-4BB9-AB3C-F2C01A16173E}" destId="{77A5E1B6-D83B-4268-A587-46C674539744}" srcOrd="0" destOrd="0" presId="urn:microsoft.com/office/officeart/2005/8/layout/hierarchy2"/>
    <dgm:cxn modelId="{09278462-6BBC-4749-9A77-21B2352724BE}" type="presParOf" srcId="{8BF8FDD8-1FAC-41C8-9BDA-CB09A87C5225}" destId="{F0DA2771-0803-4CE3-85C4-553D788C69A0}" srcOrd="1" destOrd="0" presId="urn:microsoft.com/office/officeart/2005/8/layout/hierarchy2"/>
    <dgm:cxn modelId="{3D815A25-EACB-4262-BD39-81BAEA40726E}" type="presParOf" srcId="{F0DA2771-0803-4CE3-85C4-553D788C69A0}" destId="{53FCDF1F-4712-48ED-9883-AB8B2E14F629}" srcOrd="0" destOrd="0" presId="urn:microsoft.com/office/officeart/2005/8/layout/hierarchy2"/>
    <dgm:cxn modelId="{D4DB77F1-2C89-40B5-8240-69DDD9239A72}" type="presParOf" srcId="{F0DA2771-0803-4CE3-85C4-553D788C69A0}" destId="{0CB72ED4-1D18-4499-90AB-52194E34F156}" srcOrd="1" destOrd="0" presId="urn:microsoft.com/office/officeart/2005/8/layout/hierarchy2"/>
    <dgm:cxn modelId="{51F05020-085A-4F33-9D8A-6B45F4A70DA4}" type="presParOf" srcId="{0CB72ED4-1D18-4499-90AB-52194E34F156}" destId="{D6BC4544-A128-493C-B48F-A69D47332B0F}" srcOrd="0" destOrd="0" presId="urn:microsoft.com/office/officeart/2005/8/layout/hierarchy2"/>
    <dgm:cxn modelId="{67173091-8B5F-4E4C-BDD9-AB185FAEC032}" type="presParOf" srcId="{D6BC4544-A128-493C-B48F-A69D47332B0F}" destId="{6B22FE9A-821E-459D-A9EF-18C6B92B8EF9}" srcOrd="0" destOrd="0" presId="urn:microsoft.com/office/officeart/2005/8/layout/hierarchy2"/>
    <dgm:cxn modelId="{BE69570B-5B48-405A-9C8B-D817B8B2FDEE}" type="presParOf" srcId="{0CB72ED4-1D18-4499-90AB-52194E34F156}" destId="{D8787A5F-D510-4565-8182-D4FC31AC6FEB}" srcOrd="1" destOrd="0" presId="urn:microsoft.com/office/officeart/2005/8/layout/hierarchy2"/>
    <dgm:cxn modelId="{E7779476-D6B8-4103-BAE5-18C29E3188FB}" type="presParOf" srcId="{D8787A5F-D510-4565-8182-D4FC31AC6FEB}" destId="{79DCCD26-8FE6-40FB-8E8B-9F563DD5D74C}" srcOrd="0" destOrd="0" presId="urn:microsoft.com/office/officeart/2005/8/layout/hierarchy2"/>
    <dgm:cxn modelId="{CB040E68-AD4E-4EA9-BF07-19225D427FDD}" type="presParOf" srcId="{D8787A5F-D510-4565-8182-D4FC31AC6FEB}" destId="{2246A190-B1D1-4A49-AB69-C63F65A75853}" srcOrd="1" destOrd="0" presId="urn:microsoft.com/office/officeart/2005/8/layout/hierarchy2"/>
    <dgm:cxn modelId="{553395D1-3455-41A8-A10A-AC72ADF6587A}" type="presParOf" srcId="{2246A190-B1D1-4A49-AB69-C63F65A75853}" destId="{6B8D5B8C-D7CE-4BB8-8B27-7DC6DFADD82D}" srcOrd="0" destOrd="0" presId="urn:microsoft.com/office/officeart/2005/8/layout/hierarchy2"/>
    <dgm:cxn modelId="{90340268-D43E-491E-AED6-828C8CC1ADAB}" type="presParOf" srcId="{6B8D5B8C-D7CE-4BB8-8B27-7DC6DFADD82D}" destId="{6682302D-CDE3-4500-BC32-234E40947C74}" srcOrd="0" destOrd="0" presId="urn:microsoft.com/office/officeart/2005/8/layout/hierarchy2"/>
    <dgm:cxn modelId="{B3AF38D4-3955-4159-BE2D-EA5077D57F39}" type="presParOf" srcId="{2246A190-B1D1-4A49-AB69-C63F65A75853}" destId="{8C17C8AF-F811-4B5A-A696-621BD1FDC5AE}" srcOrd="1" destOrd="0" presId="urn:microsoft.com/office/officeart/2005/8/layout/hierarchy2"/>
    <dgm:cxn modelId="{CB50A32A-BDC2-4FA1-879F-A092BCF8D311}" type="presParOf" srcId="{8C17C8AF-F811-4B5A-A696-621BD1FDC5AE}" destId="{D0825D4D-BC1B-4B24-B906-3592FDFD0A11}" srcOrd="0" destOrd="0" presId="urn:microsoft.com/office/officeart/2005/8/layout/hierarchy2"/>
    <dgm:cxn modelId="{9F3192C9-86C4-4EE9-A16F-22210BB0C722}" type="presParOf" srcId="{8C17C8AF-F811-4B5A-A696-621BD1FDC5AE}" destId="{A6439D8A-D8DA-406F-A3DA-803BC295626F}" srcOrd="1" destOrd="0" presId="urn:microsoft.com/office/officeart/2005/8/layout/hierarchy2"/>
    <dgm:cxn modelId="{2561EC26-50B0-4475-9293-D983DCD75EC7}" type="presParOf" srcId="{0CB72ED4-1D18-4499-90AB-52194E34F156}" destId="{E8026277-4B12-4A44-B68F-D97D2411D551}" srcOrd="2" destOrd="0" presId="urn:microsoft.com/office/officeart/2005/8/layout/hierarchy2"/>
    <dgm:cxn modelId="{1E3950B2-05FD-4303-B68B-7BFACA5E71CB}" type="presParOf" srcId="{E8026277-4B12-4A44-B68F-D97D2411D551}" destId="{B95FB4B7-29D3-4E2B-B2E9-2970608FF5DE}" srcOrd="0" destOrd="0" presId="urn:microsoft.com/office/officeart/2005/8/layout/hierarchy2"/>
    <dgm:cxn modelId="{669268A8-1158-47FB-8EAE-3FE1E70B678A}" type="presParOf" srcId="{0CB72ED4-1D18-4499-90AB-52194E34F156}" destId="{715AC70B-85FF-4A4F-97D9-C4B555460402}" srcOrd="3" destOrd="0" presId="urn:microsoft.com/office/officeart/2005/8/layout/hierarchy2"/>
    <dgm:cxn modelId="{FA2E99E1-8BBD-4018-B264-3663B3638491}" type="presParOf" srcId="{715AC70B-85FF-4A4F-97D9-C4B555460402}" destId="{8437A54E-E07B-45AA-B908-9CF87FAAF59F}" srcOrd="0" destOrd="0" presId="urn:microsoft.com/office/officeart/2005/8/layout/hierarchy2"/>
    <dgm:cxn modelId="{2EBFA64E-9CD7-4C7F-AF13-2F4A3121B3A9}" type="presParOf" srcId="{715AC70B-85FF-4A4F-97D9-C4B555460402}" destId="{2D66E35B-616E-49B1-A382-5B183BCA6A72}" srcOrd="1" destOrd="0" presId="urn:microsoft.com/office/officeart/2005/8/layout/hierarchy2"/>
    <dgm:cxn modelId="{48F8F17E-7401-4D0B-8701-A08CE9181507}" type="presParOf" srcId="{2D66E35B-616E-49B1-A382-5B183BCA6A72}" destId="{7C6EC673-5A58-41FF-BA96-1036419C51F4}" srcOrd="0" destOrd="0" presId="urn:microsoft.com/office/officeart/2005/8/layout/hierarchy2"/>
    <dgm:cxn modelId="{AF83C437-1E57-4F5D-BA86-62085FB01232}" type="presParOf" srcId="{7C6EC673-5A58-41FF-BA96-1036419C51F4}" destId="{824B5F6B-4E5A-45B4-9E4B-7D953AF980EF}" srcOrd="0" destOrd="0" presId="urn:microsoft.com/office/officeart/2005/8/layout/hierarchy2"/>
    <dgm:cxn modelId="{B283AD36-5ADC-46F8-B468-A8D274FF67F8}" type="presParOf" srcId="{2D66E35B-616E-49B1-A382-5B183BCA6A72}" destId="{4CDDF2CB-D734-48DE-B363-482C3B432F52}" srcOrd="1" destOrd="0" presId="urn:microsoft.com/office/officeart/2005/8/layout/hierarchy2"/>
    <dgm:cxn modelId="{D7EB430A-3630-4DFF-BF78-0FFF9A1C6D18}" type="presParOf" srcId="{4CDDF2CB-D734-48DE-B363-482C3B432F52}" destId="{F351EDD3-19A2-4465-AEA7-F64F548148B5}" srcOrd="0" destOrd="0" presId="urn:microsoft.com/office/officeart/2005/8/layout/hierarchy2"/>
    <dgm:cxn modelId="{87320F73-FAC1-4C6A-877B-632A759A769D}" type="presParOf" srcId="{4CDDF2CB-D734-48DE-B363-482C3B432F52}" destId="{3E0FC295-BCE2-4F46-B363-4AEAF1BF244E}" srcOrd="1" destOrd="0" presId="urn:microsoft.com/office/officeart/2005/8/layout/hierarchy2"/>
    <dgm:cxn modelId="{808A8113-5904-4C58-8C1E-422AB1E590E6}" type="presParOf" srcId="{8BF8FDD8-1FAC-41C8-9BDA-CB09A87C5225}" destId="{232E4170-22E5-4890-854C-B32C94F8737F}" srcOrd="2" destOrd="0" presId="urn:microsoft.com/office/officeart/2005/8/layout/hierarchy2"/>
    <dgm:cxn modelId="{1855F2B9-1607-4586-A638-CBD16E989BB0}" type="presParOf" srcId="{232E4170-22E5-4890-854C-B32C94F8737F}" destId="{F5A0FFC3-1C02-4751-87CF-090E517116EF}" srcOrd="0" destOrd="0" presId="urn:microsoft.com/office/officeart/2005/8/layout/hierarchy2"/>
    <dgm:cxn modelId="{18470E62-54DC-4CD2-ADA2-AC107EE41EE5}" type="presParOf" srcId="{8BF8FDD8-1FAC-41C8-9BDA-CB09A87C5225}" destId="{BDA9E6A1-D366-4288-B0CC-B8F48E2DBBDE}" srcOrd="3" destOrd="0" presId="urn:microsoft.com/office/officeart/2005/8/layout/hierarchy2"/>
    <dgm:cxn modelId="{583B5E48-6EFB-4108-8C58-917F41408A2B}" type="presParOf" srcId="{BDA9E6A1-D366-4288-B0CC-B8F48E2DBBDE}" destId="{ED4E7F50-F73D-4D24-919E-DC15B7F9414F}" srcOrd="0" destOrd="0" presId="urn:microsoft.com/office/officeart/2005/8/layout/hierarchy2"/>
    <dgm:cxn modelId="{AE86C623-F743-4BC7-8185-41D8863B1DD4}" type="presParOf" srcId="{BDA9E6A1-D366-4288-B0CC-B8F48E2DBBDE}" destId="{AF95DBA8-971C-4C06-8E36-9B9ED16D5EA6}" srcOrd="1" destOrd="0" presId="urn:microsoft.com/office/officeart/2005/8/layout/hierarchy2"/>
    <dgm:cxn modelId="{13DA7FAA-E61B-4671-8FEB-C4287464B34E}" type="presParOf" srcId="{AF95DBA8-971C-4C06-8E36-9B9ED16D5EA6}" destId="{38EEE5AA-614C-4A1E-8CD7-F9A0BA29C162}" srcOrd="0" destOrd="0" presId="urn:microsoft.com/office/officeart/2005/8/layout/hierarchy2"/>
    <dgm:cxn modelId="{EDE37F46-F55B-4F57-9A8E-218680663C4B}" type="presParOf" srcId="{38EEE5AA-614C-4A1E-8CD7-F9A0BA29C162}" destId="{CBA225E5-DD7B-491F-84AB-CFD3D932A245}" srcOrd="0" destOrd="0" presId="urn:microsoft.com/office/officeart/2005/8/layout/hierarchy2"/>
    <dgm:cxn modelId="{145F01D9-7E4A-44A5-9774-D63AA98CC3B7}" type="presParOf" srcId="{AF95DBA8-971C-4C06-8E36-9B9ED16D5EA6}" destId="{FCA66FE7-9ABF-4D32-B741-B24E4C5FFE2F}" srcOrd="1" destOrd="0" presId="urn:microsoft.com/office/officeart/2005/8/layout/hierarchy2"/>
    <dgm:cxn modelId="{34E4667A-B660-4E8E-A2A0-13ABFF540356}" type="presParOf" srcId="{FCA66FE7-9ABF-4D32-B741-B24E4C5FFE2F}" destId="{F24FEADD-92A2-48B1-9198-F3F575D76428}" srcOrd="0" destOrd="0" presId="urn:microsoft.com/office/officeart/2005/8/layout/hierarchy2"/>
    <dgm:cxn modelId="{1DDE809A-173A-4DD8-87E4-354AEAED24D3}" type="presParOf" srcId="{FCA66FE7-9ABF-4D32-B741-B24E4C5FFE2F}" destId="{E8B6662C-1349-44FC-9BC3-BDD9B52DC9E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D91EC2-FD99-4DD2-8A4E-4119A499124D}" type="doc">
      <dgm:prSet loTypeId="urn:microsoft.com/office/officeart/2005/8/layout/hierarchy2" loCatId="hierarchy" qsTypeId="urn:microsoft.com/office/officeart/2005/8/quickstyle/simple3" qsCatId="simple" csTypeId="urn:microsoft.com/office/officeart/2005/8/colors/accent2_1" csCatId="accent2" phldr="1"/>
      <dgm:spPr/>
      <dgm:t>
        <a:bodyPr/>
        <a:lstStyle/>
        <a:p>
          <a:endParaRPr lang="en-US"/>
        </a:p>
      </dgm:t>
    </dgm:pt>
    <dgm:pt modelId="{9D001A31-5FF2-47C4-BEFB-0CD4865B9F4B}">
      <dgm:prSet phldrT="[Text]"/>
      <dgm:spPr>
        <a:solidFill>
          <a:srgbClr val="FEC000"/>
        </a:solidFill>
      </dgm:spPr>
      <dgm:t>
        <a:bodyPr/>
        <a:lstStyle/>
        <a:p>
          <a:r>
            <a:rPr lang="en-US" dirty="0"/>
            <a:t>items</a:t>
          </a:r>
        </a:p>
      </dgm:t>
    </dgm:pt>
    <dgm:pt modelId="{CADAC52C-A335-4640-81D3-58F557F80636}" type="parTrans" cxnId="{24FF43A5-B847-4D4A-B9BC-4A81046333B6}">
      <dgm:prSet/>
      <dgm:spPr/>
      <dgm:t>
        <a:bodyPr/>
        <a:lstStyle/>
        <a:p>
          <a:endParaRPr lang="en-US"/>
        </a:p>
      </dgm:t>
    </dgm:pt>
    <dgm:pt modelId="{1D0D2468-5497-49BD-B064-8AE823B0CD10}" type="sibTrans" cxnId="{24FF43A5-B847-4D4A-B9BC-4A81046333B6}">
      <dgm:prSet/>
      <dgm:spPr/>
      <dgm:t>
        <a:bodyPr/>
        <a:lstStyle/>
        <a:p>
          <a:endParaRPr lang="en-US"/>
        </a:p>
      </dgm:t>
    </dgm:pt>
    <dgm:pt modelId="{0F1CAC59-8C34-440F-9C15-A21D92375358}">
      <dgm:prSet phldrT="[Text]"/>
      <dgm:spPr/>
      <dgm:t>
        <a:bodyPr/>
        <a:lstStyle/>
        <a:p>
          <a:r>
            <a:rPr lang="en-US" dirty="0"/>
            <a:t>item[1]</a:t>
          </a:r>
        </a:p>
      </dgm:t>
    </dgm:pt>
    <dgm:pt modelId="{E068BFC3-63EF-444A-9B0E-2EA1A9578DEA}" type="parTrans" cxnId="{8E965DCC-3C82-4F49-86AB-3A053913DDD6}">
      <dgm:prSet/>
      <dgm:spPr/>
      <dgm:t>
        <a:bodyPr/>
        <a:lstStyle/>
        <a:p>
          <a:endParaRPr lang="en-US"/>
        </a:p>
      </dgm:t>
    </dgm:pt>
    <dgm:pt modelId="{04EE0BC2-16BE-421F-AFBA-3E03897344B9}" type="sibTrans" cxnId="{8E965DCC-3C82-4F49-86AB-3A053913DDD6}">
      <dgm:prSet/>
      <dgm:spPr/>
      <dgm:t>
        <a:bodyPr/>
        <a:lstStyle/>
        <a:p>
          <a:endParaRPr lang="en-US"/>
        </a:p>
      </dgm:t>
    </dgm:pt>
    <dgm:pt modelId="{DAD7B0D0-D151-48C9-9034-C5633BECF19F}">
      <dgm:prSet phldrT="[Text]"/>
      <dgm:spPr/>
      <dgm:t>
        <a:bodyPr/>
        <a:lstStyle/>
        <a:p>
          <a:r>
            <a:rPr lang="en-US" dirty="0"/>
            <a:t>product</a:t>
          </a:r>
        </a:p>
      </dgm:t>
    </dgm:pt>
    <dgm:pt modelId="{C01F516E-0CA0-482A-8640-87379BA88B34}" type="parTrans" cxnId="{3F3B736E-7FA8-42CC-8DF4-EF86F56BC4B8}">
      <dgm:prSet/>
      <dgm:spPr/>
      <dgm:t>
        <a:bodyPr/>
        <a:lstStyle/>
        <a:p>
          <a:endParaRPr lang="en-US"/>
        </a:p>
      </dgm:t>
    </dgm:pt>
    <dgm:pt modelId="{9BE5CD8F-8231-4837-B70C-596C60003E3B}" type="sibTrans" cxnId="{3F3B736E-7FA8-42CC-8DF4-EF86F56BC4B8}">
      <dgm:prSet/>
      <dgm:spPr/>
      <dgm:t>
        <a:bodyPr/>
        <a:lstStyle/>
        <a:p>
          <a:endParaRPr lang="en-US"/>
        </a:p>
      </dgm:t>
    </dgm:pt>
    <dgm:pt modelId="{24BE358B-389D-43E0-B756-30B5E2AE7A93}">
      <dgm:prSet phldrT="[Text]"/>
      <dgm:spPr/>
      <dgm:t>
        <a:bodyPr/>
        <a:lstStyle/>
        <a:p>
          <a:r>
            <a:rPr lang="en-US" dirty="0"/>
            <a:t>quantity</a:t>
          </a:r>
        </a:p>
      </dgm:t>
    </dgm:pt>
    <dgm:pt modelId="{2D555692-6565-42E1-B78E-2EA50719E64A}" type="parTrans" cxnId="{E1A86C48-B1C6-477F-B8ED-4319382F0F39}">
      <dgm:prSet/>
      <dgm:spPr/>
      <dgm:t>
        <a:bodyPr/>
        <a:lstStyle/>
        <a:p>
          <a:endParaRPr lang="en-US"/>
        </a:p>
      </dgm:t>
    </dgm:pt>
    <dgm:pt modelId="{12BEB6AF-F7EF-4A2F-B6B5-DABC62ABAB08}" type="sibTrans" cxnId="{E1A86C48-B1C6-477F-B8ED-4319382F0F39}">
      <dgm:prSet/>
      <dgm:spPr/>
      <dgm:t>
        <a:bodyPr/>
        <a:lstStyle/>
        <a:p>
          <a:endParaRPr lang="en-US"/>
        </a:p>
      </dgm:t>
    </dgm:pt>
    <dgm:pt modelId="{3E633B72-4DEF-4719-A5C6-59010B3CD78E}">
      <dgm:prSet phldrT="[Text]"/>
      <dgm:spPr>
        <a:solidFill>
          <a:srgbClr val="FEC000"/>
        </a:solidFill>
      </dgm:spPr>
      <dgm:t>
        <a:bodyPr/>
        <a:lstStyle/>
        <a:p>
          <a:r>
            <a:rPr lang="en-US" dirty="0"/>
            <a:t>item[2]</a:t>
          </a:r>
        </a:p>
      </dgm:t>
    </dgm:pt>
    <dgm:pt modelId="{0131EB98-A0F6-4343-8F56-0F631E8217E0}" type="parTrans" cxnId="{FAA21961-CC19-4706-AA85-9F21EC209328}">
      <dgm:prSet/>
      <dgm:spPr/>
      <dgm:t>
        <a:bodyPr/>
        <a:lstStyle/>
        <a:p>
          <a:endParaRPr lang="en-US"/>
        </a:p>
      </dgm:t>
    </dgm:pt>
    <dgm:pt modelId="{98488EA6-2EC4-4AFF-834A-327D454F1F92}" type="sibTrans" cxnId="{FAA21961-CC19-4706-AA85-9F21EC209328}">
      <dgm:prSet/>
      <dgm:spPr/>
      <dgm:t>
        <a:bodyPr/>
        <a:lstStyle/>
        <a:p>
          <a:endParaRPr lang="en-US"/>
        </a:p>
      </dgm:t>
    </dgm:pt>
    <dgm:pt modelId="{8809FA99-33ED-4028-8588-AE510462E8FD}">
      <dgm:prSet phldrT="[Text]"/>
      <dgm:spPr/>
      <dgm:t>
        <a:bodyPr/>
        <a:lstStyle/>
        <a:p>
          <a:r>
            <a:rPr lang="en-US" dirty="0"/>
            <a:t>product</a:t>
          </a:r>
        </a:p>
      </dgm:t>
    </dgm:pt>
    <dgm:pt modelId="{473D548F-4760-4CA7-9C6E-F88B6FFE2F1F}" type="parTrans" cxnId="{A7E1ED30-95B8-4BF5-B985-2F9A1352516E}">
      <dgm:prSet/>
      <dgm:spPr/>
      <dgm:t>
        <a:bodyPr/>
        <a:lstStyle/>
        <a:p>
          <a:endParaRPr lang="en-US"/>
        </a:p>
      </dgm:t>
    </dgm:pt>
    <dgm:pt modelId="{B0D78E2A-14C2-4B9E-B81D-27A6441A28C3}" type="sibTrans" cxnId="{A7E1ED30-95B8-4BF5-B985-2F9A1352516E}">
      <dgm:prSet/>
      <dgm:spPr/>
      <dgm:t>
        <a:bodyPr/>
        <a:lstStyle/>
        <a:p>
          <a:endParaRPr lang="en-US"/>
        </a:p>
      </dgm:t>
    </dgm:pt>
    <dgm:pt modelId="{25DEA1DF-7622-4474-9765-E8D2E33A7EBA}">
      <dgm:prSet phldrT="[Text]"/>
      <dgm:spPr>
        <a:solidFill>
          <a:srgbClr val="FEC000"/>
        </a:solidFill>
      </dgm:spPr>
      <dgm:t>
        <a:bodyPr/>
        <a:lstStyle/>
        <a:p>
          <a:r>
            <a:rPr lang="en-US" dirty="0"/>
            <a:t>quantity</a:t>
          </a:r>
        </a:p>
      </dgm:t>
    </dgm:pt>
    <dgm:pt modelId="{D47A5805-1A5F-48EC-8F20-DDBE8AF282F8}" type="parTrans" cxnId="{C0C1BF5D-ACFD-4F79-92AD-51651E806707}">
      <dgm:prSet/>
      <dgm:spPr/>
      <dgm:t>
        <a:bodyPr/>
        <a:lstStyle/>
        <a:p>
          <a:endParaRPr lang="en-US"/>
        </a:p>
      </dgm:t>
    </dgm:pt>
    <dgm:pt modelId="{4666B7DC-DBDC-4E8E-A932-BAD63807D00E}" type="sibTrans" cxnId="{C0C1BF5D-ACFD-4F79-92AD-51651E806707}">
      <dgm:prSet/>
      <dgm:spPr/>
      <dgm:t>
        <a:bodyPr/>
        <a:lstStyle/>
        <a:p>
          <a:endParaRPr lang="en-US"/>
        </a:p>
      </dgm:t>
    </dgm:pt>
    <dgm:pt modelId="{76146321-E400-43AC-9D55-F469DCF78859}">
      <dgm:prSet phldrT="[Text]"/>
      <dgm:spPr/>
      <dgm:t>
        <a:bodyPr/>
        <a:lstStyle/>
        <a:p>
          <a:r>
            <a:rPr lang="en-US" dirty="0"/>
            <a:t>description</a:t>
          </a:r>
        </a:p>
      </dgm:t>
    </dgm:pt>
    <dgm:pt modelId="{2C76DFB1-B549-4C5F-A730-4FF76F9076A8}" type="parTrans" cxnId="{C9CBE24B-4AF0-4428-973B-A8AA57D5E22A}">
      <dgm:prSet/>
      <dgm:spPr/>
      <dgm:t>
        <a:bodyPr/>
        <a:lstStyle/>
        <a:p>
          <a:endParaRPr lang="en-US"/>
        </a:p>
      </dgm:t>
    </dgm:pt>
    <dgm:pt modelId="{BFE8B054-F0CB-435E-8794-F8BFA348ED68}" type="sibTrans" cxnId="{C9CBE24B-4AF0-4428-973B-A8AA57D5E22A}">
      <dgm:prSet/>
      <dgm:spPr/>
      <dgm:t>
        <a:bodyPr/>
        <a:lstStyle/>
        <a:p>
          <a:endParaRPr lang="en-US"/>
        </a:p>
      </dgm:t>
    </dgm:pt>
    <dgm:pt modelId="{AA93FC7C-60A1-40AF-9A53-3A781E38429B}">
      <dgm:prSet phldrT="[Text]"/>
      <dgm:spPr/>
      <dgm:t>
        <a:bodyPr/>
        <a:lstStyle/>
        <a:p>
          <a:r>
            <a:rPr lang="en-US" dirty="0"/>
            <a:t>price</a:t>
          </a:r>
        </a:p>
      </dgm:t>
    </dgm:pt>
    <dgm:pt modelId="{22267AA6-9C8D-44DF-A73B-4C97ADC5C04D}" type="parTrans" cxnId="{38F05CB2-1A07-4FD3-9A2B-97827B35B119}">
      <dgm:prSet/>
      <dgm:spPr/>
      <dgm:t>
        <a:bodyPr/>
        <a:lstStyle/>
        <a:p>
          <a:endParaRPr lang="en-US"/>
        </a:p>
      </dgm:t>
    </dgm:pt>
    <dgm:pt modelId="{4DB6242D-42F2-4CE0-9D10-3E0F989E3186}" type="sibTrans" cxnId="{38F05CB2-1A07-4FD3-9A2B-97827B35B119}">
      <dgm:prSet/>
      <dgm:spPr/>
      <dgm:t>
        <a:bodyPr/>
        <a:lstStyle/>
        <a:p>
          <a:endParaRPr lang="en-US"/>
        </a:p>
      </dgm:t>
    </dgm:pt>
    <dgm:pt modelId="{900E5103-AFA5-4527-909F-22CB9BB591EA}">
      <dgm:prSet phldrT="[Text]"/>
      <dgm:spPr/>
      <dgm:t>
        <a:bodyPr/>
        <a:lstStyle/>
        <a:p>
          <a:r>
            <a:rPr lang="en-US" dirty="0"/>
            <a:t>description</a:t>
          </a:r>
        </a:p>
      </dgm:t>
    </dgm:pt>
    <dgm:pt modelId="{47704A63-8182-4301-A1FA-59CE60E97E7E}" type="parTrans" cxnId="{5B4C830F-2AD3-4B4F-8B6B-FCCF0BC9679D}">
      <dgm:prSet/>
      <dgm:spPr/>
      <dgm:t>
        <a:bodyPr/>
        <a:lstStyle/>
        <a:p>
          <a:endParaRPr lang="en-US"/>
        </a:p>
      </dgm:t>
    </dgm:pt>
    <dgm:pt modelId="{A6C3998D-6B23-424F-812A-5A9EDA1A75B2}" type="sibTrans" cxnId="{5B4C830F-2AD3-4B4F-8B6B-FCCF0BC9679D}">
      <dgm:prSet/>
      <dgm:spPr/>
      <dgm:t>
        <a:bodyPr/>
        <a:lstStyle/>
        <a:p>
          <a:endParaRPr lang="en-US"/>
        </a:p>
      </dgm:t>
    </dgm:pt>
    <dgm:pt modelId="{0E5F958F-E7ED-4ED5-9A05-07920DF271C8}">
      <dgm:prSet phldrT="[Text]"/>
      <dgm:spPr/>
      <dgm:t>
        <a:bodyPr/>
        <a:lstStyle/>
        <a:p>
          <a:r>
            <a:rPr lang="en-US" dirty="0"/>
            <a:t>price</a:t>
          </a:r>
        </a:p>
      </dgm:t>
    </dgm:pt>
    <dgm:pt modelId="{03A3BBEC-6A7D-4731-8AE4-3F6DF9360872}" type="parTrans" cxnId="{CCD8E771-0298-4722-9D37-07F366ED4CAD}">
      <dgm:prSet/>
      <dgm:spPr/>
      <dgm:t>
        <a:bodyPr/>
        <a:lstStyle/>
        <a:p>
          <a:endParaRPr lang="en-US"/>
        </a:p>
      </dgm:t>
    </dgm:pt>
    <dgm:pt modelId="{AE98A9D0-091B-4668-9248-F67B99C273D9}" type="sibTrans" cxnId="{CCD8E771-0298-4722-9D37-07F366ED4CAD}">
      <dgm:prSet/>
      <dgm:spPr/>
      <dgm:t>
        <a:bodyPr/>
        <a:lstStyle/>
        <a:p>
          <a:endParaRPr lang="en-US"/>
        </a:p>
      </dgm:t>
    </dgm:pt>
    <dgm:pt modelId="{81D8F7DB-A908-4F1D-9F40-FE19106AE74F}">
      <dgm:prSet phldrT="[Text]"/>
      <dgm:spPr/>
      <dgm:t>
        <a:bodyPr/>
        <a:lstStyle/>
        <a:p>
          <a:r>
            <a:rPr lang="en-US" dirty="0"/>
            <a:t>4-port Mini Hub</a:t>
          </a:r>
        </a:p>
      </dgm:t>
    </dgm:pt>
    <dgm:pt modelId="{57FC2A24-42A9-43D3-BDB0-B0315B9EF407}" type="parTrans" cxnId="{78EF6F1D-4F2F-4165-8246-B10F35EED0F8}">
      <dgm:prSet/>
      <dgm:spPr/>
      <dgm:t>
        <a:bodyPr/>
        <a:lstStyle/>
        <a:p>
          <a:endParaRPr lang="en-US"/>
        </a:p>
      </dgm:t>
    </dgm:pt>
    <dgm:pt modelId="{29C80A1B-F15E-4FA3-98B0-829F46687861}" type="sibTrans" cxnId="{78EF6F1D-4F2F-4165-8246-B10F35EED0F8}">
      <dgm:prSet/>
      <dgm:spPr/>
      <dgm:t>
        <a:bodyPr/>
        <a:lstStyle/>
        <a:p>
          <a:endParaRPr lang="en-US"/>
        </a:p>
      </dgm:t>
    </dgm:pt>
    <dgm:pt modelId="{8F7F0A65-E8E5-4965-9C91-E2415B03998E}">
      <dgm:prSet phldrT="[Text]"/>
      <dgm:spPr/>
      <dgm:t>
        <a:bodyPr/>
        <a:lstStyle/>
        <a:p>
          <a:r>
            <a:rPr lang="en-US" dirty="0"/>
            <a:t>19.95</a:t>
          </a:r>
        </a:p>
      </dgm:t>
    </dgm:pt>
    <dgm:pt modelId="{73EE21E4-1942-4748-B7C2-61D80D3D4D47}" type="parTrans" cxnId="{54A422D7-525A-46FC-99D7-D8C29B49EBC1}">
      <dgm:prSet/>
      <dgm:spPr/>
      <dgm:t>
        <a:bodyPr/>
        <a:lstStyle/>
        <a:p>
          <a:endParaRPr lang="en-US"/>
        </a:p>
      </dgm:t>
    </dgm:pt>
    <dgm:pt modelId="{3AC20CEA-1CEE-42C8-B94F-8C695DFAFB9F}" type="sibTrans" cxnId="{54A422D7-525A-46FC-99D7-D8C29B49EBC1}">
      <dgm:prSet/>
      <dgm:spPr/>
      <dgm:t>
        <a:bodyPr/>
        <a:lstStyle/>
        <a:p>
          <a:endParaRPr lang="en-US"/>
        </a:p>
      </dgm:t>
    </dgm:pt>
    <dgm:pt modelId="{4D1B5417-BD51-472F-A66F-4EADBB6FEF50}">
      <dgm:prSet phldrT="[Text]"/>
      <dgm:spPr/>
      <dgm:t>
        <a:bodyPr/>
        <a:lstStyle/>
        <a:p>
          <a:r>
            <a:rPr lang="en-US" dirty="0"/>
            <a:t>10</a:t>
          </a:r>
        </a:p>
      </dgm:t>
    </dgm:pt>
    <dgm:pt modelId="{098CD31D-163C-4E9F-A9C0-A75975CC9D76}" type="parTrans" cxnId="{171391A0-5780-4B4D-9EB9-0B8279FF21C9}">
      <dgm:prSet/>
      <dgm:spPr/>
      <dgm:t>
        <a:bodyPr/>
        <a:lstStyle/>
        <a:p>
          <a:endParaRPr lang="en-US"/>
        </a:p>
      </dgm:t>
    </dgm:pt>
    <dgm:pt modelId="{B41A0DD5-3226-4B78-BC8E-C1CBE3A6BA3E}" type="sibTrans" cxnId="{171391A0-5780-4B4D-9EB9-0B8279FF21C9}">
      <dgm:prSet/>
      <dgm:spPr/>
      <dgm:t>
        <a:bodyPr/>
        <a:lstStyle/>
        <a:p>
          <a:endParaRPr lang="en-US"/>
        </a:p>
      </dgm:t>
    </dgm:pt>
    <dgm:pt modelId="{7A9D31ED-2194-4161-BE4B-662A554F1E7C}">
      <dgm:prSet phldrT="[Text]"/>
      <dgm:spPr/>
      <dgm:t>
        <a:bodyPr/>
        <a:lstStyle/>
        <a:p>
          <a:r>
            <a:rPr lang="en-US" dirty="0"/>
            <a:t>Ink Jet Refill</a:t>
          </a:r>
        </a:p>
      </dgm:t>
    </dgm:pt>
    <dgm:pt modelId="{4AAB876B-86B5-4BA8-BFF7-BF24B6C20E11}" type="parTrans" cxnId="{519ABB29-380A-4B68-8289-17D45DB8F57B}">
      <dgm:prSet/>
      <dgm:spPr/>
      <dgm:t>
        <a:bodyPr/>
        <a:lstStyle/>
        <a:p>
          <a:endParaRPr lang="en-US"/>
        </a:p>
      </dgm:t>
    </dgm:pt>
    <dgm:pt modelId="{508E142B-3704-4B2A-8791-40EAE8606FB3}" type="sibTrans" cxnId="{519ABB29-380A-4B68-8289-17D45DB8F57B}">
      <dgm:prSet/>
      <dgm:spPr/>
      <dgm:t>
        <a:bodyPr/>
        <a:lstStyle/>
        <a:p>
          <a:endParaRPr lang="en-US"/>
        </a:p>
      </dgm:t>
    </dgm:pt>
    <dgm:pt modelId="{44ED0E1E-3F87-40FF-A295-60FFA501AD26}">
      <dgm:prSet phldrT="[Text]"/>
      <dgm:spPr/>
      <dgm:t>
        <a:bodyPr/>
        <a:lstStyle/>
        <a:p>
          <a:r>
            <a:rPr lang="en-US" dirty="0"/>
            <a:t>29.95</a:t>
          </a:r>
        </a:p>
      </dgm:t>
    </dgm:pt>
    <dgm:pt modelId="{5EB6FB69-536D-42C9-999E-07FC78F6DAD6}" type="parTrans" cxnId="{1BA5F172-1671-4753-BD9D-25709712412F}">
      <dgm:prSet/>
      <dgm:spPr/>
      <dgm:t>
        <a:bodyPr/>
        <a:lstStyle/>
        <a:p>
          <a:endParaRPr lang="en-US"/>
        </a:p>
      </dgm:t>
    </dgm:pt>
    <dgm:pt modelId="{D0F53AE8-2997-49CA-9728-B3287B2AEDFE}" type="sibTrans" cxnId="{1BA5F172-1671-4753-BD9D-25709712412F}">
      <dgm:prSet/>
      <dgm:spPr/>
      <dgm:t>
        <a:bodyPr/>
        <a:lstStyle/>
        <a:p>
          <a:endParaRPr lang="en-US"/>
        </a:p>
      </dgm:t>
    </dgm:pt>
    <dgm:pt modelId="{184BD3A1-0DBF-4D0D-9F74-89948692C629}">
      <dgm:prSet phldrT="[Text]"/>
      <dgm:spPr/>
      <dgm:t>
        <a:bodyPr/>
        <a:lstStyle/>
        <a:p>
          <a:r>
            <a:rPr lang="en-US" dirty="0"/>
            <a:t>8</a:t>
          </a:r>
        </a:p>
      </dgm:t>
    </dgm:pt>
    <dgm:pt modelId="{9BF3AD8F-A2B7-4DFF-9220-DBB54E28D2C5}" type="parTrans" cxnId="{451F5F63-5BFF-4E22-BCCB-07A73E6B70D2}">
      <dgm:prSet/>
      <dgm:spPr/>
      <dgm:t>
        <a:bodyPr/>
        <a:lstStyle/>
        <a:p>
          <a:endParaRPr lang="en-US"/>
        </a:p>
      </dgm:t>
    </dgm:pt>
    <dgm:pt modelId="{524FDE77-E19A-4589-B4B9-88B12D39D8AB}" type="sibTrans" cxnId="{451F5F63-5BFF-4E22-BCCB-07A73E6B70D2}">
      <dgm:prSet/>
      <dgm:spPr/>
      <dgm:t>
        <a:bodyPr/>
        <a:lstStyle/>
        <a:p>
          <a:endParaRPr lang="en-US"/>
        </a:p>
      </dgm:t>
    </dgm:pt>
    <dgm:pt modelId="{94BEF724-0592-404E-A1C8-6C72A1C58C94}" type="pres">
      <dgm:prSet presAssocID="{52D91EC2-FD99-4DD2-8A4E-4119A499124D}" presName="diagram" presStyleCnt="0">
        <dgm:presLayoutVars>
          <dgm:chPref val="1"/>
          <dgm:dir/>
          <dgm:animOne val="branch"/>
          <dgm:animLvl val="lvl"/>
          <dgm:resizeHandles val="exact"/>
        </dgm:presLayoutVars>
      </dgm:prSet>
      <dgm:spPr/>
    </dgm:pt>
    <dgm:pt modelId="{9197A4E0-8938-45E4-ABF5-5CE713275E50}" type="pres">
      <dgm:prSet presAssocID="{9D001A31-5FF2-47C4-BEFB-0CD4865B9F4B}" presName="root1" presStyleCnt="0"/>
      <dgm:spPr/>
    </dgm:pt>
    <dgm:pt modelId="{6AF24ED8-0B8A-43A5-AA22-AABE53BC48C6}" type="pres">
      <dgm:prSet presAssocID="{9D001A31-5FF2-47C4-BEFB-0CD4865B9F4B}" presName="LevelOneTextNode" presStyleLbl="node0" presStyleIdx="0" presStyleCnt="1">
        <dgm:presLayoutVars>
          <dgm:chPref val="3"/>
        </dgm:presLayoutVars>
      </dgm:prSet>
      <dgm:spPr/>
    </dgm:pt>
    <dgm:pt modelId="{C70B229D-9000-4255-8A66-753005A05D6A}" type="pres">
      <dgm:prSet presAssocID="{9D001A31-5FF2-47C4-BEFB-0CD4865B9F4B}" presName="level2hierChild" presStyleCnt="0"/>
      <dgm:spPr/>
    </dgm:pt>
    <dgm:pt modelId="{E2F51CB5-29C9-4484-9390-6489AC23E886}" type="pres">
      <dgm:prSet presAssocID="{E068BFC3-63EF-444A-9B0E-2EA1A9578DEA}" presName="conn2-1" presStyleLbl="parChTrans1D2" presStyleIdx="0" presStyleCnt="2"/>
      <dgm:spPr/>
    </dgm:pt>
    <dgm:pt modelId="{81C195C9-6C73-439A-B669-264DFAF78569}" type="pres">
      <dgm:prSet presAssocID="{E068BFC3-63EF-444A-9B0E-2EA1A9578DEA}" presName="connTx" presStyleLbl="parChTrans1D2" presStyleIdx="0" presStyleCnt="2"/>
      <dgm:spPr/>
    </dgm:pt>
    <dgm:pt modelId="{2E182A37-F8D1-41E1-B92D-891B0FE7306D}" type="pres">
      <dgm:prSet presAssocID="{0F1CAC59-8C34-440F-9C15-A21D92375358}" presName="root2" presStyleCnt="0"/>
      <dgm:spPr/>
    </dgm:pt>
    <dgm:pt modelId="{9F907E21-2C27-48BE-9675-DAA3F154F3C7}" type="pres">
      <dgm:prSet presAssocID="{0F1CAC59-8C34-440F-9C15-A21D92375358}" presName="LevelTwoTextNode" presStyleLbl="node2" presStyleIdx="0" presStyleCnt="2">
        <dgm:presLayoutVars>
          <dgm:chPref val="3"/>
        </dgm:presLayoutVars>
      </dgm:prSet>
      <dgm:spPr/>
    </dgm:pt>
    <dgm:pt modelId="{2F9C265F-F859-495A-909C-F562EE0B8973}" type="pres">
      <dgm:prSet presAssocID="{0F1CAC59-8C34-440F-9C15-A21D92375358}" presName="level3hierChild" presStyleCnt="0"/>
      <dgm:spPr/>
    </dgm:pt>
    <dgm:pt modelId="{A34A0074-50A2-4BAD-A5BE-BC030552DA10}" type="pres">
      <dgm:prSet presAssocID="{C01F516E-0CA0-482A-8640-87379BA88B34}" presName="conn2-1" presStyleLbl="parChTrans1D3" presStyleIdx="0" presStyleCnt="4"/>
      <dgm:spPr/>
    </dgm:pt>
    <dgm:pt modelId="{5C483B9A-3360-4162-BE06-81E562ED2561}" type="pres">
      <dgm:prSet presAssocID="{C01F516E-0CA0-482A-8640-87379BA88B34}" presName="connTx" presStyleLbl="parChTrans1D3" presStyleIdx="0" presStyleCnt="4"/>
      <dgm:spPr/>
    </dgm:pt>
    <dgm:pt modelId="{EB209AC2-8C12-4B77-8BD9-F6D388502B98}" type="pres">
      <dgm:prSet presAssocID="{DAD7B0D0-D151-48C9-9034-C5633BECF19F}" presName="root2" presStyleCnt="0"/>
      <dgm:spPr/>
    </dgm:pt>
    <dgm:pt modelId="{E78237B8-8CEF-4C86-ABD2-7DDB6AB05F03}" type="pres">
      <dgm:prSet presAssocID="{DAD7B0D0-D151-48C9-9034-C5633BECF19F}" presName="LevelTwoTextNode" presStyleLbl="node3" presStyleIdx="0" presStyleCnt="4">
        <dgm:presLayoutVars>
          <dgm:chPref val="3"/>
        </dgm:presLayoutVars>
      </dgm:prSet>
      <dgm:spPr/>
    </dgm:pt>
    <dgm:pt modelId="{2EB1D35E-D708-49BD-BFD4-B1462445ABC3}" type="pres">
      <dgm:prSet presAssocID="{DAD7B0D0-D151-48C9-9034-C5633BECF19F}" presName="level3hierChild" presStyleCnt="0"/>
      <dgm:spPr/>
    </dgm:pt>
    <dgm:pt modelId="{631B9DB0-3FB2-4362-9EC5-419811C49497}" type="pres">
      <dgm:prSet presAssocID="{2C76DFB1-B549-4C5F-A730-4FF76F9076A8}" presName="conn2-1" presStyleLbl="parChTrans1D4" presStyleIdx="0" presStyleCnt="10"/>
      <dgm:spPr/>
    </dgm:pt>
    <dgm:pt modelId="{043219BA-D5D9-4271-A12F-7A521562F949}" type="pres">
      <dgm:prSet presAssocID="{2C76DFB1-B549-4C5F-A730-4FF76F9076A8}" presName="connTx" presStyleLbl="parChTrans1D4" presStyleIdx="0" presStyleCnt="10"/>
      <dgm:spPr/>
    </dgm:pt>
    <dgm:pt modelId="{C46EDD85-74B8-4539-A529-2D1EF40B7F05}" type="pres">
      <dgm:prSet presAssocID="{76146321-E400-43AC-9D55-F469DCF78859}" presName="root2" presStyleCnt="0"/>
      <dgm:spPr/>
    </dgm:pt>
    <dgm:pt modelId="{B1958EB5-6FBD-47E1-830C-CFB8006FFBF0}" type="pres">
      <dgm:prSet presAssocID="{76146321-E400-43AC-9D55-F469DCF78859}" presName="LevelTwoTextNode" presStyleLbl="node4" presStyleIdx="0" presStyleCnt="10">
        <dgm:presLayoutVars>
          <dgm:chPref val="3"/>
        </dgm:presLayoutVars>
      </dgm:prSet>
      <dgm:spPr/>
    </dgm:pt>
    <dgm:pt modelId="{7A817291-A83E-41C5-BA01-C049754AB9DF}" type="pres">
      <dgm:prSet presAssocID="{76146321-E400-43AC-9D55-F469DCF78859}" presName="level3hierChild" presStyleCnt="0"/>
      <dgm:spPr/>
    </dgm:pt>
    <dgm:pt modelId="{76051F0E-D3D0-4C90-A02E-9DD32D00D19F}" type="pres">
      <dgm:prSet presAssocID="{4AAB876B-86B5-4BA8-BFF7-BF24B6C20E11}" presName="conn2-1" presStyleLbl="parChTrans1D4" presStyleIdx="1" presStyleCnt="10"/>
      <dgm:spPr/>
    </dgm:pt>
    <dgm:pt modelId="{0494AABB-7457-4290-82ED-AACC3D2BED91}" type="pres">
      <dgm:prSet presAssocID="{4AAB876B-86B5-4BA8-BFF7-BF24B6C20E11}" presName="connTx" presStyleLbl="parChTrans1D4" presStyleIdx="1" presStyleCnt="10"/>
      <dgm:spPr/>
    </dgm:pt>
    <dgm:pt modelId="{F4942B82-E5AF-47DC-A182-739486322952}" type="pres">
      <dgm:prSet presAssocID="{7A9D31ED-2194-4161-BE4B-662A554F1E7C}" presName="root2" presStyleCnt="0"/>
      <dgm:spPr/>
    </dgm:pt>
    <dgm:pt modelId="{F591980B-A5C7-4519-82EB-21654BA10CC4}" type="pres">
      <dgm:prSet presAssocID="{7A9D31ED-2194-4161-BE4B-662A554F1E7C}" presName="LevelTwoTextNode" presStyleLbl="node4" presStyleIdx="1" presStyleCnt="10">
        <dgm:presLayoutVars>
          <dgm:chPref val="3"/>
        </dgm:presLayoutVars>
      </dgm:prSet>
      <dgm:spPr/>
    </dgm:pt>
    <dgm:pt modelId="{2FE5FFC8-7E9D-4009-80C7-1564575F7CB2}" type="pres">
      <dgm:prSet presAssocID="{7A9D31ED-2194-4161-BE4B-662A554F1E7C}" presName="level3hierChild" presStyleCnt="0"/>
      <dgm:spPr/>
    </dgm:pt>
    <dgm:pt modelId="{C43FF4C0-4923-47F6-A154-06544EC9DB1E}" type="pres">
      <dgm:prSet presAssocID="{22267AA6-9C8D-44DF-A73B-4C97ADC5C04D}" presName="conn2-1" presStyleLbl="parChTrans1D4" presStyleIdx="2" presStyleCnt="10"/>
      <dgm:spPr/>
    </dgm:pt>
    <dgm:pt modelId="{B89724A9-DF35-4790-B330-A199665EF0D0}" type="pres">
      <dgm:prSet presAssocID="{22267AA6-9C8D-44DF-A73B-4C97ADC5C04D}" presName="connTx" presStyleLbl="parChTrans1D4" presStyleIdx="2" presStyleCnt="10"/>
      <dgm:spPr/>
    </dgm:pt>
    <dgm:pt modelId="{83912B5E-9CEC-48B2-A93D-C188CCA3CB58}" type="pres">
      <dgm:prSet presAssocID="{AA93FC7C-60A1-40AF-9A53-3A781E38429B}" presName="root2" presStyleCnt="0"/>
      <dgm:spPr/>
    </dgm:pt>
    <dgm:pt modelId="{33CCF843-C473-4339-90D9-97780C154942}" type="pres">
      <dgm:prSet presAssocID="{AA93FC7C-60A1-40AF-9A53-3A781E38429B}" presName="LevelTwoTextNode" presStyleLbl="node4" presStyleIdx="2" presStyleCnt="10">
        <dgm:presLayoutVars>
          <dgm:chPref val="3"/>
        </dgm:presLayoutVars>
      </dgm:prSet>
      <dgm:spPr/>
    </dgm:pt>
    <dgm:pt modelId="{BB3E2C30-A6D3-4889-902B-4EA4680A181D}" type="pres">
      <dgm:prSet presAssocID="{AA93FC7C-60A1-40AF-9A53-3A781E38429B}" presName="level3hierChild" presStyleCnt="0"/>
      <dgm:spPr/>
    </dgm:pt>
    <dgm:pt modelId="{4A7F0A13-C592-46FA-9AC0-BB3F4CD9D942}" type="pres">
      <dgm:prSet presAssocID="{5EB6FB69-536D-42C9-999E-07FC78F6DAD6}" presName="conn2-1" presStyleLbl="parChTrans1D4" presStyleIdx="3" presStyleCnt="10"/>
      <dgm:spPr/>
    </dgm:pt>
    <dgm:pt modelId="{77B0C3CE-73A7-456A-BBD4-694AD64356B4}" type="pres">
      <dgm:prSet presAssocID="{5EB6FB69-536D-42C9-999E-07FC78F6DAD6}" presName="connTx" presStyleLbl="parChTrans1D4" presStyleIdx="3" presStyleCnt="10"/>
      <dgm:spPr/>
    </dgm:pt>
    <dgm:pt modelId="{860F5D21-1625-4830-A877-CE33581787FD}" type="pres">
      <dgm:prSet presAssocID="{44ED0E1E-3F87-40FF-A295-60FFA501AD26}" presName="root2" presStyleCnt="0"/>
      <dgm:spPr/>
    </dgm:pt>
    <dgm:pt modelId="{DDF768B8-AC71-4EF1-B664-A4A87F56B4AA}" type="pres">
      <dgm:prSet presAssocID="{44ED0E1E-3F87-40FF-A295-60FFA501AD26}" presName="LevelTwoTextNode" presStyleLbl="node4" presStyleIdx="3" presStyleCnt="10">
        <dgm:presLayoutVars>
          <dgm:chPref val="3"/>
        </dgm:presLayoutVars>
      </dgm:prSet>
      <dgm:spPr/>
    </dgm:pt>
    <dgm:pt modelId="{41DECB0A-514E-4F32-915D-0F7FFBFC98BA}" type="pres">
      <dgm:prSet presAssocID="{44ED0E1E-3F87-40FF-A295-60FFA501AD26}" presName="level3hierChild" presStyleCnt="0"/>
      <dgm:spPr/>
    </dgm:pt>
    <dgm:pt modelId="{41DDEE6B-6454-4F1B-BCD0-1D020D699779}" type="pres">
      <dgm:prSet presAssocID="{2D555692-6565-42E1-B78E-2EA50719E64A}" presName="conn2-1" presStyleLbl="parChTrans1D3" presStyleIdx="1" presStyleCnt="4"/>
      <dgm:spPr/>
    </dgm:pt>
    <dgm:pt modelId="{8FEF3F95-8EDF-4111-ADB1-B1C4B074D024}" type="pres">
      <dgm:prSet presAssocID="{2D555692-6565-42E1-B78E-2EA50719E64A}" presName="connTx" presStyleLbl="parChTrans1D3" presStyleIdx="1" presStyleCnt="4"/>
      <dgm:spPr/>
    </dgm:pt>
    <dgm:pt modelId="{72533C6A-6EEC-4C1C-961D-6C2FFB4831CA}" type="pres">
      <dgm:prSet presAssocID="{24BE358B-389D-43E0-B756-30B5E2AE7A93}" presName="root2" presStyleCnt="0"/>
      <dgm:spPr/>
    </dgm:pt>
    <dgm:pt modelId="{79C61CE4-91E0-4173-935B-B66EFD075413}" type="pres">
      <dgm:prSet presAssocID="{24BE358B-389D-43E0-B756-30B5E2AE7A93}" presName="LevelTwoTextNode" presStyleLbl="node3" presStyleIdx="1" presStyleCnt="4">
        <dgm:presLayoutVars>
          <dgm:chPref val="3"/>
        </dgm:presLayoutVars>
      </dgm:prSet>
      <dgm:spPr/>
    </dgm:pt>
    <dgm:pt modelId="{9C93ABF7-CF64-4969-9083-68FC4F241062}" type="pres">
      <dgm:prSet presAssocID="{24BE358B-389D-43E0-B756-30B5E2AE7A93}" presName="level3hierChild" presStyleCnt="0"/>
      <dgm:spPr/>
    </dgm:pt>
    <dgm:pt modelId="{8B1CDAF4-6B47-498C-A3D3-D00F84C33A60}" type="pres">
      <dgm:prSet presAssocID="{9BF3AD8F-A2B7-4DFF-9220-DBB54E28D2C5}" presName="conn2-1" presStyleLbl="parChTrans1D4" presStyleIdx="4" presStyleCnt="10"/>
      <dgm:spPr/>
    </dgm:pt>
    <dgm:pt modelId="{B2887A33-EACF-4EAD-ABDA-79B29D22E5CD}" type="pres">
      <dgm:prSet presAssocID="{9BF3AD8F-A2B7-4DFF-9220-DBB54E28D2C5}" presName="connTx" presStyleLbl="parChTrans1D4" presStyleIdx="4" presStyleCnt="10"/>
      <dgm:spPr/>
    </dgm:pt>
    <dgm:pt modelId="{FB084439-E2FB-4E21-BDE7-588996CD1978}" type="pres">
      <dgm:prSet presAssocID="{184BD3A1-0DBF-4D0D-9F74-89948692C629}" presName="root2" presStyleCnt="0"/>
      <dgm:spPr/>
    </dgm:pt>
    <dgm:pt modelId="{0D414D3A-E434-4B57-8CA3-871EAFAE720B}" type="pres">
      <dgm:prSet presAssocID="{184BD3A1-0DBF-4D0D-9F74-89948692C629}" presName="LevelTwoTextNode" presStyleLbl="node4" presStyleIdx="4" presStyleCnt="10">
        <dgm:presLayoutVars>
          <dgm:chPref val="3"/>
        </dgm:presLayoutVars>
      </dgm:prSet>
      <dgm:spPr/>
    </dgm:pt>
    <dgm:pt modelId="{F2909B62-38EB-43A5-9CED-5441ECA316FE}" type="pres">
      <dgm:prSet presAssocID="{184BD3A1-0DBF-4D0D-9F74-89948692C629}" presName="level3hierChild" presStyleCnt="0"/>
      <dgm:spPr/>
    </dgm:pt>
    <dgm:pt modelId="{20B6E78F-6463-433D-A780-177C8605B0AC}" type="pres">
      <dgm:prSet presAssocID="{0131EB98-A0F6-4343-8F56-0F631E8217E0}" presName="conn2-1" presStyleLbl="parChTrans1D2" presStyleIdx="1" presStyleCnt="2"/>
      <dgm:spPr/>
    </dgm:pt>
    <dgm:pt modelId="{EA7DEAE3-8A70-405A-90C8-61B4D6547A62}" type="pres">
      <dgm:prSet presAssocID="{0131EB98-A0F6-4343-8F56-0F631E8217E0}" presName="connTx" presStyleLbl="parChTrans1D2" presStyleIdx="1" presStyleCnt="2"/>
      <dgm:spPr/>
    </dgm:pt>
    <dgm:pt modelId="{7C216A23-AACF-4915-AA09-77CC6439FCB4}" type="pres">
      <dgm:prSet presAssocID="{3E633B72-4DEF-4719-A5C6-59010B3CD78E}" presName="root2" presStyleCnt="0"/>
      <dgm:spPr/>
    </dgm:pt>
    <dgm:pt modelId="{4AB76E73-FD37-4BCB-91F0-E14EEA280DD0}" type="pres">
      <dgm:prSet presAssocID="{3E633B72-4DEF-4719-A5C6-59010B3CD78E}" presName="LevelTwoTextNode" presStyleLbl="node2" presStyleIdx="1" presStyleCnt="2">
        <dgm:presLayoutVars>
          <dgm:chPref val="3"/>
        </dgm:presLayoutVars>
      </dgm:prSet>
      <dgm:spPr/>
    </dgm:pt>
    <dgm:pt modelId="{8BF8FDD8-1FAC-41C8-9BDA-CB09A87C5225}" type="pres">
      <dgm:prSet presAssocID="{3E633B72-4DEF-4719-A5C6-59010B3CD78E}" presName="level3hierChild" presStyleCnt="0"/>
      <dgm:spPr/>
    </dgm:pt>
    <dgm:pt modelId="{80405139-CAD6-4BB9-AB3C-F2C01A16173E}" type="pres">
      <dgm:prSet presAssocID="{473D548F-4760-4CA7-9C6E-F88B6FFE2F1F}" presName="conn2-1" presStyleLbl="parChTrans1D3" presStyleIdx="2" presStyleCnt="4"/>
      <dgm:spPr/>
    </dgm:pt>
    <dgm:pt modelId="{77A5E1B6-D83B-4268-A587-46C674539744}" type="pres">
      <dgm:prSet presAssocID="{473D548F-4760-4CA7-9C6E-F88B6FFE2F1F}" presName="connTx" presStyleLbl="parChTrans1D3" presStyleIdx="2" presStyleCnt="4"/>
      <dgm:spPr/>
    </dgm:pt>
    <dgm:pt modelId="{F0DA2771-0803-4CE3-85C4-553D788C69A0}" type="pres">
      <dgm:prSet presAssocID="{8809FA99-33ED-4028-8588-AE510462E8FD}" presName="root2" presStyleCnt="0"/>
      <dgm:spPr/>
    </dgm:pt>
    <dgm:pt modelId="{53FCDF1F-4712-48ED-9883-AB8B2E14F629}" type="pres">
      <dgm:prSet presAssocID="{8809FA99-33ED-4028-8588-AE510462E8FD}" presName="LevelTwoTextNode" presStyleLbl="node3" presStyleIdx="2" presStyleCnt="4">
        <dgm:presLayoutVars>
          <dgm:chPref val="3"/>
        </dgm:presLayoutVars>
      </dgm:prSet>
      <dgm:spPr/>
    </dgm:pt>
    <dgm:pt modelId="{0CB72ED4-1D18-4499-90AB-52194E34F156}" type="pres">
      <dgm:prSet presAssocID="{8809FA99-33ED-4028-8588-AE510462E8FD}" presName="level3hierChild" presStyleCnt="0"/>
      <dgm:spPr/>
    </dgm:pt>
    <dgm:pt modelId="{D6BC4544-A128-493C-B48F-A69D47332B0F}" type="pres">
      <dgm:prSet presAssocID="{47704A63-8182-4301-A1FA-59CE60E97E7E}" presName="conn2-1" presStyleLbl="parChTrans1D4" presStyleIdx="5" presStyleCnt="10"/>
      <dgm:spPr/>
    </dgm:pt>
    <dgm:pt modelId="{6B22FE9A-821E-459D-A9EF-18C6B92B8EF9}" type="pres">
      <dgm:prSet presAssocID="{47704A63-8182-4301-A1FA-59CE60E97E7E}" presName="connTx" presStyleLbl="parChTrans1D4" presStyleIdx="5" presStyleCnt="10"/>
      <dgm:spPr/>
    </dgm:pt>
    <dgm:pt modelId="{D8787A5F-D510-4565-8182-D4FC31AC6FEB}" type="pres">
      <dgm:prSet presAssocID="{900E5103-AFA5-4527-909F-22CB9BB591EA}" presName="root2" presStyleCnt="0"/>
      <dgm:spPr/>
    </dgm:pt>
    <dgm:pt modelId="{79DCCD26-8FE6-40FB-8E8B-9F563DD5D74C}" type="pres">
      <dgm:prSet presAssocID="{900E5103-AFA5-4527-909F-22CB9BB591EA}" presName="LevelTwoTextNode" presStyleLbl="node4" presStyleIdx="5" presStyleCnt="10">
        <dgm:presLayoutVars>
          <dgm:chPref val="3"/>
        </dgm:presLayoutVars>
      </dgm:prSet>
      <dgm:spPr/>
    </dgm:pt>
    <dgm:pt modelId="{2246A190-B1D1-4A49-AB69-C63F65A75853}" type="pres">
      <dgm:prSet presAssocID="{900E5103-AFA5-4527-909F-22CB9BB591EA}" presName="level3hierChild" presStyleCnt="0"/>
      <dgm:spPr/>
    </dgm:pt>
    <dgm:pt modelId="{6B8D5B8C-D7CE-4BB8-8B27-7DC6DFADD82D}" type="pres">
      <dgm:prSet presAssocID="{57FC2A24-42A9-43D3-BDB0-B0315B9EF407}" presName="conn2-1" presStyleLbl="parChTrans1D4" presStyleIdx="6" presStyleCnt="10"/>
      <dgm:spPr/>
    </dgm:pt>
    <dgm:pt modelId="{6682302D-CDE3-4500-BC32-234E40947C74}" type="pres">
      <dgm:prSet presAssocID="{57FC2A24-42A9-43D3-BDB0-B0315B9EF407}" presName="connTx" presStyleLbl="parChTrans1D4" presStyleIdx="6" presStyleCnt="10"/>
      <dgm:spPr/>
    </dgm:pt>
    <dgm:pt modelId="{8C17C8AF-F811-4B5A-A696-621BD1FDC5AE}" type="pres">
      <dgm:prSet presAssocID="{81D8F7DB-A908-4F1D-9F40-FE19106AE74F}" presName="root2" presStyleCnt="0"/>
      <dgm:spPr/>
    </dgm:pt>
    <dgm:pt modelId="{D0825D4D-BC1B-4B24-B906-3592FDFD0A11}" type="pres">
      <dgm:prSet presAssocID="{81D8F7DB-A908-4F1D-9F40-FE19106AE74F}" presName="LevelTwoTextNode" presStyleLbl="node4" presStyleIdx="6" presStyleCnt="10">
        <dgm:presLayoutVars>
          <dgm:chPref val="3"/>
        </dgm:presLayoutVars>
      </dgm:prSet>
      <dgm:spPr/>
    </dgm:pt>
    <dgm:pt modelId="{A6439D8A-D8DA-406F-A3DA-803BC295626F}" type="pres">
      <dgm:prSet presAssocID="{81D8F7DB-A908-4F1D-9F40-FE19106AE74F}" presName="level3hierChild" presStyleCnt="0"/>
      <dgm:spPr/>
    </dgm:pt>
    <dgm:pt modelId="{E8026277-4B12-4A44-B68F-D97D2411D551}" type="pres">
      <dgm:prSet presAssocID="{03A3BBEC-6A7D-4731-8AE4-3F6DF9360872}" presName="conn2-1" presStyleLbl="parChTrans1D4" presStyleIdx="7" presStyleCnt="10"/>
      <dgm:spPr/>
    </dgm:pt>
    <dgm:pt modelId="{B95FB4B7-29D3-4E2B-B2E9-2970608FF5DE}" type="pres">
      <dgm:prSet presAssocID="{03A3BBEC-6A7D-4731-8AE4-3F6DF9360872}" presName="connTx" presStyleLbl="parChTrans1D4" presStyleIdx="7" presStyleCnt="10"/>
      <dgm:spPr/>
    </dgm:pt>
    <dgm:pt modelId="{715AC70B-85FF-4A4F-97D9-C4B555460402}" type="pres">
      <dgm:prSet presAssocID="{0E5F958F-E7ED-4ED5-9A05-07920DF271C8}" presName="root2" presStyleCnt="0"/>
      <dgm:spPr/>
    </dgm:pt>
    <dgm:pt modelId="{8437A54E-E07B-45AA-B908-9CF87FAAF59F}" type="pres">
      <dgm:prSet presAssocID="{0E5F958F-E7ED-4ED5-9A05-07920DF271C8}" presName="LevelTwoTextNode" presStyleLbl="node4" presStyleIdx="7" presStyleCnt="10">
        <dgm:presLayoutVars>
          <dgm:chPref val="3"/>
        </dgm:presLayoutVars>
      </dgm:prSet>
      <dgm:spPr/>
    </dgm:pt>
    <dgm:pt modelId="{2D66E35B-616E-49B1-A382-5B183BCA6A72}" type="pres">
      <dgm:prSet presAssocID="{0E5F958F-E7ED-4ED5-9A05-07920DF271C8}" presName="level3hierChild" presStyleCnt="0"/>
      <dgm:spPr/>
    </dgm:pt>
    <dgm:pt modelId="{7C6EC673-5A58-41FF-BA96-1036419C51F4}" type="pres">
      <dgm:prSet presAssocID="{73EE21E4-1942-4748-B7C2-61D80D3D4D47}" presName="conn2-1" presStyleLbl="parChTrans1D4" presStyleIdx="8" presStyleCnt="10"/>
      <dgm:spPr/>
    </dgm:pt>
    <dgm:pt modelId="{824B5F6B-4E5A-45B4-9E4B-7D953AF980EF}" type="pres">
      <dgm:prSet presAssocID="{73EE21E4-1942-4748-B7C2-61D80D3D4D47}" presName="connTx" presStyleLbl="parChTrans1D4" presStyleIdx="8" presStyleCnt="10"/>
      <dgm:spPr/>
    </dgm:pt>
    <dgm:pt modelId="{4CDDF2CB-D734-48DE-B363-482C3B432F52}" type="pres">
      <dgm:prSet presAssocID="{8F7F0A65-E8E5-4965-9C91-E2415B03998E}" presName="root2" presStyleCnt="0"/>
      <dgm:spPr/>
    </dgm:pt>
    <dgm:pt modelId="{F351EDD3-19A2-4465-AEA7-F64F548148B5}" type="pres">
      <dgm:prSet presAssocID="{8F7F0A65-E8E5-4965-9C91-E2415B03998E}" presName="LevelTwoTextNode" presStyleLbl="node4" presStyleIdx="8" presStyleCnt="10">
        <dgm:presLayoutVars>
          <dgm:chPref val="3"/>
        </dgm:presLayoutVars>
      </dgm:prSet>
      <dgm:spPr/>
    </dgm:pt>
    <dgm:pt modelId="{3E0FC295-BCE2-4F46-B363-4AEAF1BF244E}" type="pres">
      <dgm:prSet presAssocID="{8F7F0A65-E8E5-4965-9C91-E2415B03998E}" presName="level3hierChild" presStyleCnt="0"/>
      <dgm:spPr/>
    </dgm:pt>
    <dgm:pt modelId="{232E4170-22E5-4890-854C-B32C94F8737F}" type="pres">
      <dgm:prSet presAssocID="{D47A5805-1A5F-48EC-8F20-DDBE8AF282F8}" presName="conn2-1" presStyleLbl="parChTrans1D3" presStyleIdx="3" presStyleCnt="4"/>
      <dgm:spPr/>
    </dgm:pt>
    <dgm:pt modelId="{F5A0FFC3-1C02-4751-87CF-090E517116EF}" type="pres">
      <dgm:prSet presAssocID="{D47A5805-1A5F-48EC-8F20-DDBE8AF282F8}" presName="connTx" presStyleLbl="parChTrans1D3" presStyleIdx="3" presStyleCnt="4"/>
      <dgm:spPr/>
    </dgm:pt>
    <dgm:pt modelId="{BDA9E6A1-D366-4288-B0CC-B8F48E2DBBDE}" type="pres">
      <dgm:prSet presAssocID="{25DEA1DF-7622-4474-9765-E8D2E33A7EBA}" presName="root2" presStyleCnt="0"/>
      <dgm:spPr/>
    </dgm:pt>
    <dgm:pt modelId="{ED4E7F50-F73D-4D24-919E-DC15B7F9414F}" type="pres">
      <dgm:prSet presAssocID="{25DEA1DF-7622-4474-9765-E8D2E33A7EBA}" presName="LevelTwoTextNode" presStyleLbl="node3" presStyleIdx="3" presStyleCnt="4">
        <dgm:presLayoutVars>
          <dgm:chPref val="3"/>
        </dgm:presLayoutVars>
      </dgm:prSet>
      <dgm:spPr/>
    </dgm:pt>
    <dgm:pt modelId="{AF95DBA8-971C-4C06-8E36-9B9ED16D5EA6}" type="pres">
      <dgm:prSet presAssocID="{25DEA1DF-7622-4474-9765-E8D2E33A7EBA}" presName="level3hierChild" presStyleCnt="0"/>
      <dgm:spPr/>
    </dgm:pt>
    <dgm:pt modelId="{38EEE5AA-614C-4A1E-8CD7-F9A0BA29C162}" type="pres">
      <dgm:prSet presAssocID="{098CD31D-163C-4E9F-A9C0-A75975CC9D76}" presName="conn2-1" presStyleLbl="parChTrans1D4" presStyleIdx="9" presStyleCnt="10"/>
      <dgm:spPr/>
    </dgm:pt>
    <dgm:pt modelId="{CBA225E5-DD7B-491F-84AB-CFD3D932A245}" type="pres">
      <dgm:prSet presAssocID="{098CD31D-163C-4E9F-A9C0-A75975CC9D76}" presName="connTx" presStyleLbl="parChTrans1D4" presStyleIdx="9" presStyleCnt="10"/>
      <dgm:spPr/>
    </dgm:pt>
    <dgm:pt modelId="{FCA66FE7-9ABF-4D32-B741-B24E4C5FFE2F}" type="pres">
      <dgm:prSet presAssocID="{4D1B5417-BD51-472F-A66F-4EADBB6FEF50}" presName="root2" presStyleCnt="0"/>
      <dgm:spPr/>
    </dgm:pt>
    <dgm:pt modelId="{F24FEADD-92A2-48B1-9198-F3F575D76428}" type="pres">
      <dgm:prSet presAssocID="{4D1B5417-BD51-472F-A66F-4EADBB6FEF50}" presName="LevelTwoTextNode" presStyleLbl="node4" presStyleIdx="9" presStyleCnt="10">
        <dgm:presLayoutVars>
          <dgm:chPref val="3"/>
        </dgm:presLayoutVars>
      </dgm:prSet>
      <dgm:spPr/>
    </dgm:pt>
    <dgm:pt modelId="{E8B6662C-1349-44FC-9BC3-BDD9B52DC9E9}" type="pres">
      <dgm:prSet presAssocID="{4D1B5417-BD51-472F-A66F-4EADBB6FEF50}" presName="level3hierChild" presStyleCnt="0"/>
      <dgm:spPr/>
    </dgm:pt>
  </dgm:ptLst>
  <dgm:cxnLst>
    <dgm:cxn modelId="{BFD8C002-527D-4DF7-B671-582B11A0D863}" type="presOf" srcId="{9D001A31-5FF2-47C4-BEFB-0CD4865B9F4B}" destId="{6AF24ED8-0B8A-43A5-AA22-AABE53BC48C6}" srcOrd="0" destOrd="0" presId="urn:microsoft.com/office/officeart/2005/8/layout/hierarchy2"/>
    <dgm:cxn modelId="{9A9D8205-5ADB-479F-8EA8-70C91F7E065D}" type="presOf" srcId="{0131EB98-A0F6-4343-8F56-0F631E8217E0}" destId="{EA7DEAE3-8A70-405A-90C8-61B4D6547A62}" srcOrd="1" destOrd="0" presId="urn:microsoft.com/office/officeart/2005/8/layout/hierarchy2"/>
    <dgm:cxn modelId="{ED6FAF0D-0BA8-40A8-8350-A37315D59A3B}" type="presOf" srcId="{184BD3A1-0DBF-4D0D-9F74-89948692C629}" destId="{0D414D3A-E434-4B57-8CA3-871EAFAE720B}" srcOrd="0" destOrd="0" presId="urn:microsoft.com/office/officeart/2005/8/layout/hierarchy2"/>
    <dgm:cxn modelId="{5B4C830F-2AD3-4B4F-8B6B-FCCF0BC9679D}" srcId="{8809FA99-33ED-4028-8588-AE510462E8FD}" destId="{900E5103-AFA5-4527-909F-22CB9BB591EA}" srcOrd="0" destOrd="0" parTransId="{47704A63-8182-4301-A1FA-59CE60E97E7E}" sibTransId="{A6C3998D-6B23-424F-812A-5A9EDA1A75B2}"/>
    <dgm:cxn modelId="{7138A819-68ED-45BF-A48D-30506BB7033F}" type="presOf" srcId="{9BF3AD8F-A2B7-4DFF-9220-DBB54E28D2C5}" destId="{8B1CDAF4-6B47-498C-A3D3-D00F84C33A60}" srcOrd="0" destOrd="0" presId="urn:microsoft.com/office/officeart/2005/8/layout/hierarchy2"/>
    <dgm:cxn modelId="{78EF6F1D-4F2F-4165-8246-B10F35EED0F8}" srcId="{900E5103-AFA5-4527-909F-22CB9BB591EA}" destId="{81D8F7DB-A908-4F1D-9F40-FE19106AE74F}" srcOrd="0" destOrd="0" parTransId="{57FC2A24-42A9-43D3-BDB0-B0315B9EF407}" sibTransId="{29C80A1B-F15E-4FA3-98B0-829F46687861}"/>
    <dgm:cxn modelId="{EC0D511D-567B-454E-80C4-FFFFEACBA7F9}" type="presOf" srcId="{25DEA1DF-7622-4474-9765-E8D2E33A7EBA}" destId="{ED4E7F50-F73D-4D24-919E-DC15B7F9414F}" srcOrd="0" destOrd="0" presId="urn:microsoft.com/office/officeart/2005/8/layout/hierarchy2"/>
    <dgm:cxn modelId="{49A32021-FD92-46C5-9A77-26210FB1E246}" type="presOf" srcId="{2D555692-6565-42E1-B78E-2EA50719E64A}" destId="{41DDEE6B-6454-4F1B-BCD0-1D020D699779}" srcOrd="0" destOrd="0" presId="urn:microsoft.com/office/officeart/2005/8/layout/hierarchy2"/>
    <dgm:cxn modelId="{91EFF427-0B40-4DDB-BA78-EBBC692CE5D1}" type="presOf" srcId="{22267AA6-9C8D-44DF-A73B-4C97ADC5C04D}" destId="{C43FF4C0-4923-47F6-A154-06544EC9DB1E}" srcOrd="0" destOrd="0" presId="urn:microsoft.com/office/officeart/2005/8/layout/hierarchy2"/>
    <dgm:cxn modelId="{519ABB29-380A-4B68-8289-17D45DB8F57B}" srcId="{76146321-E400-43AC-9D55-F469DCF78859}" destId="{7A9D31ED-2194-4161-BE4B-662A554F1E7C}" srcOrd="0" destOrd="0" parTransId="{4AAB876B-86B5-4BA8-BFF7-BF24B6C20E11}" sibTransId="{508E142B-3704-4B2A-8791-40EAE8606FB3}"/>
    <dgm:cxn modelId="{8D1BA82D-5312-4671-916B-652CC96D5145}" type="presOf" srcId="{0F1CAC59-8C34-440F-9C15-A21D92375358}" destId="{9F907E21-2C27-48BE-9675-DAA3F154F3C7}" srcOrd="0" destOrd="0" presId="urn:microsoft.com/office/officeart/2005/8/layout/hierarchy2"/>
    <dgm:cxn modelId="{A7E1ED30-95B8-4BF5-B985-2F9A1352516E}" srcId="{3E633B72-4DEF-4719-A5C6-59010B3CD78E}" destId="{8809FA99-33ED-4028-8588-AE510462E8FD}" srcOrd="0" destOrd="0" parTransId="{473D548F-4760-4CA7-9C6E-F88B6FFE2F1F}" sibTransId="{B0D78E2A-14C2-4B9E-B81D-27A6441A28C3}"/>
    <dgm:cxn modelId="{737B2A33-2D47-4E3E-B52F-02DE0E0DF7FD}" type="presOf" srcId="{5EB6FB69-536D-42C9-999E-07FC78F6DAD6}" destId="{4A7F0A13-C592-46FA-9AC0-BB3F4CD9D942}" srcOrd="0" destOrd="0" presId="urn:microsoft.com/office/officeart/2005/8/layout/hierarchy2"/>
    <dgm:cxn modelId="{F1599C36-3AF4-4631-905F-FA685694C389}" type="presOf" srcId="{76146321-E400-43AC-9D55-F469DCF78859}" destId="{B1958EB5-6FBD-47E1-830C-CFB8006FFBF0}" srcOrd="0" destOrd="0" presId="urn:microsoft.com/office/officeart/2005/8/layout/hierarchy2"/>
    <dgm:cxn modelId="{FEE4345B-629E-46BC-AE61-DAE2578002D9}" type="presOf" srcId="{0E5F958F-E7ED-4ED5-9A05-07920DF271C8}" destId="{8437A54E-E07B-45AA-B908-9CF87FAAF59F}" srcOrd="0" destOrd="0" presId="urn:microsoft.com/office/officeart/2005/8/layout/hierarchy2"/>
    <dgm:cxn modelId="{C0C1BF5D-ACFD-4F79-92AD-51651E806707}" srcId="{3E633B72-4DEF-4719-A5C6-59010B3CD78E}" destId="{25DEA1DF-7622-4474-9765-E8D2E33A7EBA}" srcOrd="1" destOrd="0" parTransId="{D47A5805-1A5F-48EC-8F20-DDBE8AF282F8}" sibTransId="{4666B7DC-DBDC-4E8E-A932-BAD63807D00E}"/>
    <dgm:cxn modelId="{B486D060-AFCA-41F3-8E41-B6A55111025B}" type="presOf" srcId="{52D91EC2-FD99-4DD2-8A4E-4119A499124D}" destId="{94BEF724-0592-404E-A1C8-6C72A1C58C94}" srcOrd="0" destOrd="0" presId="urn:microsoft.com/office/officeart/2005/8/layout/hierarchy2"/>
    <dgm:cxn modelId="{FAA21961-CC19-4706-AA85-9F21EC209328}" srcId="{9D001A31-5FF2-47C4-BEFB-0CD4865B9F4B}" destId="{3E633B72-4DEF-4719-A5C6-59010B3CD78E}" srcOrd="1" destOrd="0" parTransId="{0131EB98-A0F6-4343-8F56-0F631E8217E0}" sibTransId="{98488EA6-2EC4-4AFF-834A-327D454F1F92}"/>
    <dgm:cxn modelId="{D24D4B42-BEC5-40D8-B4DB-8FD931DB1506}" type="presOf" srcId="{03A3BBEC-6A7D-4731-8AE4-3F6DF9360872}" destId="{E8026277-4B12-4A44-B68F-D97D2411D551}" srcOrd="0" destOrd="0" presId="urn:microsoft.com/office/officeart/2005/8/layout/hierarchy2"/>
    <dgm:cxn modelId="{451F5F63-5BFF-4E22-BCCB-07A73E6B70D2}" srcId="{24BE358B-389D-43E0-B756-30B5E2AE7A93}" destId="{184BD3A1-0DBF-4D0D-9F74-89948692C629}" srcOrd="0" destOrd="0" parTransId="{9BF3AD8F-A2B7-4DFF-9220-DBB54E28D2C5}" sibTransId="{524FDE77-E19A-4589-B4B9-88B12D39D8AB}"/>
    <dgm:cxn modelId="{6D7F9563-2FE3-4EB8-8CD3-EA6172484F06}" type="presOf" srcId="{900E5103-AFA5-4527-909F-22CB9BB591EA}" destId="{79DCCD26-8FE6-40FB-8E8B-9F563DD5D74C}" srcOrd="0" destOrd="0" presId="urn:microsoft.com/office/officeart/2005/8/layout/hierarchy2"/>
    <dgm:cxn modelId="{E1A86C48-B1C6-477F-B8ED-4319382F0F39}" srcId="{0F1CAC59-8C34-440F-9C15-A21D92375358}" destId="{24BE358B-389D-43E0-B756-30B5E2AE7A93}" srcOrd="1" destOrd="0" parTransId="{2D555692-6565-42E1-B78E-2EA50719E64A}" sibTransId="{12BEB6AF-F7EF-4A2F-B6B5-DABC62ABAB08}"/>
    <dgm:cxn modelId="{19E86D48-7E8A-45CF-BC49-E8F80739B92D}" type="presOf" srcId="{3E633B72-4DEF-4719-A5C6-59010B3CD78E}" destId="{4AB76E73-FD37-4BCB-91F0-E14EEA280DD0}" srcOrd="0" destOrd="0" presId="urn:microsoft.com/office/officeart/2005/8/layout/hierarchy2"/>
    <dgm:cxn modelId="{545C3749-4AB9-4F03-BE3A-161472183FAB}" type="presOf" srcId="{4AAB876B-86B5-4BA8-BFF7-BF24B6C20E11}" destId="{76051F0E-D3D0-4C90-A02E-9DD32D00D19F}" srcOrd="0" destOrd="0" presId="urn:microsoft.com/office/officeart/2005/8/layout/hierarchy2"/>
    <dgm:cxn modelId="{DA07416B-52E0-4A21-9010-AF3E65E17C90}" type="presOf" srcId="{473D548F-4760-4CA7-9C6E-F88B6FFE2F1F}" destId="{80405139-CAD6-4BB9-AB3C-F2C01A16173E}" srcOrd="0" destOrd="0" presId="urn:microsoft.com/office/officeart/2005/8/layout/hierarchy2"/>
    <dgm:cxn modelId="{C9CBE24B-4AF0-4428-973B-A8AA57D5E22A}" srcId="{DAD7B0D0-D151-48C9-9034-C5633BECF19F}" destId="{76146321-E400-43AC-9D55-F469DCF78859}" srcOrd="0" destOrd="0" parTransId="{2C76DFB1-B549-4C5F-A730-4FF76F9076A8}" sibTransId="{BFE8B054-F0CB-435E-8794-F8BFA348ED68}"/>
    <dgm:cxn modelId="{3F3B736E-7FA8-42CC-8DF4-EF86F56BC4B8}" srcId="{0F1CAC59-8C34-440F-9C15-A21D92375358}" destId="{DAD7B0D0-D151-48C9-9034-C5633BECF19F}" srcOrd="0" destOrd="0" parTransId="{C01F516E-0CA0-482A-8640-87379BA88B34}" sibTransId="{9BE5CD8F-8231-4837-B70C-596C60003E3B}"/>
    <dgm:cxn modelId="{A5259E4F-0C0E-4E58-92B1-2DAB9715A322}" type="presOf" srcId="{57FC2A24-42A9-43D3-BDB0-B0315B9EF407}" destId="{6B8D5B8C-D7CE-4BB8-8B27-7DC6DFADD82D}" srcOrd="0" destOrd="0" presId="urn:microsoft.com/office/officeart/2005/8/layout/hierarchy2"/>
    <dgm:cxn modelId="{2116AF4F-4F0A-4AB8-B048-8B32795B0387}" type="presOf" srcId="{8809FA99-33ED-4028-8588-AE510462E8FD}" destId="{53FCDF1F-4712-48ED-9883-AB8B2E14F629}" srcOrd="0" destOrd="0" presId="urn:microsoft.com/office/officeart/2005/8/layout/hierarchy2"/>
    <dgm:cxn modelId="{19EE6951-A5DE-4E2A-99DF-C15ED90615FC}" type="presOf" srcId="{73EE21E4-1942-4748-B7C2-61D80D3D4D47}" destId="{7C6EC673-5A58-41FF-BA96-1036419C51F4}" srcOrd="0" destOrd="0" presId="urn:microsoft.com/office/officeart/2005/8/layout/hierarchy2"/>
    <dgm:cxn modelId="{CCD8E771-0298-4722-9D37-07F366ED4CAD}" srcId="{8809FA99-33ED-4028-8588-AE510462E8FD}" destId="{0E5F958F-E7ED-4ED5-9A05-07920DF271C8}" srcOrd="1" destOrd="0" parTransId="{03A3BBEC-6A7D-4731-8AE4-3F6DF9360872}" sibTransId="{AE98A9D0-091B-4668-9248-F67B99C273D9}"/>
    <dgm:cxn modelId="{1BA5F172-1671-4753-BD9D-25709712412F}" srcId="{AA93FC7C-60A1-40AF-9A53-3A781E38429B}" destId="{44ED0E1E-3F87-40FF-A295-60FFA501AD26}" srcOrd="0" destOrd="0" parTransId="{5EB6FB69-536D-42C9-999E-07FC78F6DAD6}" sibTransId="{D0F53AE8-2997-49CA-9728-B3287B2AEDFE}"/>
    <dgm:cxn modelId="{4D2AB377-8D0C-48CB-8BEF-20293EE78A16}" type="presOf" srcId="{C01F516E-0CA0-482A-8640-87379BA88B34}" destId="{A34A0074-50A2-4BAD-A5BE-BC030552DA10}" srcOrd="0" destOrd="0" presId="urn:microsoft.com/office/officeart/2005/8/layout/hierarchy2"/>
    <dgm:cxn modelId="{7F1CFA78-80EA-45EE-A9CE-9120F525D103}" type="presOf" srcId="{DAD7B0D0-D151-48C9-9034-C5633BECF19F}" destId="{E78237B8-8CEF-4C86-ABD2-7DDB6AB05F03}" srcOrd="0" destOrd="0" presId="urn:microsoft.com/office/officeart/2005/8/layout/hierarchy2"/>
    <dgm:cxn modelId="{D9C2DB7C-668F-47AD-8254-95E2ECF7FA1D}" type="presOf" srcId="{2C76DFB1-B549-4C5F-A730-4FF76F9076A8}" destId="{631B9DB0-3FB2-4362-9EC5-419811C49497}" srcOrd="0" destOrd="0" presId="urn:microsoft.com/office/officeart/2005/8/layout/hierarchy2"/>
    <dgm:cxn modelId="{D8F5237E-DD5D-4901-80F3-0A38BC9AB800}" type="presOf" srcId="{E068BFC3-63EF-444A-9B0E-2EA1A9578DEA}" destId="{E2F51CB5-29C9-4484-9390-6489AC23E886}" srcOrd="0" destOrd="0" presId="urn:microsoft.com/office/officeart/2005/8/layout/hierarchy2"/>
    <dgm:cxn modelId="{5C6ED286-EFC5-4FFF-8A9D-0BB97FDA2DA9}" type="presOf" srcId="{AA93FC7C-60A1-40AF-9A53-3A781E38429B}" destId="{33CCF843-C473-4339-90D9-97780C154942}" srcOrd="0" destOrd="0" presId="urn:microsoft.com/office/officeart/2005/8/layout/hierarchy2"/>
    <dgm:cxn modelId="{CC12A78E-96A5-4C11-BB8C-2C568FC54D32}" type="presOf" srcId="{4D1B5417-BD51-472F-A66F-4EADBB6FEF50}" destId="{F24FEADD-92A2-48B1-9198-F3F575D76428}" srcOrd="0" destOrd="0" presId="urn:microsoft.com/office/officeart/2005/8/layout/hierarchy2"/>
    <dgm:cxn modelId="{E897E28E-BD52-423D-ABE4-AFCDEC95675E}" type="presOf" srcId="{47704A63-8182-4301-A1FA-59CE60E97E7E}" destId="{D6BC4544-A128-493C-B48F-A69D47332B0F}" srcOrd="0" destOrd="0" presId="urn:microsoft.com/office/officeart/2005/8/layout/hierarchy2"/>
    <dgm:cxn modelId="{FFBC4193-E27C-4C4A-A704-14A9C250F04C}" type="presOf" srcId="{098CD31D-163C-4E9F-A9C0-A75975CC9D76}" destId="{38EEE5AA-614C-4A1E-8CD7-F9A0BA29C162}" srcOrd="0" destOrd="0" presId="urn:microsoft.com/office/officeart/2005/8/layout/hierarchy2"/>
    <dgm:cxn modelId="{B3B19595-06D5-48A1-B764-A6B995506954}" type="presOf" srcId="{E068BFC3-63EF-444A-9B0E-2EA1A9578DEA}" destId="{81C195C9-6C73-439A-B669-264DFAF78569}" srcOrd="1" destOrd="0" presId="urn:microsoft.com/office/officeart/2005/8/layout/hierarchy2"/>
    <dgm:cxn modelId="{730EC797-A466-4A4F-B8A3-3ED3566BEA21}" type="presOf" srcId="{7A9D31ED-2194-4161-BE4B-662A554F1E7C}" destId="{F591980B-A5C7-4519-82EB-21654BA10CC4}" srcOrd="0" destOrd="0" presId="urn:microsoft.com/office/officeart/2005/8/layout/hierarchy2"/>
    <dgm:cxn modelId="{171391A0-5780-4B4D-9EB9-0B8279FF21C9}" srcId="{25DEA1DF-7622-4474-9765-E8D2E33A7EBA}" destId="{4D1B5417-BD51-472F-A66F-4EADBB6FEF50}" srcOrd="0" destOrd="0" parTransId="{098CD31D-163C-4E9F-A9C0-A75975CC9D76}" sibTransId="{B41A0DD5-3226-4B78-BC8E-C1CBE3A6BA3E}"/>
    <dgm:cxn modelId="{24FF43A5-B847-4D4A-B9BC-4A81046333B6}" srcId="{52D91EC2-FD99-4DD2-8A4E-4119A499124D}" destId="{9D001A31-5FF2-47C4-BEFB-0CD4865B9F4B}" srcOrd="0" destOrd="0" parTransId="{CADAC52C-A335-4640-81D3-58F557F80636}" sibTransId="{1D0D2468-5497-49BD-B064-8AE823B0CD10}"/>
    <dgm:cxn modelId="{38F05CB2-1A07-4FD3-9A2B-97827B35B119}" srcId="{DAD7B0D0-D151-48C9-9034-C5633BECF19F}" destId="{AA93FC7C-60A1-40AF-9A53-3A781E38429B}" srcOrd="1" destOrd="0" parTransId="{22267AA6-9C8D-44DF-A73B-4C97ADC5C04D}" sibTransId="{4DB6242D-42F2-4CE0-9D10-3E0F989E3186}"/>
    <dgm:cxn modelId="{7719F1B4-D3DC-4C12-82C0-DAC512D10196}" type="presOf" srcId="{D47A5805-1A5F-48EC-8F20-DDBE8AF282F8}" destId="{F5A0FFC3-1C02-4751-87CF-090E517116EF}" srcOrd="1" destOrd="0" presId="urn:microsoft.com/office/officeart/2005/8/layout/hierarchy2"/>
    <dgm:cxn modelId="{6ECF48B6-F428-421E-94BC-8F47749894C6}" type="presOf" srcId="{03A3BBEC-6A7D-4731-8AE4-3F6DF9360872}" destId="{B95FB4B7-29D3-4E2B-B2E9-2970608FF5DE}" srcOrd="1" destOrd="0" presId="urn:microsoft.com/office/officeart/2005/8/layout/hierarchy2"/>
    <dgm:cxn modelId="{D16C1CB7-75C4-406A-9816-535A9011508D}" type="presOf" srcId="{73EE21E4-1942-4748-B7C2-61D80D3D4D47}" destId="{824B5F6B-4E5A-45B4-9E4B-7D953AF980EF}" srcOrd="1" destOrd="0" presId="urn:microsoft.com/office/officeart/2005/8/layout/hierarchy2"/>
    <dgm:cxn modelId="{C3F1F8B9-9788-4995-AD21-49458DD3971F}" type="presOf" srcId="{9BF3AD8F-A2B7-4DFF-9220-DBB54E28D2C5}" destId="{B2887A33-EACF-4EAD-ABDA-79B29D22E5CD}" srcOrd="1" destOrd="0" presId="urn:microsoft.com/office/officeart/2005/8/layout/hierarchy2"/>
    <dgm:cxn modelId="{F6D792C0-BB4F-4185-A575-F5A4E6B619F0}" type="presOf" srcId="{24BE358B-389D-43E0-B756-30B5E2AE7A93}" destId="{79C61CE4-91E0-4173-935B-B66EFD075413}" srcOrd="0" destOrd="0" presId="urn:microsoft.com/office/officeart/2005/8/layout/hierarchy2"/>
    <dgm:cxn modelId="{C5D135C1-8B13-4ED4-A0A9-FE165B545385}" type="presOf" srcId="{5EB6FB69-536D-42C9-999E-07FC78F6DAD6}" destId="{77B0C3CE-73A7-456A-BBD4-694AD64356B4}" srcOrd="1" destOrd="0" presId="urn:microsoft.com/office/officeart/2005/8/layout/hierarchy2"/>
    <dgm:cxn modelId="{5987EBC2-9940-45F8-8C29-25A042F13814}" type="presOf" srcId="{8F7F0A65-E8E5-4965-9C91-E2415B03998E}" destId="{F351EDD3-19A2-4465-AEA7-F64F548148B5}" srcOrd="0" destOrd="0" presId="urn:microsoft.com/office/officeart/2005/8/layout/hierarchy2"/>
    <dgm:cxn modelId="{2EEB74CB-E38D-4CF9-B179-F91C620FA537}" type="presOf" srcId="{2C76DFB1-B549-4C5F-A730-4FF76F9076A8}" destId="{043219BA-D5D9-4271-A12F-7A521562F949}" srcOrd="1" destOrd="0" presId="urn:microsoft.com/office/officeart/2005/8/layout/hierarchy2"/>
    <dgm:cxn modelId="{8E965DCC-3C82-4F49-86AB-3A053913DDD6}" srcId="{9D001A31-5FF2-47C4-BEFB-0CD4865B9F4B}" destId="{0F1CAC59-8C34-440F-9C15-A21D92375358}" srcOrd="0" destOrd="0" parTransId="{E068BFC3-63EF-444A-9B0E-2EA1A9578DEA}" sibTransId="{04EE0BC2-16BE-421F-AFBA-3E03897344B9}"/>
    <dgm:cxn modelId="{BD48DACC-0F84-41B7-B240-52457D1769C4}" type="presOf" srcId="{473D548F-4760-4CA7-9C6E-F88B6FFE2F1F}" destId="{77A5E1B6-D83B-4268-A587-46C674539744}" srcOrd="1" destOrd="0" presId="urn:microsoft.com/office/officeart/2005/8/layout/hierarchy2"/>
    <dgm:cxn modelId="{952C3CCD-8CBE-48D9-BC3D-C7A0744B7C3D}" type="presOf" srcId="{0131EB98-A0F6-4343-8F56-0F631E8217E0}" destId="{20B6E78F-6463-433D-A780-177C8605B0AC}" srcOrd="0" destOrd="0" presId="urn:microsoft.com/office/officeart/2005/8/layout/hierarchy2"/>
    <dgm:cxn modelId="{9796FBD1-C840-4BD9-8103-B577CE42564D}" type="presOf" srcId="{2D555692-6565-42E1-B78E-2EA50719E64A}" destId="{8FEF3F95-8EDF-4111-ADB1-B1C4B074D024}" srcOrd="1" destOrd="0" presId="urn:microsoft.com/office/officeart/2005/8/layout/hierarchy2"/>
    <dgm:cxn modelId="{18FB56D3-465C-4A54-B1F5-579429F74E58}" type="presOf" srcId="{D47A5805-1A5F-48EC-8F20-DDBE8AF282F8}" destId="{232E4170-22E5-4890-854C-B32C94F8737F}" srcOrd="0" destOrd="0" presId="urn:microsoft.com/office/officeart/2005/8/layout/hierarchy2"/>
    <dgm:cxn modelId="{54A422D7-525A-46FC-99D7-D8C29B49EBC1}" srcId="{0E5F958F-E7ED-4ED5-9A05-07920DF271C8}" destId="{8F7F0A65-E8E5-4965-9C91-E2415B03998E}" srcOrd="0" destOrd="0" parTransId="{73EE21E4-1942-4748-B7C2-61D80D3D4D47}" sibTransId="{3AC20CEA-1CEE-42C8-B94F-8C695DFAFB9F}"/>
    <dgm:cxn modelId="{61A9B9E0-84F5-4322-AEFA-224DC5B9894F}" type="presOf" srcId="{4AAB876B-86B5-4BA8-BFF7-BF24B6C20E11}" destId="{0494AABB-7457-4290-82ED-AACC3D2BED91}" srcOrd="1" destOrd="0" presId="urn:microsoft.com/office/officeart/2005/8/layout/hierarchy2"/>
    <dgm:cxn modelId="{6CDC2AE1-1D2E-4662-8455-D4EBD457A7EF}" type="presOf" srcId="{81D8F7DB-A908-4F1D-9F40-FE19106AE74F}" destId="{D0825D4D-BC1B-4B24-B906-3592FDFD0A11}" srcOrd="0" destOrd="0" presId="urn:microsoft.com/office/officeart/2005/8/layout/hierarchy2"/>
    <dgm:cxn modelId="{461D7FE3-5B52-413B-842F-22FB518F366D}" type="presOf" srcId="{C01F516E-0CA0-482A-8640-87379BA88B34}" destId="{5C483B9A-3360-4162-BE06-81E562ED2561}" srcOrd="1" destOrd="0" presId="urn:microsoft.com/office/officeart/2005/8/layout/hierarchy2"/>
    <dgm:cxn modelId="{BDE64AE8-B9B5-4B72-857F-F0E15EED3755}" type="presOf" srcId="{44ED0E1E-3F87-40FF-A295-60FFA501AD26}" destId="{DDF768B8-AC71-4EF1-B664-A4A87F56B4AA}" srcOrd="0" destOrd="0" presId="urn:microsoft.com/office/officeart/2005/8/layout/hierarchy2"/>
    <dgm:cxn modelId="{F83FF9ED-2F29-48FE-AF73-83A2886DB29D}" type="presOf" srcId="{47704A63-8182-4301-A1FA-59CE60E97E7E}" destId="{6B22FE9A-821E-459D-A9EF-18C6B92B8EF9}" srcOrd="1" destOrd="0" presId="urn:microsoft.com/office/officeart/2005/8/layout/hierarchy2"/>
    <dgm:cxn modelId="{2F2C93EF-4C5F-423D-BE18-2BDC1832DE99}" type="presOf" srcId="{22267AA6-9C8D-44DF-A73B-4C97ADC5C04D}" destId="{B89724A9-DF35-4790-B330-A199665EF0D0}" srcOrd="1" destOrd="0" presId="urn:microsoft.com/office/officeart/2005/8/layout/hierarchy2"/>
    <dgm:cxn modelId="{AB6E1FFD-4164-4531-A93A-1A87A0439F04}" type="presOf" srcId="{098CD31D-163C-4E9F-A9C0-A75975CC9D76}" destId="{CBA225E5-DD7B-491F-84AB-CFD3D932A245}" srcOrd="1" destOrd="0" presId="urn:microsoft.com/office/officeart/2005/8/layout/hierarchy2"/>
    <dgm:cxn modelId="{010791FF-02FF-4C84-AA85-DA94E83E4E48}" type="presOf" srcId="{57FC2A24-42A9-43D3-BDB0-B0315B9EF407}" destId="{6682302D-CDE3-4500-BC32-234E40947C74}" srcOrd="1" destOrd="0" presId="urn:microsoft.com/office/officeart/2005/8/layout/hierarchy2"/>
    <dgm:cxn modelId="{ABB40524-FD4A-473B-8F5C-C09D929EE37C}" type="presParOf" srcId="{94BEF724-0592-404E-A1C8-6C72A1C58C94}" destId="{9197A4E0-8938-45E4-ABF5-5CE713275E50}" srcOrd="0" destOrd="0" presId="urn:microsoft.com/office/officeart/2005/8/layout/hierarchy2"/>
    <dgm:cxn modelId="{91591C09-68DA-4DC5-A453-F1C9B0B85D20}" type="presParOf" srcId="{9197A4E0-8938-45E4-ABF5-5CE713275E50}" destId="{6AF24ED8-0B8A-43A5-AA22-AABE53BC48C6}" srcOrd="0" destOrd="0" presId="urn:microsoft.com/office/officeart/2005/8/layout/hierarchy2"/>
    <dgm:cxn modelId="{1B47088A-2E81-432E-9562-D723833DE810}" type="presParOf" srcId="{9197A4E0-8938-45E4-ABF5-5CE713275E50}" destId="{C70B229D-9000-4255-8A66-753005A05D6A}" srcOrd="1" destOrd="0" presId="urn:microsoft.com/office/officeart/2005/8/layout/hierarchy2"/>
    <dgm:cxn modelId="{53A1DF6D-8F55-419F-A021-9967344E4DDA}" type="presParOf" srcId="{C70B229D-9000-4255-8A66-753005A05D6A}" destId="{E2F51CB5-29C9-4484-9390-6489AC23E886}" srcOrd="0" destOrd="0" presId="urn:microsoft.com/office/officeart/2005/8/layout/hierarchy2"/>
    <dgm:cxn modelId="{5D0B5CD3-A114-4848-B4E9-D888A3FF9F64}" type="presParOf" srcId="{E2F51CB5-29C9-4484-9390-6489AC23E886}" destId="{81C195C9-6C73-439A-B669-264DFAF78569}" srcOrd="0" destOrd="0" presId="urn:microsoft.com/office/officeart/2005/8/layout/hierarchy2"/>
    <dgm:cxn modelId="{D51FB2AD-AC2F-4DA2-A398-1861765659E9}" type="presParOf" srcId="{C70B229D-9000-4255-8A66-753005A05D6A}" destId="{2E182A37-F8D1-41E1-B92D-891B0FE7306D}" srcOrd="1" destOrd="0" presId="urn:microsoft.com/office/officeart/2005/8/layout/hierarchy2"/>
    <dgm:cxn modelId="{C98FDF19-7856-4747-B906-256A393AD927}" type="presParOf" srcId="{2E182A37-F8D1-41E1-B92D-891B0FE7306D}" destId="{9F907E21-2C27-48BE-9675-DAA3F154F3C7}" srcOrd="0" destOrd="0" presId="urn:microsoft.com/office/officeart/2005/8/layout/hierarchy2"/>
    <dgm:cxn modelId="{56C4DAA9-ADC6-40B5-B5E9-CF5462487735}" type="presParOf" srcId="{2E182A37-F8D1-41E1-B92D-891B0FE7306D}" destId="{2F9C265F-F859-495A-909C-F562EE0B8973}" srcOrd="1" destOrd="0" presId="urn:microsoft.com/office/officeart/2005/8/layout/hierarchy2"/>
    <dgm:cxn modelId="{B271A429-60FC-4A69-9B26-0096D086B522}" type="presParOf" srcId="{2F9C265F-F859-495A-909C-F562EE0B8973}" destId="{A34A0074-50A2-4BAD-A5BE-BC030552DA10}" srcOrd="0" destOrd="0" presId="urn:microsoft.com/office/officeart/2005/8/layout/hierarchy2"/>
    <dgm:cxn modelId="{70908D21-C66E-410F-8981-06375869EED9}" type="presParOf" srcId="{A34A0074-50A2-4BAD-A5BE-BC030552DA10}" destId="{5C483B9A-3360-4162-BE06-81E562ED2561}" srcOrd="0" destOrd="0" presId="urn:microsoft.com/office/officeart/2005/8/layout/hierarchy2"/>
    <dgm:cxn modelId="{0816EC5E-CE2C-479B-A2B9-034B0265B3A2}" type="presParOf" srcId="{2F9C265F-F859-495A-909C-F562EE0B8973}" destId="{EB209AC2-8C12-4B77-8BD9-F6D388502B98}" srcOrd="1" destOrd="0" presId="urn:microsoft.com/office/officeart/2005/8/layout/hierarchy2"/>
    <dgm:cxn modelId="{D53F9C8C-1E5B-48FE-83AA-18D43DAE2B3F}" type="presParOf" srcId="{EB209AC2-8C12-4B77-8BD9-F6D388502B98}" destId="{E78237B8-8CEF-4C86-ABD2-7DDB6AB05F03}" srcOrd="0" destOrd="0" presId="urn:microsoft.com/office/officeart/2005/8/layout/hierarchy2"/>
    <dgm:cxn modelId="{59EA31D9-649E-4D9B-8291-48A1571004FA}" type="presParOf" srcId="{EB209AC2-8C12-4B77-8BD9-F6D388502B98}" destId="{2EB1D35E-D708-49BD-BFD4-B1462445ABC3}" srcOrd="1" destOrd="0" presId="urn:microsoft.com/office/officeart/2005/8/layout/hierarchy2"/>
    <dgm:cxn modelId="{D88FDA15-E43A-41A3-8028-752C6526F4FC}" type="presParOf" srcId="{2EB1D35E-D708-49BD-BFD4-B1462445ABC3}" destId="{631B9DB0-3FB2-4362-9EC5-419811C49497}" srcOrd="0" destOrd="0" presId="urn:microsoft.com/office/officeart/2005/8/layout/hierarchy2"/>
    <dgm:cxn modelId="{17809573-4E9E-49D7-9180-BA6AA7DE884D}" type="presParOf" srcId="{631B9DB0-3FB2-4362-9EC5-419811C49497}" destId="{043219BA-D5D9-4271-A12F-7A521562F949}" srcOrd="0" destOrd="0" presId="urn:microsoft.com/office/officeart/2005/8/layout/hierarchy2"/>
    <dgm:cxn modelId="{6C7FC744-2B9D-431C-BA06-BB1211AD7306}" type="presParOf" srcId="{2EB1D35E-D708-49BD-BFD4-B1462445ABC3}" destId="{C46EDD85-74B8-4539-A529-2D1EF40B7F05}" srcOrd="1" destOrd="0" presId="urn:microsoft.com/office/officeart/2005/8/layout/hierarchy2"/>
    <dgm:cxn modelId="{AC6A5657-628B-4BAC-A298-0CC996297763}" type="presParOf" srcId="{C46EDD85-74B8-4539-A529-2D1EF40B7F05}" destId="{B1958EB5-6FBD-47E1-830C-CFB8006FFBF0}" srcOrd="0" destOrd="0" presId="urn:microsoft.com/office/officeart/2005/8/layout/hierarchy2"/>
    <dgm:cxn modelId="{DFE8E318-AE7D-4102-914B-777E937C4C22}" type="presParOf" srcId="{C46EDD85-74B8-4539-A529-2D1EF40B7F05}" destId="{7A817291-A83E-41C5-BA01-C049754AB9DF}" srcOrd="1" destOrd="0" presId="urn:microsoft.com/office/officeart/2005/8/layout/hierarchy2"/>
    <dgm:cxn modelId="{7ADE66BD-5410-4E04-BB26-2862C1BB26B2}" type="presParOf" srcId="{7A817291-A83E-41C5-BA01-C049754AB9DF}" destId="{76051F0E-D3D0-4C90-A02E-9DD32D00D19F}" srcOrd="0" destOrd="0" presId="urn:microsoft.com/office/officeart/2005/8/layout/hierarchy2"/>
    <dgm:cxn modelId="{BDB093C7-A027-4238-8619-3F2AE3F2FB6D}" type="presParOf" srcId="{76051F0E-D3D0-4C90-A02E-9DD32D00D19F}" destId="{0494AABB-7457-4290-82ED-AACC3D2BED91}" srcOrd="0" destOrd="0" presId="urn:microsoft.com/office/officeart/2005/8/layout/hierarchy2"/>
    <dgm:cxn modelId="{C108D7F7-0C0B-403C-AD1F-2BF1F19CD5F6}" type="presParOf" srcId="{7A817291-A83E-41C5-BA01-C049754AB9DF}" destId="{F4942B82-E5AF-47DC-A182-739486322952}" srcOrd="1" destOrd="0" presId="urn:microsoft.com/office/officeart/2005/8/layout/hierarchy2"/>
    <dgm:cxn modelId="{C995A0C2-9410-4F47-8B03-5333B8383A2C}" type="presParOf" srcId="{F4942B82-E5AF-47DC-A182-739486322952}" destId="{F591980B-A5C7-4519-82EB-21654BA10CC4}" srcOrd="0" destOrd="0" presId="urn:microsoft.com/office/officeart/2005/8/layout/hierarchy2"/>
    <dgm:cxn modelId="{A8C831D1-81A1-4FF2-B247-A85B1672B159}" type="presParOf" srcId="{F4942B82-E5AF-47DC-A182-739486322952}" destId="{2FE5FFC8-7E9D-4009-80C7-1564575F7CB2}" srcOrd="1" destOrd="0" presId="urn:microsoft.com/office/officeart/2005/8/layout/hierarchy2"/>
    <dgm:cxn modelId="{8E32F167-7582-4EB9-8DBA-89F2C646255E}" type="presParOf" srcId="{2EB1D35E-D708-49BD-BFD4-B1462445ABC3}" destId="{C43FF4C0-4923-47F6-A154-06544EC9DB1E}" srcOrd="2" destOrd="0" presId="urn:microsoft.com/office/officeart/2005/8/layout/hierarchy2"/>
    <dgm:cxn modelId="{19385618-F243-443C-A98F-6A64193B30FC}" type="presParOf" srcId="{C43FF4C0-4923-47F6-A154-06544EC9DB1E}" destId="{B89724A9-DF35-4790-B330-A199665EF0D0}" srcOrd="0" destOrd="0" presId="urn:microsoft.com/office/officeart/2005/8/layout/hierarchy2"/>
    <dgm:cxn modelId="{119F424B-09D8-4C01-9E04-A3D69B2C0010}" type="presParOf" srcId="{2EB1D35E-D708-49BD-BFD4-B1462445ABC3}" destId="{83912B5E-9CEC-48B2-A93D-C188CCA3CB58}" srcOrd="3" destOrd="0" presId="urn:microsoft.com/office/officeart/2005/8/layout/hierarchy2"/>
    <dgm:cxn modelId="{C11C2BAF-3AB7-476D-B5B4-34EF50442B7A}" type="presParOf" srcId="{83912B5E-9CEC-48B2-A93D-C188CCA3CB58}" destId="{33CCF843-C473-4339-90D9-97780C154942}" srcOrd="0" destOrd="0" presId="urn:microsoft.com/office/officeart/2005/8/layout/hierarchy2"/>
    <dgm:cxn modelId="{46A19823-52CA-4E48-AC77-A7709A3AC084}" type="presParOf" srcId="{83912B5E-9CEC-48B2-A93D-C188CCA3CB58}" destId="{BB3E2C30-A6D3-4889-902B-4EA4680A181D}" srcOrd="1" destOrd="0" presId="urn:microsoft.com/office/officeart/2005/8/layout/hierarchy2"/>
    <dgm:cxn modelId="{2766A763-0432-4577-9111-77B47BA53574}" type="presParOf" srcId="{BB3E2C30-A6D3-4889-902B-4EA4680A181D}" destId="{4A7F0A13-C592-46FA-9AC0-BB3F4CD9D942}" srcOrd="0" destOrd="0" presId="urn:microsoft.com/office/officeart/2005/8/layout/hierarchy2"/>
    <dgm:cxn modelId="{0E652104-A816-457A-AA4A-9E80EDD8902D}" type="presParOf" srcId="{4A7F0A13-C592-46FA-9AC0-BB3F4CD9D942}" destId="{77B0C3CE-73A7-456A-BBD4-694AD64356B4}" srcOrd="0" destOrd="0" presId="urn:microsoft.com/office/officeart/2005/8/layout/hierarchy2"/>
    <dgm:cxn modelId="{E48528D2-CD8F-461D-83F4-8AA30597C71C}" type="presParOf" srcId="{BB3E2C30-A6D3-4889-902B-4EA4680A181D}" destId="{860F5D21-1625-4830-A877-CE33581787FD}" srcOrd="1" destOrd="0" presId="urn:microsoft.com/office/officeart/2005/8/layout/hierarchy2"/>
    <dgm:cxn modelId="{61C5F01D-3BCF-408E-B087-5A8D2D9D4715}" type="presParOf" srcId="{860F5D21-1625-4830-A877-CE33581787FD}" destId="{DDF768B8-AC71-4EF1-B664-A4A87F56B4AA}" srcOrd="0" destOrd="0" presId="urn:microsoft.com/office/officeart/2005/8/layout/hierarchy2"/>
    <dgm:cxn modelId="{00572E00-E789-4EDD-B9DF-711C6C4EC579}" type="presParOf" srcId="{860F5D21-1625-4830-A877-CE33581787FD}" destId="{41DECB0A-514E-4F32-915D-0F7FFBFC98BA}" srcOrd="1" destOrd="0" presId="urn:microsoft.com/office/officeart/2005/8/layout/hierarchy2"/>
    <dgm:cxn modelId="{8897B085-D099-4964-86DF-1EB6AB395DA0}" type="presParOf" srcId="{2F9C265F-F859-495A-909C-F562EE0B8973}" destId="{41DDEE6B-6454-4F1B-BCD0-1D020D699779}" srcOrd="2" destOrd="0" presId="urn:microsoft.com/office/officeart/2005/8/layout/hierarchy2"/>
    <dgm:cxn modelId="{6E4659B1-B680-47A7-B5B3-98F4266CA340}" type="presParOf" srcId="{41DDEE6B-6454-4F1B-BCD0-1D020D699779}" destId="{8FEF3F95-8EDF-4111-ADB1-B1C4B074D024}" srcOrd="0" destOrd="0" presId="urn:microsoft.com/office/officeart/2005/8/layout/hierarchy2"/>
    <dgm:cxn modelId="{7664AA69-EF0E-4C19-B72B-E5267FB772C2}" type="presParOf" srcId="{2F9C265F-F859-495A-909C-F562EE0B8973}" destId="{72533C6A-6EEC-4C1C-961D-6C2FFB4831CA}" srcOrd="3" destOrd="0" presId="urn:microsoft.com/office/officeart/2005/8/layout/hierarchy2"/>
    <dgm:cxn modelId="{CFD8721F-168A-436E-9245-095EB56FE939}" type="presParOf" srcId="{72533C6A-6EEC-4C1C-961D-6C2FFB4831CA}" destId="{79C61CE4-91E0-4173-935B-B66EFD075413}" srcOrd="0" destOrd="0" presId="urn:microsoft.com/office/officeart/2005/8/layout/hierarchy2"/>
    <dgm:cxn modelId="{D2D3E1DE-9C39-4585-83AB-2524B5A3BBFA}" type="presParOf" srcId="{72533C6A-6EEC-4C1C-961D-6C2FFB4831CA}" destId="{9C93ABF7-CF64-4969-9083-68FC4F241062}" srcOrd="1" destOrd="0" presId="urn:microsoft.com/office/officeart/2005/8/layout/hierarchy2"/>
    <dgm:cxn modelId="{7F1D7875-C5D6-4D11-82EB-9185F8A63186}" type="presParOf" srcId="{9C93ABF7-CF64-4969-9083-68FC4F241062}" destId="{8B1CDAF4-6B47-498C-A3D3-D00F84C33A60}" srcOrd="0" destOrd="0" presId="urn:microsoft.com/office/officeart/2005/8/layout/hierarchy2"/>
    <dgm:cxn modelId="{5EA6413A-1BA0-465C-832E-F7CDBF844FAF}" type="presParOf" srcId="{8B1CDAF4-6B47-498C-A3D3-D00F84C33A60}" destId="{B2887A33-EACF-4EAD-ABDA-79B29D22E5CD}" srcOrd="0" destOrd="0" presId="urn:microsoft.com/office/officeart/2005/8/layout/hierarchy2"/>
    <dgm:cxn modelId="{A1230162-F6BC-4F9B-977B-0B01D970A7F3}" type="presParOf" srcId="{9C93ABF7-CF64-4969-9083-68FC4F241062}" destId="{FB084439-E2FB-4E21-BDE7-588996CD1978}" srcOrd="1" destOrd="0" presId="urn:microsoft.com/office/officeart/2005/8/layout/hierarchy2"/>
    <dgm:cxn modelId="{C9F439CE-1719-43E7-8338-4B15AE3695D2}" type="presParOf" srcId="{FB084439-E2FB-4E21-BDE7-588996CD1978}" destId="{0D414D3A-E434-4B57-8CA3-871EAFAE720B}" srcOrd="0" destOrd="0" presId="urn:microsoft.com/office/officeart/2005/8/layout/hierarchy2"/>
    <dgm:cxn modelId="{803A39F9-4501-4738-B2AC-8DFBC8254168}" type="presParOf" srcId="{FB084439-E2FB-4E21-BDE7-588996CD1978}" destId="{F2909B62-38EB-43A5-9CED-5441ECA316FE}" srcOrd="1" destOrd="0" presId="urn:microsoft.com/office/officeart/2005/8/layout/hierarchy2"/>
    <dgm:cxn modelId="{18F622ED-BB60-4DC4-8158-4E7D0374D2BB}" type="presParOf" srcId="{C70B229D-9000-4255-8A66-753005A05D6A}" destId="{20B6E78F-6463-433D-A780-177C8605B0AC}" srcOrd="2" destOrd="0" presId="urn:microsoft.com/office/officeart/2005/8/layout/hierarchy2"/>
    <dgm:cxn modelId="{AA324A7A-0995-4483-80D1-EBF33FC88747}" type="presParOf" srcId="{20B6E78F-6463-433D-A780-177C8605B0AC}" destId="{EA7DEAE3-8A70-405A-90C8-61B4D6547A62}" srcOrd="0" destOrd="0" presId="urn:microsoft.com/office/officeart/2005/8/layout/hierarchy2"/>
    <dgm:cxn modelId="{2B96213F-ECDD-46D3-9095-DA81D20B3BB7}" type="presParOf" srcId="{C70B229D-9000-4255-8A66-753005A05D6A}" destId="{7C216A23-AACF-4915-AA09-77CC6439FCB4}" srcOrd="3" destOrd="0" presId="urn:microsoft.com/office/officeart/2005/8/layout/hierarchy2"/>
    <dgm:cxn modelId="{54786BF8-05C1-42BD-A2A1-C1E25BBE7E96}" type="presParOf" srcId="{7C216A23-AACF-4915-AA09-77CC6439FCB4}" destId="{4AB76E73-FD37-4BCB-91F0-E14EEA280DD0}" srcOrd="0" destOrd="0" presId="urn:microsoft.com/office/officeart/2005/8/layout/hierarchy2"/>
    <dgm:cxn modelId="{76992D6A-9B4C-42EA-9FB6-2526706B3526}" type="presParOf" srcId="{7C216A23-AACF-4915-AA09-77CC6439FCB4}" destId="{8BF8FDD8-1FAC-41C8-9BDA-CB09A87C5225}" srcOrd="1" destOrd="0" presId="urn:microsoft.com/office/officeart/2005/8/layout/hierarchy2"/>
    <dgm:cxn modelId="{1BC8A992-9A90-4A79-A64F-D7B3161FC3DD}" type="presParOf" srcId="{8BF8FDD8-1FAC-41C8-9BDA-CB09A87C5225}" destId="{80405139-CAD6-4BB9-AB3C-F2C01A16173E}" srcOrd="0" destOrd="0" presId="urn:microsoft.com/office/officeart/2005/8/layout/hierarchy2"/>
    <dgm:cxn modelId="{C1F54EE2-00EF-4330-BE2D-A02C8A5DD8D4}" type="presParOf" srcId="{80405139-CAD6-4BB9-AB3C-F2C01A16173E}" destId="{77A5E1B6-D83B-4268-A587-46C674539744}" srcOrd="0" destOrd="0" presId="urn:microsoft.com/office/officeart/2005/8/layout/hierarchy2"/>
    <dgm:cxn modelId="{87F57166-2436-4543-B53F-C1141F266E98}" type="presParOf" srcId="{8BF8FDD8-1FAC-41C8-9BDA-CB09A87C5225}" destId="{F0DA2771-0803-4CE3-85C4-553D788C69A0}" srcOrd="1" destOrd="0" presId="urn:microsoft.com/office/officeart/2005/8/layout/hierarchy2"/>
    <dgm:cxn modelId="{7B9232C1-6E37-4144-9839-86F7B30B46C0}" type="presParOf" srcId="{F0DA2771-0803-4CE3-85C4-553D788C69A0}" destId="{53FCDF1F-4712-48ED-9883-AB8B2E14F629}" srcOrd="0" destOrd="0" presId="urn:microsoft.com/office/officeart/2005/8/layout/hierarchy2"/>
    <dgm:cxn modelId="{F9B1242F-6769-4CE4-BE95-CD11433C5FE9}" type="presParOf" srcId="{F0DA2771-0803-4CE3-85C4-553D788C69A0}" destId="{0CB72ED4-1D18-4499-90AB-52194E34F156}" srcOrd="1" destOrd="0" presId="urn:microsoft.com/office/officeart/2005/8/layout/hierarchy2"/>
    <dgm:cxn modelId="{C9849F79-D547-44D9-A480-BFB2F5445885}" type="presParOf" srcId="{0CB72ED4-1D18-4499-90AB-52194E34F156}" destId="{D6BC4544-A128-493C-B48F-A69D47332B0F}" srcOrd="0" destOrd="0" presId="urn:microsoft.com/office/officeart/2005/8/layout/hierarchy2"/>
    <dgm:cxn modelId="{E9826D27-21A2-4095-8063-583595119EA7}" type="presParOf" srcId="{D6BC4544-A128-493C-B48F-A69D47332B0F}" destId="{6B22FE9A-821E-459D-A9EF-18C6B92B8EF9}" srcOrd="0" destOrd="0" presId="urn:microsoft.com/office/officeart/2005/8/layout/hierarchy2"/>
    <dgm:cxn modelId="{EC9F9F72-0BDB-4332-9A71-D3C84BB1839E}" type="presParOf" srcId="{0CB72ED4-1D18-4499-90AB-52194E34F156}" destId="{D8787A5F-D510-4565-8182-D4FC31AC6FEB}" srcOrd="1" destOrd="0" presId="urn:microsoft.com/office/officeart/2005/8/layout/hierarchy2"/>
    <dgm:cxn modelId="{9CCDF71E-7764-4DB0-A017-AA3C058F804B}" type="presParOf" srcId="{D8787A5F-D510-4565-8182-D4FC31AC6FEB}" destId="{79DCCD26-8FE6-40FB-8E8B-9F563DD5D74C}" srcOrd="0" destOrd="0" presId="urn:microsoft.com/office/officeart/2005/8/layout/hierarchy2"/>
    <dgm:cxn modelId="{98E9E495-B412-46AE-8EDD-8FBE3E2295E9}" type="presParOf" srcId="{D8787A5F-D510-4565-8182-D4FC31AC6FEB}" destId="{2246A190-B1D1-4A49-AB69-C63F65A75853}" srcOrd="1" destOrd="0" presId="urn:microsoft.com/office/officeart/2005/8/layout/hierarchy2"/>
    <dgm:cxn modelId="{13F0D9D9-B5A4-40B4-9824-150649AAE5C0}" type="presParOf" srcId="{2246A190-B1D1-4A49-AB69-C63F65A75853}" destId="{6B8D5B8C-D7CE-4BB8-8B27-7DC6DFADD82D}" srcOrd="0" destOrd="0" presId="urn:microsoft.com/office/officeart/2005/8/layout/hierarchy2"/>
    <dgm:cxn modelId="{AA681C4A-0BAA-41EA-ADCD-6D4517E5D76F}" type="presParOf" srcId="{6B8D5B8C-D7CE-4BB8-8B27-7DC6DFADD82D}" destId="{6682302D-CDE3-4500-BC32-234E40947C74}" srcOrd="0" destOrd="0" presId="urn:microsoft.com/office/officeart/2005/8/layout/hierarchy2"/>
    <dgm:cxn modelId="{150BD13E-9845-4CD6-BE39-881B7568885D}" type="presParOf" srcId="{2246A190-B1D1-4A49-AB69-C63F65A75853}" destId="{8C17C8AF-F811-4B5A-A696-621BD1FDC5AE}" srcOrd="1" destOrd="0" presId="urn:microsoft.com/office/officeart/2005/8/layout/hierarchy2"/>
    <dgm:cxn modelId="{67B92DAF-0E46-4456-AB09-2C0255E8D3EA}" type="presParOf" srcId="{8C17C8AF-F811-4B5A-A696-621BD1FDC5AE}" destId="{D0825D4D-BC1B-4B24-B906-3592FDFD0A11}" srcOrd="0" destOrd="0" presId="urn:microsoft.com/office/officeart/2005/8/layout/hierarchy2"/>
    <dgm:cxn modelId="{B9E238A9-EBE3-4F94-BEE2-55880A121CE5}" type="presParOf" srcId="{8C17C8AF-F811-4B5A-A696-621BD1FDC5AE}" destId="{A6439D8A-D8DA-406F-A3DA-803BC295626F}" srcOrd="1" destOrd="0" presId="urn:microsoft.com/office/officeart/2005/8/layout/hierarchy2"/>
    <dgm:cxn modelId="{9B49A6AF-3099-4B3C-A0BD-12AE21C7C2CA}" type="presParOf" srcId="{0CB72ED4-1D18-4499-90AB-52194E34F156}" destId="{E8026277-4B12-4A44-B68F-D97D2411D551}" srcOrd="2" destOrd="0" presId="urn:microsoft.com/office/officeart/2005/8/layout/hierarchy2"/>
    <dgm:cxn modelId="{D3D24BB8-04DF-4FDC-B000-5AF7E665D88A}" type="presParOf" srcId="{E8026277-4B12-4A44-B68F-D97D2411D551}" destId="{B95FB4B7-29D3-4E2B-B2E9-2970608FF5DE}" srcOrd="0" destOrd="0" presId="urn:microsoft.com/office/officeart/2005/8/layout/hierarchy2"/>
    <dgm:cxn modelId="{6EBEF2E7-06AD-4409-86F7-A5C6ED80979E}" type="presParOf" srcId="{0CB72ED4-1D18-4499-90AB-52194E34F156}" destId="{715AC70B-85FF-4A4F-97D9-C4B555460402}" srcOrd="3" destOrd="0" presId="urn:microsoft.com/office/officeart/2005/8/layout/hierarchy2"/>
    <dgm:cxn modelId="{673DC8C5-B281-490C-A928-B062928E246A}" type="presParOf" srcId="{715AC70B-85FF-4A4F-97D9-C4B555460402}" destId="{8437A54E-E07B-45AA-B908-9CF87FAAF59F}" srcOrd="0" destOrd="0" presId="urn:microsoft.com/office/officeart/2005/8/layout/hierarchy2"/>
    <dgm:cxn modelId="{01A8D443-9ECF-4CAD-8EB4-ADEA4037701F}" type="presParOf" srcId="{715AC70B-85FF-4A4F-97D9-C4B555460402}" destId="{2D66E35B-616E-49B1-A382-5B183BCA6A72}" srcOrd="1" destOrd="0" presId="urn:microsoft.com/office/officeart/2005/8/layout/hierarchy2"/>
    <dgm:cxn modelId="{C113E2E6-96EC-4CF4-B0E2-B8E11BF8ECFC}" type="presParOf" srcId="{2D66E35B-616E-49B1-A382-5B183BCA6A72}" destId="{7C6EC673-5A58-41FF-BA96-1036419C51F4}" srcOrd="0" destOrd="0" presId="urn:microsoft.com/office/officeart/2005/8/layout/hierarchy2"/>
    <dgm:cxn modelId="{AC5FBF26-32DD-418E-A265-A4E515399B7B}" type="presParOf" srcId="{7C6EC673-5A58-41FF-BA96-1036419C51F4}" destId="{824B5F6B-4E5A-45B4-9E4B-7D953AF980EF}" srcOrd="0" destOrd="0" presId="urn:microsoft.com/office/officeart/2005/8/layout/hierarchy2"/>
    <dgm:cxn modelId="{76C2D0C1-7F5C-4CF9-AA41-873261EC216C}" type="presParOf" srcId="{2D66E35B-616E-49B1-A382-5B183BCA6A72}" destId="{4CDDF2CB-D734-48DE-B363-482C3B432F52}" srcOrd="1" destOrd="0" presId="urn:microsoft.com/office/officeart/2005/8/layout/hierarchy2"/>
    <dgm:cxn modelId="{21B63D27-DE7D-46B6-B082-30E4E6B53541}" type="presParOf" srcId="{4CDDF2CB-D734-48DE-B363-482C3B432F52}" destId="{F351EDD3-19A2-4465-AEA7-F64F548148B5}" srcOrd="0" destOrd="0" presId="urn:microsoft.com/office/officeart/2005/8/layout/hierarchy2"/>
    <dgm:cxn modelId="{211947FB-E0A1-4214-A24A-7B1FD25A1DC1}" type="presParOf" srcId="{4CDDF2CB-D734-48DE-B363-482C3B432F52}" destId="{3E0FC295-BCE2-4F46-B363-4AEAF1BF244E}" srcOrd="1" destOrd="0" presId="urn:microsoft.com/office/officeart/2005/8/layout/hierarchy2"/>
    <dgm:cxn modelId="{E97E1FFC-2A51-4F2E-BB6A-1B2B5CC34816}" type="presParOf" srcId="{8BF8FDD8-1FAC-41C8-9BDA-CB09A87C5225}" destId="{232E4170-22E5-4890-854C-B32C94F8737F}" srcOrd="2" destOrd="0" presId="urn:microsoft.com/office/officeart/2005/8/layout/hierarchy2"/>
    <dgm:cxn modelId="{AF1B3AC2-2347-480D-9BDE-EA425D96EC96}" type="presParOf" srcId="{232E4170-22E5-4890-854C-B32C94F8737F}" destId="{F5A0FFC3-1C02-4751-87CF-090E517116EF}" srcOrd="0" destOrd="0" presId="urn:microsoft.com/office/officeart/2005/8/layout/hierarchy2"/>
    <dgm:cxn modelId="{4C3CE7E9-BBF9-4967-87E9-B200A30EC043}" type="presParOf" srcId="{8BF8FDD8-1FAC-41C8-9BDA-CB09A87C5225}" destId="{BDA9E6A1-D366-4288-B0CC-B8F48E2DBBDE}" srcOrd="3" destOrd="0" presId="urn:microsoft.com/office/officeart/2005/8/layout/hierarchy2"/>
    <dgm:cxn modelId="{A0E59781-51AA-4982-B45F-8CD6ECEB0CDA}" type="presParOf" srcId="{BDA9E6A1-D366-4288-B0CC-B8F48E2DBBDE}" destId="{ED4E7F50-F73D-4D24-919E-DC15B7F9414F}" srcOrd="0" destOrd="0" presId="urn:microsoft.com/office/officeart/2005/8/layout/hierarchy2"/>
    <dgm:cxn modelId="{1F2B4036-1E67-480B-81D9-84B25809E9C2}" type="presParOf" srcId="{BDA9E6A1-D366-4288-B0CC-B8F48E2DBBDE}" destId="{AF95DBA8-971C-4C06-8E36-9B9ED16D5EA6}" srcOrd="1" destOrd="0" presId="urn:microsoft.com/office/officeart/2005/8/layout/hierarchy2"/>
    <dgm:cxn modelId="{D08E7C5C-0BE6-42A3-BC33-D23E5083C411}" type="presParOf" srcId="{AF95DBA8-971C-4C06-8E36-9B9ED16D5EA6}" destId="{38EEE5AA-614C-4A1E-8CD7-F9A0BA29C162}" srcOrd="0" destOrd="0" presId="urn:microsoft.com/office/officeart/2005/8/layout/hierarchy2"/>
    <dgm:cxn modelId="{C3BE91C0-DD8C-4DE6-B388-9CAE931DA3BE}" type="presParOf" srcId="{38EEE5AA-614C-4A1E-8CD7-F9A0BA29C162}" destId="{CBA225E5-DD7B-491F-84AB-CFD3D932A245}" srcOrd="0" destOrd="0" presId="urn:microsoft.com/office/officeart/2005/8/layout/hierarchy2"/>
    <dgm:cxn modelId="{FCF08A89-EA91-4C40-8597-CB2DA7A72704}" type="presParOf" srcId="{AF95DBA8-971C-4C06-8E36-9B9ED16D5EA6}" destId="{FCA66FE7-9ABF-4D32-B741-B24E4C5FFE2F}" srcOrd="1" destOrd="0" presId="urn:microsoft.com/office/officeart/2005/8/layout/hierarchy2"/>
    <dgm:cxn modelId="{F972D1D5-59E4-43F5-950F-79165B41DAF4}" type="presParOf" srcId="{FCA66FE7-9ABF-4D32-B741-B24E4C5FFE2F}" destId="{F24FEADD-92A2-48B1-9198-F3F575D76428}" srcOrd="0" destOrd="0" presId="urn:microsoft.com/office/officeart/2005/8/layout/hierarchy2"/>
    <dgm:cxn modelId="{4825A94F-175F-4E01-A57A-56CC42E446B3}" type="presParOf" srcId="{FCA66FE7-9ABF-4D32-B741-B24E4C5FFE2F}" destId="{E8B6662C-1349-44FC-9BC3-BDD9B52DC9E9}"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D91EC2-FD99-4DD2-8A4E-4119A499124D}" type="doc">
      <dgm:prSet loTypeId="urn:microsoft.com/office/officeart/2005/8/layout/hierarchy2" loCatId="hierarchy" qsTypeId="urn:microsoft.com/office/officeart/2005/8/quickstyle/simple3" qsCatId="simple" csTypeId="urn:microsoft.com/office/officeart/2005/8/colors/accent2_1" csCatId="accent2" phldr="1"/>
      <dgm:spPr/>
      <dgm:t>
        <a:bodyPr/>
        <a:lstStyle/>
        <a:p>
          <a:endParaRPr lang="en-US"/>
        </a:p>
      </dgm:t>
    </dgm:pt>
    <dgm:pt modelId="{9D001A31-5FF2-47C4-BEFB-0CD4865B9F4B}">
      <dgm:prSet phldrT="[Text]"/>
      <dgm:spPr>
        <a:solidFill>
          <a:srgbClr val="FEC000"/>
        </a:solidFill>
      </dgm:spPr>
      <dgm:t>
        <a:bodyPr/>
        <a:lstStyle/>
        <a:p>
          <a:r>
            <a:rPr lang="en-US" dirty="0"/>
            <a:t>items</a:t>
          </a:r>
        </a:p>
      </dgm:t>
    </dgm:pt>
    <dgm:pt modelId="{CADAC52C-A335-4640-81D3-58F557F80636}" type="parTrans" cxnId="{24FF43A5-B847-4D4A-B9BC-4A81046333B6}">
      <dgm:prSet/>
      <dgm:spPr/>
      <dgm:t>
        <a:bodyPr/>
        <a:lstStyle/>
        <a:p>
          <a:endParaRPr lang="en-US"/>
        </a:p>
      </dgm:t>
    </dgm:pt>
    <dgm:pt modelId="{1D0D2468-5497-49BD-B064-8AE823B0CD10}" type="sibTrans" cxnId="{24FF43A5-B847-4D4A-B9BC-4A81046333B6}">
      <dgm:prSet/>
      <dgm:spPr/>
      <dgm:t>
        <a:bodyPr/>
        <a:lstStyle/>
        <a:p>
          <a:endParaRPr lang="en-US"/>
        </a:p>
      </dgm:t>
    </dgm:pt>
    <dgm:pt modelId="{0F1CAC59-8C34-440F-9C15-A21D92375358}">
      <dgm:prSet phldrT="[Text]"/>
      <dgm:spPr>
        <a:solidFill>
          <a:srgbClr val="FEC000"/>
        </a:solidFill>
      </dgm:spPr>
      <dgm:t>
        <a:bodyPr/>
        <a:lstStyle/>
        <a:p>
          <a:r>
            <a:rPr lang="en-US" dirty="0"/>
            <a:t>item[1]</a:t>
          </a:r>
        </a:p>
      </dgm:t>
    </dgm:pt>
    <dgm:pt modelId="{E068BFC3-63EF-444A-9B0E-2EA1A9578DEA}" type="parTrans" cxnId="{8E965DCC-3C82-4F49-86AB-3A053913DDD6}">
      <dgm:prSet/>
      <dgm:spPr/>
      <dgm:t>
        <a:bodyPr/>
        <a:lstStyle/>
        <a:p>
          <a:endParaRPr lang="en-US"/>
        </a:p>
      </dgm:t>
    </dgm:pt>
    <dgm:pt modelId="{04EE0BC2-16BE-421F-AFBA-3E03897344B9}" type="sibTrans" cxnId="{8E965DCC-3C82-4F49-86AB-3A053913DDD6}">
      <dgm:prSet/>
      <dgm:spPr/>
      <dgm:t>
        <a:bodyPr/>
        <a:lstStyle/>
        <a:p>
          <a:endParaRPr lang="en-US"/>
        </a:p>
      </dgm:t>
    </dgm:pt>
    <dgm:pt modelId="{DAD7B0D0-D151-48C9-9034-C5633BECF19F}">
      <dgm:prSet phldrT="[Text]"/>
      <dgm:spPr>
        <a:solidFill>
          <a:srgbClr val="FEC000"/>
        </a:solidFill>
      </dgm:spPr>
      <dgm:t>
        <a:bodyPr/>
        <a:lstStyle/>
        <a:p>
          <a:r>
            <a:rPr lang="en-US" dirty="0"/>
            <a:t>product</a:t>
          </a:r>
        </a:p>
      </dgm:t>
    </dgm:pt>
    <dgm:pt modelId="{C01F516E-0CA0-482A-8640-87379BA88B34}" type="parTrans" cxnId="{3F3B736E-7FA8-42CC-8DF4-EF86F56BC4B8}">
      <dgm:prSet/>
      <dgm:spPr/>
      <dgm:t>
        <a:bodyPr/>
        <a:lstStyle/>
        <a:p>
          <a:endParaRPr lang="en-US"/>
        </a:p>
      </dgm:t>
    </dgm:pt>
    <dgm:pt modelId="{9BE5CD8F-8231-4837-B70C-596C60003E3B}" type="sibTrans" cxnId="{3F3B736E-7FA8-42CC-8DF4-EF86F56BC4B8}">
      <dgm:prSet/>
      <dgm:spPr/>
      <dgm:t>
        <a:bodyPr/>
        <a:lstStyle/>
        <a:p>
          <a:endParaRPr lang="en-US"/>
        </a:p>
      </dgm:t>
    </dgm:pt>
    <dgm:pt modelId="{24BE358B-389D-43E0-B756-30B5E2AE7A93}">
      <dgm:prSet phldrT="[Text]"/>
      <dgm:spPr/>
      <dgm:t>
        <a:bodyPr/>
        <a:lstStyle/>
        <a:p>
          <a:r>
            <a:rPr lang="en-US" dirty="0"/>
            <a:t>quantity</a:t>
          </a:r>
        </a:p>
      </dgm:t>
    </dgm:pt>
    <dgm:pt modelId="{2D555692-6565-42E1-B78E-2EA50719E64A}" type="parTrans" cxnId="{E1A86C48-B1C6-477F-B8ED-4319382F0F39}">
      <dgm:prSet/>
      <dgm:spPr/>
      <dgm:t>
        <a:bodyPr/>
        <a:lstStyle/>
        <a:p>
          <a:endParaRPr lang="en-US"/>
        </a:p>
      </dgm:t>
    </dgm:pt>
    <dgm:pt modelId="{12BEB6AF-F7EF-4A2F-B6B5-DABC62ABAB08}" type="sibTrans" cxnId="{E1A86C48-B1C6-477F-B8ED-4319382F0F39}">
      <dgm:prSet/>
      <dgm:spPr/>
      <dgm:t>
        <a:bodyPr/>
        <a:lstStyle/>
        <a:p>
          <a:endParaRPr lang="en-US"/>
        </a:p>
      </dgm:t>
    </dgm:pt>
    <dgm:pt modelId="{3E633B72-4DEF-4719-A5C6-59010B3CD78E}">
      <dgm:prSet phldrT="[Text]"/>
      <dgm:spPr/>
      <dgm:t>
        <a:bodyPr/>
        <a:lstStyle/>
        <a:p>
          <a:r>
            <a:rPr lang="en-US" dirty="0"/>
            <a:t>item[2]</a:t>
          </a:r>
        </a:p>
      </dgm:t>
    </dgm:pt>
    <dgm:pt modelId="{0131EB98-A0F6-4343-8F56-0F631E8217E0}" type="parTrans" cxnId="{FAA21961-CC19-4706-AA85-9F21EC209328}">
      <dgm:prSet/>
      <dgm:spPr/>
      <dgm:t>
        <a:bodyPr/>
        <a:lstStyle/>
        <a:p>
          <a:endParaRPr lang="en-US"/>
        </a:p>
      </dgm:t>
    </dgm:pt>
    <dgm:pt modelId="{98488EA6-2EC4-4AFF-834A-327D454F1F92}" type="sibTrans" cxnId="{FAA21961-CC19-4706-AA85-9F21EC209328}">
      <dgm:prSet/>
      <dgm:spPr/>
      <dgm:t>
        <a:bodyPr/>
        <a:lstStyle/>
        <a:p>
          <a:endParaRPr lang="en-US"/>
        </a:p>
      </dgm:t>
    </dgm:pt>
    <dgm:pt modelId="{8809FA99-33ED-4028-8588-AE510462E8FD}">
      <dgm:prSet phldrT="[Text]"/>
      <dgm:spPr/>
      <dgm:t>
        <a:bodyPr/>
        <a:lstStyle/>
        <a:p>
          <a:r>
            <a:rPr lang="en-US" dirty="0"/>
            <a:t>product</a:t>
          </a:r>
        </a:p>
      </dgm:t>
    </dgm:pt>
    <dgm:pt modelId="{473D548F-4760-4CA7-9C6E-F88B6FFE2F1F}" type="parTrans" cxnId="{A7E1ED30-95B8-4BF5-B985-2F9A1352516E}">
      <dgm:prSet/>
      <dgm:spPr/>
      <dgm:t>
        <a:bodyPr/>
        <a:lstStyle/>
        <a:p>
          <a:endParaRPr lang="en-US"/>
        </a:p>
      </dgm:t>
    </dgm:pt>
    <dgm:pt modelId="{B0D78E2A-14C2-4B9E-B81D-27A6441A28C3}" type="sibTrans" cxnId="{A7E1ED30-95B8-4BF5-B985-2F9A1352516E}">
      <dgm:prSet/>
      <dgm:spPr/>
      <dgm:t>
        <a:bodyPr/>
        <a:lstStyle/>
        <a:p>
          <a:endParaRPr lang="en-US"/>
        </a:p>
      </dgm:t>
    </dgm:pt>
    <dgm:pt modelId="{25DEA1DF-7622-4474-9765-E8D2E33A7EBA}">
      <dgm:prSet phldrT="[Text]"/>
      <dgm:spPr/>
      <dgm:t>
        <a:bodyPr/>
        <a:lstStyle/>
        <a:p>
          <a:r>
            <a:rPr lang="en-US" dirty="0"/>
            <a:t>quantity</a:t>
          </a:r>
        </a:p>
      </dgm:t>
    </dgm:pt>
    <dgm:pt modelId="{D47A5805-1A5F-48EC-8F20-DDBE8AF282F8}" type="parTrans" cxnId="{C0C1BF5D-ACFD-4F79-92AD-51651E806707}">
      <dgm:prSet/>
      <dgm:spPr/>
      <dgm:t>
        <a:bodyPr/>
        <a:lstStyle/>
        <a:p>
          <a:endParaRPr lang="en-US"/>
        </a:p>
      </dgm:t>
    </dgm:pt>
    <dgm:pt modelId="{4666B7DC-DBDC-4E8E-A932-BAD63807D00E}" type="sibTrans" cxnId="{C0C1BF5D-ACFD-4F79-92AD-51651E806707}">
      <dgm:prSet/>
      <dgm:spPr/>
      <dgm:t>
        <a:bodyPr/>
        <a:lstStyle/>
        <a:p>
          <a:endParaRPr lang="en-US"/>
        </a:p>
      </dgm:t>
    </dgm:pt>
    <dgm:pt modelId="{76146321-E400-43AC-9D55-F469DCF78859}">
      <dgm:prSet phldrT="[Text]"/>
      <dgm:spPr/>
      <dgm:t>
        <a:bodyPr/>
        <a:lstStyle/>
        <a:p>
          <a:r>
            <a:rPr lang="en-US" dirty="0"/>
            <a:t>description</a:t>
          </a:r>
        </a:p>
      </dgm:t>
    </dgm:pt>
    <dgm:pt modelId="{2C76DFB1-B549-4C5F-A730-4FF76F9076A8}" type="parTrans" cxnId="{C9CBE24B-4AF0-4428-973B-A8AA57D5E22A}">
      <dgm:prSet/>
      <dgm:spPr/>
      <dgm:t>
        <a:bodyPr/>
        <a:lstStyle/>
        <a:p>
          <a:endParaRPr lang="en-US"/>
        </a:p>
      </dgm:t>
    </dgm:pt>
    <dgm:pt modelId="{BFE8B054-F0CB-435E-8794-F8BFA348ED68}" type="sibTrans" cxnId="{C9CBE24B-4AF0-4428-973B-A8AA57D5E22A}">
      <dgm:prSet/>
      <dgm:spPr/>
      <dgm:t>
        <a:bodyPr/>
        <a:lstStyle/>
        <a:p>
          <a:endParaRPr lang="en-US"/>
        </a:p>
      </dgm:t>
    </dgm:pt>
    <dgm:pt modelId="{AA93FC7C-60A1-40AF-9A53-3A781E38429B}">
      <dgm:prSet phldrT="[Text]"/>
      <dgm:spPr>
        <a:solidFill>
          <a:srgbClr val="FEC000"/>
        </a:solidFill>
      </dgm:spPr>
      <dgm:t>
        <a:bodyPr/>
        <a:lstStyle/>
        <a:p>
          <a:r>
            <a:rPr lang="en-US" dirty="0"/>
            <a:t>price</a:t>
          </a:r>
        </a:p>
      </dgm:t>
    </dgm:pt>
    <dgm:pt modelId="{22267AA6-9C8D-44DF-A73B-4C97ADC5C04D}" type="parTrans" cxnId="{38F05CB2-1A07-4FD3-9A2B-97827B35B119}">
      <dgm:prSet/>
      <dgm:spPr/>
      <dgm:t>
        <a:bodyPr/>
        <a:lstStyle/>
        <a:p>
          <a:endParaRPr lang="en-US"/>
        </a:p>
      </dgm:t>
    </dgm:pt>
    <dgm:pt modelId="{4DB6242D-42F2-4CE0-9D10-3E0F989E3186}" type="sibTrans" cxnId="{38F05CB2-1A07-4FD3-9A2B-97827B35B119}">
      <dgm:prSet/>
      <dgm:spPr/>
      <dgm:t>
        <a:bodyPr/>
        <a:lstStyle/>
        <a:p>
          <a:endParaRPr lang="en-US"/>
        </a:p>
      </dgm:t>
    </dgm:pt>
    <dgm:pt modelId="{900E5103-AFA5-4527-909F-22CB9BB591EA}">
      <dgm:prSet phldrT="[Text]"/>
      <dgm:spPr/>
      <dgm:t>
        <a:bodyPr/>
        <a:lstStyle/>
        <a:p>
          <a:r>
            <a:rPr lang="en-US" dirty="0"/>
            <a:t>description</a:t>
          </a:r>
        </a:p>
      </dgm:t>
    </dgm:pt>
    <dgm:pt modelId="{47704A63-8182-4301-A1FA-59CE60E97E7E}" type="parTrans" cxnId="{5B4C830F-2AD3-4B4F-8B6B-FCCF0BC9679D}">
      <dgm:prSet/>
      <dgm:spPr/>
      <dgm:t>
        <a:bodyPr/>
        <a:lstStyle/>
        <a:p>
          <a:endParaRPr lang="en-US"/>
        </a:p>
      </dgm:t>
    </dgm:pt>
    <dgm:pt modelId="{A6C3998D-6B23-424F-812A-5A9EDA1A75B2}" type="sibTrans" cxnId="{5B4C830F-2AD3-4B4F-8B6B-FCCF0BC9679D}">
      <dgm:prSet/>
      <dgm:spPr/>
      <dgm:t>
        <a:bodyPr/>
        <a:lstStyle/>
        <a:p>
          <a:endParaRPr lang="en-US"/>
        </a:p>
      </dgm:t>
    </dgm:pt>
    <dgm:pt modelId="{0E5F958F-E7ED-4ED5-9A05-07920DF271C8}">
      <dgm:prSet phldrT="[Text]"/>
      <dgm:spPr/>
      <dgm:t>
        <a:bodyPr/>
        <a:lstStyle/>
        <a:p>
          <a:r>
            <a:rPr lang="en-US" dirty="0"/>
            <a:t>price</a:t>
          </a:r>
        </a:p>
      </dgm:t>
    </dgm:pt>
    <dgm:pt modelId="{03A3BBEC-6A7D-4731-8AE4-3F6DF9360872}" type="parTrans" cxnId="{CCD8E771-0298-4722-9D37-07F366ED4CAD}">
      <dgm:prSet/>
      <dgm:spPr/>
      <dgm:t>
        <a:bodyPr/>
        <a:lstStyle/>
        <a:p>
          <a:endParaRPr lang="en-US"/>
        </a:p>
      </dgm:t>
    </dgm:pt>
    <dgm:pt modelId="{AE98A9D0-091B-4668-9248-F67B99C273D9}" type="sibTrans" cxnId="{CCD8E771-0298-4722-9D37-07F366ED4CAD}">
      <dgm:prSet/>
      <dgm:spPr/>
      <dgm:t>
        <a:bodyPr/>
        <a:lstStyle/>
        <a:p>
          <a:endParaRPr lang="en-US"/>
        </a:p>
      </dgm:t>
    </dgm:pt>
    <dgm:pt modelId="{81D8F7DB-A908-4F1D-9F40-FE19106AE74F}">
      <dgm:prSet phldrT="[Text]"/>
      <dgm:spPr/>
      <dgm:t>
        <a:bodyPr/>
        <a:lstStyle/>
        <a:p>
          <a:r>
            <a:rPr lang="en-US" dirty="0"/>
            <a:t>4-port Mini Hub</a:t>
          </a:r>
        </a:p>
      </dgm:t>
    </dgm:pt>
    <dgm:pt modelId="{57FC2A24-42A9-43D3-BDB0-B0315B9EF407}" type="parTrans" cxnId="{78EF6F1D-4F2F-4165-8246-B10F35EED0F8}">
      <dgm:prSet/>
      <dgm:spPr/>
      <dgm:t>
        <a:bodyPr/>
        <a:lstStyle/>
        <a:p>
          <a:endParaRPr lang="en-US"/>
        </a:p>
      </dgm:t>
    </dgm:pt>
    <dgm:pt modelId="{29C80A1B-F15E-4FA3-98B0-829F46687861}" type="sibTrans" cxnId="{78EF6F1D-4F2F-4165-8246-B10F35EED0F8}">
      <dgm:prSet/>
      <dgm:spPr/>
      <dgm:t>
        <a:bodyPr/>
        <a:lstStyle/>
        <a:p>
          <a:endParaRPr lang="en-US"/>
        </a:p>
      </dgm:t>
    </dgm:pt>
    <dgm:pt modelId="{8F7F0A65-E8E5-4965-9C91-E2415B03998E}">
      <dgm:prSet phldrT="[Text]"/>
      <dgm:spPr/>
      <dgm:t>
        <a:bodyPr/>
        <a:lstStyle/>
        <a:p>
          <a:r>
            <a:rPr lang="en-US" dirty="0"/>
            <a:t>19.95</a:t>
          </a:r>
        </a:p>
      </dgm:t>
    </dgm:pt>
    <dgm:pt modelId="{73EE21E4-1942-4748-B7C2-61D80D3D4D47}" type="parTrans" cxnId="{54A422D7-525A-46FC-99D7-D8C29B49EBC1}">
      <dgm:prSet/>
      <dgm:spPr/>
      <dgm:t>
        <a:bodyPr/>
        <a:lstStyle/>
        <a:p>
          <a:endParaRPr lang="en-US"/>
        </a:p>
      </dgm:t>
    </dgm:pt>
    <dgm:pt modelId="{3AC20CEA-1CEE-42C8-B94F-8C695DFAFB9F}" type="sibTrans" cxnId="{54A422D7-525A-46FC-99D7-D8C29B49EBC1}">
      <dgm:prSet/>
      <dgm:spPr/>
      <dgm:t>
        <a:bodyPr/>
        <a:lstStyle/>
        <a:p>
          <a:endParaRPr lang="en-US"/>
        </a:p>
      </dgm:t>
    </dgm:pt>
    <dgm:pt modelId="{4D1B5417-BD51-472F-A66F-4EADBB6FEF50}">
      <dgm:prSet phldrT="[Text]"/>
      <dgm:spPr/>
      <dgm:t>
        <a:bodyPr/>
        <a:lstStyle/>
        <a:p>
          <a:r>
            <a:rPr lang="en-US" dirty="0"/>
            <a:t>10</a:t>
          </a:r>
        </a:p>
      </dgm:t>
    </dgm:pt>
    <dgm:pt modelId="{098CD31D-163C-4E9F-A9C0-A75975CC9D76}" type="parTrans" cxnId="{171391A0-5780-4B4D-9EB9-0B8279FF21C9}">
      <dgm:prSet/>
      <dgm:spPr/>
      <dgm:t>
        <a:bodyPr/>
        <a:lstStyle/>
        <a:p>
          <a:endParaRPr lang="en-US"/>
        </a:p>
      </dgm:t>
    </dgm:pt>
    <dgm:pt modelId="{B41A0DD5-3226-4B78-BC8E-C1CBE3A6BA3E}" type="sibTrans" cxnId="{171391A0-5780-4B4D-9EB9-0B8279FF21C9}">
      <dgm:prSet/>
      <dgm:spPr/>
      <dgm:t>
        <a:bodyPr/>
        <a:lstStyle/>
        <a:p>
          <a:endParaRPr lang="en-US"/>
        </a:p>
      </dgm:t>
    </dgm:pt>
    <dgm:pt modelId="{7A9D31ED-2194-4161-BE4B-662A554F1E7C}">
      <dgm:prSet phldrT="[Text]"/>
      <dgm:spPr/>
      <dgm:t>
        <a:bodyPr/>
        <a:lstStyle/>
        <a:p>
          <a:r>
            <a:rPr lang="en-US" dirty="0"/>
            <a:t>Ink Jet Refill</a:t>
          </a:r>
        </a:p>
      </dgm:t>
    </dgm:pt>
    <dgm:pt modelId="{4AAB876B-86B5-4BA8-BFF7-BF24B6C20E11}" type="parTrans" cxnId="{519ABB29-380A-4B68-8289-17D45DB8F57B}">
      <dgm:prSet/>
      <dgm:spPr/>
      <dgm:t>
        <a:bodyPr/>
        <a:lstStyle/>
        <a:p>
          <a:endParaRPr lang="en-US"/>
        </a:p>
      </dgm:t>
    </dgm:pt>
    <dgm:pt modelId="{508E142B-3704-4B2A-8791-40EAE8606FB3}" type="sibTrans" cxnId="{519ABB29-380A-4B68-8289-17D45DB8F57B}">
      <dgm:prSet/>
      <dgm:spPr/>
      <dgm:t>
        <a:bodyPr/>
        <a:lstStyle/>
        <a:p>
          <a:endParaRPr lang="en-US"/>
        </a:p>
      </dgm:t>
    </dgm:pt>
    <dgm:pt modelId="{44ED0E1E-3F87-40FF-A295-60FFA501AD26}">
      <dgm:prSet phldrT="[Text]"/>
      <dgm:spPr/>
      <dgm:t>
        <a:bodyPr/>
        <a:lstStyle/>
        <a:p>
          <a:r>
            <a:rPr lang="en-US" dirty="0"/>
            <a:t>29.95</a:t>
          </a:r>
        </a:p>
      </dgm:t>
    </dgm:pt>
    <dgm:pt modelId="{5EB6FB69-536D-42C9-999E-07FC78F6DAD6}" type="parTrans" cxnId="{1BA5F172-1671-4753-BD9D-25709712412F}">
      <dgm:prSet/>
      <dgm:spPr/>
      <dgm:t>
        <a:bodyPr/>
        <a:lstStyle/>
        <a:p>
          <a:endParaRPr lang="en-US"/>
        </a:p>
      </dgm:t>
    </dgm:pt>
    <dgm:pt modelId="{D0F53AE8-2997-49CA-9728-B3287B2AEDFE}" type="sibTrans" cxnId="{1BA5F172-1671-4753-BD9D-25709712412F}">
      <dgm:prSet/>
      <dgm:spPr/>
      <dgm:t>
        <a:bodyPr/>
        <a:lstStyle/>
        <a:p>
          <a:endParaRPr lang="en-US"/>
        </a:p>
      </dgm:t>
    </dgm:pt>
    <dgm:pt modelId="{184BD3A1-0DBF-4D0D-9F74-89948692C629}">
      <dgm:prSet phldrT="[Text]"/>
      <dgm:spPr/>
      <dgm:t>
        <a:bodyPr/>
        <a:lstStyle/>
        <a:p>
          <a:r>
            <a:rPr lang="en-US" dirty="0"/>
            <a:t>8</a:t>
          </a:r>
        </a:p>
      </dgm:t>
    </dgm:pt>
    <dgm:pt modelId="{9BF3AD8F-A2B7-4DFF-9220-DBB54E28D2C5}" type="parTrans" cxnId="{451F5F63-5BFF-4E22-BCCB-07A73E6B70D2}">
      <dgm:prSet/>
      <dgm:spPr/>
      <dgm:t>
        <a:bodyPr/>
        <a:lstStyle/>
        <a:p>
          <a:endParaRPr lang="en-US"/>
        </a:p>
      </dgm:t>
    </dgm:pt>
    <dgm:pt modelId="{524FDE77-E19A-4589-B4B9-88B12D39D8AB}" type="sibTrans" cxnId="{451F5F63-5BFF-4E22-BCCB-07A73E6B70D2}">
      <dgm:prSet/>
      <dgm:spPr/>
      <dgm:t>
        <a:bodyPr/>
        <a:lstStyle/>
        <a:p>
          <a:endParaRPr lang="en-US"/>
        </a:p>
      </dgm:t>
    </dgm:pt>
    <dgm:pt modelId="{94BEF724-0592-404E-A1C8-6C72A1C58C94}" type="pres">
      <dgm:prSet presAssocID="{52D91EC2-FD99-4DD2-8A4E-4119A499124D}" presName="diagram" presStyleCnt="0">
        <dgm:presLayoutVars>
          <dgm:chPref val="1"/>
          <dgm:dir/>
          <dgm:animOne val="branch"/>
          <dgm:animLvl val="lvl"/>
          <dgm:resizeHandles val="exact"/>
        </dgm:presLayoutVars>
      </dgm:prSet>
      <dgm:spPr/>
    </dgm:pt>
    <dgm:pt modelId="{9197A4E0-8938-45E4-ABF5-5CE713275E50}" type="pres">
      <dgm:prSet presAssocID="{9D001A31-5FF2-47C4-BEFB-0CD4865B9F4B}" presName="root1" presStyleCnt="0"/>
      <dgm:spPr/>
    </dgm:pt>
    <dgm:pt modelId="{6AF24ED8-0B8A-43A5-AA22-AABE53BC48C6}" type="pres">
      <dgm:prSet presAssocID="{9D001A31-5FF2-47C4-BEFB-0CD4865B9F4B}" presName="LevelOneTextNode" presStyleLbl="node0" presStyleIdx="0" presStyleCnt="1">
        <dgm:presLayoutVars>
          <dgm:chPref val="3"/>
        </dgm:presLayoutVars>
      </dgm:prSet>
      <dgm:spPr/>
    </dgm:pt>
    <dgm:pt modelId="{C70B229D-9000-4255-8A66-753005A05D6A}" type="pres">
      <dgm:prSet presAssocID="{9D001A31-5FF2-47C4-BEFB-0CD4865B9F4B}" presName="level2hierChild" presStyleCnt="0"/>
      <dgm:spPr/>
    </dgm:pt>
    <dgm:pt modelId="{E2F51CB5-29C9-4484-9390-6489AC23E886}" type="pres">
      <dgm:prSet presAssocID="{E068BFC3-63EF-444A-9B0E-2EA1A9578DEA}" presName="conn2-1" presStyleLbl="parChTrans1D2" presStyleIdx="0" presStyleCnt="2"/>
      <dgm:spPr/>
    </dgm:pt>
    <dgm:pt modelId="{81C195C9-6C73-439A-B669-264DFAF78569}" type="pres">
      <dgm:prSet presAssocID="{E068BFC3-63EF-444A-9B0E-2EA1A9578DEA}" presName="connTx" presStyleLbl="parChTrans1D2" presStyleIdx="0" presStyleCnt="2"/>
      <dgm:spPr/>
    </dgm:pt>
    <dgm:pt modelId="{2E182A37-F8D1-41E1-B92D-891B0FE7306D}" type="pres">
      <dgm:prSet presAssocID="{0F1CAC59-8C34-440F-9C15-A21D92375358}" presName="root2" presStyleCnt="0"/>
      <dgm:spPr/>
    </dgm:pt>
    <dgm:pt modelId="{9F907E21-2C27-48BE-9675-DAA3F154F3C7}" type="pres">
      <dgm:prSet presAssocID="{0F1CAC59-8C34-440F-9C15-A21D92375358}" presName="LevelTwoTextNode" presStyleLbl="node2" presStyleIdx="0" presStyleCnt="2">
        <dgm:presLayoutVars>
          <dgm:chPref val="3"/>
        </dgm:presLayoutVars>
      </dgm:prSet>
      <dgm:spPr/>
    </dgm:pt>
    <dgm:pt modelId="{2F9C265F-F859-495A-909C-F562EE0B8973}" type="pres">
      <dgm:prSet presAssocID="{0F1CAC59-8C34-440F-9C15-A21D92375358}" presName="level3hierChild" presStyleCnt="0"/>
      <dgm:spPr/>
    </dgm:pt>
    <dgm:pt modelId="{A34A0074-50A2-4BAD-A5BE-BC030552DA10}" type="pres">
      <dgm:prSet presAssocID="{C01F516E-0CA0-482A-8640-87379BA88B34}" presName="conn2-1" presStyleLbl="parChTrans1D3" presStyleIdx="0" presStyleCnt="4"/>
      <dgm:spPr/>
    </dgm:pt>
    <dgm:pt modelId="{5C483B9A-3360-4162-BE06-81E562ED2561}" type="pres">
      <dgm:prSet presAssocID="{C01F516E-0CA0-482A-8640-87379BA88B34}" presName="connTx" presStyleLbl="parChTrans1D3" presStyleIdx="0" presStyleCnt="4"/>
      <dgm:spPr/>
    </dgm:pt>
    <dgm:pt modelId="{EB209AC2-8C12-4B77-8BD9-F6D388502B98}" type="pres">
      <dgm:prSet presAssocID="{DAD7B0D0-D151-48C9-9034-C5633BECF19F}" presName="root2" presStyleCnt="0"/>
      <dgm:spPr/>
    </dgm:pt>
    <dgm:pt modelId="{E78237B8-8CEF-4C86-ABD2-7DDB6AB05F03}" type="pres">
      <dgm:prSet presAssocID="{DAD7B0D0-D151-48C9-9034-C5633BECF19F}" presName="LevelTwoTextNode" presStyleLbl="node3" presStyleIdx="0" presStyleCnt="4">
        <dgm:presLayoutVars>
          <dgm:chPref val="3"/>
        </dgm:presLayoutVars>
      </dgm:prSet>
      <dgm:spPr/>
    </dgm:pt>
    <dgm:pt modelId="{2EB1D35E-D708-49BD-BFD4-B1462445ABC3}" type="pres">
      <dgm:prSet presAssocID="{DAD7B0D0-D151-48C9-9034-C5633BECF19F}" presName="level3hierChild" presStyleCnt="0"/>
      <dgm:spPr/>
    </dgm:pt>
    <dgm:pt modelId="{631B9DB0-3FB2-4362-9EC5-419811C49497}" type="pres">
      <dgm:prSet presAssocID="{2C76DFB1-B549-4C5F-A730-4FF76F9076A8}" presName="conn2-1" presStyleLbl="parChTrans1D4" presStyleIdx="0" presStyleCnt="10"/>
      <dgm:spPr/>
    </dgm:pt>
    <dgm:pt modelId="{043219BA-D5D9-4271-A12F-7A521562F949}" type="pres">
      <dgm:prSet presAssocID="{2C76DFB1-B549-4C5F-A730-4FF76F9076A8}" presName="connTx" presStyleLbl="parChTrans1D4" presStyleIdx="0" presStyleCnt="10"/>
      <dgm:spPr/>
    </dgm:pt>
    <dgm:pt modelId="{C46EDD85-74B8-4539-A529-2D1EF40B7F05}" type="pres">
      <dgm:prSet presAssocID="{76146321-E400-43AC-9D55-F469DCF78859}" presName="root2" presStyleCnt="0"/>
      <dgm:spPr/>
    </dgm:pt>
    <dgm:pt modelId="{B1958EB5-6FBD-47E1-830C-CFB8006FFBF0}" type="pres">
      <dgm:prSet presAssocID="{76146321-E400-43AC-9D55-F469DCF78859}" presName="LevelTwoTextNode" presStyleLbl="node4" presStyleIdx="0" presStyleCnt="10">
        <dgm:presLayoutVars>
          <dgm:chPref val="3"/>
        </dgm:presLayoutVars>
      </dgm:prSet>
      <dgm:spPr/>
    </dgm:pt>
    <dgm:pt modelId="{7A817291-A83E-41C5-BA01-C049754AB9DF}" type="pres">
      <dgm:prSet presAssocID="{76146321-E400-43AC-9D55-F469DCF78859}" presName="level3hierChild" presStyleCnt="0"/>
      <dgm:spPr/>
    </dgm:pt>
    <dgm:pt modelId="{76051F0E-D3D0-4C90-A02E-9DD32D00D19F}" type="pres">
      <dgm:prSet presAssocID="{4AAB876B-86B5-4BA8-BFF7-BF24B6C20E11}" presName="conn2-1" presStyleLbl="parChTrans1D4" presStyleIdx="1" presStyleCnt="10"/>
      <dgm:spPr/>
    </dgm:pt>
    <dgm:pt modelId="{0494AABB-7457-4290-82ED-AACC3D2BED91}" type="pres">
      <dgm:prSet presAssocID="{4AAB876B-86B5-4BA8-BFF7-BF24B6C20E11}" presName="connTx" presStyleLbl="parChTrans1D4" presStyleIdx="1" presStyleCnt="10"/>
      <dgm:spPr/>
    </dgm:pt>
    <dgm:pt modelId="{F4942B82-E5AF-47DC-A182-739486322952}" type="pres">
      <dgm:prSet presAssocID="{7A9D31ED-2194-4161-BE4B-662A554F1E7C}" presName="root2" presStyleCnt="0"/>
      <dgm:spPr/>
    </dgm:pt>
    <dgm:pt modelId="{F591980B-A5C7-4519-82EB-21654BA10CC4}" type="pres">
      <dgm:prSet presAssocID="{7A9D31ED-2194-4161-BE4B-662A554F1E7C}" presName="LevelTwoTextNode" presStyleLbl="node4" presStyleIdx="1" presStyleCnt="10">
        <dgm:presLayoutVars>
          <dgm:chPref val="3"/>
        </dgm:presLayoutVars>
      </dgm:prSet>
      <dgm:spPr/>
    </dgm:pt>
    <dgm:pt modelId="{2FE5FFC8-7E9D-4009-80C7-1564575F7CB2}" type="pres">
      <dgm:prSet presAssocID="{7A9D31ED-2194-4161-BE4B-662A554F1E7C}" presName="level3hierChild" presStyleCnt="0"/>
      <dgm:spPr/>
    </dgm:pt>
    <dgm:pt modelId="{C43FF4C0-4923-47F6-A154-06544EC9DB1E}" type="pres">
      <dgm:prSet presAssocID="{22267AA6-9C8D-44DF-A73B-4C97ADC5C04D}" presName="conn2-1" presStyleLbl="parChTrans1D4" presStyleIdx="2" presStyleCnt="10"/>
      <dgm:spPr/>
    </dgm:pt>
    <dgm:pt modelId="{B89724A9-DF35-4790-B330-A199665EF0D0}" type="pres">
      <dgm:prSet presAssocID="{22267AA6-9C8D-44DF-A73B-4C97ADC5C04D}" presName="connTx" presStyleLbl="parChTrans1D4" presStyleIdx="2" presStyleCnt="10"/>
      <dgm:spPr/>
    </dgm:pt>
    <dgm:pt modelId="{83912B5E-9CEC-48B2-A93D-C188CCA3CB58}" type="pres">
      <dgm:prSet presAssocID="{AA93FC7C-60A1-40AF-9A53-3A781E38429B}" presName="root2" presStyleCnt="0"/>
      <dgm:spPr/>
    </dgm:pt>
    <dgm:pt modelId="{33CCF843-C473-4339-90D9-97780C154942}" type="pres">
      <dgm:prSet presAssocID="{AA93FC7C-60A1-40AF-9A53-3A781E38429B}" presName="LevelTwoTextNode" presStyleLbl="node4" presStyleIdx="2" presStyleCnt="10">
        <dgm:presLayoutVars>
          <dgm:chPref val="3"/>
        </dgm:presLayoutVars>
      </dgm:prSet>
      <dgm:spPr/>
    </dgm:pt>
    <dgm:pt modelId="{BB3E2C30-A6D3-4889-902B-4EA4680A181D}" type="pres">
      <dgm:prSet presAssocID="{AA93FC7C-60A1-40AF-9A53-3A781E38429B}" presName="level3hierChild" presStyleCnt="0"/>
      <dgm:spPr/>
    </dgm:pt>
    <dgm:pt modelId="{4A7F0A13-C592-46FA-9AC0-BB3F4CD9D942}" type="pres">
      <dgm:prSet presAssocID="{5EB6FB69-536D-42C9-999E-07FC78F6DAD6}" presName="conn2-1" presStyleLbl="parChTrans1D4" presStyleIdx="3" presStyleCnt="10"/>
      <dgm:spPr/>
    </dgm:pt>
    <dgm:pt modelId="{77B0C3CE-73A7-456A-BBD4-694AD64356B4}" type="pres">
      <dgm:prSet presAssocID="{5EB6FB69-536D-42C9-999E-07FC78F6DAD6}" presName="connTx" presStyleLbl="parChTrans1D4" presStyleIdx="3" presStyleCnt="10"/>
      <dgm:spPr/>
    </dgm:pt>
    <dgm:pt modelId="{860F5D21-1625-4830-A877-CE33581787FD}" type="pres">
      <dgm:prSet presAssocID="{44ED0E1E-3F87-40FF-A295-60FFA501AD26}" presName="root2" presStyleCnt="0"/>
      <dgm:spPr/>
    </dgm:pt>
    <dgm:pt modelId="{DDF768B8-AC71-4EF1-B664-A4A87F56B4AA}" type="pres">
      <dgm:prSet presAssocID="{44ED0E1E-3F87-40FF-A295-60FFA501AD26}" presName="LevelTwoTextNode" presStyleLbl="node4" presStyleIdx="3" presStyleCnt="10">
        <dgm:presLayoutVars>
          <dgm:chPref val="3"/>
        </dgm:presLayoutVars>
      </dgm:prSet>
      <dgm:spPr/>
    </dgm:pt>
    <dgm:pt modelId="{41DECB0A-514E-4F32-915D-0F7FFBFC98BA}" type="pres">
      <dgm:prSet presAssocID="{44ED0E1E-3F87-40FF-A295-60FFA501AD26}" presName="level3hierChild" presStyleCnt="0"/>
      <dgm:spPr/>
    </dgm:pt>
    <dgm:pt modelId="{41DDEE6B-6454-4F1B-BCD0-1D020D699779}" type="pres">
      <dgm:prSet presAssocID="{2D555692-6565-42E1-B78E-2EA50719E64A}" presName="conn2-1" presStyleLbl="parChTrans1D3" presStyleIdx="1" presStyleCnt="4"/>
      <dgm:spPr/>
    </dgm:pt>
    <dgm:pt modelId="{8FEF3F95-8EDF-4111-ADB1-B1C4B074D024}" type="pres">
      <dgm:prSet presAssocID="{2D555692-6565-42E1-B78E-2EA50719E64A}" presName="connTx" presStyleLbl="parChTrans1D3" presStyleIdx="1" presStyleCnt="4"/>
      <dgm:spPr/>
    </dgm:pt>
    <dgm:pt modelId="{72533C6A-6EEC-4C1C-961D-6C2FFB4831CA}" type="pres">
      <dgm:prSet presAssocID="{24BE358B-389D-43E0-B756-30B5E2AE7A93}" presName="root2" presStyleCnt="0"/>
      <dgm:spPr/>
    </dgm:pt>
    <dgm:pt modelId="{79C61CE4-91E0-4173-935B-B66EFD075413}" type="pres">
      <dgm:prSet presAssocID="{24BE358B-389D-43E0-B756-30B5E2AE7A93}" presName="LevelTwoTextNode" presStyleLbl="node3" presStyleIdx="1" presStyleCnt="4">
        <dgm:presLayoutVars>
          <dgm:chPref val="3"/>
        </dgm:presLayoutVars>
      </dgm:prSet>
      <dgm:spPr/>
    </dgm:pt>
    <dgm:pt modelId="{9C93ABF7-CF64-4969-9083-68FC4F241062}" type="pres">
      <dgm:prSet presAssocID="{24BE358B-389D-43E0-B756-30B5E2AE7A93}" presName="level3hierChild" presStyleCnt="0"/>
      <dgm:spPr/>
    </dgm:pt>
    <dgm:pt modelId="{8B1CDAF4-6B47-498C-A3D3-D00F84C33A60}" type="pres">
      <dgm:prSet presAssocID="{9BF3AD8F-A2B7-4DFF-9220-DBB54E28D2C5}" presName="conn2-1" presStyleLbl="parChTrans1D4" presStyleIdx="4" presStyleCnt="10"/>
      <dgm:spPr/>
    </dgm:pt>
    <dgm:pt modelId="{B2887A33-EACF-4EAD-ABDA-79B29D22E5CD}" type="pres">
      <dgm:prSet presAssocID="{9BF3AD8F-A2B7-4DFF-9220-DBB54E28D2C5}" presName="connTx" presStyleLbl="parChTrans1D4" presStyleIdx="4" presStyleCnt="10"/>
      <dgm:spPr/>
    </dgm:pt>
    <dgm:pt modelId="{FB084439-E2FB-4E21-BDE7-588996CD1978}" type="pres">
      <dgm:prSet presAssocID="{184BD3A1-0DBF-4D0D-9F74-89948692C629}" presName="root2" presStyleCnt="0"/>
      <dgm:spPr/>
    </dgm:pt>
    <dgm:pt modelId="{0D414D3A-E434-4B57-8CA3-871EAFAE720B}" type="pres">
      <dgm:prSet presAssocID="{184BD3A1-0DBF-4D0D-9F74-89948692C629}" presName="LevelTwoTextNode" presStyleLbl="node4" presStyleIdx="4" presStyleCnt="10">
        <dgm:presLayoutVars>
          <dgm:chPref val="3"/>
        </dgm:presLayoutVars>
      </dgm:prSet>
      <dgm:spPr/>
    </dgm:pt>
    <dgm:pt modelId="{F2909B62-38EB-43A5-9CED-5441ECA316FE}" type="pres">
      <dgm:prSet presAssocID="{184BD3A1-0DBF-4D0D-9F74-89948692C629}" presName="level3hierChild" presStyleCnt="0"/>
      <dgm:spPr/>
    </dgm:pt>
    <dgm:pt modelId="{20B6E78F-6463-433D-A780-177C8605B0AC}" type="pres">
      <dgm:prSet presAssocID="{0131EB98-A0F6-4343-8F56-0F631E8217E0}" presName="conn2-1" presStyleLbl="parChTrans1D2" presStyleIdx="1" presStyleCnt="2"/>
      <dgm:spPr/>
    </dgm:pt>
    <dgm:pt modelId="{EA7DEAE3-8A70-405A-90C8-61B4D6547A62}" type="pres">
      <dgm:prSet presAssocID="{0131EB98-A0F6-4343-8F56-0F631E8217E0}" presName="connTx" presStyleLbl="parChTrans1D2" presStyleIdx="1" presStyleCnt="2"/>
      <dgm:spPr/>
    </dgm:pt>
    <dgm:pt modelId="{7C216A23-AACF-4915-AA09-77CC6439FCB4}" type="pres">
      <dgm:prSet presAssocID="{3E633B72-4DEF-4719-A5C6-59010B3CD78E}" presName="root2" presStyleCnt="0"/>
      <dgm:spPr/>
    </dgm:pt>
    <dgm:pt modelId="{4AB76E73-FD37-4BCB-91F0-E14EEA280DD0}" type="pres">
      <dgm:prSet presAssocID="{3E633B72-4DEF-4719-A5C6-59010B3CD78E}" presName="LevelTwoTextNode" presStyleLbl="node2" presStyleIdx="1" presStyleCnt="2">
        <dgm:presLayoutVars>
          <dgm:chPref val="3"/>
        </dgm:presLayoutVars>
      </dgm:prSet>
      <dgm:spPr/>
    </dgm:pt>
    <dgm:pt modelId="{8BF8FDD8-1FAC-41C8-9BDA-CB09A87C5225}" type="pres">
      <dgm:prSet presAssocID="{3E633B72-4DEF-4719-A5C6-59010B3CD78E}" presName="level3hierChild" presStyleCnt="0"/>
      <dgm:spPr/>
    </dgm:pt>
    <dgm:pt modelId="{80405139-CAD6-4BB9-AB3C-F2C01A16173E}" type="pres">
      <dgm:prSet presAssocID="{473D548F-4760-4CA7-9C6E-F88B6FFE2F1F}" presName="conn2-1" presStyleLbl="parChTrans1D3" presStyleIdx="2" presStyleCnt="4"/>
      <dgm:spPr/>
    </dgm:pt>
    <dgm:pt modelId="{77A5E1B6-D83B-4268-A587-46C674539744}" type="pres">
      <dgm:prSet presAssocID="{473D548F-4760-4CA7-9C6E-F88B6FFE2F1F}" presName="connTx" presStyleLbl="parChTrans1D3" presStyleIdx="2" presStyleCnt="4"/>
      <dgm:spPr/>
    </dgm:pt>
    <dgm:pt modelId="{F0DA2771-0803-4CE3-85C4-553D788C69A0}" type="pres">
      <dgm:prSet presAssocID="{8809FA99-33ED-4028-8588-AE510462E8FD}" presName="root2" presStyleCnt="0"/>
      <dgm:spPr/>
    </dgm:pt>
    <dgm:pt modelId="{53FCDF1F-4712-48ED-9883-AB8B2E14F629}" type="pres">
      <dgm:prSet presAssocID="{8809FA99-33ED-4028-8588-AE510462E8FD}" presName="LevelTwoTextNode" presStyleLbl="node3" presStyleIdx="2" presStyleCnt="4">
        <dgm:presLayoutVars>
          <dgm:chPref val="3"/>
        </dgm:presLayoutVars>
      </dgm:prSet>
      <dgm:spPr/>
    </dgm:pt>
    <dgm:pt modelId="{0CB72ED4-1D18-4499-90AB-52194E34F156}" type="pres">
      <dgm:prSet presAssocID="{8809FA99-33ED-4028-8588-AE510462E8FD}" presName="level3hierChild" presStyleCnt="0"/>
      <dgm:spPr/>
    </dgm:pt>
    <dgm:pt modelId="{D6BC4544-A128-493C-B48F-A69D47332B0F}" type="pres">
      <dgm:prSet presAssocID="{47704A63-8182-4301-A1FA-59CE60E97E7E}" presName="conn2-1" presStyleLbl="parChTrans1D4" presStyleIdx="5" presStyleCnt="10"/>
      <dgm:spPr/>
    </dgm:pt>
    <dgm:pt modelId="{6B22FE9A-821E-459D-A9EF-18C6B92B8EF9}" type="pres">
      <dgm:prSet presAssocID="{47704A63-8182-4301-A1FA-59CE60E97E7E}" presName="connTx" presStyleLbl="parChTrans1D4" presStyleIdx="5" presStyleCnt="10"/>
      <dgm:spPr/>
    </dgm:pt>
    <dgm:pt modelId="{D8787A5F-D510-4565-8182-D4FC31AC6FEB}" type="pres">
      <dgm:prSet presAssocID="{900E5103-AFA5-4527-909F-22CB9BB591EA}" presName="root2" presStyleCnt="0"/>
      <dgm:spPr/>
    </dgm:pt>
    <dgm:pt modelId="{79DCCD26-8FE6-40FB-8E8B-9F563DD5D74C}" type="pres">
      <dgm:prSet presAssocID="{900E5103-AFA5-4527-909F-22CB9BB591EA}" presName="LevelTwoTextNode" presStyleLbl="node4" presStyleIdx="5" presStyleCnt="10">
        <dgm:presLayoutVars>
          <dgm:chPref val="3"/>
        </dgm:presLayoutVars>
      </dgm:prSet>
      <dgm:spPr/>
    </dgm:pt>
    <dgm:pt modelId="{2246A190-B1D1-4A49-AB69-C63F65A75853}" type="pres">
      <dgm:prSet presAssocID="{900E5103-AFA5-4527-909F-22CB9BB591EA}" presName="level3hierChild" presStyleCnt="0"/>
      <dgm:spPr/>
    </dgm:pt>
    <dgm:pt modelId="{6B8D5B8C-D7CE-4BB8-8B27-7DC6DFADD82D}" type="pres">
      <dgm:prSet presAssocID="{57FC2A24-42A9-43D3-BDB0-B0315B9EF407}" presName="conn2-1" presStyleLbl="parChTrans1D4" presStyleIdx="6" presStyleCnt="10"/>
      <dgm:spPr/>
    </dgm:pt>
    <dgm:pt modelId="{6682302D-CDE3-4500-BC32-234E40947C74}" type="pres">
      <dgm:prSet presAssocID="{57FC2A24-42A9-43D3-BDB0-B0315B9EF407}" presName="connTx" presStyleLbl="parChTrans1D4" presStyleIdx="6" presStyleCnt="10"/>
      <dgm:spPr/>
    </dgm:pt>
    <dgm:pt modelId="{8C17C8AF-F811-4B5A-A696-621BD1FDC5AE}" type="pres">
      <dgm:prSet presAssocID="{81D8F7DB-A908-4F1D-9F40-FE19106AE74F}" presName="root2" presStyleCnt="0"/>
      <dgm:spPr/>
    </dgm:pt>
    <dgm:pt modelId="{D0825D4D-BC1B-4B24-B906-3592FDFD0A11}" type="pres">
      <dgm:prSet presAssocID="{81D8F7DB-A908-4F1D-9F40-FE19106AE74F}" presName="LevelTwoTextNode" presStyleLbl="node4" presStyleIdx="6" presStyleCnt="10">
        <dgm:presLayoutVars>
          <dgm:chPref val="3"/>
        </dgm:presLayoutVars>
      </dgm:prSet>
      <dgm:spPr/>
    </dgm:pt>
    <dgm:pt modelId="{A6439D8A-D8DA-406F-A3DA-803BC295626F}" type="pres">
      <dgm:prSet presAssocID="{81D8F7DB-A908-4F1D-9F40-FE19106AE74F}" presName="level3hierChild" presStyleCnt="0"/>
      <dgm:spPr/>
    </dgm:pt>
    <dgm:pt modelId="{E8026277-4B12-4A44-B68F-D97D2411D551}" type="pres">
      <dgm:prSet presAssocID="{03A3BBEC-6A7D-4731-8AE4-3F6DF9360872}" presName="conn2-1" presStyleLbl="parChTrans1D4" presStyleIdx="7" presStyleCnt="10"/>
      <dgm:spPr/>
    </dgm:pt>
    <dgm:pt modelId="{B95FB4B7-29D3-4E2B-B2E9-2970608FF5DE}" type="pres">
      <dgm:prSet presAssocID="{03A3BBEC-6A7D-4731-8AE4-3F6DF9360872}" presName="connTx" presStyleLbl="parChTrans1D4" presStyleIdx="7" presStyleCnt="10"/>
      <dgm:spPr/>
    </dgm:pt>
    <dgm:pt modelId="{715AC70B-85FF-4A4F-97D9-C4B555460402}" type="pres">
      <dgm:prSet presAssocID="{0E5F958F-E7ED-4ED5-9A05-07920DF271C8}" presName="root2" presStyleCnt="0"/>
      <dgm:spPr/>
    </dgm:pt>
    <dgm:pt modelId="{8437A54E-E07B-45AA-B908-9CF87FAAF59F}" type="pres">
      <dgm:prSet presAssocID="{0E5F958F-E7ED-4ED5-9A05-07920DF271C8}" presName="LevelTwoTextNode" presStyleLbl="node4" presStyleIdx="7" presStyleCnt="10">
        <dgm:presLayoutVars>
          <dgm:chPref val="3"/>
        </dgm:presLayoutVars>
      </dgm:prSet>
      <dgm:spPr/>
    </dgm:pt>
    <dgm:pt modelId="{2D66E35B-616E-49B1-A382-5B183BCA6A72}" type="pres">
      <dgm:prSet presAssocID="{0E5F958F-E7ED-4ED5-9A05-07920DF271C8}" presName="level3hierChild" presStyleCnt="0"/>
      <dgm:spPr/>
    </dgm:pt>
    <dgm:pt modelId="{7C6EC673-5A58-41FF-BA96-1036419C51F4}" type="pres">
      <dgm:prSet presAssocID="{73EE21E4-1942-4748-B7C2-61D80D3D4D47}" presName="conn2-1" presStyleLbl="parChTrans1D4" presStyleIdx="8" presStyleCnt="10"/>
      <dgm:spPr/>
    </dgm:pt>
    <dgm:pt modelId="{824B5F6B-4E5A-45B4-9E4B-7D953AF980EF}" type="pres">
      <dgm:prSet presAssocID="{73EE21E4-1942-4748-B7C2-61D80D3D4D47}" presName="connTx" presStyleLbl="parChTrans1D4" presStyleIdx="8" presStyleCnt="10"/>
      <dgm:spPr/>
    </dgm:pt>
    <dgm:pt modelId="{4CDDF2CB-D734-48DE-B363-482C3B432F52}" type="pres">
      <dgm:prSet presAssocID="{8F7F0A65-E8E5-4965-9C91-E2415B03998E}" presName="root2" presStyleCnt="0"/>
      <dgm:spPr/>
    </dgm:pt>
    <dgm:pt modelId="{F351EDD3-19A2-4465-AEA7-F64F548148B5}" type="pres">
      <dgm:prSet presAssocID="{8F7F0A65-E8E5-4965-9C91-E2415B03998E}" presName="LevelTwoTextNode" presStyleLbl="node4" presStyleIdx="8" presStyleCnt="10">
        <dgm:presLayoutVars>
          <dgm:chPref val="3"/>
        </dgm:presLayoutVars>
      </dgm:prSet>
      <dgm:spPr/>
    </dgm:pt>
    <dgm:pt modelId="{3E0FC295-BCE2-4F46-B363-4AEAF1BF244E}" type="pres">
      <dgm:prSet presAssocID="{8F7F0A65-E8E5-4965-9C91-E2415B03998E}" presName="level3hierChild" presStyleCnt="0"/>
      <dgm:spPr/>
    </dgm:pt>
    <dgm:pt modelId="{232E4170-22E5-4890-854C-B32C94F8737F}" type="pres">
      <dgm:prSet presAssocID="{D47A5805-1A5F-48EC-8F20-DDBE8AF282F8}" presName="conn2-1" presStyleLbl="parChTrans1D3" presStyleIdx="3" presStyleCnt="4"/>
      <dgm:spPr/>
    </dgm:pt>
    <dgm:pt modelId="{F5A0FFC3-1C02-4751-87CF-090E517116EF}" type="pres">
      <dgm:prSet presAssocID="{D47A5805-1A5F-48EC-8F20-DDBE8AF282F8}" presName="connTx" presStyleLbl="parChTrans1D3" presStyleIdx="3" presStyleCnt="4"/>
      <dgm:spPr/>
    </dgm:pt>
    <dgm:pt modelId="{BDA9E6A1-D366-4288-B0CC-B8F48E2DBBDE}" type="pres">
      <dgm:prSet presAssocID="{25DEA1DF-7622-4474-9765-E8D2E33A7EBA}" presName="root2" presStyleCnt="0"/>
      <dgm:spPr/>
    </dgm:pt>
    <dgm:pt modelId="{ED4E7F50-F73D-4D24-919E-DC15B7F9414F}" type="pres">
      <dgm:prSet presAssocID="{25DEA1DF-7622-4474-9765-E8D2E33A7EBA}" presName="LevelTwoTextNode" presStyleLbl="node3" presStyleIdx="3" presStyleCnt="4">
        <dgm:presLayoutVars>
          <dgm:chPref val="3"/>
        </dgm:presLayoutVars>
      </dgm:prSet>
      <dgm:spPr/>
    </dgm:pt>
    <dgm:pt modelId="{AF95DBA8-971C-4C06-8E36-9B9ED16D5EA6}" type="pres">
      <dgm:prSet presAssocID="{25DEA1DF-7622-4474-9765-E8D2E33A7EBA}" presName="level3hierChild" presStyleCnt="0"/>
      <dgm:spPr/>
    </dgm:pt>
    <dgm:pt modelId="{38EEE5AA-614C-4A1E-8CD7-F9A0BA29C162}" type="pres">
      <dgm:prSet presAssocID="{098CD31D-163C-4E9F-A9C0-A75975CC9D76}" presName="conn2-1" presStyleLbl="parChTrans1D4" presStyleIdx="9" presStyleCnt="10"/>
      <dgm:spPr/>
    </dgm:pt>
    <dgm:pt modelId="{CBA225E5-DD7B-491F-84AB-CFD3D932A245}" type="pres">
      <dgm:prSet presAssocID="{098CD31D-163C-4E9F-A9C0-A75975CC9D76}" presName="connTx" presStyleLbl="parChTrans1D4" presStyleIdx="9" presStyleCnt="10"/>
      <dgm:spPr/>
    </dgm:pt>
    <dgm:pt modelId="{FCA66FE7-9ABF-4D32-B741-B24E4C5FFE2F}" type="pres">
      <dgm:prSet presAssocID="{4D1B5417-BD51-472F-A66F-4EADBB6FEF50}" presName="root2" presStyleCnt="0"/>
      <dgm:spPr/>
    </dgm:pt>
    <dgm:pt modelId="{F24FEADD-92A2-48B1-9198-F3F575D76428}" type="pres">
      <dgm:prSet presAssocID="{4D1B5417-BD51-472F-A66F-4EADBB6FEF50}" presName="LevelTwoTextNode" presStyleLbl="node4" presStyleIdx="9" presStyleCnt="10">
        <dgm:presLayoutVars>
          <dgm:chPref val="3"/>
        </dgm:presLayoutVars>
      </dgm:prSet>
      <dgm:spPr/>
    </dgm:pt>
    <dgm:pt modelId="{E8B6662C-1349-44FC-9BC3-BDD9B52DC9E9}" type="pres">
      <dgm:prSet presAssocID="{4D1B5417-BD51-472F-A66F-4EADBB6FEF50}" presName="level3hierChild" presStyleCnt="0"/>
      <dgm:spPr/>
    </dgm:pt>
  </dgm:ptLst>
  <dgm:cxnLst>
    <dgm:cxn modelId="{86266503-B47F-4388-975D-E9BCA394C572}" type="presOf" srcId="{25DEA1DF-7622-4474-9765-E8D2E33A7EBA}" destId="{ED4E7F50-F73D-4D24-919E-DC15B7F9414F}" srcOrd="0" destOrd="0" presId="urn:microsoft.com/office/officeart/2005/8/layout/hierarchy2"/>
    <dgm:cxn modelId="{B3F96D03-7C83-4E08-8881-FC33BA3423E5}" type="presOf" srcId="{2D555692-6565-42E1-B78E-2EA50719E64A}" destId="{8FEF3F95-8EDF-4111-ADB1-B1C4B074D024}" srcOrd="1" destOrd="0" presId="urn:microsoft.com/office/officeart/2005/8/layout/hierarchy2"/>
    <dgm:cxn modelId="{D56CBB08-9D59-4C9D-9396-60158CF8DFFB}" type="presOf" srcId="{4AAB876B-86B5-4BA8-BFF7-BF24B6C20E11}" destId="{0494AABB-7457-4290-82ED-AACC3D2BED91}" srcOrd="1" destOrd="0" presId="urn:microsoft.com/office/officeart/2005/8/layout/hierarchy2"/>
    <dgm:cxn modelId="{5B4C830F-2AD3-4B4F-8B6B-FCCF0BC9679D}" srcId="{8809FA99-33ED-4028-8588-AE510462E8FD}" destId="{900E5103-AFA5-4527-909F-22CB9BB591EA}" srcOrd="0" destOrd="0" parTransId="{47704A63-8182-4301-A1FA-59CE60E97E7E}" sibTransId="{A6C3998D-6B23-424F-812A-5A9EDA1A75B2}"/>
    <dgm:cxn modelId="{78EF6F1D-4F2F-4165-8246-B10F35EED0F8}" srcId="{900E5103-AFA5-4527-909F-22CB9BB591EA}" destId="{81D8F7DB-A908-4F1D-9F40-FE19106AE74F}" srcOrd="0" destOrd="0" parTransId="{57FC2A24-42A9-43D3-BDB0-B0315B9EF407}" sibTransId="{29C80A1B-F15E-4FA3-98B0-829F46687861}"/>
    <dgm:cxn modelId="{F21E7927-492C-48CC-9F4F-27E0931745A7}" type="presOf" srcId="{900E5103-AFA5-4527-909F-22CB9BB591EA}" destId="{79DCCD26-8FE6-40FB-8E8B-9F563DD5D74C}" srcOrd="0" destOrd="0" presId="urn:microsoft.com/office/officeart/2005/8/layout/hierarchy2"/>
    <dgm:cxn modelId="{519ABB29-380A-4B68-8289-17D45DB8F57B}" srcId="{76146321-E400-43AC-9D55-F469DCF78859}" destId="{7A9D31ED-2194-4161-BE4B-662A554F1E7C}" srcOrd="0" destOrd="0" parTransId="{4AAB876B-86B5-4BA8-BFF7-BF24B6C20E11}" sibTransId="{508E142B-3704-4B2A-8791-40EAE8606FB3}"/>
    <dgm:cxn modelId="{CA100B2A-EB1F-4D87-94F0-6908A65FA430}" type="presOf" srcId="{4D1B5417-BD51-472F-A66F-4EADBB6FEF50}" destId="{F24FEADD-92A2-48B1-9198-F3F575D76428}" srcOrd="0" destOrd="0" presId="urn:microsoft.com/office/officeart/2005/8/layout/hierarchy2"/>
    <dgm:cxn modelId="{FC62172D-199F-4D9D-8E3A-5A883980F352}" type="presOf" srcId="{0F1CAC59-8C34-440F-9C15-A21D92375358}" destId="{9F907E21-2C27-48BE-9675-DAA3F154F3C7}" srcOrd="0" destOrd="0" presId="urn:microsoft.com/office/officeart/2005/8/layout/hierarchy2"/>
    <dgm:cxn modelId="{A7E1ED30-95B8-4BF5-B985-2F9A1352516E}" srcId="{3E633B72-4DEF-4719-A5C6-59010B3CD78E}" destId="{8809FA99-33ED-4028-8588-AE510462E8FD}" srcOrd="0" destOrd="0" parTransId="{473D548F-4760-4CA7-9C6E-F88B6FFE2F1F}" sibTransId="{B0D78E2A-14C2-4B9E-B81D-27A6441A28C3}"/>
    <dgm:cxn modelId="{6BE5E934-3049-4457-B1F1-080987E25BB1}" type="presOf" srcId="{D47A5805-1A5F-48EC-8F20-DDBE8AF282F8}" destId="{F5A0FFC3-1C02-4751-87CF-090E517116EF}" srcOrd="1" destOrd="0" presId="urn:microsoft.com/office/officeart/2005/8/layout/hierarchy2"/>
    <dgm:cxn modelId="{B1DF7A39-5BC6-4154-BEEF-CB9EDF166284}" type="presOf" srcId="{2C76DFB1-B549-4C5F-A730-4FF76F9076A8}" destId="{043219BA-D5D9-4271-A12F-7A521562F949}" srcOrd="1" destOrd="0" presId="urn:microsoft.com/office/officeart/2005/8/layout/hierarchy2"/>
    <dgm:cxn modelId="{C0C1BF5D-ACFD-4F79-92AD-51651E806707}" srcId="{3E633B72-4DEF-4719-A5C6-59010B3CD78E}" destId="{25DEA1DF-7622-4474-9765-E8D2E33A7EBA}" srcOrd="1" destOrd="0" parTransId="{D47A5805-1A5F-48EC-8F20-DDBE8AF282F8}" sibTransId="{4666B7DC-DBDC-4E8E-A932-BAD63807D00E}"/>
    <dgm:cxn modelId="{26ECA75F-D104-4260-A879-4423733FD974}" type="presOf" srcId="{098CD31D-163C-4E9F-A9C0-A75975CC9D76}" destId="{CBA225E5-DD7B-491F-84AB-CFD3D932A245}" srcOrd="1" destOrd="0" presId="urn:microsoft.com/office/officeart/2005/8/layout/hierarchy2"/>
    <dgm:cxn modelId="{FAA21961-CC19-4706-AA85-9F21EC209328}" srcId="{9D001A31-5FF2-47C4-BEFB-0CD4865B9F4B}" destId="{3E633B72-4DEF-4719-A5C6-59010B3CD78E}" srcOrd="1" destOrd="0" parTransId="{0131EB98-A0F6-4343-8F56-0F631E8217E0}" sibTransId="{98488EA6-2EC4-4AFF-834A-327D454F1F92}"/>
    <dgm:cxn modelId="{451F5F63-5BFF-4E22-BCCB-07A73E6B70D2}" srcId="{24BE358B-389D-43E0-B756-30B5E2AE7A93}" destId="{184BD3A1-0DBF-4D0D-9F74-89948692C629}" srcOrd="0" destOrd="0" parTransId="{9BF3AD8F-A2B7-4DFF-9220-DBB54E28D2C5}" sibTransId="{524FDE77-E19A-4589-B4B9-88B12D39D8AB}"/>
    <dgm:cxn modelId="{81CD8064-7E1C-4B75-97AA-0102F4159E6A}" type="presOf" srcId="{D47A5805-1A5F-48EC-8F20-DDBE8AF282F8}" destId="{232E4170-22E5-4890-854C-B32C94F8737F}" srcOrd="0" destOrd="0" presId="urn:microsoft.com/office/officeart/2005/8/layout/hierarchy2"/>
    <dgm:cxn modelId="{894AF946-F033-437B-9230-FBDFB9397422}" type="presOf" srcId="{22267AA6-9C8D-44DF-A73B-4C97ADC5C04D}" destId="{C43FF4C0-4923-47F6-A154-06544EC9DB1E}" srcOrd="0" destOrd="0" presId="urn:microsoft.com/office/officeart/2005/8/layout/hierarchy2"/>
    <dgm:cxn modelId="{A9FC7A67-35EC-4EA6-BA83-38417E66D047}" type="presOf" srcId="{73EE21E4-1942-4748-B7C2-61D80D3D4D47}" destId="{824B5F6B-4E5A-45B4-9E4B-7D953AF980EF}" srcOrd="1" destOrd="0" presId="urn:microsoft.com/office/officeart/2005/8/layout/hierarchy2"/>
    <dgm:cxn modelId="{E1A86C48-B1C6-477F-B8ED-4319382F0F39}" srcId="{0F1CAC59-8C34-440F-9C15-A21D92375358}" destId="{24BE358B-389D-43E0-B756-30B5E2AE7A93}" srcOrd="1" destOrd="0" parTransId="{2D555692-6565-42E1-B78E-2EA50719E64A}" sibTransId="{12BEB6AF-F7EF-4A2F-B6B5-DABC62ABAB08}"/>
    <dgm:cxn modelId="{EB4A9268-6D27-4E7D-884B-EE4CFB55B5EF}" type="presOf" srcId="{8809FA99-33ED-4028-8588-AE510462E8FD}" destId="{53FCDF1F-4712-48ED-9883-AB8B2E14F629}" srcOrd="0" destOrd="0" presId="urn:microsoft.com/office/officeart/2005/8/layout/hierarchy2"/>
    <dgm:cxn modelId="{C9CBE24B-4AF0-4428-973B-A8AA57D5E22A}" srcId="{DAD7B0D0-D151-48C9-9034-C5633BECF19F}" destId="{76146321-E400-43AC-9D55-F469DCF78859}" srcOrd="0" destOrd="0" parTransId="{2C76DFB1-B549-4C5F-A730-4FF76F9076A8}" sibTransId="{BFE8B054-F0CB-435E-8794-F8BFA348ED68}"/>
    <dgm:cxn modelId="{C3A5F44B-D61F-43AF-B0F6-45BA66B4CF2C}" type="presOf" srcId="{24BE358B-389D-43E0-B756-30B5E2AE7A93}" destId="{79C61CE4-91E0-4173-935B-B66EFD075413}" srcOrd="0" destOrd="0" presId="urn:microsoft.com/office/officeart/2005/8/layout/hierarchy2"/>
    <dgm:cxn modelId="{0F57EC4D-0C18-4913-95F5-FF9FCFD05393}" type="presOf" srcId="{44ED0E1E-3F87-40FF-A295-60FFA501AD26}" destId="{DDF768B8-AC71-4EF1-B664-A4A87F56B4AA}" srcOrd="0" destOrd="0" presId="urn:microsoft.com/office/officeart/2005/8/layout/hierarchy2"/>
    <dgm:cxn modelId="{3F3B736E-7FA8-42CC-8DF4-EF86F56BC4B8}" srcId="{0F1CAC59-8C34-440F-9C15-A21D92375358}" destId="{DAD7B0D0-D151-48C9-9034-C5633BECF19F}" srcOrd="0" destOrd="0" parTransId="{C01F516E-0CA0-482A-8640-87379BA88B34}" sibTransId="{9BE5CD8F-8231-4837-B70C-596C60003E3B}"/>
    <dgm:cxn modelId="{239E6670-8384-48CD-8458-CE3A539710EC}" type="presOf" srcId="{C01F516E-0CA0-482A-8640-87379BA88B34}" destId="{A34A0074-50A2-4BAD-A5BE-BC030552DA10}" srcOrd="0" destOrd="0" presId="urn:microsoft.com/office/officeart/2005/8/layout/hierarchy2"/>
    <dgm:cxn modelId="{8E5D6471-A692-47AE-8DE4-A9A2D2143B22}" type="presOf" srcId="{2C76DFB1-B549-4C5F-A730-4FF76F9076A8}" destId="{631B9DB0-3FB2-4362-9EC5-419811C49497}" srcOrd="0" destOrd="0" presId="urn:microsoft.com/office/officeart/2005/8/layout/hierarchy2"/>
    <dgm:cxn modelId="{CCD8E771-0298-4722-9D37-07F366ED4CAD}" srcId="{8809FA99-33ED-4028-8588-AE510462E8FD}" destId="{0E5F958F-E7ED-4ED5-9A05-07920DF271C8}" srcOrd="1" destOrd="0" parTransId="{03A3BBEC-6A7D-4731-8AE4-3F6DF9360872}" sibTransId="{AE98A9D0-091B-4668-9248-F67B99C273D9}"/>
    <dgm:cxn modelId="{5515D472-63F7-424F-815E-4C4680DD8145}" type="presOf" srcId="{4AAB876B-86B5-4BA8-BFF7-BF24B6C20E11}" destId="{76051F0E-D3D0-4C90-A02E-9DD32D00D19F}" srcOrd="0" destOrd="0" presId="urn:microsoft.com/office/officeart/2005/8/layout/hierarchy2"/>
    <dgm:cxn modelId="{1BA5F172-1671-4753-BD9D-25709712412F}" srcId="{AA93FC7C-60A1-40AF-9A53-3A781E38429B}" destId="{44ED0E1E-3F87-40FF-A295-60FFA501AD26}" srcOrd="0" destOrd="0" parTransId="{5EB6FB69-536D-42C9-999E-07FC78F6DAD6}" sibTransId="{D0F53AE8-2997-49CA-9728-B3287B2AEDFE}"/>
    <dgm:cxn modelId="{44844773-7105-437F-AC76-ADD4D6EC57B2}" type="presOf" srcId="{9BF3AD8F-A2B7-4DFF-9220-DBB54E28D2C5}" destId="{B2887A33-EACF-4EAD-ABDA-79B29D22E5CD}" srcOrd="1" destOrd="0" presId="urn:microsoft.com/office/officeart/2005/8/layout/hierarchy2"/>
    <dgm:cxn modelId="{8DD7D353-73CE-4AF7-9CE0-9EBCEA51C584}" type="presOf" srcId="{0E5F958F-E7ED-4ED5-9A05-07920DF271C8}" destId="{8437A54E-E07B-45AA-B908-9CF87FAAF59F}" srcOrd="0" destOrd="0" presId="urn:microsoft.com/office/officeart/2005/8/layout/hierarchy2"/>
    <dgm:cxn modelId="{9D889A78-D6E8-4181-8053-39B4F5057836}" type="presOf" srcId="{E068BFC3-63EF-444A-9B0E-2EA1A9578DEA}" destId="{E2F51CB5-29C9-4484-9390-6489AC23E886}" srcOrd="0" destOrd="0" presId="urn:microsoft.com/office/officeart/2005/8/layout/hierarchy2"/>
    <dgm:cxn modelId="{4053E378-EB48-4903-9CA7-B6B3C1F4377F}" type="presOf" srcId="{8F7F0A65-E8E5-4965-9C91-E2415B03998E}" destId="{F351EDD3-19A2-4465-AEA7-F64F548148B5}" srcOrd="0" destOrd="0" presId="urn:microsoft.com/office/officeart/2005/8/layout/hierarchy2"/>
    <dgm:cxn modelId="{3BEF037A-B8D6-4C52-8CA3-8E0966924E47}" type="presOf" srcId="{9D001A31-5FF2-47C4-BEFB-0CD4865B9F4B}" destId="{6AF24ED8-0B8A-43A5-AA22-AABE53BC48C6}" srcOrd="0" destOrd="0" presId="urn:microsoft.com/office/officeart/2005/8/layout/hierarchy2"/>
    <dgm:cxn modelId="{4F2C0F82-84A8-4E4D-B6B7-CAE5119B358D}" type="presOf" srcId="{47704A63-8182-4301-A1FA-59CE60E97E7E}" destId="{D6BC4544-A128-493C-B48F-A69D47332B0F}" srcOrd="0" destOrd="0" presId="urn:microsoft.com/office/officeart/2005/8/layout/hierarchy2"/>
    <dgm:cxn modelId="{DEBC138D-73EC-41A7-96CA-649EF5631EE1}" type="presOf" srcId="{7A9D31ED-2194-4161-BE4B-662A554F1E7C}" destId="{F591980B-A5C7-4519-82EB-21654BA10CC4}" srcOrd="0" destOrd="0" presId="urn:microsoft.com/office/officeart/2005/8/layout/hierarchy2"/>
    <dgm:cxn modelId="{65A9628D-0115-49D2-9278-E3284E2F7E8A}" type="presOf" srcId="{E068BFC3-63EF-444A-9B0E-2EA1A9578DEA}" destId="{81C195C9-6C73-439A-B669-264DFAF78569}" srcOrd="1" destOrd="0" presId="urn:microsoft.com/office/officeart/2005/8/layout/hierarchy2"/>
    <dgm:cxn modelId="{556C8291-6030-4B8C-8573-667ACE488D23}" type="presOf" srcId="{C01F516E-0CA0-482A-8640-87379BA88B34}" destId="{5C483B9A-3360-4162-BE06-81E562ED2561}" srcOrd="1" destOrd="0" presId="urn:microsoft.com/office/officeart/2005/8/layout/hierarchy2"/>
    <dgm:cxn modelId="{49188F96-A7EE-4245-95CF-0F542A59CA92}" type="presOf" srcId="{81D8F7DB-A908-4F1D-9F40-FE19106AE74F}" destId="{D0825D4D-BC1B-4B24-B906-3592FDFD0A11}" srcOrd="0" destOrd="0" presId="urn:microsoft.com/office/officeart/2005/8/layout/hierarchy2"/>
    <dgm:cxn modelId="{171391A0-5780-4B4D-9EB9-0B8279FF21C9}" srcId="{25DEA1DF-7622-4474-9765-E8D2E33A7EBA}" destId="{4D1B5417-BD51-472F-A66F-4EADBB6FEF50}" srcOrd="0" destOrd="0" parTransId="{098CD31D-163C-4E9F-A9C0-A75975CC9D76}" sibTransId="{B41A0DD5-3226-4B78-BC8E-C1CBE3A6BA3E}"/>
    <dgm:cxn modelId="{08CA67A1-AC58-4D49-9BFA-9DC9B0BAA9B5}" type="presOf" srcId="{473D548F-4760-4CA7-9C6E-F88B6FFE2F1F}" destId="{77A5E1B6-D83B-4268-A587-46C674539744}" srcOrd="1" destOrd="0" presId="urn:microsoft.com/office/officeart/2005/8/layout/hierarchy2"/>
    <dgm:cxn modelId="{24FF43A5-B847-4D4A-B9BC-4A81046333B6}" srcId="{52D91EC2-FD99-4DD2-8A4E-4119A499124D}" destId="{9D001A31-5FF2-47C4-BEFB-0CD4865B9F4B}" srcOrd="0" destOrd="0" parTransId="{CADAC52C-A335-4640-81D3-58F557F80636}" sibTransId="{1D0D2468-5497-49BD-B064-8AE823B0CD10}"/>
    <dgm:cxn modelId="{81844AAD-6003-4AEA-9C11-ECBF07F48A47}" type="presOf" srcId="{9BF3AD8F-A2B7-4DFF-9220-DBB54E28D2C5}" destId="{8B1CDAF4-6B47-498C-A3D3-D00F84C33A60}" srcOrd="0" destOrd="0" presId="urn:microsoft.com/office/officeart/2005/8/layout/hierarchy2"/>
    <dgm:cxn modelId="{38F05CB2-1A07-4FD3-9A2B-97827B35B119}" srcId="{DAD7B0D0-D151-48C9-9034-C5633BECF19F}" destId="{AA93FC7C-60A1-40AF-9A53-3A781E38429B}" srcOrd="1" destOrd="0" parTransId="{22267AA6-9C8D-44DF-A73B-4C97ADC5C04D}" sibTransId="{4DB6242D-42F2-4CE0-9D10-3E0F989E3186}"/>
    <dgm:cxn modelId="{4AB80CB4-3680-4D66-8B9B-D024F4C80BF3}" type="presOf" srcId="{57FC2A24-42A9-43D3-BDB0-B0315B9EF407}" destId="{6B8D5B8C-D7CE-4BB8-8B27-7DC6DFADD82D}" srcOrd="0" destOrd="0" presId="urn:microsoft.com/office/officeart/2005/8/layout/hierarchy2"/>
    <dgm:cxn modelId="{CAC9A1B8-0F83-4F24-AD55-7106019576F5}" type="presOf" srcId="{473D548F-4760-4CA7-9C6E-F88B6FFE2F1F}" destId="{80405139-CAD6-4BB9-AB3C-F2C01A16173E}" srcOrd="0" destOrd="0" presId="urn:microsoft.com/office/officeart/2005/8/layout/hierarchy2"/>
    <dgm:cxn modelId="{509C3ABB-7AAD-46F5-895E-78410220B2CD}" type="presOf" srcId="{098CD31D-163C-4E9F-A9C0-A75975CC9D76}" destId="{38EEE5AA-614C-4A1E-8CD7-F9A0BA29C162}" srcOrd="0" destOrd="0" presId="urn:microsoft.com/office/officeart/2005/8/layout/hierarchy2"/>
    <dgm:cxn modelId="{3D7CC3C1-5677-4BB9-A3E9-E091FD1F2A4C}" type="presOf" srcId="{0131EB98-A0F6-4343-8F56-0F631E8217E0}" destId="{20B6E78F-6463-433D-A780-177C8605B0AC}" srcOrd="0" destOrd="0" presId="urn:microsoft.com/office/officeart/2005/8/layout/hierarchy2"/>
    <dgm:cxn modelId="{D17D3DC4-8823-454A-AFFD-CB8905581E07}" type="presOf" srcId="{AA93FC7C-60A1-40AF-9A53-3A781E38429B}" destId="{33CCF843-C473-4339-90D9-97780C154942}" srcOrd="0" destOrd="0" presId="urn:microsoft.com/office/officeart/2005/8/layout/hierarchy2"/>
    <dgm:cxn modelId="{E99456C7-B207-4EF3-B871-82998DCC7649}" type="presOf" srcId="{184BD3A1-0DBF-4D0D-9F74-89948692C629}" destId="{0D414D3A-E434-4B57-8CA3-871EAFAE720B}" srcOrd="0" destOrd="0" presId="urn:microsoft.com/office/officeart/2005/8/layout/hierarchy2"/>
    <dgm:cxn modelId="{29A9ECC7-DC4E-4D77-BDA9-684EE327FD22}" type="presOf" srcId="{5EB6FB69-536D-42C9-999E-07FC78F6DAD6}" destId="{4A7F0A13-C592-46FA-9AC0-BB3F4CD9D942}" srcOrd="0" destOrd="0" presId="urn:microsoft.com/office/officeart/2005/8/layout/hierarchy2"/>
    <dgm:cxn modelId="{8E965DCC-3C82-4F49-86AB-3A053913DDD6}" srcId="{9D001A31-5FF2-47C4-BEFB-0CD4865B9F4B}" destId="{0F1CAC59-8C34-440F-9C15-A21D92375358}" srcOrd="0" destOrd="0" parTransId="{E068BFC3-63EF-444A-9B0E-2EA1A9578DEA}" sibTransId="{04EE0BC2-16BE-421F-AFBA-3E03897344B9}"/>
    <dgm:cxn modelId="{8F2E52CE-79CE-41D9-9772-F0711AC17525}" type="presOf" srcId="{76146321-E400-43AC-9D55-F469DCF78859}" destId="{B1958EB5-6FBD-47E1-830C-CFB8006FFBF0}" srcOrd="0" destOrd="0" presId="urn:microsoft.com/office/officeart/2005/8/layout/hierarchy2"/>
    <dgm:cxn modelId="{EC68BFD5-513E-4AD8-AA0C-06CE28E64EF1}" type="presOf" srcId="{0131EB98-A0F6-4343-8F56-0F631E8217E0}" destId="{EA7DEAE3-8A70-405A-90C8-61B4D6547A62}" srcOrd="1" destOrd="0" presId="urn:microsoft.com/office/officeart/2005/8/layout/hierarchy2"/>
    <dgm:cxn modelId="{1CEEEAD6-9A72-499D-947F-6A87A5386815}" type="presOf" srcId="{03A3BBEC-6A7D-4731-8AE4-3F6DF9360872}" destId="{E8026277-4B12-4A44-B68F-D97D2411D551}" srcOrd="0" destOrd="0" presId="urn:microsoft.com/office/officeart/2005/8/layout/hierarchy2"/>
    <dgm:cxn modelId="{54A422D7-525A-46FC-99D7-D8C29B49EBC1}" srcId="{0E5F958F-E7ED-4ED5-9A05-07920DF271C8}" destId="{8F7F0A65-E8E5-4965-9C91-E2415B03998E}" srcOrd="0" destOrd="0" parTransId="{73EE21E4-1942-4748-B7C2-61D80D3D4D47}" sibTransId="{3AC20CEA-1CEE-42C8-B94F-8C695DFAFB9F}"/>
    <dgm:cxn modelId="{9B13A5DC-A380-48E1-A673-1B5F0763361D}" type="presOf" srcId="{5EB6FB69-536D-42C9-999E-07FC78F6DAD6}" destId="{77B0C3CE-73A7-456A-BBD4-694AD64356B4}" srcOrd="1" destOrd="0" presId="urn:microsoft.com/office/officeart/2005/8/layout/hierarchy2"/>
    <dgm:cxn modelId="{72EFB9DE-91AB-4E08-867D-30DDD84A4155}" type="presOf" srcId="{57FC2A24-42A9-43D3-BDB0-B0315B9EF407}" destId="{6682302D-CDE3-4500-BC32-234E40947C74}" srcOrd="1" destOrd="0" presId="urn:microsoft.com/office/officeart/2005/8/layout/hierarchy2"/>
    <dgm:cxn modelId="{FE1FE3E2-9762-4E13-82F1-9D7868CA879E}" type="presOf" srcId="{22267AA6-9C8D-44DF-A73B-4C97ADC5C04D}" destId="{B89724A9-DF35-4790-B330-A199665EF0D0}" srcOrd="1" destOrd="0" presId="urn:microsoft.com/office/officeart/2005/8/layout/hierarchy2"/>
    <dgm:cxn modelId="{7CC50EE3-028B-47BE-88E6-4CE39DB19D9F}" type="presOf" srcId="{DAD7B0D0-D151-48C9-9034-C5633BECF19F}" destId="{E78237B8-8CEF-4C86-ABD2-7DDB6AB05F03}" srcOrd="0" destOrd="0" presId="urn:microsoft.com/office/officeart/2005/8/layout/hierarchy2"/>
    <dgm:cxn modelId="{C0BDEFE7-0D23-47ED-8B04-E6509214AFC7}" type="presOf" srcId="{03A3BBEC-6A7D-4731-8AE4-3F6DF9360872}" destId="{B95FB4B7-29D3-4E2B-B2E9-2970608FF5DE}" srcOrd="1" destOrd="0" presId="urn:microsoft.com/office/officeart/2005/8/layout/hierarchy2"/>
    <dgm:cxn modelId="{E1FF1BEC-C8F4-42F0-A8A7-2D6FCF8C17AF}" type="presOf" srcId="{2D555692-6565-42E1-B78E-2EA50719E64A}" destId="{41DDEE6B-6454-4F1B-BCD0-1D020D699779}" srcOrd="0" destOrd="0" presId="urn:microsoft.com/office/officeart/2005/8/layout/hierarchy2"/>
    <dgm:cxn modelId="{FB96F4F6-0845-456B-BF84-092F8DFD10DD}" type="presOf" srcId="{52D91EC2-FD99-4DD2-8A4E-4119A499124D}" destId="{94BEF724-0592-404E-A1C8-6C72A1C58C94}" srcOrd="0" destOrd="0" presId="urn:microsoft.com/office/officeart/2005/8/layout/hierarchy2"/>
    <dgm:cxn modelId="{A52AB3F7-DB06-468C-891B-65409370E282}" type="presOf" srcId="{73EE21E4-1942-4748-B7C2-61D80D3D4D47}" destId="{7C6EC673-5A58-41FF-BA96-1036419C51F4}" srcOrd="0" destOrd="0" presId="urn:microsoft.com/office/officeart/2005/8/layout/hierarchy2"/>
    <dgm:cxn modelId="{E394EFFC-05C1-40DC-937E-628DA86FDE70}" type="presOf" srcId="{47704A63-8182-4301-A1FA-59CE60E97E7E}" destId="{6B22FE9A-821E-459D-A9EF-18C6B92B8EF9}" srcOrd="1" destOrd="0" presId="urn:microsoft.com/office/officeart/2005/8/layout/hierarchy2"/>
    <dgm:cxn modelId="{60067DFD-CC8E-4F39-8AE7-4F5597FB00D2}" type="presOf" srcId="{3E633B72-4DEF-4719-A5C6-59010B3CD78E}" destId="{4AB76E73-FD37-4BCB-91F0-E14EEA280DD0}" srcOrd="0" destOrd="0" presId="urn:microsoft.com/office/officeart/2005/8/layout/hierarchy2"/>
    <dgm:cxn modelId="{7ADC16CB-6455-4732-ABE3-3CC48304AE72}" type="presParOf" srcId="{94BEF724-0592-404E-A1C8-6C72A1C58C94}" destId="{9197A4E0-8938-45E4-ABF5-5CE713275E50}" srcOrd="0" destOrd="0" presId="urn:microsoft.com/office/officeart/2005/8/layout/hierarchy2"/>
    <dgm:cxn modelId="{191C4572-39CC-4800-8A6B-31C558081D7D}" type="presParOf" srcId="{9197A4E0-8938-45E4-ABF5-5CE713275E50}" destId="{6AF24ED8-0B8A-43A5-AA22-AABE53BC48C6}" srcOrd="0" destOrd="0" presId="urn:microsoft.com/office/officeart/2005/8/layout/hierarchy2"/>
    <dgm:cxn modelId="{F25FEC1E-23A6-46B6-8D59-0C6D9A7A8CB9}" type="presParOf" srcId="{9197A4E0-8938-45E4-ABF5-5CE713275E50}" destId="{C70B229D-9000-4255-8A66-753005A05D6A}" srcOrd="1" destOrd="0" presId="urn:microsoft.com/office/officeart/2005/8/layout/hierarchy2"/>
    <dgm:cxn modelId="{FD29D247-94B5-47D7-A389-AAF998B0E863}" type="presParOf" srcId="{C70B229D-9000-4255-8A66-753005A05D6A}" destId="{E2F51CB5-29C9-4484-9390-6489AC23E886}" srcOrd="0" destOrd="0" presId="urn:microsoft.com/office/officeart/2005/8/layout/hierarchy2"/>
    <dgm:cxn modelId="{8EB101B7-8B8D-4D24-997C-075D7A6B61ED}" type="presParOf" srcId="{E2F51CB5-29C9-4484-9390-6489AC23E886}" destId="{81C195C9-6C73-439A-B669-264DFAF78569}" srcOrd="0" destOrd="0" presId="urn:microsoft.com/office/officeart/2005/8/layout/hierarchy2"/>
    <dgm:cxn modelId="{DD682651-E012-4519-83D9-E7164E18F8F1}" type="presParOf" srcId="{C70B229D-9000-4255-8A66-753005A05D6A}" destId="{2E182A37-F8D1-41E1-B92D-891B0FE7306D}" srcOrd="1" destOrd="0" presId="urn:microsoft.com/office/officeart/2005/8/layout/hierarchy2"/>
    <dgm:cxn modelId="{36068523-615B-4572-B5AF-6A4EA245F0BF}" type="presParOf" srcId="{2E182A37-F8D1-41E1-B92D-891B0FE7306D}" destId="{9F907E21-2C27-48BE-9675-DAA3F154F3C7}" srcOrd="0" destOrd="0" presId="urn:microsoft.com/office/officeart/2005/8/layout/hierarchy2"/>
    <dgm:cxn modelId="{8BA95603-3415-4353-A6DD-E5F75EE1F844}" type="presParOf" srcId="{2E182A37-F8D1-41E1-B92D-891B0FE7306D}" destId="{2F9C265F-F859-495A-909C-F562EE0B8973}" srcOrd="1" destOrd="0" presId="urn:microsoft.com/office/officeart/2005/8/layout/hierarchy2"/>
    <dgm:cxn modelId="{EDA75ED7-0830-45F4-8457-965AC118AA9F}" type="presParOf" srcId="{2F9C265F-F859-495A-909C-F562EE0B8973}" destId="{A34A0074-50A2-4BAD-A5BE-BC030552DA10}" srcOrd="0" destOrd="0" presId="urn:microsoft.com/office/officeart/2005/8/layout/hierarchy2"/>
    <dgm:cxn modelId="{E448B347-7DA8-4502-9F5A-1FBC656FF735}" type="presParOf" srcId="{A34A0074-50A2-4BAD-A5BE-BC030552DA10}" destId="{5C483B9A-3360-4162-BE06-81E562ED2561}" srcOrd="0" destOrd="0" presId="urn:microsoft.com/office/officeart/2005/8/layout/hierarchy2"/>
    <dgm:cxn modelId="{C74AE6CF-3DC6-4B84-B760-3D5514E15A6C}" type="presParOf" srcId="{2F9C265F-F859-495A-909C-F562EE0B8973}" destId="{EB209AC2-8C12-4B77-8BD9-F6D388502B98}" srcOrd="1" destOrd="0" presId="urn:microsoft.com/office/officeart/2005/8/layout/hierarchy2"/>
    <dgm:cxn modelId="{C73E3FBD-D8A1-405A-B9E6-9FEE9B9687B1}" type="presParOf" srcId="{EB209AC2-8C12-4B77-8BD9-F6D388502B98}" destId="{E78237B8-8CEF-4C86-ABD2-7DDB6AB05F03}" srcOrd="0" destOrd="0" presId="urn:microsoft.com/office/officeart/2005/8/layout/hierarchy2"/>
    <dgm:cxn modelId="{3A323B39-0FB3-4000-82D3-09638C78D750}" type="presParOf" srcId="{EB209AC2-8C12-4B77-8BD9-F6D388502B98}" destId="{2EB1D35E-D708-49BD-BFD4-B1462445ABC3}" srcOrd="1" destOrd="0" presId="urn:microsoft.com/office/officeart/2005/8/layout/hierarchy2"/>
    <dgm:cxn modelId="{A6A97473-501A-49AA-BF25-FBAB5A890398}" type="presParOf" srcId="{2EB1D35E-D708-49BD-BFD4-B1462445ABC3}" destId="{631B9DB0-3FB2-4362-9EC5-419811C49497}" srcOrd="0" destOrd="0" presId="urn:microsoft.com/office/officeart/2005/8/layout/hierarchy2"/>
    <dgm:cxn modelId="{C1C49F98-D3D0-4B43-87FD-6F85541ABFBD}" type="presParOf" srcId="{631B9DB0-3FB2-4362-9EC5-419811C49497}" destId="{043219BA-D5D9-4271-A12F-7A521562F949}" srcOrd="0" destOrd="0" presId="urn:microsoft.com/office/officeart/2005/8/layout/hierarchy2"/>
    <dgm:cxn modelId="{41ED03A1-08D4-402D-8132-63A0DEC09DD1}" type="presParOf" srcId="{2EB1D35E-D708-49BD-BFD4-B1462445ABC3}" destId="{C46EDD85-74B8-4539-A529-2D1EF40B7F05}" srcOrd="1" destOrd="0" presId="urn:microsoft.com/office/officeart/2005/8/layout/hierarchy2"/>
    <dgm:cxn modelId="{56499B00-5118-4479-85F5-0972AAB24B5D}" type="presParOf" srcId="{C46EDD85-74B8-4539-A529-2D1EF40B7F05}" destId="{B1958EB5-6FBD-47E1-830C-CFB8006FFBF0}" srcOrd="0" destOrd="0" presId="urn:microsoft.com/office/officeart/2005/8/layout/hierarchy2"/>
    <dgm:cxn modelId="{10A2F17D-A9A0-4413-8C66-2E1AD2B482AA}" type="presParOf" srcId="{C46EDD85-74B8-4539-A529-2D1EF40B7F05}" destId="{7A817291-A83E-41C5-BA01-C049754AB9DF}" srcOrd="1" destOrd="0" presId="urn:microsoft.com/office/officeart/2005/8/layout/hierarchy2"/>
    <dgm:cxn modelId="{81DB6261-6064-45DF-A820-C9BE374BBA67}" type="presParOf" srcId="{7A817291-A83E-41C5-BA01-C049754AB9DF}" destId="{76051F0E-D3D0-4C90-A02E-9DD32D00D19F}" srcOrd="0" destOrd="0" presId="urn:microsoft.com/office/officeart/2005/8/layout/hierarchy2"/>
    <dgm:cxn modelId="{0189CF07-42E2-4744-B3DF-28AF712BAA7A}" type="presParOf" srcId="{76051F0E-D3D0-4C90-A02E-9DD32D00D19F}" destId="{0494AABB-7457-4290-82ED-AACC3D2BED91}" srcOrd="0" destOrd="0" presId="urn:microsoft.com/office/officeart/2005/8/layout/hierarchy2"/>
    <dgm:cxn modelId="{D3FF7A0C-F105-4653-856C-4AE3148EC12D}" type="presParOf" srcId="{7A817291-A83E-41C5-BA01-C049754AB9DF}" destId="{F4942B82-E5AF-47DC-A182-739486322952}" srcOrd="1" destOrd="0" presId="urn:microsoft.com/office/officeart/2005/8/layout/hierarchy2"/>
    <dgm:cxn modelId="{A0598A3F-A9AB-4FE7-B0A0-F2E1520B4C03}" type="presParOf" srcId="{F4942B82-E5AF-47DC-A182-739486322952}" destId="{F591980B-A5C7-4519-82EB-21654BA10CC4}" srcOrd="0" destOrd="0" presId="urn:microsoft.com/office/officeart/2005/8/layout/hierarchy2"/>
    <dgm:cxn modelId="{DA1170DF-427A-48F9-9638-3D3CFD7513AC}" type="presParOf" srcId="{F4942B82-E5AF-47DC-A182-739486322952}" destId="{2FE5FFC8-7E9D-4009-80C7-1564575F7CB2}" srcOrd="1" destOrd="0" presId="urn:microsoft.com/office/officeart/2005/8/layout/hierarchy2"/>
    <dgm:cxn modelId="{FF4D32B4-C1A9-48C5-98E6-8C0F2B4F51DB}" type="presParOf" srcId="{2EB1D35E-D708-49BD-BFD4-B1462445ABC3}" destId="{C43FF4C0-4923-47F6-A154-06544EC9DB1E}" srcOrd="2" destOrd="0" presId="urn:microsoft.com/office/officeart/2005/8/layout/hierarchy2"/>
    <dgm:cxn modelId="{568DDB51-C36C-41D0-A697-9AC510E0B880}" type="presParOf" srcId="{C43FF4C0-4923-47F6-A154-06544EC9DB1E}" destId="{B89724A9-DF35-4790-B330-A199665EF0D0}" srcOrd="0" destOrd="0" presId="urn:microsoft.com/office/officeart/2005/8/layout/hierarchy2"/>
    <dgm:cxn modelId="{191F82B4-63F3-4E40-A06F-C05E52F5FF16}" type="presParOf" srcId="{2EB1D35E-D708-49BD-BFD4-B1462445ABC3}" destId="{83912B5E-9CEC-48B2-A93D-C188CCA3CB58}" srcOrd="3" destOrd="0" presId="urn:microsoft.com/office/officeart/2005/8/layout/hierarchy2"/>
    <dgm:cxn modelId="{E45D8C73-7E8F-4048-8402-0443ACD8342F}" type="presParOf" srcId="{83912B5E-9CEC-48B2-A93D-C188CCA3CB58}" destId="{33CCF843-C473-4339-90D9-97780C154942}" srcOrd="0" destOrd="0" presId="urn:microsoft.com/office/officeart/2005/8/layout/hierarchy2"/>
    <dgm:cxn modelId="{3C5834E3-433D-4DFE-8670-2B4A42E8F1E9}" type="presParOf" srcId="{83912B5E-9CEC-48B2-A93D-C188CCA3CB58}" destId="{BB3E2C30-A6D3-4889-902B-4EA4680A181D}" srcOrd="1" destOrd="0" presId="urn:microsoft.com/office/officeart/2005/8/layout/hierarchy2"/>
    <dgm:cxn modelId="{3A54E9B9-14D1-4944-A7C5-C9B122AC68A1}" type="presParOf" srcId="{BB3E2C30-A6D3-4889-902B-4EA4680A181D}" destId="{4A7F0A13-C592-46FA-9AC0-BB3F4CD9D942}" srcOrd="0" destOrd="0" presId="urn:microsoft.com/office/officeart/2005/8/layout/hierarchy2"/>
    <dgm:cxn modelId="{06FC556D-2F2A-4CA9-8F55-77A926BA9369}" type="presParOf" srcId="{4A7F0A13-C592-46FA-9AC0-BB3F4CD9D942}" destId="{77B0C3CE-73A7-456A-BBD4-694AD64356B4}" srcOrd="0" destOrd="0" presId="urn:microsoft.com/office/officeart/2005/8/layout/hierarchy2"/>
    <dgm:cxn modelId="{53DD5756-80CE-4B50-9186-00D5F9586D3E}" type="presParOf" srcId="{BB3E2C30-A6D3-4889-902B-4EA4680A181D}" destId="{860F5D21-1625-4830-A877-CE33581787FD}" srcOrd="1" destOrd="0" presId="urn:microsoft.com/office/officeart/2005/8/layout/hierarchy2"/>
    <dgm:cxn modelId="{3FC29249-5D03-43BB-B3EC-555E83EF43CE}" type="presParOf" srcId="{860F5D21-1625-4830-A877-CE33581787FD}" destId="{DDF768B8-AC71-4EF1-B664-A4A87F56B4AA}" srcOrd="0" destOrd="0" presId="urn:microsoft.com/office/officeart/2005/8/layout/hierarchy2"/>
    <dgm:cxn modelId="{9377C55A-0A8B-424E-A7EB-425FA30A2927}" type="presParOf" srcId="{860F5D21-1625-4830-A877-CE33581787FD}" destId="{41DECB0A-514E-4F32-915D-0F7FFBFC98BA}" srcOrd="1" destOrd="0" presId="urn:microsoft.com/office/officeart/2005/8/layout/hierarchy2"/>
    <dgm:cxn modelId="{B338E082-19E7-44B2-A6DF-36A5C4E53D4A}" type="presParOf" srcId="{2F9C265F-F859-495A-909C-F562EE0B8973}" destId="{41DDEE6B-6454-4F1B-BCD0-1D020D699779}" srcOrd="2" destOrd="0" presId="urn:microsoft.com/office/officeart/2005/8/layout/hierarchy2"/>
    <dgm:cxn modelId="{560EC725-1D76-4449-B788-CA5BD5DA12E2}" type="presParOf" srcId="{41DDEE6B-6454-4F1B-BCD0-1D020D699779}" destId="{8FEF3F95-8EDF-4111-ADB1-B1C4B074D024}" srcOrd="0" destOrd="0" presId="urn:microsoft.com/office/officeart/2005/8/layout/hierarchy2"/>
    <dgm:cxn modelId="{E018CAD3-AC3A-4976-A185-4A52EAB5CED8}" type="presParOf" srcId="{2F9C265F-F859-495A-909C-F562EE0B8973}" destId="{72533C6A-6EEC-4C1C-961D-6C2FFB4831CA}" srcOrd="3" destOrd="0" presId="urn:microsoft.com/office/officeart/2005/8/layout/hierarchy2"/>
    <dgm:cxn modelId="{7B1B0431-A55F-4F05-AD1C-D62EF247A66B}" type="presParOf" srcId="{72533C6A-6EEC-4C1C-961D-6C2FFB4831CA}" destId="{79C61CE4-91E0-4173-935B-B66EFD075413}" srcOrd="0" destOrd="0" presId="urn:microsoft.com/office/officeart/2005/8/layout/hierarchy2"/>
    <dgm:cxn modelId="{A970076D-9E8C-4B76-81A8-B7EE302D1622}" type="presParOf" srcId="{72533C6A-6EEC-4C1C-961D-6C2FFB4831CA}" destId="{9C93ABF7-CF64-4969-9083-68FC4F241062}" srcOrd="1" destOrd="0" presId="urn:microsoft.com/office/officeart/2005/8/layout/hierarchy2"/>
    <dgm:cxn modelId="{B6473B77-B219-4712-B6FB-7C7A3AA0BE07}" type="presParOf" srcId="{9C93ABF7-CF64-4969-9083-68FC4F241062}" destId="{8B1CDAF4-6B47-498C-A3D3-D00F84C33A60}" srcOrd="0" destOrd="0" presId="urn:microsoft.com/office/officeart/2005/8/layout/hierarchy2"/>
    <dgm:cxn modelId="{4BF2EB86-7974-4248-8971-F9FB585B32FB}" type="presParOf" srcId="{8B1CDAF4-6B47-498C-A3D3-D00F84C33A60}" destId="{B2887A33-EACF-4EAD-ABDA-79B29D22E5CD}" srcOrd="0" destOrd="0" presId="urn:microsoft.com/office/officeart/2005/8/layout/hierarchy2"/>
    <dgm:cxn modelId="{317A0E90-D23F-4D53-A811-D80714245F85}" type="presParOf" srcId="{9C93ABF7-CF64-4969-9083-68FC4F241062}" destId="{FB084439-E2FB-4E21-BDE7-588996CD1978}" srcOrd="1" destOrd="0" presId="urn:microsoft.com/office/officeart/2005/8/layout/hierarchy2"/>
    <dgm:cxn modelId="{C36DAF1C-52DC-481F-B980-E47544F1FA6B}" type="presParOf" srcId="{FB084439-E2FB-4E21-BDE7-588996CD1978}" destId="{0D414D3A-E434-4B57-8CA3-871EAFAE720B}" srcOrd="0" destOrd="0" presId="urn:microsoft.com/office/officeart/2005/8/layout/hierarchy2"/>
    <dgm:cxn modelId="{D6E599CD-2444-4D28-A6FD-A331197FDA62}" type="presParOf" srcId="{FB084439-E2FB-4E21-BDE7-588996CD1978}" destId="{F2909B62-38EB-43A5-9CED-5441ECA316FE}" srcOrd="1" destOrd="0" presId="urn:microsoft.com/office/officeart/2005/8/layout/hierarchy2"/>
    <dgm:cxn modelId="{10BDA662-472E-4C54-BA61-4094FA09A6A8}" type="presParOf" srcId="{C70B229D-9000-4255-8A66-753005A05D6A}" destId="{20B6E78F-6463-433D-A780-177C8605B0AC}" srcOrd="2" destOrd="0" presId="urn:microsoft.com/office/officeart/2005/8/layout/hierarchy2"/>
    <dgm:cxn modelId="{BC8C4BF3-881E-493B-AA23-A56B302FDECC}" type="presParOf" srcId="{20B6E78F-6463-433D-A780-177C8605B0AC}" destId="{EA7DEAE3-8A70-405A-90C8-61B4D6547A62}" srcOrd="0" destOrd="0" presId="urn:microsoft.com/office/officeart/2005/8/layout/hierarchy2"/>
    <dgm:cxn modelId="{AB042080-198A-4BB4-826B-8659792FFE7D}" type="presParOf" srcId="{C70B229D-9000-4255-8A66-753005A05D6A}" destId="{7C216A23-AACF-4915-AA09-77CC6439FCB4}" srcOrd="3" destOrd="0" presId="urn:microsoft.com/office/officeart/2005/8/layout/hierarchy2"/>
    <dgm:cxn modelId="{75B862AE-941C-4684-8D36-CC30DA35ADB8}" type="presParOf" srcId="{7C216A23-AACF-4915-AA09-77CC6439FCB4}" destId="{4AB76E73-FD37-4BCB-91F0-E14EEA280DD0}" srcOrd="0" destOrd="0" presId="urn:microsoft.com/office/officeart/2005/8/layout/hierarchy2"/>
    <dgm:cxn modelId="{457875C6-C65A-42D8-8DD9-0BAA314A7159}" type="presParOf" srcId="{7C216A23-AACF-4915-AA09-77CC6439FCB4}" destId="{8BF8FDD8-1FAC-41C8-9BDA-CB09A87C5225}" srcOrd="1" destOrd="0" presId="urn:microsoft.com/office/officeart/2005/8/layout/hierarchy2"/>
    <dgm:cxn modelId="{2CE4F5A3-AAAC-42B4-A32F-17C5D2744AEF}" type="presParOf" srcId="{8BF8FDD8-1FAC-41C8-9BDA-CB09A87C5225}" destId="{80405139-CAD6-4BB9-AB3C-F2C01A16173E}" srcOrd="0" destOrd="0" presId="urn:microsoft.com/office/officeart/2005/8/layout/hierarchy2"/>
    <dgm:cxn modelId="{C63B126A-0BFD-4C41-B1B9-223A0958F5F6}" type="presParOf" srcId="{80405139-CAD6-4BB9-AB3C-F2C01A16173E}" destId="{77A5E1B6-D83B-4268-A587-46C674539744}" srcOrd="0" destOrd="0" presId="urn:microsoft.com/office/officeart/2005/8/layout/hierarchy2"/>
    <dgm:cxn modelId="{5E218501-5168-4C21-8F0D-9105B9127E7F}" type="presParOf" srcId="{8BF8FDD8-1FAC-41C8-9BDA-CB09A87C5225}" destId="{F0DA2771-0803-4CE3-85C4-553D788C69A0}" srcOrd="1" destOrd="0" presId="urn:microsoft.com/office/officeart/2005/8/layout/hierarchy2"/>
    <dgm:cxn modelId="{B3003A1D-9D47-4156-B433-D70E7F3D3F20}" type="presParOf" srcId="{F0DA2771-0803-4CE3-85C4-553D788C69A0}" destId="{53FCDF1F-4712-48ED-9883-AB8B2E14F629}" srcOrd="0" destOrd="0" presId="urn:microsoft.com/office/officeart/2005/8/layout/hierarchy2"/>
    <dgm:cxn modelId="{FF0DF214-4EEA-4E64-A672-A1C87B4DF348}" type="presParOf" srcId="{F0DA2771-0803-4CE3-85C4-553D788C69A0}" destId="{0CB72ED4-1D18-4499-90AB-52194E34F156}" srcOrd="1" destOrd="0" presId="urn:microsoft.com/office/officeart/2005/8/layout/hierarchy2"/>
    <dgm:cxn modelId="{B3A97448-C780-498B-95C7-7E8043C1143D}" type="presParOf" srcId="{0CB72ED4-1D18-4499-90AB-52194E34F156}" destId="{D6BC4544-A128-493C-B48F-A69D47332B0F}" srcOrd="0" destOrd="0" presId="urn:microsoft.com/office/officeart/2005/8/layout/hierarchy2"/>
    <dgm:cxn modelId="{52F70559-518C-40D6-9C45-60935E82238A}" type="presParOf" srcId="{D6BC4544-A128-493C-B48F-A69D47332B0F}" destId="{6B22FE9A-821E-459D-A9EF-18C6B92B8EF9}" srcOrd="0" destOrd="0" presId="urn:microsoft.com/office/officeart/2005/8/layout/hierarchy2"/>
    <dgm:cxn modelId="{FE3A6B5B-F1CC-4854-B702-075780D1DA47}" type="presParOf" srcId="{0CB72ED4-1D18-4499-90AB-52194E34F156}" destId="{D8787A5F-D510-4565-8182-D4FC31AC6FEB}" srcOrd="1" destOrd="0" presId="urn:microsoft.com/office/officeart/2005/8/layout/hierarchy2"/>
    <dgm:cxn modelId="{077298EF-76B2-41D9-BE30-B1F7E72A63BD}" type="presParOf" srcId="{D8787A5F-D510-4565-8182-D4FC31AC6FEB}" destId="{79DCCD26-8FE6-40FB-8E8B-9F563DD5D74C}" srcOrd="0" destOrd="0" presId="urn:microsoft.com/office/officeart/2005/8/layout/hierarchy2"/>
    <dgm:cxn modelId="{E5A0FE9E-31DB-468E-943C-982FA644EE2F}" type="presParOf" srcId="{D8787A5F-D510-4565-8182-D4FC31AC6FEB}" destId="{2246A190-B1D1-4A49-AB69-C63F65A75853}" srcOrd="1" destOrd="0" presId="urn:microsoft.com/office/officeart/2005/8/layout/hierarchy2"/>
    <dgm:cxn modelId="{8F75C4BF-1D8B-4D3C-9B22-0705F5C77EBB}" type="presParOf" srcId="{2246A190-B1D1-4A49-AB69-C63F65A75853}" destId="{6B8D5B8C-D7CE-4BB8-8B27-7DC6DFADD82D}" srcOrd="0" destOrd="0" presId="urn:microsoft.com/office/officeart/2005/8/layout/hierarchy2"/>
    <dgm:cxn modelId="{1F22D582-888F-46D9-AD20-A5E7DA6C9420}" type="presParOf" srcId="{6B8D5B8C-D7CE-4BB8-8B27-7DC6DFADD82D}" destId="{6682302D-CDE3-4500-BC32-234E40947C74}" srcOrd="0" destOrd="0" presId="urn:microsoft.com/office/officeart/2005/8/layout/hierarchy2"/>
    <dgm:cxn modelId="{5F7FF31A-1DCC-4949-891F-0F48219B0097}" type="presParOf" srcId="{2246A190-B1D1-4A49-AB69-C63F65A75853}" destId="{8C17C8AF-F811-4B5A-A696-621BD1FDC5AE}" srcOrd="1" destOrd="0" presId="urn:microsoft.com/office/officeart/2005/8/layout/hierarchy2"/>
    <dgm:cxn modelId="{FCB8693A-ED65-4DF5-8D80-9E0D4CEE0B67}" type="presParOf" srcId="{8C17C8AF-F811-4B5A-A696-621BD1FDC5AE}" destId="{D0825D4D-BC1B-4B24-B906-3592FDFD0A11}" srcOrd="0" destOrd="0" presId="urn:microsoft.com/office/officeart/2005/8/layout/hierarchy2"/>
    <dgm:cxn modelId="{D7D15AB6-FFDB-4D23-8BEE-C78EA0AAF31C}" type="presParOf" srcId="{8C17C8AF-F811-4B5A-A696-621BD1FDC5AE}" destId="{A6439D8A-D8DA-406F-A3DA-803BC295626F}" srcOrd="1" destOrd="0" presId="urn:microsoft.com/office/officeart/2005/8/layout/hierarchy2"/>
    <dgm:cxn modelId="{A9B428A8-8960-4A31-81A7-3FF5D6A5A90D}" type="presParOf" srcId="{0CB72ED4-1D18-4499-90AB-52194E34F156}" destId="{E8026277-4B12-4A44-B68F-D97D2411D551}" srcOrd="2" destOrd="0" presId="urn:microsoft.com/office/officeart/2005/8/layout/hierarchy2"/>
    <dgm:cxn modelId="{B8CAE061-EFE1-4BE3-9E96-405BBCB55A65}" type="presParOf" srcId="{E8026277-4B12-4A44-B68F-D97D2411D551}" destId="{B95FB4B7-29D3-4E2B-B2E9-2970608FF5DE}" srcOrd="0" destOrd="0" presId="urn:microsoft.com/office/officeart/2005/8/layout/hierarchy2"/>
    <dgm:cxn modelId="{7EF260C8-55C3-4ED1-AE74-2269D787AFD3}" type="presParOf" srcId="{0CB72ED4-1D18-4499-90AB-52194E34F156}" destId="{715AC70B-85FF-4A4F-97D9-C4B555460402}" srcOrd="3" destOrd="0" presId="urn:microsoft.com/office/officeart/2005/8/layout/hierarchy2"/>
    <dgm:cxn modelId="{16420582-BDD8-4C24-9914-77CFCA63A558}" type="presParOf" srcId="{715AC70B-85FF-4A4F-97D9-C4B555460402}" destId="{8437A54E-E07B-45AA-B908-9CF87FAAF59F}" srcOrd="0" destOrd="0" presId="urn:microsoft.com/office/officeart/2005/8/layout/hierarchy2"/>
    <dgm:cxn modelId="{A9800C9A-8679-4D9A-B59B-04D0C22D01FA}" type="presParOf" srcId="{715AC70B-85FF-4A4F-97D9-C4B555460402}" destId="{2D66E35B-616E-49B1-A382-5B183BCA6A72}" srcOrd="1" destOrd="0" presId="urn:microsoft.com/office/officeart/2005/8/layout/hierarchy2"/>
    <dgm:cxn modelId="{FB70F2FC-3C7C-4EE3-915D-B0DC2E6A8638}" type="presParOf" srcId="{2D66E35B-616E-49B1-A382-5B183BCA6A72}" destId="{7C6EC673-5A58-41FF-BA96-1036419C51F4}" srcOrd="0" destOrd="0" presId="urn:microsoft.com/office/officeart/2005/8/layout/hierarchy2"/>
    <dgm:cxn modelId="{1DDECEBE-39FB-4ED9-A808-DBF2E9D35A96}" type="presParOf" srcId="{7C6EC673-5A58-41FF-BA96-1036419C51F4}" destId="{824B5F6B-4E5A-45B4-9E4B-7D953AF980EF}" srcOrd="0" destOrd="0" presId="urn:microsoft.com/office/officeart/2005/8/layout/hierarchy2"/>
    <dgm:cxn modelId="{C15A107C-C58B-4DE7-B8FA-3C492517B1B1}" type="presParOf" srcId="{2D66E35B-616E-49B1-A382-5B183BCA6A72}" destId="{4CDDF2CB-D734-48DE-B363-482C3B432F52}" srcOrd="1" destOrd="0" presId="urn:microsoft.com/office/officeart/2005/8/layout/hierarchy2"/>
    <dgm:cxn modelId="{85C879F5-32A4-463C-BFDA-612465128424}" type="presParOf" srcId="{4CDDF2CB-D734-48DE-B363-482C3B432F52}" destId="{F351EDD3-19A2-4465-AEA7-F64F548148B5}" srcOrd="0" destOrd="0" presId="urn:microsoft.com/office/officeart/2005/8/layout/hierarchy2"/>
    <dgm:cxn modelId="{ED27DF72-47BB-41E7-857F-72F4F9FE1745}" type="presParOf" srcId="{4CDDF2CB-D734-48DE-B363-482C3B432F52}" destId="{3E0FC295-BCE2-4F46-B363-4AEAF1BF244E}" srcOrd="1" destOrd="0" presId="urn:microsoft.com/office/officeart/2005/8/layout/hierarchy2"/>
    <dgm:cxn modelId="{E37F413A-0B1D-4D2A-A6B8-B56AABD6CADC}" type="presParOf" srcId="{8BF8FDD8-1FAC-41C8-9BDA-CB09A87C5225}" destId="{232E4170-22E5-4890-854C-B32C94F8737F}" srcOrd="2" destOrd="0" presId="urn:microsoft.com/office/officeart/2005/8/layout/hierarchy2"/>
    <dgm:cxn modelId="{970DDE55-4222-41C4-897A-B12B2F22A0C2}" type="presParOf" srcId="{232E4170-22E5-4890-854C-B32C94F8737F}" destId="{F5A0FFC3-1C02-4751-87CF-090E517116EF}" srcOrd="0" destOrd="0" presId="urn:microsoft.com/office/officeart/2005/8/layout/hierarchy2"/>
    <dgm:cxn modelId="{24645F7E-E55C-43E3-8C60-43A219229E41}" type="presParOf" srcId="{8BF8FDD8-1FAC-41C8-9BDA-CB09A87C5225}" destId="{BDA9E6A1-D366-4288-B0CC-B8F48E2DBBDE}" srcOrd="3" destOrd="0" presId="urn:microsoft.com/office/officeart/2005/8/layout/hierarchy2"/>
    <dgm:cxn modelId="{D89C0FD8-582B-4196-AAF2-230EDE7203E5}" type="presParOf" srcId="{BDA9E6A1-D366-4288-B0CC-B8F48E2DBBDE}" destId="{ED4E7F50-F73D-4D24-919E-DC15B7F9414F}" srcOrd="0" destOrd="0" presId="urn:microsoft.com/office/officeart/2005/8/layout/hierarchy2"/>
    <dgm:cxn modelId="{85533986-930E-47EA-B065-8A00839042BC}" type="presParOf" srcId="{BDA9E6A1-D366-4288-B0CC-B8F48E2DBBDE}" destId="{AF95DBA8-971C-4C06-8E36-9B9ED16D5EA6}" srcOrd="1" destOrd="0" presId="urn:microsoft.com/office/officeart/2005/8/layout/hierarchy2"/>
    <dgm:cxn modelId="{08FA6557-8737-41C7-BDD4-FFAEA8281808}" type="presParOf" srcId="{AF95DBA8-971C-4C06-8E36-9B9ED16D5EA6}" destId="{38EEE5AA-614C-4A1E-8CD7-F9A0BA29C162}" srcOrd="0" destOrd="0" presId="urn:microsoft.com/office/officeart/2005/8/layout/hierarchy2"/>
    <dgm:cxn modelId="{D4816DBE-1A1E-4616-882D-5974167E6407}" type="presParOf" srcId="{38EEE5AA-614C-4A1E-8CD7-F9A0BA29C162}" destId="{CBA225E5-DD7B-491F-84AB-CFD3D932A245}" srcOrd="0" destOrd="0" presId="urn:microsoft.com/office/officeart/2005/8/layout/hierarchy2"/>
    <dgm:cxn modelId="{5CC7992A-0A4E-46C5-94D5-D0694666B45B}" type="presParOf" srcId="{AF95DBA8-971C-4C06-8E36-9B9ED16D5EA6}" destId="{FCA66FE7-9ABF-4D32-B741-B24E4C5FFE2F}" srcOrd="1" destOrd="0" presId="urn:microsoft.com/office/officeart/2005/8/layout/hierarchy2"/>
    <dgm:cxn modelId="{837FF87C-C743-4833-BBAA-75B343E8F80D}" type="presParOf" srcId="{FCA66FE7-9ABF-4D32-B741-B24E4C5FFE2F}" destId="{F24FEADD-92A2-48B1-9198-F3F575D76428}" srcOrd="0" destOrd="0" presId="urn:microsoft.com/office/officeart/2005/8/layout/hierarchy2"/>
    <dgm:cxn modelId="{EBA62B9F-7B44-4258-91CF-8B1699F8A963}" type="presParOf" srcId="{FCA66FE7-9ABF-4D32-B741-B24E4C5FFE2F}" destId="{E8B6662C-1349-44FC-9BC3-BDD9B52DC9E9}"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5851A-8A4E-475E-9188-5B31C1B70B79}">
      <dsp:nvSpPr>
        <dsp:cNvPr id="0" name=""/>
        <dsp:cNvSpPr/>
      </dsp:nvSpPr>
      <dsp:spPr>
        <a:xfrm>
          <a:off x="2321718" y="174"/>
          <a:ext cx="1452562" cy="944165"/>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ZA" sz="2500" kern="1200" dirty="0"/>
            <a:t>What is it?</a:t>
          </a:r>
        </a:p>
      </dsp:txBody>
      <dsp:txXfrm>
        <a:off x="2367808" y="46264"/>
        <a:ext cx="1360382" cy="851985"/>
      </dsp:txXfrm>
    </dsp:sp>
    <dsp:sp modelId="{DB9AC7CA-B93B-4333-BF04-C1BD9A039100}">
      <dsp:nvSpPr>
        <dsp:cNvPr id="0" name=""/>
        <dsp:cNvSpPr/>
      </dsp:nvSpPr>
      <dsp:spPr>
        <a:xfrm>
          <a:off x="1488257" y="472257"/>
          <a:ext cx="3119485" cy="3119485"/>
        </a:xfrm>
        <a:custGeom>
          <a:avLst/>
          <a:gdLst/>
          <a:ahLst/>
          <a:cxnLst/>
          <a:rect l="0" t="0" r="0" b="0"/>
          <a:pathLst>
            <a:path>
              <a:moveTo>
                <a:pt x="2296485" y="184967"/>
              </a:moveTo>
              <a:arcTo wR="1559742" hR="1559742" stAng="17891212" swAng="2625610"/>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3F3A6CD5-F362-440E-B19C-B89B5623E073}">
      <dsp:nvSpPr>
        <dsp:cNvPr id="0" name=""/>
        <dsp:cNvSpPr/>
      </dsp:nvSpPr>
      <dsp:spPr>
        <a:xfrm>
          <a:off x="3881461" y="1559917"/>
          <a:ext cx="1452562" cy="944165"/>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en-US" sz="2500" kern="1200" dirty="0"/>
            <a:t>Class object</a:t>
          </a:r>
          <a:endParaRPr lang="en-ZA" sz="2500" kern="1200" dirty="0"/>
        </a:p>
      </dsp:txBody>
      <dsp:txXfrm>
        <a:off x="3927551" y="1606007"/>
        <a:ext cx="1360382" cy="851985"/>
      </dsp:txXfrm>
    </dsp:sp>
    <dsp:sp modelId="{C837092B-EBC7-4778-B5DD-CAC5E49940DF}">
      <dsp:nvSpPr>
        <dsp:cNvPr id="0" name=""/>
        <dsp:cNvSpPr/>
      </dsp:nvSpPr>
      <dsp:spPr>
        <a:xfrm>
          <a:off x="1488257" y="472257"/>
          <a:ext cx="3119485" cy="3119485"/>
        </a:xfrm>
        <a:custGeom>
          <a:avLst/>
          <a:gdLst/>
          <a:ahLst/>
          <a:cxnLst/>
          <a:rect l="0" t="0" r="0" b="0"/>
          <a:pathLst>
            <a:path>
              <a:moveTo>
                <a:pt x="3042700" y="2043101"/>
              </a:moveTo>
              <a:arcTo wR="1559742" hR="1559742" stAng="1083178" swAng="2625610"/>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94DCAA6F-F5B1-4468-96D7-D867BFC6EBCD}">
      <dsp:nvSpPr>
        <dsp:cNvPr id="0" name=""/>
        <dsp:cNvSpPr/>
      </dsp:nvSpPr>
      <dsp:spPr>
        <a:xfrm>
          <a:off x="2321718" y="3119659"/>
          <a:ext cx="1452562" cy="944165"/>
        </a:xfrm>
        <a:prstGeom prst="roundRect">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en-US" sz="2500" kern="1200" dirty="0"/>
            <a:t>Field object</a:t>
          </a:r>
          <a:endParaRPr lang="en-ZA" sz="2500" kern="1200" dirty="0"/>
        </a:p>
      </dsp:txBody>
      <dsp:txXfrm>
        <a:off x="2367808" y="3165749"/>
        <a:ext cx="1360382" cy="851985"/>
      </dsp:txXfrm>
    </dsp:sp>
    <dsp:sp modelId="{75B56427-5788-464F-9BED-37B12FC30975}">
      <dsp:nvSpPr>
        <dsp:cNvPr id="0" name=""/>
        <dsp:cNvSpPr/>
      </dsp:nvSpPr>
      <dsp:spPr>
        <a:xfrm>
          <a:off x="1488257" y="472257"/>
          <a:ext cx="3119485" cy="3119485"/>
        </a:xfrm>
        <a:custGeom>
          <a:avLst/>
          <a:gdLst/>
          <a:ahLst/>
          <a:cxnLst/>
          <a:rect l="0" t="0" r="0" b="0"/>
          <a:pathLst>
            <a:path>
              <a:moveTo>
                <a:pt x="823000" y="2934518"/>
              </a:moveTo>
              <a:arcTo wR="1559742" hR="1559742" stAng="7091212" swAng="2625610"/>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AB0D8898-41F3-4E4C-9295-04295B106251}">
      <dsp:nvSpPr>
        <dsp:cNvPr id="0" name=""/>
        <dsp:cNvSpPr/>
      </dsp:nvSpPr>
      <dsp:spPr>
        <a:xfrm>
          <a:off x="761975" y="1559917"/>
          <a:ext cx="1452562" cy="944165"/>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en-US" sz="2500" kern="1200"/>
            <a:t>Method object</a:t>
          </a:r>
          <a:endParaRPr lang="en-ZA" sz="2500" kern="1200" dirty="0"/>
        </a:p>
      </dsp:txBody>
      <dsp:txXfrm>
        <a:off x="808065" y="1606007"/>
        <a:ext cx="1360382" cy="851985"/>
      </dsp:txXfrm>
    </dsp:sp>
    <dsp:sp modelId="{8817692B-56A6-4C0C-B435-A3E78296E36C}">
      <dsp:nvSpPr>
        <dsp:cNvPr id="0" name=""/>
        <dsp:cNvSpPr/>
      </dsp:nvSpPr>
      <dsp:spPr>
        <a:xfrm>
          <a:off x="1488257" y="472257"/>
          <a:ext cx="3119485" cy="3119485"/>
        </a:xfrm>
        <a:custGeom>
          <a:avLst/>
          <a:gdLst/>
          <a:ahLst/>
          <a:cxnLst/>
          <a:rect l="0" t="0" r="0" b="0"/>
          <a:pathLst>
            <a:path>
              <a:moveTo>
                <a:pt x="76785" y="1076384"/>
              </a:moveTo>
              <a:arcTo wR="1559742" hR="1559742" stAng="11883178" swAng="2625610"/>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5851A-8A4E-475E-9188-5B31C1B70B79}">
      <dsp:nvSpPr>
        <dsp:cNvPr id="0" name=""/>
        <dsp:cNvSpPr/>
      </dsp:nvSpPr>
      <dsp:spPr>
        <a:xfrm>
          <a:off x="2881617" y="1443"/>
          <a:ext cx="1317212" cy="856187"/>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t>Why XML?</a:t>
          </a:r>
          <a:endParaRPr lang="en-ZA" sz="1500" kern="1200" dirty="0"/>
        </a:p>
      </dsp:txBody>
      <dsp:txXfrm>
        <a:off x="2923413" y="43239"/>
        <a:ext cx="1233620" cy="772595"/>
      </dsp:txXfrm>
    </dsp:sp>
    <dsp:sp modelId="{DB9AC7CA-B93B-4333-BF04-C1BD9A039100}">
      <dsp:nvSpPr>
        <dsp:cNvPr id="0" name=""/>
        <dsp:cNvSpPr/>
      </dsp:nvSpPr>
      <dsp:spPr>
        <a:xfrm>
          <a:off x="1521489" y="429537"/>
          <a:ext cx="4037468" cy="4037468"/>
        </a:xfrm>
        <a:custGeom>
          <a:avLst/>
          <a:gdLst/>
          <a:ahLst/>
          <a:cxnLst/>
          <a:rect l="0" t="0" r="0" b="0"/>
          <a:pathLst>
            <a:path>
              <a:moveTo>
                <a:pt x="2685775" y="113387"/>
              </a:moveTo>
              <a:arcTo wR="2018734" hR="2018734" stAng="17357676" swAng="1502948"/>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3F3A6CD5-F362-440E-B19C-B89B5623E073}">
      <dsp:nvSpPr>
        <dsp:cNvPr id="0" name=""/>
        <dsp:cNvSpPr/>
      </dsp:nvSpPr>
      <dsp:spPr>
        <a:xfrm>
          <a:off x="4629892" y="1010810"/>
          <a:ext cx="1317212" cy="856187"/>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t>What is XML?</a:t>
          </a:r>
          <a:endParaRPr lang="en-ZA" sz="1500" kern="1200" dirty="0"/>
        </a:p>
      </dsp:txBody>
      <dsp:txXfrm>
        <a:off x="4671688" y="1052606"/>
        <a:ext cx="1233620" cy="772595"/>
      </dsp:txXfrm>
    </dsp:sp>
    <dsp:sp modelId="{C837092B-EBC7-4778-B5DD-CAC5E49940DF}">
      <dsp:nvSpPr>
        <dsp:cNvPr id="0" name=""/>
        <dsp:cNvSpPr/>
      </dsp:nvSpPr>
      <dsp:spPr>
        <a:xfrm>
          <a:off x="1521489" y="429537"/>
          <a:ext cx="4037468" cy="4037468"/>
        </a:xfrm>
        <a:custGeom>
          <a:avLst/>
          <a:gdLst/>
          <a:ahLst/>
          <a:cxnLst/>
          <a:rect l="0" t="0" r="0" b="0"/>
          <a:pathLst>
            <a:path>
              <a:moveTo>
                <a:pt x="3955287" y="1448603"/>
              </a:moveTo>
              <a:arcTo wR="2018734" hR="2018734" stAng="20615719" swAng="1968561"/>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94DCAA6F-F5B1-4468-96D7-D867BFC6EBCD}">
      <dsp:nvSpPr>
        <dsp:cNvPr id="0" name=""/>
        <dsp:cNvSpPr/>
      </dsp:nvSpPr>
      <dsp:spPr>
        <a:xfrm>
          <a:off x="4629892" y="3029545"/>
          <a:ext cx="1317212" cy="856187"/>
        </a:xfrm>
        <a:prstGeom prst="roundRect">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t>XML structure</a:t>
          </a:r>
          <a:endParaRPr lang="en-ZA" sz="1500" kern="1200" dirty="0"/>
        </a:p>
      </dsp:txBody>
      <dsp:txXfrm>
        <a:off x="4671688" y="3071341"/>
        <a:ext cx="1233620" cy="772595"/>
      </dsp:txXfrm>
    </dsp:sp>
    <dsp:sp modelId="{75B56427-5788-464F-9BED-37B12FC30975}">
      <dsp:nvSpPr>
        <dsp:cNvPr id="0" name=""/>
        <dsp:cNvSpPr/>
      </dsp:nvSpPr>
      <dsp:spPr>
        <a:xfrm>
          <a:off x="1521489" y="429537"/>
          <a:ext cx="4037468" cy="4037468"/>
        </a:xfrm>
        <a:custGeom>
          <a:avLst/>
          <a:gdLst/>
          <a:ahLst/>
          <a:cxnLst/>
          <a:rect l="0" t="0" r="0" b="0"/>
          <a:pathLst>
            <a:path>
              <a:moveTo>
                <a:pt x="3429751" y="3462451"/>
              </a:moveTo>
              <a:arcTo wR="2018734" hR="2018734" stAng="2739376" swAng="1502948"/>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AB0D8898-41F3-4E4C-9295-04295B106251}">
      <dsp:nvSpPr>
        <dsp:cNvPr id="0" name=""/>
        <dsp:cNvSpPr/>
      </dsp:nvSpPr>
      <dsp:spPr>
        <a:xfrm>
          <a:off x="2881617" y="4038912"/>
          <a:ext cx="1317212" cy="856187"/>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t>Parsing XML documents (XPath)</a:t>
          </a:r>
          <a:endParaRPr lang="en-ZA" sz="1500" kern="1200" dirty="0"/>
        </a:p>
      </dsp:txBody>
      <dsp:txXfrm>
        <a:off x="2923413" y="4080708"/>
        <a:ext cx="1233620" cy="772595"/>
      </dsp:txXfrm>
    </dsp:sp>
    <dsp:sp modelId="{8817692B-56A6-4C0C-B435-A3E78296E36C}">
      <dsp:nvSpPr>
        <dsp:cNvPr id="0" name=""/>
        <dsp:cNvSpPr/>
      </dsp:nvSpPr>
      <dsp:spPr>
        <a:xfrm>
          <a:off x="1521489" y="429537"/>
          <a:ext cx="4037468" cy="4037468"/>
        </a:xfrm>
        <a:custGeom>
          <a:avLst/>
          <a:gdLst/>
          <a:ahLst/>
          <a:cxnLst/>
          <a:rect l="0" t="0" r="0" b="0"/>
          <a:pathLst>
            <a:path>
              <a:moveTo>
                <a:pt x="1351693" y="3924080"/>
              </a:moveTo>
              <a:arcTo wR="2018734" hR="2018734" stAng="6557676" swAng="1502948"/>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167975A6-BA18-4BAA-A1A6-C3C5B9B624E3}">
      <dsp:nvSpPr>
        <dsp:cNvPr id="0" name=""/>
        <dsp:cNvSpPr/>
      </dsp:nvSpPr>
      <dsp:spPr>
        <a:xfrm>
          <a:off x="1133342" y="3029545"/>
          <a:ext cx="1317212" cy="856187"/>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t>Creating XML documents</a:t>
          </a:r>
          <a:endParaRPr lang="en-ZA" sz="1500" kern="1200" dirty="0"/>
        </a:p>
      </dsp:txBody>
      <dsp:txXfrm>
        <a:off x="1175138" y="3071341"/>
        <a:ext cx="1233620" cy="772595"/>
      </dsp:txXfrm>
    </dsp:sp>
    <dsp:sp modelId="{A321742E-2405-4C54-B03A-87602A50815D}">
      <dsp:nvSpPr>
        <dsp:cNvPr id="0" name=""/>
        <dsp:cNvSpPr/>
      </dsp:nvSpPr>
      <dsp:spPr>
        <a:xfrm>
          <a:off x="1521489" y="429537"/>
          <a:ext cx="4037468" cy="4037468"/>
        </a:xfrm>
        <a:custGeom>
          <a:avLst/>
          <a:gdLst/>
          <a:ahLst/>
          <a:cxnLst/>
          <a:rect l="0" t="0" r="0" b="0"/>
          <a:pathLst>
            <a:path>
              <a:moveTo>
                <a:pt x="82180" y="2588864"/>
              </a:moveTo>
              <a:arcTo wR="2018734" hR="2018734" stAng="9815719" swAng="1968561"/>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2A781AE1-D6EB-497B-834F-B6D549AD8CF7}">
      <dsp:nvSpPr>
        <dsp:cNvPr id="0" name=""/>
        <dsp:cNvSpPr/>
      </dsp:nvSpPr>
      <dsp:spPr>
        <a:xfrm>
          <a:off x="1133342" y="1010810"/>
          <a:ext cx="1317212" cy="856187"/>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altLang="en-US" sz="1500" kern="1200"/>
            <a:t>Other XML technologies</a:t>
          </a:r>
          <a:endParaRPr lang="en-ZA" sz="1500" kern="1200" dirty="0"/>
        </a:p>
      </dsp:txBody>
      <dsp:txXfrm>
        <a:off x="1175138" y="1052606"/>
        <a:ext cx="1233620" cy="772595"/>
      </dsp:txXfrm>
    </dsp:sp>
    <dsp:sp modelId="{A84CC472-DC08-4A27-95E0-AF708F87CB73}">
      <dsp:nvSpPr>
        <dsp:cNvPr id="0" name=""/>
        <dsp:cNvSpPr/>
      </dsp:nvSpPr>
      <dsp:spPr>
        <a:xfrm>
          <a:off x="1521489" y="429537"/>
          <a:ext cx="4037468" cy="4037468"/>
        </a:xfrm>
        <a:custGeom>
          <a:avLst/>
          <a:gdLst/>
          <a:ahLst/>
          <a:cxnLst/>
          <a:rect l="0" t="0" r="0" b="0"/>
          <a:pathLst>
            <a:path>
              <a:moveTo>
                <a:pt x="607716" y="575017"/>
              </a:moveTo>
              <a:arcTo wR="2018734" hR="2018734" stAng="13539376" swAng="1502948"/>
            </a:path>
          </a:pathLst>
        </a:custGeom>
        <a:noFill/>
        <a:ln w="381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24ED8-0B8A-43A5-AA22-AABE53BC48C6}">
      <dsp:nvSpPr>
        <dsp:cNvPr id="0" name=""/>
        <dsp:cNvSpPr/>
      </dsp:nvSpPr>
      <dsp:spPr>
        <a:xfrm>
          <a:off x="959" y="2195326"/>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items</a:t>
          </a:r>
        </a:p>
      </dsp:txBody>
      <dsp:txXfrm>
        <a:off x="18708" y="2213075"/>
        <a:ext cx="1176483" cy="570492"/>
      </dsp:txXfrm>
    </dsp:sp>
    <dsp:sp modelId="{E2F51CB5-29C9-4484-9390-6489AC23E886}">
      <dsp:nvSpPr>
        <dsp:cNvPr id="0" name=""/>
        <dsp:cNvSpPr/>
      </dsp:nvSpPr>
      <dsp:spPr>
        <a:xfrm rot="17692822">
          <a:off x="879198" y="1963921"/>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1946848"/>
        <a:ext cx="57613" cy="57613"/>
      </dsp:txXfrm>
    </dsp:sp>
    <dsp:sp modelId="{9F907E21-2C27-48BE-9675-DAA3F154F3C7}">
      <dsp:nvSpPr>
        <dsp:cNvPr id="0" name=""/>
        <dsp:cNvSpPr/>
      </dsp:nvSpPr>
      <dsp:spPr>
        <a:xfrm>
          <a:off x="1697734" y="1149992"/>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item[1]</a:t>
          </a:r>
        </a:p>
      </dsp:txBody>
      <dsp:txXfrm>
        <a:off x="1715483" y="1167741"/>
        <a:ext cx="1176483" cy="570492"/>
      </dsp:txXfrm>
    </dsp:sp>
    <dsp:sp modelId="{A34A0074-50A2-4BAD-A5BE-BC030552DA10}">
      <dsp:nvSpPr>
        <dsp:cNvPr id="0" name=""/>
        <dsp:cNvSpPr/>
      </dsp:nvSpPr>
      <dsp:spPr>
        <a:xfrm rot="18770822">
          <a:off x="2795670" y="1179921"/>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173832"/>
        <a:ext cx="35644" cy="35644"/>
      </dsp:txXfrm>
    </dsp:sp>
    <dsp:sp modelId="{E78237B8-8CEF-4C86-ABD2-7DDB6AB05F03}">
      <dsp:nvSpPr>
        <dsp:cNvPr id="0" name=""/>
        <dsp:cNvSpPr/>
      </dsp:nvSpPr>
      <dsp:spPr>
        <a:xfrm>
          <a:off x="3394509" y="627325"/>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645074"/>
        <a:ext cx="1176483" cy="570492"/>
      </dsp:txXfrm>
    </dsp:sp>
    <dsp:sp modelId="{631B9DB0-3FB2-4362-9EC5-419811C49497}">
      <dsp:nvSpPr>
        <dsp:cNvPr id="0" name=""/>
        <dsp:cNvSpPr/>
      </dsp:nvSpPr>
      <dsp:spPr>
        <a:xfrm rot="19457599">
          <a:off x="4550375" y="744365"/>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741172"/>
        <a:ext cx="29851" cy="29851"/>
      </dsp:txXfrm>
    </dsp:sp>
    <dsp:sp modelId="{B1958EB5-6FBD-47E1-830C-CFB8006FFBF0}">
      <dsp:nvSpPr>
        <dsp:cNvPr id="0" name=""/>
        <dsp:cNvSpPr/>
      </dsp:nvSpPr>
      <dsp:spPr>
        <a:xfrm>
          <a:off x="5091283"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96629"/>
        <a:ext cx="1176483" cy="570492"/>
      </dsp:txXfrm>
    </dsp:sp>
    <dsp:sp modelId="{76051F0E-D3D0-4C90-A02E-9DD32D00D19F}">
      <dsp:nvSpPr>
        <dsp:cNvPr id="0" name=""/>
        <dsp:cNvSpPr/>
      </dsp:nvSpPr>
      <dsp:spPr>
        <a:xfrm>
          <a:off x="6303265" y="57014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569756"/>
        <a:ext cx="24239" cy="24239"/>
      </dsp:txXfrm>
    </dsp:sp>
    <dsp:sp modelId="{F591980B-A5C7-4519-82EB-21654BA10CC4}">
      <dsp:nvSpPr>
        <dsp:cNvPr id="0" name=""/>
        <dsp:cNvSpPr/>
      </dsp:nvSpPr>
      <dsp:spPr>
        <a:xfrm>
          <a:off x="6788058"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Ink Jet Refill</a:t>
          </a:r>
        </a:p>
      </dsp:txBody>
      <dsp:txXfrm>
        <a:off x="6805807" y="296629"/>
        <a:ext cx="1176483" cy="570492"/>
      </dsp:txXfrm>
    </dsp:sp>
    <dsp:sp modelId="{C43FF4C0-4923-47F6-A154-06544EC9DB1E}">
      <dsp:nvSpPr>
        <dsp:cNvPr id="0" name=""/>
        <dsp:cNvSpPr/>
      </dsp:nvSpPr>
      <dsp:spPr>
        <a:xfrm rot="2142401">
          <a:off x="4550375" y="1092809"/>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1089617"/>
        <a:ext cx="29851" cy="29851"/>
      </dsp:txXfrm>
    </dsp:sp>
    <dsp:sp modelId="{33CCF843-C473-4339-90D9-97780C154942}">
      <dsp:nvSpPr>
        <dsp:cNvPr id="0" name=""/>
        <dsp:cNvSpPr/>
      </dsp:nvSpPr>
      <dsp:spPr>
        <a:xfrm>
          <a:off x="5091283" y="97577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993519"/>
        <a:ext cx="1176483" cy="570492"/>
      </dsp:txXfrm>
    </dsp:sp>
    <dsp:sp modelId="{4A7F0A13-C592-46FA-9AC0-BB3F4CD9D942}">
      <dsp:nvSpPr>
        <dsp:cNvPr id="0" name=""/>
        <dsp:cNvSpPr/>
      </dsp:nvSpPr>
      <dsp:spPr>
        <a:xfrm>
          <a:off x="6303265" y="126703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1266645"/>
        <a:ext cx="24239" cy="24239"/>
      </dsp:txXfrm>
    </dsp:sp>
    <dsp:sp modelId="{DDF768B8-AC71-4EF1-B664-A4A87F56B4AA}">
      <dsp:nvSpPr>
        <dsp:cNvPr id="0" name=""/>
        <dsp:cNvSpPr/>
      </dsp:nvSpPr>
      <dsp:spPr>
        <a:xfrm>
          <a:off x="6788058" y="97577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29.95</a:t>
          </a:r>
        </a:p>
      </dsp:txBody>
      <dsp:txXfrm>
        <a:off x="6805807" y="993519"/>
        <a:ext cx="1176483" cy="570492"/>
      </dsp:txXfrm>
    </dsp:sp>
    <dsp:sp modelId="{41DDEE6B-6454-4F1B-BCD0-1D020D699779}">
      <dsp:nvSpPr>
        <dsp:cNvPr id="0" name=""/>
        <dsp:cNvSpPr/>
      </dsp:nvSpPr>
      <dsp:spPr>
        <a:xfrm rot="2829178">
          <a:off x="2795670" y="1702588"/>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696499"/>
        <a:ext cx="35644" cy="35644"/>
      </dsp:txXfrm>
    </dsp:sp>
    <dsp:sp modelId="{79C61CE4-91E0-4173-935B-B66EFD075413}">
      <dsp:nvSpPr>
        <dsp:cNvPr id="0" name=""/>
        <dsp:cNvSpPr/>
      </dsp:nvSpPr>
      <dsp:spPr>
        <a:xfrm>
          <a:off x="3394509"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1690408"/>
        <a:ext cx="1176483" cy="570492"/>
      </dsp:txXfrm>
    </dsp:sp>
    <dsp:sp modelId="{8B1CDAF4-6B47-498C-A3D3-D00F84C33A60}">
      <dsp:nvSpPr>
        <dsp:cNvPr id="0" name=""/>
        <dsp:cNvSpPr/>
      </dsp:nvSpPr>
      <dsp:spPr>
        <a:xfrm>
          <a:off x="4606490" y="196392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1963535"/>
        <a:ext cx="24239" cy="24239"/>
      </dsp:txXfrm>
    </dsp:sp>
    <dsp:sp modelId="{0D414D3A-E434-4B57-8CA3-871EAFAE720B}">
      <dsp:nvSpPr>
        <dsp:cNvPr id="0" name=""/>
        <dsp:cNvSpPr/>
      </dsp:nvSpPr>
      <dsp:spPr>
        <a:xfrm>
          <a:off x="5091283"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5109032" y="1690408"/>
        <a:ext cx="1176483" cy="570492"/>
      </dsp:txXfrm>
    </dsp:sp>
    <dsp:sp modelId="{20B6E78F-6463-433D-A780-177C8605B0AC}">
      <dsp:nvSpPr>
        <dsp:cNvPr id="0" name=""/>
        <dsp:cNvSpPr/>
      </dsp:nvSpPr>
      <dsp:spPr>
        <a:xfrm rot="3907178">
          <a:off x="879198" y="3009256"/>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2992182"/>
        <a:ext cx="57613" cy="57613"/>
      </dsp:txXfrm>
    </dsp:sp>
    <dsp:sp modelId="{4AB76E73-FD37-4BCB-91F0-E14EEA280DD0}">
      <dsp:nvSpPr>
        <dsp:cNvPr id="0" name=""/>
        <dsp:cNvSpPr/>
      </dsp:nvSpPr>
      <dsp:spPr>
        <a:xfrm>
          <a:off x="1697734" y="3240661"/>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item[2]</a:t>
          </a:r>
        </a:p>
      </dsp:txBody>
      <dsp:txXfrm>
        <a:off x="1715483" y="3258410"/>
        <a:ext cx="1176483" cy="570492"/>
      </dsp:txXfrm>
    </dsp:sp>
    <dsp:sp modelId="{80405139-CAD6-4BB9-AB3C-F2C01A16173E}">
      <dsp:nvSpPr>
        <dsp:cNvPr id="0" name=""/>
        <dsp:cNvSpPr/>
      </dsp:nvSpPr>
      <dsp:spPr>
        <a:xfrm rot="18770822">
          <a:off x="2795670" y="3270589"/>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264501"/>
        <a:ext cx="35644" cy="35644"/>
      </dsp:txXfrm>
    </dsp:sp>
    <dsp:sp modelId="{53FCDF1F-4712-48ED-9883-AB8B2E14F629}">
      <dsp:nvSpPr>
        <dsp:cNvPr id="0" name=""/>
        <dsp:cNvSpPr/>
      </dsp:nvSpPr>
      <dsp:spPr>
        <a:xfrm>
          <a:off x="3394509" y="2717994"/>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2735743"/>
        <a:ext cx="1176483" cy="570492"/>
      </dsp:txXfrm>
    </dsp:sp>
    <dsp:sp modelId="{D6BC4544-A128-493C-B48F-A69D47332B0F}">
      <dsp:nvSpPr>
        <dsp:cNvPr id="0" name=""/>
        <dsp:cNvSpPr/>
      </dsp:nvSpPr>
      <dsp:spPr>
        <a:xfrm rot="19457599">
          <a:off x="4550375" y="2835033"/>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2831841"/>
        <a:ext cx="29851" cy="29851"/>
      </dsp:txXfrm>
    </dsp:sp>
    <dsp:sp modelId="{79DCCD26-8FE6-40FB-8E8B-9F563DD5D74C}">
      <dsp:nvSpPr>
        <dsp:cNvPr id="0" name=""/>
        <dsp:cNvSpPr/>
      </dsp:nvSpPr>
      <dsp:spPr>
        <a:xfrm>
          <a:off x="5091283"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387298"/>
        <a:ext cx="1176483" cy="570492"/>
      </dsp:txXfrm>
    </dsp:sp>
    <dsp:sp modelId="{6B8D5B8C-D7CE-4BB8-8B27-7DC6DFADD82D}">
      <dsp:nvSpPr>
        <dsp:cNvPr id="0" name=""/>
        <dsp:cNvSpPr/>
      </dsp:nvSpPr>
      <dsp:spPr>
        <a:xfrm>
          <a:off x="6303265" y="266081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2660424"/>
        <a:ext cx="24239" cy="24239"/>
      </dsp:txXfrm>
    </dsp:sp>
    <dsp:sp modelId="{D0825D4D-BC1B-4B24-B906-3592FDFD0A11}">
      <dsp:nvSpPr>
        <dsp:cNvPr id="0" name=""/>
        <dsp:cNvSpPr/>
      </dsp:nvSpPr>
      <dsp:spPr>
        <a:xfrm>
          <a:off x="6788058"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4-port Mini Hub</a:t>
          </a:r>
        </a:p>
      </dsp:txBody>
      <dsp:txXfrm>
        <a:off x="6805807" y="2387298"/>
        <a:ext cx="1176483" cy="570492"/>
      </dsp:txXfrm>
    </dsp:sp>
    <dsp:sp modelId="{E8026277-4B12-4A44-B68F-D97D2411D551}">
      <dsp:nvSpPr>
        <dsp:cNvPr id="0" name=""/>
        <dsp:cNvSpPr/>
      </dsp:nvSpPr>
      <dsp:spPr>
        <a:xfrm rot="2142401">
          <a:off x="4550375" y="3183478"/>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3180286"/>
        <a:ext cx="29851" cy="29851"/>
      </dsp:txXfrm>
    </dsp:sp>
    <dsp:sp modelId="{8437A54E-E07B-45AA-B908-9CF87FAAF59F}">
      <dsp:nvSpPr>
        <dsp:cNvPr id="0" name=""/>
        <dsp:cNvSpPr/>
      </dsp:nvSpPr>
      <dsp:spPr>
        <a:xfrm>
          <a:off x="5091283"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3084187"/>
        <a:ext cx="1176483" cy="570492"/>
      </dsp:txXfrm>
    </dsp:sp>
    <dsp:sp modelId="{7C6EC673-5A58-41FF-BA96-1036419C51F4}">
      <dsp:nvSpPr>
        <dsp:cNvPr id="0" name=""/>
        <dsp:cNvSpPr/>
      </dsp:nvSpPr>
      <dsp:spPr>
        <a:xfrm>
          <a:off x="6303265" y="335770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3357314"/>
        <a:ext cx="24239" cy="24239"/>
      </dsp:txXfrm>
    </dsp:sp>
    <dsp:sp modelId="{F351EDD3-19A2-4465-AEA7-F64F548148B5}">
      <dsp:nvSpPr>
        <dsp:cNvPr id="0" name=""/>
        <dsp:cNvSpPr/>
      </dsp:nvSpPr>
      <dsp:spPr>
        <a:xfrm>
          <a:off x="6788058"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19.95</a:t>
          </a:r>
        </a:p>
      </dsp:txBody>
      <dsp:txXfrm>
        <a:off x="6805807" y="3084187"/>
        <a:ext cx="1176483" cy="570492"/>
      </dsp:txXfrm>
    </dsp:sp>
    <dsp:sp modelId="{232E4170-22E5-4890-854C-B32C94F8737F}">
      <dsp:nvSpPr>
        <dsp:cNvPr id="0" name=""/>
        <dsp:cNvSpPr/>
      </dsp:nvSpPr>
      <dsp:spPr>
        <a:xfrm rot="2829178">
          <a:off x="2795670" y="3793256"/>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787168"/>
        <a:ext cx="35644" cy="35644"/>
      </dsp:txXfrm>
    </dsp:sp>
    <dsp:sp modelId="{ED4E7F50-F73D-4D24-919E-DC15B7F9414F}">
      <dsp:nvSpPr>
        <dsp:cNvPr id="0" name=""/>
        <dsp:cNvSpPr/>
      </dsp:nvSpPr>
      <dsp:spPr>
        <a:xfrm>
          <a:off x="3394509" y="376332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3781077"/>
        <a:ext cx="1176483" cy="570492"/>
      </dsp:txXfrm>
    </dsp:sp>
    <dsp:sp modelId="{38EEE5AA-614C-4A1E-8CD7-F9A0BA29C162}">
      <dsp:nvSpPr>
        <dsp:cNvPr id="0" name=""/>
        <dsp:cNvSpPr/>
      </dsp:nvSpPr>
      <dsp:spPr>
        <a:xfrm>
          <a:off x="4606490" y="405459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4054204"/>
        <a:ext cx="24239" cy="24239"/>
      </dsp:txXfrm>
    </dsp:sp>
    <dsp:sp modelId="{F24FEADD-92A2-48B1-9198-F3F575D76428}">
      <dsp:nvSpPr>
        <dsp:cNvPr id="0" name=""/>
        <dsp:cNvSpPr/>
      </dsp:nvSpPr>
      <dsp:spPr>
        <a:xfrm>
          <a:off x="5091283" y="376332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5109032" y="3781077"/>
        <a:ext cx="1176483" cy="5704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24ED8-0B8A-43A5-AA22-AABE53BC48C6}">
      <dsp:nvSpPr>
        <dsp:cNvPr id="0" name=""/>
        <dsp:cNvSpPr/>
      </dsp:nvSpPr>
      <dsp:spPr>
        <a:xfrm>
          <a:off x="959" y="2195326"/>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items</a:t>
          </a:r>
        </a:p>
      </dsp:txBody>
      <dsp:txXfrm>
        <a:off x="18708" y="2213075"/>
        <a:ext cx="1176483" cy="570492"/>
      </dsp:txXfrm>
    </dsp:sp>
    <dsp:sp modelId="{E2F51CB5-29C9-4484-9390-6489AC23E886}">
      <dsp:nvSpPr>
        <dsp:cNvPr id="0" name=""/>
        <dsp:cNvSpPr/>
      </dsp:nvSpPr>
      <dsp:spPr>
        <a:xfrm rot="17692822">
          <a:off x="879198" y="1963921"/>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1946848"/>
        <a:ext cx="57613" cy="57613"/>
      </dsp:txXfrm>
    </dsp:sp>
    <dsp:sp modelId="{9F907E21-2C27-48BE-9675-DAA3F154F3C7}">
      <dsp:nvSpPr>
        <dsp:cNvPr id="0" name=""/>
        <dsp:cNvSpPr/>
      </dsp:nvSpPr>
      <dsp:spPr>
        <a:xfrm>
          <a:off x="1697734" y="1149992"/>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item[1]</a:t>
          </a:r>
        </a:p>
      </dsp:txBody>
      <dsp:txXfrm>
        <a:off x="1715483" y="1167741"/>
        <a:ext cx="1176483" cy="570492"/>
      </dsp:txXfrm>
    </dsp:sp>
    <dsp:sp modelId="{A34A0074-50A2-4BAD-A5BE-BC030552DA10}">
      <dsp:nvSpPr>
        <dsp:cNvPr id="0" name=""/>
        <dsp:cNvSpPr/>
      </dsp:nvSpPr>
      <dsp:spPr>
        <a:xfrm rot="18770822">
          <a:off x="2795670" y="1179921"/>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173832"/>
        <a:ext cx="35644" cy="35644"/>
      </dsp:txXfrm>
    </dsp:sp>
    <dsp:sp modelId="{E78237B8-8CEF-4C86-ABD2-7DDB6AB05F03}">
      <dsp:nvSpPr>
        <dsp:cNvPr id="0" name=""/>
        <dsp:cNvSpPr/>
      </dsp:nvSpPr>
      <dsp:spPr>
        <a:xfrm>
          <a:off x="3394509" y="627325"/>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645074"/>
        <a:ext cx="1176483" cy="570492"/>
      </dsp:txXfrm>
    </dsp:sp>
    <dsp:sp modelId="{631B9DB0-3FB2-4362-9EC5-419811C49497}">
      <dsp:nvSpPr>
        <dsp:cNvPr id="0" name=""/>
        <dsp:cNvSpPr/>
      </dsp:nvSpPr>
      <dsp:spPr>
        <a:xfrm rot="19457599">
          <a:off x="4550375" y="744365"/>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741172"/>
        <a:ext cx="29851" cy="29851"/>
      </dsp:txXfrm>
    </dsp:sp>
    <dsp:sp modelId="{B1958EB5-6FBD-47E1-830C-CFB8006FFBF0}">
      <dsp:nvSpPr>
        <dsp:cNvPr id="0" name=""/>
        <dsp:cNvSpPr/>
      </dsp:nvSpPr>
      <dsp:spPr>
        <a:xfrm>
          <a:off x="5091283"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96629"/>
        <a:ext cx="1176483" cy="570492"/>
      </dsp:txXfrm>
    </dsp:sp>
    <dsp:sp modelId="{76051F0E-D3D0-4C90-A02E-9DD32D00D19F}">
      <dsp:nvSpPr>
        <dsp:cNvPr id="0" name=""/>
        <dsp:cNvSpPr/>
      </dsp:nvSpPr>
      <dsp:spPr>
        <a:xfrm>
          <a:off x="6303265" y="57014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569756"/>
        <a:ext cx="24239" cy="24239"/>
      </dsp:txXfrm>
    </dsp:sp>
    <dsp:sp modelId="{F591980B-A5C7-4519-82EB-21654BA10CC4}">
      <dsp:nvSpPr>
        <dsp:cNvPr id="0" name=""/>
        <dsp:cNvSpPr/>
      </dsp:nvSpPr>
      <dsp:spPr>
        <a:xfrm>
          <a:off x="6788058"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Ink Jet Refill</a:t>
          </a:r>
        </a:p>
      </dsp:txBody>
      <dsp:txXfrm>
        <a:off x="6805807" y="296629"/>
        <a:ext cx="1176483" cy="570492"/>
      </dsp:txXfrm>
    </dsp:sp>
    <dsp:sp modelId="{C43FF4C0-4923-47F6-A154-06544EC9DB1E}">
      <dsp:nvSpPr>
        <dsp:cNvPr id="0" name=""/>
        <dsp:cNvSpPr/>
      </dsp:nvSpPr>
      <dsp:spPr>
        <a:xfrm rot="2142401">
          <a:off x="4550375" y="1092809"/>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1089617"/>
        <a:ext cx="29851" cy="29851"/>
      </dsp:txXfrm>
    </dsp:sp>
    <dsp:sp modelId="{33CCF843-C473-4339-90D9-97780C154942}">
      <dsp:nvSpPr>
        <dsp:cNvPr id="0" name=""/>
        <dsp:cNvSpPr/>
      </dsp:nvSpPr>
      <dsp:spPr>
        <a:xfrm>
          <a:off x="5091283" y="97577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993519"/>
        <a:ext cx="1176483" cy="570492"/>
      </dsp:txXfrm>
    </dsp:sp>
    <dsp:sp modelId="{4A7F0A13-C592-46FA-9AC0-BB3F4CD9D942}">
      <dsp:nvSpPr>
        <dsp:cNvPr id="0" name=""/>
        <dsp:cNvSpPr/>
      </dsp:nvSpPr>
      <dsp:spPr>
        <a:xfrm>
          <a:off x="6303265" y="126703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1266645"/>
        <a:ext cx="24239" cy="24239"/>
      </dsp:txXfrm>
    </dsp:sp>
    <dsp:sp modelId="{DDF768B8-AC71-4EF1-B664-A4A87F56B4AA}">
      <dsp:nvSpPr>
        <dsp:cNvPr id="0" name=""/>
        <dsp:cNvSpPr/>
      </dsp:nvSpPr>
      <dsp:spPr>
        <a:xfrm>
          <a:off x="6788058" y="97577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29.95</a:t>
          </a:r>
        </a:p>
      </dsp:txBody>
      <dsp:txXfrm>
        <a:off x="6805807" y="993519"/>
        <a:ext cx="1176483" cy="570492"/>
      </dsp:txXfrm>
    </dsp:sp>
    <dsp:sp modelId="{41DDEE6B-6454-4F1B-BCD0-1D020D699779}">
      <dsp:nvSpPr>
        <dsp:cNvPr id="0" name=""/>
        <dsp:cNvSpPr/>
      </dsp:nvSpPr>
      <dsp:spPr>
        <a:xfrm rot="2829178">
          <a:off x="2795670" y="1702588"/>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696499"/>
        <a:ext cx="35644" cy="35644"/>
      </dsp:txXfrm>
    </dsp:sp>
    <dsp:sp modelId="{79C61CE4-91E0-4173-935B-B66EFD075413}">
      <dsp:nvSpPr>
        <dsp:cNvPr id="0" name=""/>
        <dsp:cNvSpPr/>
      </dsp:nvSpPr>
      <dsp:spPr>
        <a:xfrm>
          <a:off x="3394509"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1690408"/>
        <a:ext cx="1176483" cy="570492"/>
      </dsp:txXfrm>
    </dsp:sp>
    <dsp:sp modelId="{8B1CDAF4-6B47-498C-A3D3-D00F84C33A60}">
      <dsp:nvSpPr>
        <dsp:cNvPr id="0" name=""/>
        <dsp:cNvSpPr/>
      </dsp:nvSpPr>
      <dsp:spPr>
        <a:xfrm>
          <a:off x="4606490" y="196392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1963535"/>
        <a:ext cx="24239" cy="24239"/>
      </dsp:txXfrm>
    </dsp:sp>
    <dsp:sp modelId="{0D414D3A-E434-4B57-8CA3-871EAFAE720B}">
      <dsp:nvSpPr>
        <dsp:cNvPr id="0" name=""/>
        <dsp:cNvSpPr/>
      </dsp:nvSpPr>
      <dsp:spPr>
        <a:xfrm>
          <a:off x="5091283"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5109032" y="1690408"/>
        <a:ext cx="1176483" cy="570492"/>
      </dsp:txXfrm>
    </dsp:sp>
    <dsp:sp modelId="{20B6E78F-6463-433D-A780-177C8605B0AC}">
      <dsp:nvSpPr>
        <dsp:cNvPr id="0" name=""/>
        <dsp:cNvSpPr/>
      </dsp:nvSpPr>
      <dsp:spPr>
        <a:xfrm rot="3907178">
          <a:off x="879198" y="3009256"/>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2992182"/>
        <a:ext cx="57613" cy="57613"/>
      </dsp:txXfrm>
    </dsp:sp>
    <dsp:sp modelId="{4AB76E73-FD37-4BCB-91F0-E14EEA280DD0}">
      <dsp:nvSpPr>
        <dsp:cNvPr id="0" name=""/>
        <dsp:cNvSpPr/>
      </dsp:nvSpPr>
      <dsp:spPr>
        <a:xfrm>
          <a:off x="1697734" y="3240661"/>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item[2]</a:t>
          </a:r>
        </a:p>
      </dsp:txBody>
      <dsp:txXfrm>
        <a:off x="1715483" y="3258410"/>
        <a:ext cx="1176483" cy="570492"/>
      </dsp:txXfrm>
    </dsp:sp>
    <dsp:sp modelId="{80405139-CAD6-4BB9-AB3C-F2C01A16173E}">
      <dsp:nvSpPr>
        <dsp:cNvPr id="0" name=""/>
        <dsp:cNvSpPr/>
      </dsp:nvSpPr>
      <dsp:spPr>
        <a:xfrm rot="18770822">
          <a:off x="2795670" y="3270589"/>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264501"/>
        <a:ext cx="35644" cy="35644"/>
      </dsp:txXfrm>
    </dsp:sp>
    <dsp:sp modelId="{53FCDF1F-4712-48ED-9883-AB8B2E14F629}">
      <dsp:nvSpPr>
        <dsp:cNvPr id="0" name=""/>
        <dsp:cNvSpPr/>
      </dsp:nvSpPr>
      <dsp:spPr>
        <a:xfrm>
          <a:off x="3394509" y="2717994"/>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2735743"/>
        <a:ext cx="1176483" cy="570492"/>
      </dsp:txXfrm>
    </dsp:sp>
    <dsp:sp modelId="{D6BC4544-A128-493C-B48F-A69D47332B0F}">
      <dsp:nvSpPr>
        <dsp:cNvPr id="0" name=""/>
        <dsp:cNvSpPr/>
      </dsp:nvSpPr>
      <dsp:spPr>
        <a:xfrm rot="19457599">
          <a:off x="4550375" y="2835033"/>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2831841"/>
        <a:ext cx="29851" cy="29851"/>
      </dsp:txXfrm>
    </dsp:sp>
    <dsp:sp modelId="{79DCCD26-8FE6-40FB-8E8B-9F563DD5D74C}">
      <dsp:nvSpPr>
        <dsp:cNvPr id="0" name=""/>
        <dsp:cNvSpPr/>
      </dsp:nvSpPr>
      <dsp:spPr>
        <a:xfrm>
          <a:off x="5091283"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387298"/>
        <a:ext cx="1176483" cy="570492"/>
      </dsp:txXfrm>
    </dsp:sp>
    <dsp:sp modelId="{6B8D5B8C-D7CE-4BB8-8B27-7DC6DFADD82D}">
      <dsp:nvSpPr>
        <dsp:cNvPr id="0" name=""/>
        <dsp:cNvSpPr/>
      </dsp:nvSpPr>
      <dsp:spPr>
        <a:xfrm>
          <a:off x="6303265" y="266081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2660424"/>
        <a:ext cx="24239" cy="24239"/>
      </dsp:txXfrm>
    </dsp:sp>
    <dsp:sp modelId="{D0825D4D-BC1B-4B24-B906-3592FDFD0A11}">
      <dsp:nvSpPr>
        <dsp:cNvPr id="0" name=""/>
        <dsp:cNvSpPr/>
      </dsp:nvSpPr>
      <dsp:spPr>
        <a:xfrm>
          <a:off x="6788058"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4-port Mini Hub</a:t>
          </a:r>
        </a:p>
      </dsp:txBody>
      <dsp:txXfrm>
        <a:off x="6805807" y="2387298"/>
        <a:ext cx="1176483" cy="570492"/>
      </dsp:txXfrm>
    </dsp:sp>
    <dsp:sp modelId="{E8026277-4B12-4A44-B68F-D97D2411D551}">
      <dsp:nvSpPr>
        <dsp:cNvPr id="0" name=""/>
        <dsp:cNvSpPr/>
      </dsp:nvSpPr>
      <dsp:spPr>
        <a:xfrm rot="2142401">
          <a:off x="4550375" y="3183478"/>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3180286"/>
        <a:ext cx="29851" cy="29851"/>
      </dsp:txXfrm>
    </dsp:sp>
    <dsp:sp modelId="{8437A54E-E07B-45AA-B908-9CF87FAAF59F}">
      <dsp:nvSpPr>
        <dsp:cNvPr id="0" name=""/>
        <dsp:cNvSpPr/>
      </dsp:nvSpPr>
      <dsp:spPr>
        <a:xfrm>
          <a:off x="5091283"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3084187"/>
        <a:ext cx="1176483" cy="570492"/>
      </dsp:txXfrm>
    </dsp:sp>
    <dsp:sp modelId="{7C6EC673-5A58-41FF-BA96-1036419C51F4}">
      <dsp:nvSpPr>
        <dsp:cNvPr id="0" name=""/>
        <dsp:cNvSpPr/>
      </dsp:nvSpPr>
      <dsp:spPr>
        <a:xfrm>
          <a:off x="6303265" y="335770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3357314"/>
        <a:ext cx="24239" cy="24239"/>
      </dsp:txXfrm>
    </dsp:sp>
    <dsp:sp modelId="{F351EDD3-19A2-4465-AEA7-F64F548148B5}">
      <dsp:nvSpPr>
        <dsp:cNvPr id="0" name=""/>
        <dsp:cNvSpPr/>
      </dsp:nvSpPr>
      <dsp:spPr>
        <a:xfrm>
          <a:off x="6788058"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19.95</a:t>
          </a:r>
        </a:p>
      </dsp:txBody>
      <dsp:txXfrm>
        <a:off x="6805807" y="3084187"/>
        <a:ext cx="1176483" cy="570492"/>
      </dsp:txXfrm>
    </dsp:sp>
    <dsp:sp modelId="{232E4170-22E5-4890-854C-B32C94F8737F}">
      <dsp:nvSpPr>
        <dsp:cNvPr id="0" name=""/>
        <dsp:cNvSpPr/>
      </dsp:nvSpPr>
      <dsp:spPr>
        <a:xfrm rot="2829178">
          <a:off x="2795670" y="3793256"/>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787168"/>
        <a:ext cx="35644" cy="35644"/>
      </dsp:txXfrm>
    </dsp:sp>
    <dsp:sp modelId="{ED4E7F50-F73D-4D24-919E-DC15B7F9414F}">
      <dsp:nvSpPr>
        <dsp:cNvPr id="0" name=""/>
        <dsp:cNvSpPr/>
      </dsp:nvSpPr>
      <dsp:spPr>
        <a:xfrm>
          <a:off x="3394509" y="3763328"/>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3781077"/>
        <a:ext cx="1176483" cy="570492"/>
      </dsp:txXfrm>
    </dsp:sp>
    <dsp:sp modelId="{38EEE5AA-614C-4A1E-8CD7-F9A0BA29C162}">
      <dsp:nvSpPr>
        <dsp:cNvPr id="0" name=""/>
        <dsp:cNvSpPr/>
      </dsp:nvSpPr>
      <dsp:spPr>
        <a:xfrm>
          <a:off x="4606490" y="405459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4054204"/>
        <a:ext cx="24239" cy="24239"/>
      </dsp:txXfrm>
    </dsp:sp>
    <dsp:sp modelId="{F24FEADD-92A2-48B1-9198-F3F575D76428}">
      <dsp:nvSpPr>
        <dsp:cNvPr id="0" name=""/>
        <dsp:cNvSpPr/>
      </dsp:nvSpPr>
      <dsp:spPr>
        <a:xfrm>
          <a:off x="5091283" y="376332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5109032" y="3781077"/>
        <a:ext cx="1176483" cy="5704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24ED8-0B8A-43A5-AA22-AABE53BC48C6}">
      <dsp:nvSpPr>
        <dsp:cNvPr id="0" name=""/>
        <dsp:cNvSpPr/>
      </dsp:nvSpPr>
      <dsp:spPr>
        <a:xfrm>
          <a:off x="959" y="2195326"/>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items</a:t>
          </a:r>
        </a:p>
      </dsp:txBody>
      <dsp:txXfrm>
        <a:off x="18708" y="2213075"/>
        <a:ext cx="1176483" cy="570492"/>
      </dsp:txXfrm>
    </dsp:sp>
    <dsp:sp modelId="{E2F51CB5-29C9-4484-9390-6489AC23E886}">
      <dsp:nvSpPr>
        <dsp:cNvPr id="0" name=""/>
        <dsp:cNvSpPr/>
      </dsp:nvSpPr>
      <dsp:spPr>
        <a:xfrm rot="17692822">
          <a:off x="879198" y="1963921"/>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1946848"/>
        <a:ext cx="57613" cy="57613"/>
      </dsp:txXfrm>
    </dsp:sp>
    <dsp:sp modelId="{9F907E21-2C27-48BE-9675-DAA3F154F3C7}">
      <dsp:nvSpPr>
        <dsp:cNvPr id="0" name=""/>
        <dsp:cNvSpPr/>
      </dsp:nvSpPr>
      <dsp:spPr>
        <a:xfrm>
          <a:off x="1697734" y="1149992"/>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item[1]</a:t>
          </a:r>
        </a:p>
      </dsp:txBody>
      <dsp:txXfrm>
        <a:off x="1715483" y="1167741"/>
        <a:ext cx="1176483" cy="570492"/>
      </dsp:txXfrm>
    </dsp:sp>
    <dsp:sp modelId="{A34A0074-50A2-4BAD-A5BE-BC030552DA10}">
      <dsp:nvSpPr>
        <dsp:cNvPr id="0" name=""/>
        <dsp:cNvSpPr/>
      </dsp:nvSpPr>
      <dsp:spPr>
        <a:xfrm rot="18770822">
          <a:off x="2795670" y="1179921"/>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173832"/>
        <a:ext cx="35644" cy="35644"/>
      </dsp:txXfrm>
    </dsp:sp>
    <dsp:sp modelId="{E78237B8-8CEF-4C86-ABD2-7DDB6AB05F03}">
      <dsp:nvSpPr>
        <dsp:cNvPr id="0" name=""/>
        <dsp:cNvSpPr/>
      </dsp:nvSpPr>
      <dsp:spPr>
        <a:xfrm>
          <a:off x="3394509" y="627325"/>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645074"/>
        <a:ext cx="1176483" cy="570492"/>
      </dsp:txXfrm>
    </dsp:sp>
    <dsp:sp modelId="{631B9DB0-3FB2-4362-9EC5-419811C49497}">
      <dsp:nvSpPr>
        <dsp:cNvPr id="0" name=""/>
        <dsp:cNvSpPr/>
      </dsp:nvSpPr>
      <dsp:spPr>
        <a:xfrm rot="19457599">
          <a:off x="4550375" y="744365"/>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741172"/>
        <a:ext cx="29851" cy="29851"/>
      </dsp:txXfrm>
    </dsp:sp>
    <dsp:sp modelId="{B1958EB5-6FBD-47E1-830C-CFB8006FFBF0}">
      <dsp:nvSpPr>
        <dsp:cNvPr id="0" name=""/>
        <dsp:cNvSpPr/>
      </dsp:nvSpPr>
      <dsp:spPr>
        <a:xfrm>
          <a:off x="5091283"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96629"/>
        <a:ext cx="1176483" cy="570492"/>
      </dsp:txXfrm>
    </dsp:sp>
    <dsp:sp modelId="{76051F0E-D3D0-4C90-A02E-9DD32D00D19F}">
      <dsp:nvSpPr>
        <dsp:cNvPr id="0" name=""/>
        <dsp:cNvSpPr/>
      </dsp:nvSpPr>
      <dsp:spPr>
        <a:xfrm>
          <a:off x="6303265" y="57014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569756"/>
        <a:ext cx="24239" cy="24239"/>
      </dsp:txXfrm>
    </dsp:sp>
    <dsp:sp modelId="{F591980B-A5C7-4519-82EB-21654BA10CC4}">
      <dsp:nvSpPr>
        <dsp:cNvPr id="0" name=""/>
        <dsp:cNvSpPr/>
      </dsp:nvSpPr>
      <dsp:spPr>
        <a:xfrm>
          <a:off x="6788058" y="27888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Ink Jet Refill</a:t>
          </a:r>
        </a:p>
      </dsp:txBody>
      <dsp:txXfrm>
        <a:off x="6805807" y="296629"/>
        <a:ext cx="1176483" cy="570492"/>
      </dsp:txXfrm>
    </dsp:sp>
    <dsp:sp modelId="{C43FF4C0-4923-47F6-A154-06544EC9DB1E}">
      <dsp:nvSpPr>
        <dsp:cNvPr id="0" name=""/>
        <dsp:cNvSpPr/>
      </dsp:nvSpPr>
      <dsp:spPr>
        <a:xfrm rot="2142401">
          <a:off x="4550375" y="1092809"/>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1089617"/>
        <a:ext cx="29851" cy="29851"/>
      </dsp:txXfrm>
    </dsp:sp>
    <dsp:sp modelId="{33CCF843-C473-4339-90D9-97780C154942}">
      <dsp:nvSpPr>
        <dsp:cNvPr id="0" name=""/>
        <dsp:cNvSpPr/>
      </dsp:nvSpPr>
      <dsp:spPr>
        <a:xfrm>
          <a:off x="5091283" y="975770"/>
          <a:ext cx="1211981" cy="605990"/>
        </a:xfrm>
        <a:prstGeom prst="roundRect">
          <a:avLst>
            <a:gd name="adj" fmla="val 10000"/>
          </a:avLst>
        </a:prstGeom>
        <a:solidFill>
          <a:srgbClr val="FEC0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993519"/>
        <a:ext cx="1176483" cy="570492"/>
      </dsp:txXfrm>
    </dsp:sp>
    <dsp:sp modelId="{4A7F0A13-C592-46FA-9AC0-BB3F4CD9D942}">
      <dsp:nvSpPr>
        <dsp:cNvPr id="0" name=""/>
        <dsp:cNvSpPr/>
      </dsp:nvSpPr>
      <dsp:spPr>
        <a:xfrm>
          <a:off x="6303265" y="1267032"/>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1266645"/>
        <a:ext cx="24239" cy="24239"/>
      </dsp:txXfrm>
    </dsp:sp>
    <dsp:sp modelId="{DDF768B8-AC71-4EF1-B664-A4A87F56B4AA}">
      <dsp:nvSpPr>
        <dsp:cNvPr id="0" name=""/>
        <dsp:cNvSpPr/>
      </dsp:nvSpPr>
      <dsp:spPr>
        <a:xfrm>
          <a:off x="6788058" y="975770"/>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29.95</a:t>
          </a:r>
        </a:p>
      </dsp:txBody>
      <dsp:txXfrm>
        <a:off x="6805807" y="993519"/>
        <a:ext cx="1176483" cy="570492"/>
      </dsp:txXfrm>
    </dsp:sp>
    <dsp:sp modelId="{41DDEE6B-6454-4F1B-BCD0-1D020D699779}">
      <dsp:nvSpPr>
        <dsp:cNvPr id="0" name=""/>
        <dsp:cNvSpPr/>
      </dsp:nvSpPr>
      <dsp:spPr>
        <a:xfrm rot="2829178">
          <a:off x="2795670" y="1702588"/>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1696499"/>
        <a:ext cx="35644" cy="35644"/>
      </dsp:txXfrm>
    </dsp:sp>
    <dsp:sp modelId="{79C61CE4-91E0-4173-935B-B66EFD075413}">
      <dsp:nvSpPr>
        <dsp:cNvPr id="0" name=""/>
        <dsp:cNvSpPr/>
      </dsp:nvSpPr>
      <dsp:spPr>
        <a:xfrm>
          <a:off x="3394509"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1690408"/>
        <a:ext cx="1176483" cy="570492"/>
      </dsp:txXfrm>
    </dsp:sp>
    <dsp:sp modelId="{8B1CDAF4-6B47-498C-A3D3-D00F84C33A60}">
      <dsp:nvSpPr>
        <dsp:cNvPr id="0" name=""/>
        <dsp:cNvSpPr/>
      </dsp:nvSpPr>
      <dsp:spPr>
        <a:xfrm>
          <a:off x="4606490" y="196392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1963535"/>
        <a:ext cx="24239" cy="24239"/>
      </dsp:txXfrm>
    </dsp:sp>
    <dsp:sp modelId="{0D414D3A-E434-4B57-8CA3-871EAFAE720B}">
      <dsp:nvSpPr>
        <dsp:cNvPr id="0" name=""/>
        <dsp:cNvSpPr/>
      </dsp:nvSpPr>
      <dsp:spPr>
        <a:xfrm>
          <a:off x="5091283" y="167265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5109032" y="1690408"/>
        <a:ext cx="1176483" cy="570492"/>
      </dsp:txXfrm>
    </dsp:sp>
    <dsp:sp modelId="{20B6E78F-6463-433D-A780-177C8605B0AC}">
      <dsp:nvSpPr>
        <dsp:cNvPr id="0" name=""/>
        <dsp:cNvSpPr/>
      </dsp:nvSpPr>
      <dsp:spPr>
        <a:xfrm rot="3907178">
          <a:off x="879198" y="3009256"/>
          <a:ext cx="1152279" cy="23466"/>
        </a:xfrm>
        <a:custGeom>
          <a:avLst/>
          <a:gdLst/>
          <a:ahLst/>
          <a:cxnLst/>
          <a:rect l="0" t="0" r="0" b="0"/>
          <a:pathLst>
            <a:path>
              <a:moveTo>
                <a:pt x="0" y="11733"/>
              </a:moveTo>
              <a:lnTo>
                <a:pt x="1152279" y="11733"/>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26531" y="2992182"/>
        <a:ext cx="57613" cy="57613"/>
      </dsp:txXfrm>
    </dsp:sp>
    <dsp:sp modelId="{4AB76E73-FD37-4BCB-91F0-E14EEA280DD0}">
      <dsp:nvSpPr>
        <dsp:cNvPr id="0" name=""/>
        <dsp:cNvSpPr/>
      </dsp:nvSpPr>
      <dsp:spPr>
        <a:xfrm>
          <a:off x="1697734" y="3240661"/>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item[2]</a:t>
          </a:r>
        </a:p>
      </dsp:txBody>
      <dsp:txXfrm>
        <a:off x="1715483" y="3258410"/>
        <a:ext cx="1176483" cy="570492"/>
      </dsp:txXfrm>
    </dsp:sp>
    <dsp:sp modelId="{80405139-CAD6-4BB9-AB3C-F2C01A16173E}">
      <dsp:nvSpPr>
        <dsp:cNvPr id="0" name=""/>
        <dsp:cNvSpPr/>
      </dsp:nvSpPr>
      <dsp:spPr>
        <a:xfrm rot="18770822">
          <a:off x="2795670" y="3270589"/>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264501"/>
        <a:ext cx="35644" cy="35644"/>
      </dsp:txXfrm>
    </dsp:sp>
    <dsp:sp modelId="{53FCDF1F-4712-48ED-9883-AB8B2E14F629}">
      <dsp:nvSpPr>
        <dsp:cNvPr id="0" name=""/>
        <dsp:cNvSpPr/>
      </dsp:nvSpPr>
      <dsp:spPr>
        <a:xfrm>
          <a:off x="3394509" y="2717994"/>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a:t>
          </a:r>
        </a:p>
      </dsp:txBody>
      <dsp:txXfrm>
        <a:off x="3412258" y="2735743"/>
        <a:ext cx="1176483" cy="570492"/>
      </dsp:txXfrm>
    </dsp:sp>
    <dsp:sp modelId="{D6BC4544-A128-493C-B48F-A69D47332B0F}">
      <dsp:nvSpPr>
        <dsp:cNvPr id="0" name=""/>
        <dsp:cNvSpPr/>
      </dsp:nvSpPr>
      <dsp:spPr>
        <a:xfrm rot="19457599">
          <a:off x="4550375" y="2835033"/>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2831841"/>
        <a:ext cx="29851" cy="29851"/>
      </dsp:txXfrm>
    </dsp:sp>
    <dsp:sp modelId="{79DCCD26-8FE6-40FB-8E8B-9F563DD5D74C}">
      <dsp:nvSpPr>
        <dsp:cNvPr id="0" name=""/>
        <dsp:cNvSpPr/>
      </dsp:nvSpPr>
      <dsp:spPr>
        <a:xfrm>
          <a:off x="5091283"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a:t>
          </a:r>
        </a:p>
      </dsp:txBody>
      <dsp:txXfrm>
        <a:off x="5109032" y="2387298"/>
        <a:ext cx="1176483" cy="570492"/>
      </dsp:txXfrm>
    </dsp:sp>
    <dsp:sp modelId="{6B8D5B8C-D7CE-4BB8-8B27-7DC6DFADD82D}">
      <dsp:nvSpPr>
        <dsp:cNvPr id="0" name=""/>
        <dsp:cNvSpPr/>
      </dsp:nvSpPr>
      <dsp:spPr>
        <a:xfrm>
          <a:off x="6303265" y="2660811"/>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2660424"/>
        <a:ext cx="24239" cy="24239"/>
      </dsp:txXfrm>
    </dsp:sp>
    <dsp:sp modelId="{D0825D4D-BC1B-4B24-B906-3592FDFD0A11}">
      <dsp:nvSpPr>
        <dsp:cNvPr id="0" name=""/>
        <dsp:cNvSpPr/>
      </dsp:nvSpPr>
      <dsp:spPr>
        <a:xfrm>
          <a:off x="6788058" y="2369549"/>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4-port Mini Hub</a:t>
          </a:r>
        </a:p>
      </dsp:txBody>
      <dsp:txXfrm>
        <a:off x="6805807" y="2387298"/>
        <a:ext cx="1176483" cy="570492"/>
      </dsp:txXfrm>
    </dsp:sp>
    <dsp:sp modelId="{E8026277-4B12-4A44-B68F-D97D2411D551}">
      <dsp:nvSpPr>
        <dsp:cNvPr id="0" name=""/>
        <dsp:cNvSpPr/>
      </dsp:nvSpPr>
      <dsp:spPr>
        <a:xfrm rot="2142401">
          <a:off x="4550375" y="3183478"/>
          <a:ext cx="597024" cy="23466"/>
        </a:xfrm>
        <a:custGeom>
          <a:avLst/>
          <a:gdLst/>
          <a:ahLst/>
          <a:cxnLst/>
          <a:rect l="0" t="0" r="0" b="0"/>
          <a:pathLst>
            <a:path>
              <a:moveTo>
                <a:pt x="0" y="11733"/>
              </a:moveTo>
              <a:lnTo>
                <a:pt x="59702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3961" y="3180286"/>
        <a:ext cx="29851" cy="29851"/>
      </dsp:txXfrm>
    </dsp:sp>
    <dsp:sp modelId="{8437A54E-E07B-45AA-B908-9CF87FAAF59F}">
      <dsp:nvSpPr>
        <dsp:cNvPr id="0" name=""/>
        <dsp:cNvSpPr/>
      </dsp:nvSpPr>
      <dsp:spPr>
        <a:xfrm>
          <a:off x="5091283"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price</a:t>
          </a:r>
        </a:p>
      </dsp:txBody>
      <dsp:txXfrm>
        <a:off x="5109032" y="3084187"/>
        <a:ext cx="1176483" cy="570492"/>
      </dsp:txXfrm>
    </dsp:sp>
    <dsp:sp modelId="{7C6EC673-5A58-41FF-BA96-1036419C51F4}">
      <dsp:nvSpPr>
        <dsp:cNvPr id="0" name=""/>
        <dsp:cNvSpPr/>
      </dsp:nvSpPr>
      <dsp:spPr>
        <a:xfrm>
          <a:off x="6303265" y="335770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3542" y="3357314"/>
        <a:ext cx="24239" cy="24239"/>
      </dsp:txXfrm>
    </dsp:sp>
    <dsp:sp modelId="{F351EDD3-19A2-4465-AEA7-F64F548148B5}">
      <dsp:nvSpPr>
        <dsp:cNvPr id="0" name=""/>
        <dsp:cNvSpPr/>
      </dsp:nvSpPr>
      <dsp:spPr>
        <a:xfrm>
          <a:off x="6788058" y="306643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19.95</a:t>
          </a:r>
        </a:p>
      </dsp:txBody>
      <dsp:txXfrm>
        <a:off x="6805807" y="3084187"/>
        <a:ext cx="1176483" cy="570492"/>
      </dsp:txXfrm>
    </dsp:sp>
    <dsp:sp modelId="{232E4170-22E5-4890-854C-B32C94F8737F}">
      <dsp:nvSpPr>
        <dsp:cNvPr id="0" name=""/>
        <dsp:cNvSpPr/>
      </dsp:nvSpPr>
      <dsp:spPr>
        <a:xfrm rot="2829178">
          <a:off x="2795670" y="3793256"/>
          <a:ext cx="712884" cy="23466"/>
        </a:xfrm>
        <a:custGeom>
          <a:avLst/>
          <a:gdLst/>
          <a:ahLst/>
          <a:cxnLst/>
          <a:rect l="0" t="0" r="0" b="0"/>
          <a:pathLst>
            <a:path>
              <a:moveTo>
                <a:pt x="0" y="11733"/>
              </a:moveTo>
              <a:lnTo>
                <a:pt x="712884"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4290" y="3787168"/>
        <a:ext cx="35644" cy="35644"/>
      </dsp:txXfrm>
    </dsp:sp>
    <dsp:sp modelId="{ED4E7F50-F73D-4D24-919E-DC15B7F9414F}">
      <dsp:nvSpPr>
        <dsp:cNvPr id="0" name=""/>
        <dsp:cNvSpPr/>
      </dsp:nvSpPr>
      <dsp:spPr>
        <a:xfrm>
          <a:off x="3394509" y="376332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quantity</a:t>
          </a:r>
        </a:p>
      </dsp:txBody>
      <dsp:txXfrm>
        <a:off x="3412258" y="3781077"/>
        <a:ext cx="1176483" cy="570492"/>
      </dsp:txXfrm>
    </dsp:sp>
    <dsp:sp modelId="{38EEE5AA-614C-4A1E-8CD7-F9A0BA29C162}">
      <dsp:nvSpPr>
        <dsp:cNvPr id="0" name=""/>
        <dsp:cNvSpPr/>
      </dsp:nvSpPr>
      <dsp:spPr>
        <a:xfrm>
          <a:off x="4606490" y="4054590"/>
          <a:ext cx="484792" cy="23466"/>
        </a:xfrm>
        <a:custGeom>
          <a:avLst/>
          <a:gdLst/>
          <a:ahLst/>
          <a:cxnLst/>
          <a:rect l="0" t="0" r="0" b="0"/>
          <a:pathLst>
            <a:path>
              <a:moveTo>
                <a:pt x="0" y="11733"/>
              </a:moveTo>
              <a:lnTo>
                <a:pt x="484792" y="11733"/>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767" y="4054204"/>
        <a:ext cx="24239" cy="24239"/>
      </dsp:txXfrm>
    </dsp:sp>
    <dsp:sp modelId="{F24FEADD-92A2-48B1-9198-F3F575D76428}">
      <dsp:nvSpPr>
        <dsp:cNvPr id="0" name=""/>
        <dsp:cNvSpPr/>
      </dsp:nvSpPr>
      <dsp:spPr>
        <a:xfrm>
          <a:off x="5091283" y="3763328"/>
          <a:ext cx="1211981" cy="605990"/>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5109032" y="3781077"/>
        <a:ext cx="1176483" cy="570492"/>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5F629E-DEAC-48C0-2DCA-FBDE58F653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ZA"/>
          </a:p>
        </p:txBody>
      </p:sp>
      <p:sp>
        <p:nvSpPr>
          <p:cNvPr id="3" name="Date Placeholder 2">
            <a:extLst>
              <a:ext uri="{FF2B5EF4-FFF2-40B4-BE49-F238E27FC236}">
                <a16:creationId xmlns:a16="http://schemas.microsoft.com/office/drawing/2014/main" id="{62B62174-60A2-FD62-0D8D-A3E8C1B851F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F153D84-A18A-4BAE-9F10-57636B33BFED}" type="datetimeFigureOut">
              <a:rPr lang="en-ZA"/>
              <a:pPr>
                <a:defRPr/>
              </a:pPr>
              <a:t>2026/03/09</a:t>
            </a:fld>
            <a:endParaRPr lang="en-ZA"/>
          </a:p>
        </p:txBody>
      </p:sp>
      <p:sp>
        <p:nvSpPr>
          <p:cNvPr id="4" name="Slide Image Placeholder 3">
            <a:extLst>
              <a:ext uri="{FF2B5EF4-FFF2-40B4-BE49-F238E27FC236}">
                <a16:creationId xmlns:a16="http://schemas.microsoft.com/office/drawing/2014/main" id="{DAB229DF-27D9-CADC-CB1D-8A5C6271F64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ZA" noProof="0"/>
          </a:p>
        </p:txBody>
      </p:sp>
      <p:sp>
        <p:nvSpPr>
          <p:cNvPr id="5" name="Notes Placeholder 4">
            <a:extLst>
              <a:ext uri="{FF2B5EF4-FFF2-40B4-BE49-F238E27FC236}">
                <a16:creationId xmlns:a16="http://schemas.microsoft.com/office/drawing/2014/main" id="{EEA3F31E-A0CC-3475-963C-03616313F16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ZA" noProof="0"/>
          </a:p>
        </p:txBody>
      </p:sp>
      <p:sp>
        <p:nvSpPr>
          <p:cNvPr id="6" name="Footer Placeholder 5">
            <a:extLst>
              <a:ext uri="{FF2B5EF4-FFF2-40B4-BE49-F238E27FC236}">
                <a16:creationId xmlns:a16="http://schemas.microsoft.com/office/drawing/2014/main" id="{FD128012-A92A-E433-5835-781BFC9B90F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ZA"/>
          </a:p>
        </p:txBody>
      </p:sp>
      <p:sp>
        <p:nvSpPr>
          <p:cNvPr id="7" name="Slide Number Placeholder 6">
            <a:extLst>
              <a:ext uri="{FF2B5EF4-FFF2-40B4-BE49-F238E27FC236}">
                <a16:creationId xmlns:a16="http://schemas.microsoft.com/office/drawing/2014/main" id="{2D8F9196-14E7-6FE6-7FAD-81CCB823698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969D768E-C3EC-41DC-8B8B-05D8793498BE}" type="slidenum">
              <a:rPr lang="en-ZA"/>
              <a:pPr>
                <a:defRPr/>
              </a:pPr>
              <a:t>‹#›</a:t>
            </a:fld>
            <a:endParaRPr lang="en-Z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1</a:t>
            </a:fld>
            <a:endParaRPr lang="en-ZA"/>
          </a:p>
        </p:txBody>
      </p:sp>
    </p:spTree>
    <p:extLst>
      <p:ext uri="{BB962C8B-B14F-4D97-AF65-F5344CB8AC3E}">
        <p14:creationId xmlns:p14="http://schemas.microsoft.com/office/powerpoint/2010/main" val="3414376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ZA" dirty="0"/>
          </a:p>
          <a:p>
            <a:pPr marL="171450" lvl="0" indent="-171450">
              <a:buFont typeface="Arial" panose="020B0604020202020204" pitchFamily="34" charset="0"/>
              <a:buChar char="•"/>
            </a:pPr>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a:t>
            </a:fld>
            <a:endParaRPr lang="en-ZA"/>
          </a:p>
        </p:txBody>
      </p:sp>
    </p:spTree>
    <p:extLst>
      <p:ext uri="{BB962C8B-B14F-4D97-AF65-F5344CB8AC3E}">
        <p14:creationId xmlns:p14="http://schemas.microsoft.com/office/powerpoint/2010/main" val="2321085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F3777-D4F6-B7E1-D26E-D373B4CC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90900-A5C6-6385-9D73-90FBADB70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31B3C-379E-0474-7A76-BBFD2BD245D9}"/>
              </a:ext>
            </a:extLst>
          </p:cNvPr>
          <p:cNvSpPr>
            <a:spLocks noGrp="1"/>
          </p:cNvSpPr>
          <p:nvPr>
            <p:ph type="body" idx="1"/>
          </p:nvPr>
        </p:nvSpPr>
        <p:spPr/>
        <p:txBody>
          <a:bodyPr/>
          <a:lstStyle/>
          <a:p>
            <a:pPr marL="171450" indent="-171450">
              <a:buFont typeface="Arial" panose="020B0604020202020204" pitchFamily="34" charset="0"/>
              <a:buChar char="•"/>
            </a:pPr>
            <a:r>
              <a:rPr lang="en-ZA" dirty="0"/>
              <a:t>Send me concession letters asap by end of today</a:t>
            </a:r>
          </a:p>
        </p:txBody>
      </p:sp>
      <p:sp>
        <p:nvSpPr>
          <p:cNvPr id="4" name="Slide Number Placeholder 3">
            <a:extLst>
              <a:ext uri="{FF2B5EF4-FFF2-40B4-BE49-F238E27FC236}">
                <a16:creationId xmlns:a16="http://schemas.microsoft.com/office/drawing/2014/main" id="{F422C3EF-3EC1-46C0-20B7-596EB0919972}"/>
              </a:ext>
            </a:extLst>
          </p:cNvPr>
          <p:cNvSpPr>
            <a:spLocks noGrp="1"/>
          </p:cNvSpPr>
          <p:nvPr>
            <p:ph type="sldNum" sz="quarter" idx="5"/>
          </p:nvPr>
        </p:nvSpPr>
        <p:spPr/>
        <p:txBody>
          <a:bodyPr/>
          <a:lstStyle/>
          <a:p>
            <a:pPr>
              <a:defRPr/>
            </a:pPr>
            <a:fld id="{969D768E-C3EC-41DC-8B8B-05D8793498BE}" type="slidenum">
              <a:rPr lang="en-ZA" smtClean="0"/>
              <a:pPr>
                <a:defRPr/>
              </a:pPr>
              <a:t>3</a:t>
            </a:fld>
            <a:endParaRPr lang="en-ZA"/>
          </a:p>
        </p:txBody>
      </p:sp>
    </p:spTree>
    <p:extLst>
      <p:ext uri="{BB962C8B-B14F-4D97-AF65-F5344CB8AC3E}">
        <p14:creationId xmlns:p14="http://schemas.microsoft.com/office/powerpoint/2010/main" val="1537321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69D768E-C3EC-41DC-8B8B-05D8793498BE}" type="slidenum">
              <a:rPr kumimoji="0" lang="en-ZA" sz="12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ZA"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89077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69D768E-C3EC-41DC-8B8B-05D8793498BE}" type="slidenum">
              <a:rPr kumimoji="0" lang="en-ZA" sz="12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ZA"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723634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D9131-256D-6D5B-8C8E-4C0FE65FA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6CE45-CD59-E51C-CBFB-B484865B9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066D0-48D0-5425-7E59-CEB7DA90622C}"/>
              </a:ext>
            </a:extLst>
          </p:cNvPr>
          <p:cNvSpPr>
            <a:spLocks noGrp="1"/>
          </p:cNvSpPr>
          <p:nvPr>
            <p:ph type="body" idx="1"/>
          </p:nvPr>
        </p:nvSpPr>
        <p:spPr/>
        <p:txBody>
          <a:bodyPr/>
          <a:lstStyle/>
          <a:p>
            <a:pPr marL="171450" indent="-171450">
              <a:buFont typeface="Arial" panose="020B0604020202020204" pitchFamily="34" charset="0"/>
              <a:buChar char="•"/>
            </a:pPr>
            <a:r>
              <a:rPr lang="en-US" altLang="en-US" sz="1200" dirty="0">
                <a:latin typeface="Avenir Book" pitchFamily="2" charset="0"/>
                <a:ea typeface="ＭＳ Ｐゴシック" panose="020B0600070205080204" pitchFamily="34" charset="-128"/>
              </a:rPr>
              <a:t>Classes, methods, fields, interfaces, etc. can be</a:t>
            </a:r>
            <a:r>
              <a:rPr lang="en-US" altLang="en-US" sz="1200" i="1" dirty="0">
                <a:latin typeface="Avenir Book" pitchFamily="2" charset="0"/>
                <a:ea typeface="ＭＳ Ｐゴシック" panose="020B0600070205080204" pitchFamily="34" charset="-128"/>
              </a:rPr>
              <a:t> inspected &amp; manipulated</a:t>
            </a:r>
            <a:r>
              <a:rPr lang="en-US" altLang="en-US" sz="1200" dirty="0">
                <a:latin typeface="Avenir Book" pitchFamily="2" charset="0"/>
                <a:ea typeface="ＭＳ Ｐゴシック" panose="020B0600070205080204" pitchFamily="34" charset="-128"/>
              </a:rPr>
              <a:t> from code at </a:t>
            </a:r>
            <a:r>
              <a:rPr lang="en-US" altLang="en-US" sz="1200" i="1" dirty="0">
                <a:latin typeface="Avenir Book" pitchFamily="2" charset="0"/>
                <a:ea typeface="ＭＳ Ｐゴシック" panose="020B0600070205080204" pitchFamily="34" charset="-128"/>
              </a:rPr>
              <a:t>run-time</a:t>
            </a:r>
          </a:p>
          <a:p>
            <a:pPr marL="171450" indent="-171450">
              <a:buFont typeface="Arial" panose="020B0604020202020204" pitchFamily="34" charset="0"/>
              <a:buChar char="•"/>
            </a:pPr>
            <a:r>
              <a:rPr lang="en-US" altLang="en-US" sz="1200" dirty="0">
                <a:latin typeface="Avenir Book" pitchFamily="2" charset="0"/>
                <a:ea typeface="ＭＳ Ｐゴシック" panose="020B0600070205080204" pitchFamily="34" charset="-128"/>
              </a:rPr>
              <a:t>So: you can write Java code to ask some unknown object what methods or fields it has &amp; you can then call these methods, the get/set values of fields, etc.</a:t>
            </a:r>
          </a:p>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72C4E573-8C30-AA70-15E8-4803D0C127DB}"/>
              </a:ext>
            </a:extLst>
          </p:cNvPr>
          <p:cNvSpPr>
            <a:spLocks noGrp="1"/>
          </p:cNvSpPr>
          <p:nvPr>
            <p:ph type="sldNum" sz="quarter" idx="5"/>
          </p:nvPr>
        </p:nvSpPr>
        <p:spPr/>
        <p:txBody>
          <a:bodyPr/>
          <a:lstStyle/>
          <a:p>
            <a:pPr>
              <a:defRPr/>
            </a:pPr>
            <a:fld id="{969D768E-C3EC-41DC-8B8B-05D8793498BE}" type="slidenum">
              <a:rPr lang="en-ZA" smtClean="0"/>
              <a:pPr>
                <a:defRPr/>
              </a:pPr>
              <a:t>6</a:t>
            </a:fld>
            <a:endParaRPr lang="en-ZA"/>
          </a:p>
        </p:txBody>
      </p:sp>
    </p:spTree>
    <p:extLst>
      <p:ext uri="{BB962C8B-B14F-4D97-AF65-F5344CB8AC3E}">
        <p14:creationId xmlns:p14="http://schemas.microsoft.com/office/powerpoint/2010/main" val="1646214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BD91-9A22-B401-1D7A-5E57E6AF4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63E0C-2056-7683-7E93-8B0850637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E1AF0-43B2-D1B1-A190-E2B53C046E21}"/>
              </a:ext>
            </a:extLst>
          </p:cNvPr>
          <p:cNvSpPr>
            <a:spLocks noGrp="1"/>
          </p:cNvSpPr>
          <p:nvPr>
            <p:ph type="body" idx="1"/>
          </p:nvPr>
        </p:nvSpPr>
        <p:spPr/>
        <p:txBody>
          <a:bodyPr/>
          <a:lstStyle/>
          <a:p>
            <a:pPr marL="457200" indent="-457200">
              <a:buFont typeface="Arial" panose="020B0604020202020204" pitchFamily="34" charset="0"/>
              <a:buChar char="•"/>
            </a:pPr>
            <a:r>
              <a:rPr lang="en-US" altLang="en-US" sz="2800" dirty="0">
                <a:latin typeface="Avenir Book" pitchFamily="2" charset="0"/>
                <a:ea typeface="ＭＳ Ｐゴシック" panose="020B0600070205080204" pitchFamily="34" charset="-128"/>
              </a:rPr>
              <a:t>Allows </a:t>
            </a:r>
            <a:r>
              <a:rPr lang="en-US" altLang="en-US" sz="2800" i="1" dirty="0" err="1">
                <a:latin typeface="Avenir Book" pitchFamily="2" charset="0"/>
                <a:ea typeface="ＭＳ Ｐゴシック" panose="020B0600070205080204" pitchFamily="34" charset="-128"/>
              </a:rPr>
              <a:t>automagic</a:t>
            </a:r>
            <a:r>
              <a:rPr lang="en-US" altLang="en-US" sz="2800" dirty="0">
                <a:latin typeface="Avenir Book" pitchFamily="2" charset="0"/>
                <a:ea typeface="ＭＳ Ｐゴシック" panose="020B0600070205080204" pitchFamily="34" charset="-128"/>
              </a:rPr>
              <a:t> saving &amp; loading of objects, e.g., to/from XML, database, …</a:t>
            </a:r>
          </a:p>
          <a:p>
            <a:pPr marL="457200" indent="-457200">
              <a:buFont typeface="Arial" panose="020B0604020202020204" pitchFamily="34" charset="0"/>
              <a:buChar char="•"/>
            </a:pPr>
            <a:r>
              <a:rPr lang="en-US" altLang="en-US" sz="2800" dirty="0">
                <a:latin typeface="Avenir Book" pitchFamily="2" charset="0"/>
                <a:ea typeface="ＭＳ Ｐゴシック" panose="020B0600070205080204" pitchFamily="34" charset="-128"/>
              </a:rPr>
              <a:t>Allows the connections (objects &amp; methods) between objects to be loaded/saved, e.g., user interfaces (UIs) &amp; events</a:t>
            </a:r>
          </a:p>
          <a:p>
            <a:pPr marL="457200" indent="-457200">
              <a:buFont typeface="Arial" panose="020B0604020202020204" pitchFamily="34" charset="0"/>
              <a:buChar char="•"/>
            </a:pPr>
            <a:r>
              <a:rPr lang="en-US" altLang="en-US" sz="2800" dirty="0">
                <a:latin typeface="Avenir Book" pitchFamily="2" charset="0"/>
                <a:ea typeface="ＭＳ Ｐゴシック" panose="020B0600070205080204" pitchFamily="34" charset="-128"/>
              </a:rPr>
              <a:t>Allows an </a:t>
            </a:r>
            <a:r>
              <a:rPr lang="en-US" altLang="en-US" sz="2800" i="1" dirty="0">
                <a:latin typeface="Avenir Book" pitchFamily="2" charset="0"/>
                <a:ea typeface="ＭＳ Ｐゴシック" panose="020B0600070205080204" pitchFamily="34" charset="-128"/>
              </a:rPr>
              <a:t>existing</a:t>
            </a:r>
            <a:r>
              <a:rPr lang="en-US" altLang="en-US" sz="2800" dirty="0">
                <a:latin typeface="Avenir Book" pitchFamily="2" charset="0"/>
                <a:ea typeface="ＭＳ Ｐゴシック" panose="020B0600070205080204" pitchFamily="34" charset="-128"/>
              </a:rPr>
              <a:t> application to use code it was </a:t>
            </a:r>
            <a:r>
              <a:rPr lang="en-US" altLang="en-US" sz="2800" i="1" dirty="0">
                <a:latin typeface="Avenir Book" pitchFamily="2" charset="0"/>
                <a:ea typeface="ＭＳ Ｐゴシック" panose="020B0600070205080204" pitchFamily="34" charset="-128"/>
              </a:rPr>
              <a:t>not compiled with</a:t>
            </a:r>
            <a:r>
              <a:rPr lang="en-US" altLang="en-US" sz="2800" dirty="0">
                <a:latin typeface="Avenir Book" pitchFamily="2" charset="0"/>
                <a:ea typeface="ＭＳ Ｐゴシック" panose="020B0600070205080204" pitchFamily="34" charset="-128"/>
              </a:rPr>
              <a:t> to function together</a:t>
            </a:r>
          </a:p>
          <a:p>
            <a:pPr marL="457200" indent="-457200">
              <a:buFont typeface="Arial" panose="020B0604020202020204" pitchFamily="34" charset="0"/>
              <a:buChar char="•"/>
            </a:pPr>
            <a:r>
              <a:rPr lang="en-US" altLang="en-US" sz="2800" dirty="0">
                <a:latin typeface="Avenir Book" pitchFamily="2" charset="0"/>
                <a:ea typeface="ＭＳ Ｐゴシック" panose="020B0600070205080204" pitchFamily="34" charset="-128"/>
              </a:rPr>
              <a:t>Allows IDEs (such as IntelliJ) to create &amp;/ set values for objects (e.g., UI objects, database connections, …) without having to know about them up front</a:t>
            </a:r>
          </a:p>
          <a:p>
            <a:pPr marL="457200" indent="-457200">
              <a:buFont typeface="Arial" panose="020B0604020202020204" pitchFamily="34" charset="0"/>
              <a:buChar char="•"/>
            </a:pPr>
            <a:endParaRPr lang="en-US" altLang="en-US" sz="2800" dirty="0">
              <a:latin typeface="Avenir Book" pitchFamily="2" charset="0"/>
              <a:ea typeface="ＭＳ Ｐゴシック" panose="020B0600070205080204" pitchFamily="34" charset="-128"/>
            </a:endParaRPr>
          </a:p>
          <a:p>
            <a:pPr marL="457200" indent="-457200">
              <a:buFont typeface="Arial" panose="020B0604020202020204" pitchFamily="34" charset="0"/>
              <a:buChar char="•"/>
            </a:pPr>
            <a:r>
              <a:rPr lang="en-US" altLang="en-US" sz="2800" dirty="0">
                <a:latin typeface="Avenir Book" pitchFamily="2" charset="0"/>
                <a:ea typeface="ＭＳ Ｐゴシック" panose="020B0600070205080204" pitchFamily="34" charset="-128"/>
              </a:rPr>
              <a:t>Where/how used (from Oracle docs):</a:t>
            </a:r>
          </a:p>
          <a:p>
            <a:pPr marL="914400" lvl="1" indent="-457200">
              <a:buFont typeface="Arial" panose="020B0604020202020204" pitchFamily="34" charset="0"/>
              <a:buChar char="•"/>
            </a:pPr>
            <a:r>
              <a:rPr lang="en-US" sz="4000" dirty="0"/>
              <a:t>Extensibility Features</a:t>
            </a:r>
          </a:p>
          <a:p>
            <a:pPr marL="1371600" lvl="2" indent="-457200">
              <a:buFont typeface="Arial" panose="020B0604020202020204" pitchFamily="34" charset="0"/>
              <a:buChar char="•"/>
            </a:pPr>
            <a:r>
              <a:rPr lang="en-US" sz="4000" dirty="0"/>
              <a:t>An application may make use of external, user-defined classes by creating instances of extensibility objects using their fully-qualified names.</a:t>
            </a:r>
          </a:p>
          <a:p>
            <a:pPr marL="914400" lvl="1" indent="-457200">
              <a:buFont typeface="Arial" panose="020B0604020202020204" pitchFamily="34" charset="0"/>
              <a:buChar char="•"/>
            </a:pPr>
            <a:r>
              <a:rPr lang="en-US" sz="4000" dirty="0"/>
              <a:t>Class Browsers and Visual Development Environments</a:t>
            </a:r>
          </a:p>
          <a:p>
            <a:pPr marL="1371600" lvl="2" indent="-457200">
              <a:buFont typeface="Arial" panose="020B0604020202020204" pitchFamily="34" charset="0"/>
              <a:buChar char="•"/>
            </a:pPr>
            <a:r>
              <a:rPr lang="en-US" sz="4000" dirty="0"/>
              <a:t>A class browser needs to be able to enumerate the members of classes. Visual development environments can benefit from making use of type information available in reflection to aid the developer in writing correct code.</a:t>
            </a:r>
          </a:p>
          <a:p>
            <a:pPr marL="914400" lvl="1" indent="-457200">
              <a:buFont typeface="Arial" panose="020B0604020202020204" pitchFamily="34" charset="0"/>
              <a:buChar char="•"/>
            </a:pPr>
            <a:r>
              <a:rPr lang="en-US" sz="4000" dirty="0"/>
              <a:t>Debuggers and Test Tools</a:t>
            </a:r>
          </a:p>
          <a:p>
            <a:pPr marL="1371600" lvl="2" indent="-457200">
              <a:buFont typeface="Arial" panose="020B0604020202020204" pitchFamily="34" charset="0"/>
              <a:buChar char="•"/>
            </a:pPr>
            <a:r>
              <a:rPr lang="en-US" sz="4000" dirty="0"/>
              <a:t>Debuggers need to be able to examine private members on classes. Test harnesses can make use of reflection to systematically call a discoverable set APIs defined on a class, to insure a high level of code coverage in a test suite.</a:t>
            </a:r>
            <a:endParaRPr lang="en-US" altLang="en-US" sz="2800" dirty="0">
              <a:latin typeface="Avenir Book" pitchFamily="2" charset="0"/>
              <a:ea typeface="ＭＳ Ｐゴシック" panose="020B0600070205080204" pitchFamily="34" charset="-128"/>
            </a:endParaRPr>
          </a:p>
          <a:p>
            <a:endParaRPr lang="en-ZA" dirty="0"/>
          </a:p>
        </p:txBody>
      </p:sp>
      <p:sp>
        <p:nvSpPr>
          <p:cNvPr id="4" name="Slide Number Placeholder 3">
            <a:extLst>
              <a:ext uri="{FF2B5EF4-FFF2-40B4-BE49-F238E27FC236}">
                <a16:creationId xmlns:a16="http://schemas.microsoft.com/office/drawing/2014/main" id="{85A8C3CA-8425-A186-3FA7-217D1D129D5C}"/>
              </a:ext>
            </a:extLst>
          </p:cNvPr>
          <p:cNvSpPr>
            <a:spLocks noGrp="1"/>
          </p:cNvSpPr>
          <p:nvPr>
            <p:ph type="sldNum" sz="quarter" idx="5"/>
          </p:nvPr>
        </p:nvSpPr>
        <p:spPr/>
        <p:txBody>
          <a:bodyPr/>
          <a:lstStyle/>
          <a:p>
            <a:pPr>
              <a:defRPr/>
            </a:pPr>
            <a:fld id="{969D768E-C3EC-41DC-8B8B-05D8793498BE}" type="slidenum">
              <a:rPr lang="en-ZA" smtClean="0"/>
              <a:pPr>
                <a:defRPr/>
              </a:pPr>
              <a:t>7</a:t>
            </a:fld>
            <a:endParaRPr lang="en-ZA"/>
          </a:p>
        </p:txBody>
      </p:sp>
    </p:spTree>
    <p:extLst>
      <p:ext uri="{BB962C8B-B14F-4D97-AF65-F5344CB8AC3E}">
        <p14:creationId xmlns:p14="http://schemas.microsoft.com/office/powerpoint/2010/main" val="4090851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06B6-E3D7-FC87-EE7A-9E2E941C6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2E285-D7E5-67CD-EB18-E0DD97980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72820-499B-8B81-F002-7DB80416F6F5}"/>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31B0934B-8D83-8A58-4914-C16B40BA533D}"/>
              </a:ext>
            </a:extLst>
          </p:cNvPr>
          <p:cNvSpPr>
            <a:spLocks noGrp="1"/>
          </p:cNvSpPr>
          <p:nvPr>
            <p:ph type="sldNum" sz="quarter" idx="5"/>
          </p:nvPr>
        </p:nvSpPr>
        <p:spPr/>
        <p:txBody>
          <a:bodyPr/>
          <a:lstStyle/>
          <a:p>
            <a:pPr>
              <a:defRPr/>
            </a:pPr>
            <a:fld id="{969D768E-C3EC-41DC-8B8B-05D8793498BE}" type="slidenum">
              <a:rPr lang="en-ZA" smtClean="0"/>
              <a:pPr>
                <a:defRPr/>
              </a:pPr>
              <a:t>8</a:t>
            </a:fld>
            <a:endParaRPr lang="en-ZA"/>
          </a:p>
        </p:txBody>
      </p:sp>
    </p:spTree>
    <p:extLst>
      <p:ext uri="{BB962C8B-B14F-4D97-AF65-F5344CB8AC3E}">
        <p14:creationId xmlns:p14="http://schemas.microsoft.com/office/powerpoint/2010/main" val="3881391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CD11-3FE0-13D5-7693-725AE8943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13D77-5E4A-E2F7-EAE9-6F5E07D0D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82A17-CCDF-C8E5-9044-23B131A17074}"/>
              </a:ext>
            </a:extLst>
          </p:cNvPr>
          <p:cNvSpPr>
            <a:spLocks noGrp="1"/>
          </p:cNvSpPr>
          <p:nvPr>
            <p:ph type="body" idx="1"/>
          </p:nvPr>
        </p:nvSpPr>
        <p:spPr/>
        <p:txBody>
          <a:bodyPr/>
          <a:lstStyle/>
          <a:p>
            <a:pPr marL="171450" indent="-171450">
              <a:buFont typeface="Arial" panose="020B0604020202020204" pitchFamily="34" charset="0"/>
              <a:buChar char="•"/>
            </a:pPr>
            <a:r>
              <a:rPr lang="en-ZA" dirty="0"/>
              <a:t>Considerations:</a:t>
            </a:r>
          </a:p>
          <a:p>
            <a:pPr marL="628650" lvl="1" indent="-171450">
              <a:buFont typeface="Arial" panose="020B0604020202020204" pitchFamily="34" charset="0"/>
              <a:buChar char="•"/>
            </a:pPr>
            <a:r>
              <a:rPr lang="en-US" sz="1200" dirty="0"/>
              <a:t>Should not manipulate private or protected fields (but is possible)</a:t>
            </a:r>
          </a:p>
          <a:p>
            <a:pPr marL="628650" lvl="1" indent="-171450">
              <a:buFont typeface="Arial" panose="020B0604020202020204" pitchFamily="34" charset="0"/>
              <a:buChar char="•"/>
            </a:pPr>
            <a:r>
              <a:rPr lang="en-US" sz="1200" dirty="0"/>
              <a:t>Generally, object fields (vs primitive types) are easier to work with. Need to be careful with primitives</a:t>
            </a:r>
          </a:p>
          <a:p>
            <a:pPr marL="628650" lvl="1" indent="-171450">
              <a:buFont typeface="Arial" panose="020B0604020202020204" pitchFamily="34" charset="0"/>
              <a:buChar char="•"/>
            </a:pPr>
            <a:r>
              <a:rPr lang="en-US" sz="1200" dirty="0" err="1">
                <a:latin typeface="Courier New" panose="02070309020205020404" pitchFamily="49" charset="0"/>
                <a:cs typeface="Courier New" panose="02070309020205020404" pitchFamily="49" charset="0"/>
              </a:rPr>
              <a:t>getDeclared</a:t>
            </a:r>
            <a:r>
              <a:rPr lang="en-US" sz="1200" dirty="0"/>
              <a:t>* methods only look at the current class, i.e., those declared in the class, not those inherited</a:t>
            </a:r>
          </a:p>
          <a:p>
            <a:pPr marL="628650" lvl="1"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92F65819-3087-70A9-EB29-933A7965B0BA}"/>
              </a:ext>
            </a:extLst>
          </p:cNvPr>
          <p:cNvSpPr>
            <a:spLocks noGrp="1"/>
          </p:cNvSpPr>
          <p:nvPr>
            <p:ph type="sldNum" sz="quarter" idx="5"/>
          </p:nvPr>
        </p:nvSpPr>
        <p:spPr/>
        <p:txBody>
          <a:bodyPr/>
          <a:lstStyle/>
          <a:p>
            <a:pPr>
              <a:defRPr/>
            </a:pPr>
            <a:fld id="{969D768E-C3EC-41DC-8B8B-05D8793498BE}" type="slidenum">
              <a:rPr lang="en-ZA" smtClean="0"/>
              <a:pPr>
                <a:defRPr/>
              </a:pPr>
              <a:t>9</a:t>
            </a:fld>
            <a:endParaRPr lang="en-ZA"/>
          </a:p>
        </p:txBody>
      </p:sp>
    </p:spTree>
    <p:extLst>
      <p:ext uri="{BB962C8B-B14F-4D97-AF65-F5344CB8AC3E}">
        <p14:creationId xmlns:p14="http://schemas.microsoft.com/office/powerpoint/2010/main" val="4232518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A48F7-D985-124F-E9D7-8D4BD9D1B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31D67-1957-38C4-93C5-2558B9BB8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3AAC0-5622-3B4A-65F8-AAAADCA661E1}"/>
              </a:ext>
            </a:extLst>
          </p:cNvPr>
          <p:cNvSpPr>
            <a:spLocks noGrp="1"/>
          </p:cNvSpPr>
          <p:nvPr>
            <p:ph type="body" idx="1"/>
          </p:nvPr>
        </p:nvSpPr>
        <p:spPr/>
        <p:txBody>
          <a:bodyPr/>
          <a:lstStyle/>
          <a:p>
            <a:pPr marL="171450" lvl="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912E8628-CC0B-21F8-955A-A29E615EAC57}"/>
              </a:ext>
            </a:extLst>
          </p:cNvPr>
          <p:cNvSpPr>
            <a:spLocks noGrp="1"/>
          </p:cNvSpPr>
          <p:nvPr>
            <p:ph type="sldNum" sz="quarter" idx="5"/>
          </p:nvPr>
        </p:nvSpPr>
        <p:spPr/>
        <p:txBody>
          <a:bodyPr/>
          <a:lstStyle/>
          <a:p>
            <a:pPr>
              <a:defRPr/>
            </a:pPr>
            <a:fld id="{969D768E-C3EC-41DC-8B8B-05D8793498BE}" type="slidenum">
              <a:rPr lang="en-ZA" smtClean="0"/>
              <a:pPr>
                <a:defRPr/>
              </a:pPr>
              <a:t>10</a:t>
            </a:fld>
            <a:endParaRPr lang="en-ZA"/>
          </a:p>
        </p:txBody>
      </p:sp>
    </p:spTree>
    <p:extLst>
      <p:ext uri="{BB962C8B-B14F-4D97-AF65-F5344CB8AC3E}">
        <p14:creationId xmlns:p14="http://schemas.microsoft.com/office/powerpoint/2010/main" val="82641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3E506-E51C-CCEF-E3A8-3BC08B98B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EC7C9-CF27-CCE7-D106-3BE408DDA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B68FD-BFAD-6517-52D6-484268CD2569}"/>
              </a:ext>
            </a:extLst>
          </p:cNvPr>
          <p:cNvSpPr>
            <a:spLocks noGrp="1"/>
          </p:cNvSpPr>
          <p:nvPr>
            <p:ph type="body" idx="1"/>
          </p:nvPr>
        </p:nvSpPr>
        <p:spPr/>
        <p:txBody>
          <a:bodyPr/>
          <a:lstStyle/>
          <a:p>
            <a:pPr marL="171450" indent="-171450">
              <a:buFont typeface="Arial" panose="020B0604020202020204" pitchFamily="34" charset="0"/>
              <a:buChar char="•"/>
            </a:pPr>
            <a:r>
              <a:rPr lang="en-ZA" dirty="0"/>
              <a:t>What are annotations?</a:t>
            </a:r>
          </a:p>
          <a:p>
            <a:pPr marL="628650" lvl="1" indent="-171450">
              <a:buFont typeface="Arial" panose="020B0604020202020204" pitchFamily="34" charset="0"/>
              <a:buChar char="•"/>
            </a:pPr>
            <a:r>
              <a:rPr lang="en-ZA" dirty="0"/>
              <a:t>Special types of metadata that provide more information about code</a:t>
            </a:r>
          </a:p>
          <a:p>
            <a:pPr marL="628650" lvl="1" indent="-171450">
              <a:buFont typeface="Arial" panose="020B0604020202020204" pitchFamily="34" charset="0"/>
              <a:buChar char="•"/>
            </a:pPr>
            <a:r>
              <a:rPr lang="en-ZA" dirty="0"/>
              <a:t>They provide data to compiler or runtime env. </a:t>
            </a:r>
          </a:p>
          <a:p>
            <a:pPr marL="628650" lvl="1" indent="-171450">
              <a:buFont typeface="Arial" panose="020B0604020202020204" pitchFamily="34" charset="0"/>
              <a:buChar char="•"/>
            </a:pPr>
            <a:r>
              <a:rPr lang="en-ZA" dirty="0"/>
              <a:t>Can be applied to classes, methods, fields, etc.</a:t>
            </a:r>
          </a:p>
          <a:p>
            <a:pPr marL="628650" lvl="1" indent="-171450">
              <a:buFont typeface="Arial" panose="020B0604020202020204" pitchFamily="34" charset="0"/>
              <a:buChar char="•"/>
            </a:pPr>
            <a:r>
              <a:rPr lang="en-ZA" dirty="0"/>
              <a:t>@ symbol prefix</a:t>
            </a:r>
          </a:p>
          <a:p>
            <a:pPr marL="628650" lvl="1" indent="-171450">
              <a:buFont typeface="Arial" panose="020B0604020202020204" pitchFamily="34" charset="0"/>
              <a:buChar char="•"/>
            </a:pPr>
            <a:r>
              <a:rPr lang="en-ZA" dirty="0"/>
              <a:t>E.g., @Override, @Deprecated, @SuppressWarnings</a:t>
            </a:r>
          </a:p>
        </p:txBody>
      </p:sp>
      <p:sp>
        <p:nvSpPr>
          <p:cNvPr id="4" name="Slide Number Placeholder 3">
            <a:extLst>
              <a:ext uri="{FF2B5EF4-FFF2-40B4-BE49-F238E27FC236}">
                <a16:creationId xmlns:a16="http://schemas.microsoft.com/office/drawing/2014/main" id="{B71BB500-F335-95B8-1D11-54F7561AE440}"/>
              </a:ext>
            </a:extLst>
          </p:cNvPr>
          <p:cNvSpPr>
            <a:spLocks noGrp="1"/>
          </p:cNvSpPr>
          <p:nvPr>
            <p:ph type="sldNum" sz="quarter" idx="5"/>
          </p:nvPr>
        </p:nvSpPr>
        <p:spPr/>
        <p:txBody>
          <a:bodyPr/>
          <a:lstStyle/>
          <a:p>
            <a:pPr>
              <a:defRPr/>
            </a:pPr>
            <a:fld id="{969D768E-C3EC-41DC-8B8B-05D8793498BE}" type="slidenum">
              <a:rPr lang="en-ZA" smtClean="0"/>
              <a:pPr>
                <a:defRPr/>
              </a:pPr>
              <a:t>11</a:t>
            </a:fld>
            <a:endParaRPr lang="en-ZA"/>
          </a:p>
        </p:txBody>
      </p:sp>
    </p:spTree>
    <p:extLst>
      <p:ext uri="{BB962C8B-B14F-4D97-AF65-F5344CB8AC3E}">
        <p14:creationId xmlns:p14="http://schemas.microsoft.com/office/powerpoint/2010/main" val="519768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69D768E-C3EC-41DC-8B8B-05D8793498BE}" type="slidenum">
              <a:rPr kumimoji="0" lang="en-ZA" sz="12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ZA"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070189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69D768E-C3EC-41DC-8B8B-05D8793498BE}" type="slidenum">
              <a:rPr kumimoji="0" lang="en-ZA" sz="12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ZA"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285986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85EA0-076E-7C12-4ABD-7344899C3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D5864-AC97-CD99-12A6-E0F958B91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1CD06-84FE-6707-529C-C6F7E53DB57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D5C2D6E0-7667-12F0-7DF4-092D58FF00D6}"/>
              </a:ext>
            </a:extLst>
          </p:cNvPr>
          <p:cNvSpPr>
            <a:spLocks noGrp="1"/>
          </p:cNvSpPr>
          <p:nvPr>
            <p:ph type="sldNum" sz="quarter" idx="5"/>
          </p:nvPr>
        </p:nvSpPr>
        <p:spPr/>
        <p:txBody>
          <a:bodyPr/>
          <a:lstStyle/>
          <a:p>
            <a:pPr>
              <a:defRPr/>
            </a:pPr>
            <a:fld id="{969D768E-C3EC-41DC-8B8B-05D8793498BE}" type="slidenum">
              <a:rPr lang="en-ZA" smtClean="0"/>
              <a:pPr>
                <a:defRPr/>
              </a:pPr>
              <a:t>14</a:t>
            </a:fld>
            <a:endParaRPr lang="en-ZA"/>
          </a:p>
        </p:txBody>
      </p:sp>
    </p:spTree>
    <p:extLst>
      <p:ext uri="{BB962C8B-B14F-4D97-AF65-F5344CB8AC3E}">
        <p14:creationId xmlns:p14="http://schemas.microsoft.com/office/powerpoint/2010/main" val="3443558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F302-9FA6-D008-F811-5F2905D77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6C1B9-D15E-750E-8935-4CFC8D3B8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131DE-B6C0-F8FD-42B7-7B85FEDB79AB}"/>
              </a:ext>
            </a:extLst>
          </p:cNvPr>
          <p:cNvSpPr>
            <a:spLocks noGrp="1"/>
          </p:cNvSpPr>
          <p:nvPr>
            <p:ph type="body" idx="1"/>
          </p:nvPr>
        </p:nvSpPr>
        <p:spPr/>
        <p:txBody>
          <a:bodyPr/>
          <a:lstStyle/>
          <a:p>
            <a:pPr marL="171450" indent="-171450">
              <a:buFont typeface="Arial" panose="020B0604020202020204" pitchFamily="34" charset="0"/>
              <a:buChar char="•"/>
            </a:pPr>
            <a:r>
              <a:rPr lang="en-ZA" dirty="0"/>
              <a:t>Modifications?</a:t>
            </a:r>
          </a:p>
          <a:p>
            <a:pPr marL="628650" lvl="1" indent="-171450">
              <a:buFont typeface="Arial" panose="020B0604020202020204" pitchFamily="34" charset="0"/>
              <a:buChar char="•"/>
            </a:pPr>
            <a:r>
              <a:rPr lang="en-ZA" dirty="0"/>
              <a:t>You can define &amp; update information in a structured way</a:t>
            </a:r>
          </a:p>
          <a:p>
            <a:pPr marL="628650" lvl="1" indent="-171450">
              <a:buFont typeface="Arial" panose="020B0604020202020204" pitchFamily="34" charset="0"/>
              <a:buChar char="•"/>
            </a:pPr>
            <a:r>
              <a:rPr lang="en-ZA" dirty="0"/>
              <a:t>So we know that LG is the make or brand &amp; we can add that to the product object</a:t>
            </a:r>
          </a:p>
          <a:p>
            <a:pPr marL="628650" lvl="1" indent="-171450">
              <a:buFont typeface="Arial" panose="020B0604020202020204" pitchFamily="34" charset="0"/>
              <a:buChar char="•"/>
            </a:pPr>
            <a:r>
              <a:rPr lang="en-ZA" dirty="0"/>
              <a:t>Doesn’t disrupt the existing structure</a:t>
            </a:r>
          </a:p>
          <a:p>
            <a:pPr marL="628650" lvl="1" indent="-171450">
              <a:buFont typeface="Arial" panose="020B0604020202020204" pitchFamily="34" charset="0"/>
              <a:buChar char="•"/>
            </a:pPr>
            <a:r>
              <a:rPr lang="en-ZA" dirty="0"/>
              <a:t>Ensure that each element has the correct relationship </a:t>
            </a:r>
            <a:r>
              <a:rPr lang="en-ZA" dirty="0">
                <a:sym typeface="Wingdings" panose="05000000000000000000" pitchFamily="2" charset="2"/>
              </a:rPr>
              <a:t> &lt;make&gt; will always have the brand/make</a:t>
            </a:r>
            <a:endParaRPr lang="en-ZA" dirty="0"/>
          </a:p>
        </p:txBody>
      </p:sp>
      <p:sp>
        <p:nvSpPr>
          <p:cNvPr id="4" name="Slide Number Placeholder 3">
            <a:extLst>
              <a:ext uri="{FF2B5EF4-FFF2-40B4-BE49-F238E27FC236}">
                <a16:creationId xmlns:a16="http://schemas.microsoft.com/office/drawing/2014/main" id="{A7878A51-5FF2-58AF-8156-2AC32E9826A5}"/>
              </a:ext>
            </a:extLst>
          </p:cNvPr>
          <p:cNvSpPr>
            <a:spLocks noGrp="1"/>
          </p:cNvSpPr>
          <p:nvPr>
            <p:ph type="sldNum" sz="quarter" idx="5"/>
          </p:nvPr>
        </p:nvSpPr>
        <p:spPr/>
        <p:txBody>
          <a:bodyPr/>
          <a:lstStyle/>
          <a:p>
            <a:pPr>
              <a:defRPr/>
            </a:pPr>
            <a:fld id="{969D768E-C3EC-41DC-8B8B-05D8793498BE}" type="slidenum">
              <a:rPr lang="en-ZA" smtClean="0"/>
              <a:pPr>
                <a:defRPr/>
              </a:pPr>
              <a:t>15</a:t>
            </a:fld>
            <a:endParaRPr lang="en-ZA"/>
          </a:p>
        </p:txBody>
      </p:sp>
    </p:spTree>
    <p:extLst>
      <p:ext uri="{BB962C8B-B14F-4D97-AF65-F5344CB8AC3E}">
        <p14:creationId xmlns:p14="http://schemas.microsoft.com/office/powerpoint/2010/main" val="3349440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82AE-E8A9-28AF-508D-632EEB73D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9C886-36C1-DD08-1BE1-74D487AEE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0AC5D-2FA6-D76D-62DF-AFDDB0024CB4}"/>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65EFD568-B414-8AA0-CDA9-B50298A04946}"/>
              </a:ext>
            </a:extLst>
          </p:cNvPr>
          <p:cNvSpPr>
            <a:spLocks noGrp="1"/>
          </p:cNvSpPr>
          <p:nvPr>
            <p:ph type="sldNum" sz="quarter" idx="5"/>
          </p:nvPr>
        </p:nvSpPr>
        <p:spPr/>
        <p:txBody>
          <a:bodyPr/>
          <a:lstStyle/>
          <a:p>
            <a:pPr>
              <a:defRPr/>
            </a:pPr>
            <a:fld id="{969D768E-C3EC-41DC-8B8B-05D8793498BE}" type="slidenum">
              <a:rPr lang="en-ZA" smtClean="0"/>
              <a:pPr>
                <a:defRPr/>
              </a:pPr>
              <a:t>16</a:t>
            </a:fld>
            <a:endParaRPr lang="en-ZA"/>
          </a:p>
        </p:txBody>
      </p:sp>
    </p:spTree>
    <p:extLst>
      <p:ext uri="{BB962C8B-B14F-4D97-AF65-F5344CB8AC3E}">
        <p14:creationId xmlns:p14="http://schemas.microsoft.com/office/powerpoint/2010/main" val="224135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2D07-CA2F-E8E5-2772-D8F15E35C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B9AB5-1576-A518-27CB-29D2BF4DC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ADC55-5904-C147-265B-8F8D1D789830}"/>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4C2C0992-E4ED-5428-AF4D-6C76078890BC}"/>
              </a:ext>
            </a:extLst>
          </p:cNvPr>
          <p:cNvSpPr>
            <a:spLocks noGrp="1"/>
          </p:cNvSpPr>
          <p:nvPr>
            <p:ph type="sldNum" sz="quarter" idx="5"/>
          </p:nvPr>
        </p:nvSpPr>
        <p:spPr/>
        <p:txBody>
          <a:bodyPr/>
          <a:lstStyle/>
          <a:p>
            <a:pPr>
              <a:defRPr/>
            </a:pPr>
            <a:fld id="{969D768E-C3EC-41DC-8B8B-05D8793498BE}" type="slidenum">
              <a:rPr lang="en-ZA" smtClean="0"/>
              <a:pPr>
                <a:defRPr/>
              </a:pPr>
              <a:t>17</a:t>
            </a:fld>
            <a:endParaRPr lang="en-ZA"/>
          </a:p>
        </p:txBody>
      </p:sp>
    </p:spTree>
    <p:extLst>
      <p:ext uri="{BB962C8B-B14F-4D97-AF65-F5344CB8AC3E}">
        <p14:creationId xmlns:p14="http://schemas.microsoft.com/office/powerpoint/2010/main" val="2281608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4792-192F-C993-5B75-671A332CF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94B1F-8100-A36E-D8F3-4803A4971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121E0-61BD-A6A5-CD46-7CFA3F615655}"/>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2004C19D-0DF5-AE3C-6AE4-C189EE7CA6AB}"/>
              </a:ext>
            </a:extLst>
          </p:cNvPr>
          <p:cNvSpPr>
            <a:spLocks noGrp="1"/>
          </p:cNvSpPr>
          <p:nvPr>
            <p:ph type="sldNum" sz="quarter" idx="5"/>
          </p:nvPr>
        </p:nvSpPr>
        <p:spPr/>
        <p:txBody>
          <a:bodyPr/>
          <a:lstStyle/>
          <a:p>
            <a:pPr>
              <a:defRPr/>
            </a:pPr>
            <a:fld id="{969D768E-C3EC-41DC-8B8B-05D8793498BE}" type="slidenum">
              <a:rPr lang="en-ZA" smtClean="0"/>
              <a:pPr>
                <a:defRPr/>
              </a:pPr>
              <a:t>18</a:t>
            </a:fld>
            <a:endParaRPr lang="en-ZA"/>
          </a:p>
        </p:txBody>
      </p:sp>
    </p:spTree>
    <p:extLst>
      <p:ext uri="{BB962C8B-B14F-4D97-AF65-F5344CB8AC3E}">
        <p14:creationId xmlns:p14="http://schemas.microsoft.com/office/powerpoint/2010/main" val="3479667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254F-5798-6E96-EFBC-5FE4040AE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001A6-6390-3403-92D4-BB0A06102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2A9F9-3FE7-ACF6-7098-F44B331D3308}"/>
              </a:ext>
            </a:extLst>
          </p:cNvPr>
          <p:cNvSpPr>
            <a:spLocks noGrp="1"/>
          </p:cNvSpPr>
          <p:nvPr>
            <p:ph type="body" idx="1"/>
          </p:nvPr>
        </p:nvSpPr>
        <p:spPr/>
        <p:txBody>
          <a:bodyPr/>
          <a:lstStyle/>
          <a:p>
            <a:pPr marL="171450" indent="-171450">
              <a:buFont typeface="Arial" panose="020B0604020202020204" pitchFamily="34" charset="0"/>
              <a:buChar char="•"/>
            </a:pPr>
            <a:r>
              <a:rPr lang="en-ZA" dirty="0"/>
              <a:t>XML declaration on first line (info about the document itself, i.e., version &amp; encoding)</a:t>
            </a:r>
          </a:p>
          <a:p>
            <a:pPr marL="171450" indent="-171450">
              <a:buFont typeface="Arial" panose="020B0604020202020204" pitchFamily="34" charset="0"/>
              <a:buChar char="•"/>
            </a:pPr>
            <a:r>
              <a:rPr lang="en-ZA" dirty="0"/>
              <a:t>Not an element </a:t>
            </a:r>
            <a:r>
              <a:rPr lang="en-ZA" dirty="0">
                <a:sym typeface="Wingdings" panose="05000000000000000000" pitchFamily="2" charset="2"/>
              </a:rPr>
              <a:t> declaration</a:t>
            </a:r>
            <a:endParaRPr lang="en-ZA" dirty="0"/>
          </a:p>
        </p:txBody>
      </p:sp>
      <p:sp>
        <p:nvSpPr>
          <p:cNvPr id="4" name="Slide Number Placeholder 3">
            <a:extLst>
              <a:ext uri="{FF2B5EF4-FFF2-40B4-BE49-F238E27FC236}">
                <a16:creationId xmlns:a16="http://schemas.microsoft.com/office/drawing/2014/main" id="{83D70B93-88E0-50B9-BD41-F4DB50B33934}"/>
              </a:ext>
            </a:extLst>
          </p:cNvPr>
          <p:cNvSpPr>
            <a:spLocks noGrp="1"/>
          </p:cNvSpPr>
          <p:nvPr>
            <p:ph type="sldNum" sz="quarter" idx="5"/>
          </p:nvPr>
        </p:nvSpPr>
        <p:spPr/>
        <p:txBody>
          <a:bodyPr/>
          <a:lstStyle/>
          <a:p>
            <a:pPr>
              <a:defRPr/>
            </a:pPr>
            <a:fld id="{969D768E-C3EC-41DC-8B8B-05D8793498BE}" type="slidenum">
              <a:rPr lang="en-ZA" smtClean="0"/>
              <a:pPr>
                <a:defRPr/>
              </a:pPr>
              <a:t>19</a:t>
            </a:fld>
            <a:endParaRPr lang="en-ZA"/>
          </a:p>
        </p:txBody>
      </p:sp>
    </p:spTree>
    <p:extLst>
      <p:ext uri="{BB962C8B-B14F-4D97-AF65-F5344CB8AC3E}">
        <p14:creationId xmlns:p14="http://schemas.microsoft.com/office/powerpoint/2010/main" val="3834309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3CD1-8D6C-3377-1D26-8D6C24CD0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663D9-44D1-7443-A805-905A73F3D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E38D3-0930-22CE-7575-9F1EE8085506}"/>
              </a:ext>
            </a:extLst>
          </p:cNvPr>
          <p:cNvSpPr>
            <a:spLocks noGrp="1"/>
          </p:cNvSpPr>
          <p:nvPr>
            <p:ph type="body" idx="1"/>
          </p:nvPr>
        </p:nvSpPr>
        <p:spPr/>
        <p:txBody>
          <a:bodyPr/>
          <a:lstStyle/>
          <a:p>
            <a:pPr marL="171450" indent="-171450">
              <a:buFont typeface="Arial" panose="020B0604020202020204" pitchFamily="34" charset="0"/>
              <a:buChar char="•"/>
            </a:pPr>
            <a:r>
              <a:rPr lang="en-ZA" dirty="0"/>
              <a:t>For the tree-based parser:</a:t>
            </a:r>
          </a:p>
          <a:p>
            <a:pPr marL="628650" lvl="1" indent="-171450">
              <a:buFont typeface="Arial" panose="020B0604020202020204" pitchFamily="34" charset="0"/>
              <a:buChar char="•"/>
            </a:pPr>
            <a:r>
              <a:rPr lang="en-ZA" dirty="0"/>
              <a:t>Reads in an XML document &amp; builds a hierarchical tree-like structure represented by the DOM</a:t>
            </a:r>
          </a:p>
          <a:p>
            <a:pPr marL="628650" lvl="1" indent="-171450">
              <a:buFont typeface="Arial" panose="020B0604020202020204" pitchFamily="34" charset="0"/>
              <a:buChar char="•"/>
            </a:pPr>
            <a:r>
              <a:rPr lang="en-ZA" dirty="0"/>
              <a:t>DOM: tree where a node represents an element, attribute or text in the XML document</a:t>
            </a:r>
          </a:p>
        </p:txBody>
      </p:sp>
      <p:sp>
        <p:nvSpPr>
          <p:cNvPr id="4" name="Slide Number Placeholder 3">
            <a:extLst>
              <a:ext uri="{FF2B5EF4-FFF2-40B4-BE49-F238E27FC236}">
                <a16:creationId xmlns:a16="http://schemas.microsoft.com/office/drawing/2014/main" id="{61A90101-506B-5461-0C8D-93A101B9EAF0}"/>
              </a:ext>
            </a:extLst>
          </p:cNvPr>
          <p:cNvSpPr>
            <a:spLocks noGrp="1"/>
          </p:cNvSpPr>
          <p:nvPr>
            <p:ph type="sldNum" sz="quarter" idx="5"/>
          </p:nvPr>
        </p:nvSpPr>
        <p:spPr/>
        <p:txBody>
          <a:bodyPr/>
          <a:lstStyle/>
          <a:p>
            <a:pPr>
              <a:defRPr/>
            </a:pPr>
            <a:fld id="{969D768E-C3EC-41DC-8B8B-05D8793498BE}" type="slidenum">
              <a:rPr lang="en-ZA" smtClean="0"/>
              <a:pPr>
                <a:defRPr/>
              </a:pPr>
              <a:t>20</a:t>
            </a:fld>
            <a:endParaRPr lang="en-ZA"/>
          </a:p>
        </p:txBody>
      </p:sp>
    </p:spTree>
    <p:extLst>
      <p:ext uri="{BB962C8B-B14F-4D97-AF65-F5344CB8AC3E}">
        <p14:creationId xmlns:p14="http://schemas.microsoft.com/office/powerpoint/2010/main" val="1879269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9CBB3-9F99-15C7-68B7-30F09201F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39268-1840-86B2-A2E8-FDCCE18643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EB46E-48EA-5F3F-8BBD-037F836E4D3C}"/>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142C4781-0622-94F8-AB74-74B76E6F835B}"/>
              </a:ext>
            </a:extLst>
          </p:cNvPr>
          <p:cNvSpPr>
            <a:spLocks noGrp="1"/>
          </p:cNvSpPr>
          <p:nvPr>
            <p:ph type="sldNum" sz="quarter" idx="5"/>
          </p:nvPr>
        </p:nvSpPr>
        <p:spPr/>
        <p:txBody>
          <a:bodyPr/>
          <a:lstStyle/>
          <a:p>
            <a:pPr>
              <a:defRPr/>
            </a:pPr>
            <a:fld id="{969D768E-C3EC-41DC-8B8B-05D8793498BE}" type="slidenum">
              <a:rPr lang="en-ZA" smtClean="0"/>
              <a:pPr>
                <a:defRPr/>
              </a:pPr>
              <a:t>21</a:t>
            </a:fld>
            <a:endParaRPr lang="en-ZA"/>
          </a:p>
        </p:txBody>
      </p:sp>
    </p:spTree>
    <p:extLst>
      <p:ext uri="{BB962C8B-B14F-4D97-AF65-F5344CB8AC3E}">
        <p14:creationId xmlns:p14="http://schemas.microsoft.com/office/powerpoint/2010/main" val="3242072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DBA9-BA07-99AE-75FE-5CC078444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4997A-0D5E-FD6A-065B-4CBC302A3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F3637-1B2E-B0B9-D436-E6ABFDE0AC27}"/>
              </a:ext>
            </a:extLst>
          </p:cNvPr>
          <p:cNvSpPr>
            <a:spLocks noGrp="1"/>
          </p:cNvSpPr>
          <p:nvPr>
            <p:ph type="body" idx="1"/>
          </p:nvPr>
        </p:nvSpPr>
        <p:spPr/>
        <p:txBody>
          <a:bodyPr/>
          <a:lstStyle/>
          <a:p>
            <a:pPr marL="171450" indent="-171450">
              <a:buFont typeface="Arial" panose="020B0604020202020204" pitchFamily="34" charset="0"/>
              <a:buChar char="•"/>
            </a:pPr>
            <a:r>
              <a:rPr lang="en-ZA" dirty="0"/>
              <a:t>XPath:</a:t>
            </a:r>
          </a:p>
          <a:p>
            <a:pPr marL="628650" lvl="1" indent="-171450">
              <a:buFont typeface="Arial" panose="020B0604020202020204" pitchFamily="34" charset="0"/>
              <a:buChar char="•"/>
            </a:pPr>
            <a:r>
              <a:rPr lang="en-ZA" dirty="0"/>
              <a:t>XML Path Language</a:t>
            </a:r>
          </a:p>
          <a:p>
            <a:pPr marL="628650" lvl="1" indent="-171450">
              <a:buFont typeface="Arial" panose="020B0604020202020204" pitchFamily="34" charset="0"/>
              <a:buChar char="•"/>
            </a:pPr>
            <a:r>
              <a:rPr lang="en-ZA" dirty="0"/>
              <a:t>Query language that is used to navigate and make selections in an XML document</a:t>
            </a:r>
          </a:p>
          <a:p>
            <a:pPr marL="628650" lvl="1" indent="-171450">
              <a:buFont typeface="Arial" panose="020B0604020202020204" pitchFamily="34" charset="0"/>
              <a:buChar char="•"/>
            </a:pPr>
            <a:r>
              <a:rPr lang="en-ZA" dirty="0"/>
              <a:t>Used to located data in these XML documents using XPath expressions</a:t>
            </a:r>
          </a:p>
          <a:p>
            <a:pPr marL="628650" lvl="1"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C97D58FA-A01C-CA2C-A305-8885E100B075}"/>
              </a:ext>
            </a:extLst>
          </p:cNvPr>
          <p:cNvSpPr>
            <a:spLocks noGrp="1"/>
          </p:cNvSpPr>
          <p:nvPr>
            <p:ph type="sldNum" sz="quarter" idx="5"/>
          </p:nvPr>
        </p:nvSpPr>
        <p:spPr/>
        <p:txBody>
          <a:bodyPr/>
          <a:lstStyle/>
          <a:p>
            <a:pPr>
              <a:defRPr/>
            </a:pPr>
            <a:fld id="{969D768E-C3EC-41DC-8B8B-05D8793498BE}" type="slidenum">
              <a:rPr lang="en-ZA" smtClean="0"/>
              <a:pPr>
                <a:defRPr/>
              </a:pPr>
              <a:t>22</a:t>
            </a:fld>
            <a:endParaRPr lang="en-ZA"/>
          </a:p>
        </p:txBody>
      </p:sp>
    </p:spTree>
    <p:extLst>
      <p:ext uri="{BB962C8B-B14F-4D97-AF65-F5344CB8AC3E}">
        <p14:creationId xmlns:p14="http://schemas.microsoft.com/office/powerpoint/2010/main" val="4043109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7CA9E-1A2E-7FD7-A005-FEF4BB009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C4DD2-8CB2-4B91-692A-064B10190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A5968-B2F5-8C90-9764-A405ED3F783E}"/>
              </a:ext>
            </a:extLst>
          </p:cNvPr>
          <p:cNvSpPr>
            <a:spLocks noGrp="1"/>
          </p:cNvSpPr>
          <p:nvPr>
            <p:ph type="body" idx="1"/>
          </p:nvPr>
        </p:nvSpPr>
        <p:spPr/>
        <p:txBody>
          <a:bodyPr/>
          <a:lstStyle/>
          <a:p>
            <a:pPr marL="171450" indent="-171450">
              <a:buFont typeface="Arial" panose="020B0604020202020204" pitchFamily="34" charset="0"/>
              <a:buChar char="•"/>
            </a:pPr>
            <a:r>
              <a:rPr lang="en-ZA" dirty="0"/>
              <a:t>Starts at 1 not 0</a:t>
            </a:r>
          </a:p>
        </p:txBody>
      </p:sp>
      <p:sp>
        <p:nvSpPr>
          <p:cNvPr id="4" name="Slide Number Placeholder 3">
            <a:extLst>
              <a:ext uri="{FF2B5EF4-FFF2-40B4-BE49-F238E27FC236}">
                <a16:creationId xmlns:a16="http://schemas.microsoft.com/office/drawing/2014/main" id="{782EAB6C-376E-9ED0-84EF-8AD5C18B1BB4}"/>
              </a:ext>
            </a:extLst>
          </p:cNvPr>
          <p:cNvSpPr>
            <a:spLocks noGrp="1"/>
          </p:cNvSpPr>
          <p:nvPr>
            <p:ph type="sldNum" sz="quarter" idx="5"/>
          </p:nvPr>
        </p:nvSpPr>
        <p:spPr/>
        <p:txBody>
          <a:bodyPr/>
          <a:lstStyle/>
          <a:p>
            <a:pPr>
              <a:defRPr/>
            </a:pPr>
            <a:fld id="{969D768E-C3EC-41DC-8B8B-05D8793498BE}" type="slidenum">
              <a:rPr lang="en-ZA" smtClean="0"/>
              <a:pPr>
                <a:defRPr/>
              </a:pPr>
              <a:t>23</a:t>
            </a:fld>
            <a:endParaRPr lang="en-ZA"/>
          </a:p>
        </p:txBody>
      </p:sp>
    </p:spTree>
    <p:extLst>
      <p:ext uri="{BB962C8B-B14F-4D97-AF65-F5344CB8AC3E}">
        <p14:creationId xmlns:p14="http://schemas.microsoft.com/office/powerpoint/2010/main" val="2502188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129E6-D09C-FB4B-9611-E36E36830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BE0D6-DF69-6453-87D0-4FC91023B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ADF95-D80F-5411-2C0D-8CBA1951BB4E}"/>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CCE96DA9-13A9-35F4-0F43-6AF475BBD3C6}"/>
              </a:ext>
            </a:extLst>
          </p:cNvPr>
          <p:cNvSpPr>
            <a:spLocks noGrp="1"/>
          </p:cNvSpPr>
          <p:nvPr>
            <p:ph type="sldNum" sz="quarter" idx="5"/>
          </p:nvPr>
        </p:nvSpPr>
        <p:spPr/>
        <p:txBody>
          <a:bodyPr/>
          <a:lstStyle/>
          <a:p>
            <a:pPr>
              <a:defRPr/>
            </a:pPr>
            <a:fld id="{969D768E-C3EC-41DC-8B8B-05D8793498BE}" type="slidenum">
              <a:rPr lang="en-ZA" smtClean="0"/>
              <a:pPr>
                <a:defRPr/>
              </a:pPr>
              <a:t>24</a:t>
            </a:fld>
            <a:endParaRPr lang="en-ZA"/>
          </a:p>
        </p:txBody>
      </p:sp>
    </p:spTree>
    <p:extLst>
      <p:ext uri="{BB962C8B-B14F-4D97-AF65-F5344CB8AC3E}">
        <p14:creationId xmlns:p14="http://schemas.microsoft.com/office/powerpoint/2010/main" val="2399947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C2A02-4395-851D-77B5-404F9D5E8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2585F-3F9A-2698-7252-DD042DB4A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6FBDD-381D-6A30-25C1-6EF12962838D}"/>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392C8190-21EF-FCC3-D4D7-E9A36460C5DD}"/>
              </a:ext>
            </a:extLst>
          </p:cNvPr>
          <p:cNvSpPr>
            <a:spLocks noGrp="1"/>
          </p:cNvSpPr>
          <p:nvPr>
            <p:ph type="sldNum" sz="quarter" idx="5"/>
          </p:nvPr>
        </p:nvSpPr>
        <p:spPr/>
        <p:txBody>
          <a:bodyPr/>
          <a:lstStyle/>
          <a:p>
            <a:pPr>
              <a:defRPr/>
            </a:pPr>
            <a:fld id="{969D768E-C3EC-41DC-8B8B-05D8793498BE}" type="slidenum">
              <a:rPr lang="en-ZA" smtClean="0"/>
              <a:pPr>
                <a:defRPr/>
              </a:pPr>
              <a:t>25</a:t>
            </a:fld>
            <a:endParaRPr lang="en-ZA"/>
          </a:p>
        </p:txBody>
      </p:sp>
    </p:spTree>
    <p:extLst>
      <p:ext uri="{BB962C8B-B14F-4D97-AF65-F5344CB8AC3E}">
        <p14:creationId xmlns:p14="http://schemas.microsoft.com/office/powerpoint/2010/main" val="303341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D391-6FB9-C110-79D8-F29C35D4F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5E4E6-0C79-D46F-D0C7-DE9179473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3B90A-8507-DBEE-6E48-F1A533D56471}"/>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E5B01B38-90FB-5128-A74C-B7C8F0CE3B65}"/>
              </a:ext>
            </a:extLst>
          </p:cNvPr>
          <p:cNvSpPr>
            <a:spLocks noGrp="1"/>
          </p:cNvSpPr>
          <p:nvPr>
            <p:ph type="sldNum" sz="quarter" idx="5"/>
          </p:nvPr>
        </p:nvSpPr>
        <p:spPr/>
        <p:txBody>
          <a:bodyPr/>
          <a:lstStyle/>
          <a:p>
            <a:pPr>
              <a:defRPr/>
            </a:pPr>
            <a:fld id="{969D768E-C3EC-41DC-8B8B-05D8793498BE}" type="slidenum">
              <a:rPr lang="en-ZA" smtClean="0"/>
              <a:pPr>
                <a:defRPr/>
              </a:pPr>
              <a:t>26</a:t>
            </a:fld>
            <a:endParaRPr lang="en-ZA"/>
          </a:p>
        </p:txBody>
      </p:sp>
    </p:spTree>
    <p:extLst>
      <p:ext uri="{BB962C8B-B14F-4D97-AF65-F5344CB8AC3E}">
        <p14:creationId xmlns:p14="http://schemas.microsoft.com/office/powerpoint/2010/main" val="2273550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0209-9C2C-E7FF-C95B-116017A59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ACDF7-3143-B206-AF63-30E6AC361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E894C-E901-4714-BD19-0430402A8D9D}"/>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136656B6-3760-17F0-A135-DEF9E255DE51}"/>
              </a:ext>
            </a:extLst>
          </p:cNvPr>
          <p:cNvSpPr>
            <a:spLocks noGrp="1"/>
          </p:cNvSpPr>
          <p:nvPr>
            <p:ph type="sldNum" sz="quarter" idx="5"/>
          </p:nvPr>
        </p:nvSpPr>
        <p:spPr/>
        <p:txBody>
          <a:bodyPr/>
          <a:lstStyle/>
          <a:p>
            <a:pPr>
              <a:defRPr/>
            </a:pPr>
            <a:fld id="{969D768E-C3EC-41DC-8B8B-05D8793498BE}" type="slidenum">
              <a:rPr lang="en-ZA" smtClean="0"/>
              <a:pPr>
                <a:defRPr/>
              </a:pPr>
              <a:t>27</a:t>
            </a:fld>
            <a:endParaRPr lang="en-ZA"/>
          </a:p>
        </p:txBody>
      </p:sp>
    </p:spTree>
    <p:extLst>
      <p:ext uri="{BB962C8B-B14F-4D97-AF65-F5344CB8AC3E}">
        <p14:creationId xmlns:p14="http://schemas.microsoft.com/office/powerpoint/2010/main" val="2626642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863C-EDFA-7918-7321-3158711FF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8E11A-BBCA-945F-C830-12AB4CD6B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1E50C-0B4F-8551-1E18-60D53258999D}"/>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FC52937D-CD8A-3EC0-8FFB-D206228A9AF5}"/>
              </a:ext>
            </a:extLst>
          </p:cNvPr>
          <p:cNvSpPr>
            <a:spLocks noGrp="1"/>
          </p:cNvSpPr>
          <p:nvPr>
            <p:ph type="sldNum" sz="quarter" idx="5"/>
          </p:nvPr>
        </p:nvSpPr>
        <p:spPr/>
        <p:txBody>
          <a:bodyPr/>
          <a:lstStyle/>
          <a:p>
            <a:pPr>
              <a:defRPr/>
            </a:pPr>
            <a:fld id="{969D768E-C3EC-41DC-8B8B-05D8793498BE}" type="slidenum">
              <a:rPr lang="en-ZA" smtClean="0"/>
              <a:pPr>
                <a:defRPr/>
              </a:pPr>
              <a:t>28</a:t>
            </a:fld>
            <a:endParaRPr lang="en-ZA"/>
          </a:p>
        </p:txBody>
      </p:sp>
    </p:spTree>
    <p:extLst>
      <p:ext uri="{BB962C8B-B14F-4D97-AF65-F5344CB8AC3E}">
        <p14:creationId xmlns:p14="http://schemas.microsoft.com/office/powerpoint/2010/main" val="34213248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9DCA6-3F35-D15A-68C8-C214F3937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FE441-038D-FBA3-A4C8-CC2C81161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CEA31-0FD4-76E6-8102-E0F260051891}"/>
              </a:ext>
            </a:extLst>
          </p:cNvPr>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a:extLst>
              <a:ext uri="{FF2B5EF4-FFF2-40B4-BE49-F238E27FC236}">
                <a16:creationId xmlns:a16="http://schemas.microsoft.com/office/drawing/2014/main" id="{EBE0C1DF-9630-351F-2CDA-FB554BC31683}"/>
              </a:ext>
            </a:extLst>
          </p:cNvPr>
          <p:cNvSpPr>
            <a:spLocks noGrp="1"/>
          </p:cNvSpPr>
          <p:nvPr>
            <p:ph type="sldNum" sz="quarter" idx="5"/>
          </p:nvPr>
        </p:nvSpPr>
        <p:spPr/>
        <p:txBody>
          <a:bodyPr/>
          <a:lstStyle/>
          <a:p>
            <a:pPr>
              <a:defRPr/>
            </a:pPr>
            <a:fld id="{969D768E-C3EC-41DC-8B8B-05D8793498BE}" type="slidenum">
              <a:rPr lang="en-ZA" smtClean="0"/>
              <a:pPr>
                <a:defRPr/>
              </a:pPr>
              <a:t>29</a:t>
            </a:fld>
            <a:endParaRPr lang="en-ZA"/>
          </a:p>
        </p:txBody>
      </p:sp>
    </p:spTree>
    <p:extLst>
      <p:ext uri="{BB962C8B-B14F-4D97-AF65-F5344CB8AC3E}">
        <p14:creationId xmlns:p14="http://schemas.microsoft.com/office/powerpoint/2010/main" val="38920211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B4DF7-112B-BE1F-3F33-19247EF8E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FF526-737F-70B8-2577-626EC87F4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9990D-2D37-46F7-E1FA-DD4A1E402DD8}"/>
              </a:ext>
            </a:extLst>
          </p:cNvPr>
          <p:cNvSpPr>
            <a:spLocks noGrp="1"/>
          </p:cNvSpPr>
          <p:nvPr>
            <p:ph type="body" idx="1"/>
          </p:nvPr>
        </p:nvSpPr>
        <p:spPr/>
        <p:txBody>
          <a:bodyPr/>
          <a:lstStyle/>
          <a:p>
            <a:pPr marL="171450" indent="-171450">
              <a:buFont typeface="Arial" panose="020B0604020202020204" pitchFamily="34" charset="0"/>
              <a:buChar char="•"/>
            </a:pPr>
            <a:r>
              <a:rPr lang="en-ZA" dirty="0"/>
              <a:t>XSD</a:t>
            </a:r>
          </a:p>
          <a:p>
            <a:pPr marL="628650" lvl="1" indent="-171450">
              <a:buFont typeface="Arial" panose="020B0604020202020204" pitchFamily="34" charset="0"/>
              <a:buChar char="•"/>
            </a:pPr>
            <a:r>
              <a:rPr lang="en-ZA" dirty="0"/>
              <a:t>Define the structure, data types &amp; constraints for your XML document</a:t>
            </a:r>
          </a:p>
          <a:p>
            <a:pPr marL="628650" lvl="1" indent="-171450">
              <a:buFont typeface="Arial" panose="020B0604020202020204" pitchFamily="34" charset="0"/>
              <a:buChar char="•"/>
            </a:pPr>
            <a:r>
              <a:rPr lang="en-ZA" dirty="0"/>
              <a:t>Checks if a provided XML document is valid when compared to the XSD</a:t>
            </a:r>
          </a:p>
          <a:p>
            <a:pPr marL="171450" lvl="0" indent="-171450">
              <a:buFont typeface="Arial" panose="020B0604020202020204" pitchFamily="34" charset="0"/>
              <a:buChar char="•"/>
            </a:pPr>
            <a:r>
              <a:rPr lang="en-ZA" dirty="0"/>
              <a:t>XSLT</a:t>
            </a:r>
          </a:p>
          <a:p>
            <a:pPr marL="628650" lvl="1" indent="-171450">
              <a:buFont typeface="Arial" panose="020B0604020202020204" pitchFamily="34" charset="0"/>
              <a:buChar char="•"/>
            </a:pPr>
            <a:r>
              <a:rPr lang="en-ZA" dirty="0"/>
              <a:t>Defines templates </a:t>
            </a:r>
            <a:r>
              <a:rPr lang="en-ZA" dirty="0">
                <a:sym typeface="Wingdings" panose="05000000000000000000" pitchFamily="2" charset="2"/>
              </a:rPr>
              <a:t> how to transform your XML content using a stylesheet</a:t>
            </a:r>
          </a:p>
          <a:p>
            <a:pPr marL="628650" lvl="1" indent="-171450">
              <a:buFont typeface="Arial" panose="020B0604020202020204" pitchFamily="34" charset="0"/>
              <a:buChar char="•"/>
            </a:pPr>
            <a:r>
              <a:rPr lang="en-ZA" dirty="0">
                <a:sym typeface="Wingdings" panose="05000000000000000000" pitchFamily="2" charset="2"/>
              </a:rPr>
              <a:t>Processes the provided document &amp; generates the output</a:t>
            </a:r>
            <a:endParaRPr lang="en-ZA" dirty="0"/>
          </a:p>
        </p:txBody>
      </p:sp>
      <p:sp>
        <p:nvSpPr>
          <p:cNvPr id="4" name="Slide Number Placeholder 3">
            <a:extLst>
              <a:ext uri="{FF2B5EF4-FFF2-40B4-BE49-F238E27FC236}">
                <a16:creationId xmlns:a16="http://schemas.microsoft.com/office/drawing/2014/main" id="{0B76488A-22E4-5251-5B97-7106094912BC}"/>
              </a:ext>
            </a:extLst>
          </p:cNvPr>
          <p:cNvSpPr>
            <a:spLocks noGrp="1"/>
          </p:cNvSpPr>
          <p:nvPr>
            <p:ph type="sldNum" sz="quarter" idx="5"/>
          </p:nvPr>
        </p:nvSpPr>
        <p:spPr/>
        <p:txBody>
          <a:bodyPr/>
          <a:lstStyle/>
          <a:p>
            <a:pPr>
              <a:defRPr/>
            </a:pPr>
            <a:fld id="{969D768E-C3EC-41DC-8B8B-05D8793498BE}" type="slidenum">
              <a:rPr lang="en-ZA" smtClean="0"/>
              <a:pPr>
                <a:defRPr/>
              </a:pPr>
              <a:t>30</a:t>
            </a:fld>
            <a:endParaRPr lang="en-ZA"/>
          </a:p>
        </p:txBody>
      </p:sp>
    </p:spTree>
    <p:extLst>
      <p:ext uri="{BB962C8B-B14F-4D97-AF65-F5344CB8AC3E}">
        <p14:creationId xmlns:p14="http://schemas.microsoft.com/office/powerpoint/2010/main" val="4027939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CE42F-96B3-096F-85FE-18FE4474D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4B34B-A4DA-FD73-BF2A-C29D5ABCE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D81E-DA4D-A1AF-989A-719816973B7E}"/>
              </a:ext>
            </a:extLst>
          </p:cNvPr>
          <p:cNvSpPr>
            <a:spLocks noGrp="1"/>
          </p:cNvSpPr>
          <p:nvPr>
            <p:ph type="body" idx="1"/>
          </p:nvPr>
        </p:nvSpPr>
        <p:spPr/>
        <p:txBody>
          <a:bodyPr/>
          <a:lstStyle/>
          <a:p>
            <a:pPr marL="171450" indent="-171450">
              <a:buFont typeface="Arial" panose="020B0604020202020204" pitchFamily="34" charset="0"/>
              <a:buChar char="•"/>
            </a:pPr>
            <a:r>
              <a:rPr lang="en-ZA" dirty="0"/>
              <a:t>Name spaces</a:t>
            </a:r>
          </a:p>
          <a:p>
            <a:pPr marL="628650" lvl="1" indent="-171450">
              <a:buFont typeface="Arial" panose="020B0604020202020204" pitchFamily="34" charset="0"/>
              <a:buChar char="•"/>
            </a:pPr>
            <a:r>
              <a:rPr lang="en-ZA" dirty="0"/>
              <a:t>Avoid naming conflicts (when combining XML documents from several sources)</a:t>
            </a:r>
          </a:p>
        </p:txBody>
      </p:sp>
      <p:sp>
        <p:nvSpPr>
          <p:cNvPr id="4" name="Slide Number Placeholder 3">
            <a:extLst>
              <a:ext uri="{FF2B5EF4-FFF2-40B4-BE49-F238E27FC236}">
                <a16:creationId xmlns:a16="http://schemas.microsoft.com/office/drawing/2014/main" id="{D99CD83A-CA57-73FA-6FAF-600F028C843D}"/>
              </a:ext>
            </a:extLst>
          </p:cNvPr>
          <p:cNvSpPr>
            <a:spLocks noGrp="1"/>
          </p:cNvSpPr>
          <p:nvPr>
            <p:ph type="sldNum" sz="quarter" idx="5"/>
          </p:nvPr>
        </p:nvSpPr>
        <p:spPr/>
        <p:txBody>
          <a:bodyPr/>
          <a:lstStyle/>
          <a:p>
            <a:pPr>
              <a:defRPr/>
            </a:pPr>
            <a:fld id="{969D768E-C3EC-41DC-8B8B-05D8793498BE}" type="slidenum">
              <a:rPr lang="en-ZA" smtClean="0"/>
              <a:pPr>
                <a:defRPr/>
              </a:pPr>
              <a:t>31</a:t>
            </a:fld>
            <a:endParaRPr lang="en-ZA"/>
          </a:p>
        </p:txBody>
      </p:sp>
    </p:spTree>
    <p:extLst>
      <p:ext uri="{BB962C8B-B14F-4D97-AF65-F5344CB8AC3E}">
        <p14:creationId xmlns:p14="http://schemas.microsoft.com/office/powerpoint/2010/main" val="22984974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EDA7-76B1-AED9-8AFB-240CC3CC3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61BAB-E842-B10B-A7FB-4BC564B5E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B62BB-4169-5F7E-497D-29EA2A7EB760}"/>
              </a:ext>
            </a:extLst>
          </p:cNvPr>
          <p:cNvSpPr>
            <a:spLocks noGrp="1"/>
          </p:cNvSpPr>
          <p:nvPr>
            <p:ph type="body" idx="1"/>
          </p:nvPr>
        </p:nvSpPr>
        <p:spPr/>
        <p:txBody>
          <a:bodyPr/>
          <a:lstStyle/>
          <a:p>
            <a:pPr>
              <a:buFont typeface="+mj-lt"/>
              <a:buNone/>
            </a:pPr>
            <a:endParaRPr lang="en-ZA" dirty="0"/>
          </a:p>
        </p:txBody>
      </p:sp>
      <p:sp>
        <p:nvSpPr>
          <p:cNvPr id="4" name="Slide Number Placeholder 3">
            <a:extLst>
              <a:ext uri="{FF2B5EF4-FFF2-40B4-BE49-F238E27FC236}">
                <a16:creationId xmlns:a16="http://schemas.microsoft.com/office/drawing/2014/main" id="{7D8C9A24-7644-C05D-1E99-A3038DB4A9B0}"/>
              </a:ext>
            </a:extLst>
          </p:cNvPr>
          <p:cNvSpPr>
            <a:spLocks noGrp="1"/>
          </p:cNvSpPr>
          <p:nvPr>
            <p:ph type="sldNum" sz="quarter" idx="5"/>
          </p:nvPr>
        </p:nvSpPr>
        <p:spPr/>
        <p:txBody>
          <a:bodyPr/>
          <a:lstStyle/>
          <a:p>
            <a:pPr>
              <a:defRPr/>
            </a:pPr>
            <a:fld id="{969D768E-C3EC-41DC-8B8B-05D8793498BE}" type="slidenum">
              <a:rPr lang="en-ZA" smtClean="0"/>
              <a:pPr>
                <a:defRPr/>
              </a:pPr>
              <a:t>32</a:t>
            </a:fld>
            <a:endParaRPr lang="en-ZA"/>
          </a:p>
        </p:txBody>
      </p:sp>
    </p:spTree>
    <p:extLst>
      <p:ext uri="{BB962C8B-B14F-4D97-AF65-F5344CB8AC3E}">
        <p14:creationId xmlns:p14="http://schemas.microsoft.com/office/powerpoint/2010/main" val="3268369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33</a:t>
            </a:fld>
            <a:endParaRPr lang="en-ZA"/>
          </a:p>
        </p:txBody>
      </p:sp>
    </p:spTree>
    <p:extLst>
      <p:ext uri="{BB962C8B-B14F-4D97-AF65-F5344CB8AC3E}">
        <p14:creationId xmlns:p14="http://schemas.microsoft.com/office/powerpoint/2010/main" val="1872839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35</a:t>
            </a:fld>
            <a:endParaRPr lang="en-ZA"/>
          </a:p>
        </p:txBody>
      </p:sp>
    </p:spTree>
    <p:extLst>
      <p:ext uri="{BB962C8B-B14F-4D97-AF65-F5344CB8AC3E}">
        <p14:creationId xmlns:p14="http://schemas.microsoft.com/office/powerpoint/2010/main" val="13102024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CD4BB4-2F8D-6C42-F4E9-2B180692ED59}"/>
              </a:ext>
            </a:extLst>
          </p:cNvPr>
          <p:cNvSpPr/>
          <p:nvPr userDrawn="1"/>
        </p:nvSpPr>
        <p:spPr>
          <a:xfrm>
            <a:off x="0" y="-1588"/>
            <a:ext cx="9144000" cy="5145088"/>
          </a:xfrm>
          <a:prstGeom prst="rect">
            <a:avLst/>
          </a:prstGeom>
          <a:solidFill>
            <a:srgbClr val="00102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pic>
        <p:nvPicPr>
          <p:cNvPr id="3" name="Picture 5">
            <a:extLst>
              <a:ext uri="{FF2B5EF4-FFF2-40B4-BE49-F238E27FC236}">
                <a16:creationId xmlns:a16="http://schemas.microsoft.com/office/drawing/2014/main" id="{CF85402B-8170-4E09-CFEB-83BA8A50B16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79700" y="744538"/>
            <a:ext cx="378936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611560" y="2787774"/>
            <a:ext cx="7848872" cy="486054"/>
          </a:xfrm>
        </p:spPr>
        <p:txBody>
          <a:bodyPr/>
          <a:lstStyle>
            <a:lvl1pPr algn="ctr">
              <a:defRPr sz="3600">
                <a:solidFill>
                  <a:schemeClr val="bg1"/>
                </a:solidFill>
              </a:defRPr>
            </a:lvl1pPr>
          </a:lstStyle>
          <a:p>
            <a:r>
              <a:rPr lang="en-GB" dirty="0"/>
              <a:t>Click to edit Master title style</a:t>
            </a:r>
          </a:p>
        </p:txBody>
      </p:sp>
      <p:sp>
        <p:nvSpPr>
          <p:cNvPr id="3075" name="Rectangle 3"/>
          <p:cNvSpPr>
            <a:spLocks noGrp="1" noChangeArrowheads="1"/>
          </p:cNvSpPr>
          <p:nvPr>
            <p:ph type="subTitle" idx="1"/>
          </p:nvPr>
        </p:nvSpPr>
        <p:spPr>
          <a:xfrm>
            <a:off x="611560" y="3381840"/>
            <a:ext cx="7848872" cy="1458218"/>
          </a:xfrm>
        </p:spPr>
        <p:txBody>
          <a:bodyPr/>
          <a:lstStyle>
            <a:lvl1pPr marL="0" indent="0" algn="ctr">
              <a:buFont typeface="Wingdings" pitchFamily="2" charset="2"/>
              <a:buNone/>
              <a:defRPr>
                <a:solidFill>
                  <a:schemeClr val="bg1"/>
                </a:solidFill>
              </a:defRPr>
            </a:lvl1pPr>
          </a:lstStyle>
          <a:p>
            <a:r>
              <a:rPr lang="en-GB" dirty="0"/>
              <a:t>Click to edit Master subtitle style</a:t>
            </a:r>
          </a:p>
        </p:txBody>
      </p:sp>
    </p:spTree>
    <p:extLst>
      <p:ext uri="{BB962C8B-B14F-4D97-AF65-F5344CB8AC3E}">
        <p14:creationId xmlns:p14="http://schemas.microsoft.com/office/powerpoint/2010/main" val="300024619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buClr>
                <a:srgbClr val="FEC000"/>
              </a:buClr>
              <a:buSzPct val="80000"/>
              <a:defRPr sz="2000">
                <a:latin typeface="Avenir Book"/>
              </a:defRPr>
            </a:lvl1pPr>
            <a:lvl2pPr>
              <a:buClr>
                <a:srgbClr val="FEC000"/>
              </a:buClr>
              <a:buSzPct val="80000"/>
              <a:defRPr sz="2000">
                <a:latin typeface="Avenir Book"/>
              </a:defRPr>
            </a:lvl2pPr>
            <a:lvl3pPr>
              <a:buClr>
                <a:srgbClr val="FEC000"/>
              </a:buClr>
              <a:buSzPct val="80000"/>
              <a:defRPr sz="2000">
                <a:latin typeface="Avenir Book"/>
              </a:defRPr>
            </a:lvl3pPr>
            <a:lvl4pPr>
              <a:buClr>
                <a:srgbClr val="FEC000"/>
              </a:buClr>
              <a:buSzPct val="80000"/>
              <a:defRPr sz="2000">
                <a:latin typeface="Avenir Book"/>
              </a:defRPr>
            </a:lvl4pPr>
            <a:lvl5pPr>
              <a:buClr>
                <a:srgbClr val="FEC000"/>
              </a:buClr>
              <a:buSzPct val="80000"/>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3401088"/>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0" i="0" cap="none"/>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07924169"/>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528" y="303498"/>
            <a:ext cx="8352928" cy="594122"/>
          </a:xfrm>
        </p:spPr>
        <p:txBody>
          <a:bodyPr/>
          <a:lstStyle/>
          <a:p>
            <a:r>
              <a:rPr lang="en-US"/>
              <a:t>Click to edit Master title style</a:t>
            </a:r>
          </a:p>
        </p:txBody>
      </p:sp>
      <p:sp>
        <p:nvSpPr>
          <p:cNvPr id="3" name="Content Placeholder 2"/>
          <p:cNvSpPr>
            <a:spLocks noGrp="1"/>
          </p:cNvSpPr>
          <p:nvPr>
            <p:ph sz="half" idx="1"/>
          </p:nvPr>
        </p:nvSpPr>
        <p:spPr>
          <a:xfrm>
            <a:off x="323528" y="1005576"/>
            <a:ext cx="4032572"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8501" y="1005576"/>
            <a:ext cx="4176713"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28283"/>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4"/>
            <a:ext cx="4040188"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51670"/>
            <a:ext cx="4040188"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151334"/>
            <a:ext cx="4041775"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51670"/>
            <a:ext cx="4041775"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4623550"/>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6419334"/>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456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9553" y="465516"/>
            <a:ext cx="2877497" cy="819774"/>
          </a:xfrm>
        </p:spPr>
        <p:txBody>
          <a:bodyPr anchor="t"/>
          <a:lstStyle>
            <a:lvl1pPr algn="l">
              <a:defRPr sz="2200" b="1">
                <a:solidFill>
                  <a:srgbClr val="FEC000"/>
                </a:solidFill>
                <a:latin typeface="Avenir Black"/>
              </a:defRPr>
            </a:lvl1pPr>
          </a:lstStyle>
          <a:p>
            <a:r>
              <a:rPr lang="en-US"/>
              <a:t>Click to edit Master title style</a:t>
            </a:r>
          </a:p>
        </p:txBody>
      </p:sp>
      <p:sp>
        <p:nvSpPr>
          <p:cNvPr id="3" name="Content Placeholder 2"/>
          <p:cNvSpPr>
            <a:spLocks noGrp="1"/>
          </p:cNvSpPr>
          <p:nvPr>
            <p:ph idx="1"/>
          </p:nvPr>
        </p:nvSpPr>
        <p:spPr>
          <a:xfrm>
            <a:off x="3714981" y="465517"/>
            <a:ext cx="4889467" cy="412910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552" y="1285291"/>
            <a:ext cx="2877497" cy="330933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2843687"/>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0" i="0" baseline="0">
                <a:solidFill>
                  <a:srgbClr val="FEC000"/>
                </a:solidFill>
                <a:latin typeface="Avenir Black"/>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38853275"/>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67397" y="303498"/>
            <a:ext cx="8128527" cy="594122"/>
          </a:xfrm>
        </p:spPr>
        <p:txBody>
          <a:bodyPr/>
          <a:lstStyle/>
          <a:p>
            <a:r>
              <a:rPr lang="en-US" dirty="0"/>
              <a:t>Click to edit Master title style</a:t>
            </a:r>
          </a:p>
        </p:txBody>
      </p:sp>
      <p:sp>
        <p:nvSpPr>
          <p:cNvPr id="3" name="Vertical Text Placeholder 2"/>
          <p:cNvSpPr>
            <a:spLocks noGrp="1"/>
          </p:cNvSpPr>
          <p:nvPr>
            <p:ph type="body" orient="vert" idx="1"/>
          </p:nvPr>
        </p:nvSpPr>
        <p:spPr>
          <a:xfrm>
            <a:off x="467545" y="1113589"/>
            <a:ext cx="8136904" cy="3481034"/>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8502750"/>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7905" y="249493"/>
            <a:ext cx="2018551" cy="434513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67546" y="249493"/>
            <a:ext cx="5913947" cy="4345130"/>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5787133"/>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ferenc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340854-2AB0-CB10-64EC-90BE9215D81B}"/>
              </a:ext>
            </a:extLst>
          </p:cNvPr>
          <p:cNvSpPr>
            <a:spLocks noChangeArrowheads="1"/>
          </p:cNvSpPr>
          <p:nvPr userDrawn="1"/>
        </p:nvSpPr>
        <p:spPr bwMode="auto">
          <a:xfrm>
            <a:off x="0" y="-1588"/>
            <a:ext cx="9144000" cy="5191126"/>
          </a:xfrm>
          <a:prstGeom prst="rect">
            <a:avLst/>
          </a:prstGeom>
          <a:solidFill>
            <a:srgbClr val="FEC000"/>
          </a:solidFill>
          <a:ln>
            <a:noFill/>
          </a:ln>
          <a:effectLst>
            <a:outerShdw blurRad="40000" dist="23000" dir="5400000" rotWithShape="0">
              <a:srgbClr val="808080">
                <a:alpha val="34999"/>
              </a:srgbClr>
            </a:outerShdw>
          </a:effectLst>
        </p:spPr>
        <p:txBody>
          <a:bodyPr anchor="ctr"/>
          <a:lstStyle/>
          <a:p>
            <a:pPr algn="ctr" eaLnBrk="1" hangingPunct="1">
              <a:defRPr/>
            </a:pPr>
            <a:endParaRPr lang="en-US" dirty="0">
              <a:solidFill>
                <a:schemeClr val="lt1"/>
              </a:solidFill>
              <a:latin typeface="+mn-lt"/>
              <a:ea typeface="+mn-ea"/>
            </a:endParaRPr>
          </a:p>
        </p:txBody>
      </p:sp>
      <p:sp>
        <p:nvSpPr>
          <p:cNvPr id="4" name="Text Placeholder 8"/>
          <p:cNvSpPr>
            <a:spLocks noGrp="1"/>
          </p:cNvSpPr>
          <p:nvPr>
            <p:ph type="body" sz="quarter" idx="10"/>
          </p:nvPr>
        </p:nvSpPr>
        <p:spPr>
          <a:xfrm>
            <a:off x="2405064" y="239776"/>
            <a:ext cx="4376737" cy="4748870"/>
          </a:xfrm>
          <a:prstGeom prst="rect">
            <a:avLst/>
          </a:prstGeom>
        </p:spPr>
        <p:txBody>
          <a:bodyPr tIns="0" bIns="748800" anchor="ctr" anchorCtr="1"/>
          <a:lstStyle>
            <a:lvl1pPr marL="0" indent="0" algn="l">
              <a:lnSpc>
                <a:spcPct val="100000"/>
              </a:lnSpc>
              <a:spcBef>
                <a:spcPts val="0"/>
              </a:spcBef>
              <a:spcAft>
                <a:spcPts val="0"/>
              </a:spcAft>
              <a:buFontTx/>
              <a:buNone/>
              <a:defRPr>
                <a:solidFill>
                  <a:schemeClr val="bg1"/>
                </a:solidFill>
                <a:latin typeface="Avenir Medium"/>
                <a:cs typeface="Avenir Medium"/>
              </a:defRPr>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273501097"/>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E339C2-10EE-A968-9884-2A9840336F4A}"/>
              </a:ext>
            </a:extLst>
          </p:cNvPr>
          <p:cNvSpPr/>
          <p:nvPr userDrawn="1"/>
        </p:nvSpPr>
        <p:spPr>
          <a:xfrm>
            <a:off x="-339725" y="-192088"/>
            <a:ext cx="9823450" cy="5527676"/>
          </a:xfrm>
          <a:prstGeom prst="rect">
            <a:avLst/>
          </a:prstGeom>
          <a:solidFill>
            <a:srgbClr val="001027"/>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4" name="Text Placeholder 8"/>
          <p:cNvSpPr>
            <a:spLocks noGrp="1"/>
          </p:cNvSpPr>
          <p:nvPr>
            <p:ph type="body" sz="quarter" idx="10"/>
          </p:nvPr>
        </p:nvSpPr>
        <p:spPr>
          <a:xfrm>
            <a:off x="2405064" y="725984"/>
            <a:ext cx="4376737" cy="4262661"/>
          </a:xfrm>
          <a:prstGeom prst="rect">
            <a:avLst/>
          </a:prstGeom>
        </p:spPr>
        <p:txBody>
          <a:bodyPr tIns="0" bIns="748800" anchor="ctr" anchorCtr="1"/>
          <a:lstStyle>
            <a:lvl1pPr marL="0" indent="0" algn="l">
              <a:lnSpc>
                <a:spcPct val="100000"/>
              </a:lnSpc>
              <a:spcBef>
                <a:spcPts val="0"/>
              </a:spcBef>
              <a:spcAft>
                <a:spcPts val="0"/>
              </a:spcAft>
              <a:buFontTx/>
              <a:buNone/>
              <a:defRPr sz="3200">
                <a:solidFill>
                  <a:schemeClr val="bg1"/>
                </a:solidFill>
                <a:latin typeface="Avenir Medium"/>
                <a:cs typeface="Avenir Medium"/>
              </a:defRPr>
            </a:lvl1pPr>
          </a:lstStyle>
          <a:p>
            <a:r>
              <a:rPr lang="en-US" dirty="0"/>
              <a:t>Thank You</a:t>
            </a:r>
            <a:endParaRPr lang="en-GB" dirty="0"/>
          </a:p>
        </p:txBody>
      </p:sp>
    </p:spTree>
    <p:extLst>
      <p:ext uri="{BB962C8B-B14F-4D97-AF65-F5344CB8AC3E}">
        <p14:creationId xmlns:p14="http://schemas.microsoft.com/office/powerpoint/2010/main" val="308201242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4" descr="Slogan Slide (16-9).jpg">
            <a:extLst>
              <a:ext uri="{FF2B5EF4-FFF2-40B4-BE49-F238E27FC236}">
                <a16:creationId xmlns:a16="http://schemas.microsoft.com/office/drawing/2014/main" id="{B81BB40B-38F8-E738-36C0-ECB883458A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450" y="-30163"/>
            <a:ext cx="9240838" cy="520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0509847"/>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NMU Title Slide">
    <p:bg>
      <p:bgPr>
        <a:solidFill>
          <a:srgbClr val="071B2C"/>
        </a:solidFill>
        <a:effectLst/>
      </p:bgPr>
    </p:bg>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015448E5-F638-B1D6-C8DF-532BFBB729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51188" y="792163"/>
            <a:ext cx="2841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28650" y="2601357"/>
            <a:ext cx="7886700" cy="568428"/>
          </a:xfrm>
          <a:prstGeom prst="rect">
            <a:avLst/>
          </a:prstGeom>
        </p:spPr>
        <p:txBody>
          <a:bodyPr>
            <a:normAutofit/>
          </a:bodyPr>
          <a:lstStyle>
            <a:lvl1pPr algn="ctr">
              <a:defRPr sz="2700" b="1">
                <a:solidFill>
                  <a:schemeClr val="bg1"/>
                </a:solidFill>
                <a:latin typeface="Avenir LT 45 Book" panose="020B0503020000020003" pitchFamily="34" charset="0"/>
              </a:defRPr>
            </a:lvl1pPr>
          </a:lstStyle>
          <a:p>
            <a:r>
              <a:rPr lang="en-US"/>
              <a:t>Click to edit Master title style</a:t>
            </a:r>
            <a:endParaRPr lang="en-ZA" dirty="0"/>
          </a:p>
        </p:txBody>
      </p:sp>
      <p:sp>
        <p:nvSpPr>
          <p:cNvPr id="7" name="Text Placeholder 6"/>
          <p:cNvSpPr>
            <a:spLocks noGrp="1"/>
          </p:cNvSpPr>
          <p:nvPr>
            <p:ph type="body" sz="quarter" idx="13"/>
          </p:nvPr>
        </p:nvSpPr>
        <p:spPr>
          <a:xfrm>
            <a:off x="628650" y="3270709"/>
            <a:ext cx="7886700" cy="322319"/>
          </a:xfrm>
          <a:prstGeom prst="rect">
            <a:avLst/>
          </a:prstGeom>
        </p:spPr>
        <p:txBody>
          <a:bodyPr>
            <a:normAutofit/>
          </a:bodyPr>
          <a:lstStyle>
            <a:lvl1pPr marL="0" indent="0" algn="ctr">
              <a:buNone/>
              <a:defRPr sz="1800" b="1">
                <a:solidFill>
                  <a:schemeClr val="bg1"/>
                </a:solidFill>
                <a:latin typeface="Avenir LT 45 Book" panose="020B0503020000020003" pitchFamily="34" charset="0"/>
              </a:defRPr>
            </a:lvl1pPr>
          </a:lstStyle>
          <a:p>
            <a:pPr lvl="0"/>
            <a:r>
              <a:rPr lang="en-US"/>
              <a:t>Edit Master text styles</a:t>
            </a:r>
          </a:p>
        </p:txBody>
      </p:sp>
      <p:sp>
        <p:nvSpPr>
          <p:cNvPr id="11" name="Text Placeholder 10"/>
          <p:cNvSpPr>
            <a:spLocks noGrp="1"/>
          </p:cNvSpPr>
          <p:nvPr>
            <p:ph type="body" sz="quarter" idx="15"/>
          </p:nvPr>
        </p:nvSpPr>
        <p:spPr>
          <a:xfrm>
            <a:off x="628650" y="3763934"/>
            <a:ext cx="7886700" cy="274403"/>
          </a:xfrm>
          <a:prstGeom prst="rect">
            <a:avLst/>
          </a:prstGeom>
        </p:spPr>
        <p:txBody>
          <a:bodyPr/>
          <a:lstStyle>
            <a:lvl1pPr marL="0" indent="0" algn="ctr">
              <a:buNone/>
              <a:defRPr sz="1500">
                <a:solidFill>
                  <a:srgbClr val="FEC000"/>
                </a:solidFill>
                <a:latin typeface="Avenir LT 45 Book" panose="020B0503020000020003" pitchFamily="34" charset="0"/>
              </a:defRPr>
            </a:lvl1pPr>
          </a:lstStyle>
          <a:p>
            <a:pPr lvl="0"/>
            <a:r>
              <a:rPr lang="en-US"/>
              <a:t>Edit Master text styles</a:t>
            </a:r>
          </a:p>
        </p:txBody>
      </p:sp>
      <p:sp>
        <p:nvSpPr>
          <p:cNvPr id="13" name="Text Placeholder 12"/>
          <p:cNvSpPr>
            <a:spLocks noGrp="1"/>
          </p:cNvSpPr>
          <p:nvPr>
            <p:ph type="body" sz="quarter" idx="16"/>
          </p:nvPr>
        </p:nvSpPr>
        <p:spPr>
          <a:xfrm>
            <a:off x="628650" y="4104269"/>
            <a:ext cx="7886700" cy="274403"/>
          </a:xfrm>
          <a:prstGeom prst="rect">
            <a:avLst/>
          </a:prstGeom>
        </p:spPr>
        <p:txBody>
          <a:bodyPr>
            <a:normAutofit/>
          </a:bodyPr>
          <a:lstStyle>
            <a:lvl1pPr marL="0" indent="0" algn="ctr">
              <a:buNone/>
              <a:defRPr sz="1500">
                <a:solidFill>
                  <a:srgbClr val="FEC000"/>
                </a:solidFill>
                <a:latin typeface="Avenir LT 45 Book" panose="020B0503020000020003" pitchFamily="34" charset="0"/>
              </a:defRPr>
            </a:lvl1pPr>
          </a:lstStyle>
          <a:p>
            <a:pPr lvl="0"/>
            <a:r>
              <a:rPr lang="en-US"/>
              <a:t>Edit Master text styles</a:t>
            </a:r>
          </a:p>
        </p:txBody>
      </p:sp>
      <p:sp>
        <p:nvSpPr>
          <p:cNvPr id="14" name="Text Placeholder 12"/>
          <p:cNvSpPr>
            <a:spLocks noGrp="1"/>
          </p:cNvSpPr>
          <p:nvPr>
            <p:ph type="body" sz="quarter" idx="17"/>
          </p:nvPr>
        </p:nvSpPr>
        <p:spPr>
          <a:xfrm>
            <a:off x="628650" y="4444605"/>
            <a:ext cx="7886700" cy="326304"/>
          </a:xfrm>
          <a:prstGeom prst="rect">
            <a:avLst/>
          </a:prstGeom>
        </p:spPr>
        <p:txBody>
          <a:bodyPr>
            <a:normAutofit/>
          </a:bodyPr>
          <a:lstStyle>
            <a:lvl1pPr marL="0" indent="0" algn="ctr">
              <a:buNone/>
              <a:defRPr sz="1800">
                <a:solidFill>
                  <a:schemeClr val="bg1"/>
                </a:solidFill>
                <a:latin typeface="Avenir LT 45 Book" panose="020B0503020000020003" pitchFamily="34" charset="0"/>
              </a:defRPr>
            </a:lvl1pPr>
          </a:lstStyle>
          <a:p>
            <a:pPr lvl="0"/>
            <a:r>
              <a:rPr lang="en-US"/>
              <a:t>Edit Master text styles</a:t>
            </a:r>
          </a:p>
        </p:txBody>
      </p:sp>
    </p:spTree>
    <p:extLst>
      <p:ext uri="{BB962C8B-B14F-4D97-AF65-F5344CB8AC3E}">
        <p14:creationId xmlns:p14="http://schemas.microsoft.com/office/powerpoint/2010/main" val="451679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13668B8-86C9-9421-3159-C823938B6D4D}"/>
              </a:ext>
            </a:extLst>
          </p:cNvPr>
          <p:cNvSpPr>
            <a:spLocks noGrp="1" noChangeArrowheads="1"/>
          </p:cNvSpPr>
          <p:nvPr>
            <p:ph type="title"/>
          </p:nvPr>
        </p:nvSpPr>
        <p:spPr bwMode="auto">
          <a:xfrm>
            <a:off x="323850" y="303213"/>
            <a:ext cx="84963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80CB888D-7791-A522-D910-4377162E8016}"/>
              </a:ext>
            </a:extLst>
          </p:cNvPr>
          <p:cNvSpPr>
            <a:spLocks noGrp="1" noChangeArrowheads="1"/>
          </p:cNvSpPr>
          <p:nvPr>
            <p:ph type="body" idx="1"/>
          </p:nvPr>
        </p:nvSpPr>
        <p:spPr bwMode="auto">
          <a:xfrm>
            <a:off x="323850" y="1112838"/>
            <a:ext cx="8505825" cy="348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p:txBody>
      </p:sp>
      <p:pic>
        <p:nvPicPr>
          <p:cNvPr id="1028" name="Picture 6">
            <a:extLst>
              <a:ext uri="{FF2B5EF4-FFF2-40B4-BE49-F238E27FC236}">
                <a16:creationId xmlns:a16="http://schemas.microsoft.com/office/drawing/2014/main" id="{E93FDCF3-2B47-AE1D-06CC-D555B13F21D7}"/>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4508500"/>
            <a:ext cx="9144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Lst>
  <p:hf hdr="0" ftr="0" dt="0"/>
  <p:txStyles>
    <p:titleStyle>
      <a:lvl1pPr algn="l" rtl="0" eaLnBrk="0" fontAlgn="base" hangingPunct="0">
        <a:spcBef>
          <a:spcPct val="0"/>
        </a:spcBef>
        <a:spcAft>
          <a:spcPct val="0"/>
        </a:spcAft>
        <a:defRPr sz="4000">
          <a:solidFill>
            <a:srgbClr val="001027"/>
          </a:solidFill>
          <a:latin typeface="Avenir Medium"/>
          <a:ea typeface="ＭＳ Ｐゴシック" charset="0"/>
          <a:cs typeface="+mj-cs"/>
        </a:defRPr>
      </a:lvl1pPr>
      <a:lvl2pPr algn="l" rtl="0" eaLnBrk="0" fontAlgn="base" hangingPunct="0">
        <a:spcBef>
          <a:spcPct val="0"/>
        </a:spcBef>
        <a:spcAft>
          <a:spcPct val="0"/>
        </a:spcAft>
        <a:defRPr sz="4000">
          <a:solidFill>
            <a:srgbClr val="001027"/>
          </a:solidFill>
          <a:latin typeface="Avenir Medium" charset="0"/>
          <a:ea typeface="ＭＳ Ｐゴシック" charset="0"/>
        </a:defRPr>
      </a:lvl2pPr>
      <a:lvl3pPr algn="l" rtl="0" eaLnBrk="0" fontAlgn="base" hangingPunct="0">
        <a:spcBef>
          <a:spcPct val="0"/>
        </a:spcBef>
        <a:spcAft>
          <a:spcPct val="0"/>
        </a:spcAft>
        <a:defRPr sz="4000">
          <a:solidFill>
            <a:srgbClr val="001027"/>
          </a:solidFill>
          <a:latin typeface="Avenir Medium" charset="0"/>
          <a:ea typeface="ＭＳ Ｐゴシック" charset="0"/>
        </a:defRPr>
      </a:lvl3pPr>
      <a:lvl4pPr algn="l" rtl="0" eaLnBrk="0" fontAlgn="base" hangingPunct="0">
        <a:spcBef>
          <a:spcPct val="0"/>
        </a:spcBef>
        <a:spcAft>
          <a:spcPct val="0"/>
        </a:spcAft>
        <a:defRPr sz="4000">
          <a:solidFill>
            <a:srgbClr val="001027"/>
          </a:solidFill>
          <a:latin typeface="Avenir Medium" charset="0"/>
          <a:ea typeface="ＭＳ Ｐゴシック" charset="0"/>
        </a:defRPr>
      </a:lvl4pPr>
      <a:lvl5pPr algn="l" rtl="0" eaLnBrk="0" fontAlgn="base" hangingPunct="0">
        <a:spcBef>
          <a:spcPct val="0"/>
        </a:spcBef>
        <a:spcAft>
          <a:spcPct val="0"/>
        </a:spcAft>
        <a:defRPr sz="4000">
          <a:solidFill>
            <a:srgbClr val="001027"/>
          </a:solidFill>
          <a:latin typeface="Avenir Medium" charset="0"/>
          <a:ea typeface="ＭＳ Ｐゴシック" charset="0"/>
        </a:defRPr>
      </a:lvl5pPr>
      <a:lvl6pPr marL="457200" algn="l" rtl="0" fontAlgn="base">
        <a:spcBef>
          <a:spcPct val="0"/>
        </a:spcBef>
        <a:spcAft>
          <a:spcPct val="0"/>
        </a:spcAft>
        <a:defRPr sz="3200" b="1">
          <a:solidFill>
            <a:schemeClr val="bg1"/>
          </a:solidFill>
          <a:latin typeface="Arial" charset="0"/>
        </a:defRPr>
      </a:lvl6pPr>
      <a:lvl7pPr marL="914400" algn="l" rtl="0" fontAlgn="base">
        <a:spcBef>
          <a:spcPct val="0"/>
        </a:spcBef>
        <a:spcAft>
          <a:spcPct val="0"/>
        </a:spcAft>
        <a:defRPr sz="3200" b="1">
          <a:solidFill>
            <a:schemeClr val="bg1"/>
          </a:solidFill>
          <a:latin typeface="Arial" charset="0"/>
        </a:defRPr>
      </a:lvl7pPr>
      <a:lvl8pPr marL="1371600" algn="l" rtl="0" fontAlgn="base">
        <a:spcBef>
          <a:spcPct val="0"/>
        </a:spcBef>
        <a:spcAft>
          <a:spcPct val="0"/>
        </a:spcAft>
        <a:defRPr sz="3200" b="1">
          <a:solidFill>
            <a:schemeClr val="bg1"/>
          </a:solidFill>
          <a:latin typeface="Arial" charset="0"/>
        </a:defRPr>
      </a:lvl8pPr>
      <a:lvl9pPr marL="1828800" algn="l" rtl="0" fontAlgn="base">
        <a:spcBef>
          <a:spcPct val="0"/>
        </a:spcBef>
        <a:spcAft>
          <a:spcPct val="0"/>
        </a:spcAft>
        <a:defRPr sz="3200" b="1">
          <a:solidFill>
            <a:schemeClr val="bg1"/>
          </a:solidFill>
          <a:latin typeface="Arial" charset="0"/>
        </a:defRPr>
      </a:lvl9pPr>
    </p:titleStyle>
    <p:bodyStyle>
      <a:lvl1pPr marL="173038" indent="-173038" algn="l" rtl="0" eaLnBrk="0" fontAlgn="base" hangingPunct="0">
        <a:spcBef>
          <a:spcPct val="20000"/>
        </a:spcBef>
        <a:spcAft>
          <a:spcPct val="0"/>
        </a:spcAft>
        <a:buClr>
          <a:srgbClr val="FEC000"/>
        </a:buClr>
        <a:buSzPct val="75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75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75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mn-lt"/>
          <a:ea typeface="ＭＳ Ｐゴシック" charset="0"/>
        </a:defRPr>
      </a:lvl4pPr>
      <a:lvl5pPr marL="2057400" indent="-228600" algn="l" rtl="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mn-lt"/>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21.xml"/><Relationship Id="rId16" Type="http://schemas.openxmlformats.org/officeDocument/2006/relationships/diagramColors" Target="../diagrams/colors5.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7.xml.rels><?xml version="1.0" encoding="UTF-8" standalone="yes"?>
<Relationships xmlns="http://schemas.openxmlformats.org/package/2006/relationships"><Relationship Id="rId3" Type="http://schemas.openxmlformats.org/officeDocument/2006/relationships/hyperlink" Target="http://www.w3.org/TR/xpath"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download.oracle.com/javase/tutorial/jaxp/xslt/xpath.ht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6">
            <a:extLst>
              <a:ext uri="{FF2B5EF4-FFF2-40B4-BE49-F238E27FC236}">
                <a16:creationId xmlns:a16="http://schemas.microsoft.com/office/drawing/2014/main" id="{4AA0ABE0-6903-5F9A-268C-90F844063E1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itle 1">
            <a:extLst>
              <a:ext uri="{FF2B5EF4-FFF2-40B4-BE49-F238E27FC236}">
                <a16:creationId xmlns:a16="http://schemas.microsoft.com/office/drawing/2014/main" id="{25B10FB9-A15F-F8CA-E0F3-B4914ABDDFA6}"/>
              </a:ext>
            </a:extLst>
          </p:cNvPr>
          <p:cNvSpPr>
            <a:spLocks noGrp="1" noChangeArrowheads="1"/>
          </p:cNvSpPr>
          <p:nvPr>
            <p:ph type="title"/>
          </p:nvPr>
        </p:nvSpPr>
        <p:spPr>
          <a:xfrm>
            <a:off x="0" y="3867150"/>
            <a:ext cx="9144000" cy="433388"/>
          </a:xfrm>
        </p:spPr>
        <p:txBody>
          <a:bodyPr>
            <a:normAutofit fontScale="90000"/>
          </a:bodyPr>
          <a:lstStyle/>
          <a:p>
            <a:pPr>
              <a:defRPr/>
            </a:pPr>
            <a:r>
              <a:rPr lang="en-US" altLang="en-US" sz="3200" dirty="0">
                <a:ea typeface="ＭＳ Ｐゴシック" panose="020B0600070205080204" pitchFamily="34" charset="-128"/>
              </a:rPr>
              <a:t>Lecture 4: Reflection &amp; XML</a:t>
            </a:r>
            <a:endParaRPr lang="en-ZA" altLang="en-US" sz="3200" dirty="0">
              <a:ea typeface="ＭＳ Ｐゴシック" panose="020B0600070205080204" pitchFamily="34" charset="-128"/>
            </a:endParaRPr>
          </a:p>
        </p:txBody>
      </p:sp>
      <p:sp>
        <p:nvSpPr>
          <p:cNvPr id="18436" name="Text Placeholder 3">
            <a:extLst>
              <a:ext uri="{FF2B5EF4-FFF2-40B4-BE49-F238E27FC236}">
                <a16:creationId xmlns:a16="http://schemas.microsoft.com/office/drawing/2014/main" id="{4FA56CAD-107C-CCF9-44D6-34BF51654181}"/>
              </a:ext>
            </a:extLst>
          </p:cNvPr>
          <p:cNvSpPr>
            <a:spLocks noGrp="1" noChangeArrowheads="1"/>
          </p:cNvSpPr>
          <p:nvPr>
            <p:ph type="body" sz="quarter" idx="15"/>
          </p:nvPr>
        </p:nvSpPr>
        <p:spPr>
          <a:xfrm>
            <a:off x="611188" y="4386263"/>
            <a:ext cx="7886700" cy="273050"/>
          </a:xfrm>
        </p:spPr>
        <p:txBody>
          <a:bodyPr/>
          <a:lstStyle/>
          <a:p>
            <a:r>
              <a:rPr lang="en-US" altLang="en-US" sz="1200">
                <a:ea typeface="ＭＳ Ｐゴシック" panose="020B0600070205080204" pitchFamily="34" charset="-128"/>
              </a:rPr>
              <a:t>WRPV301: Advanced Programming</a:t>
            </a:r>
            <a:endParaRPr lang="en-ZA" altLang="en-US" sz="1200">
              <a:ea typeface="ＭＳ Ｐゴシック" panose="020B0600070205080204" pitchFamily="34" charset="-128"/>
            </a:endParaRPr>
          </a:p>
        </p:txBody>
      </p:sp>
      <p:sp>
        <p:nvSpPr>
          <p:cNvPr id="18437" name="Text Placeholder 5">
            <a:extLst>
              <a:ext uri="{FF2B5EF4-FFF2-40B4-BE49-F238E27FC236}">
                <a16:creationId xmlns:a16="http://schemas.microsoft.com/office/drawing/2014/main" id="{7B434F81-E8A3-A7A9-ADB2-DAC0071210D7}"/>
              </a:ext>
            </a:extLst>
          </p:cNvPr>
          <p:cNvSpPr>
            <a:spLocks noGrp="1" noChangeArrowheads="1"/>
          </p:cNvSpPr>
          <p:nvPr>
            <p:ph type="body" sz="quarter" idx="17"/>
          </p:nvPr>
        </p:nvSpPr>
        <p:spPr>
          <a:xfrm>
            <a:off x="611188" y="4732338"/>
            <a:ext cx="7886700" cy="325437"/>
          </a:xfrm>
        </p:spPr>
        <p:txBody>
          <a:bodyPr/>
          <a:lstStyle/>
          <a:p>
            <a:r>
              <a:rPr lang="en-US" altLang="en-US" sz="1400">
                <a:ea typeface="ＭＳ Ｐゴシック" panose="020B0600070205080204" pitchFamily="34" charset="-128"/>
              </a:rPr>
              <a:t>Dr Simone Beets</a:t>
            </a:r>
            <a:endParaRPr lang="en-ZA" altLang="en-US" sz="140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B30B9-2771-0689-02EC-104B74DB2E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56BFBEA-DA88-4D77-20BA-F3A5D2144C52}"/>
              </a:ext>
            </a:extLst>
          </p:cNvPr>
          <p:cNvSpPr/>
          <p:nvPr/>
        </p:nvSpPr>
        <p:spPr>
          <a:xfrm>
            <a:off x="1692275" y="1563687"/>
            <a:ext cx="5759450" cy="201612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6000" dirty="0"/>
              <a:t>Some admin…</a:t>
            </a:r>
            <a:endParaRPr lang="en-ZA" sz="6000" dirty="0"/>
          </a:p>
        </p:txBody>
      </p:sp>
    </p:spTree>
    <p:extLst>
      <p:ext uri="{BB962C8B-B14F-4D97-AF65-F5344CB8AC3E}">
        <p14:creationId xmlns:p14="http://schemas.microsoft.com/office/powerpoint/2010/main" val="465305782"/>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D8251-4565-CC08-BA8B-D4069A2AE985}"/>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4AED0E54-5882-AA22-EDB7-87A30FFEDA20}"/>
              </a:ext>
            </a:extLst>
          </p:cNvPr>
          <p:cNvSpPr>
            <a:spLocks noGrp="1" noChangeArrowheads="1"/>
          </p:cNvSpPr>
          <p:nvPr>
            <p:ph type="title"/>
          </p:nvPr>
        </p:nvSpPr>
        <p:spPr>
          <a:xfrm>
            <a:off x="323528" y="303498"/>
            <a:ext cx="8352928" cy="594122"/>
          </a:xfrm>
        </p:spPr>
        <p:txBody>
          <a:bodyPr wrap="square" anchor="ctr">
            <a:normAutofit/>
          </a:bodyPr>
          <a:lstStyle/>
          <a:p>
            <a:pPr>
              <a:lnSpc>
                <a:spcPct val="90000"/>
              </a:lnSpc>
            </a:pPr>
            <a:r>
              <a:rPr lang="en-US" altLang="en-US" sz="3400" dirty="0"/>
              <a:t>Upcoming test</a:t>
            </a:r>
          </a:p>
        </p:txBody>
      </p:sp>
      <p:sp>
        <p:nvSpPr>
          <p:cNvPr id="20483" name="Content Placeholder 2">
            <a:extLst>
              <a:ext uri="{FF2B5EF4-FFF2-40B4-BE49-F238E27FC236}">
                <a16:creationId xmlns:a16="http://schemas.microsoft.com/office/drawing/2014/main" id="{9A7B29A4-7300-698E-D7F3-DAF0F358051B}"/>
              </a:ext>
            </a:extLst>
          </p:cNvPr>
          <p:cNvSpPr>
            <a:spLocks noGrp="1" noChangeArrowheads="1"/>
          </p:cNvSpPr>
          <p:nvPr>
            <p:ph sz="half" idx="1"/>
          </p:nvPr>
        </p:nvSpPr>
        <p:spPr>
          <a:xfrm>
            <a:off x="179513" y="1005576"/>
            <a:ext cx="4608512" cy="3589046"/>
          </a:xfrm>
        </p:spPr>
        <p:txBody>
          <a:bodyPr wrap="square" anchor="t">
            <a:noAutofit/>
          </a:bodyPr>
          <a:lstStyle/>
          <a:p>
            <a:pPr>
              <a:lnSpc>
                <a:spcPct val="90000"/>
              </a:lnSpc>
            </a:pPr>
            <a:r>
              <a:rPr lang="en-US" altLang="en-US" dirty="0"/>
              <a:t>Not final</a:t>
            </a:r>
          </a:p>
          <a:p>
            <a:pPr lvl="1">
              <a:lnSpc>
                <a:spcPct val="90000"/>
              </a:lnSpc>
            </a:pPr>
            <a:r>
              <a:rPr lang="en-US" altLang="en-US" dirty="0"/>
              <a:t>Needs to be moderated, so can change but will confirm</a:t>
            </a:r>
          </a:p>
          <a:p>
            <a:pPr lvl="1">
              <a:lnSpc>
                <a:spcPct val="90000"/>
              </a:lnSpc>
            </a:pPr>
            <a:r>
              <a:rPr lang="en-US" altLang="en-US" dirty="0"/>
              <a:t>About 30% theory, 10% applied answers, 60% practical</a:t>
            </a:r>
          </a:p>
          <a:p>
            <a:pPr lvl="1">
              <a:lnSpc>
                <a:spcPct val="90000"/>
              </a:lnSpc>
            </a:pPr>
            <a:r>
              <a:rPr lang="en-US" altLang="en-US" dirty="0"/>
              <a:t>Need to prep all content including today’s work</a:t>
            </a:r>
          </a:p>
          <a:p>
            <a:pPr lvl="1">
              <a:lnSpc>
                <a:spcPct val="90000"/>
              </a:lnSpc>
            </a:pPr>
            <a:r>
              <a:rPr lang="en-US" altLang="en-US" dirty="0"/>
              <a:t>Cheat sheet only allowed for practical section</a:t>
            </a:r>
          </a:p>
          <a:p>
            <a:pPr lvl="1">
              <a:lnSpc>
                <a:spcPct val="90000"/>
              </a:lnSpc>
            </a:pPr>
            <a:r>
              <a:rPr lang="en-US" altLang="en-US" dirty="0"/>
              <a:t>3 hours</a:t>
            </a:r>
          </a:p>
          <a:p>
            <a:pPr lvl="1">
              <a:lnSpc>
                <a:spcPct val="90000"/>
              </a:lnSpc>
            </a:pPr>
            <a:r>
              <a:rPr lang="en-US" altLang="en-US" dirty="0"/>
              <a:t>Start at 09:00, Saturday 14 March 2025, Labs 3 &amp; 4</a:t>
            </a:r>
          </a:p>
        </p:txBody>
      </p:sp>
      <p:pic>
        <p:nvPicPr>
          <p:cNvPr id="3" name="Picture 2" descr="A paper with writing on it&#10;&#10;AI-generated content may be incorrect.">
            <a:extLst>
              <a:ext uri="{FF2B5EF4-FFF2-40B4-BE49-F238E27FC236}">
                <a16:creationId xmlns:a16="http://schemas.microsoft.com/office/drawing/2014/main" id="{7518028E-57F5-2B18-CE11-9010ED0B792D}"/>
              </a:ext>
            </a:extLst>
          </p:cNvPr>
          <p:cNvPicPr>
            <a:picLocks noChangeAspect="1"/>
          </p:cNvPicPr>
          <p:nvPr/>
        </p:nvPicPr>
        <p:blipFill>
          <a:blip r:embed="rId3">
            <a:extLst>
              <a:ext uri="{28A0092B-C50C-407E-A947-70E740481C1C}">
                <a14:useLocalDpi xmlns:a14="http://schemas.microsoft.com/office/drawing/2010/main" val="0"/>
              </a:ext>
            </a:extLst>
          </a:blip>
          <a:srcRect r="2" b="14072"/>
          <a:stretch/>
        </p:blipFill>
        <p:spPr>
          <a:xfrm>
            <a:off x="4779505" y="1116912"/>
            <a:ext cx="3917580" cy="3366374"/>
          </a:xfrm>
          <a:prstGeom prst="rect">
            <a:avLst/>
          </a:prstGeom>
          <a:noFill/>
        </p:spPr>
      </p:pic>
    </p:spTree>
    <p:extLst>
      <p:ext uri="{BB962C8B-B14F-4D97-AF65-F5344CB8AC3E}">
        <p14:creationId xmlns:p14="http://schemas.microsoft.com/office/powerpoint/2010/main" val="4218234025"/>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ZA"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5C1A5F8D-5E28-431E-9C4E-F84AAEA7BB92}"/>
              </a:ext>
            </a:extLst>
          </p:cNvPr>
          <p:cNvSpPr txBox="1"/>
          <p:nvPr/>
        </p:nvSpPr>
        <p:spPr>
          <a:xfrm>
            <a:off x="1080828" y="2156251"/>
            <a:ext cx="3174511"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ZA" sz="4800" b="1" i="0" u="none" strike="noStrike" kern="1200" cap="none" spc="0" normalizeH="0" baseline="0" noProof="0" dirty="0">
                <a:ln>
                  <a:noFill/>
                </a:ln>
                <a:solidFill>
                  <a:srgbClr val="FFFFFF"/>
                </a:solidFill>
                <a:effectLst/>
                <a:uLnTx/>
                <a:uFillTx/>
                <a:latin typeface="Avenir Medium"/>
                <a:ea typeface="ＭＳ Ｐゴシック" panose="020B0600070205080204" pitchFamily="34" charset="-128"/>
                <a:cs typeface="+mn-cs"/>
              </a:rPr>
              <a:t>Reflection</a:t>
            </a:r>
          </a:p>
        </p:txBody>
      </p:sp>
      <p:pic>
        <p:nvPicPr>
          <p:cNvPr id="4" name="Picture 3">
            <a:extLst>
              <a:ext uri="{FF2B5EF4-FFF2-40B4-BE49-F238E27FC236}">
                <a16:creationId xmlns:a16="http://schemas.microsoft.com/office/drawing/2014/main" id="{8A083BF1-29A4-4332-9BC2-1EAEBA60E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7955" y="1491629"/>
            <a:ext cx="2420349" cy="2420349"/>
          </a:xfrm>
          <a:prstGeom prst="rect">
            <a:avLst/>
          </a:prstGeom>
        </p:spPr>
      </p:pic>
    </p:spTree>
    <p:extLst>
      <p:ext uri="{BB962C8B-B14F-4D97-AF65-F5344CB8AC3E}">
        <p14:creationId xmlns:p14="http://schemas.microsoft.com/office/powerpoint/2010/main" val="333441223"/>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879C09E-7A09-4578-9916-3452CF8B517A}"/>
              </a:ext>
            </a:extLst>
          </p:cNvPr>
          <p:cNvGraphicFramePr/>
          <p:nvPr>
            <p:extLst>
              <p:ext uri="{D42A27DB-BD31-4B8C-83A1-F6EECF244321}">
                <p14:modId xmlns:p14="http://schemas.microsoft.com/office/powerpoint/2010/main" val="1917057579"/>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89F067E5-8F4D-47E1-84B1-BCA5AC4CCF74}"/>
              </a:ext>
            </a:extLst>
          </p:cNvPr>
          <p:cNvSpPr txBox="1"/>
          <p:nvPr/>
        </p:nvSpPr>
        <p:spPr>
          <a:xfrm>
            <a:off x="107504" y="1131590"/>
            <a:ext cx="2808312"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ZA" sz="4800" b="1" i="0" u="none" strike="noStrike" kern="1200" cap="none" spc="0" normalizeH="0" baseline="0" noProof="0" dirty="0">
                <a:ln>
                  <a:noFill/>
                </a:ln>
                <a:effectLst/>
                <a:uLnTx/>
                <a:uFillTx/>
                <a:latin typeface="Avenir Medium"/>
                <a:ea typeface="ＭＳ Ｐゴシック" panose="020B0600070205080204" pitchFamily="34" charset="-128"/>
                <a:cs typeface="+mn-cs"/>
              </a:rPr>
              <a:t>Reflection</a:t>
            </a:r>
          </a:p>
        </p:txBody>
      </p:sp>
      <p:pic>
        <p:nvPicPr>
          <p:cNvPr id="6" name="Picture 5">
            <a:extLst>
              <a:ext uri="{FF2B5EF4-FFF2-40B4-BE49-F238E27FC236}">
                <a16:creationId xmlns:a16="http://schemas.microsoft.com/office/drawing/2014/main" id="{DB126EBB-335A-49C9-9878-A6538112E47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46604" y="1547088"/>
            <a:ext cx="1888758" cy="1888758"/>
          </a:xfrm>
          <a:prstGeom prst="rect">
            <a:avLst/>
          </a:prstGeom>
        </p:spPr>
      </p:pic>
    </p:spTree>
    <p:extLst>
      <p:ext uri="{BB962C8B-B14F-4D97-AF65-F5344CB8AC3E}">
        <p14:creationId xmlns:p14="http://schemas.microsoft.com/office/powerpoint/2010/main" val="2683463251"/>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FCED2-1A29-5C7B-9125-D2AF7E03E8C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D7CFFAC-EAEC-A4A5-23FB-B3200E4B3C34}"/>
              </a:ext>
            </a:extLst>
          </p:cNvPr>
          <p:cNvSpPr/>
          <p:nvPr/>
        </p:nvSpPr>
        <p:spPr>
          <a:xfrm>
            <a:off x="2051720" y="267494"/>
            <a:ext cx="5759450" cy="201612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3600" dirty="0"/>
              <a:t>What is reflection?</a:t>
            </a:r>
            <a:endParaRPr lang="en-ZA" sz="3600" dirty="0"/>
          </a:p>
        </p:txBody>
      </p:sp>
      <p:pic>
        <p:nvPicPr>
          <p:cNvPr id="4" name="Graphic 3" descr="Lights On with solid fill">
            <a:extLst>
              <a:ext uri="{FF2B5EF4-FFF2-40B4-BE49-F238E27FC236}">
                <a16:creationId xmlns:a16="http://schemas.microsoft.com/office/drawing/2014/main" id="{9C844A58-6BF9-1121-A945-ADBE54B65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308" y="818356"/>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BCA5A014-4B8B-0A33-ABB5-D4F80EB980CC}"/>
              </a:ext>
            </a:extLst>
          </p:cNvPr>
          <p:cNvSpPr>
            <a:spLocks noGrp="1" noChangeArrowheads="1"/>
          </p:cNvSpPr>
          <p:nvPr>
            <p:ph idx="1"/>
          </p:nvPr>
        </p:nvSpPr>
        <p:spPr>
          <a:xfrm>
            <a:off x="323850" y="2402731"/>
            <a:ext cx="8505825" cy="2257251"/>
          </a:xfrm>
        </p:spPr>
        <p:txBody>
          <a:bodyPr/>
          <a:lstStyle/>
          <a:p>
            <a:r>
              <a:rPr lang="en-US" altLang="en-US" sz="2800" dirty="0">
                <a:latin typeface="Avenir Book" pitchFamily="2" charset="0"/>
                <a:ea typeface="ＭＳ Ｐゴシック" panose="020B0600070205080204" pitchFamily="34" charset="-128"/>
              </a:rPr>
              <a:t>Classes, methods, fields, interfaces, etc. can be</a:t>
            </a:r>
            <a:r>
              <a:rPr lang="en-US" altLang="en-US" sz="2800" i="1" dirty="0">
                <a:latin typeface="Avenir Book" pitchFamily="2" charset="0"/>
                <a:ea typeface="ＭＳ Ｐゴシック" panose="020B0600070205080204" pitchFamily="34" charset="-128"/>
              </a:rPr>
              <a:t> inspected &amp; manipulated</a:t>
            </a:r>
            <a:r>
              <a:rPr lang="en-US" altLang="en-US" sz="2800" dirty="0">
                <a:latin typeface="Avenir Book" pitchFamily="2" charset="0"/>
                <a:ea typeface="ＭＳ Ｐゴシック" panose="020B0600070205080204" pitchFamily="34" charset="-128"/>
              </a:rPr>
              <a:t> from code at </a:t>
            </a:r>
            <a:r>
              <a:rPr lang="en-US" altLang="en-US" sz="2800" i="1" dirty="0">
                <a:latin typeface="Avenir Book" pitchFamily="2" charset="0"/>
                <a:ea typeface="ＭＳ Ｐゴシック" panose="020B0600070205080204" pitchFamily="34" charset="-128"/>
              </a:rPr>
              <a:t>run-time</a:t>
            </a:r>
          </a:p>
          <a:p>
            <a:r>
              <a:rPr lang="en-US" altLang="en-US" sz="2800" dirty="0">
                <a:latin typeface="Avenir Book" pitchFamily="2" charset="0"/>
                <a:ea typeface="ＭＳ Ｐゴシック" panose="020B0600070205080204" pitchFamily="34" charset="-128"/>
              </a:rPr>
              <a:t>So: you can write Java code to ask some unknown object what methods or fields it has &amp; you can then call these methods, the get/set values of fields, etc.</a:t>
            </a:r>
          </a:p>
        </p:txBody>
      </p:sp>
    </p:spTree>
    <p:extLst>
      <p:ext uri="{BB962C8B-B14F-4D97-AF65-F5344CB8AC3E}">
        <p14:creationId xmlns:p14="http://schemas.microsoft.com/office/powerpoint/2010/main" val="17626351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3C2B-35D4-6605-250D-A54BF412638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C0FEBEB-5BFA-6F52-0C09-08387F16D897}"/>
              </a:ext>
            </a:extLst>
          </p:cNvPr>
          <p:cNvSpPr/>
          <p:nvPr/>
        </p:nvSpPr>
        <p:spPr>
          <a:xfrm>
            <a:off x="2051720" y="267494"/>
            <a:ext cx="5759450" cy="201612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3600" dirty="0"/>
              <a:t>Why is reflection useful?</a:t>
            </a:r>
            <a:endParaRPr lang="en-ZA" sz="3600" dirty="0"/>
          </a:p>
        </p:txBody>
      </p:sp>
      <p:pic>
        <p:nvPicPr>
          <p:cNvPr id="4" name="Graphic 3" descr="Lights On with solid fill">
            <a:extLst>
              <a:ext uri="{FF2B5EF4-FFF2-40B4-BE49-F238E27FC236}">
                <a16:creationId xmlns:a16="http://schemas.microsoft.com/office/drawing/2014/main" id="{44A0B0D7-1A34-2EB2-BEED-E431937F6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308" y="818356"/>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B8D165C5-A773-575C-2FB5-40AA777B551C}"/>
              </a:ext>
            </a:extLst>
          </p:cNvPr>
          <p:cNvSpPr>
            <a:spLocks noGrp="1" noChangeArrowheads="1"/>
          </p:cNvSpPr>
          <p:nvPr>
            <p:ph idx="1"/>
          </p:nvPr>
        </p:nvSpPr>
        <p:spPr>
          <a:xfrm>
            <a:off x="323850" y="2402731"/>
            <a:ext cx="8820150" cy="2257251"/>
          </a:xfrm>
        </p:spPr>
        <p:txBody>
          <a:bodyPr/>
          <a:lstStyle/>
          <a:p>
            <a:r>
              <a:rPr lang="en-US" altLang="en-US" sz="1800" dirty="0">
                <a:latin typeface="Avenir Book" pitchFamily="2" charset="0"/>
                <a:ea typeface="ＭＳ Ｐゴシック" panose="020B0600070205080204" pitchFamily="34" charset="-128"/>
              </a:rPr>
              <a:t>Allows </a:t>
            </a:r>
            <a:r>
              <a:rPr lang="en-US" altLang="en-US" sz="1800" i="1" dirty="0" err="1">
                <a:latin typeface="Avenir Book" pitchFamily="2" charset="0"/>
                <a:ea typeface="ＭＳ Ｐゴシック" panose="020B0600070205080204" pitchFamily="34" charset="-128"/>
              </a:rPr>
              <a:t>automagic</a:t>
            </a:r>
            <a:r>
              <a:rPr lang="en-US" altLang="en-US" sz="1800" dirty="0">
                <a:latin typeface="Avenir Book" pitchFamily="2" charset="0"/>
                <a:ea typeface="ＭＳ Ｐゴシック" panose="020B0600070205080204" pitchFamily="34" charset="-128"/>
              </a:rPr>
              <a:t> saving &amp; loading of objects, e.g., to/from XML, database, …</a:t>
            </a:r>
          </a:p>
          <a:p>
            <a:r>
              <a:rPr lang="en-US" altLang="en-US" sz="1800" dirty="0">
                <a:latin typeface="Avenir Book" pitchFamily="2" charset="0"/>
                <a:ea typeface="ＭＳ Ｐゴシック" panose="020B0600070205080204" pitchFamily="34" charset="-128"/>
              </a:rPr>
              <a:t>Allows the connections (objects &amp; methods) between objects to be loaded/saved, e.g., user interfaces (UIs) &amp; events</a:t>
            </a:r>
          </a:p>
          <a:p>
            <a:r>
              <a:rPr lang="en-US" altLang="en-US" sz="1800" dirty="0">
                <a:latin typeface="Avenir Book" pitchFamily="2" charset="0"/>
                <a:ea typeface="ＭＳ Ｐゴシック" panose="020B0600070205080204" pitchFamily="34" charset="-128"/>
              </a:rPr>
              <a:t>Allows an </a:t>
            </a:r>
            <a:r>
              <a:rPr lang="en-US" altLang="en-US" sz="1800" i="1" dirty="0">
                <a:latin typeface="Avenir Book" pitchFamily="2" charset="0"/>
                <a:ea typeface="ＭＳ Ｐゴシック" panose="020B0600070205080204" pitchFamily="34" charset="-128"/>
              </a:rPr>
              <a:t>existing</a:t>
            </a:r>
            <a:r>
              <a:rPr lang="en-US" altLang="en-US" sz="1800" dirty="0">
                <a:latin typeface="Avenir Book" pitchFamily="2" charset="0"/>
                <a:ea typeface="ＭＳ Ｐゴシック" panose="020B0600070205080204" pitchFamily="34" charset="-128"/>
              </a:rPr>
              <a:t> application to use code it was </a:t>
            </a:r>
            <a:r>
              <a:rPr lang="en-US" altLang="en-US" sz="1800" i="1" dirty="0">
                <a:latin typeface="Avenir Book" pitchFamily="2" charset="0"/>
                <a:ea typeface="ＭＳ Ｐゴシック" panose="020B0600070205080204" pitchFamily="34" charset="-128"/>
              </a:rPr>
              <a:t>not compiled with</a:t>
            </a:r>
            <a:r>
              <a:rPr lang="en-US" altLang="en-US" sz="1800" dirty="0">
                <a:latin typeface="Avenir Book" pitchFamily="2" charset="0"/>
                <a:ea typeface="ＭＳ Ｐゴシック" panose="020B0600070205080204" pitchFamily="34" charset="-128"/>
              </a:rPr>
              <a:t> to function together</a:t>
            </a:r>
          </a:p>
          <a:p>
            <a:r>
              <a:rPr lang="en-US" altLang="en-US" sz="1800" dirty="0">
                <a:latin typeface="Avenir Book" pitchFamily="2" charset="0"/>
                <a:ea typeface="ＭＳ Ｐゴシック" panose="020B0600070205080204" pitchFamily="34" charset="-128"/>
              </a:rPr>
              <a:t>Allows IDEs (such as IntelliJ) to create &amp;/ set values for objects (e.g., UI objects, database connections, …) without having to know about them up front</a:t>
            </a:r>
          </a:p>
        </p:txBody>
      </p:sp>
    </p:spTree>
    <p:extLst>
      <p:ext uri="{BB962C8B-B14F-4D97-AF65-F5344CB8AC3E}">
        <p14:creationId xmlns:p14="http://schemas.microsoft.com/office/powerpoint/2010/main" val="26842101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2764D-9A48-841A-F3B1-1180D411B74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B5CF9DD6-7646-1F8D-BDB7-FDB8EA1EE992}"/>
              </a:ext>
            </a:extLst>
          </p:cNvPr>
          <p:cNvSpPr/>
          <p:nvPr/>
        </p:nvSpPr>
        <p:spPr>
          <a:xfrm>
            <a:off x="-9530" y="4492220"/>
            <a:ext cx="9148797" cy="6446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0" name="Rectangle 19">
            <a:extLst>
              <a:ext uri="{FF2B5EF4-FFF2-40B4-BE49-F238E27FC236}">
                <a16:creationId xmlns:a16="http://schemas.microsoft.com/office/drawing/2014/main" id="{A1478DB7-0CF2-32DB-7E7F-5B0CD54E795D}"/>
              </a:ext>
            </a:extLst>
          </p:cNvPr>
          <p:cNvSpPr/>
          <p:nvPr/>
        </p:nvSpPr>
        <p:spPr>
          <a:xfrm>
            <a:off x="-4799" y="0"/>
            <a:ext cx="9148797" cy="90897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b="1" dirty="0"/>
              <a:t>The Class Object</a:t>
            </a:r>
          </a:p>
        </p:txBody>
      </p:sp>
      <p:sp>
        <p:nvSpPr>
          <p:cNvPr id="17" name="Rectangle 16">
            <a:extLst>
              <a:ext uri="{FF2B5EF4-FFF2-40B4-BE49-F238E27FC236}">
                <a16:creationId xmlns:a16="http://schemas.microsoft.com/office/drawing/2014/main" id="{24B4D26D-2FD0-6723-82F0-3FEDFDA66844}"/>
              </a:ext>
            </a:extLst>
          </p:cNvPr>
          <p:cNvSpPr/>
          <p:nvPr/>
        </p:nvSpPr>
        <p:spPr>
          <a:xfrm>
            <a:off x="0" y="3738319"/>
            <a:ext cx="3602027"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What information is provided?</a:t>
            </a:r>
          </a:p>
        </p:txBody>
      </p:sp>
      <p:sp>
        <p:nvSpPr>
          <p:cNvPr id="3" name="Rectangle 2">
            <a:extLst>
              <a:ext uri="{FF2B5EF4-FFF2-40B4-BE49-F238E27FC236}">
                <a16:creationId xmlns:a16="http://schemas.microsoft.com/office/drawing/2014/main" id="{13C33B7D-A74B-F4A3-B925-99F714987EB5}"/>
              </a:ext>
            </a:extLst>
          </p:cNvPr>
          <p:cNvSpPr/>
          <p:nvPr/>
        </p:nvSpPr>
        <p:spPr>
          <a:xfrm>
            <a:off x="0" y="911125"/>
            <a:ext cx="3612920"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Concept</a:t>
            </a:r>
          </a:p>
        </p:txBody>
      </p:sp>
      <p:sp>
        <p:nvSpPr>
          <p:cNvPr id="6" name="Content Placeholder 2">
            <a:extLst>
              <a:ext uri="{FF2B5EF4-FFF2-40B4-BE49-F238E27FC236}">
                <a16:creationId xmlns:a16="http://schemas.microsoft.com/office/drawing/2014/main" id="{F717A1E4-ED00-B5EC-BEB2-AB4965467177}"/>
              </a:ext>
            </a:extLst>
          </p:cNvPr>
          <p:cNvSpPr txBox="1">
            <a:spLocks noChangeArrowheads="1"/>
          </p:cNvSpPr>
          <p:nvPr/>
        </p:nvSpPr>
        <p:spPr bwMode="auto">
          <a:xfrm>
            <a:off x="3602029" y="1086710"/>
            <a:ext cx="5541971" cy="90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kern="0" dirty="0"/>
              <a:t>Each object &amp; class has a </a:t>
            </a:r>
            <a:r>
              <a:rPr lang="en-US" kern="0" dirty="0">
                <a:latin typeface="Courier New" panose="02070309020205020404" pitchFamily="49" charset="0"/>
                <a:cs typeface="Courier New" panose="02070309020205020404" pitchFamily="49" charset="0"/>
              </a:rPr>
              <a:t>Class</a:t>
            </a:r>
            <a:r>
              <a:rPr lang="en-US" kern="0" dirty="0"/>
              <a:t> object</a:t>
            </a:r>
          </a:p>
          <a:p>
            <a:r>
              <a:rPr lang="en-US" kern="0" dirty="0"/>
              <a:t>Allows for introspection &amp; runtime manipulation</a:t>
            </a:r>
          </a:p>
        </p:txBody>
      </p:sp>
      <p:sp>
        <p:nvSpPr>
          <p:cNvPr id="7" name="Rectangle 6">
            <a:extLst>
              <a:ext uri="{FF2B5EF4-FFF2-40B4-BE49-F238E27FC236}">
                <a16:creationId xmlns:a16="http://schemas.microsoft.com/office/drawing/2014/main" id="{416566CE-003F-E0D7-83D6-7A76AFD8BED4}"/>
              </a:ext>
            </a:extLst>
          </p:cNvPr>
          <p:cNvSpPr/>
          <p:nvPr/>
        </p:nvSpPr>
        <p:spPr>
          <a:xfrm>
            <a:off x="611560" y="2022376"/>
            <a:ext cx="3008470" cy="5652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From an object</a:t>
            </a:r>
          </a:p>
        </p:txBody>
      </p:sp>
      <p:sp>
        <p:nvSpPr>
          <p:cNvPr id="9" name="Content Placeholder 2">
            <a:extLst>
              <a:ext uri="{FF2B5EF4-FFF2-40B4-BE49-F238E27FC236}">
                <a16:creationId xmlns:a16="http://schemas.microsoft.com/office/drawing/2014/main" id="{384F311F-5CA6-A320-F3EB-4F84B6CDC794}"/>
              </a:ext>
            </a:extLst>
          </p:cNvPr>
          <p:cNvSpPr txBox="1">
            <a:spLocks noChangeArrowheads="1"/>
          </p:cNvSpPr>
          <p:nvPr/>
        </p:nvSpPr>
        <p:spPr bwMode="auto">
          <a:xfrm>
            <a:off x="3620029" y="2068690"/>
            <a:ext cx="5541971" cy="503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buNone/>
            </a:pPr>
            <a:r>
              <a:rPr lang="en-US" dirty="0" err="1">
                <a:latin typeface="Courier New" panose="02070309020205020404" pitchFamily="49" charset="0"/>
                <a:cs typeface="Courier New" panose="02070309020205020404" pitchFamily="49" charset="0"/>
              </a:rPr>
              <a:t>obj.getClass</a:t>
            </a:r>
            <a:r>
              <a:rPr lang="en-US" dirty="0">
                <a:latin typeface="Courier New" panose="02070309020205020404" pitchFamily="49" charset="0"/>
                <a:cs typeface="Courier New" panose="02070309020205020404" pitchFamily="49" charset="0"/>
              </a:rPr>
              <a:t>()</a:t>
            </a:r>
            <a:endParaRPr lang="en-US" kern="0" dirty="0"/>
          </a:p>
        </p:txBody>
      </p:sp>
      <p:sp>
        <p:nvSpPr>
          <p:cNvPr id="10" name="Rectangle 9">
            <a:extLst>
              <a:ext uri="{FF2B5EF4-FFF2-40B4-BE49-F238E27FC236}">
                <a16:creationId xmlns:a16="http://schemas.microsoft.com/office/drawing/2014/main" id="{E2C19253-5E28-C1B7-B866-CA242E01E98D}"/>
              </a:ext>
            </a:extLst>
          </p:cNvPr>
          <p:cNvSpPr/>
          <p:nvPr/>
        </p:nvSpPr>
        <p:spPr>
          <a:xfrm>
            <a:off x="604450" y="2595114"/>
            <a:ext cx="3008470" cy="5652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Directly from a class</a:t>
            </a:r>
          </a:p>
        </p:txBody>
      </p:sp>
      <p:sp>
        <p:nvSpPr>
          <p:cNvPr id="14" name="Content Placeholder 2">
            <a:extLst>
              <a:ext uri="{FF2B5EF4-FFF2-40B4-BE49-F238E27FC236}">
                <a16:creationId xmlns:a16="http://schemas.microsoft.com/office/drawing/2014/main" id="{9D3CED55-396B-C704-0F49-35D0E078D873}"/>
              </a:ext>
            </a:extLst>
          </p:cNvPr>
          <p:cNvSpPr txBox="1">
            <a:spLocks noChangeArrowheads="1"/>
          </p:cNvSpPr>
          <p:nvPr/>
        </p:nvSpPr>
        <p:spPr bwMode="auto">
          <a:xfrm>
            <a:off x="3630900" y="2644754"/>
            <a:ext cx="5513099" cy="503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buNone/>
            </a:pPr>
            <a:r>
              <a:rPr lang="en-US" dirty="0" err="1">
                <a:latin typeface="Courier New" panose="02070309020205020404" pitchFamily="49" charset="0"/>
                <a:cs typeface="Courier New" panose="02070309020205020404" pitchFamily="49" charset="0"/>
              </a:rPr>
              <a:t>SomeClass.class</a:t>
            </a:r>
            <a:endParaRPr lang="en-US" kern="0" dirty="0"/>
          </a:p>
        </p:txBody>
      </p:sp>
      <p:sp>
        <p:nvSpPr>
          <p:cNvPr id="15" name="Rectangle 14">
            <a:extLst>
              <a:ext uri="{FF2B5EF4-FFF2-40B4-BE49-F238E27FC236}">
                <a16:creationId xmlns:a16="http://schemas.microsoft.com/office/drawing/2014/main" id="{7B7FD16E-BF99-D00B-02FC-1A308A438694}"/>
              </a:ext>
            </a:extLst>
          </p:cNvPr>
          <p:cNvSpPr/>
          <p:nvPr/>
        </p:nvSpPr>
        <p:spPr>
          <a:xfrm>
            <a:off x="604450" y="3170968"/>
            <a:ext cx="3008470" cy="5652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Using the class’s name</a:t>
            </a:r>
          </a:p>
        </p:txBody>
      </p:sp>
      <p:sp>
        <p:nvSpPr>
          <p:cNvPr id="16" name="Content Placeholder 2">
            <a:extLst>
              <a:ext uri="{FF2B5EF4-FFF2-40B4-BE49-F238E27FC236}">
                <a16:creationId xmlns:a16="http://schemas.microsoft.com/office/drawing/2014/main" id="{C44EAE2C-887E-550B-A793-F23AFBAC1C48}"/>
              </a:ext>
            </a:extLst>
          </p:cNvPr>
          <p:cNvSpPr txBox="1">
            <a:spLocks noChangeArrowheads="1"/>
          </p:cNvSpPr>
          <p:nvPr/>
        </p:nvSpPr>
        <p:spPr bwMode="auto">
          <a:xfrm>
            <a:off x="3602028" y="3220818"/>
            <a:ext cx="5541971" cy="503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buNone/>
            </a:pPr>
            <a:r>
              <a:rPr lang="en-US" dirty="0" err="1">
                <a:latin typeface="Courier New" panose="02070309020205020404" pitchFamily="49" charset="0"/>
                <a:cs typeface="Courier New" panose="02070309020205020404" pitchFamily="49" charset="0"/>
              </a:rPr>
              <a:t>Class.forName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fullName</a:t>
            </a:r>
            <a:r>
              <a:rPr lang="en-US" dirty="0">
                <a:latin typeface="Courier New" panose="02070309020205020404" pitchFamily="49" charset="0"/>
                <a:cs typeface="Courier New" panose="02070309020205020404" pitchFamily="49" charset="0"/>
              </a:rPr>
              <a:t>)</a:t>
            </a:r>
          </a:p>
        </p:txBody>
      </p:sp>
      <p:sp>
        <p:nvSpPr>
          <p:cNvPr id="18" name="Content Placeholder 2">
            <a:extLst>
              <a:ext uri="{FF2B5EF4-FFF2-40B4-BE49-F238E27FC236}">
                <a16:creationId xmlns:a16="http://schemas.microsoft.com/office/drawing/2014/main" id="{59AFC0A0-35AC-609E-B6EB-07B948D45E0E}"/>
              </a:ext>
            </a:extLst>
          </p:cNvPr>
          <p:cNvSpPr txBox="1">
            <a:spLocks noChangeArrowheads="1"/>
          </p:cNvSpPr>
          <p:nvPr/>
        </p:nvSpPr>
        <p:spPr bwMode="auto">
          <a:xfrm>
            <a:off x="3602027" y="3721722"/>
            <a:ext cx="2642023" cy="109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dirty="0"/>
              <a:t>Fields </a:t>
            </a:r>
          </a:p>
          <a:p>
            <a:r>
              <a:rPr lang="en-US" dirty="0"/>
              <a:t>Methods</a:t>
            </a:r>
          </a:p>
          <a:p>
            <a:r>
              <a:rPr lang="en-US" dirty="0"/>
              <a:t>Superclass extended</a:t>
            </a:r>
          </a:p>
        </p:txBody>
      </p:sp>
      <p:sp>
        <p:nvSpPr>
          <p:cNvPr id="19" name="Content Placeholder 2">
            <a:extLst>
              <a:ext uri="{FF2B5EF4-FFF2-40B4-BE49-F238E27FC236}">
                <a16:creationId xmlns:a16="http://schemas.microsoft.com/office/drawing/2014/main" id="{56E6D2ED-858E-D6DD-2F19-4245DE301259}"/>
              </a:ext>
            </a:extLst>
          </p:cNvPr>
          <p:cNvSpPr txBox="1">
            <a:spLocks noChangeArrowheads="1"/>
          </p:cNvSpPr>
          <p:nvPr/>
        </p:nvSpPr>
        <p:spPr bwMode="auto">
          <a:xfrm>
            <a:off x="6288506" y="3720552"/>
            <a:ext cx="2855493" cy="109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dirty="0"/>
              <a:t>Implemented interfaces</a:t>
            </a:r>
          </a:p>
          <a:p>
            <a:r>
              <a:rPr lang="en-US" dirty="0"/>
              <a:t>Applied annotations</a:t>
            </a:r>
          </a:p>
          <a:p>
            <a:endParaRPr lang="en-US" dirty="0"/>
          </a:p>
        </p:txBody>
      </p:sp>
      <p:sp>
        <p:nvSpPr>
          <p:cNvPr id="29" name="Rectangle 28">
            <a:extLst>
              <a:ext uri="{FF2B5EF4-FFF2-40B4-BE49-F238E27FC236}">
                <a16:creationId xmlns:a16="http://schemas.microsoft.com/office/drawing/2014/main" id="{773AA60B-5F1D-FE14-6342-B94E69E03397}"/>
              </a:ext>
            </a:extLst>
          </p:cNvPr>
          <p:cNvSpPr/>
          <p:nvPr/>
        </p:nvSpPr>
        <p:spPr>
          <a:xfrm>
            <a:off x="4733" y="4833741"/>
            <a:ext cx="9148797" cy="3097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See /example01</a:t>
            </a:r>
          </a:p>
        </p:txBody>
      </p:sp>
      <p:cxnSp>
        <p:nvCxnSpPr>
          <p:cNvPr id="31" name="Straight Connector 30">
            <a:extLst>
              <a:ext uri="{FF2B5EF4-FFF2-40B4-BE49-F238E27FC236}">
                <a16:creationId xmlns:a16="http://schemas.microsoft.com/office/drawing/2014/main" id="{39C0EFF0-A56F-52A6-86A2-1F520D4B0062}"/>
              </a:ext>
            </a:extLst>
          </p:cNvPr>
          <p:cNvCxnSpPr>
            <a:cxnSpLocks/>
          </p:cNvCxnSpPr>
          <p:nvPr/>
        </p:nvCxnSpPr>
        <p:spPr>
          <a:xfrm flipH="1">
            <a:off x="0" y="4819300"/>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478F57E-6BBD-FDB3-6220-5356591F6D94}"/>
              </a:ext>
            </a:extLst>
          </p:cNvPr>
          <p:cNvCxnSpPr>
            <a:cxnSpLocks/>
          </p:cNvCxnSpPr>
          <p:nvPr/>
        </p:nvCxnSpPr>
        <p:spPr>
          <a:xfrm flipH="1" flipV="1">
            <a:off x="0" y="2571750"/>
            <a:ext cx="9144000" cy="6646"/>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1C483B4-F7C1-B2FF-32A1-3C9D49926FE0}"/>
              </a:ext>
            </a:extLst>
          </p:cNvPr>
          <p:cNvCxnSpPr>
            <a:cxnSpLocks/>
          </p:cNvCxnSpPr>
          <p:nvPr/>
        </p:nvCxnSpPr>
        <p:spPr>
          <a:xfrm flipH="1">
            <a:off x="0" y="3160314"/>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1E236C3-5957-F6AA-54B4-9B27DBF54660}"/>
              </a:ext>
            </a:extLst>
          </p:cNvPr>
          <p:cNvSpPr/>
          <p:nvPr/>
        </p:nvSpPr>
        <p:spPr>
          <a:xfrm rot="16200000">
            <a:off x="-535970" y="2558344"/>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600" dirty="0"/>
          </a:p>
        </p:txBody>
      </p:sp>
      <p:sp>
        <p:nvSpPr>
          <p:cNvPr id="4" name="Rectangle 3">
            <a:extLst>
              <a:ext uri="{FF2B5EF4-FFF2-40B4-BE49-F238E27FC236}">
                <a16:creationId xmlns:a16="http://schemas.microsoft.com/office/drawing/2014/main" id="{2138704F-DE10-5EBB-9CAB-166110FA63EB}"/>
              </a:ext>
            </a:extLst>
          </p:cNvPr>
          <p:cNvSpPr/>
          <p:nvPr/>
        </p:nvSpPr>
        <p:spPr>
          <a:xfrm rot="16200000">
            <a:off x="-540942" y="2540366"/>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How to obtain a </a:t>
            </a:r>
            <a:r>
              <a:rPr lang="en-ZA" sz="1600" dirty="0">
                <a:latin typeface="Courier New" panose="02070309020205020404" pitchFamily="49" charset="0"/>
                <a:cs typeface="Courier New" panose="02070309020205020404" pitchFamily="49" charset="0"/>
              </a:rPr>
              <a:t>Class</a:t>
            </a:r>
            <a:r>
              <a:rPr lang="en-ZA" sz="1600" dirty="0"/>
              <a:t> object?</a:t>
            </a:r>
          </a:p>
        </p:txBody>
      </p:sp>
      <p:cxnSp>
        <p:nvCxnSpPr>
          <p:cNvPr id="28" name="Straight Connector 27">
            <a:extLst>
              <a:ext uri="{FF2B5EF4-FFF2-40B4-BE49-F238E27FC236}">
                <a16:creationId xmlns:a16="http://schemas.microsoft.com/office/drawing/2014/main" id="{5CC1B9A5-A534-9050-C8A1-7A1C38FD58EC}"/>
              </a:ext>
            </a:extLst>
          </p:cNvPr>
          <p:cNvCxnSpPr>
            <a:cxnSpLocks/>
          </p:cNvCxnSpPr>
          <p:nvPr/>
        </p:nvCxnSpPr>
        <p:spPr>
          <a:xfrm rot="5400000" flipH="1">
            <a:off x="-234441" y="2856552"/>
            <a:ext cx="1728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D5B01AB-0649-D4F0-16AA-8581DD0478C3}"/>
              </a:ext>
            </a:extLst>
          </p:cNvPr>
          <p:cNvCxnSpPr>
            <a:cxnSpLocks/>
          </p:cNvCxnSpPr>
          <p:nvPr/>
        </p:nvCxnSpPr>
        <p:spPr>
          <a:xfrm flipH="1">
            <a:off x="0" y="1995686"/>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BED7198-21B0-35E8-52B8-88887DEC1746}"/>
              </a:ext>
            </a:extLst>
          </p:cNvPr>
          <p:cNvCxnSpPr>
            <a:cxnSpLocks/>
          </p:cNvCxnSpPr>
          <p:nvPr/>
        </p:nvCxnSpPr>
        <p:spPr>
          <a:xfrm flipH="1">
            <a:off x="0" y="3723873"/>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34F4181-7F12-016E-0646-48511B9E8716}"/>
              </a:ext>
            </a:extLst>
          </p:cNvPr>
          <p:cNvCxnSpPr>
            <a:cxnSpLocks/>
          </p:cNvCxnSpPr>
          <p:nvPr/>
        </p:nvCxnSpPr>
        <p:spPr>
          <a:xfrm flipH="1">
            <a:off x="0" y="921048"/>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0322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P spid="14" grpId="0" build="p"/>
      <p:bldP spid="16" grpId="0" build="p"/>
      <p:bldP spid="18" grpId="0" build="p"/>
      <p:bldP spid="19" grpId="0" build="p"/>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8E69-AAAE-EBF7-140A-65697D37D93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EAADBD3-7F15-F225-3C4C-66F6C7B0C60B}"/>
              </a:ext>
            </a:extLst>
          </p:cNvPr>
          <p:cNvSpPr/>
          <p:nvPr/>
        </p:nvSpPr>
        <p:spPr>
          <a:xfrm>
            <a:off x="-9530" y="4492220"/>
            <a:ext cx="9148797" cy="6446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0" name="Rectangle 19">
            <a:extLst>
              <a:ext uri="{FF2B5EF4-FFF2-40B4-BE49-F238E27FC236}">
                <a16:creationId xmlns:a16="http://schemas.microsoft.com/office/drawing/2014/main" id="{0BCD71FA-6C1D-03EF-262A-9925FCFBBED1}"/>
              </a:ext>
            </a:extLst>
          </p:cNvPr>
          <p:cNvSpPr/>
          <p:nvPr/>
        </p:nvSpPr>
        <p:spPr>
          <a:xfrm>
            <a:off x="-4799" y="0"/>
            <a:ext cx="9148797" cy="90897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b="1" dirty="0"/>
              <a:t>The Field Object</a:t>
            </a:r>
          </a:p>
        </p:txBody>
      </p:sp>
      <p:sp>
        <p:nvSpPr>
          <p:cNvPr id="17" name="Rectangle 16">
            <a:extLst>
              <a:ext uri="{FF2B5EF4-FFF2-40B4-BE49-F238E27FC236}">
                <a16:creationId xmlns:a16="http://schemas.microsoft.com/office/drawing/2014/main" id="{5C1C3C95-84EE-0ED6-532E-D17FA25D2C35}"/>
              </a:ext>
            </a:extLst>
          </p:cNvPr>
          <p:cNvSpPr/>
          <p:nvPr/>
        </p:nvSpPr>
        <p:spPr>
          <a:xfrm>
            <a:off x="0" y="3738319"/>
            <a:ext cx="3602027"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Considerations</a:t>
            </a:r>
          </a:p>
        </p:txBody>
      </p:sp>
      <p:sp>
        <p:nvSpPr>
          <p:cNvPr id="3" name="Rectangle 2">
            <a:extLst>
              <a:ext uri="{FF2B5EF4-FFF2-40B4-BE49-F238E27FC236}">
                <a16:creationId xmlns:a16="http://schemas.microsoft.com/office/drawing/2014/main" id="{7A76ED29-9343-20D6-618F-F796B1E5F3E2}"/>
              </a:ext>
            </a:extLst>
          </p:cNvPr>
          <p:cNvSpPr/>
          <p:nvPr/>
        </p:nvSpPr>
        <p:spPr>
          <a:xfrm>
            <a:off x="0" y="911125"/>
            <a:ext cx="3612920"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Concept</a:t>
            </a:r>
          </a:p>
        </p:txBody>
      </p:sp>
      <p:sp>
        <p:nvSpPr>
          <p:cNvPr id="6" name="Content Placeholder 2">
            <a:extLst>
              <a:ext uri="{FF2B5EF4-FFF2-40B4-BE49-F238E27FC236}">
                <a16:creationId xmlns:a16="http://schemas.microsoft.com/office/drawing/2014/main" id="{79FD0B50-4875-2F08-BC95-5DCEC41DECA7}"/>
              </a:ext>
            </a:extLst>
          </p:cNvPr>
          <p:cNvSpPr txBox="1">
            <a:spLocks noChangeArrowheads="1"/>
          </p:cNvSpPr>
          <p:nvPr/>
        </p:nvSpPr>
        <p:spPr bwMode="auto">
          <a:xfrm>
            <a:off x="3602029" y="1086710"/>
            <a:ext cx="5541971" cy="90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kern="0" dirty="0"/>
              <a:t>Provides details about a field &amp; allows manipulation</a:t>
            </a:r>
          </a:p>
        </p:txBody>
      </p:sp>
      <p:sp>
        <p:nvSpPr>
          <p:cNvPr id="7" name="Rectangle 6">
            <a:extLst>
              <a:ext uri="{FF2B5EF4-FFF2-40B4-BE49-F238E27FC236}">
                <a16:creationId xmlns:a16="http://schemas.microsoft.com/office/drawing/2014/main" id="{AC01B5B4-5108-B6B4-0E45-004C40125491}"/>
              </a:ext>
            </a:extLst>
          </p:cNvPr>
          <p:cNvSpPr/>
          <p:nvPr/>
        </p:nvSpPr>
        <p:spPr>
          <a:xfrm>
            <a:off x="611560" y="2022376"/>
            <a:ext cx="3008470" cy="8496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Public fields</a:t>
            </a:r>
          </a:p>
        </p:txBody>
      </p:sp>
      <p:sp>
        <p:nvSpPr>
          <p:cNvPr id="9" name="Content Placeholder 2">
            <a:extLst>
              <a:ext uri="{FF2B5EF4-FFF2-40B4-BE49-F238E27FC236}">
                <a16:creationId xmlns:a16="http://schemas.microsoft.com/office/drawing/2014/main" id="{D9FF2143-8C25-0504-B5CD-AAB3F7ADF966}"/>
              </a:ext>
            </a:extLst>
          </p:cNvPr>
          <p:cNvSpPr txBox="1">
            <a:spLocks noChangeArrowheads="1"/>
          </p:cNvSpPr>
          <p:nvPr/>
        </p:nvSpPr>
        <p:spPr bwMode="auto">
          <a:xfrm>
            <a:off x="3620029" y="2016851"/>
            <a:ext cx="5541971" cy="771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buNone/>
            </a:pPr>
            <a:r>
              <a:rPr lang="en-US" dirty="0" err="1">
                <a:latin typeface="Courier New" panose="02070309020205020404" pitchFamily="49" charset="0"/>
                <a:cs typeface="Courier New" panose="02070309020205020404" pitchFamily="49" charset="0"/>
              </a:rPr>
              <a:t>Class.getField</a:t>
            </a:r>
            <a:r>
              <a:rPr lang="en-US" dirty="0">
                <a:latin typeface="Courier New" panose="02070309020205020404" pitchFamily="49" charset="0"/>
                <a:cs typeface="Courier New" panose="02070309020205020404" pitchFamily="49" charset="0"/>
              </a:rPr>
              <a:t>(name) </a:t>
            </a:r>
            <a:r>
              <a:rPr lang="en-US" kern="0" dirty="0"/>
              <a:t>or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Class.getFields</a:t>
            </a:r>
            <a:r>
              <a:rPr lang="en-US" dirty="0">
                <a:latin typeface="Courier New" panose="02070309020205020404" pitchFamily="49" charset="0"/>
                <a:cs typeface="Courier New" panose="02070309020205020404" pitchFamily="49" charset="0"/>
              </a:rPr>
              <a:t>() </a:t>
            </a:r>
            <a:endParaRPr lang="en-US" kern="0" dirty="0"/>
          </a:p>
        </p:txBody>
      </p:sp>
      <p:sp>
        <p:nvSpPr>
          <p:cNvPr id="10" name="Rectangle 9">
            <a:extLst>
              <a:ext uri="{FF2B5EF4-FFF2-40B4-BE49-F238E27FC236}">
                <a16:creationId xmlns:a16="http://schemas.microsoft.com/office/drawing/2014/main" id="{EA2C67E2-B4A8-4124-83C3-FADBDD0EB82B}"/>
              </a:ext>
            </a:extLst>
          </p:cNvPr>
          <p:cNvSpPr/>
          <p:nvPr/>
        </p:nvSpPr>
        <p:spPr>
          <a:xfrm>
            <a:off x="604450" y="2859782"/>
            <a:ext cx="3008470" cy="8496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Private or protected fields</a:t>
            </a:r>
          </a:p>
        </p:txBody>
      </p:sp>
      <p:sp>
        <p:nvSpPr>
          <p:cNvPr id="14" name="Content Placeholder 2">
            <a:extLst>
              <a:ext uri="{FF2B5EF4-FFF2-40B4-BE49-F238E27FC236}">
                <a16:creationId xmlns:a16="http://schemas.microsoft.com/office/drawing/2014/main" id="{C25BD8E0-5098-EE70-9770-4AC821E20188}"/>
              </a:ext>
            </a:extLst>
          </p:cNvPr>
          <p:cNvSpPr txBox="1">
            <a:spLocks noChangeArrowheads="1"/>
          </p:cNvSpPr>
          <p:nvPr/>
        </p:nvSpPr>
        <p:spPr bwMode="auto">
          <a:xfrm>
            <a:off x="3604459" y="2888124"/>
            <a:ext cx="5513099" cy="68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buNone/>
            </a:pPr>
            <a:r>
              <a:rPr lang="en-US" dirty="0" err="1">
                <a:latin typeface="Courier New" panose="02070309020205020404" pitchFamily="49" charset="0"/>
                <a:cs typeface="Courier New" panose="02070309020205020404" pitchFamily="49" charset="0"/>
              </a:rPr>
              <a:t>Class.getDeclaredField</a:t>
            </a:r>
            <a:r>
              <a:rPr lang="en-US" dirty="0">
                <a:latin typeface="Courier New" panose="02070309020205020404" pitchFamily="49" charset="0"/>
                <a:cs typeface="Courier New" panose="02070309020205020404" pitchFamily="49" charset="0"/>
              </a:rPr>
              <a:t>(name) </a:t>
            </a:r>
            <a:r>
              <a:rPr lang="en-US" kern="0" dirty="0"/>
              <a:t>or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Class.getDeclaredFields</a:t>
            </a:r>
            <a:r>
              <a:rPr lang="en-US" dirty="0">
                <a:latin typeface="Courier New" panose="02070309020205020404" pitchFamily="49" charset="0"/>
                <a:cs typeface="Courier New" panose="02070309020205020404" pitchFamily="49" charset="0"/>
              </a:rPr>
              <a:t>() </a:t>
            </a:r>
            <a:endParaRPr lang="en-US" kern="0" dirty="0"/>
          </a:p>
        </p:txBody>
      </p:sp>
      <p:sp>
        <p:nvSpPr>
          <p:cNvPr id="18" name="Content Placeholder 2">
            <a:extLst>
              <a:ext uri="{FF2B5EF4-FFF2-40B4-BE49-F238E27FC236}">
                <a16:creationId xmlns:a16="http://schemas.microsoft.com/office/drawing/2014/main" id="{46F43860-CDB3-C84D-4973-49B4E762A76A}"/>
              </a:ext>
            </a:extLst>
          </p:cNvPr>
          <p:cNvSpPr txBox="1">
            <a:spLocks noChangeArrowheads="1"/>
          </p:cNvSpPr>
          <p:nvPr/>
        </p:nvSpPr>
        <p:spPr bwMode="auto">
          <a:xfrm>
            <a:off x="3602027" y="3721722"/>
            <a:ext cx="5541973" cy="109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sz="1500" dirty="0"/>
              <a:t>Should not manipulate private or protected fields (but is possible)</a:t>
            </a:r>
          </a:p>
          <a:p>
            <a:r>
              <a:rPr lang="en-US" sz="1500" dirty="0"/>
              <a:t>Generally, object fields (vs primitive types) are easier to work with </a:t>
            </a:r>
          </a:p>
          <a:p>
            <a:r>
              <a:rPr lang="en-US" sz="1500" dirty="0" err="1">
                <a:latin typeface="Courier New" panose="02070309020205020404" pitchFamily="49" charset="0"/>
                <a:cs typeface="Courier New" panose="02070309020205020404" pitchFamily="49" charset="0"/>
              </a:rPr>
              <a:t>getDeclared</a:t>
            </a:r>
            <a:r>
              <a:rPr lang="en-US" sz="1500" dirty="0"/>
              <a:t>* methods only look at the current class, i.e., those declared in the class, not those inherited</a:t>
            </a:r>
          </a:p>
        </p:txBody>
      </p:sp>
      <p:sp>
        <p:nvSpPr>
          <p:cNvPr id="29" name="Rectangle 28">
            <a:extLst>
              <a:ext uri="{FF2B5EF4-FFF2-40B4-BE49-F238E27FC236}">
                <a16:creationId xmlns:a16="http://schemas.microsoft.com/office/drawing/2014/main" id="{47DAC573-34D5-FB0D-9F0F-01973116A009}"/>
              </a:ext>
            </a:extLst>
          </p:cNvPr>
          <p:cNvSpPr/>
          <p:nvPr/>
        </p:nvSpPr>
        <p:spPr>
          <a:xfrm>
            <a:off x="4733" y="4833741"/>
            <a:ext cx="9148797" cy="3097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See /example02</a:t>
            </a:r>
          </a:p>
        </p:txBody>
      </p:sp>
      <p:cxnSp>
        <p:nvCxnSpPr>
          <p:cNvPr id="31" name="Straight Connector 30">
            <a:extLst>
              <a:ext uri="{FF2B5EF4-FFF2-40B4-BE49-F238E27FC236}">
                <a16:creationId xmlns:a16="http://schemas.microsoft.com/office/drawing/2014/main" id="{01EF3783-F93A-8625-6719-619C67B0D8A1}"/>
              </a:ext>
            </a:extLst>
          </p:cNvPr>
          <p:cNvCxnSpPr>
            <a:cxnSpLocks/>
          </p:cNvCxnSpPr>
          <p:nvPr/>
        </p:nvCxnSpPr>
        <p:spPr>
          <a:xfrm flipH="1">
            <a:off x="0" y="4819300"/>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33B81-FB90-E6D4-5C2E-A5B08098E158}"/>
              </a:ext>
            </a:extLst>
          </p:cNvPr>
          <p:cNvCxnSpPr>
            <a:cxnSpLocks/>
          </p:cNvCxnSpPr>
          <p:nvPr/>
        </p:nvCxnSpPr>
        <p:spPr>
          <a:xfrm flipH="1" flipV="1">
            <a:off x="18000" y="2867039"/>
            <a:ext cx="9144000" cy="6646"/>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5F52426-95E2-2163-2D14-4FC7321C3CC5}"/>
              </a:ext>
            </a:extLst>
          </p:cNvPr>
          <p:cNvSpPr/>
          <p:nvPr/>
        </p:nvSpPr>
        <p:spPr>
          <a:xfrm rot="16200000">
            <a:off x="-535970" y="2558344"/>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600" dirty="0"/>
          </a:p>
        </p:txBody>
      </p:sp>
      <p:sp>
        <p:nvSpPr>
          <p:cNvPr id="4" name="Rectangle 3">
            <a:extLst>
              <a:ext uri="{FF2B5EF4-FFF2-40B4-BE49-F238E27FC236}">
                <a16:creationId xmlns:a16="http://schemas.microsoft.com/office/drawing/2014/main" id="{2305E167-775E-4D1D-9567-58C6EADC588A}"/>
              </a:ext>
            </a:extLst>
          </p:cNvPr>
          <p:cNvSpPr/>
          <p:nvPr/>
        </p:nvSpPr>
        <p:spPr>
          <a:xfrm rot="16200000">
            <a:off x="-540942" y="2540366"/>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How to obtain a </a:t>
            </a:r>
            <a:r>
              <a:rPr lang="en-ZA" sz="1600" dirty="0">
                <a:latin typeface="Courier New" panose="02070309020205020404" pitchFamily="49" charset="0"/>
                <a:cs typeface="Courier New" panose="02070309020205020404" pitchFamily="49" charset="0"/>
              </a:rPr>
              <a:t>Field</a:t>
            </a:r>
            <a:r>
              <a:rPr lang="en-ZA" sz="1600" dirty="0"/>
              <a:t> object?</a:t>
            </a:r>
          </a:p>
        </p:txBody>
      </p:sp>
      <p:cxnSp>
        <p:nvCxnSpPr>
          <p:cNvPr id="28" name="Straight Connector 27">
            <a:extLst>
              <a:ext uri="{FF2B5EF4-FFF2-40B4-BE49-F238E27FC236}">
                <a16:creationId xmlns:a16="http://schemas.microsoft.com/office/drawing/2014/main" id="{543C3148-7BBA-443A-4F4E-C9220A137375}"/>
              </a:ext>
            </a:extLst>
          </p:cNvPr>
          <p:cNvCxnSpPr>
            <a:cxnSpLocks/>
          </p:cNvCxnSpPr>
          <p:nvPr/>
        </p:nvCxnSpPr>
        <p:spPr>
          <a:xfrm rot="5400000" flipH="1">
            <a:off x="-234441" y="2856552"/>
            <a:ext cx="1728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AD7C09A1-E5B8-38B3-8293-1240EE39BEE5}"/>
              </a:ext>
            </a:extLst>
          </p:cNvPr>
          <p:cNvCxnSpPr>
            <a:cxnSpLocks/>
          </p:cNvCxnSpPr>
          <p:nvPr/>
        </p:nvCxnSpPr>
        <p:spPr>
          <a:xfrm flipH="1">
            <a:off x="0" y="1995686"/>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C8230B6-D961-E0A1-EB79-04BF8A344798}"/>
              </a:ext>
            </a:extLst>
          </p:cNvPr>
          <p:cNvCxnSpPr>
            <a:cxnSpLocks/>
          </p:cNvCxnSpPr>
          <p:nvPr/>
        </p:nvCxnSpPr>
        <p:spPr>
          <a:xfrm flipH="1">
            <a:off x="0" y="3723873"/>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2914DE1-4561-405D-476C-9B5BD8C1A0FB}"/>
              </a:ext>
            </a:extLst>
          </p:cNvPr>
          <p:cNvCxnSpPr>
            <a:cxnSpLocks/>
          </p:cNvCxnSpPr>
          <p:nvPr/>
        </p:nvCxnSpPr>
        <p:spPr>
          <a:xfrm flipH="1">
            <a:off x="0" y="921048"/>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5649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P spid="14" grpId="0" build="p"/>
      <p:bldP spid="18" grpId="0" build="p"/>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1238-22D0-FCC8-A49F-1C53EDA11B7C}"/>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21075329-B9E5-B02E-1DAC-FE7309D595D7}"/>
              </a:ext>
            </a:extLst>
          </p:cNvPr>
          <p:cNvSpPr/>
          <p:nvPr/>
        </p:nvSpPr>
        <p:spPr>
          <a:xfrm>
            <a:off x="-9530" y="4492220"/>
            <a:ext cx="9148797" cy="6446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0" name="Rectangle 19">
            <a:extLst>
              <a:ext uri="{FF2B5EF4-FFF2-40B4-BE49-F238E27FC236}">
                <a16:creationId xmlns:a16="http://schemas.microsoft.com/office/drawing/2014/main" id="{7FA23F0F-5E4A-93F6-3BBC-6F112C15F8A9}"/>
              </a:ext>
            </a:extLst>
          </p:cNvPr>
          <p:cNvSpPr/>
          <p:nvPr/>
        </p:nvSpPr>
        <p:spPr>
          <a:xfrm>
            <a:off x="-4799" y="0"/>
            <a:ext cx="9148797" cy="90897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b="1" dirty="0"/>
              <a:t>The Method Object</a:t>
            </a:r>
          </a:p>
        </p:txBody>
      </p:sp>
      <p:sp>
        <p:nvSpPr>
          <p:cNvPr id="17" name="Rectangle 16">
            <a:extLst>
              <a:ext uri="{FF2B5EF4-FFF2-40B4-BE49-F238E27FC236}">
                <a16:creationId xmlns:a16="http://schemas.microsoft.com/office/drawing/2014/main" id="{F74F5623-CACA-4BCB-3BA9-364830910340}"/>
              </a:ext>
            </a:extLst>
          </p:cNvPr>
          <p:cNvSpPr/>
          <p:nvPr/>
        </p:nvSpPr>
        <p:spPr>
          <a:xfrm>
            <a:off x="0" y="3738319"/>
            <a:ext cx="3620030"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How to execute/run a method?</a:t>
            </a:r>
          </a:p>
        </p:txBody>
      </p:sp>
      <p:sp>
        <p:nvSpPr>
          <p:cNvPr id="3" name="Rectangle 2">
            <a:extLst>
              <a:ext uri="{FF2B5EF4-FFF2-40B4-BE49-F238E27FC236}">
                <a16:creationId xmlns:a16="http://schemas.microsoft.com/office/drawing/2014/main" id="{830215B9-4F5B-FB26-2F96-F9F77B97D403}"/>
              </a:ext>
            </a:extLst>
          </p:cNvPr>
          <p:cNvSpPr/>
          <p:nvPr/>
        </p:nvSpPr>
        <p:spPr>
          <a:xfrm>
            <a:off x="0" y="911125"/>
            <a:ext cx="3620030" cy="1098748"/>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Concept</a:t>
            </a:r>
          </a:p>
        </p:txBody>
      </p:sp>
      <p:sp>
        <p:nvSpPr>
          <p:cNvPr id="6" name="Content Placeholder 2">
            <a:extLst>
              <a:ext uri="{FF2B5EF4-FFF2-40B4-BE49-F238E27FC236}">
                <a16:creationId xmlns:a16="http://schemas.microsoft.com/office/drawing/2014/main" id="{2C3D9BAF-AD6E-F8AC-C208-9C5665AB1969}"/>
              </a:ext>
            </a:extLst>
          </p:cNvPr>
          <p:cNvSpPr txBox="1">
            <a:spLocks noChangeArrowheads="1"/>
          </p:cNvSpPr>
          <p:nvPr/>
        </p:nvSpPr>
        <p:spPr bwMode="auto">
          <a:xfrm>
            <a:off x="3602029" y="1086710"/>
            <a:ext cx="5541971" cy="90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kern="0" dirty="0"/>
              <a:t>Provides details about a method &amp; allows manipulation</a:t>
            </a:r>
          </a:p>
        </p:txBody>
      </p:sp>
      <p:sp>
        <p:nvSpPr>
          <p:cNvPr id="18" name="Content Placeholder 2">
            <a:extLst>
              <a:ext uri="{FF2B5EF4-FFF2-40B4-BE49-F238E27FC236}">
                <a16:creationId xmlns:a16="http://schemas.microsoft.com/office/drawing/2014/main" id="{675730CC-B3AD-865C-8F07-5D2DD7E7B080}"/>
              </a:ext>
            </a:extLst>
          </p:cNvPr>
          <p:cNvSpPr txBox="1">
            <a:spLocks noChangeArrowheads="1"/>
          </p:cNvSpPr>
          <p:nvPr/>
        </p:nvSpPr>
        <p:spPr bwMode="auto">
          <a:xfrm>
            <a:off x="3602027" y="3721722"/>
            <a:ext cx="5541973" cy="109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US" dirty="0"/>
              <a:t>Using its </a:t>
            </a:r>
            <a:r>
              <a:rPr lang="en-US" dirty="0">
                <a:latin typeface="Courier New" panose="02070309020205020404" pitchFamily="49" charset="0"/>
                <a:cs typeface="Courier New" panose="02070309020205020404" pitchFamily="49" charset="0"/>
              </a:rPr>
              <a:t>invoke</a:t>
            </a:r>
            <a:r>
              <a:rPr lang="en-US" dirty="0"/>
              <a:t> method, passing</a:t>
            </a:r>
          </a:p>
          <a:p>
            <a:pPr lvl="1"/>
            <a:r>
              <a:rPr lang="en-US" dirty="0"/>
              <a:t>Object to be run on (or null if a static method) &amp;</a:t>
            </a:r>
          </a:p>
          <a:p>
            <a:pPr lvl="1"/>
            <a:r>
              <a:rPr lang="en-US" dirty="0"/>
              <a:t>Parameter values</a:t>
            </a:r>
          </a:p>
        </p:txBody>
      </p:sp>
      <p:sp>
        <p:nvSpPr>
          <p:cNvPr id="29" name="Rectangle 28">
            <a:extLst>
              <a:ext uri="{FF2B5EF4-FFF2-40B4-BE49-F238E27FC236}">
                <a16:creationId xmlns:a16="http://schemas.microsoft.com/office/drawing/2014/main" id="{28CBDA66-3DA8-B421-AFE6-DB870D31C0CE}"/>
              </a:ext>
            </a:extLst>
          </p:cNvPr>
          <p:cNvSpPr/>
          <p:nvPr/>
        </p:nvSpPr>
        <p:spPr>
          <a:xfrm>
            <a:off x="4733" y="4833741"/>
            <a:ext cx="9148797" cy="3097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See /example03</a:t>
            </a:r>
          </a:p>
        </p:txBody>
      </p:sp>
      <p:cxnSp>
        <p:nvCxnSpPr>
          <p:cNvPr id="31" name="Straight Connector 30">
            <a:extLst>
              <a:ext uri="{FF2B5EF4-FFF2-40B4-BE49-F238E27FC236}">
                <a16:creationId xmlns:a16="http://schemas.microsoft.com/office/drawing/2014/main" id="{3D0A1AB2-07B5-9351-0C72-89A95C291501}"/>
              </a:ext>
            </a:extLst>
          </p:cNvPr>
          <p:cNvCxnSpPr>
            <a:cxnSpLocks/>
          </p:cNvCxnSpPr>
          <p:nvPr/>
        </p:nvCxnSpPr>
        <p:spPr>
          <a:xfrm flipH="1">
            <a:off x="0" y="4819300"/>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CA036A1B-DA01-FCBA-AC06-41377B3E222E}"/>
              </a:ext>
            </a:extLst>
          </p:cNvPr>
          <p:cNvCxnSpPr>
            <a:cxnSpLocks/>
          </p:cNvCxnSpPr>
          <p:nvPr/>
        </p:nvCxnSpPr>
        <p:spPr>
          <a:xfrm flipH="1">
            <a:off x="0" y="1995686"/>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72965E15-0971-888E-EFD8-2F5BDAEC16DA}"/>
              </a:ext>
            </a:extLst>
          </p:cNvPr>
          <p:cNvSpPr txBox="1">
            <a:spLocks noChangeArrowheads="1"/>
          </p:cNvSpPr>
          <p:nvPr/>
        </p:nvSpPr>
        <p:spPr bwMode="auto">
          <a:xfrm>
            <a:off x="3602026" y="1975757"/>
            <a:ext cx="5559974" cy="90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r>
              <a:rPr lang="en-ZA" dirty="0"/>
              <a:t>Its </a:t>
            </a:r>
            <a:r>
              <a:rPr lang="en-ZA" i="1" dirty="0"/>
              <a:t>name</a:t>
            </a:r>
            <a:r>
              <a:rPr lang="en-ZA" dirty="0"/>
              <a:t>, or</a:t>
            </a:r>
          </a:p>
          <a:p>
            <a:r>
              <a:rPr lang="en-ZA" dirty="0"/>
              <a:t>Using </a:t>
            </a:r>
            <a:r>
              <a:rPr lang="en-ZA" i="1" dirty="0"/>
              <a:t>name</a:t>
            </a:r>
            <a:r>
              <a:rPr lang="en-ZA" dirty="0"/>
              <a:t> &amp; </a:t>
            </a:r>
            <a:r>
              <a:rPr lang="en-ZA" i="1" dirty="0"/>
              <a:t>parameter types</a:t>
            </a:r>
            <a:r>
              <a:rPr lang="en-ZA" dirty="0"/>
              <a:t> (if there are multiple overloaded versions of a method)</a:t>
            </a:r>
          </a:p>
        </p:txBody>
      </p:sp>
      <p:sp>
        <p:nvSpPr>
          <p:cNvPr id="15" name="TextBox 14">
            <a:extLst>
              <a:ext uri="{FF2B5EF4-FFF2-40B4-BE49-F238E27FC236}">
                <a16:creationId xmlns:a16="http://schemas.microsoft.com/office/drawing/2014/main" id="{48FD76CB-7F5F-C908-4375-5DB1757D5156}"/>
              </a:ext>
            </a:extLst>
          </p:cNvPr>
          <p:cNvSpPr txBox="1"/>
          <p:nvPr/>
        </p:nvSpPr>
        <p:spPr>
          <a:xfrm>
            <a:off x="3601610" y="3147814"/>
            <a:ext cx="5559974" cy="523220"/>
          </a:xfrm>
          <a:prstGeom prst="rect">
            <a:avLst/>
          </a:prstGeom>
          <a:noFill/>
        </p:spPr>
        <p:txBody>
          <a:bodyPr wrap="square">
            <a:spAutoFit/>
          </a:bodyPr>
          <a:lstStyle/>
          <a:p>
            <a:pPr algn="ctr"/>
            <a:r>
              <a:rPr lang="en-ZA" sz="2800" dirty="0" err="1">
                <a:latin typeface="Courier New" panose="02070309020205020404" pitchFamily="49" charset="0"/>
                <a:cs typeface="Courier New" panose="02070309020205020404" pitchFamily="49" charset="0"/>
              </a:rPr>
              <a:t>getMethod</a:t>
            </a:r>
            <a:endParaRPr lang="en-ZA" sz="2800" dirty="0"/>
          </a:p>
        </p:txBody>
      </p:sp>
      <p:sp>
        <p:nvSpPr>
          <p:cNvPr id="16" name="Rectangle 15">
            <a:extLst>
              <a:ext uri="{FF2B5EF4-FFF2-40B4-BE49-F238E27FC236}">
                <a16:creationId xmlns:a16="http://schemas.microsoft.com/office/drawing/2014/main" id="{F2DEC9FB-6CBA-C2EF-4CD1-ACDD2B6BDD93}"/>
              </a:ext>
            </a:extLst>
          </p:cNvPr>
          <p:cNvSpPr/>
          <p:nvPr/>
        </p:nvSpPr>
        <p:spPr>
          <a:xfrm>
            <a:off x="611560" y="2022376"/>
            <a:ext cx="3008470" cy="1044586"/>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Using…</a:t>
            </a:r>
          </a:p>
        </p:txBody>
      </p:sp>
      <p:sp>
        <p:nvSpPr>
          <p:cNvPr id="19" name="Rectangle 18">
            <a:extLst>
              <a:ext uri="{FF2B5EF4-FFF2-40B4-BE49-F238E27FC236}">
                <a16:creationId xmlns:a16="http://schemas.microsoft.com/office/drawing/2014/main" id="{7B2699EE-740A-E183-B843-A21959FC38D6}"/>
              </a:ext>
            </a:extLst>
          </p:cNvPr>
          <p:cNvSpPr/>
          <p:nvPr/>
        </p:nvSpPr>
        <p:spPr>
          <a:xfrm>
            <a:off x="604450" y="3066962"/>
            <a:ext cx="3008470" cy="64242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Example</a:t>
            </a:r>
          </a:p>
        </p:txBody>
      </p:sp>
      <p:cxnSp>
        <p:nvCxnSpPr>
          <p:cNvPr id="23" name="Straight Connector 22">
            <a:extLst>
              <a:ext uri="{FF2B5EF4-FFF2-40B4-BE49-F238E27FC236}">
                <a16:creationId xmlns:a16="http://schemas.microsoft.com/office/drawing/2014/main" id="{03572432-E8D5-4501-4596-D3351517A059}"/>
              </a:ext>
            </a:extLst>
          </p:cNvPr>
          <p:cNvCxnSpPr>
            <a:cxnSpLocks/>
          </p:cNvCxnSpPr>
          <p:nvPr/>
        </p:nvCxnSpPr>
        <p:spPr>
          <a:xfrm flipH="1" flipV="1">
            <a:off x="18000" y="3075806"/>
            <a:ext cx="9144000" cy="6646"/>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5E10B7C-AFD8-A4C8-0AAD-68DC2D6A138D}"/>
              </a:ext>
            </a:extLst>
          </p:cNvPr>
          <p:cNvSpPr/>
          <p:nvPr/>
        </p:nvSpPr>
        <p:spPr>
          <a:xfrm rot="16200000">
            <a:off x="-535970" y="2558344"/>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600" dirty="0"/>
          </a:p>
        </p:txBody>
      </p:sp>
      <p:sp>
        <p:nvSpPr>
          <p:cNvPr id="21" name="Rectangle 20">
            <a:extLst>
              <a:ext uri="{FF2B5EF4-FFF2-40B4-BE49-F238E27FC236}">
                <a16:creationId xmlns:a16="http://schemas.microsoft.com/office/drawing/2014/main" id="{2D7C0399-B7CA-AD1E-B003-8D423C723385}"/>
              </a:ext>
            </a:extLst>
          </p:cNvPr>
          <p:cNvSpPr/>
          <p:nvPr/>
        </p:nvSpPr>
        <p:spPr>
          <a:xfrm rot="16200000">
            <a:off x="-535971" y="2551698"/>
            <a:ext cx="1701499" cy="629559"/>
          </a:xfrm>
          <a:prstGeom prst="rect">
            <a:avLst/>
          </a:prstGeom>
          <a:solidFill>
            <a:schemeClr val="tx2">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How to obtain a </a:t>
            </a:r>
            <a:r>
              <a:rPr lang="en-ZA" sz="1600" dirty="0">
                <a:latin typeface="Courier New" panose="02070309020205020404" pitchFamily="49" charset="0"/>
                <a:cs typeface="Courier New" panose="02070309020205020404" pitchFamily="49" charset="0"/>
              </a:rPr>
              <a:t>Method</a:t>
            </a:r>
            <a:r>
              <a:rPr lang="en-ZA" sz="1600" dirty="0"/>
              <a:t> object?</a:t>
            </a:r>
          </a:p>
        </p:txBody>
      </p:sp>
      <p:cxnSp>
        <p:nvCxnSpPr>
          <p:cNvPr id="22" name="Straight Connector 21">
            <a:extLst>
              <a:ext uri="{FF2B5EF4-FFF2-40B4-BE49-F238E27FC236}">
                <a16:creationId xmlns:a16="http://schemas.microsoft.com/office/drawing/2014/main" id="{8A61C95B-06B6-433B-02BF-AA95F529ADB5}"/>
              </a:ext>
            </a:extLst>
          </p:cNvPr>
          <p:cNvCxnSpPr>
            <a:cxnSpLocks/>
          </p:cNvCxnSpPr>
          <p:nvPr/>
        </p:nvCxnSpPr>
        <p:spPr>
          <a:xfrm rot="5400000" flipH="1">
            <a:off x="-234441" y="2856552"/>
            <a:ext cx="1728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C9C779D-461E-2CEE-2364-048DC6D1A91D}"/>
              </a:ext>
            </a:extLst>
          </p:cNvPr>
          <p:cNvCxnSpPr>
            <a:cxnSpLocks/>
          </p:cNvCxnSpPr>
          <p:nvPr/>
        </p:nvCxnSpPr>
        <p:spPr>
          <a:xfrm flipH="1">
            <a:off x="0" y="3723873"/>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BB87DFC-C8E8-4E3C-AA29-0C6029D8A168}"/>
              </a:ext>
            </a:extLst>
          </p:cNvPr>
          <p:cNvCxnSpPr>
            <a:cxnSpLocks/>
          </p:cNvCxnSpPr>
          <p:nvPr/>
        </p:nvCxnSpPr>
        <p:spPr>
          <a:xfrm flipH="1">
            <a:off x="0" y="921048"/>
            <a:ext cx="9162000" cy="0"/>
          </a:xfrm>
          <a:prstGeom prst="line">
            <a:avLst/>
          </a:prstGeom>
          <a:ln w="57150">
            <a:solidFill>
              <a:srgbClr val="0010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28710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xEl>
                                              <p:pRg st="1" end="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8" grpId="0" build="p"/>
      <p:bldP spid="5" grpId="0" uiExpand="1" build="p"/>
      <p:bldP spid="15" grpId="0"/>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BF0F-4453-5E56-9240-EF87F672E69E}"/>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93276CE2-B486-73FE-3FEC-B46EE7F92692}"/>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Other items that can be obtained</a:t>
            </a:r>
          </a:p>
        </p:txBody>
      </p:sp>
      <p:sp>
        <p:nvSpPr>
          <p:cNvPr id="20483" name="Content Placeholder 2">
            <a:extLst>
              <a:ext uri="{FF2B5EF4-FFF2-40B4-BE49-F238E27FC236}">
                <a16:creationId xmlns:a16="http://schemas.microsoft.com/office/drawing/2014/main" id="{B65287D8-84A9-DC42-368D-5963910B3272}"/>
              </a:ext>
            </a:extLst>
          </p:cNvPr>
          <p:cNvSpPr>
            <a:spLocks noGrp="1" noChangeArrowheads="1"/>
          </p:cNvSpPr>
          <p:nvPr>
            <p:ph idx="1"/>
          </p:nvPr>
        </p:nvSpPr>
        <p:spPr>
          <a:xfrm>
            <a:off x="323850" y="1112838"/>
            <a:ext cx="8784654" cy="3481387"/>
          </a:xfrm>
        </p:spPr>
        <p:txBody>
          <a:bodyPr/>
          <a:lstStyle/>
          <a:p>
            <a:r>
              <a:rPr lang="en-US" dirty="0"/>
              <a:t>Some information about generics</a:t>
            </a:r>
          </a:p>
          <a:p>
            <a:r>
              <a:rPr lang="en-US" dirty="0"/>
              <a:t>Some information about primitive arrays</a:t>
            </a:r>
          </a:p>
          <a:p>
            <a:r>
              <a:rPr lang="en-US" dirty="0"/>
              <a:t>Annotations</a:t>
            </a:r>
          </a:p>
          <a:p>
            <a:r>
              <a:rPr lang="en-US" dirty="0"/>
              <a:t>Constructors</a:t>
            </a:r>
          </a:p>
        </p:txBody>
      </p:sp>
    </p:spTree>
    <p:extLst>
      <p:ext uri="{BB962C8B-B14F-4D97-AF65-F5344CB8AC3E}">
        <p14:creationId xmlns:p14="http://schemas.microsoft.com/office/powerpoint/2010/main" val="1427072437"/>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ZA"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5C1A5F8D-5E28-431E-9C4E-F84AAEA7BB92}"/>
              </a:ext>
            </a:extLst>
          </p:cNvPr>
          <p:cNvSpPr txBox="1"/>
          <p:nvPr/>
        </p:nvSpPr>
        <p:spPr>
          <a:xfrm>
            <a:off x="1080828" y="2156251"/>
            <a:ext cx="3174511"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ZA" sz="4800" b="1" i="0" u="none" strike="noStrike" kern="1200" cap="none" spc="0" normalizeH="0" baseline="0" noProof="0" dirty="0">
                <a:ln>
                  <a:noFill/>
                </a:ln>
                <a:solidFill>
                  <a:srgbClr val="FFFFFF"/>
                </a:solidFill>
                <a:effectLst/>
                <a:uLnTx/>
                <a:uFillTx/>
                <a:latin typeface="Avenir Medium"/>
                <a:ea typeface="ＭＳ Ｐゴシック" panose="020B0600070205080204" pitchFamily="34" charset="-128"/>
                <a:cs typeface="+mn-cs"/>
              </a:rPr>
              <a:t>XML</a:t>
            </a:r>
          </a:p>
        </p:txBody>
      </p:sp>
      <p:pic>
        <p:nvPicPr>
          <p:cNvPr id="3" name="Picture 2">
            <a:extLst>
              <a:ext uri="{FF2B5EF4-FFF2-40B4-BE49-F238E27FC236}">
                <a16:creationId xmlns:a16="http://schemas.microsoft.com/office/drawing/2014/main" id="{0750E774-B185-42BC-A25E-31568D3D9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8009" y="1563638"/>
            <a:ext cx="2420349" cy="2420349"/>
          </a:xfrm>
          <a:prstGeom prst="rect">
            <a:avLst/>
          </a:prstGeom>
        </p:spPr>
      </p:pic>
    </p:spTree>
    <p:extLst>
      <p:ext uri="{BB962C8B-B14F-4D97-AF65-F5344CB8AC3E}">
        <p14:creationId xmlns:p14="http://schemas.microsoft.com/office/powerpoint/2010/main" val="3374567296"/>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879C09E-7A09-4578-9916-3452CF8B517A}"/>
              </a:ext>
            </a:extLst>
          </p:cNvPr>
          <p:cNvGraphicFramePr/>
          <p:nvPr>
            <p:extLst>
              <p:ext uri="{D42A27DB-BD31-4B8C-83A1-F6EECF244321}">
                <p14:modId xmlns:p14="http://schemas.microsoft.com/office/powerpoint/2010/main" val="773514947"/>
              </p:ext>
            </p:extLst>
          </p:nvPr>
        </p:nvGraphicFramePr>
        <p:xfrm>
          <a:off x="1524000" y="123478"/>
          <a:ext cx="7080448"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89F067E5-8F4D-47E1-84B1-BCA5AC4CCF74}"/>
              </a:ext>
            </a:extLst>
          </p:cNvPr>
          <p:cNvSpPr txBox="1"/>
          <p:nvPr/>
        </p:nvSpPr>
        <p:spPr>
          <a:xfrm>
            <a:off x="611560" y="1131590"/>
            <a:ext cx="1656184"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ZA" sz="4800" b="1" i="0" u="none" strike="noStrike" kern="1200" cap="none" spc="0" normalizeH="0" baseline="0" noProof="0" dirty="0">
                <a:ln>
                  <a:noFill/>
                </a:ln>
                <a:effectLst/>
                <a:uLnTx/>
                <a:uFillTx/>
                <a:latin typeface="Avenir Medium"/>
                <a:ea typeface="ＭＳ Ｐゴシック" panose="020B0600070205080204" pitchFamily="34" charset="-128"/>
                <a:cs typeface="+mn-cs"/>
              </a:rPr>
              <a:t>XML</a:t>
            </a:r>
          </a:p>
        </p:txBody>
      </p:sp>
      <p:pic>
        <p:nvPicPr>
          <p:cNvPr id="5" name="Picture 4">
            <a:extLst>
              <a:ext uri="{FF2B5EF4-FFF2-40B4-BE49-F238E27FC236}">
                <a16:creationId xmlns:a16="http://schemas.microsoft.com/office/drawing/2014/main" id="{380EFBAE-71BA-4921-8012-33E26987EE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23928" y="1275606"/>
            <a:ext cx="2420349" cy="2420349"/>
          </a:xfrm>
          <a:prstGeom prst="rect">
            <a:avLst/>
          </a:prstGeom>
        </p:spPr>
      </p:pic>
    </p:spTree>
    <p:extLst>
      <p:ext uri="{BB962C8B-B14F-4D97-AF65-F5344CB8AC3E}">
        <p14:creationId xmlns:p14="http://schemas.microsoft.com/office/powerpoint/2010/main" val="2761568037"/>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D9A9A-1E92-3A5E-D633-3D0A9459F27A}"/>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E6DFF350-7440-0636-6DCC-328E1737F5F7}"/>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Why XML?</a:t>
            </a:r>
          </a:p>
        </p:txBody>
      </p:sp>
      <p:sp>
        <p:nvSpPr>
          <p:cNvPr id="5" name="Content Placeholder 2">
            <a:extLst>
              <a:ext uri="{FF2B5EF4-FFF2-40B4-BE49-F238E27FC236}">
                <a16:creationId xmlns:a16="http://schemas.microsoft.com/office/drawing/2014/main" id="{F30521FA-3BA7-D96B-364B-0718BA06DDDC}"/>
              </a:ext>
            </a:extLst>
          </p:cNvPr>
          <p:cNvSpPr>
            <a:spLocks noGrp="1" noChangeArrowheads="1"/>
          </p:cNvSpPr>
          <p:nvPr>
            <p:ph sz="half" idx="1"/>
          </p:nvPr>
        </p:nvSpPr>
        <p:spPr>
          <a:xfrm>
            <a:off x="3686114" y="1187200"/>
            <a:ext cx="1781944" cy="1148508"/>
          </a:xfrm>
        </p:spPr>
        <p:txBody>
          <a:bodyPr wrap="square" anchor="t">
            <a:noAutofit/>
          </a:bodyPr>
          <a:lstStyle/>
          <a:p>
            <a:pPr marL="0" indent="0" algn="ctr">
              <a:lnSpc>
                <a:spcPct val="90000"/>
              </a:lnSpc>
              <a:buNone/>
            </a:pPr>
            <a:r>
              <a:rPr lang="en-US" altLang="en-US" sz="3200" dirty="0"/>
              <a:t>Toaster</a:t>
            </a:r>
          </a:p>
          <a:p>
            <a:pPr marL="0" indent="0" algn="ctr">
              <a:lnSpc>
                <a:spcPct val="90000"/>
              </a:lnSpc>
              <a:buNone/>
            </a:pPr>
            <a:r>
              <a:rPr lang="en-US" altLang="en-US" sz="3200" dirty="0"/>
              <a:t>29.95</a:t>
            </a:r>
          </a:p>
        </p:txBody>
      </p:sp>
      <p:pic>
        <p:nvPicPr>
          <p:cNvPr id="7" name="Graphic 6" descr="Question Mark with solid fill">
            <a:extLst>
              <a:ext uri="{FF2B5EF4-FFF2-40B4-BE49-F238E27FC236}">
                <a16:creationId xmlns:a16="http://schemas.microsoft.com/office/drawing/2014/main" id="{CF3D8C14-6896-52F4-7F06-821920ABA9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1142" y="1187200"/>
            <a:ext cx="1031454" cy="1031454"/>
          </a:xfrm>
          <a:prstGeom prst="rect">
            <a:avLst/>
          </a:prstGeom>
        </p:spPr>
      </p:pic>
      <p:sp>
        <p:nvSpPr>
          <p:cNvPr id="8" name="Content Placeholder 2">
            <a:extLst>
              <a:ext uri="{FF2B5EF4-FFF2-40B4-BE49-F238E27FC236}">
                <a16:creationId xmlns:a16="http://schemas.microsoft.com/office/drawing/2014/main" id="{15FE6AD8-D009-9554-A818-B52B52C6FE3E}"/>
              </a:ext>
            </a:extLst>
          </p:cNvPr>
          <p:cNvSpPr txBox="1">
            <a:spLocks noChangeArrowheads="1"/>
          </p:cNvSpPr>
          <p:nvPr/>
        </p:nvSpPr>
        <p:spPr bwMode="auto">
          <a:xfrm>
            <a:off x="1259632" y="890337"/>
            <a:ext cx="1781944"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lgn="ctr">
              <a:lnSpc>
                <a:spcPct val="90000"/>
              </a:lnSpc>
              <a:buFont typeface="Wingdings" panose="05000000000000000000" pitchFamily="2" charset="2"/>
              <a:buNone/>
            </a:pPr>
            <a:r>
              <a:rPr lang="en-US" altLang="en-US" sz="3200" kern="0" dirty="0"/>
              <a:t>String</a:t>
            </a:r>
          </a:p>
        </p:txBody>
      </p:sp>
      <p:sp>
        <p:nvSpPr>
          <p:cNvPr id="9" name="Content Placeholder 2">
            <a:extLst>
              <a:ext uri="{FF2B5EF4-FFF2-40B4-BE49-F238E27FC236}">
                <a16:creationId xmlns:a16="http://schemas.microsoft.com/office/drawing/2014/main" id="{67E126FB-E15C-C361-3F1F-9F6F4EBA50E1}"/>
              </a:ext>
            </a:extLst>
          </p:cNvPr>
          <p:cNvSpPr txBox="1">
            <a:spLocks noChangeArrowheads="1"/>
          </p:cNvSpPr>
          <p:nvPr/>
        </p:nvSpPr>
        <p:spPr bwMode="auto">
          <a:xfrm>
            <a:off x="1259632" y="2038847"/>
            <a:ext cx="1781944"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lgn="ctr">
              <a:lnSpc>
                <a:spcPct val="90000"/>
              </a:lnSpc>
              <a:buFont typeface="Wingdings" panose="05000000000000000000" pitchFamily="2" charset="2"/>
              <a:buNone/>
            </a:pPr>
            <a:r>
              <a:rPr lang="en-US" altLang="en-US" sz="3200" kern="0" dirty="0"/>
              <a:t>Number</a:t>
            </a:r>
          </a:p>
        </p:txBody>
      </p:sp>
      <p:cxnSp>
        <p:nvCxnSpPr>
          <p:cNvPr id="11" name="Straight Arrow Connector 10">
            <a:extLst>
              <a:ext uri="{FF2B5EF4-FFF2-40B4-BE49-F238E27FC236}">
                <a16:creationId xmlns:a16="http://schemas.microsoft.com/office/drawing/2014/main" id="{95BFE326-0BA4-807B-258D-012017791F35}"/>
              </a:ext>
            </a:extLst>
          </p:cNvPr>
          <p:cNvCxnSpPr>
            <a:cxnSpLocks/>
          </p:cNvCxnSpPr>
          <p:nvPr/>
        </p:nvCxnSpPr>
        <p:spPr>
          <a:xfrm>
            <a:off x="2704878" y="1187199"/>
            <a:ext cx="1152128" cy="142207"/>
          </a:xfrm>
          <a:prstGeom prst="straightConnector1">
            <a:avLst/>
          </a:prstGeom>
          <a:ln w="571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3E439D2-A36D-1E78-7D54-04A13D44687B}"/>
              </a:ext>
            </a:extLst>
          </p:cNvPr>
          <p:cNvCxnSpPr>
            <a:cxnSpLocks/>
          </p:cNvCxnSpPr>
          <p:nvPr/>
        </p:nvCxnSpPr>
        <p:spPr>
          <a:xfrm flipV="1">
            <a:off x="2842235" y="2038847"/>
            <a:ext cx="1101452" cy="248910"/>
          </a:xfrm>
          <a:prstGeom prst="straightConnector1">
            <a:avLst/>
          </a:prstGeom>
          <a:ln w="571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CE85ECB-9549-CB29-5F49-4BE776BEAA0C}"/>
              </a:ext>
            </a:extLst>
          </p:cNvPr>
          <p:cNvSpPr txBox="1"/>
          <p:nvPr/>
        </p:nvSpPr>
        <p:spPr>
          <a:xfrm>
            <a:off x="508770" y="3332664"/>
            <a:ext cx="5768382" cy="1200329"/>
          </a:xfrm>
          <a:prstGeom prst="rect">
            <a:avLst/>
          </a:prstGeom>
          <a:noFill/>
        </p:spPr>
        <p:txBody>
          <a:bodyPr wrap="square">
            <a:spAutoFit/>
          </a:bodyPr>
          <a:lstStyle/>
          <a:p>
            <a:r>
              <a:rPr lang="en-ZA" dirty="0">
                <a:latin typeface="Courier New" panose="02070309020205020404" pitchFamily="49" charset="0"/>
                <a:cs typeface="Courier New" panose="02070309020205020404" pitchFamily="49" charset="0"/>
              </a:rPr>
              <a:t>&lt;product&gt;</a:t>
            </a:r>
          </a:p>
          <a:p>
            <a:r>
              <a:rPr lang="en-ZA" dirty="0">
                <a:latin typeface="Courier New" panose="02070309020205020404" pitchFamily="49" charset="0"/>
                <a:cs typeface="Courier New" panose="02070309020205020404" pitchFamily="49" charset="0"/>
              </a:rPr>
              <a:t>    &lt;description&gt;Toaster&lt;/description&gt;</a:t>
            </a:r>
          </a:p>
          <a:p>
            <a:r>
              <a:rPr lang="en-ZA" dirty="0">
                <a:latin typeface="Courier New" panose="02070309020205020404" pitchFamily="49" charset="0"/>
                <a:cs typeface="Courier New" panose="02070309020205020404" pitchFamily="49" charset="0"/>
              </a:rPr>
              <a:t>    &lt;price&gt;29.95&lt;/price&gt;</a:t>
            </a:r>
          </a:p>
          <a:p>
            <a:r>
              <a:rPr lang="en-ZA" dirty="0">
                <a:latin typeface="Courier New" panose="02070309020205020404" pitchFamily="49" charset="0"/>
                <a:cs typeface="Courier New" panose="02070309020205020404" pitchFamily="49" charset="0"/>
              </a:rPr>
              <a:t>&lt;/product&gt;</a:t>
            </a:r>
          </a:p>
        </p:txBody>
      </p:sp>
      <p:sp>
        <p:nvSpPr>
          <p:cNvPr id="21" name="Arrow: Right 20">
            <a:extLst>
              <a:ext uri="{FF2B5EF4-FFF2-40B4-BE49-F238E27FC236}">
                <a16:creationId xmlns:a16="http://schemas.microsoft.com/office/drawing/2014/main" id="{3089418C-F6FB-7557-6B86-CE8D2081ADA9}"/>
              </a:ext>
            </a:extLst>
          </p:cNvPr>
          <p:cNvSpPr/>
          <p:nvPr/>
        </p:nvSpPr>
        <p:spPr>
          <a:xfrm rot="5400000">
            <a:off x="4137409" y="2373521"/>
            <a:ext cx="869182" cy="826430"/>
          </a:xfrm>
          <a:prstGeom prst="rightArrow">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2" name="Right Brace 21">
            <a:extLst>
              <a:ext uri="{FF2B5EF4-FFF2-40B4-BE49-F238E27FC236}">
                <a16:creationId xmlns:a16="http://schemas.microsoft.com/office/drawing/2014/main" id="{D1262FBF-D70F-6730-5FBB-ABEB4186B51D}"/>
              </a:ext>
            </a:extLst>
          </p:cNvPr>
          <p:cNvSpPr/>
          <p:nvPr/>
        </p:nvSpPr>
        <p:spPr>
          <a:xfrm>
            <a:off x="5761267" y="3149711"/>
            <a:ext cx="360040" cy="1448570"/>
          </a:xfrm>
          <a:prstGeom prst="rightBrace">
            <a:avLst/>
          </a:prstGeom>
          <a:ln w="571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sp>
        <p:nvSpPr>
          <p:cNvPr id="23" name="Content Placeholder 2">
            <a:extLst>
              <a:ext uri="{FF2B5EF4-FFF2-40B4-BE49-F238E27FC236}">
                <a16:creationId xmlns:a16="http://schemas.microsoft.com/office/drawing/2014/main" id="{0DF56387-3315-EA8E-37E3-A5B37C431F35}"/>
              </a:ext>
            </a:extLst>
          </p:cNvPr>
          <p:cNvSpPr txBox="1">
            <a:spLocks noChangeArrowheads="1"/>
          </p:cNvSpPr>
          <p:nvPr/>
        </p:nvSpPr>
        <p:spPr bwMode="auto">
          <a:xfrm>
            <a:off x="6253397" y="3060257"/>
            <a:ext cx="2849538" cy="153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a:lnSpc>
                <a:spcPct val="90000"/>
              </a:lnSpc>
            </a:pPr>
            <a:r>
              <a:rPr lang="en-US" altLang="en-US" sz="3200" kern="0" dirty="0"/>
              <a:t>Structured</a:t>
            </a:r>
          </a:p>
          <a:p>
            <a:pPr>
              <a:lnSpc>
                <a:spcPct val="90000"/>
              </a:lnSpc>
            </a:pPr>
            <a:r>
              <a:rPr lang="en-US" altLang="en-US" sz="3200" kern="0" dirty="0"/>
              <a:t>Unambiguous</a:t>
            </a:r>
          </a:p>
          <a:p>
            <a:pPr>
              <a:lnSpc>
                <a:spcPct val="90000"/>
              </a:lnSpc>
            </a:pPr>
            <a:r>
              <a:rPr lang="en-US" altLang="en-US" sz="3200" kern="0" dirty="0"/>
              <a:t>Readable</a:t>
            </a:r>
          </a:p>
        </p:txBody>
      </p:sp>
    </p:spTree>
    <p:extLst>
      <p:ext uri="{BB962C8B-B14F-4D97-AF65-F5344CB8AC3E}">
        <p14:creationId xmlns:p14="http://schemas.microsoft.com/office/powerpoint/2010/main" val="16795620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7"/>
                                        </p:tgtEl>
                                      </p:cBhvr>
                                    </p:animEffect>
                                    <p:set>
                                      <p:cBhvr>
                                        <p:cTn id="31" dur="1" fill="hold">
                                          <p:stCondLst>
                                            <p:cond delay="499"/>
                                          </p:stCondLst>
                                        </p:cTn>
                                        <p:tgtEl>
                                          <p:spTgt spid="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P spid="9" grpId="0"/>
      <p:bldP spid="20" grpId="0"/>
      <p:bldP spid="21" grpId="0" animBg="1"/>
      <p:bldP spid="22" grpId="0" animBg="1"/>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D53C0-B5F6-6E6A-3ACC-CCD26F1564E1}"/>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D483540-FE81-F2FD-CA95-298363715E72}"/>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Why XML?</a:t>
            </a:r>
          </a:p>
        </p:txBody>
      </p:sp>
      <p:sp>
        <p:nvSpPr>
          <p:cNvPr id="5" name="Content Placeholder 2">
            <a:extLst>
              <a:ext uri="{FF2B5EF4-FFF2-40B4-BE49-F238E27FC236}">
                <a16:creationId xmlns:a16="http://schemas.microsoft.com/office/drawing/2014/main" id="{C6E391C8-4CAE-6A67-CEA4-95A190AACBEB}"/>
              </a:ext>
            </a:extLst>
          </p:cNvPr>
          <p:cNvSpPr>
            <a:spLocks noGrp="1" noChangeArrowheads="1"/>
          </p:cNvSpPr>
          <p:nvPr>
            <p:ph sz="half" idx="1"/>
          </p:nvPr>
        </p:nvSpPr>
        <p:spPr>
          <a:xfrm>
            <a:off x="3686114" y="771550"/>
            <a:ext cx="1781944" cy="1148508"/>
          </a:xfrm>
        </p:spPr>
        <p:txBody>
          <a:bodyPr wrap="square" anchor="t">
            <a:noAutofit/>
          </a:bodyPr>
          <a:lstStyle/>
          <a:p>
            <a:pPr marL="0" indent="0" algn="ctr">
              <a:lnSpc>
                <a:spcPct val="90000"/>
              </a:lnSpc>
              <a:buNone/>
            </a:pPr>
            <a:r>
              <a:rPr lang="en-US" altLang="en-US" sz="3200" dirty="0"/>
              <a:t>Toaster</a:t>
            </a:r>
          </a:p>
          <a:p>
            <a:pPr marL="0" indent="0" algn="ctr">
              <a:lnSpc>
                <a:spcPct val="90000"/>
              </a:lnSpc>
              <a:buNone/>
            </a:pPr>
            <a:r>
              <a:rPr lang="en-US" altLang="en-US" sz="3200" dirty="0"/>
              <a:t>29.95</a:t>
            </a:r>
          </a:p>
          <a:p>
            <a:pPr marL="0" indent="0" algn="ctr">
              <a:lnSpc>
                <a:spcPct val="90000"/>
              </a:lnSpc>
              <a:buNone/>
            </a:pPr>
            <a:r>
              <a:rPr lang="en-US" altLang="en-US" sz="3200" dirty="0"/>
              <a:t>LG</a:t>
            </a:r>
          </a:p>
        </p:txBody>
      </p:sp>
      <p:sp>
        <p:nvSpPr>
          <p:cNvPr id="20" name="TextBox 19">
            <a:extLst>
              <a:ext uri="{FF2B5EF4-FFF2-40B4-BE49-F238E27FC236}">
                <a16:creationId xmlns:a16="http://schemas.microsoft.com/office/drawing/2014/main" id="{37118EF9-2F94-9EF6-3CBE-CD8FCFED02DD}"/>
              </a:ext>
            </a:extLst>
          </p:cNvPr>
          <p:cNvSpPr txBox="1"/>
          <p:nvPr/>
        </p:nvSpPr>
        <p:spPr>
          <a:xfrm>
            <a:off x="1667393" y="3204309"/>
            <a:ext cx="5809214" cy="1477328"/>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&lt;product&gt;</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&lt;make&gt;LG&lt;/make&gt;</a:t>
            </a:r>
          </a:p>
          <a:p>
            <a:r>
              <a:rPr lang="en-US" dirty="0">
                <a:latin typeface="Courier New" panose="02070309020205020404" pitchFamily="49" charset="0"/>
                <a:cs typeface="Courier New" panose="02070309020205020404" pitchFamily="49" charset="0"/>
              </a:rPr>
              <a:t>	&lt;description&gt;Toaster&lt;/description&gt;</a:t>
            </a:r>
          </a:p>
          <a:p>
            <a:r>
              <a:rPr lang="en-US" dirty="0">
                <a:latin typeface="Courier New" panose="02070309020205020404" pitchFamily="49" charset="0"/>
                <a:cs typeface="Courier New" panose="02070309020205020404" pitchFamily="49" charset="0"/>
              </a:rPr>
              <a:t>	&lt;price&gt;29.95&lt;/price&gt;</a:t>
            </a:r>
          </a:p>
          <a:p>
            <a:r>
              <a:rPr lang="en-US" dirty="0">
                <a:latin typeface="Courier New" panose="02070309020205020404" pitchFamily="49" charset="0"/>
                <a:cs typeface="Courier New" panose="02070309020205020404" pitchFamily="49" charset="0"/>
              </a:rPr>
              <a:t>&lt;/product&gt;</a:t>
            </a:r>
          </a:p>
        </p:txBody>
      </p:sp>
      <p:sp>
        <p:nvSpPr>
          <p:cNvPr id="21" name="Arrow: Right 20">
            <a:extLst>
              <a:ext uri="{FF2B5EF4-FFF2-40B4-BE49-F238E27FC236}">
                <a16:creationId xmlns:a16="http://schemas.microsoft.com/office/drawing/2014/main" id="{F0E9A7C5-0996-71F1-17E0-7316774219A0}"/>
              </a:ext>
            </a:extLst>
          </p:cNvPr>
          <p:cNvSpPr/>
          <p:nvPr/>
        </p:nvSpPr>
        <p:spPr>
          <a:xfrm rot="5400000">
            <a:off x="4137409" y="2373521"/>
            <a:ext cx="869182" cy="826430"/>
          </a:xfrm>
          <a:prstGeom prst="rightArrow">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5363902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0" grpId="0"/>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B137-AF15-C825-B3FE-73F6F1B32E2D}"/>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E2A6C76A-C501-C21E-E98D-1BD2BEB1BC05}"/>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What is XML?</a:t>
            </a:r>
          </a:p>
        </p:txBody>
      </p:sp>
      <p:sp>
        <p:nvSpPr>
          <p:cNvPr id="20483" name="Content Placeholder 2">
            <a:extLst>
              <a:ext uri="{FF2B5EF4-FFF2-40B4-BE49-F238E27FC236}">
                <a16:creationId xmlns:a16="http://schemas.microsoft.com/office/drawing/2014/main" id="{C59E4009-2807-BCAA-993E-A29A96F7D9C6}"/>
              </a:ext>
            </a:extLst>
          </p:cNvPr>
          <p:cNvSpPr>
            <a:spLocks noGrp="1" noChangeArrowheads="1"/>
          </p:cNvSpPr>
          <p:nvPr>
            <p:ph idx="1"/>
          </p:nvPr>
        </p:nvSpPr>
        <p:spPr>
          <a:xfrm>
            <a:off x="323850" y="1112838"/>
            <a:ext cx="8784654" cy="3481387"/>
          </a:xfrm>
        </p:spPr>
        <p:txBody>
          <a:bodyPr/>
          <a:lstStyle/>
          <a:p>
            <a:r>
              <a:rPr lang="en-US" dirty="0"/>
              <a:t>XML </a:t>
            </a:r>
            <a:r>
              <a:rPr lang="en-US" dirty="0">
                <a:sym typeface="Wingdings" panose="05000000000000000000" pitchFamily="2" charset="2"/>
              </a:rPr>
              <a:t> </a:t>
            </a:r>
            <a:r>
              <a:rPr lang="en-US" dirty="0"/>
              <a:t>Extensible Markup Language</a:t>
            </a:r>
          </a:p>
          <a:p>
            <a:pPr lvl="1"/>
            <a:r>
              <a:rPr lang="en-US" dirty="0"/>
              <a:t>Is not HTML! (HTML is a subset of XML)</a:t>
            </a:r>
          </a:p>
          <a:p>
            <a:r>
              <a:rPr lang="en-US" dirty="0"/>
              <a:t>Text-based technology for transferring data</a:t>
            </a:r>
          </a:p>
          <a:p>
            <a:pPr lvl="1"/>
            <a:r>
              <a:rPr lang="en-US" dirty="0"/>
              <a:t>Uses elements that are tagged</a:t>
            </a:r>
          </a:p>
          <a:p>
            <a:pPr lvl="1"/>
            <a:r>
              <a:rPr lang="en-US" dirty="0"/>
              <a:t>Tags can have attributes</a:t>
            </a:r>
          </a:p>
          <a:p>
            <a:r>
              <a:rPr lang="en-US" dirty="0"/>
              <a:t>Self describing</a:t>
            </a:r>
          </a:p>
          <a:p>
            <a:r>
              <a:rPr lang="en-US" dirty="0"/>
              <a:t>Can validate document structure</a:t>
            </a:r>
          </a:p>
          <a:p>
            <a:r>
              <a:rPr lang="en-US" dirty="0"/>
              <a:t>Can query document</a:t>
            </a:r>
          </a:p>
        </p:txBody>
      </p:sp>
    </p:spTree>
    <p:extLst>
      <p:ext uri="{BB962C8B-B14F-4D97-AF65-F5344CB8AC3E}">
        <p14:creationId xmlns:p14="http://schemas.microsoft.com/office/powerpoint/2010/main" val="42239728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22A2-D927-B98B-0B92-A9560D4C3F37}"/>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0F36F68E-FD9E-86EF-99D4-74D21570DA1A}"/>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XML structure</a:t>
            </a:r>
          </a:p>
        </p:txBody>
      </p:sp>
      <p:sp>
        <p:nvSpPr>
          <p:cNvPr id="20483" name="Content Placeholder 2">
            <a:extLst>
              <a:ext uri="{FF2B5EF4-FFF2-40B4-BE49-F238E27FC236}">
                <a16:creationId xmlns:a16="http://schemas.microsoft.com/office/drawing/2014/main" id="{42581E32-DCB9-495D-795F-49F0552DF381}"/>
              </a:ext>
            </a:extLst>
          </p:cNvPr>
          <p:cNvSpPr>
            <a:spLocks noGrp="1" noChangeArrowheads="1"/>
          </p:cNvSpPr>
          <p:nvPr>
            <p:ph idx="1"/>
          </p:nvPr>
        </p:nvSpPr>
        <p:spPr>
          <a:xfrm>
            <a:off x="323850" y="1112838"/>
            <a:ext cx="8784654" cy="3481387"/>
          </a:xfrm>
        </p:spPr>
        <p:txBody>
          <a:bodyPr/>
          <a:lstStyle/>
          <a:p>
            <a:r>
              <a:rPr lang="en-US" dirty="0"/>
              <a:t>An XML document consists of:</a:t>
            </a:r>
          </a:p>
          <a:p>
            <a:pPr lvl="1"/>
            <a:r>
              <a:rPr lang="en-US" sz="1800" dirty="0"/>
              <a:t>Declaration (info about format used)</a:t>
            </a:r>
          </a:p>
          <a:p>
            <a:pPr lvl="1"/>
            <a:r>
              <a:rPr lang="en-US" sz="1800" dirty="0"/>
              <a:t>Root element</a:t>
            </a:r>
          </a:p>
          <a:p>
            <a:r>
              <a:rPr lang="en-US" dirty="0"/>
              <a:t>Elements</a:t>
            </a:r>
          </a:p>
          <a:p>
            <a:pPr lvl="1"/>
            <a:r>
              <a:rPr lang="en-US" sz="1800" dirty="0"/>
              <a:t>&lt;element&gt;…&lt;/element&gt; (start and closing tag)</a:t>
            </a:r>
          </a:p>
          <a:p>
            <a:pPr lvl="1"/>
            <a:r>
              <a:rPr lang="en-US" sz="1800" dirty="0"/>
              <a:t>&lt;element /&gt; (self-closing tag)</a:t>
            </a:r>
          </a:p>
          <a:p>
            <a:pPr lvl="1"/>
            <a:r>
              <a:rPr lang="en-US" dirty="0"/>
              <a:t>Contain</a:t>
            </a:r>
          </a:p>
          <a:p>
            <a:pPr lvl="2"/>
            <a:r>
              <a:rPr lang="en-US" sz="1800" dirty="0"/>
              <a:t>Other elements, text or (elements &amp; text) i.e., nested</a:t>
            </a:r>
          </a:p>
          <a:p>
            <a:pPr lvl="2"/>
            <a:r>
              <a:rPr lang="en-US" sz="1800" dirty="0"/>
              <a:t>Good practice: only elements or text, not both</a:t>
            </a:r>
          </a:p>
          <a:p>
            <a:r>
              <a:rPr lang="en-US" dirty="0"/>
              <a:t>Attributes: </a:t>
            </a:r>
            <a:r>
              <a:rPr lang="en-US" sz="1800" dirty="0"/>
              <a:t>&lt;element a1=“value” a2=“value” …&gt;…</a:t>
            </a:r>
          </a:p>
        </p:txBody>
      </p:sp>
    </p:spTree>
    <p:extLst>
      <p:ext uri="{BB962C8B-B14F-4D97-AF65-F5344CB8AC3E}">
        <p14:creationId xmlns:p14="http://schemas.microsoft.com/office/powerpoint/2010/main" val="19287563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48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8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0748-52D1-75A7-0D8B-8F37B13EF4F5}"/>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60C4767-1E7E-0392-07B1-5D4FD0C5A59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XML structure</a:t>
            </a:r>
          </a:p>
        </p:txBody>
      </p:sp>
      <p:sp>
        <p:nvSpPr>
          <p:cNvPr id="3" name="TextBox 2">
            <a:extLst>
              <a:ext uri="{FF2B5EF4-FFF2-40B4-BE49-F238E27FC236}">
                <a16:creationId xmlns:a16="http://schemas.microsoft.com/office/drawing/2014/main" id="{CFDB5E18-555D-17B7-CE49-445E4C357885}"/>
              </a:ext>
            </a:extLst>
          </p:cNvPr>
          <p:cNvSpPr txBox="1"/>
          <p:nvPr/>
        </p:nvSpPr>
        <p:spPr>
          <a:xfrm>
            <a:off x="1667393" y="1694587"/>
            <a:ext cx="5809214" cy="1754326"/>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&lt;product&gt;</a:t>
            </a:r>
          </a:p>
          <a:p>
            <a:r>
              <a:rPr lang="en-US" dirty="0">
                <a:latin typeface="Courier New" panose="02070309020205020404" pitchFamily="49" charset="0"/>
                <a:cs typeface="Courier New" panose="02070309020205020404" pitchFamily="49" charset="0"/>
              </a:rPr>
              <a:t>    &lt;name&gt;Toaster&lt;/name&gt;</a:t>
            </a:r>
          </a:p>
          <a:p>
            <a:r>
              <a:rPr lang="en-US" dirty="0">
                <a:latin typeface="Courier New" panose="02070309020205020404" pitchFamily="49" charset="0"/>
                <a:cs typeface="Courier New" panose="02070309020205020404" pitchFamily="49" charset="0"/>
              </a:rPr>
              <a:t>    &lt;price&gt;29.95&lt;/price&gt;</a:t>
            </a:r>
          </a:p>
          <a:p>
            <a:r>
              <a:rPr lang="en-US" dirty="0">
                <a:latin typeface="Courier New" panose="02070309020205020404" pitchFamily="49" charset="0"/>
                <a:cs typeface="Courier New" panose="02070309020205020404" pitchFamily="49" charset="0"/>
              </a:rPr>
              <a:t>    &lt;make&gt;LG&lt;/make&gt;</a:t>
            </a:r>
          </a:p>
          <a:p>
            <a:r>
              <a:rPr lang="en-US" dirty="0">
                <a:latin typeface="Courier New" panose="02070309020205020404" pitchFamily="49" charset="0"/>
                <a:cs typeface="Courier New" panose="02070309020205020404" pitchFamily="49" charset="0"/>
              </a:rPr>
              <a:t>    &lt;category&gt;Kitchen&lt;/category&gt;</a:t>
            </a:r>
          </a:p>
          <a:p>
            <a:r>
              <a:rPr lang="en-US" dirty="0">
                <a:latin typeface="Courier New" panose="02070309020205020404" pitchFamily="49" charset="0"/>
                <a:cs typeface="Courier New" panose="02070309020205020404" pitchFamily="49" charset="0"/>
              </a:rPr>
              <a:t>&lt;/product&gt;</a:t>
            </a:r>
          </a:p>
        </p:txBody>
      </p:sp>
      <p:sp>
        <p:nvSpPr>
          <p:cNvPr id="4" name="Content Placeholder 2">
            <a:extLst>
              <a:ext uri="{FF2B5EF4-FFF2-40B4-BE49-F238E27FC236}">
                <a16:creationId xmlns:a16="http://schemas.microsoft.com/office/drawing/2014/main" id="{CAAD8E8B-BDE4-3AE3-35C7-42B320A80003}"/>
              </a:ext>
            </a:extLst>
          </p:cNvPr>
          <p:cNvSpPr txBox="1">
            <a:spLocks noChangeArrowheads="1"/>
          </p:cNvSpPr>
          <p:nvPr/>
        </p:nvSpPr>
        <p:spPr bwMode="auto">
          <a:xfrm>
            <a:off x="323850" y="998900"/>
            <a:ext cx="1781944"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lgn="ctr">
              <a:lnSpc>
                <a:spcPct val="90000"/>
              </a:lnSpc>
              <a:buFont typeface="Wingdings" panose="05000000000000000000" pitchFamily="2" charset="2"/>
              <a:buNone/>
            </a:pPr>
            <a:r>
              <a:rPr lang="en-US" altLang="en-US" sz="3200" kern="0" dirty="0"/>
              <a:t>Root</a:t>
            </a:r>
          </a:p>
        </p:txBody>
      </p:sp>
      <p:cxnSp>
        <p:nvCxnSpPr>
          <p:cNvPr id="5" name="Straight Arrow Connector 4">
            <a:extLst>
              <a:ext uri="{FF2B5EF4-FFF2-40B4-BE49-F238E27FC236}">
                <a16:creationId xmlns:a16="http://schemas.microsoft.com/office/drawing/2014/main" id="{2FF1D1AA-DF80-5B9F-47C6-33623631F227}"/>
              </a:ext>
            </a:extLst>
          </p:cNvPr>
          <p:cNvCxnSpPr>
            <a:cxnSpLocks/>
          </p:cNvCxnSpPr>
          <p:nvPr/>
        </p:nvCxnSpPr>
        <p:spPr>
          <a:xfrm>
            <a:off x="1769096" y="1295762"/>
            <a:ext cx="336698" cy="398825"/>
          </a:xfrm>
          <a:prstGeom prst="straightConnector1">
            <a:avLst/>
          </a:prstGeom>
          <a:ln w="571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D03B9BA3-E022-9ECA-88A6-E9A8174748E8}"/>
              </a:ext>
            </a:extLst>
          </p:cNvPr>
          <p:cNvSpPr txBox="1">
            <a:spLocks noChangeArrowheads="1"/>
          </p:cNvSpPr>
          <p:nvPr/>
        </p:nvSpPr>
        <p:spPr bwMode="auto">
          <a:xfrm>
            <a:off x="6585635" y="2111361"/>
            <a:ext cx="1781944"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lgn="ctr">
              <a:lnSpc>
                <a:spcPct val="90000"/>
              </a:lnSpc>
              <a:buFont typeface="Wingdings" panose="05000000000000000000" pitchFamily="2" charset="2"/>
              <a:buNone/>
            </a:pPr>
            <a:r>
              <a:rPr lang="en-US" altLang="en-US" sz="3200" kern="0" dirty="0"/>
              <a:t>Child elements</a:t>
            </a:r>
          </a:p>
        </p:txBody>
      </p:sp>
      <p:sp>
        <p:nvSpPr>
          <p:cNvPr id="13" name="Right Brace 12">
            <a:extLst>
              <a:ext uri="{FF2B5EF4-FFF2-40B4-BE49-F238E27FC236}">
                <a16:creationId xmlns:a16="http://schemas.microsoft.com/office/drawing/2014/main" id="{B02FE0BF-42F7-905B-CC2C-3BF2B24D768E}"/>
              </a:ext>
            </a:extLst>
          </p:cNvPr>
          <p:cNvSpPr/>
          <p:nvPr/>
        </p:nvSpPr>
        <p:spPr>
          <a:xfrm>
            <a:off x="6225595" y="2111361"/>
            <a:ext cx="360040" cy="964445"/>
          </a:xfrm>
          <a:prstGeom prst="rightBrace">
            <a:avLst/>
          </a:prstGeom>
          <a:ln w="571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sp>
        <p:nvSpPr>
          <p:cNvPr id="14" name="Content Placeholder 2">
            <a:extLst>
              <a:ext uri="{FF2B5EF4-FFF2-40B4-BE49-F238E27FC236}">
                <a16:creationId xmlns:a16="http://schemas.microsoft.com/office/drawing/2014/main" id="{1B172123-8A9E-BAC7-965E-4F67203BC126}"/>
              </a:ext>
            </a:extLst>
          </p:cNvPr>
          <p:cNvSpPr txBox="1">
            <a:spLocks noChangeArrowheads="1"/>
          </p:cNvSpPr>
          <p:nvPr/>
        </p:nvSpPr>
        <p:spPr bwMode="auto">
          <a:xfrm>
            <a:off x="3681028" y="3652837"/>
            <a:ext cx="1781944"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173038" indent="-173038"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80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80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4pPr>
            <a:lvl5pPr marL="2057400" indent="-228600" algn="l" rtl="0" eaLnBrk="0" fontAlgn="base" hangingPunct="0">
              <a:spcBef>
                <a:spcPct val="20000"/>
              </a:spcBef>
              <a:spcAft>
                <a:spcPct val="0"/>
              </a:spcAft>
              <a:buClr>
                <a:srgbClr val="FEC000"/>
              </a:buClr>
              <a:buSzPct val="80000"/>
              <a:buFont typeface="Wingdings" panose="05000000000000000000" pitchFamily="2" charset="2"/>
              <a:buChar char="§"/>
              <a:defRPr sz="2000">
                <a:solidFill>
                  <a:schemeClr val="tx1"/>
                </a:solidFill>
                <a:latin typeface="Avenir Book"/>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a:lstStyle>
          <a:p>
            <a:pPr marL="0" indent="0" algn="ctr">
              <a:lnSpc>
                <a:spcPct val="90000"/>
              </a:lnSpc>
              <a:buFont typeface="Wingdings" panose="05000000000000000000" pitchFamily="2" charset="2"/>
              <a:buNone/>
            </a:pPr>
            <a:r>
              <a:rPr lang="en-US" altLang="en-US" sz="3200" kern="0" dirty="0"/>
              <a:t>Text content</a:t>
            </a:r>
          </a:p>
        </p:txBody>
      </p:sp>
      <p:cxnSp>
        <p:nvCxnSpPr>
          <p:cNvPr id="15" name="Straight Arrow Connector 14">
            <a:extLst>
              <a:ext uri="{FF2B5EF4-FFF2-40B4-BE49-F238E27FC236}">
                <a16:creationId xmlns:a16="http://schemas.microsoft.com/office/drawing/2014/main" id="{1D544618-4B9C-BD75-AE21-2530789D97B4}"/>
              </a:ext>
            </a:extLst>
          </p:cNvPr>
          <p:cNvCxnSpPr>
            <a:cxnSpLocks/>
            <a:stCxn id="14" idx="0"/>
          </p:cNvCxnSpPr>
          <p:nvPr/>
        </p:nvCxnSpPr>
        <p:spPr>
          <a:xfrm flipH="1" flipV="1">
            <a:off x="4283968" y="3075806"/>
            <a:ext cx="288032" cy="577031"/>
          </a:xfrm>
          <a:prstGeom prst="straightConnector1">
            <a:avLst/>
          </a:prstGeom>
          <a:ln w="571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4935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13" grpId="0" animBg="1"/>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35BB-5E09-81F2-DC25-88B8935BE2AE}"/>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A2438DED-9F8A-F31C-481C-FE54C787E2FA}"/>
              </a:ext>
            </a:extLst>
          </p:cNvPr>
          <p:cNvSpPr>
            <a:spLocks noGrp="1"/>
          </p:cNvSpPr>
          <p:nvPr>
            <p:ph idx="1"/>
          </p:nvPr>
        </p:nvSpPr>
        <p:spPr>
          <a:xfrm>
            <a:off x="1398142" y="267494"/>
            <a:ext cx="7350321" cy="3880773"/>
          </a:xfrm>
        </p:spPr>
        <p:txBody>
          <a:bodyPr>
            <a:noAutofit/>
          </a:bodyPr>
          <a:lstStyle/>
          <a:p>
            <a:pPr>
              <a:buNone/>
            </a:pPr>
            <a:r>
              <a:rPr lang="en-US" sz="1800" dirty="0">
                <a:latin typeface="Courier New" panose="02070309020205020404" pitchFamily="49" charset="0"/>
                <a:cs typeface="Courier New" panose="02070309020205020404" pitchFamily="49" charset="0"/>
              </a:rPr>
              <a:t>&lt;?xml version=“1.0”?&gt;</a:t>
            </a:r>
          </a:p>
          <a:p>
            <a:pPr>
              <a:buNone/>
            </a:pPr>
            <a:r>
              <a:rPr lang="en-US" sz="1800" dirty="0">
                <a:latin typeface="Courier New" panose="02070309020205020404" pitchFamily="49" charset="0"/>
                <a:cs typeface="Courier New" panose="02070309020205020404" pitchFamily="49" charset="0"/>
              </a:rPr>
              <a:t>&lt;products&gt;</a:t>
            </a:r>
          </a:p>
          <a:p>
            <a:pPr>
              <a:buNone/>
            </a:pPr>
            <a:r>
              <a:rPr lang="en-US" sz="1800" dirty="0">
                <a:latin typeface="Courier New" panose="02070309020205020404" pitchFamily="49" charset="0"/>
                <a:cs typeface="Courier New" panose="02070309020205020404" pitchFamily="49" charset="0"/>
              </a:rPr>
              <a:t>	&lt;product&gt;</a:t>
            </a:r>
          </a:p>
          <a:p>
            <a:pPr>
              <a:buNone/>
            </a:pPr>
            <a:r>
              <a:rPr lang="en-US" sz="1800" dirty="0">
                <a:latin typeface="Courier New" panose="02070309020205020404" pitchFamily="49" charset="0"/>
                <a:cs typeface="Courier New" panose="02070309020205020404" pitchFamily="49" charset="0"/>
              </a:rPr>
              <a:t>		&lt;description&gt;Toaster&lt;/description&gt;</a:t>
            </a:r>
          </a:p>
          <a:p>
            <a:pPr>
              <a:buNone/>
            </a:pPr>
            <a:r>
              <a:rPr lang="en-US" sz="1800" dirty="0">
                <a:latin typeface="Courier New" panose="02070309020205020404" pitchFamily="49" charset="0"/>
                <a:cs typeface="Courier New" panose="02070309020205020404" pitchFamily="49" charset="0"/>
              </a:rPr>
              <a:t>		&lt;price currency=“USD”&gt;29.92&lt;/price&gt;</a:t>
            </a:r>
          </a:p>
          <a:p>
            <a:pPr>
              <a:buNone/>
            </a:pPr>
            <a:r>
              <a:rPr lang="en-US" sz="1800" dirty="0">
                <a:latin typeface="Courier New" panose="02070309020205020404" pitchFamily="49" charset="0"/>
                <a:cs typeface="Courier New" panose="02070309020205020404" pitchFamily="49" charset="0"/>
              </a:rPr>
              <a:t>		&lt;category&gt;Appliances&lt;/category&gt;</a:t>
            </a:r>
          </a:p>
          <a:p>
            <a:pPr>
              <a:buNone/>
            </a:pPr>
            <a:r>
              <a:rPr lang="en-US" sz="1800" dirty="0">
                <a:latin typeface="Courier New" panose="02070309020205020404" pitchFamily="49" charset="0"/>
                <a:cs typeface="Courier New" panose="02070309020205020404" pitchFamily="49" charset="0"/>
              </a:rPr>
              <a:t>	&lt;/product&gt;</a:t>
            </a:r>
          </a:p>
          <a:p>
            <a:pPr>
              <a:buNone/>
            </a:pPr>
            <a:r>
              <a:rPr lang="en-US" sz="1800" dirty="0">
                <a:latin typeface="Courier New" panose="02070309020205020404" pitchFamily="49" charset="0"/>
                <a:cs typeface="Courier New" panose="02070309020205020404" pitchFamily="49" charset="0"/>
              </a:rPr>
              <a:t>	&lt;product&gt;</a:t>
            </a:r>
          </a:p>
          <a:p>
            <a:pPr>
              <a:buNone/>
            </a:pPr>
            <a:r>
              <a:rPr lang="en-US" sz="1800" dirty="0">
                <a:latin typeface="Courier New" panose="02070309020205020404" pitchFamily="49" charset="0"/>
                <a:cs typeface="Courier New" panose="02070309020205020404" pitchFamily="49" charset="0"/>
              </a:rPr>
              <a:t>		&lt;description&gt;Lawn Mower&lt;/description&gt;</a:t>
            </a:r>
          </a:p>
          <a:p>
            <a:pPr>
              <a:buNone/>
            </a:pPr>
            <a:r>
              <a:rPr lang="en-US" sz="1800" dirty="0">
                <a:latin typeface="Courier New" panose="02070309020205020404" pitchFamily="49" charset="0"/>
                <a:cs typeface="Courier New" panose="02070309020205020404" pitchFamily="49" charset="0"/>
              </a:rPr>
              <a:t>		&lt;price currency=“</a:t>
            </a:r>
            <a:r>
              <a:rPr lang="en-US" sz="1800" dirty="0" err="1">
                <a:latin typeface="Courier New" panose="02070309020205020404" pitchFamily="49" charset="0"/>
                <a:cs typeface="Courier New" panose="02070309020205020404" pitchFamily="49" charset="0"/>
              </a:rPr>
              <a:t>EUR</a:t>
            </a:r>
            <a:r>
              <a:rPr lang="en-US" sz="1800" dirty="0">
                <a:latin typeface="Courier New" panose="02070309020205020404" pitchFamily="49" charset="0"/>
                <a:cs typeface="Courier New" panose="02070309020205020404" pitchFamily="49" charset="0"/>
              </a:rPr>
              <a:t>”&gt;100.10&lt;/price&gt;</a:t>
            </a:r>
          </a:p>
          <a:p>
            <a:pPr>
              <a:buNone/>
            </a:pPr>
            <a:r>
              <a:rPr lang="en-US" sz="1800" dirty="0">
                <a:latin typeface="Courier New" panose="02070309020205020404" pitchFamily="49" charset="0"/>
                <a:cs typeface="Courier New" panose="02070309020205020404" pitchFamily="49" charset="0"/>
              </a:rPr>
              <a:t>		&lt;category&gt;Garden&lt;/category&gt;</a:t>
            </a:r>
          </a:p>
          <a:p>
            <a:pPr>
              <a:buNone/>
            </a:pPr>
            <a:r>
              <a:rPr lang="en-US" sz="1800" dirty="0">
                <a:latin typeface="Courier New" panose="02070309020205020404" pitchFamily="49" charset="0"/>
                <a:cs typeface="Courier New" panose="02070309020205020404" pitchFamily="49" charset="0"/>
              </a:rPr>
              <a:t>	&lt;/product</a:t>
            </a:r>
          </a:p>
          <a:p>
            <a:pPr>
              <a:buNone/>
            </a:pPr>
            <a:r>
              <a:rPr lang="en-US" sz="1800" dirty="0">
                <a:latin typeface="Courier New" panose="02070309020205020404" pitchFamily="49" charset="0"/>
                <a:cs typeface="Courier New" panose="02070309020205020404" pitchFamily="49" charset="0"/>
              </a:rPr>
              <a:t>&lt;/products&gt;</a:t>
            </a:r>
          </a:p>
        </p:txBody>
      </p:sp>
    </p:spTree>
    <p:extLst>
      <p:ext uri="{BB962C8B-B14F-4D97-AF65-F5344CB8AC3E}">
        <p14:creationId xmlns:p14="http://schemas.microsoft.com/office/powerpoint/2010/main" val="2548823524"/>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BFEB-931E-88FC-0ACD-C60636554ACD}"/>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06F308BA-C4E5-F072-5B55-1FB22693DA9F}"/>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Parsing XML documents</a:t>
            </a:r>
          </a:p>
        </p:txBody>
      </p:sp>
      <p:sp>
        <p:nvSpPr>
          <p:cNvPr id="20483" name="Content Placeholder 2">
            <a:extLst>
              <a:ext uri="{FF2B5EF4-FFF2-40B4-BE49-F238E27FC236}">
                <a16:creationId xmlns:a16="http://schemas.microsoft.com/office/drawing/2014/main" id="{65DF81A0-3ED5-19E2-4A14-CDCA6AFE82B6}"/>
              </a:ext>
            </a:extLst>
          </p:cNvPr>
          <p:cNvSpPr>
            <a:spLocks noGrp="1" noChangeArrowheads="1"/>
          </p:cNvSpPr>
          <p:nvPr>
            <p:ph idx="1"/>
          </p:nvPr>
        </p:nvSpPr>
        <p:spPr>
          <a:xfrm>
            <a:off x="323850" y="1112838"/>
            <a:ext cx="8784654" cy="3481387"/>
          </a:xfrm>
        </p:spPr>
        <p:txBody>
          <a:bodyPr/>
          <a:lstStyle/>
          <a:p>
            <a:r>
              <a:rPr lang="en-US" dirty="0"/>
              <a:t>Parser required to </a:t>
            </a:r>
            <a:r>
              <a:rPr lang="en-US" dirty="0" err="1"/>
              <a:t>analyse</a:t>
            </a:r>
            <a:r>
              <a:rPr lang="en-US" dirty="0"/>
              <a:t> an XML document</a:t>
            </a:r>
          </a:p>
          <a:p>
            <a:pPr lvl="1"/>
            <a:r>
              <a:rPr lang="en-US" dirty="0"/>
              <a:t>Streaming parsers</a:t>
            </a:r>
          </a:p>
          <a:p>
            <a:pPr lvl="2"/>
            <a:r>
              <a:rPr lang="en-US" dirty="0"/>
              <a:t>Receive one tag at a time &amp; must process document yourself</a:t>
            </a:r>
          </a:p>
          <a:p>
            <a:pPr lvl="2"/>
            <a:r>
              <a:rPr lang="en-US" dirty="0"/>
              <a:t>Useful if have massive data sets (i.e., Big Data)</a:t>
            </a:r>
          </a:p>
          <a:p>
            <a:pPr lvl="1"/>
            <a:r>
              <a:rPr lang="en-US" dirty="0"/>
              <a:t>Tree-based parser</a:t>
            </a:r>
          </a:p>
          <a:p>
            <a:pPr lvl="2"/>
            <a:r>
              <a:rPr lang="en-US" dirty="0"/>
              <a:t>Document Object Model (DOM)</a:t>
            </a:r>
          </a:p>
          <a:p>
            <a:pPr lvl="2"/>
            <a:r>
              <a:rPr lang="en-US" dirty="0"/>
              <a:t>Implemented in </a:t>
            </a:r>
            <a:r>
              <a:rPr lang="en-US" dirty="0" err="1">
                <a:latin typeface="Courier New" panose="02070309020205020404" pitchFamily="49" charset="0"/>
                <a:cs typeface="Courier New" panose="02070309020205020404" pitchFamily="49" charset="0"/>
              </a:rPr>
              <a:t>DocumentBuilder</a:t>
            </a:r>
            <a:r>
              <a:rPr lang="en-US" dirty="0"/>
              <a:t> class</a:t>
            </a:r>
          </a:p>
          <a:p>
            <a:pPr lvl="2"/>
            <a:r>
              <a:rPr lang="en-US" dirty="0"/>
              <a:t>Query a built </a:t>
            </a:r>
            <a:r>
              <a:rPr lang="en-US" dirty="0">
                <a:latin typeface="Courier New" panose="02070309020205020404" pitchFamily="49" charset="0"/>
                <a:cs typeface="Courier New" panose="02070309020205020404" pitchFamily="49" charset="0"/>
              </a:rPr>
              <a:t>Document</a:t>
            </a:r>
            <a:r>
              <a:rPr lang="en-US" dirty="0"/>
              <a:t> object using XPath</a:t>
            </a:r>
          </a:p>
          <a:p>
            <a:pPr lvl="2"/>
            <a:r>
              <a:rPr lang="en-US" dirty="0"/>
              <a:t>Useful for smaller data sets that you would like to query as a whole</a:t>
            </a:r>
          </a:p>
          <a:p>
            <a:endParaRPr lang="en-US" dirty="0"/>
          </a:p>
        </p:txBody>
      </p:sp>
    </p:spTree>
    <p:extLst>
      <p:ext uri="{BB962C8B-B14F-4D97-AF65-F5344CB8AC3E}">
        <p14:creationId xmlns:p14="http://schemas.microsoft.com/office/powerpoint/2010/main" val="74180376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48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8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8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5FD93-8D39-278B-66D3-9341C77DCD5B}"/>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C54AF2B1-81B8-EF85-F5AB-B9CA1C34145A}"/>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XML example</a:t>
            </a:r>
          </a:p>
        </p:txBody>
      </p:sp>
      <p:sp>
        <p:nvSpPr>
          <p:cNvPr id="3" name="Content Placeholder 2">
            <a:extLst>
              <a:ext uri="{FF2B5EF4-FFF2-40B4-BE49-F238E27FC236}">
                <a16:creationId xmlns:a16="http://schemas.microsoft.com/office/drawing/2014/main" id="{12BF026B-7858-C7CF-030C-51E32FD8C644}"/>
              </a:ext>
            </a:extLst>
          </p:cNvPr>
          <p:cNvSpPr>
            <a:spLocks noGrp="1"/>
          </p:cNvSpPr>
          <p:nvPr>
            <p:ph idx="1"/>
          </p:nvPr>
        </p:nvSpPr>
        <p:spPr>
          <a:xfrm>
            <a:off x="320330" y="987574"/>
            <a:ext cx="8229600" cy="3939809"/>
          </a:xfrm>
        </p:spPr>
        <p:txBody>
          <a:bodyPr>
            <a:normAutofit fontScale="70000" lnSpcReduction="20000"/>
          </a:bodyPr>
          <a:lstStyle/>
          <a:p>
            <a:pPr>
              <a:buNone/>
            </a:pPr>
            <a:r>
              <a:rPr lang="en-US" dirty="0">
                <a:latin typeface="Courier New" panose="02070309020205020404" pitchFamily="49" charset="0"/>
                <a:cs typeface="Courier New" panose="02070309020205020404" pitchFamily="49" charset="0"/>
              </a:rPr>
              <a:t>&lt;?xml version="1.0"?&gt;</a:t>
            </a:r>
          </a:p>
          <a:p>
            <a:pPr>
              <a:buNone/>
            </a:pPr>
            <a:r>
              <a:rPr lang="en-US" dirty="0">
                <a:latin typeface="Courier New" panose="02070309020205020404" pitchFamily="49" charset="0"/>
                <a:cs typeface="Courier New" panose="02070309020205020404" pitchFamily="49" charset="0"/>
              </a:rPr>
              <a:t>&lt;items&gt;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&lt;description&gt;Ink Jet Refill&lt;/description&gt;</a:t>
            </a:r>
          </a:p>
          <a:p>
            <a:pPr>
              <a:buNone/>
            </a:pPr>
            <a:r>
              <a:rPr lang="en-US" dirty="0">
                <a:latin typeface="Courier New" panose="02070309020205020404" pitchFamily="49" charset="0"/>
                <a:cs typeface="Courier New" panose="02070309020205020404" pitchFamily="49" charset="0"/>
              </a:rPr>
              <a:t>			&lt;price currency="</a:t>
            </a:r>
            <a:r>
              <a:rPr lang="en-US" dirty="0" err="1">
                <a:latin typeface="Courier New" panose="02070309020205020404" pitchFamily="49" charset="0"/>
                <a:cs typeface="Courier New" panose="02070309020205020404" pitchFamily="49" charset="0"/>
              </a:rPr>
              <a:t>ZAR</a:t>
            </a:r>
            <a:r>
              <a:rPr lang="en-US" dirty="0">
                <a:latin typeface="Courier New" panose="02070309020205020404" pitchFamily="49" charset="0"/>
                <a:cs typeface="Courier New" panose="02070309020205020404" pitchFamily="49" charset="0"/>
              </a:rPr>
              <a:t>"&gt;29.95&lt;/price&gt;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&lt;quantity&gt;8&lt;/quantity&gt;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&lt;description&gt;4-port Mini Hub&lt;/description&gt;</a:t>
            </a:r>
          </a:p>
          <a:p>
            <a:pPr>
              <a:buNone/>
            </a:pPr>
            <a:r>
              <a:rPr lang="en-US" dirty="0">
                <a:latin typeface="Courier New" panose="02070309020205020404" pitchFamily="49" charset="0"/>
                <a:cs typeface="Courier New" panose="02070309020205020404" pitchFamily="49" charset="0"/>
              </a:rPr>
              <a:t>			&lt;price currency="</a:t>
            </a:r>
            <a:r>
              <a:rPr lang="en-US" dirty="0" err="1">
                <a:latin typeface="Courier New" panose="02070309020205020404" pitchFamily="49" charset="0"/>
                <a:cs typeface="Courier New" panose="02070309020205020404" pitchFamily="49" charset="0"/>
              </a:rPr>
              <a:t>ZAR</a:t>
            </a:r>
            <a:r>
              <a:rPr lang="en-US" dirty="0">
                <a:latin typeface="Courier New" panose="02070309020205020404" pitchFamily="49" charset="0"/>
                <a:cs typeface="Courier New" panose="02070309020205020404" pitchFamily="49" charset="0"/>
              </a:rPr>
              <a:t>"&gt;19.95&lt;/price&gt;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&lt;quantity&gt;10&lt;/quantity&gt;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&lt;/items&gt;</a:t>
            </a:r>
          </a:p>
        </p:txBody>
      </p:sp>
      <p:graphicFrame>
        <p:nvGraphicFramePr>
          <p:cNvPr id="9" name="Diagram 8">
            <a:extLst>
              <a:ext uri="{FF2B5EF4-FFF2-40B4-BE49-F238E27FC236}">
                <a16:creationId xmlns:a16="http://schemas.microsoft.com/office/drawing/2014/main" id="{5A4DB6C3-73BE-3CB5-3972-438570FD04EF}"/>
              </a:ext>
            </a:extLst>
          </p:cNvPr>
          <p:cNvGraphicFramePr/>
          <p:nvPr>
            <p:extLst>
              <p:ext uri="{D42A27DB-BD31-4B8C-83A1-F6EECF244321}">
                <p14:modId xmlns:p14="http://schemas.microsoft.com/office/powerpoint/2010/main" val="563613873"/>
              </p:ext>
            </p:extLst>
          </p:nvPr>
        </p:nvGraphicFramePr>
        <p:xfrm>
          <a:off x="548930" y="534752"/>
          <a:ext cx="80010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45F5FC0B-D62B-E76B-4A29-A354D7F33408}"/>
              </a:ext>
            </a:extLst>
          </p:cNvPr>
          <p:cNvSpPr txBox="1"/>
          <p:nvPr/>
        </p:nvSpPr>
        <p:spPr>
          <a:xfrm>
            <a:off x="3409528" y="-5045"/>
            <a:ext cx="5715000" cy="523220"/>
          </a:xfrm>
          <a:prstGeom prst="rect">
            <a:avLst/>
          </a:prstGeom>
          <a:noFill/>
        </p:spPr>
        <p:txBody>
          <a:bodyPr wrap="square" rtlCol="0">
            <a:spAutoFit/>
          </a:bodyPr>
          <a:lstStyle/>
          <a:p>
            <a:pPr algn="ctr"/>
            <a:r>
              <a:rPr lang="en-US" sz="2800" b="1" dirty="0"/>
              <a:t>/items/item[2]/quantity</a:t>
            </a:r>
          </a:p>
        </p:txBody>
      </p:sp>
      <p:graphicFrame>
        <p:nvGraphicFramePr>
          <p:cNvPr id="11" name="Diagram 10">
            <a:extLst>
              <a:ext uri="{FF2B5EF4-FFF2-40B4-BE49-F238E27FC236}">
                <a16:creationId xmlns:a16="http://schemas.microsoft.com/office/drawing/2014/main" id="{43A0890C-BF56-47BA-544D-F587AEBCF068}"/>
              </a:ext>
            </a:extLst>
          </p:cNvPr>
          <p:cNvGraphicFramePr/>
          <p:nvPr>
            <p:extLst>
              <p:ext uri="{D42A27DB-BD31-4B8C-83A1-F6EECF244321}">
                <p14:modId xmlns:p14="http://schemas.microsoft.com/office/powerpoint/2010/main" val="584034521"/>
              </p:ext>
            </p:extLst>
          </p:nvPr>
        </p:nvGraphicFramePr>
        <p:xfrm>
          <a:off x="545410" y="534752"/>
          <a:ext cx="8001000" cy="4648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a:extLst>
              <a:ext uri="{FF2B5EF4-FFF2-40B4-BE49-F238E27FC236}">
                <a16:creationId xmlns:a16="http://schemas.microsoft.com/office/drawing/2014/main" id="{DB45F1BE-DA0F-7CBA-3A29-A5B3A523DDA0}"/>
              </a:ext>
            </a:extLst>
          </p:cNvPr>
          <p:cNvGraphicFramePr/>
          <p:nvPr>
            <p:extLst>
              <p:ext uri="{D42A27DB-BD31-4B8C-83A1-F6EECF244321}">
                <p14:modId xmlns:p14="http://schemas.microsoft.com/office/powerpoint/2010/main" val="1304480689"/>
              </p:ext>
            </p:extLst>
          </p:nvPr>
        </p:nvGraphicFramePr>
        <p:xfrm>
          <a:off x="540855" y="534752"/>
          <a:ext cx="8001000" cy="46482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3" name="TextBox 12">
            <a:extLst>
              <a:ext uri="{FF2B5EF4-FFF2-40B4-BE49-F238E27FC236}">
                <a16:creationId xmlns:a16="http://schemas.microsoft.com/office/drawing/2014/main" id="{989BB416-9BA9-1561-132F-D719513C2BB3}"/>
              </a:ext>
            </a:extLst>
          </p:cNvPr>
          <p:cNvSpPr txBox="1"/>
          <p:nvPr/>
        </p:nvSpPr>
        <p:spPr>
          <a:xfrm>
            <a:off x="3429000" y="-5045"/>
            <a:ext cx="5715000" cy="523220"/>
          </a:xfrm>
          <a:prstGeom prst="rect">
            <a:avLst/>
          </a:prstGeom>
          <a:noFill/>
        </p:spPr>
        <p:txBody>
          <a:bodyPr wrap="square" rtlCol="0">
            <a:spAutoFit/>
          </a:bodyPr>
          <a:lstStyle/>
          <a:p>
            <a:pPr algn="ctr"/>
            <a:r>
              <a:rPr lang="en-US" sz="2800" b="1" dirty="0"/>
              <a:t>/items/item[1]/product/price</a:t>
            </a:r>
          </a:p>
        </p:txBody>
      </p:sp>
    </p:spTree>
    <p:extLst>
      <p:ext uri="{BB962C8B-B14F-4D97-AF65-F5344CB8AC3E}">
        <p14:creationId xmlns:p14="http://schemas.microsoft.com/office/powerpoint/2010/main" val="16018050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2000"/>
                                        <p:tgtEl>
                                          <p:spTgt spid="10"/>
                                        </p:tgtEl>
                                      </p:cBhvr>
                                    </p:animEffect>
                                    <p:set>
                                      <p:cBhvr>
                                        <p:cTn id="23" dur="1" fill="hold">
                                          <p:stCondLst>
                                            <p:cond delay="1999"/>
                                          </p:stCondLst>
                                        </p:cTn>
                                        <p:tgtEl>
                                          <p:spTgt spid="10"/>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1000"/>
                                        <p:tgtEl>
                                          <p:spTgt spid="11"/>
                                        </p:tgtEl>
                                      </p:cBhvr>
                                    </p:animEffect>
                                    <p:set>
                                      <p:cBhvr>
                                        <p:cTn id="26" dur="1" fill="hold">
                                          <p:stCondLst>
                                            <p:cond delay="999"/>
                                          </p:stCondLst>
                                        </p:cTn>
                                        <p:tgtEl>
                                          <p:spTgt spid="11"/>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0" grpId="0"/>
      <p:bldP spid="10" grpId="1"/>
      <p:bldGraphic spid="11" grpId="0">
        <p:bldAsOne/>
      </p:bldGraphic>
      <p:bldGraphic spid="11" grpId="1">
        <p:bldAsOne/>
      </p:bldGraphic>
      <p:bldGraphic spid="12" grpId="0">
        <p:bldAsOne/>
      </p:bldGraphic>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BC855-6218-6D5D-07E6-9028A25B59E7}"/>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C9D186E5-1775-A35A-939C-EDC4C2F10EF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a:t>
            </a:r>
          </a:p>
        </p:txBody>
      </p:sp>
      <p:sp>
        <p:nvSpPr>
          <p:cNvPr id="20483" name="Content Placeholder 2">
            <a:extLst>
              <a:ext uri="{FF2B5EF4-FFF2-40B4-BE49-F238E27FC236}">
                <a16:creationId xmlns:a16="http://schemas.microsoft.com/office/drawing/2014/main" id="{A1CDE663-3C7B-E9B9-E150-194815ECB4F0}"/>
              </a:ext>
            </a:extLst>
          </p:cNvPr>
          <p:cNvSpPr>
            <a:spLocks noGrp="1" noChangeArrowheads="1"/>
          </p:cNvSpPr>
          <p:nvPr>
            <p:ph idx="1"/>
          </p:nvPr>
        </p:nvSpPr>
        <p:spPr>
          <a:xfrm>
            <a:off x="323850" y="1112838"/>
            <a:ext cx="8784654" cy="3481387"/>
          </a:xfrm>
        </p:spPr>
        <p:txBody>
          <a:bodyPr/>
          <a:lstStyle/>
          <a:p>
            <a:r>
              <a:rPr lang="en-US" sz="2400" dirty="0"/>
              <a:t>Refer to an element’s attribute</a:t>
            </a:r>
          </a:p>
          <a:p>
            <a:pPr lvl="1"/>
            <a:r>
              <a:rPr lang="en-US" sz="2400" dirty="0"/>
              <a:t>@attribute</a:t>
            </a:r>
          </a:p>
          <a:p>
            <a:pPr lvl="1"/>
            <a:r>
              <a:rPr lang="en-US" sz="2400" dirty="0"/>
              <a:t>E.g., /items/item[1]/product/price/@currency</a:t>
            </a:r>
          </a:p>
          <a:p>
            <a:r>
              <a:rPr lang="en-US" sz="2400" dirty="0"/>
              <a:t>Supports aggregate functions (perform operations on nodes)</a:t>
            </a:r>
          </a:p>
          <a:p>
            <a:pPr lvl="1"/>
            <a:r>
              <a:rPr lang="en-US" sz="2400" dirty="0"/>
              <a:t>count(/items/item)</a:t>
            </a:r>
          </a:p>
          <a:p>
            <a:pPr lvl="1"/>
            <a:r>
              <a:rPr lang="en-US" sz="2400" dirty="0"/>
              <a:t>count (/items/*)</a:t>
            </a:r>
          </a:p>
          <a:p>
            <a:r>
              <a:rPr lang="en-US" sz="2400" dirty="0"/>
              <a:t>Find name of child (if unknown)</a:t>
            </a:r>
          </a:p>
          <a:p>
            <a:pPr lvl="1"/>
            <a:r>
              <a:rPr lang="en-US" sz="2400" dirty="0"/>
              <a:t>name(/items/item[1]/*[1])</a:t>
            </a:r>
          </a:p>
        </p:txBody>
      </p:sp>
    </p:spTree>
    <p:extLst>
      <p:ext uri="{BB962C8B-B14F-4D97-AF65-F5344CB8AC3E}">
        <p14:creationId xmlns:p14="http://schemas.microsoft.com/office/powerpoint/2010/main" val="42206223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DA2AC-0925-D04D-B922-B80C54F617C3}"/>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CAE6D7A-7285-E777-C0CF-B52ECE7B5724}"/>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 example</a:t>
            </a:r>
          </a:p>
        </p:txBody>
      </p:sp>
      <p:sp>
        <p:nvSpPr>
          <p:cNvPr id="3" name="Content Placeholder 2">
            <a:extLst>
              <a:ext uri="{FF2B5EF4-FFF2-40B4-BE49-F238E27FC236}">
                <a16:creationId xmlns:a16="http://schemas.microsoft.com/office/drawing/2014/main" id="{F963A8E4-F725-ABAC-4B83-82564C24CD18}"/>
              </a:ext>
            </a:extLst>
          </p:cNvPr>
          <p:cNvSpPr>
            <a:spLocks noGrp="1"/>
          </p:cNvSpPr>
          <p:nvPr>
            <p:ph idx="1"/>
          </p:nvPr>
        </p:nvSpPr>
        <p:spPr>
          <a:xfrm>
            <a:off x="320330" y="987574"/>
            <a:ext cx="8229600" cy="3939809"/>
          </a:xfrm>
        </p:spPr>
        <p:txBody>
          <a:bodyPr>
            <a:normAutofit fontScale="70000" lnSpcReduction="20000"/>
          </a:bodyPr>
          <a:lstStyle/>
          <a:p>
            <a:pPr>
              <a:buNone/>
            </a:pPr>
            <a:r>
              <a:rPr lang="en-US" dirty="0">
                <a:latin typeface="Courier New" panose="02070309020205020404" pitchFamily="49" charset="0"/>
                <a:cs typeface="Courier New" panose="02070309020205020404" pitchFamily="49" charset="0"/>
              </a:rPr>
              <a:t>&lt;?xml version="1.0"?&gt;</a:t>
            </a:r>
          </a:p>
          <a:p>
            <a:pPr>
              <a:buNone/>
            </a:pPr>
            <a:r>
              <a:rPr lang="en-US" dirty="0">
                <a:latin typeface="Courier New" panose="02070309020205020404" pitchFamily="49" charset="0"/>
                <a:cs typeface="Courier New" panose="02070309020205020404" pitchFamily="49" charset="0"/>
              </a:rPr>
              <a:t>&lt;items&gt;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&lt;description&gt;Ink Jet Refill&lt;/description&gt;</a:t>
            </a:r>
          </a:p>
          <a:p>
            <a:pPr>
              <a:buNone/>
            </a:pPr>
            <a:r>
              <a:rPr lang="en-US" dirty="0">
                <a:latin typeface="Courier New" panose="02070309020205020404" pitchFamily="49" charset="0"/>
                <a:cs typeface="Courier New" panose="02070309020205020404" pitchFamily="49" charset="0"/>
              </a:rPr>
              <a:t>			&lt;price currency=“USD”&gt;29.95&lt;/price&gt;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&lt;quantity&gt;8&lt;/quantity&gt;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&lt;description&gt;4-port Mini Hub&lt;/description&gt;</a:t>
            </a:r>
          </a:p>
          <a:p>
            <a:pPr>
              <a:buNone/>
            </a:pPr>
            <a:r>
              <a:rPr lang="en-US" dirty="0">
                <a:latin typeface="Courier New" panose="02070309020205020404" pitchFamily="49" charset="0"/>
                <a:cs typeface="Courier New" panose="02070309020205020404" pitchFamily="49" charset="0"/>
              </a:rPr>
              <a:t>			&lt;price currency=“ZAR”&gt;19.95&lt;/price&gt;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&lt;quantity&gt;10&lt;/quantity&gt;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&lt;/items&gt;</a:t>
            </a:r>
          </a:p>
        </p:txBody>
      </p:sp>
      <p:sp>
        <p:nvSpPr>
          <p:cNvPr id="5" name="TextBox 4">
            <a:extLst>
              <a:ext uri="{FF2B5EF4-FFF2-40B4-BE49-F238E27FC236}">
                <a16:creationId xmlns:a16="http://schemas.microsoft.com/office/drawing/2014/main" id="{4BAA01C7-D5B8-EC00-11A6-44769E248C89}"/>
              </a:ext>
            </a:extLst>
          </p:cNvPr>
          <p:cNvSpPr txBox="1"/>
          <p:nvPr/>
        </p:nvSpPr>
        <p:spPr>
          <a:xfrm>
            <a:off x="3224192" y="413917"/>
            <a:ext cx="5580112" cy="400110"/>
          </a:xfrm>
          <a:prstGeom prst="rect">
            <a:avLst/>
          </a:prstGeom>
          <a:noFill/>
        </p:spPr>
        <p:txBody>
          <a:bodyPr wrap="square">
            <a:spAutoFit/>
          </a:bodyPr>
          <a:lstStyle/>
          <a:p>
            <a:pPr lvl="1"/>
            <a:r>
              <a:rPr lang="en-US" sz="2000" b="1" dirty="0"/>
              <a:t>/items/item[1]/product/price/@currency</a:t>
            </a:r>
          </a:p>
        </p:txBody>
      </p:sp>
      <p:pic>
        <p:nvPicPr>
          <p:cNvPr id="6" name="Graphic 5" descr="Question Mark with solid fill">
            <a:extLst>
              <a:ext uri="{FF2B5EF4-FFF2-40B4-BE49-F238E27FC236}">
                <a16:creationId xmlns:a16="http://schemas.microsoft.com/office/drawing/2014/main" id="{428F8644-7E59-3ACD-DDAC-E3797D9C77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8577" y="25901"/>
            <a:ext cx="1031454" cy="1031454"/>
          </a:xfrm>
          <a:prstGeom prst="rect">
            <a:avLst/>
          </a:prstGeom>
        </p:spPr>
      </p:pic>
    </p:spTree>
    <p:extLst>
      <p:ext uri="{BB962C8B-B14F-4D97-AF65-F5344CB8AC3E}">
        <p14:creationId xmlns:p14="http://schemas.microsoft.com/office/powerpoint/2010/main" val="9760549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2000" fill="hold"/>
                                        <p:tgtEl>
                                          <p:spTgt spid="3">
                                            <p:txEl>
                                              <p:pRg st="5" end="5"/>
                                            </p:txEl>
                                          </p:spTgt>
                                        </p:tgtEl>
                                        <p:attrNameLst>
                                          <p:attrName>style.color</p:attrName>
                                        </p:attrNameLst>
                                      </p:cBhvr>
                                      <p:to>
                                        <a:srgbClr val="FEC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C8739-DDDF-5206-D600-90A7926CDE2A}"/>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76851F24-06FD-229C-931E-5E721319625D}"/>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 example</a:t>
            </a:r>
          </a:p>
        </p:txBody>
      </p:sp>
      <p:sp>
        <p:nvSpPr>
          <p:cNvPr id="3" name="Content Placeholder 2">
            <a:extLst>
              <a:ext uri="{FF2B5EF4-FFF2-40B4-BE49-F238E27FC236}">
                <a16:creationId xmlns:a16="http://schemas.microsoft.com/office/drawing/2014/main" id="{D76D7C0C-5286-912C-2261-9474F8DCD509}"/>
              </a:ext>
            </a:extLst>
          </p:cNvPr>
          <p:cNvSpPr>
            <a:spLocks noGrp="1"/>
          </p:cNvSpPr>
          <p:nvPr>
            <p:ph idx="1"/>
          </p:nvPr>
        </p:nvSpPr>
        <p:spPr>
          <a:xfrm>
            <a:off x="320330" y="987574"/>
            <a:ext cx="8229600" cy="3939809"/>
          </a:xfrm>
        </p:spPr>
        <p:txBody>
          <a:bodyPr>
            <a:normAutofit fontScale="70000" lnSpcReduction="20000"/>
          </a:bodyPr>
          <a:lstStyle/>
          <a:p>
            <a:pPr>
              <a:buNone/>
            </a:pPr>
            <a:r>
              <a:rPr lang="en-US" dirty="0">
                <a:latin typeface="Courier New" panose="02070309020205020404" pitchFamily="49" charset="0"/>
                <a:cs typeface="Courier New" panose="02070309020205020404" pitchFamily="49" charset="0"/>
              </a:rPr>
              <a:t>&lt;?xml version="1.0"?&gt;</a:t>
            </a:r>
          </a:p>
          <a:p>
            <a:pPr>
              <a:buNone/>
            </a:pPr>
            <a:r>
              <a:rPr lang="en-US" dirty="0">
                <a:latin typeface="Courier New" panose="02070309020205020404" pitchFamily="49" charset="0"/>
                <a:cs typeface="Courier New" panose="02070309020205020404" pitchFamily="49" charset="0"/>
              </a:rPr>
              <a:t>&lt;items&gt;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&lt;description&gt;Ink Jet Refill&lt;/description&gt;</a:t>
            </a:r>
          </a:p>
          <a:p>
            <a:pPr>
              <a:buNone/>
            </a:pPr>
            <a:r>
              <a:rPr lang="en-US" dirty="0">
                <a:latin typeface="Courier New" panose="02070309020205020404" pitchFamily="49" charset="0"/>
                <a:cs typeface="Courier New" panose="02070309020205020404" pitchFamily="49" charset="0"/>
              </a:rPr>
              <a:t>			&lt;price currency=“USD”&gt;29.95&lt;/price&gt;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&lt;quantity&gt;8&lt;/quantity&gt;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&lt;description&gt;4-port Mini Hub&lt;/description&gt;</a:t>
            </a:r>
          </a:p>
          <a:p>
            <a:pPr>
              <a:buNone/>
            </a:pPr>
            <a:r>
              <a:rPr lang="en-US" dirty="0">
                <a:latin typeface="Courier New" panose="02070309020205020404" pitchFamily="49" charset="0"/>
                <a:cs typeface="Courier New" panose="02070309020205020404" pitchFamily="49" charset="0"/>
              </a:rPr>
              <a:t>			&lt;price currency=“ZAR”&gt;19.95&lt;/price&gt;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&lt;quantity&gt;10&lt;/quantity&gt;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&lt;/items&gt;</a:t>
            </a:r>
          </a:p>
        </p:txBody>
      </p:sp>
      <p:sp>
        <p:nvSpPr>
          <p:cNvPr id="5" name="TextBox 4">
            <a:extLst>
              <a:ext uri="{FF2B5EF4-FFF2-40B4-BE49-F238E27FC236}">
                <a16:creationId xmlns:a16="http://schemas.microsoft.com/office/drawing/2014/main" id="{5A50D3C8-42BB-3BE9-4338-37BA611B368C}"/>
              </a:ext>
            </a:extLst>
          </p:cNvPr>
          <p:cNvSpPr txBox="1"/>
          <p:nvPr/>
        </p:nvSpPr>
        <p:spPr>
          <a:xfrm>
            <a:off x="5724128" y="413917"/>
            <a:ext cx="3080176" cy="400110"/>
          </a:xfrm>
          <a:prstGeom prst="rect">
            <a:avLst/>
          </a:prstGeom>
          <a:noFill/>
        </p:spPr>
        <p:txBody>
          <a:bodyPr wrap="square">
            <a:spAutoFit/>
          </a:bodyPr>
          <a:lstStyle/>
          <a:p>
            <a:pPr lvl="1"/>
            <a:r>
              <a:rPr lang="en-US" sz="2000" b="1" dirty="0"/>
              <a:t>count(/items/item)</a:t>
            </a:r>
          </a:p>
        </p:txBody>
      </p:sp>
      <p:pic>
        <p:nvPicPr>
          <p:cNvPr id="6" name="Graphic 5" descr="Question Mark with solid fill">
            <a:extLst>
              <a:ext uri="{FF2B5EF4-FFF2-40B4-BE49-F238E27FC236}">
                <a16:creationId xmlns:a16="http://schemas.microsoft.com/office/drawing/2014/main" id="{91AF7F4D-FCB2-55E7-0C17-7A6B73E03F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8577" y="25901"/>
            <a:ext cx="1031454" cy="1031454"/>
          </a:xfrm>
          <a:prstGeom prst="rect">
            <a:avLst/>
          </a:prstGeom>
        </p:spPr>
      </p:pic>
      <p:sp>
        <p:nvSpPr>
          <p:cNvPr id="2" name="TextBox 1">
            <a:extLst>
              <a:ext uri="{FF2B5EF4-FFF2-40B4-BE49-F238E27FC236}">
                <a16:creationId xmlns:a16="http://schemas.microsoft.com/office/drawing/2014/main" id="{5363C1B6-4E7B-4D7F-CB1E-DF98C2482EF4}"/>
              </a:ext>
            </a:extLst>
          </p:cNvPr>
          <p:cNvSpPr txBox="1"/>
          <p:nvPr/>
        </p:nvSpPr>
        <p:spPr>
          <a:xfrm>
            <a:off x="5724128" y="825713"/>
            <a:ext cx="3080176" cy="400110"/>
          </a:xfrm>
          <a:prstGeom prst="rect">
            <a:avLst/>
          </a:prstGeom>
          <a:noFill/>
        </p:spPr>
        <p:txBody>
          <a:bodyPr wrap="square">
            <a:spAutoFit/>
          </a:bodyPr>
          <a:lstStyle/>
          <a:p>
            <a:pPr lvl="1"/>
            <a:r>
              <a:rPr lang="en-US" sz="2000" b="1" dirty="0"/>
              <a:t>count (/items/*)</a:t>
            </a:r>
          </a:p>
        </p:txBody>
      </p:sp>
    </p:spTree>
    <p:extLst>
      <p:ext uri="{BB962C8B-B14F-4D97-AF65-F5344CB8AC3E}">
        <p14:creationId xmlns:p14="http://schemas.microsoft.com/office/powerpoint/2010/main" val="2464432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2000" fill="hold"/>
                                        <p:tgtEl>
                                          <p:spTgt spid="3">
                                            <p:txEl>
                                              <p:pRg st="2" end="2"/>
                                            </p:txEl>
                                          </p:spTgt>
                                        </p:tgtEl>
                                        <p:attrNameLst>
                                          <p:attrName>style.color</p:attrName>
                                        </p:attrNameLst>
                                      </p:cBhvr>
                                      <p:to>
                                        <a:srgbClr val="FEC000"/>
                                      </p:to>
                                    </p:animClr>
                                  </p:childTnLst>
                                </p:cTn>
                              </p:par>
                              <p:par>
                                <p:cTn id="15" presetID="3" presetClass="emph" presetSubtype="2" fill="hold" nodeType="withEffect">
                                  <p:stCondLst>
                                    <p:cond delay="0"/>
                                  </p:stCondLst>
                                  <p:childTnLst>
                                    <p:animClr clrSpc="rgb" dir="cw">
                                      <p:cBhvr override="childStyle">
                                        <p:cTn id="16" dur="2000" fill="hold"/>
                                        <p:tgtEl>
                                          <p:spTgt spid="3">
                                            <p:txEl>
                                              <p:pRg st="3" end="3"/>
                                            </p:txEl>
                                          </p:spTgt>
                                        </p:tgtEl>
                                        <p:attrNameLst>
                                          <p:attrName>style.color</p:attrName>
                                        </p:attrNameLst>
                                      </p:cBhvr>
                                      <p:to>
                                        <a:srgbClr val="FEC000"/>
                                      </p:to>
                                    </p:animClr>
                                  </p:childTnLst>
                                </p:cTn>
                              </p:par>
                              <p:par>
                                <p:cTn id="17" presetID="3" presetClass="emph" presetSubtype="2" fill="hold" nodeType="withEffect">
                                  <p:stCondLst>
                                    <p:cond delay="0"/>
                                  </p:stCondLst>
                                  <p:childTnLst>
                                    <p:animClr clrSpc="rgb" dir="cw">
                                      <p:cBhvr override="childStyle">
                                        <p:cTn id="18" dur="2000" fill="hold"/>
                                        <p:tgtEl>
                                          <p:spTgt spid="3">
                                            <p:txEl>
                                              <p:pRg st="4" end="4"/>
                                            </p:txEl>
                                          </p:spTgt>
                                        </p:tgtEl>
                                        <p:attrNameLst>
                                          <p:attrName>style.color</p:attrName>
                                        </p:attrNameLst>
                                      </p:cBhvr>
                                      <p:to>
                                        <a:srgbClr val="FEC000"/>
                                      </p:to>
                                    </p:animClr>
                                  </p:childTnLst>
                                </p:cTn>
                              </p:par>
                              <p:par>
                                <p:cTn id="19" presetID="3" presetClass="emph" presetSubtype="2" fill="hold" nodeType="withEffect">
                                  <p:stCondLst>
                                    <p:cond delay="0"/>
                                  </p:stCondLst>
                                  <p:childTnLst>
                                    <p:animClr clrSpc="rgb" dir="cw">
                                      <p:cBhvr override="childStyle">
                                        <p:cTn id="20" dur="2000" fill="hold"/>
                                        <p:tgtEl>
                                          <p:spTgt spid="3">
                                            <p:txEl>
                                              <p:pRg st="5" end="5"/>
                                            </p:txEl>
                                          </p:spTgt>
                                        </p:tgtEl>
                                        <p:attrNameLst>
                                          <p:attrName>style.color</p:attrName>
                                        </p:attrNameLst>
                                      </p:cBhvr>
                                      <p:to>
                                        <a:srgbClr val="FEC000"/>
                                      </p:to>
                                    </p:animClr>
                                  </p:childTnLst>
                                </p:cTn>
                              </p:par>
                              <p:par>
                                <p:cTn id="21" presetID="3" presetClass="emph" presetSubtype="2" fill="hold" nodeType="withEffect">
                                  <p:stCondLst>
                                    <p:cond delay="0"/>
                                  </p:stCondLst>
                                  <p:childTnLst>
                                    <p:animClr clrSpc="rgb" dir="cw">
                                      <p:cBhvr override="childStyle">
                                        <p:cTn id="22" dur="2000" fill="hold"/>
                                        <p:tgtEl>
                                          <p:spTgt spid="3">
                                            <p:txEl>
                                              <p:pRg st="6" end="6"/>
                                            </p:txEl>
                                          </p:spTgt>
                                        </p:tgtEl>
                                        <p:attrNameLst>
                                          <p:attrName>style.color</p:attrName>
                                        </p:attrNameLst>
                                      </p:cBhvr>
                                      <p:to>
                                        <a:srgbClr val="FEC000"/>
                                      </p:to>
                                    </p:animClr>
                                  </p:childTnLst>
                                </p:cTn>
                              </p:par>
                              <p:par>
                                <p:cTn id="23" presetID="3" presetClass="emph" presetSubtype="2" fill="hold" nodeType="withEffect">
                                  <p:stCondLst>
                                    <p:cond delay="0"/>
                                  </p:stCondLst>
                                  <p:childTnLst>
                                    <p:animClr clrSpc="rgb" dir="cw">
                                      <p:cBhvr override="childStyle">
                                        <p:cTn id="24" dur="2000" fill="hold"/>
                                        <p:tgtEl>
                                          <p:spTgt spid="3">
                                            <p:txEl>
                                              <p:pRg st="7" end="7"/>
                                            </p:txEl>
                                          </p:spTgt>
                                        </p:tgtEl>
                                        <p:attrNameLst>
                                          <p:attrName>style.color</p:attrName>
                                        </p:attrNameLst>
                                      </p:cBhvr>
                                      <p:to>
                                        <a:srgbClr val="FEC000"/>
                                      </p:to>
                                    </p:animClr>
                                  </p:childTnLst>
                                </p:cTn>
                              </p:par>
                              <p:par>
                                <p:cTn id="25" presetID="3" presetClass="emph" presetSubtype="2" fill="hold" nodeType="withEffect">
                                  <p:stCondLst>
                                    <p:cond delay="0"/>
                                  </p:stCondLst>
                                  <p:childTnLst>
                                    <p:animClr clrSpc="rgb" dir="cw">
                                      <p:cBhvr override="childStyle">
                                        <p:cTn id="26" dur="2000" fill="hold"/>
                                        <p:tgtEl>
                                          <p:spTgt spid="3">
                                            <p:txEl>
                                              <p:pRg st="8" end="8"/>
                                            </p:txEl>
                                          </p:spTgt>
                                        </p:tgtEl>
                                        <p:attrNameLst>
                                          <p:attrName>style.color</p:attrName>
                                        </p:attrNameLst>
                                      </p:cBhvr>
                                      <p:to>
                                        <a:srgbClr val="FEC000"/>
                                      </p:to>
                                    </p:animClr>
                                  </p:childTnLst>
                                </p:cTn>
                              </p:par>
                              <p:par>
                                <p:cTn id="27" presetID="3" presetClass="emph" presetSubtype="2" fill="hold" nodeType="withEffect">
                                  <p:stCondLst>
                                    <p:cond delay="0"/>
                                  </p:stCondLst>
                                  <p:childTnLst>
                                    <p:animClr clrSpc="rgb" dir="cw">
                                      <p:cBhvr override="childStyle">
                                        <p:cTn id="28" dur="2000" fill="hold"/>
                                        <p:tgtEl>
                                          <p:spTgt spid="3">
                                            <p:txEl>
                                              <p:pRg st="9" end="9"/>
                                            </p:txEl>
                                          </p:spTgt>
                                        </p:tgtEl>
                                        <p:attrNameLst>
                                          <p:attrName>style.color</p:attrName>
                                        </p:attrNameLst>
                                      </p:cBhvr>
                                      <p:to>
                                        <a:srgbClr val="FEC000"/>
                                      </p:to>
                                    </p:animClr>
                                  </p:childTnLst>
                                </p:cTn>
                              </p:par>
                              <p:par>
                                <p:cTn id="29" presetID="3" presetClass="emph" presetSubtype="2" fill="hold" nodeType="withEffect">
                                  <p:stCondLst>
                                    <p:cond delay="0"/>
                                  </p:stCondLst>
                                  <p:childTnLst>
                                    <p:animClr clrSpc="rgb" dir="cw">
                                      <p:cBhvr override="childStyle">
                                        <p:cTn id="30" dur="2000" fill="hold"/>
                                        <p:tgtEl>
                                          <p:spTgt spid="3">
                                            <p:txEl>
                                              <p:pRg st="10" end="10"/>
                                            </p:txEl>
                                          </p:spTgt>
                                        </p:tgtEl>
                                        <p:attrNameLst>
                                          <p:attrName>style.color</p:attrName>
                                        </p:attrNameLst>
                                      </p:cBhvr>
                                      <p:to>
                                        <a:srgbClr val="FEC000"/>
                                      </p:to>
                                    </p:animClr>
                                  </p:childTnLst>
                                </p:cTn>
                              </p:par>
                              <p:par>
                                <p:cTn id="31" presetID="3" presetClass="emph" presetSubtype="2" fill="hold" nodeType="withEffect">
                                  <p:stCondLst>
                                    <p:cond delay="0"/>
                                  </p:stCondLst>
                                  <p:childTnLst>
                                    <p:animClr clrSpc="rgb" dir="cw">
                                      <p:cBhvr override="childStyle">
                                        <p:cTn id="32" dur="2000" fill="hold"/>
                                        <p:tgtEl>
                                          <p:spTgt spid="3">
                                            <p:txEl>
                                              <p:pRg st="11" end="11"/>
                                            </p:txEl>
                                          </p:spTgt>
                                        </p:tgtEl>
                                        <p:attrNameLst>
                                          <p:attrName>style.color</p:attrName>
                                        </p:attrNameLst>
                                      </p:cBhvr>
                                      <p:to>
                                        <a:srgbClr val="FEC000"/>
                                      </p:to>
                                    </p:animClr>
                                  </p:childTnLst>
                                </p:cTn>
                              </p:par>
                              <p:par>
                                <p:cTn id="33" presetID="3" presetClass="emph" presetSubtype="2" fill="hold" nodeType="withEffect">
                                  <p:stCondLst>
                                    <p:cond delay="0"/>
                                  </p:stCondLst>
                                  <p:childTnLst>
                                    <p:animClr clrSpc="rgb" dir="cw">
                                      <p:cBhvr override="childStyle">
                                        <p:cTn id="34" dur="2000" fill="hold"/>
                                        <p:tgtEl>
                                          <p:spTgt spid="3">
                                            <p:txEl>
                                              <p:pRg st="12" end="12"/>
                                            </p:txEl>
                                          </p:spTgt>
                                        </p:tgtEl>
                                        <p:attrNameLst>
                                          <p:attrName>style.color</p:attrName>
                                        </p:attrNameLst>
                                      </p:cBhvr>
                                      <p:to>
                                        <a:srgbClr val="FEC000"/>
                                      </p:to>
                                    </p:animClr>
                                  </p:childTnLst>
                                </p:cTn>
                              </p:par>
                              <p:par>
                                <p:cTn id="35" presetID="3" presetClass="emph" presetSubtype="2" fill="hold" nodeType="withEffect">
                                  <p:stCondLst>
                                    <p:cond delay="0"/>
                                  </p:stCondLst>
                                  <p:childTnLst>
                                    <p:animClr clrSpc="rgb" dir="cw">
                                      <p:cBhvr override="childStyle">
                                        <p:cTn id="36" dur="2000" fill="hold"/>
                                        <p:tgtEl>
                                          <p:spTgt spid="3">
                                            <p:txEl>
                                              <p:pRg st="13" end="13"/>
                                            </p:txEl>
                                          </p:spTgt>
                                        </p:tgtEl>
                                        <p:attrNameLst>
                                          <p:attrName>style.color</p:attrName>
                                        </p:attrNameLst>
                                      </p:cBhvr>
                                      <p:to>
                                        <a:srgbClr val="FEC000"/>
                                      </p:to>
                                    </p:animClr>
                                  </p:childTnLst>
                                </p:cTn>
                              </p:par>
                              <p:par>
                                <p:cTn id="37" presetID="3" presetClass="emph" presetSubtype="2" fill="hold" nodeType="withEffect">
                                  <p:stCondLst>
                                    <p:cond delay="0"/>
                                  </p:stCondLst>
                                  <p:childTnLst>
                                    <p:animClr clrSpc="rgb" dir="cw">
                                      <p:cBhvr override="childStyle">
                                        <p:cTn id="38" dur="2000" fill="hold"/>
                                        <p:tgtEl>
                                          <p:spTgt spid="3">
                                            <p:txEl>
                                              <p:pRg st="14" end="14"/>
                                            </p:txEl>
                                          </p:spTgt>
                                        </p:tgtEl>
                                        <p:attrNameLst>
                                          <p:attrName>style.color</p:attrName>
                                        </p:attrNameLst>
                                      </p:cBhvr>
                                      <p:to>
                                        <a:srgbClr val="FEC000"/>
                                      </p:to>
                                    </p:animClr>
                                  </p:childTnLst>
                                </p:cTn>
                              </p:par>
                              <p:par>
                                <p:cTn id="39" presetID="3" presetClass="emph" presetSubtype="2" fill="hold" nodeType="withEffect">
                                  <p:stCondLst>
                                    <p:cond delay="0"/>
                                  </p:stCondLst>
                                  <p:childTnLst>
                                    <p:animClr clrSpc="rgb" dir="cw">
                                      <p:cBhvr override="childStyle">
                                        <p:cTn id="40" dur="2000" fill="hold"/>
                                        <p:tgtEl>
                                          <p:spTgt spid="3">
                                            <p:txEl>
                                              <p:pRg st="15" end="15"/>
                                            </p:txEl>
                                          </p:spTgt>
                                        </p:tgtEl>
                                        <p:attrNameLst>
                                          <p:attrName>style.color</p:attrName>
                                        </p:attrNameLst>
                                      </p:cBhvr>
                                      <p:to>
                                        <a:srgbClr val="FEC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2825-08B7-7937-7405-0C6FEDBD85A4}"/>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9414702-DBA8-C995-EA0D-D9310E9CC353}"/>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 example</a:t>
            </a:r>
          </a:p>
        </p:txBody>
      </p:sp>
      <p:sp>
        <p:nvSpPr>
          <p:cNvPr id="3" name="Content Placeholder 2">
            <a:extLst>
              <a:ext uri="{FF2B5EF4-FFF2-40B4-BE49-F238E27FC236}">
                <a16:creationId xmlns:a16="http://schemas.microsoft.com/office/drawing/2014/main" id="{26E9CAF4-BFEA-D596-9B89-70D922B0EFD0}"/>
              </a:ext>
            </a:extLst>
          </p:cNvPr>
          <p:cNvSpPr>
            <a:spLocks noGrp="1"/>
          </p:cNvSpPr>
          <p:nvPr>
            <p:ph idx="1"/>
          </p:nvPr>
        </p:nvSpPr>
        <p:spPr>
          <a:xfrm>
            <a:off x="320330" y="987574"/>
            <a:ext cx="8229600" cy="3939809"/>
          </a:xfrm>
        </p:spPr>
        <p:txBody>
          <a:bodyPr>
            <a:normAutofit fontScale="70000" lnSpcReduction="20000"/>
          </a:bodyPr>
          <a:lstStyle/>
          <a:p>
            <a:pPr>
              <a:buNone/>
            </a:pPr>
            <a:r>
              <a:rPr lang="en-US" dirty="0">
                <a:latin typeface="Courier New" panose="02070309020205020404" pitchFamily="49" charset="0"/>
                <a:cs typeface="Courier New" panose="02070309020205020404" pitchFamily="49" charset="0"/>
              </a:rPr>
              <a:t>&lt;?xml version="1.0"?&gt;</a:t>
            </a:r>
          </a:p>
          <a:p>
            <a:pPr>
              <a:buNone/>
            </a:pPr>
            <a:r>
              <a:rPr lang="en-US" dirty="0">
                <a:latin typeface="Courier New" panose="02070309020205020404" pitchFamily="49" charset="0"/>
                <a:cs typeface="Courier New" panose="02070309020205020404" pitchFamily="49" charset="0"/>
              </a:rPr>
              <a:t>&lt;items&gt;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&lt;description&gt;Ink Jet Refill&lt;/description&gt;</a:t>
            </a:r>
          </a:p>
          <a:p>
            <a:pPr>
              <a:buNone/>
            </a:pPr>
            <a:r>
              <a:rPr lang="en-US" dirty="0">
                <a:latin typeface="Courier New" panose="02070309020205020404" pitchFamily="49" charset="0"/>
                <a:cs typeface="Courier New" panose="02070309020205020404" pitchFamily="49" charset="0"/>
              </a:rPr>
              <a:t>			&lt;price currency=“USD”&gt;29.95&lt;/price&gt;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&lt;quantity&gt;8&lt;/quantity&gt;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&lt;description&gt;4-port Mini Hub&lt;/description&gt;</a:t>
            </a:r>
          </a:p>
          <a:p>
            <a:pPr>
              <a:buNone/>
            </a:pPr>
            <a:r>
              <a:rPr lang="en-US" dirty="0">
                <a:latin typeface="Courier New" panose="02070309020205020404" pitchFamily="49" charset="0"/>
                <a:cs typeface="Courier New" panose="02070309020205020404" pitchFamily="49" charset="0"/>
              </a:rPr>
              <a:t>			&lt;price currency=“ZAR”&gt;19.95&lt;/price&gt;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&lt;quantity&gt;10&lt;/quantity&gt;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&lt;/items&gt;</a:t>
            </a:r>
          </a:p>
        </p:txBody>
      </p:sp>
      <p:sp>
        <p:nvSpPr>
          <p:cNvPr id="5" name="TextBox 4">
            <a:extLst>
              <a:ext uri="{FF2B5EF4-FFF2-40B4-BE49-F238E27FC236}">
                <a16:creationId xmlns:a16="http://schemas.microsoft.com/office/drawing/2014/main" id="{B1091891-1FC7-295B-65F3-4A525637BB52}"/>
              </a:ext>
            </a:extLst>
          </p:cNvPr>
          <p:cNvSpPr txBox="1"/>
          <p:nvPr/>
        </p:nvSpPr>
        <p:spPr>
          <a:xfrm>
            <a:off x="5004048" y="413917"/>
            <a:ext cx="3800256" cy="400110"/>
          </a:xfrm>
          <a:prstGeom prst="rect">
            <a:avLst/>
          </a:prstGeom>
          <a:noFill/>
        </p:spPr>
        <p:txBody>
          <a:bodyPr wrap="square">
            <a:spAutoFit/>
          </a:bodyPr>
          <a:lstStyle/>
          <a:p>
            <a:pPr lvl="1"/>
            <a:r>
              <a:rPr lang="en-US" sz="2000" b="1" dirty="0"/>
              <a:t>name(/items/item[1]/*[1])</a:t>
            </a:r>
          </a:p>
        </p:txBody>
      </p:sp>
      <p:pic>
        <p:nvPicPr>
          <p:cNvPr id="6" name="Graphic 5" descr="Question Mark with solid fill">
            <a:extLst>
              <a:ext uri="{FF2B5EF4-FFF2-40B4-BE49-F238E27FC236}">
                <a16:creationId xmlns:a16="http://schemas.microsoft.com/office/drawing/2014/main" id="{329344C5-9299-D10A-22DD-B3932B1D33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8577" y="25901"/>
            <a:ext cx="1031454" cy="1031454"/>
          </a:xfrm>
          <a:prstGeom prst="rect">
            <a:avLst/>
          </a:prstGeom>
        </p:spPr>
      </p:pic>
    </p:spTree>
    <p:extLst>
      <p:ext uri="{BB962C8B-B14F-4D97-AF65-F5344CB8AC3E}">
        <p14:creationId xmlns:p14="http://schemas.microsoft.com/office/powerpoint/2010/main" val="85265560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2000" fill="hold"/>
                                        <p:tgtEl>
                                          <p:spTgt spid="3">
                                            <p:txEl>
                                              <p:pRg st="3" end="3"/>
                                            </p:txEl>
                                          </p:spTgt>
                                        </p:tgtEl>
                                        <p:attrNameLst>
                                          <p:attrName>style.color</p:attrName>
                                        </p:attrNameLst>
                                      </p:cBhvr>
                                      <p:to>
                                        <a:srgbClr val="FEC000"/>
                                      </p:to>
                                    </p:animClr>
                                  </p:childTnLst>
                                </p:cTn>
                              </p:par>
                              <p:par>
                                <p:cTn id="15" presetID="3" presetClass="emph" presetSubtype="2" fill="hold" nodeType="withEffect">
                                  <p:stCondLst>
                                    <p:cond delay="0"/>
                                  </p:stCondLst>
                                  <p:childTnLst>
                                    <p:animClr clrSpc="rgb" dir="cw">
                                      <p:cBhvr override="childStyle">
                                        <p:cTn id="16" dur="2000" fill="hold"/>
                                        <p:tgtEl>
                                          <p:spTgt spid="3">
                                            <p:txEl>
                                              <p:pRg st="4" end="4"/>
                                            </p:txEl>
                                          </p:spTgt>
                                        </p:tgtEl>
                                        <p:attrNameLst>
                                          <p:attrName>style.color</p:attrName>
                                        </p:attrNameLst>
                                      </p:cBhvr>
                                      <p:to>
                                        <a:srgbClr val="FEC000"/>
                                      </p:to>
                                    </p:animClr>
                                  </p:childTnLst>
                                </p:cTn>
                              </p:par>
                              <p:par>
                                <p:cTn id="17" presetID="3" presetClass="emph" presetSubtype="2" fill="hold" nodeType="withEffect">
                                  <p:stCondLst>
                                    <p:cond delay="0"/>
                                  </p:stCondLst>
                                  <p:childTnLst>
                                    <p:animClr clrSpc="rgb" dir="cw">
                                      <p:cBhvr override="childStyle">
                                        <p:cTn id="18" dur="2000" fill="hold"/>
                                        <p:tgtEl>
                                          <p:spTgt spid="3">
                                            <p:txEl>
                                              <p:pRg st="5" end="5"/>
                                            </p:txEl>
                                          </p:spTgt>
                                        </p:tgtEl>
                                        <p:attrNameLst>
                                          <p:attrName>style.color</p:attrName>
                                        </p:attrNameLst>
                                      </p:cBhvr>
                                      <p:to>
                                        <a:srgbClr val="FEC000"/>
                                      </p:to>
                                    </p:animClr>
                                  </p:childTnLst>
                                </p:cTn>
                              </p:par>
                              <p:par>
                                <p:cTn id="19" presetID="3" presetClass="emph" presetSubtype="2" fill="hold" nodeType="withEffect">
                                  <p:stCondLst>
                                    <p:cond delay="0"/>
                                  </p:stCondLst>
                                  <p:childTnLst>
                                    <p:animClr clrSpc="rgb" dir="cw">
                                      <p:cBhvr override="childStyle">
                                        <p:cTn id="20" dur="2000" fill="hold"/>
                                        <p:tgtEl>
                                          <p:spTgt spid="3">
                                            <p:txEl>
                                              <p:pRg st="6" end="6"/>
                                            </p:txEl>
                                          </p:spTgt>
                                        </p:tgtEl>
                                        <p:attrNameLst>
                                          <p:attrName>style.color</p:attrName>
                                        </p:attrNameLst>
                                      </p:cBhvr>
                                      <p:to>
                                        <a:srgbClr val="FEC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A41B-466A-63B3-42B2-C94658B7E766}"/>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6FD9F17D-E330-7E84-B90F-5A668A94A6BA}"/>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 example</a:t>
            </a:r>
          </a:p>
        </p:txBody>
      </p:sp>
      <p:sp>
        <p:nvSpPr>
          <p:cNvPr id="3" name="Content Placeholder 2">
            <a:extLst>
              <a:ext uri="{FF2B5EF4-FFF2-40B4-BE49-F238E27FC236}">
                <a16:creationId xmlns:a16="http://schemas.microsoft.com/office/drawing/2014/main" id="{CC01D325-A534-11E6-B04F-32932880AB20}"/>
              </a:ext>
            </a:extLst>
          </p:cNvPr>
          <p:cNvSpPr>
            <a:spLocks noGrp="1"/>
          </p:cNvSpPr>
          <p:nvPr>
            <p:ph idx="1"/>
          </p:nvPr>
        </p:nvSpPr>
        <p:spPr>
          <a:xfrm>
            <a:off x="320330" y="987574"/>
            <a:ext cx="8229600" cy="3939809"/>
          </a:xfrm>
        </p:spPr>
        <p:txBody>
          <a:bodyPr>
            <a:normAutofit fontScale="70000" lnSpcReduction="20000"/>
          </a:bodyPr>
          <a:lstStyle/>
          <a:p>
            <a:pPr>
              <a:buNone/>
            </a:pPr>
            <a:r>
              <a:rPr lang="en-US" dirty="0">
                <a:latin typeface="Courier New" panose="02070309020205020404" pitchFamily="49" charset="0"/>
                <a:cs typeface="Courier New" panose="02070309020205020404" pitchFamily="49" charset="0"/>
              </a:rPr>
              <a:t>&lt;?xml version="1.0"?&gt;</a:t>
            </a:r>
          </a:p>
          <a:p>
            <a:pPr>
              <a:buNone/>
            </a:pPr>
            <a:r>
              <a:rPr lang="en-US" dirty="0">
                <a:latin typeface="Courier New" panose="02070309020205020404" pitchFamily="49" charset="0"/>
                <a:cs typeface="Courier New" panose="02070309020205020404" pitchFamily="49" charset="0"/>
              </a:rPr>
              <a:t>&lt;items&gt;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&lt;description&gt;Ink Jet Refill&lt;/description&gt;</a:t>
            </a:r>
          </a:p>
          <a:p>
            <a:pPr>
              <a:buNone/>
            </a:pPr>
            <a:r>
              <a:rPr lang="en-US" dirty="0">
                <a:latin typeface="Courier New" panose="02070309020205020404" pitchFamily="49" charset="0"/>
                <a:cs typeface="Courier New" panose="02070309020205020404" pitchFamily="49" charset="0"/>
              </a:rPr>
              <a:t>			&lt;price currency=“USD”&gt;29.95&lt;/price&gt;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&lt;quantity&gt;8&lt;/quantity&gt;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&lt;description&gt;4-port Mini Hub&lt;/description&gt;</a:t>
            </a:r>
          </a:p>
          <a:p>
            <a:pPr>
              <a:buNone/>
            </a:pPr>
            <a:r>
              <a:rPr lang="en-US" dirty="0">
                <a:latin typeface="Courier New" panose="02070309020205020404" pitchFamily="49" charset="0"/>
                <a:cs typeface="Courier New" panose="02070309020205020404" pitchFamily="49" charset="0"/>
              </a:rPr>
              <a:t>			&lt;price currency=“ZAR”&gt;19.95&lt;/price&gt;</a:t>
            </a:r>
          </a:p>
          <a:p>
            <a:pPr>
              <a:buNone/>
            </a:pPr>
            <a:r>
              <a:rPr lang="en-US" dirty="0">
                <a:latin typeface="Courier New" panose="02070309020205020404" pitchFamily="49" charset="0"/>
                <a:cs typeface="Courier New" panose="02070309020205020404" pitchFamily="49" charset="0"/>
              </a:rPr>
              <a:t>		&lt;/product&gt;</a:t>
            </a:r>
          </a:p>
          <a:p>
            <a:pPr>
              <a:buNone/>
            </a:pPr>
            <a:r>
              <a:rPr lang="en-US" dirty="0">
                <a:latin typeface="Courier New" panose="02070309020205020404" pitchFamily="49" charset="0"/>
                <a:cs typeface="Courier New" panose="02070309020205020404" pitchFamily="49" charset="0"/>
              </a:rPr>
              <a:t>		&lt;quantity&gt;10&lt;/quantity&gt;</a:t>
            </a:r>
          </a:p>
          <a:p>
            <a:pPr>
              <a:buNone/>
            </a:pPr>
            <a:r>
              <a:rPr lang="en-US" dirty="0">
                <a:latin typeface="Courier New" panose="02070309020205020404" pitchFamily="49" charset="0"/>
                <a:cs typeface="Courier New" panose="02070309020205020404" pitchFamily="49" charset="0"/>
              </a:rPr>
              <a:t>	&lt;/item&gt;</a:t>
            </a:r>
          </a:p>
          <a:p>
            <a:pPr>
              <a:buNone/>
            </a:pPr>
            <a:r>
              <a:rPr lang="en-US" dirty="0">
                <a:latin typeface="Courier New" panose="02070309020205020404" pitchFamily="49" charset="0"/>
                <a:cs typeface="Courier New" panose="02070309020205020404" pitchFamily="49" charset="0"/>
              </a:rPr>
              <a:t>&lt;/items&gt;</a:t>
            </a:r>
          </a:p>
        </p:txBody>
      </p:sp>
      <p:sp>
        <p:nvSpPr>
          <p:cNvPr id="5" name="TextBox 4">
            <a:extLst>
              <a:ext uri="{FF2B5EF4-FFF2-40B4-BE49-F238E27FC236}">
                <a16:creationId xmlns:a16="http://schemas.microsoft.com/office/drawing/2014/main" id="{5E57C63E-7A03-014D-1C21-35E4095AF5BF}"/>
              </a:ext>
            </a:extLst>
          </p:cNvPr>
          <p:cNvSpPr txBox="1"/>
          <p:nvPr/>
        </p:nvSpPr>
        <p:spPr>
          <a:xfrm>
            <a:off x="5220072" y="413917"/>
            <a:ext cx="3584232" cy="400110"/>
          </a:xfrm>
          <a:prstGeom prst="rect">
            <a:avLst/>
          </a:prstGeom>
          <a:noFill/>
        </p:spPr>
        <p:txBody>
          <a:bodyPr wrap="square">
            <a:spAutoFit/>
          </a:bodyPr>
          <a:lstStyle/>
          <a:p>
            <a:pPr lvl="1"/>
            <a:r>
              <a:rPr lang="en-US" sz="2000" b="1" dirty="0"/>
              <a:t>count(/items/item[2]/*)</a:t>
            </a:r>
          </a:p>
        </p:txBody>
      </p:sp>
      <p:pic>
        <p:nvPicPr>
          <p:cNvPr id="6" name="Graphic 5" descr="Question Mark with solid fill">
            <a:extLst>
              <a:ext uri="{FF2B5EF4-FFF2-40B4-BE49-F238E27FC236}">
                <a16:creationId xmlns:a16="http://schemas.microsoft.com/office/drawing/2014/main" id="{AA50CD61-956D-F7E7-BC83-B6A7169652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8577" y="25901"/>
            <a:ext cx="1031454" cy="1031454"/>
          </a:xfrm>
          <a:prstGeom prst="rect">
            <a:avLst/>
          </a:prstGeom>
        </p:spPr>
      </p:pic>
    </p:spTree>
    <p:extLst>
      <p:ext uri="{BB962C8B-B14F-4D97-AF65-F5344CB8AC3E}">
        <p14:creationId xmlns:p14="http://schemas.microsoft.com/office/powerpoint/2010/main" val="3954438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nodeType="clickEffect">
                                  <p:stCondLst>
                                    <p:cond delay="0"/>
                                  </p:stCondLst>
                                  <p:childTnLst>
                                    <p:animClr clrSpc="rgb" dir="cw">
                                      <p:cBhvr override="childStyle">
                                        <p:cTn id="13" dur="2000" fill="hold"/>
                                        <p:tgtEl>
                                          <p:spTgt spid="3">
                                            <p:txEl>
                                              <p:pRg st="10" end="10"/>
                                            </p:txEl>
                                          </p:spTgt>
                                        </p:tgtEl>
                                        <p:attrNameLst>
                                          <p:attrName>style.color</p:attrName>
                                        </p:attrNameLst>
                                      </p:cBhvr>
                                      <p:to>
                                        <a:srgbClr val="FEC000"/>
                                      </p:to>
                                    </p:animClr>
                                  </p:childTnLst>
                                </p:cTn>
                              </p:par>
                              <p:par>
                                <p:cTn id="14" presetID="3" presetClass="emph" presetSubtype="2" fill="hold" nodeType="withEffect">
                                  <p:stCondLst>
                                    <p:cond delay="0"/>
                                  </p:stCondLst>
                                  <p:childTnLst>
                                    <p:animClr clrSpc="rgb" dir="cw">
                                      <p:cBhvr override="childStyle">
                                        <p:cTn id="15" dur="2000" fill="hold"/>
                                        <p:tgtEl>
                                          <p:spTgt spid="3">
                                            <p:txEl>
                                              <p:pRg st="11" end="11"/>
                                            </p:txEl>
                                          </p:spTgt>
                                        </p:tgtEl>
                                        <p:attrNameLst>
                                          <p:attrName>style.color</p:attrName>
                                        </p:attrNameLst>
                                      </p:cBhvr>
                                      <p:to>
                                        <a:srgbClr val="FEC000"/>
                                      </p:to>
                                    </p:animClr>
                                  </p:childTnLst>
                                </p:cTn>
                              </p:par>
                              <p:par>
                                <p:cTn id="16" presetID="3" presetClass="emph" presetSubtype="2" fill="hold" nodeType="withEffect">
                                  <p:stCondLst>
                                    <p:cond delay="0"/>
                                  </p:stCondLst>
                                  <p:childTnLst>
                                    <p:animClr clrSpc="rgb" dir="cw">
                                      <p:cBhvr override="childStyle">
                                        <p:cTn id="17" dur="2000" fill="hold"/>
                                        <p:tgtEl>
                                          <p:spTgt spid="3">
                                            <p:txEl>
                                              <p:pRg st="12" end="12"/>
                                            </p:txEl>
                                          </p:spTgt>
                                        </p:tgtEl>
                                        <p:attrNameLst>
                                          <p:attrName>style.color</p:attrName>
                                        </p:attrNameLst>
                                      </p:cBhvr>
                                      <p:to>
                                        <a:srgbClr val="FEC000"/>
                                      </p:to>
                                    </p:animClr>
                                  </p:childTnLst>
                                </p:cTn>
                              </p:par>
                              <p:par>
                                <p:cTn id="18" presetID="3" presetClass="emph" presetSubtype="2" fill="hold" nodeType="withEffect">
                                  <p:stCondLst>
                                    <p:cond delay="0"/>
                                  </p:stCondLst>
                                  <p:childTnLst>
                                    <p:animClr clrSpc="rgb" dir="cw">
                                      <p:cBhvr override="childStyle">
                                        <p:cTn id="19" dur="2000" fill="hold"/>
                                        <p:tgtEl>
                                          <p:spTgt spid="3">
                                            <p:txEl>
                                              <p:pRg st="13" end="13"/>
                                            </p:txEl>
                                          </p:spTgt>
                                        </p:tgtEl>
                                        <p:attrNameLst>
                                          <p:attrName>style.color</p:attrName>
                                        </p:attrNameLst>
                                      </p:cBhvr>
                                      <p:to>
                                        <a:srgbClr val="FEC000"/>
                                      </p:to>
                                    </p:animClr>
                                  </p:childTnLst>
                                </p:cTn>
                              </p:par>
                              <p:par>
                                <p:cTn id="20" presetID="3" presetClass="emph" presetSubtype="2" fill="hold" nodeType="withEffect">
                                  <p:stCondLst>
                                    <p:cond delay="0"/>
                                  </p:stCondLst>
                                  <p:childTnLst>
                                    <p:animClr clrSpc="rgb" dir="cw">
                                      <p:cBhvr override="childStyle">
                                        <p:cTn id="21" dur="2000" fill="hold"/>
                                        <p:tgtEl>
                                          <p:spTgt spid="3">
                                            <p:txEl>
                                              <p:pRg st="14" end="14"/>
                                            </p:txEl>
                                          </p:spTgt>
                                        </p:tgtEl>
                                        <p:attrNameLst>
                                          <p:attrName>style.color</p:attrName>
                                        </p:attrNameLst>
                                      </p:cBhvr>
                                      <p:to>
                                        <a:srgbClr val="FEC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7E3E-0E49-63E3-CBC7-06B68065BF6A}"/>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7C6A2C3-3AB9-FEF4-CF04-7F0572326F08}"/>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XPath</a:t>
            </a:r>
          </a:p>
        </p:txBody>
      </p:sp>
      <p:sp>
        <p:nvSpPr>
          <p:cNvPr id="20483" name="Content Placeholder 2">
            <a:extLst>
              <a:ext uri="{FF2B5EF4-FFF2-40B4-BE49-F238E27FC236}">
                <a16:creationId xmlns:a16="http://schemas.microsoft.com/office/drawing/2014/main" id="{818F24B0-E0B3-FBD5-6C44-CDCC7282B193}"/>
              </a:ext>
            </a:extLst>
          </p:cNvPr>
          <p:cNvSpPr>
            <a:spLocks noGrp="1" noChangeArrowheads="1"/>
          </p:cNvSpPr>
          <p:nvPr>
            <p:ph idx="1"/>
          </p:nvPr>
        </p:nvSpPr>
        <p:spPr>
          <a:xfrm>
            <a:off x="323850" y="1112838"/>
            <a:ext cx="8784654" cy="3481387"/>
          </a:xfrm>
        </p:spPr>
        <p:txBody>
          <a:bodyPr/>
          <a:lstStyle/>
          <a:p>
            <a:r>
              <a:rPr lang="en-US" sz="2400" dirty="0"/>
              <a:t>IntelliJ provides a useful tool to help test your XPath queries</a:t>
            </a:r>
          </a:p>
          <a:p>
            <a:pPr lvl="1"/>
            <a:r>
              <a:rPr lang="en-US" sz="2400" dirty="0"/>
              <a:t>Right-click on an open XML document and choose ‘Evaluate XPath…”</a:t>
            </a:r>
          </a:p>
          <a:p>
            <a:r>
              <a:rPr lang="en-US" sz="2400" dirty="0"/>
              <a:t>Much more functionality</a:t>
            </a:r>
          </a:p>
          <a:p>
            <a:pPr lvl="1"/>
            <a:r>
              <a:rPr lang="en-US" sz="2400" dirty="0"/>
              <a:t>Check </a:t>
            </a:r>
            <a:r>
              <a:rPr lang="en-US" sz="2400" dirty="0">
                <a:hlinkClick r:id="rId3"/>
              </a:rPr>
              <a:t>http://www.w3.org/TR/xpath</a:t>
            </a:r>
            <a:r>
              <a:rPr lang="en-US" sz="2400" dirty="0"/>
              <a:t> </a:t>
            </a:r>
          </a:p>
          <a:p>
            <a:r>
              <a:rPr lang="en-US" sz="2400" dirty="0"/>
              <a:t>See </a:t>
            </a:r>
            <a:r>
              <a:rPr lang="en-US" sz="2400" dirty="0">
                <a:solidFill>
                  <a:srgbClr val="FEC000"/>
                </a:solidFill>
              </a:rPr>
              <a:t>/example01</a:t>
            </a:r>
          </a:p>
        </p:txBody>
      </p:sp>
    </p:spTree>
    <p:extLst>
      <p:ext uri="{BB962C8B-B14F-4D97-AF65-F5344CB8AC3E}">
        <p14:creationId xmlns:p14="http://schemas.microsoft.com/office/powerpoint/2010/main" val="2242960218"/>
      </p:ext>
    </p:extLst>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595E-94FA-CD42-B8BE-F762329C9AE2}"/>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EA92F38-65D0-C0E0-5048-DE6838B6EE7F}"/>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Traversing the document tree</a:t>
            </a:r>
          </a:p>
        </p:txBody>
      </p:sp>
      <p:sp>
        <p:nvSpPr>
          <p:cNvPr id="20483" name="Content Placeholder 2">
            <a:extLst>
              <a:ext uri="{FF2B5EF4-FFF2-40B4-BE49-F238E27FC236}">
                <a16:creationId xmlns:a16="http://schemas.microsoft.com/office/drawing/2014/main" id="{188094E2-0B60-3B5F-4EC7-A9B193F2540E}"/>
              </a:ext>
            </a:extLst>
          </p:cNvPr>
          <p:cNvSpPr>
            <a:spLocks noGrp="1" noChangeArrowheads="1"/>
          </p:cNvSpPr>
          <p:nvPr>
            <p:ph idx="1"/>
          </p:nvPr>
        </p:nvSpPr>
        <p:spPr>
          <a:xfrm>
            <a:off x="323850" y="1112838"/>
            <a:ext cx="8784654" cy="3481387"/>
          </a:xfrm>
        </p:spPr>
        <p:txBody>
          <a:bodyPr/>
          <a:lstStyle/>
          <a:p>
            <a:r>
              <a:rPr lang="en-US" sz="2400" dirty="0"/>
              <a:t>Can traverse the tree manually</a:t>
            </a:r>
          </a:p>
          <a:p>
            <a:r>
              <a:rPr lang="en-US" sz="2400" dirty="0"/>
              <a:t>Each node:</a:t>
            </a:r>
          </a:p>
          <a:p>
            <a:pPr lvl="1"/>
            <a:r>
              <a:rPr lang="en-US" sz="2400" dirty="0"/>
              <a:t>Has 0 or more child nodes</a:t>
            </a:r>
          </a:p>
          <a:p>
            <a:pPr lvl="1"/>
            <a:r>
              <a:rPr lang="en-US" sz="2400" dirty="0"/>
              <a:t>Can be </a:t>
            </a:r>
            <a:r>
              <a:rPr lang="en-US" sz="2400" dirty="0">
                <a:latin typeface="Courier New" panose="02070309020205020404" pitchFamily="49" charset="0"/>
                <a:cs typeface="Courier New" panose="02070309020205020404" pitchFamily="49" charset="0"/>
              </a:rPr>
              <a:t>Element</a:t>
            </a:r>
            <a:r>
              <a:rPr lang="en-US" sz="2400" dirty="0"/>
              <a:t> or </a:t>
            </a:r>
            <a:r>
              <a:rPr lang="en-US" sz="2400" dirty="0" err="1">
                <a:latin typeface="Courier New" panose="02070309020205020404" pitchFamily="49" charset="0"/>
                <a:cs typeface="Courier New" panose="02070309020205020404" pitchFamily="49" charset="0"/>
              </a:rPr>
              <a:t>TextNode</a:t>
            </a:r>
            <a:endParaRPr lang="en-US" sz="2400" dirty="0">
              <a:latin typeface="Courier New" panose="02070309020205020404" pitchFamily="49" charset="0"/>
              <a:cs typeface="Courier New" panose="02070309020205020404" pitchFamily="49" charset="0"/>
            </a:endParaRPr>
          </a:p>
          <a:p>
            <a:pPr lvl="2"/>
            <a:r>
              <a:rPr lang="en-US" dirty="0"/>
              <a:t>An element is a node, which has attributes, other elements &amp;/ text nodes attached to it</a:t>
            </a:r>
          </a:p>
          <a:p>
            <a:pPr lvl="2"/>
            <a:r>
              <a:rPr lang="en-US" dirty="0"/>
              <a:t>A text node is simply a string</a:t>
            </a:r>
          </a:p>
          <a:p>
            <a:r>
              <a:rPr lang="en-US" sz="2400" dirty="0"/>
              <a:t>Even empty sides of node appear as </a:t>
            </a:r>
            <a:r>
              <a:rPr lang="en-US" sz="2400" dirty="0" err="1">
                <a:latin typeface="Courier New" panose="02070309020205020404" pitchFamily="49" charset="0"/>
                <a:cs typeface="Courier New" panose="02070309020205020404" pitchFamily="49" charset="0"/>
              </a:rPr>
              <a:t>TextNodes</a:t>
            </a:r>
            <a:endParaRPr lang="en-US" sz="2400" dirty="0">
              <a:latin typeface="Courier New" panose="02070309020205020404" pitchFamily="49" charset="0"/>
              <a:cs typeface="Courier New" panose="02070309020205020404" pitchFamily="49" charset="0"/>
            </a:endParaRPr>
          </a:p>
          <a:p>
            <a:r>
              <a:rPr lang="en-US" sz="2400" dirty="0"/>
              <a:t>See </a:t>
            </a:r>
            <a:r>
              <a:rPr lang="en-US" sz="2400" dirty="0">
                <a:solidFill>
                  <a:srgbClr val="FEC000"/>
                </a:solidFill>
              </a:rPr>
              <a:t>/example02</a:t>
            </a:r>
          </a:p>
        </p:txBody>
      </p:sp>
    </p:spTree>
    <p:extLst>
      <p:ext uri="{BB962C8B-B14F-4D97-AF65-F5344CB8AC3E}">
        <p14:creationId xmlns:p14="http://schemas.microsoft.com/office/powerpoint/2010/main" val="438604043"/>
      </p:ext>
    </p:extLst>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41B47-EBEB-922C-468E-DE61723DE8ED}"/>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06F8FA6F-2501-8BB7-1A0E-F5C2F348FF95}"/>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Creating XML documents</a:t>
            </a:r>
          </a:p>
        </p:txBody>
      </p:sp>
      <p:sp>
        <p:nvSpPr>
          <p:cNvPr id="20483" name="Content Placeholder 2">
            <a:extLst>
              <a:ext uri="{FF2B5EF4-FFF2-40B4-BE49-F238E27FC236}">
                <a16:creationId xmlns:a16="http://schemas.microsoft.com/office/drawing/2014/main" id="{2357B275-4942-B1DD-2F83-942186EC977B}"/>
              </a:ext>
            </a:extLst>
          </p:cNvPr>
          <p:cNvSpPr>
            <a:spLocks noGrp="1" noChangeArrowheads="1"/>
          </p:cNvSpPr>
          <p:nvPr>
            <p:ph idx="1"/>
          </p:nvPr>
        </p:nvSpPr>
        <p:spPr>
          <a:xfrm>
            <a:off x="323850" y="1112838"/>
            <a:ext cx="8784654" cy="3481387"/>
          </a:xfrm>
        </p:spPr>
        <p:txBody>
          <a:bodyPr/>
          <a:lstStyle/>
          <a:p>
            <a:r>
              <a:rPr lang="en-US" sz="2400" dirty="0"/>
              <a:t>Use </a:t>
            </a:r>
            <a:r>
              <a:rPr lang="en-US" sz="2400" dirty="0">
                <a:latin typeface="Courier New" panose="02070309020205020404" pitchFamily="49" charset="0"/>
                <a:cs typeface="Courier New" panose="02070309020205020404" pitchFamily="49" charset="0"/>
              </a:rPr>
              <a:t>Document</a:t>
            </a:r>
            <a:r>
              <a:rPr lang="en-US" sz="2400" dirty="0"/>
              <a:t> object</a:t>
            </a:r>
          </a:p>
          <a:p>
            <a:r>
              <a:rPr lang="en-US" sz="2400" dirty="0"/>
              <a:t>Build up tree one node at a time</a:t>
            </a:r>
          </a:p>
          <a:p>
            <a:r>
              <a:rPr lang="en-US" sz="2400" dirty="0"/>
              <a:t>Typically</a:t>
            </a:r>
          </a:p>
          <a:p>
            <a:pPr lvl="1"/>
            <a:r>
              <a:rPr lang="en-US" dirty="0"/>
              <a:t>have methods that know how to build a specific part of the XML document</a:t>
            </a:r>
          </a:p>
          <a:p>
            <a:pPr lvl="1"/>
            <a:r>
              <a:rPr lang="en-US" dirty="0"/>
              <a:t>e.g., a method called </a:t>
            </a:r>
            <a:r>
              <a:rPr lang="en-US" dirty="0" err="1">
                <a:latin typeface="Courier New" panose="02070309020205020404" pitchFamily="49" charset="0"/>
                <a:cs typeface="Courier New" panose="02070309020205020404" pitchFamily="49" charset="0"/>
              </a:rPr>
              <a:t>createItem</a:t>
            </a:r>
            <a:r>
              <a:rPr lang="en-US" dirty="0"/>
              <a:t> that takes the fields (or object) for an item &amp; creates an XML node (with attributes, child-nodes, etc.) representing it</a:t>
            </a:r>
          </a:p>
          <a:p>
            <a:r>
              <a:rPr lang="en-US" sz="2400" dirty="0"/>
              <a:t>See </a:t>
            </a:r>
            <a:r>
              <a:rPr lang="en-US" sz="2400" dirty="0">
                <a:solidFill>
                  <a:srgbClr val="FEC000"/>
                </a:solidFill>
              </a:rPr>
              <a:t>/example03</a:t>
            </a:r>
          </a:p>
        </p:txBody>
      </p:sp>
    </p:spTree>
    <p:extLst>
      <p:ext uri="{BB962C8B-B14F-4D97-AF65-F5344CB8AC3E}">
        <p14:creationId xmlns:p14="http://schemas.microsoft.com/office/powerpoint/2010/main" val="309686535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204F4-A1EC-DCA6-4D20-7AFB95B25C2F}"/>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EFBD9EFE-363A-1D92-2C38-B8AF04108DDF}"/>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Other XML technologies</a:t>
            </a:r>
          </a:p>
        </p:txBody>
      </p:sp>
      <p:sp>
        <p:nvSpPr>
          <p:cNvPr id="20483" name="Content Placeholder 2">
            <a:extLst>
              <a:ext uri="{FF2B5EF4-FFF2-40B4-BE49-F238E27FC236}">
                <a16:creationId xmlns:a16="http://schemas.microsoft.com/office/drawing/2014/main" id="{179B2A33-7637-C12B-3F98-86791992C878}"/>
              </a:ext>
            </a:extLst>
          </p:cNvPr>
          <p:cNvSpPr>
            <a:spLocks noGrp="1" noChangeArrowheads="1"/>
          </p:cNvSpPr>
          <p:nvPr>
            <p:ph idx="1"/>
          </p:nvPr>
        </p:nvSpPr>
        <p:spPr>
          <a:xfrm>
            <a:off x="323850" y="1112838"/>
            <a:ext cx="8784654" cy="3481387"/>
          </a:xfrm>
        </p:spPr>
        <p:txBody>
          <a:bodyPr/>
          <a:lstStyle/>
          <a:p>
            <a:r>
              <a:rPr lang="en-US" sz="2400" dirty="0"/>
              <a:t>XSD (XML Schema Definition)</a:t>
            </a:r>
          </a:p>
          <a:p>
            <a:pPr lvl="1"/>
            <a:r>
              <a:rPr lang="en-US" dirty="0"/>
              <a:t>checks if XML document has the correct structure (schema)</a:t>
            </a:r>
          </a:p>
          <a:p>
            <a:pPr lvl="1"/>
            <a:r>
              <a:rPr lang="en-US" dirty="0"/>
              <a:t>simply provide a text file describing the structure (think WRL) &amp; a file &amp; you are told if the structure in the file matches the description</a:t>
            </a:r>
          </a:p>
          <a:p>
            <a:r>
              <a:rPr lang="en-US" sz="2400" dirty="0"/>
              <a:t>XSLT (Extensible Stylesheet Language Transformations)</a:t>
            </a:r>
          </a:p>
          <a:p>
            <a:pPr lvl="1"/>
            <a:r>
              <a:rPr lang="en-US" dirty="0"/>
              <a:t>transforms XML (and other text) documents to another format (text, XML, rtf, pdf, etc.) </a:t>
            </a:r>
            <a:r>
              <a:rPr lang="en-US" dirty="0">
                <a:sym typeface="Wingdings 3" panose="05040102010807070707" pitchFamily="18" charset="2"/>
              </a:rPr>
              <a:t></a:t>
            </a:r>
            <a:r>
              <a:rPr lang="en-US" dirty="0"/>
              <a:t> (text, XML, rtf, pdf, etc.)</a:t>
            </a:r>
          </a:p>
          <a:p>
            <a:pPr lvl="1"/>
            <a:r>
              <a:rPr lang="en-US" dirty="0"/>
              <a:t>simply provide a text file that describes how to do the conversion, then give it the source file and the transformed file is created from it</a:t>
            </a:r>
          </a:p>
        </p:txBody>
      </p:sp>
    </p:spTree>
    <p:extLst>
      <p:ext uri="{BB962C8B-B14F-4D97-AF65-F5344CB8AC3E}">
        <p14:creationId xmlns:p14="http://schemas.microsoft.com/office/powerpoint/2010/main" val="365453039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C8CD-00E7-9103-A96B-5B14143C28F2}"/>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4E62BCD5-3446-2FE0-51BD-61362274AC32}"/>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Other XML technologies</a:t>
            </a:r>
          </a:p>
        </p:txBody>
      </p:sp>
      <p:sp>
        <p:nvSpPr>
          <p:cNvPr id="20483" name="Content Placeholder 2">
            <a:extLst>
              <a:ext uri="{FF2B5EF4-FFF2-40B4-BE49-F238E27FC236}">
                <a16:creationId xmlns:a16="http://schemas.microsoft.com/office/drawing/2014/main" id="{6F1D9038-5BDB-881D-F422-3F113DA88EC7}"/>
              </a:ext>
            </a:extLst>
          </p:cNvPr>
          <p:cNvSpPr>
            <a:spLocks noGrp="1" noChangeArrowheads="1"/>
          </p:cNvSpPr>
          <p:nvPr>
            <p:ph idx="1"/>
          </p:nvPr>
        </p:nvSpPr>
        <p:spPr>
          <a:xfrm>
            <a:off x="323850" y="1112838"/>
            <a:ext cx="8784654" cy="3481387"/>
          </a:xfrm>
        </p:spPr>
        <p:txBody>
          <a:bodyPr/>
          <a:lstStyle/>
          <a:p>
            <a:r>
              <a:rPr lang="en-US" sz="2400" dirty="0"/>
              <a:t>Name spaces</a:t>
            </a:r>
          </a:p>
          <a:p>
            <a:pPr lvl="1"/>
            <a:r>
              <a:rPr lang="en-US" dirty="0"/>
              <a:t>to allow different </a:t>
            </a:r>
            <a:r>
              <a:rPr lang="en-US" dirty="0" err="1"/>
              <a:t>organisations</a:t>
            </a:r>
            <a:r>
              <a:rPr lang="en-US" dirty="0"/>
              <a:t> to use the same element names</a:t>
            </a:r>
          </a:p>
          <a:p>
            <a:r>
              <a:rPr lang="en-US" sz="2400" dirty="0"/>
              <a:t>Tutorials at </a:t>
            </a:r>
          </a:p>
          <a:p>
            <a:pPr lvl="1"/>
            <a:r>
              <a:rPr lang="en-US" sz="2400" dirty="0">
                <a:hlinkClick r:id="rId3"/>
              </a:rPr>
              <a:t>http://download.oracle.com/javase/tutorial/jaxp/xslt/xpath.html</a:t>
            </a:r>
            <a:endParaRPr lang="en-US" sz="2400" dirty="0"/>
          </a:p>
        </p:txBody>
      </p:sp>
    </p:spTree>
    <p:extLst>
      <p:ext uri="{BB962C8B-B14F-4D97-AF65-F5344CB8AC3E}">
        <p14:creationId xmlns:p14="http://schemas.microsoft.com/office/powerpoint/2010/main" val="3180297522"/>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14E07-B16A-711E-1C62-8BBF9CB36DB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5A4E05B-43E3-0A03-907F-4BA2C7DAC52B}"/>
              </a:ext>
            </a:extLst>
          </p:cNvPr>
          <p:cNvSpPr/>
          <p:nvPr/>
        </p:nvSpPr>
        <p:spPr>
          <a:xfrm>
            <a:off x="1692275" y="267494"/>
            <a:ext cx="5759450" cy="201612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6000" dirty="0"/>
              <a:t>Quick exercise…</a:t>
            </a:r>
            <a:endParaRPr lang="en-ZA" sz="6000" dirty="0"/>
          </a:p>
        </p:txBody>
      </p:sp>
      <p:pic>
        <p:nvPicPr>
          <p:cNvPr id="3" name="Picture 2">
            <a:extLst>
              <a:ext uri="{FF2B5EF4-FFF2-40B4-BE49-F238E27FC236}">
                <a16:creationId xmlns:a16="http://schemas.microsoft.com/office/drawing/2014/main" id="{2BDD86BF-14CA-45A6-9BD4-00B37EED4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08" y="387557"/>
            <a:ext cx="2222716" cy="2222716"/>
          </a:xfrm>
          <a:prstGeom prst="rect">
            <a:avLst/>
          </a:prstGeom>
        </p:spPr>
      </p:pic>
      <p:sp>
        <p:nvSpPr>
          <p:cNvPr id="5" name="Content Placeholder 2">
            <a:extLst>
              <a:ext uri="{FF2B5EF4-FFF2-40B4-BE49-F238E27FC236}">
                <a16:creationId xmlns:a16="http://schemas.microsoft.com/office/drawing/2014/main" id="{F15B0A6A-7351-4A92-8B5D-0EBA9231DC95}"/>
              </a:ext>
            </a:extLst>
          </p:cNvPr>
          <p:cNvSpPr>
            <a:spLocks noGrp="1" noChangeArrowheads="1"/>
          </p:cNvSpPr>
          <p:nvPr>
            <p:ph idx="1"/>
          </p:nvPr>
        </p:nvSpPr>
        <p:spPr>
          <a:xfrm>
            <a:off x="323850" y="2283618"/>
            <a:ext cx="8712646" cy="2787873"/>
          </a:xfrm>
        </p:spPr>
        <p:txBody>
          <a:bodyPr/>
          <a:lstStyle/>
          <a:p>
            <a:pPr marL="0" indent="0">
              <a:buNone/>
            </a:pPr>
            <a:r>
              <a:rPr lang="en-US" altLang="en-US" dirty="0">
                <a:latin typeface="Avenir Book" pitchFamily="2" charset="0"/>
                <a:ea typeface="ＭＳ Ｐゴシック" panose="020B0600070205080204" pitchFamily="34" charset="-128"/>
              </a:rPr>
              <a:t>Instructions:</a:t>
            </a:r>
          </a:p>
          <a:p>
            <a:r>
              <a:rPr lang="en-US" altLang="en-US" dirty="0">
                <a:latin typeface="Avenir Book" pitchFamily="2" charset="0"/>
                <a:ea typeface="ＭＳ Ｐゴシック" panose="020B0600070205080204" pitchFamily="34" charset="-128"/>
              </a:rPr>
              <a:t>In groups of 5 (add your names)</a:t>
            </a:r>
          </a:p>
          <a:p>
            <a:r>
              <a:rPr lang="en-US" altLang="en-US" dirty="0">
                <a:latin typeface="Avenir Book" pitchFamily="2" charset="0"/>
                <a:ea typeface="ＭＳ Ｐゴシック" panose="020B0600070205080204" pitchFamily="34" charset="-128"/>
              </a:rPr>
              <a:t>You can use any device that you have on you but also don’t forget about chatting to each other too!</a:t>
            </a:r>
          </a:p>
          <a:p>
            <a:r>
              <a:rPr lang="en-US" altLang="en-US" dirty="0">
                <a:latin typeface="Avenir Book" pitchFamily="2" charset="0"/>
                <a:ea typeface="ＭＳ Ｐゴシック" panose="020B0600070205080204" pitchFamily="34" charset="-128"/>
              </a:rPr>
              <a:t>You can use any electronic source available </a:t>
            </a:r>
            <a:r>
              <a:rPr lang="en-US" altLang="en-US" dirty="0">
                <a:latin typeface="Avenir Book" pitchFamily="2" charset="0"/>
                <a:ea typeface="ＭＳ Ｐゴシック" panose="020B0600070205080204" pitchFamily="34" charset="-128"/>
                <a:sym typeface="Wingdings" panose="05000000000000000000" pitchFamily="2" charset="2"/>
              </a:rPr>
              <a:t> </a:t>
            </a:r>
            <a:r>
              <a:rPr lang="en-US" altLang="en-US" b="1" dirty="0">
                <a:latin typeface="Avenir Book" pitchFamily="2" charset="0"/>
                <a:ea typeface="ＭＳ Ｐゴシック" panose="020B0600070205080204" pitchFamily="34" charset="-128"/>
                <a:sym typeface="Wingdings" panose="05000000000000000000" pitchFamily="2" charset="2"/>
              </a:rPr>
              <a:t>note down what tools were used!</a:t>
            </a:r>
            <a:endParaRPr lang="en-US" altLang="en-US" b="1" dirty="0">
              <a:latin typeface="Avenir Book" pitchFamily="2" charset="0"/>
              <a:ea typeface="ＭＳ Ｐゴシック" panose="020B0600070205080204" pitchFamily="34" charset="-128"/>
            </a:endParaRPr>
          </a:p>
          <a:p>
            <a:r>
              <a:rPr lang="en-US" altLang="en-US" dirty="0">
                <a:latin typeface="Avenir Book" pitchFamily="2" charset="0"/>
                <a:ea typeface="ＭＳ Ｐゴシック" panose="020B0600070205080204" pitchFamily="34" charset="-128"/>
              </a:rPr>
              <a:t>Use </a:t>
            </a:r>
            <a:r>
              <a:rPr lang="en-US" altLang="en-US" b="1" dirty="0">
                <a:latin typeface="Avenir Book" pitchFamily="2" charset="0"/>
                <a:ea typeface="ＭＳ Ｐゴシック" panose="020B0600070205080204" pitchFamily="34" charset="-128"/>
              </a:rPr>
              <a:t>pen &amp; paper &amp; hand in</a:t>
            </a:r>
          </a:p>
        </p:txBody>
      </p:sp>
    </p:spTree>
    <p:extLst>
      <p:ext uri="{BB962C8B-B14F-4D97-AF65-F5344CB8AC3E}">
        <p14:creationId xmlns:p14="http://schemas.microsoft.com/office/powerpoint/2010/main" val="2083726452"/>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Content Placeholder 2">
            <a:extLst>
              <a:ext uri="{FF2B5EF4-FFF2-40B4-BE49-F238E27FC236}">
                <a16:creationId xmlns:a16="http://schemas.microsoft.com/office/drawing/2014/main" id="{5C6BFA09-EEC3-E74B-06BD-B7D47D876082}"/>
              </a:ext>
            </a:extLst>
          </p:cNvPr>
          <p:cNvSpPr>
            <a:spLocks noGrp="1" noChangeArrowheads="1"/>
          </p:cNvSpPr>
          <p:nvPr>
            <p:ph idx="1"/>
          </p:nvPr>
        </p:nvSpPr>
        <p:spPr>
          <a:xfrm>
            <a:off x="323850" y="1112838"/>
            <a:ext cx="8712646" cy="3481387"/>
          </a:xfrm>
        </p:spPr>
        <p:txBody>
          <a:bodyPr/>
          <a:lstStyle/>
          <a:p>
            <a:pPr marL="0" indent="0">
              <a:buNone/>
            </a:pPr>
            <a:r>
              <a:rPr lang="en-US" altLang="en-US" dirty="0">
                <a:latin typeface="Avenir Book" pitchFamily="2" charset="0"/>
                <a:ea typeface="ＭＳ Ｐゴシック" panose="020B0600070205080204" pitchFamily="34" charset="-128"/>
              </a:rPr>
              <a:t>Give the XPath query and the answer.</a:t>
            </a:r>
          </a:p>
          <a:p>
            <a:pPr marL="457200" indent="-457200">
              <a:buFont typeface="+mj-lt"/>
              <a:buAutoNum type="arabicPeriod"/>
            </a:pPr>
            <a:r>
              <a:rPr lang="en-US" altLang="en-US" dirty="0">
                <a:latin typeface="Avenir Book" pitchFamily="2" charset="0"/>
                <a:ea typeface="ＭＳ Ｐゴシック" panose="020B0600070205080204" pitchFamily="34" charset="-128"/>
              </a:rPr>
              <a:t>What degree is the student registered for?</a:t>
            </a:r>
          </a:p>
          <a:p>
            <a:pPr marL="457200" indent="-457200">
              <a:buFont typeface="+mj-lt"/>
              <a:buAutoNum type="arabicPeriod"/>
            </a:pPr>
            <a:r>
              <a:rPr lang="en-US" altLang="en-US" dirty="0">
                <a:latin typeface="Avenir Book" pitchFamily="2" charset="0"/>
                <a:ea typeface="ＭＳ Ｐゴシック" panose="020B0600070205080204" pitchFamily="34" charset="-128"/>
              </a:rPr>
              <a:t>How many years has the student studied?</a:t>
            </a:r>
          </a:p>
          <a:p>
            <a:pPr marL="457200" indent="-457200">
              <a:buFont typeface="+mj-lt"/>
              <a:buAutoNum type="arabicPeriod"/>
            </a:pPr>
            <a:r>
              <a:rPr lang="en-US" altLang="en-US" strike="sngStrike" dirty="0">
                <a:latin typeface="Avenir Book" pitchFamily="2" charset="0"/>
                <a:ea typeface="ＭＳ Ｐゴシック" panose="020B0600070205080204" pitchFamily="34" charset="-128"/>
              </a:rPr>
              <a:t>In 2002, what was the mark obtained for the June exams for WRA101?</a:t>
            </a:r>
          </a:p>
          <a:p>
            <a:pPr marL="457200" indent="-457200">
              <a:buFont typeface="+mj-lt"/>
              <a:buAutoNum type="arabicPeriod"/>
            </a:pPr>
            <a:r>
              <a:rPr lang="en-US" altLang="en-US" strike="sngStrike" dirty="0">
                <a:latin typeface="Avenir Book" pitchFamily="2" charset="0"/>
                <a:ea typeface="ＭＳ Ｐゴシック" panose="020B0600070205080204" pitchFamily="34" charset="-128"/>
              </a:rPr>
              <a:t>How many exams were written for WRA101 (including supplementary exams)?</a:t>
            </a:r>
          </a:p>
          <a:p>
            <a:pPr marL="457200" indent="-457200">
              <a:buFont typeface="+mj-lt"/>
              <a:buAutoNum type="arabicPeriod"/>
            </a:pPr>
            <a:r>
              <a:rPr lang="en-US" altLang="en-US" strike="sngStrike" dirty="0">
                <a:latin typeface="Avenir Book" pitchFamily="2" charset="0"/>
                <a:ea typeface="ＭＳ Ｐゴシック" panose="020B0600070205080204" pitchFamily="34" charset="-128"/>
              </a:rPr>
              <a:t>How many supplementary exams (for different modules) did the student write?</a:t>
            </a:r>
          </a:p>
          <a:p>
            <a:pPr marL="457200" indent="-457200">
              <a:buFont typeface="+mj-lt"/>
              <a:buAutoNum type="arabicPeriod"/>
            </a:pPr>
            <a:r>
              <a:rPr lang="en-US" altLang="en-US" strike="sngStrike" dirty="0">
                <a:latin typeface="Avenir Book" pitchFamily="2" charset="0"/>
                <a:ea typeface="ＭＳ Ｐゴシック" panose="020B0600070205080204" pitchFamily="34" charset="-128"/>
              </a:rPr>
              <a:t>In 2003, what is the module code of the 2nd module enrolled for?</a:t>
            </a:r>
          </a:p>
        </p:txBody>
      </p:sp>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Class exercise</a:t>
            </a:r>
          </a:p>
        </p:txBody>
      </p:sp>
      <p:sp>
        <p:nvSpPr>
          <p:cNvPr id="4" name="Rectangle 3">
            <a:extLst>
              <a:ext uri="{FF2B5EF4-FFF2-40B4-BE49-F238E27FC236}">
                <a16:creationId xmlns:a16="http://schemas.microsoft.com/office/drawing/2014/main" id="{0FCA7C3D-5925-4C86-9368-F01E87B3790B}"/>
              </a:ext>
            </a:extLst>
          </p:cNvPr>
          <p:cNvSpPr/>
          <p:nvPr/>
        </p:nvSpPr>
        <p:spPr>
          <a:xfrm>
            <a:off x="5406311" y="150840"/>
            <a:ext cx="3054121" cy="72008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sz="1800" b="0" i="0" u="none" strike="noStrike" kern="1200" cap="none" spc="0" normalizeH="0" baseline="0" noProof="0" dirty="0">
                <a:ln>
                  <a:noFill/>
                </a:ln>
                <a:solidFill>
                  <a:srgbClr val="FFFFFF"/>
                </a:solidFill>
                <a:effectLst/>
                <a:uLnTx/>
                <a:uFillTx/>
                <a:latin typeface="Arial"/>
                <a:ea typeface="+mn-ea"/>
                <a:cs typeface="+mn-cs"/>
              </a:rPr>
              <a:t>You have 10 minutes…</a:t>
            </a:r>
          </a:p>
        </p:txBody>
      </p:sp>
      <p:pic>
        <p:nvPicPr>
          <p:cNvPr id="5" name="Picture 4">
            <a:extLst>
              <a:ext uri="{FF2B5EF4-FFF2-40B4-BE49-F238E27FC236}">
                <a16:creationId xmlns:a16="http://schemas.microsoft.com/office/drawing/2014/main" id="{0C9EE265-BA89-4259-81EC-6D21E2D0D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9032" y="29157"/>
            <a:ext cx="1054968" cy="1054968"/>
          </a:xfrm>
          <a:prstGeom prst="rect">
            <a:avLst/>
          </a:prstGeom>
        </p:spPr>
      </p:pic>
    </p:spTree>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Assignments</a:t>
            </a:r>
          </a:p>
        </p:txBody>
      </p:sp>
      <p:sp>
        <p:nvSpPr>
          <p:cNvPr id="4" name="Rectangle 3">
            <a:extLst>
              <a:ext uri="{FF2B5EF4-FFF2-40B4-BE49-F238E27FC236}">
                <a16:creationId xmlns:a16="http://schemas.microsoft.com/office/drawing/2014/main" id="{7E562DB8-8D1E-47C9-AAF8-92BA4FC1F5BA}"/>
              </a:ext>
            </a:extLst>
          </p:cNvPr>
          <p:cNvSpPr/>
          <p:nvPr/>
        </p:nvSpPr>
        <p:spPr>
          <a:xfrm>
            <a:off x="755576" y="1491630"/>
            <a:ext cx="3240360" cy="2304256"/>
          </a:xfrm>
          <a:prstGeom prst="rect">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sz="1800" b="0" i="0" u="none" strike="noStrike" kern="1200" cap="none" spc="0" normalizeH="0" baseline="0" noProof="0" dirty="0">
                <a:ln>
                  <a:noFill/>
                </a:ln>
                <a:solidFill>
                  <a:srgbClr val="000000"/>
                </a:solidFill>
                <a:effectLst/>
                <a:uLnTx/>
                <a:uFillTx/>
                <a:latin typeface="Arial"/>
                <a:ea typeface="+mn-ea"/>
                <a:cs typeface="+mn-cs"/>
              </a:rPr>
              <a:t>Assignment 2:</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sz="1800" b="0" i="0" u="none" strike="noStrike" kern="1200" cap="none" spc="0" normalizeH="0" baseline="0" noProof="0" dirty="0">
                <a:ln>
                  <a:noFill/>
                </a:ln>
                <a:solidFill>
                  <a:srgbClr val="000000"/>
                </a:solidFill>
                <a:effectLst/>
                <a:uLnTx/>
                <a:uFillTx/>
                <a:latin typeface="Arial"/>
                <a:ea typeface="+mn-ea"/>
                <a:cs typeface="+mn-cs"/>
              </a:rPr>
              <a:t>Uploaded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sz="1800" b="0" i="0" u="none" strike="noStrike" kern="1200" cap="none" spc="0" normalizeH="0" baseline="0" noProof="0" dirty="0">
                <a:ln>
                  <a:noFill/>
                </a:ln>
                <a:solidFill>
                  <a:srgbClr val="000000"/>
                </a:solidFill>
                <a:effectLst/>
                <a:uLnTx/>
                <a:uFillTx/>
                <a:latin typeface="Arial"/>
                <a:ea typeface="+mn-ea"/>
                <a:cs typeface="+mn-cs"/>
              </a:rPr>
              <a:t>Due - check the schedule</a:t>
            </a:r>
          </a:p>
        </p:txBody>
      </p:sp>
      <p:sp>
        <p:nvSpPr>
          <p:cNvPr id="5" name="Rectangle 4">
            <a:extLst>
              <a:ext uri="{FF2B5EF4-FFF2-40B4-BE49-F238E27FC236}">
                <a16:creationId xmlns:a16="http://schemas.microsoft.com/office/drawing/2014/main" id="{4FE37EF9-198E-461B-B235-F32727DB9297}"/>
              </a:ext>
            </a:extLst>
          </p:cNvPr>
          <p:cNvSpPr/>
          <p:nvPr/>
        </p:nvSpPr>
        <p:spPr>
          <a:xfrm>
            <a:off x="5004048" y="1491630"/>
            <a:ext cx="3240360" cy="2304256"/>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sz="1800" b="0" i="0" u="none" strike="noStrike" kern="1200" cap="none" spc="0" normalizeH="0" baseline="0" noProof="0" dirty="0">
                <a:ln>
                  <a:noFill/>
                </a:ln>
                <a:solidFill>
                  <a:srgbClr val="000000"/>
                </a:solidFill>
                <a:effectLst/>
                <a:uLnTx/>
                <a:uFillTx/>
                <a:latin typeface="Arial"/>
                <a:ea typeface="+mn-ea"/>
                <a:cs typeface="+mn-cs"/>
              </a:rPr>
              <a:t>Task 1: Submit using GitHub</a:t>
            </a:r>
          </a:p>
          <a:p>
            <a:pPr marL="0" marR="0" lvl="0" indent="0" algn="ctr" defTabSz="914400" rtl="0" eaLnBrk="0" fontAlgn="base" latinLnBrk="0" hangingPunct="0">
              <a:lnSpc>
                <a:spcPct val="100000"/>
              </a:lnSpc>
              <a:spcBef>
                <a:spcPct val="0"/>
              </a:spcBef>
              <a:spcAft>
                <a:spcPct val="0"/>
              </a:spcAft>
              <a:buClrTx/>
              <a:buSzTx/>
              <a:buFontTx/>
              <a:buNone/>
              <a:tabLst/>
              <a:defRPr/>
            </a:pPr>
            <a:r>
              <a:rPr lang="en-ZA" dirty="0">
                <a:solidFill>
                  <a:srgbClr val="000000"/>
                </a:solidFill>
                <a:latin typeface="Arial"/>
              </a:rPr>
              <a:t>(Will be graded using automated tests)</a:t>
            </a: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lang="en-ZA" dirty="0">
                <a:solidFill>
                  <a:srgbClr val="000000"/>
                </a:solidFill>
                <a:latin typeface="Arial"/>
              </a:rPr>
              <a:t>Rest of the tasks via Funda</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push dir="u"/>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16368</TotalTime>
  <Words>2838</Words>
  <Application>Microsoft Office PowerPoint</Application>
  <PresentationFormat>On-screen Show (16:9)</PresentationFormat>
  <Paragraphs>453</Paragraphs>
  <Slides>35</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Aptos</vt:lpstr>
      <vt:lpstr>Arial</vt:lpstr>
      <vt:lpstr>Avenir Black</vt:lpstr>
      <vt:lpstr>Avenir Book</vt:lpstr>
      <vt:lpstr>Avenir LT 45 Book</vt:lpstr>
      <vt:lpstr>Avenir Medium</vt:lpstr>
      <vt:lpstr>Courier New</vt:lpstr>
      <vt:lpstr>Wingdings</vt:lpstr>
      <vt:lpstr>Default Design</vt:lpstr>
      <vt:lpstr>Lecture 4: Reflection &amp; XML</vt:lpstr>
      <vt:lpstr>PowerPoint Presentation</vt:lpstr>
      <vt:lpstr>Upcoming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items that can be obtained</vt:lpstr>
      <vt:lpstr>PowerPoint Presentation</vt:lpstr>
      <vt:lpstr>PowerPoint Presentation</vt:lpstr>
      <vt:lpstr>Why XML?</vt:lpstr>
      <vt:lpstr>Why XML?</vt:lpstr>
      <vt:lpstr>What is XML?</vt:lpstr>
      <vt:lpstr>XML structure</vt:lpstr>
      <vt:lpstr>XML structure</vt:lpstr>
      <vt:lpstr>PowerPoint Presentation</vt:lpstr>
      <vt:lpstr>Parsing XML documents</vt:lpstr>
      <vt:lpstr>XML example</vt:lpstr>
      <vt:lpstr>XPath</vt:lpstr>
      <vt:lpstr>XPath example</vt:lpstr>
      <vt:lpstr>XPath example</vt:lpstr>
      <vt:lpstr>XPath example</vt:lpstr>
      <vt:lpstr>XPath example</vt:lpstr>
      <vt:lpstr>XPath</vt:lpstr>
      <vt:lpstr>Traversing the document tree</vt:lpstr>
      <vt:lpstr>Creating XML documents</vt:lpstr>
      <vt:lpstr>Other XML technologies</vt:lpstr>
      <vt:lpstr>Other XML technologies</vt:lpstr>
      <vt:lpstr>PowerPoint Presentation</vt:lpstr>
      <vt:lpstr>Class exercise</vt:lpstr>
      <vt:lpstr>Assignments</vt:lpstr>
      <vt:lpstr>PowerPoint Presentation</vt:lpstr>
    </vt:vector>
  </TitlesOfParts>
  <Company>NMMU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CSchonknecht</dc:creator>
  <cp:lastModifiedBy>Beets, Simone (Dr) (Summerstrand Campus South)</cp:lastModifiedBy>
  <cp:revision>102</cp:revision>
  <dcterms:created xsi:type="dcterms:W3CDTF">2006-12-05T12:30:39Z</dcterms:created>
  <dcterms:modified xsi:type="dcterms:W3CDTF">2026-03-08T23:43:33Z</dcterms:modified>
</cp:coreProperties>
</file>