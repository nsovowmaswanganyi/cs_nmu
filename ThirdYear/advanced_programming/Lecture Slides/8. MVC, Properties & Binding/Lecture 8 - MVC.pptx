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1" r:id="rId2"/>
    <p:sldId id="341" r:id="rId3"/>
    <p:sldId id="422" r:id="rId4"/>
    <p:sldId id="445" r:id="rId5"/>
    <p:sldId id="466" r:id="rId6"/>
    <p:sldId id="467" r:id="rId7"/>
    <p:sldId id="468" r:id="rId8"/>
    <p:sldId id="469" r:id="rId9"/>
    <p:sldId id="463" r:id="rId10"/>
    <p:sldId id="446" r:id="rId11"/>
    <p:sldId id="477" r:id="rId12"/>
    <p:sldId id="470" r:id="rId13"/>
    <p:sldId id="471" r:id="rId14"/>
    <p:sldId id="478" r:id="rId15"/>
    <p:sldId id="472" r:id="rId16"/>
    <p:sldId id="473" r:id="rId17"/>
    <p:sldId id="474" r:id="rId18"/>
    <p:sldId id="475" r:id="rId19"/>
    <p:sldId id="476" r:id="rId20"/>
    <p:sldId id="423" r:id="rId21"/>
    <p:sldId id="320" r:id="rId22"/>
    <p:sldId id="269" r:id="rId23"/>
  </p:sldIdLst>
  <p:sldSz cx="9144000" cy="5143500" type="screen16x9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000"/>
    <a:srgbClr val="00CC00"/>
    <a:srgbClr val="F14F12"/>
    <a:srgbClr val="FFFFFF"/>
    <a:srgbClr val="001027"/>
    <a:srgbClr val="003057"/>
    <a:srgbClr val="9B221F"/>
    <a:srgbClr val="57BC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76271" autoAdjust="0"/>
  </p:normalViewPr>
  <p:slideViewPr>
    <p:cSldViewPr>
      <p:cViewPr varScale="1">
        <p:scale>
          <a:sx n="114" d="100"/>
          <a:sy n="114" d="100"/>
        </p:scale>
        <p:origin x="1380" y="6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e Beets" userId="5adb261a4dd6137b" providerId="LiveId" clId="{081DF2E0-BFFF-4188-83E2-E633C5DC6939}"/>
    <pc:docChg chg="undo custSel addSld delSld modSld sldOrd">
      <pc:chgData name="Simone Beets" userId="5adb261a4dd6137b" providerId="LiveId" clId="{081DF2E0-BFFF-4188-83E2-E633C5DC6939}" dt="2025-04-14T10:29:41.928" v="6756" actId="15"/>
      <pc:docMkLst>
        <pc:docMk/>
      </pc:docMkLst>
      <pc:sldChg chg="modSp mod modNotesTx">
        <pc:chgData name="Simone Beets" userId="5adb261a4dd6137b" providerId="LiveId" clId="{081DF2E0-BFFF-4188-83E2-E633C5DC6939}" dt="2025-04-13T21:02:25.191" v="348"/>
        <pc:sldMkLst>
          <pc:docMk/>
          <pc:sldMk cId="0" sldId="271"/>
        </pc:sldMkLst>
        <pc:spChg chg="mod">
          <ac:chgData name="Simone Beets" userId="5adb261a4dd6137b" providerId="LiveId" clId="{081DF2E0-BFFF-4188-83E2-E633C5DC6939}" dt="2025-04-13T21:01:50.743" v="347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addSp delSp modSp mod modAnim modNotesTx">
        <pc:chgData name="Simone Beets" userId="5adb261a4dd6137b" providerId="LiveId" clId="{081DF2E0-BFFF-4188-83E2-E633C5DC6939}" dt="2025-04-14T05:47:37.074" v="5601" actId="6549"/>
        <pc:sldMkLst>
          <pc:docMk/>
          <pc:sldMk cId="465305782" sldId="323"/>
        </pc:sldMkLst>
      </pc:sldChg>
      <pc:sldChg chg="del">
        <pc:chgData name="Simone Beets" userId="5adb261a4dd6137b" providerId="LiveId" clId="{081DF2E0-BFFF-4188-83E2-E633C5DC6939}" dt="2025-04-14T05:33:22.705" v="4491" actId="47"/>
        <pc:sldMkLst>
          <pc:docMk/>
          <pc:sldMk cId="1762635146" sldId="339"/>
        </pc:sldMkLst>
      </pc:sldChg>
      <pc:sldChg chg="modSp add mod modAnim">
        <pc:chgData name="Simone Beets" userId="5adb261a4dd6137b" providerId="LiveId" clId="{081DF2E0-BFFF-4188-83E2-E633C5DC6939}" dt="2025-04-14T04:28:48.753" v="553" actId="20577"/>
        <pc:sldMkLst>
          <pc:docMk/>
          <pc:sldMk cId="2049952096" sldId="340"/>
        </pc:sldMkLst>
        <pc:spChg chg="mod">
          <ac:chgData name="Simone Beets" userId="5adb261a4dd6137b" providerId="LiveId" clId="{081DF2E0-BFFF-4188-83E2-E633C5DC6939}" dt="2025-04-14T04:28:13.626" v="547" actId="14100"/>
          <ac:spMkLst>
            <pc:docMk/>
            <pc:sldMk cId="2049952096" sldId="340"/>
            <ac:spMk id="3" creationId="{5FC41105-4403-E8F4-410C-2D4F041B0E3A}"/>
          </ac:spMkLst>
        </pc:spChg>
        <pc:spChg chg="mod">
          <ac:chgData name="Simone Beets" userId="5adb261a4dd6137b" providerId="LiveId" clId="{081DF2E0-BFFF-4188-83E2-E633C5DC6939}" dt="2025-04-14T04:27:20.661" v="439" actId="1076"/>
          <ac:spMkLst>
            <pc:docMk/>
            <pc:sldMk cId="2049952096" sldId="340"/>
            <ac:spMk id="6" creationId="{94729AF2-8103-6153-03E4-036FBFCE6ABA}"/>
          </ac:spMkLst>
        </pc:spChg>
      </pc:sldChg>
      <pc:sldChg chg="del">
        <pc:chgData name="Simone Beets" userId="5adb261a4dd6137b" providerId="LiveId" clId="{081DF2E0-BFFF-4188-83E2-E633C5DC6939}" dt="2025-04-14T05:33:02.260" v="4477" actId="47"/>
        <pc:sldMkLst>
          <pc:docMk/>
          <pc:sldMk cId="1427072437" sldId="397"/>
        </pc:sldMkLst>
      </pc:sldChg>
      <pc:sldChg chg="modSp mod">
        <pc:chgData name="Simone Beets" userId="5adb261a4dd6137b" providerId="LiveId" clId="{081DF2E0-BFFF-4188-83E2-E633C5DC6939}" dt="2025-04-14T05:33:55.180" v="4509" actId="20577"/>
        <pc:sldMkLst>
          <pc:docMk/>
          <pc:sldMk cId="3637301509" sldId="418"/>
        </pc:sldMkLst>
      </pc:sldChg>
      <pc:sldChg chg="del">
        <pc:chgData name="Simone Beets" userId="5adb261a4dd6137b" providerId="LiveId" clId="{081DF2E0-BFFF-4188-83E2-E633C5DC6939}" dt="2025-04-14T05:33:13.304" v="4484" actId="47"/>
        <pc:sldMkLst>
          <pc:docMk/>
          <pc:sldMk cId="520474740" sldId="424"/>
        </pc:sldMkLst>
      </pc:sldChg>
      <pc:sldChg chg="addSp delSp modSp mod ord delAnim modAnim modNotesTx">
        <pc:chgData name="Simone Beets" userId="5adb261a4dd6137b" providerId="LiveId" clId="{081DF2E0-BFFF-4188-83E2-E633C5DC6939}" dt="2025-04-14T10:24:32.868" v="6661" actId="114"/>
        <pc:sldMkLst>
          <pc:docMk/>
          <pc:sldMk cId="811755344" sldId="425"/>
        </pc:sldMkLst>
      </pc:sldChg>
      <pc:sldChg chg="del">
        <pc:chgData name="Simone Beets" userId="5adb261a4dd6137b" providerId="LiveId" clId="{081DF2E0-BFFF-4188-83E2-E633C5DC6939}" dt="2025-04-14T05:33:04.295" v="4479" actId="47"/>
        <pc:sldMkLst>
          <pc:docMk/>
          <pc:sldMk cId="1516093415" sldId="426"/>
        </pc:sldMkLst>
      </pc:sldChg>
      <pc:sldChg chg="del">
        <pc:chgData name="Simone Beets" userId="5adb261a4dd6137b" providerId="LiveId" clId="{081DF2E0-BFFF-4188-83E2-E633C5DC6939}" dt="2025-04-14T05:33:05.470" v="4480" actId="47"/>
        <pc:sldMkLst>
          <pc:docMk/>
          <pc:sldMk cId="2853028284" sldId="427"/>
        </pc:sldMkLst>
      </pc:sldChg>
      <pc:sldChg chg="del">
        <pc:chgData name="Simone Beets" userId="5adb261a4dd6137b" providerId="LiveId" clId="{081DF2E0-BFFF-4188-83E2-E633C5DC6939}" dt="2025-04-14T05:33:07.106" v="4481" actId="47"/>
        <pc:sldMkLst>
          <pc:docMk/>
          <pc:sldMk cId="372974515" sldId="428"/>
        </pc:sldMkLst>
      </pc:sldChg>
      <pc:sldChg chg="del">
        <pc:chgData name="Simone Beets" userId="5adb261a4dd6137b" providerId="LiveId" clId="{081DF2E0-BFFF-4188-83E2-E633C5DC6939}" dt="2025-04-14T05:33:08.090" v="4482" actId="47"/>
        <pc:sldMkLst>
          <pc:docMk/>
          <pc:sldMk cId="9013570" sldId="429"/>
        </pc:sldMkLst>
      </pc:sldChg>
      <pc:sldChg chg="del">
        <pc:chgData name="Simone Beets" userId="5adb261a4dd6137b" providerId="LiveId" clId="{081DF2E0-BFFF-4188-83E2-E633C5DC6939}" dt="2025-04-14T05:33:08.775" v="4483" actId="47"/>
        <pc:sldMkLst>
          <pc:docMk/>
          <pc:sldMk cId="444318415" sldId="430"/>
        </pc:sldMkLst>
      </pc:sldChg>
      <pc:sldChg chg="del">
        <pc:chgData name="Simone Beets" userId="5adb261a4dd6137b" providerId="LiveId" clId="{081DF2E0-BFFF-4188-83E2-E633C5DC6939}" dt="2025-04-14T05:33:14.795" v="4485" actId="47"/>
        <pc:sldMkLst>
          <pc:docMk/>
          <pc:sldMk cId="3476499561" sldId="432"/>
        </pc:sldMkLst>
      </pc:sldChg>
      <pc:sldChg chg="del">
        <pc:chgData name="Simone Beets" userId="5adb261a4dd6137b" providerId="LiveId" clId="{081DF2E0-BFFF-4188-83E2-E633C5DC6939}" dt="2025-04-14T05:33:16.110" v="4486" actId="47"/>
        <pc:sldMkLst>
          <pc:docMk/>
          <pc:sldMk cId="1971915231" sldId="433"/>
        </pc:sldMkLst>
      </pc:sldChg>
      <pc:sldChg chg="del">
        <pc:chgData name="Simone Beets" userId="5adb261a4dd6137b" providerId="LiveId" clId="{081DF2E0-BFFF-4188-83E2-E633C5DC6939}" dt="2025-04-14T05:33:17.331" v="4487" actId="47"/>
        <pc:sldMkLst>
          <pc:docMk/>
          <pc:sldMk cId="1868818267" sldId="434"/>
        </pc:sldMkLst>
      </pc:sldChg>
      <pc:sldChg chg="del">
        <pc:chgData name="Simone Beets" userId="5adb261a4dd6137b" providerId="LiveId" clId="{081DF2E0-BFFF-4188-83E2-E633C5DC6939}" dt="2025-04-14T05:33:18.347" v="4488" actId="47"/>
        <pc:sldMkLst>
          <pc:docMk/>
          <pc:sldMk cId="4170340479" sldId="435"/>
        </pc:sldMkLst>
      </pc:sldChg>
      <pc:sldChg chg="del">
        <pc:chgData name="Simone Beets" userId="5adb261a4dd6137b" providerId="LiveId" clId="{081DF2E0-BFFF-4188-83E2-E633C5DC6939}" dt="2025-04-14T05:33:29.579" v="4494" actId="47"/>
        <pc:sldMkLst>
          <pc:docMk/>
          <pc:sldMk cId="3084068710" sldId="436"/>
        </pc:sldMkLst>
      </pc:sldChg>
      <pc:sldChg chg="del">
        <pc:chgData name="Simone Beets" userId="5adb261a4dd6137b" providerId="LiveId" clId="{081DF2E0-BFFF-4188-83E2-E633C5DC6939}" dt="2025-04-14T05:33:19.757" v="4489" actId="47"/>
        <pc:sldMkLst>
          <pc:docMk/>
          <pc:sldMk cId="979744591" sldId="437"/>
        </pc:sldMkLst>
      </pc:sldChg>
      <pc:sldChg chg="del">
        <pc:chgData name="Simone Beets" userId="5adb261a4dd6137b" providerId="LiveId" clId="{081DF2E0-BFFF-4188-83E2-E633C5DC6939}" dt="2025-04-14T05:33:21.562" v="4490" actId="47"/>
        <pc:sldMkLst>
          <pc:docMk/>
          <pc:sldMk cId="849858529" sldId="439"/>
        </pc:sldMkLst>
      </pc:sldChg>
      <pc:sldChg chg="del">
        <pc:chgData name="Simone Beets" userId="5adb261a4dd6137b" providerId="LiveId" clId="{081DF2E0-BFFF-4188-83E2-E633C5DC6939}" dt="2025-04-14T05:33:24.345" v="4492" actId="47"/>
        <pc:sldMkLst>
          <pc:docMk/>
          <pc:sldMk cId="916888293" sldId="440"/>
        </pc:sldMkLst>
      </pc:sldChg>
      <pc:sldChg chg="del">
        <pc:chgData name="Simone Beets" userId="5adb261a4dd6137b" providerId="LiveId" clId="{081DF2E0-BFFF-4188-83E2-E633C5DC6939}" dt="2025-04-14T05:33:28.811" v="4493" actId="47"/>
        <pc:sldMkLst>
          <pc:docMk/>
          <pc:sldMk cId="941566685" sldId="441"/>
        </pc:sldMkLst>
      </pc:sldChg>
      <pc:sldChg chg="delSp modSp add mod ord modNotesTx">
        <pc:chgData name="Simone Beets" userId="5adb261a4dd6137b" providerId="LiveId" clId="{081DF2E0-BFFF-4188-83E2-E633C5DC6939}" dt="2025-04-14T10:25:06.204" v="6662" actId="6549"/>
        <pc:sldMkLst>
          <pc:docMk/>
          <pc:sldMk cId="244380026" sldId="442"/>
        </pc:sldMkLst>
        <pc:spChg chg="mod">
          <ac:chgData name="Simone Beets" userId="5adb261a4dd6137b" providerId="LiveId" clId="{081DF2E0-BFFF-4188-83E2-E633C5DC6939}" dt="2025-04-13T18:23:57.301" v="39" actId="1076"/>
          <ac:spMkLst>
            <pc:docMk/>
            <pc:sldMk cId="244380026" sldId="442"/>
            <ac:spMk id="3" creationId="{19B1ACD8-DDF9-5B3F-1BA1-98739E948141}"/>
          </ac:spMkLst>
        </pc:spChg>
      </pc:sldChg>
      <pc:sldChg chg="addSp delSp modSp add mod delAnim modAnim modNotesTx">
        <pc:chgData name="Simone Beets" userId="5adb261a4dd6137b" providerId="LiveId" clId="{081DF2E0-BFFF-4188-83E2-E633C5DC6939}" dt="2025-04-14T07:03:47.412" v="6439" actId="20577"/>
        <pc:sldMkLst>
          <pc:docMk/>
          <pc:sldMk cId="2028940021" sldId="443"/>
        </pc:sldMkLst>
      </pc:sldChg>
      <pc:sldChg chg="add del">
        <pc:chgData name="Simone Beets" userId="5adb261a4dd6137b" providerId="LiveId" clId="{081DF2E0-BFFF-4188-83E2-E633C5DC6939}" dt="2025-04-14T05:33:03.744" v="4478" actId="47"/>
        <pc:sldMkLst>
          <pc:docMk/>
          <pc:sldMk cId="118793838" sldId="444"/>
        </pc:sldMkLst>
      </pc:sldChg>
      <pc:sldChg chg="add del">
        <pc:chgData name="Simone Beets" userId="5adb261a4dd6137b" providerId="LiveId" clId="{081DF2E0-BFFF-4188-83E2-E633C5DC6939}" dt="2025-04-14T04:26:41.046" v="395" actId="47"/>
        <pc:sldMkLst>
          <pc:docMk/>
          <pc:sldMk cId="4112816814" sldId="444"/>
        </pc:sldMkLst>
      </pc:sldChg>
      <pc:sldChg chg="add ord modAnim modNotesTx">
        <pc:chgData name="Simone Beets" userId="5adb261a4dd6137b" providerId="LiveId" clId="{081DF2E0-BFFF-4188-83E2-E633C5DC6939}" dt="2025-04-14T04:39:09.192" v="907"/>
        <pc:sldMkLst>
          <pc:docMk/>
          <pc:sldMk cId="3254395611" sldId="445"/>
        </pc:sldMkLst>
      </pc:sldChg>
      <pc:sldChg chg="addSp modSp add mod modAnim modNotesTx">
        <pc:chgData name="Simone Beets" userId="5adb261a4dd6137b" providerId="LiveId" clId="{081DF2E0-BFFF-4188-83E2-E633C5DC6939}" dt="2025-04-14T05:55:19.423" v="5637"/>
        <pc:sldMkLst>
          <pc:docMk/>
          <pc:sldMk cId="276270174" sldId="446"/>
        </pc:sldMkLst>
        <pc:spChg chg="mod">
          <ac:chgData name="Simone Beets" userId="5adb261a4dd6137b" providerId="LiveId" clId="{081DF2E0-BFFF-4188-83E2-E633C5DC6939}" dt="2025-04-14T05:02:40.990" v="2311" actId="20577"/>
          <ac:spMkLst>
            <pc:docMk/>
            <pc:sldMk cId="276270174" sldId="446"/>
            <ac:spMk id="20482" creationId="{55CDBF1C-FC54-1F68-BFE1-D357045BF4DA}"/>
          </ac:spMkLst>
        </pc:spChg>
        <pc:spChg chg="mod">
          <ac:chgData name="Simone Beets" userId="5adb261a4dd6137b" providerId="LiveId" clId="{081DF2E0-BFFF-4188-83E2-E633C5DC6939}" dt="2025-04-14T05:05:58.142" v="2643" actId="20577"/>
          <ac:spMkLst>
            <pc:docMk/>
            <pc:sldMk cId="276270174" sldId="446"/>
            <ac:spMk id="20483" creationId="{A4664C36-3A95-8CEA-0C11-CCC725024BA6}"/>
          </ac:spMkLst>
        </pc:spChg>
      </pc:sldChg>
      <pc:sldChg chg="add del">
        <pc:chgData name="Simone Beets" userId="5adb261a4dd6137b" providerId="LiveId" clId="{081DF2E0-BFFF-4188-83E2-E633C5DC6939}" dt="2025-04-14T05:02:32.717" v="2305" actId="47"/>
        <pc:sldMkLst>
          <pc:docMk/>
          <pc:sldMk cId="816165736" sldId="447"/>
        </pc:sldMkLst>
      </pc:sldChg>
      <pc:sldChg chg="add del">
        <pc:chgData name="Simone Beets" userId="5adb261a4dd6137b" providerId="LiveId" clId="{081DF2E0-BFFF-4188-83E2-E633C5DC6939}" dt="2025-04-14T05:33:01.189" v="4476" actId="47"/>
        <pc:sldMkLst>
          <pc:docMk/>
          <pc:sldMk cId="4234348023" sldId="447"/>
        </pc:sldMkLst>
      </pc:sldChg>
      <pc:sldChg chg="delSp modSp add mod ord delAnim modAnim modNotesTx">
        <pc:chgData name="Simone Beets" userId="5adb261a4dd6137b" providerId="LiveId" clId="{081DF2E0-BFFF-4188-83E2-E633C5DC6939}" dt="2025-04-14T05:17:56.861" v="4082" actId="20577"/>
        <pc:sldMkLst>
          <pc:docMk/>
          <pc:sldMk cId="2903611770" sldId="448"/>
        </pc:sldMkLst>
      </pc:sldChg>
      <pc:sldChg chg="modSp add del mod modAnim">
        <pc:chgData name="Simone Beets" userId="5adb261a4dd6137b" providerId="LiveId" clId="{081DF2E0-BFFF-4188-83E2-E633C5DC6939}" dt="2025-04-14T05:19:27.652" v="4136" actId="47"/>
        <pc:sldMkLst>
          <pc:docMk/>
          <pc:sldMk cId="3076009830" sldId="449"/>
        </pc:sldMkLst>
      </pc:sldChg>
      <pc:sldChg chg="modSp add modAnim modNotesTx">
        <pc:chgData name="Simone Beets" userId="5adb261a4dd6137b" providerId="LiveId" clId="{081DF2E0-BFFF-4188-83E2-E633C5DC6939}" dt="2025-04-14T06:02:24.432" v="6058" actId="20577"/>
        <pc:sldMkLst>
          <pc:docMk/>
          <pc:sldMk cId="3925703631" sldId="450"/>
        </pc:sldMkLst>
      </pc:sldChg>
      <pc:sldChg chg="addSp modSp add mod modAnim">
        <pc:chgData name="Simone Beets" userId="5adb261a4dd6137b" providerId="LiveId" clId="{081DF2E0-BFFF-4188-83E2-E633C5DC6939}" dt="2025-04-14T06:03:17.840" v="6060" actId="20577"/>
        <pc:sldMkLst>
          <pc:docMk/>
          <pc:sldMk cId="2194690210" sldId="451"/>
        </pc:sldMkLst>
      </pc:sldChg>
      <pc:sldChg chg="addSp delSp modSp add mod modAnim modNotesTx">
        <pc:chgData name="Simone Beets" userId="5adb261a4dd6137b" providerId="LiveId" clId="{081DF2E0-BFFF-4188-83E2-E633C5DC6939}" dt="2025-04-14T07:20:55.633" v="6660" actId="20577"/>
        <pc:sldMkLst>
          <pc:docMk/>
          <pc:sldMk cId="1982727569" sldId="452"/>
        </pc:sldMkLst>
      </pc:sldChg>
      <pc:sldChg chg="delSp modSp add mod modAnim">
        <pc:chgData name="Simone Beets" userId="5adb261a4dd6137b" providerId="LiveId" clId="{081DF2E0-BFFF-4188-83E2-E633C5DC6939}" dt="2025-04-14T06:22:00.056" v="6233" actId="114"/>
        <pc:sldMkLst>
          <pc:docMk/>
          <pc:sldMk cId="3443735419" sldId="453"/>
        </pc:sldMkLst>
      </pc:sldChg>
      <pc:sldChg chg="modSp add modAnim">
        <pc:chgData name="Simone Beets" userId="5adb261a4dd6137b" providerId="LiveId" clId="{081DF2E0-BFFF-4188-83E2-E633C5DC6939}" dt="2025-04-14T05:25:25.315" v="4276" actId="20577"/>
        <pc:sldMkLst>
          <pc:docMk/>
          <pc:sldMk cId="4291348502" sldId="454"/>
        </pc:sldMkLst>
      </pc:sldChg>
      <pc:sldChg chg="modSp add mod modAnim">
        <pc:chgData name="Simone Beets" userId="5adb261a4dd6137b" providerId="LiveId" clId="{081DF2E0-BFFF-4188-83E2-E633C5DC6939}" dt="2025-04-14T06:10:23.992" v="6193" actId="20577"/>
        <pc:sldMkLst>
          <pc:docMk/>
          <pc:sldMk cId="1251566926" sldId="455"/>
        </pc:sldMkLst>
      </pc:sldChg>
      <pc:sldChg chg="addSp modSp add mod modAnim">
        <pc:chgData name="Simone Beets" userId="5adb261a4dd6137b" providerId="LiveId" clId="{081DF2E0-BFFF-4188-83E2-E633C5DC6939}" dt="2025-04-14T06:10:53.751" v="6194" actId="20577"/>
        <pc:sldMkLst>
          <pc:docMk/>
          <pc:sldMk cId="537521088" sldId="456"/>
        </pc:sldMkLst>
      </pc:sldChg>
      <pc:sldChg chg="addSp delSp modSp add mod modAnim">
        <pc:chgData name="Simone Beets" userId="5adb261a4dd6137b" providerId="LiveId" clId="{081DF2E0-BFFF-4188-83E2-E633C5DC6939}" dt="2025-04-14T06:12:42.191" v="6207" actId="20577"/>
        <pc:sldMkLst>
          <pc:docMk/>
          <pc:sldMk cId="2678204417" sldId="457"/>
        </pc:sldMkLst>
      </pc:sldChg>
      <pc:sldChg chg="delSp modSp add mod modAnim">
        <pc:chgData name="Simone Beets" userId="5adb261a4dd6137b" providerId="LiveId" clId="{081DF2E0-BFFF-4188-83E2-E633C5DC6939}" dt="2025-04-14T06:50:30.563" v="6242" actId="478"/>
        <pc:sldMkLst>
          <pc:docMk/>
          <pc:sldMk cId="2238009784" sldId="458"/>
        </pc:sldMkLst>
      </pc:sldChg>
      <pc:sldChg chg="delSp modSp add mod ord modAnim">
        <pc:chgData name="Simone Beets" userId="5adb261a4dd6137b" providerId="LiveId" clId="{081DF2E0-BFFF-4188-83E2-E633C5DC6939}" dt="2025-04-14T06:14:31.687" v="6213" actId="20577"/>
        <pc:sldMkLst>
          <pc:docMk/>
          <pc:sldMk cId="1749086728" sldId="459"/>
        </pc:sldMkLst>
      </pc:sldChg>
      <pc:sldChg chg="delSp modSp add mod ord modAnim">
        <pc:chgData name="Simone Beets" userId="5adb261a4dd6137b" providerId="LiveId" clId="{081DF2E0-BFFF-4188-83E2-E633C5DC6939}" dt="2025-04-14T06:18:35.238" v="6227" actId="114"/>
        <pc:sldMkLst>
          <pc:docMk/>
          <pc:sldMk cId="53913516" sldId="460"/>
        </pc:sldMkLst>
      </pc:sldChg>
      <pc:sldChg chg="addSp delSp modSp add modAnim">
        <pc:chgData name="Simone Beets" userId="5adb261a4dd6137b" providerId="LiveId" clId="{081DF2E0-BFFF-4188-83E2-E633C5DC6939}" dt="2025-04-14T06:15:48.078" v="6216"/>
        <pc:sldMkLst>
          <pc:docMk/>
          <pc:sldMk cId="2995512110" sldId="461"/>
        </pc:sldMkLst>
      </pc:sldChg>
      <pc:sldChg chg="addSp delSp modSp add mod ord delAnim modAnim modNotesTx">
        <pc:chgData name="Simone Beets" userId="5adb261a4dd6137b" providerId="LiveId" clId="{081DF2E0-BFFF-4188-83E2-E633C5DC6939}" dt="2025-04-14T07:13:30.555" v="6525" actId="20577"/>
        <pc:sldMkLst>
          <pc:docMk/>
          <pc:sldMk cId="835226338" sldId="462"/>
        </pc:sldMkLst>
      </pc:sldChg>
      <pc:sldChg chg="addSp delSp modSp add mod modAnim">
        <pc:chgData name="Simone Beets" userId="5adb261a4dd6137b" providerId="LiveId" clId="{081DF2E0-BFFF-4188-83E2-E633C5DC6939}" dt="2025-04-14T05:35:59.715" v="4576" actId="20577"/>
        <pc:sldMkLst>
          <pc:docMk/>
          <pc:sldMk cId="1929359625" sldId="463"/>
        </pc:sldMkLst>
        <pc:spChg chg="add mod">
          <ac:chgData name="Simone Beets" userId="5adb261a4dd6137b" providerId="LiveId" clId="{081DF2E0-BFFF-4188-83E2-E633C5DC6939}" dt="2025-04-14T05:35:59.715" v="4576" actId="20577"/>
          <ac:spMkLst>
            <pc:docMk/>
            <pc:sldMk cId="1929359625" sldId="463"/>
            <ac:spMk id="7" creationId="{94D61028-5518-EB6A-DA27-C34569406A99}"/>
          </ac:spMkLst>
        </pc:spChg>
        <pc:picChg chg="add mod">
          <ac:chgData name="Simone Beets" userId="5adb261a4dd6137b" providerId="LiveId" clId="{081DF2E0-BFFF-4188-83E2-E633C5DC6939}" dt="2025-04-14T05:35:39.648" v="4513"/>
          <ac:picMkLst>
            <pc:docMk/>
            <pc:sldMk cId="1929359625" sldId="463"/>
            <ac:picMk id="8" creationId="{961DC337-FE52-B260-92F4-459E1C5EFB7C}"/>
          </ac:picMkLst>
        </pc:picChg>
      </pc:sldChg>
      <pc:sldChg chg="addSp delSp modSp add mod modNotesTx">
        <pc:chgData name="Simone Beets" userId="5adb261a4dd6137b" providerId="LiveId" clId="{081DF2E0-BFFF-4188-83E2-E633C5DC6939}" dt="2025-04-14T10:29:41.928" v="6756" actId="15"/>
        <pc:sldMkLst>
          <pc:docMk/>
          <pc:sldMk cId="1804291163" sldId="464"/>
        </pc:sldMkLst>
      </pc:sldChg>
      <pc:sldChg chg="delSp modSp add mod modAnim">
        <pc:chgData name="Simone Beets" userId="5adb261a4dd6137b" providerId="LiveId" clId="{081DF2E0-BFFF-4188-83E2-E633C5DC6939}" dt="2025-04-14T06:50:27.767" v="6241" actId="478"/>
        <pc:sldMkLst>
          <pc:docMk/>
          <pc:sldMk cId="3226213347" sldId="465"/>
        </pc:sldMkLst>
      </pc:sldChg>
      <pc:sldChg chg="addSp delSp modSp add mod delAnim modNotesTx">
        <pc:chgData name="Simone Beets" userId="5adb261a4dd6137b" providerId="LiveId" clId="{081DF2E0-BFFF-4188-83E2-E633C5DC6939}" dt="2025-04-14T10:28:39.864" v="6748" actId="20577"/>
        <pc:sldMkLst>
          <pc:docMk/>
          <pc:sldMk cId="252068716" sldId="466"/>
        </pc:sldMkLst>
      </pc:sldChg>
      <pc:sldChg chg="addSp delSp modSp add mod modNotesTx">
        <pc:chgData name="Simone Beets" userId="5adb261a4dd6137b" providerId="LiveId" clId="{081DF2E0-BFFF-4188-83E2-E633C5DC6939}" dt="2025-04-14T10:28:44.854" v="6749"/>
        <pc:sldMkLst>
          <pc:docMk/>
          <pc:sldMk cId="3925491160" sldId="467"/>
        </pc:sldMkLst>
      </pc:sldChg>
      <pc:sldChg chg="addSp delSp modSp add mod modNotesTx">
        <pc:chgData name="Simone Beets" userId="5adb261a4dd6137b" providerId="LiveId" clId="{081DF2E0-BFFF-4188-83E2-E633C5DC6939}" dt="2025-04-14T10:28:47.598" v="6750"/>
        <pc:sldMkLst>
          <pc:docMk/>
          <pc:sldMk cId="1919941849" sldId="468"/>
        </pc:sldMkLst>
      </pc:sldChg>
      <pc:sldChg chg="addSp delSp modSp add mod modNotesTx">
        <pc:chgData name="Simone Beets" userId="5adb261a4dd6137b" providerId="LiveId" clId="{081DF2E0-BFFF-4188-83E2-E633C5DC6939}" dt="2025-04-14T10:28:50.700" v="6751"/>
        <pc:sldMkLst>
          <pc:docMk/>
          <pc:sldMk cId="1143944041" sldId="469"/>
        </pc:sldMkLst>
      </pc:sldChg>
    </pc:docChg>
  </pc:docChgLst>
  <pc:docChgLst>
    <pc:chgData name="Simone Beets" userId="5adb261a4dd6137b" providerId="LiveId" clId="{25369803-5672-417C-BBDE-524FBD1231AC}"/>
    <pc:docChg chg="undo custSel addSld delSld modSld sldOrd">
      <pc:chgData name="Simone Beets" userId="5adb261a4dd6137b" providerId="LiveId" clId="{25369803-5672-417C-BBDE-524FBD1231AC}" dt="2025-04-07T13:33:03.499" v="5900" actId="6549"/>
      <pc:docMkLst>
        <pc:docMk/>
      </pc:docMkLst>
      <pc:sldChg chg="modSp mod">
        <pc:chgData name="Simone Beets" userId="5adb261a4dd6137b" providerId="LiveId" clId="{25369803-5672-417C-BBDE-524FBD1231AC}" dt="2025-04-07T03:15:01.995" v="9" actId="20577"/>
        <pc:sldMkLst>
          <pc:docMk/>
          <pc:sldMk cId="0" sldId="271"/>
        </pc:sldMkLst>
        <pc:spChg chg="mod">
          <ac:chgData name="Simone Beets" userId="5adb261a4dd6137b" providerId="LiveId" clId="{25369803-5672-417C-BBDE-524FBD1231AC}" dt="2025-04-07T03:15:01.995" v="9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25369803-5672-417C-BBDE-524FBD1231AC}" dt="2025-04-07T06:51:37.096" v="5305" actId="47"/>
        <pc:sldMkLst>
          <pc:docMk/>
          <pc:sldMk cId="0" sldId="321"/>
        </pc:sldMkLst>
      </pc:sldChg>
      <pc:sldChg chg="addSp delSp modSp mod modNotesTx">
        <pc:chgData name="Simone Beets" userId="5adb261a4dd6137b" providerId="LiveId" clId="{25369803-5672-417C-BBDE-524FBD1231AC}" dt="2025-04-07T06:56:42.020" v="5812" actId="20577"/>
        <pc:sldMkLst>
          <pc:docMk/>
          <pc:sldMk cId="465305782" sldId="323"/>
        </pc:sldMkLst>
      </pc:sldChg>
      <pc:sldChg chg="del">
        <pc:chgData name="Simone Beets" userId="5adb261a4dd6137b" providerId="LiveId" clId="{25369803-5672-417C-BBDE-524FBD1231AC}" dt="2025-04-07T06:25:00.632" v="5180" actId="47"/>
        <pc:sldMkLst>
          <pc:docMk/>
          <pc:sldMk cId="2369434495" sldId="324"/>
        </pc:sldMkLst>
      </pc:sldChg>
      <pc:sldChg chg="modSp mod ord modAnim modNotesTx">
        <pc:chgData name="Simone Beets" userId="5adb261a4dd6137b" providerId="LiveId" clId="{25369803-5672-417C-BBDE-524FBD1231AC}" dt="2025-04-07T05:54:07.733" v="2783" actId="12"/>
        <pc:sldMkLst>
          <pc:docMk/>
          <pc:sldMk cId="1762635146" sldId="339"/>
        </pc:sldMkLst>
      </pc:sldChg>
      <pc:sldChg chg="modSp del mod">
        <pc:chgData name="Simone Beets" userId="5adb261a4dd6137b" providerId="LiveId" clId="{25369803-5672-417C-BBDE-524FBD1231AC}" dt="2025-04-07T06:26:31.807" v="5182" actId="2696"/>
        <pc:sldMkLst>
          <pc:docMk/>
          <pc:sldMk cId="2049952096" sldId="340"/>
        </pc:sldMkLst>
      </pc:sldChg>
      <pc:sldChg chg="del">
        <pc:chgData name="Simone Beets" userId="5adb261a4dd6137b" providerId="LiveId" clId="{25369803-5672-417C-BBDE-524FBD1231AC}" dt="2025-04-07T06:51:24.670" v="5285" actId="47"/>
        <pc:sldMkLst>
          <pc:docMk/>
          <pc:sldMk cId="583071382" sldId="352"/>
        </pc:sldMkLst>
      </pc:sldChg>
      <pc:sldChg chg="del">
        <pc:chgData name="Simone Beets" userId="5adb261a4dd6137b" providerId="LiveId" clId="{25369803-5672-417C-BBDE-524FBD1231AC}" dt="2025-04-07T03:23:58.977" v="19" actId="47"/>
        <pc:sldMkLst>
          <pc:docMk/>
          <pc:sldMk cId="3867261677" sldId="364"/>
        </pc:sldMkLst>
      </pc:sldChg>
      <pc:sldChg chg="del">
        <pc:chgData name="Simone Beets" userId="5adb261a4dd6137b" providerId="LiveId" clId="{25369803-5672-417C-BBDE-524FBD1231AC}" dt="2025-04-07T06:51:25.649" v="5286" actId="47"/>
        <pc:sldMkLst>
          <pc:docMk/>
          <pc:sldMk cId="1679562004" sldId="368"/>
        </pc:sldMkLst>
      </pc:sldChg>
      <pc:sldChg chg="del">
        <pc:chgData name="Simone Beets" userId="5adb261a4dd6137b" providerId="LiveId" clId="{25369803-5672-417C-BBDE-524FBD1231AC}" dt="2025-04-07T06:51:20.415" v="5280" actId="47"/>
        <pc:sldMkLst>
          <pc:docMk/>
          <pc:sldMk cId="2684210106" sldId="390"/>
        </pc:sldMkLst>
      </pc:sldChg>
      <pc:sldChg chg="del">
        <pc:chgData name="Simone Beets" userId="5adb261a4dd6137b" providerId="LiveId" clId="{25369803-5672-417C-BBDE-524FBD1231AC}" dt="2025-04-07T06:51:26.374" v="5288" actId="47"/>
        <pc:sldMkLst>
          <pc:docMk/>
          <pc:sldMk cId="422397288" sldId="391"/>
        </pc:sldMkLst>
      </pc:sldChg>
      <pc:sldChg chg="del">
        <pc:chgData name="Simone Beets" userId="5adb261a4dd6137b" providerId="LiveId" clId="{25369803-5672-417C-BBDE-524FBD1231AC}" dt="2025-04-07T06:51:21.481" v="5281" actId="47"/>
        <pc:sldMkLst>
          <pc:docMk/>
          <pc:sldMk cId="1662032250" sldId="393"/>
        </pc:sldMkLst>
      </pc:sldChg>
      <pc:sldChg chg="del">
        <pc:chgData name="Simone Beets" userId="5adb261a4dd6137b" providerId="LiveId" clId="{25369803-5672-417C-BBDE-524FBD1231AC}" dt="2025-04-07T06:51:21.953" v="5282" actId="47"/>
        <pc:sldMkLst>
          <pc:docMk/>
          <pc:sldMk cId="226156491" sldId="394"/>
        </pc:sldMkLst>
      </pc:sldChg>
      <pc:sldChg chg="del">
        <pc:chgData name="Simone Beets" userId="5adb261a4dd6137b" providerId="LiveId" clId="{25369803-5672-417C-BBDE-524FBD1231AC}" dt="2025-04-07T06:51:22.433" v="5283" actId="47"/>
        <pc:sldMkLst>
          <pc:docMk/>
          <pc:sldMk cId="920287109" sldId="396"/>
        </pc:sldMkLst>
      </pc:sldChg>
      <pc:sldChg chg="addSp delSp modSp mod ord modAnim modNotesTx">
        <pc:chgData name="Simone Beets" userId="5adb261a4dd6137b" providerId="LiveId" clId="{25369803-5672-417C-BBDE-524FBD1231AC}" dt="2025-04-07T06:31:06.775" v="5258" actId="1076"/>
        <pc:sldMkLst>
          <pc:docMk/>
          <pc:sldMk cId="1427072437" sldId="397"/>
        </pc:sldMkLst>
      </pc:sldChg>
      <pc:sldChg chg="del">
        <pc:chgData name="Simone Beets" userId="5adb261a4dd6137b" providerId="LiveId" clId="{25369803-5672-417C-BBDE-524FBD1231AC}" dt="2025-04-07T06:51:26.043" v="5287" actId="47"/>
        <pc:sldMkLst>
          <pc:docMk/>
          <pc:sldMk cId="536390260" sldId="399"/>
        </pc:sldMkLst>
      </pc:sldChg>
      <pc:sldChg chg="del">
        <pc:chgData name="Simone Beets" userId="5adb261a4dd6137b" providerId="LiveId" clId="{25369803-5672-417C-BBDE-524FBD1231AC}" dt="2025-04-07T06:51:27.338" v="5289" actId="47"/>
        <pc:sldMkLst>
          <pc:docMk/>
          <pc:sldMk cId="1928756358" sldId="401"/>
        </pc:sldMkLst>
      </pc:sldChg>
      <pc:sldChg chg="del">
        <pc:chgData name="Simone Beets" userId="5adb261a4dd6137b" providerId="LiveId" clId="{25369803-5672-417C-BBDE-524FBD1231AC}" dt="2025-04-07T06:51:27.772" v="5290" actId="47"/>
        <pc:sldMkLst>
          <pc:docMk/>
          <pc:sldMk cId="2581493560" sldId="402"/>
        </pc:sldMkLst>
      </pc:sldChg>
      <pc:sldChg chg="del">
        <pc:chgData name="Simone Beets" userId="5adb261a4dd6137b" providerId="LiveId" clId="{25369803-5672-417C-BBDE-524FBD1231AC}" dt="2025-04-07T06:51:28.735" v="5291" actId="47"/>
        <pc:sldMkLst>
          <pc:docMk/>
          <pc:sldMk cId="2548823524" sldId="403"/>
        </pc:sldMkLst>
      </pc:sldChg>
      <pc:sldChg chg="del">
        <pc:chgData name="Simone Beets" userId="5adb261a4dd6137b" providerId="LiveId" clId="{25369803-5672-417C-BBDE-524FBD1231AC}" dt="2025-04-07T06:51:29.266" v="5292" actId="47"/>
        <pc:sldMkLst>
          <pc:docMk/>
          <pc:sldMk cId="741803763" sldId="404"/>
        </pc:sldMkLst>
      </pc:sldChg>
      <pc:sldChg chg="del">
        <pc:chgData name="Simone Beets" userId="5adb261a4dd6137b" providerId="LiveId" clId="{25369803-5672-417C-BBDE-524FBD1231AC}" dt="2025-04-07T06:51:30.193" v="5293" actId="47"/>
        <pc:sldMkLst>
          <pc:docMk/>
          <pc:sldMk cId="1601805029" sldId="405"/>
        </pc:sldMkLst>
      </pc:sldChg>
      <pc:sldChg chg="del">
        <pc:chgData name="Simone Beets" userId="5adb261a4dd6137b" providerId="LiveId" clId="{25369803-5672-417C-BBDE-524FBD1231AC}" dt="2025-04-07T06:51:30.685" v="5294" actId="47"/>
        <pc:sldMkLst>
          <pc:docMk/>
          <pc:sldMk cId="4220622377" sldId="406"/>
        </pc:sldMkLst>
      </pc:sldChg>
      <pc:sldChg chg="del">
        <pc:chgData name="Simone Beets" userId="5adb261a4dd6137b" providerId="LiveId" clId="{25369803-5672-417C-BBDE-524FBD1231AC}" dt="2025-04-07T06:51:33.596" v="5299" actId="47"/>
        <pc:sldMkLst>
          <pc:docMk/>
          <pc:sldMk cId="2242960218" sldId="407"/>
        </pc:sldMkLst>
      </pc:sldChg>
      <pc:sldChg chg="del">
        <pc:chgData name="Simone Beets" userId="5adb261a4dd6137b" providerId="LiveId" clId="{25369803-5672-417C-BBDE-524FBD1231AC}" dt="2025-04-07T06:51:31.126" v="5295" actId="47"/>
        <pc:sldMkLst>
          <pc:docMk/>
          <pc:sldMk cId="976054929" sldId="408"/>
        </pc:sldMkLst>
      </pc:sldChg>
      <pc:sldChg chg="del">
        <pc:chgData name="Simone Beets" userId="5adb261a4dd6137b" providerId="LiveId" clId="{25369803-5672-417C-BBDE-524FBD1231AC}" dt="2025-04-07T06:51:32" v="5296" actId="47"/>
        <pc:sldMkLst>
          <pc:docMk/>
          <pc:sldMk cId="246443275" sldId="410"/>
        </pc:sldMkLst>
      </pc:sldChg>
      <pc:sldChg chg="del">
        <pc:chgData name="Simone Beets" userId="5adb261a4dd6137b" providerId="LiveId" clId="{25369803-5672-417C-BBDE-524FBD1231AC}" dt="2025-04-07T06:51:32.374" v="5297" actId="47"/>
        <pc:sldMkLst>
          <pc:docMk/>
          <pc:sldMk cId="852655609" sldId="411"/>
        </pc:sldMkLst>
      </pc:sldChg>
      <pc:sldChg chg="del">
        <pc:chgData name="Simone Beets" userId="5adb261a4dd6137b" providerId="LiveId" clId="{25369803-5672-417C-BBDE-524FBD1231AC}" dt="2025-04-07T06:51:32.710" v="5298" actId="47"/>
        <pc:sldMkLst>
          <pc:docMk/>
          <pc:sldMk cId="395443802" sldId="412"/>
        </pc:sldMkLst>
      </pc:sldChg>
      <pc:sldChg chg="del">
        <pc:chgData name="Simone Beets" userId="5adb261a4dd6137b" providerId="LiveId" clId="{25369803-5672-417C-BBDE-524FBD1231AC}" dt="2025-04-07T06:51:33.974" v="5300" actId="47"/>
        <pc:sldMkLst>
          <pc:docMk/>
          <pc:sldMk cId="438604043" sldId="413"/>
        </pc:sldMkLst>
      </pc:sldChg>
      <pc:sldChg chg="del">
        <pc:chgData name="Simone Beets" userId="5adb261a4dd6137b" providerId="LiveId" clId="{25369803-5672-417C-BBDE-524FBD1231AC}" dt="2025-04-07T06:51:34.255" v="5301" actId="47"/>
        <pc:sldMkLst>
          <pc:docMk/>
          <pc:sldMk cId="3096865357" sldId="414"/>
        </pc:sldMkLst>
      </pc:sldChg>
      <pc:sldChg chg="del">
        <pc:chgData name="Simone Beets" userId="5adb261a4dd6137b" providerId="LiveId" clId="{25369803-5672-417C-BBDE-524FBD1231AC}" dt="2025-04-07T06:51:35.107" v="5302" actId="47"/>
        <pc:sldMkLst>
          <pc:docMk/>
          <pc:sldMk cId="3654530391" sldId="415"/>
        </pc:sldMkLst>
      </pc:sldChg>
      <pc:sldChg chg="del">
        <pc:chgData name="Simone Beets" userId="5adb261a4dd6137b" providerId="LiveId" clId="{25369803-5672-417C-BBDE-524FBD1231AC}" dt="2025-04-07T06:51:35.489" v="5303" actId="47"/>
        <pc:sldMkLst>
          <pc:docMk/>
          <pc:sldMk cId="3180297522" sldId="416"/>
        </pc:sldMkLst>
      </pc:sldChg>
      <pc:sldChg chg="del">
        <pc:chgData name="Simone Beets" userId="5adb261a4dd6137b" providerId="LiveId" clId="{25369803-5672-417C-BBDE-524FBD1231AC}" dt="2025-04-07T06:51:36.133" v="5304" actId="47"/>
        <pc:sldMkLst>
          <pc:docMk/>
          <pc:sldMk cId="2083726452" sldId="417"/>
        </pc:sldMkLst>
      </pc:sldChg>
      <pc:sldChg chg="modSp add del mod">
        <pc:chgData name="Simone Beets" userId="5adb261a4dd6137b" providerId="LiveId" clId="{25369803-5672-417C-BBDE-524FBD1231AC}" dt="2025-04-07T06:52:47.139" v="5554" actId="6549"/>
        <pc:sldMkLst>
          <pc:docMk/>
          <pc:sldMk cId="3637301509" sldId="418"/>
        </pc:sldMkLst>
        <pc:spChg chg="mod">
          <ac:chgData name="Simone Beets" userId="5adb261a4dd6137b" providerId="LiveId" clId="{25369803-5672-417C-BBDE-524FBD1231AC}" dt="2025-04-07T06:51:44.819" v="5308" actId="20577"/>
          <ac:spMkLst>
            <pc:docMk/>
            <pc:sldMk cId="3637301509" sldId="418"/>
            <ac:spMk id="81922" creationId="{E9EEF4F8-5116-EB12-58DE-1555449623BB}"/>
          </ac:spMkLst>
        </pc:spChg>
      </pc:sldChg>
      <pc:sldChg chg="del">
        <pc:chgData name="Simone Beets" userId="5adb261a4dd6137b" providerId="LiveId" clId="{25369803-5672-417C-BBDE-524FBD1231AC}" dt="2025-04-07T03:24:01.249" v="20" actId="47"/>
        <pc:sldMkLst>
          <pc:docMk/>
          <pc:sldMk cId="4218234025" sldId="419"/>
        </pc:sldMkLst>
      </pc:sldChg>
      <pc:sldChg chg="del">
        <pc:chgData name="Simone Beets" userId="5adb261a4dd6137b" providerId="LiveId" clId="{25369803-5672-417C-BBDE-524FBD1231AC}" dt="2025-04-07T03:24:05.399" v="22" actId="47"/>
        <pc:sldMkLst>
          <pc:docMk/>
          <pc:sldMk cId="2673821010" sldId="420"/>
        </pc:sldMkLst>
      </pc:sldChg>
      <pc:sldChg chg="del">
        <pc:chgData name="Simone Beets" userId="5adb261a4dd6137b" providerId="LiveId" clId="{25369803-5672-417C-BBDE-524FBD1231AC}" dt="2025-04-07T03:24:03.914" v="21" actId="47"/>
        <pc:sldMkLst>
          <pc:docMk/>
          <pc:sldMk cId="3254186665" sldId="421"/>
        </pc:sldMkLst>
      </pc:sldChg>
      <pc:sldChg chg="add del">
        <pc:chgData name="Simone Beets" userId="5adb261a4dd6137b" providerId="LiveId" clId="{25369803-5672-417C-BBDE-524FBD1231AC}" dt="2025-04-07T06:25:02.573" v="5181" actId="47"/>
        <pc:sldMkLst>
          <pc:docMk/>
          <pc:sldMk cId="751052856" sldId="422"/>
        </pc:sldMkLst>
      </pc:sldChg>
      <pc:sldChg chg="modSp add del mod ord modAnim">
        <pc:chgData name="Simone Beets" userId="5adb261a4dd6137b" providerId="LiveId" clId="{25369803-5672-417C-BBDE-524FBD1231AC}" dt="2025-04-07T03:49:36.978" v="1795" actId="2696"/>
        <pc:sldMkLst>
          <pc:docMk/>
          <pc:sldMk cId="2930686077" sldId="423"/>
        </pc:sldMkLst>
      </pc:sldChg>
      <pc:sldChg chg="addSp delSp modSp add mod ord modAnim modNotesTx">
        <pc:chgData name="Simone Beets" userId="5adb261a4dd6137b" providerId="LiveId" clId="{25369803-5672-417C-BBDE-524FBD1231AC}" dt="2025-04-07T04:14:55.931" v="2168"/>
        <pc:sldMkLst>
          <pc:docMk/>
          <pc:sldMk cId="520474740" sldId="424"/>
        </pc:sldMkLst>
      </pc:sldChg>
      <pc:sldChg chg="addSp modSp add mod modAnim modNotesTx">
        <pc:chgData name="Simone Beets" userId="5adb261a4dd6137b" providerId="LiveId" clId="{25369803-5672-417C-BBDE-524FBD1231AC}" dt="2025-04-07T13:33:03.499" v="5900" actId="6549"/>
        <pc:sldMkLst>
          <pc:docMk/>
          <pc:sldMk cId="811755344" sldId="425"/>
        </pc:sldMkLst>
      </pc:sldChg>
      <pc:sldChg chg="addSp delSp modSp add mod modAnim modNotesTx">
        <pc:chgData name="Simone Beets" userId="5adb261a4dd6137b" providerId="LiveId" clId="{25369803-5672-417C-BBDE-524FBD1231AC}" dt="2025-04-07T13:33:00.491" v="5899" actId="6549"/>
        <pc:sldMkLst>
          <pc:docMk/>
          <pc:sldMk cId="1516093415" sldId="426"/>
        </pc:sldMkLst>
      </pc:sldChg>
      <pc:sldChg chg="addSp delSp modSp add mod modAnim modNotesTx">
        <pc:chgData name="Simone Beets" userId="5adb261a4dd6137b" providerId="LiveId" clId="{25369803-5672-417C-BBDE-524FBD1231AC}" dt="2025-04-07T13:32:57.692" v="5898" actId="6549"/>
        <pc:sldMkLst>
          <pc:docMk/>
          <pc:sldMk cId="2853028284" sldId="427"/>
        </pc:sldMkLst>
      </pc:sldChg>
      <pc:sldChg chg="addSp delSp modSp add mod modAnim modNotesTx">
        <pc:chgData name="Simone Beets" userId="5adb261a4dd6137b" providerId="LiveId" clId="{25369803-5672-417C-BBDE-524FBD1231AC}" dt="2025-04-07T04:07:14.694" v="2121" actId="20577"/>
        <pc:sldMkLst>
          <pc:docMk/>
          <pc:sldMk cId="372974515" sldId="428"/>
        </pc:sldMkLst>
      </pc:sldChg>
      <pc:sldChg chg="addSp delSp modSp add mod modAnim modNotesTx">
        <pc:chgData name="Simone Beets" userId="5adb261a4dd6137b" providerId="LiveId" clId="{25369803-5672-417C-BBDE-524FBD1231AC}" dt="2025-04-07T13:32:49.739" v="5897" actId="478"/>
        <pc:sldMkLst>
          <pc:docMk/>
          <pc:sldMk cId="9013570" sldId="429"/>
        </pc:sldMkLst>
      </pc:sldChg>
      <pc:sldChg chg="addSp delSp modSp add mod delAnim modAnim modNotesTx">
        <pc:chgData name="Simone Beets" userId="5adb261a4dd6137b" providerId="LiveId" clId="{25369803-5672-417C-BBDE-524FBD1231AC}" dt="2025-04-07T04:12:14.545" v="2145" actId="14100"/>
        <pc:sldMkLst>
          <pc:docMk/>
          <pc:sldMk cId="444318415" sldId="430"/>
        </pc:sldMkLst>
      </pc:sldChg>
      <pc:sldChg chg="add del">
        <pc:chgData name="Simone Beets" userId="5adb261a4dd6137b" providerId="LiveId" clId="{25369803-5672-417C-BBDE-524FBD1231AC}" dt="2025-04-07T06:51:23.723" v="5284" actId="47"/>
        <pc:sldMkLst>
          <pc:docMk/>
          <pc:sldMk cId="2524585363" sldId="431"/>
        </pc:sldMkLst>
      </pc:sldChg>
      <pc:sldChg chg="addSp delSp modSp add mod ord delAnim modAnim modNotesTx">
        <pc:chgData name="Simone Beets" userId="5adb261a4dd6137b" providerId="LiveId" clId="{25369803-5672-417C-BBDE-524FBD1231AC}" dt="2025-04-07T13:32:37.971" v="5896" actId="478"/>
        <pc:sldMkLst>
          <pc:docMk/>
          <pc:sldMk cId="3476499561" sldId="432"/>
        </pc:sldMkLst>
      </pc:sldChg>
      <pc:sldChg chg="addSp delSp modSp add mod delAnim modAnim modNotesTx">
        <pc:chgData name="Simone Beets" userId="5adb261a4dd6137b" providerId="LiveId" clId="{25369803-5672-417C-BBDE-524FBD1231AC}" dt="2025-04-07T06:23:59.793" v="5179" actId="20577"/>
        <pc:sldMkLst>
          <pc:docMk/>
          <pc:sldMk cId="1971915231" sldId="433"/>
        </pc:sldMkLst>
      </pc:sldChg>
      <pc:sldChg chg="delSp modSp add mod ord delAnim modAnim modNotesTx">
        <pc:chgData name="Simone Beets" userId="5adb261a4dd6137b" providerId="LiveId" clId="{25369803-5672-417C-BBDE-524FBD1231AC}" dt="2025-04-07T06:44:45.045" v="5277" actId="20577"/>
        <pc:sldMkLst>
          <pc:docMk/>
          <pc:sldMk cId="1868818267" sldId="434"/>
        </pc:sldMkLst>
      </pc:sldChg>
      <pc:sldChg chg="modSp add mod modAnim modNotesTx">
        <pc:chgData name="Simone Beets" userId="5adb261a4dd6137b" providerId="LiveId" clId="{25369803-5672-417C-BBDE-524FBD1231AC}" dt="2025-04-07T06:13:02.960" v="4454" actId="20577"/>
        <pc:sldMkLst>
          <pc:docMk/>
          <pc:sldMk cId="4170340479" sldId="435"/>
        </pc:sldMkLst>
      </pc:sldChg>
      <pc:sldChg chg="modSp add mod modAnim modNotesTx">
        <pc:chgData name="Simone Beets" userId="5adb261a4dd6137b" providerId="LiveId" clId="{25369803-5672-417C-BBDE-524FBD1231AC}" dt="2025-04-07T06:08:26.659" v="3881" actId="20577"/>
        <pc:sldMkLst>
          <pc:docMk/>
          <pc:sldMk cId="3084068710" sldId="436"/>
        </pc:sldMkLst>
      </pc:sldChg>
      <pc:sldChg chg="addSp delSp modSp add mod ord modAnim modNotesTx">
        <pc:chgData name="Simone Beets" userId="5adb261a4dd6137b" providerId="LiveId" clId="{25369803-5672-417C-BBDE-524FBD1231AC}" dt="2025-04-07T06:14:35.367" v="4518"/>
        <pc:sldMkLst>
          <pc:docMk/>
          <pc:sldMk cId="979744591" sldId="437"/>
        </pc:sldMkLst>
      </pc:sldChg>
      <pc:sldChg chg="add del">
        <pc:chgData name="Simone Beets" userId="5adb261a4dd6137b" providerId="LiveId" clId="{25369803-5672-417C-BBDE-524FBD1231AC}" dt="2025-04-07T06:50:45.445" v="5279" actId="2696"/>
        <pc:sldMkLst>
          <pc:docMk/>
          <pc:sldMk cId="3205619888" sldId="438"/>
        </pc:sldMkLst>
      </pc:sldChg>
      <pc:sldChg chg="addSp delSp modSp add mod ord modAnim modNotesTx">
        <pc:chgData name="Simone Beets" userId="5adb261a4dd6137b" providerId="LiveId" clId="{25369803-5672-417C-BBDE-524FBD1231AC}" dt="2025-04-07T06:14:47.433" v="4519"/>
        <pc:sldMkLst>
          <pc:docMk/>
          <pc:sldMk cId="849858529" sldId="439"/>
        </pc:sldMkLst>
      </pc:sldChg>
      <pc:sldChg chg="add modNotesTx">
        <pc:chgData name="Simone Beets" userId="5adb261a4dd6137b" providerId="LiveId" clId="{25369803-5672-417C-BBDE-524FBD1231AC}" dt="2025-04-07T06:48:45.342" v="5278"/>
        <pc:sldMkLst>
          <pc:docMk/>
          <pc:sldMk cId="916888293" sldId="440"/>
        </pc:sldMkLst>
      </pc:sldChg>
      <pc:sldChg chg="add">
        <pc:chgData name="Simone Beets" userId="5adb261a4dd6137b" providerId="LiveId" clId="{25369803-5672-417C-BBDE-524FBD1231AC}" dt="2025-04-07T06:13:34.437" v="4502" actId="2890"/>
        <pc:sldMkLst>
          <pc:docMk/>
          <pc:sldMk cId="941566685" sldId="441"/>
        </pc:sldMkLst>
      </pc:sldChg>
    </pc:docChg>
  </pc:docChgLst>
  <pc:docChgLst>
    <pc:chgData name="Simone Beets" userId="5adb261a4dd6137b" providerId="LiveId" clId="{5622D2CA-130E-490A-952A-3E9DD0BAA9CD}"/>
    <pc:docChg chg="undo redo custSel addSld delSld modSld sldOrd">
      <pc:chgData name="Simone Beets" userId="5adb261a4dd6137b" providerId="LiveId" clId="{5622D2CA-130E-490A-952A-3E9DD0BAA9CD}" dt="2025-03-03T07:56:46.227" v="6019" actId="20577"/>
      <pc:docMkLst>
        <pc:docMk/>
      </pc:docMkLst>
      <pc:sldChg chg="modSp mod ord modAnim">
        <pc:chgData name="Simone Beets" userId="5adb261a4dd6137b" providerId="LiveId" clId="{5622D2CA-130E-490A-952A-3E9DD0BAA9CD}" dt="2025-03-02T10:50:17.022" v="5505"/>
        <pc:sldMkLst>
          <pc:docMk/>
          <pc:sldMk cId="0" sldId="257"/>
        </pc:sldMkLst>
      </pc:sldChg>
      <pc:sldChg chg="modSp mod">
        <pc:chgData name="Simone Beets" userId="5adb261a4dd6137b" providerId="LiveId" clId="{5622D2CA-130E-490A-952A-3E9DD0BAA9CD}" dt="2025-03-02T07:20:58.435" v="18" actId="20577"/>
        <pc:sldMkLst>
          <pc:docMk/>
          <pc:sldMk cId="0" sldId="271"/>
        </pc:sldMkLst>
        <pc:spChg chg="mod">
          <ac:chgData name="Simone Beets" userId="5adb261a4dd6137b" providerId="LiveId" clId="{5622D2CA-130E-490A-952A-3E9DD0BAA9CD}" dt="2025-03-02T07:20:58.435" v="18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5622D2CA-130E-490A-952A-3E9DD0BAA9CD}" dt="2025-03-02T10:16:12.549" v="4819" actId="47"/>
        <pc:sldMkLst>
          <pc:docMk/>
          <pc:sldMk cId="0" sldId="274"/>
        </pc:sldMkLst>
      </pc:sldChg>
      <pc:sldChg chg="del">
        <pc:chgData name="Simone Beets" userId="5adb261a4dd6137b" providerId="LiveId" clId="{5622D2CA-130E-490A-952A-3E9DD0BAA9CD}" dt="2025-03-02T10:16:20.630" v="4824" actId="47"/>
        <pc:sldMkLst>
          <pc:docMk/>
          <pc:sldMk cId="0" sldId="276"/>
        </pc:sldMkLst>
      </pc:sldChg>
      <pc:sldChg chg="del">
        <pc:chgData name="Simone Beets" userId="5adb261a4dd6137b" providerId="LiveId" clId="{5622D2CA-130E-490A-952A-3E9DD0BAA9CD}" dt="2025-03-02T10:16:21.770" v="4825" actId="47"/>
        <pc:sldMkLst>
          <pc:docMk/>
          <pc:sldMk cId="0" sldId="277"/>
        </pc:sldMkLst>
      </pc:sldChg>
      <pc:sldChg chg="delSp modSp mod">
        <pc:chgData name="Simone Beets" userId="5adb261a4dd6137b" providerId="LiveId" clId="{5622D2CA-130E-490A-952A-3E9DD0BAA9CD}" dt="2025-03-03T06:45:08.386" v="5654" actId="20577"/>
        <pc:sldMkLst>
          <pc:docMk/>
          <pc:sldMk cId="0" sldId="321"/>
        </pc:sldMkLst>
      </pc:sldChg>
      <pc:sldChg chg="modNotesTx">
        <pc:chgData name="Simone Beets" userId="5adb261a4dd6137b" providerId="LiveId" clId="{5622D2CA-130E-490A-952A-3E9DD0BAA9CD}" dt="2025-03-03T07:56:46.227" v="6019" actId="20577"/>
        <pc:sldMkLst>
          <pc:docMk/>
          <pc:sldMk cId="465305782" sldId="323"/>
        </pc:sldMkLst>
      </pc:sldChg>
      <pc:sldChg chg="addSp delSp modSp mod modNotesTx">
        <pc:chgData name="Simone Beets" userId="5adb261a4dd6137b" providerId="LiveId" clId="{5622D2CA-130E-490A-952A-3E9DD0BAA9CD}" dt="2025-03-02T10:19:31.737" v="4921" actId="20577"/>
        <pc:sldMkLst>
          <pc:docMk/>
          <pc:sldMk cId="2369434495" sldId="324"/>
        </pc:sldMkLst>
      </pc:sldChg>
      <pc:sldChg chg="delSp modSp mod ord delAnim modAnim modNotesTx">
        <pc:chgData name="Simone Beets" userId="5adb261a4dd6137b" providerId="LiveId" clId="{5622D2CA-130E-490A-952A-3E9DD0BAA9CD}" dt="2025-03-02T10:52:45.737" v="5524"/>
        <pc:sldMkLst>
          <pc:docMk/>
          <pc:sldMk cId="1526733309" sldId="325"/>
        </pc:sldMkLst>
      </pc:sldChg>
      <pc:sldChg chg="addSp modSp mod ord modNotesTx">
        <pc:chgData name="Simone Beets" userId="5adb261a4dd6137b" providerId="LiveId" clId="{5622D2CA-130E-490A-952A-3E9DD0BAA9CD}" dt="2025-03-02T08:40:56.383" v="2189"/>
        <pc:sldMkLst>
          <pc:docMk/>
          <pc:sldMk cId="4035415485" sldId="326"/>
        </pc:sldMkLst>
      </pc:sldChg>
      <pc:sldChg chg="del">
        <pc:chgData name="Simone Beets" userId="5adb261a4dd6137b" providerId="LiveId" clId="{5622D2CA-130E-490A-952A-3E9DD0BAA9CD}" dt="2025-03-02T10:16:01.270" v="4812" actId="47"/>
        <pc:sldMkLst>
          <pc:docMk/>
          <pc:sldMk cId="349174243" sldId="327"/>
        </pc:sldMkLst>
      </pc:sldChg>
      <pc:sldChg chg="del">
        <pc:chgData name="Simone Beets" userId="5adb261a4dd6137b" providerId="LiveId" clId="{5622D2CA-130E-490A-952A-3E9DD0BAA9CD}" dt="2025-03-02T10:16:02.434" v="4813" actId="47"/>
        <pc:sldMkLst>
          <pc:docMk/>
          <pc:sldMk cId="1334398919" sldId="328"/>
        </pc:sldMkLst>
      </pc:sldChg>
      <pc:sldChg chg="del">
        <pc:chgData name="Simone Beets" userId="5adb261a4dd6137b" providerId="LiveId" clId="{5622D2CA-130E-490A-952A-3E9DD0BAA9CD}" dt="2025-03-02T10:16:03.984" v="4814" actId="47"/>
        <pc:sldMkLst>
          <pc:docMk/>
          <pc:sldMk cId="3603584948" sldId="329"/>
        </pc:sldMkLst>
      </pc:sldChg>
      <pc:sldChg chg="del">
        <pc:chgData name="Simone Beets" userId="5adb261a4dd6137b" providerId="LiveId" clId="{5622D2CA-130E-490A-952A-3E9DD0BAA9CD}" dt="2025-03-02T10:16:04.681" v="4815" actId="47"/>
        <pc:sldMkLst>
          <pc:docMk/>
          <pc:sldMk cId="853854565" sldId="330"/>
        </pc:sldMkLst>
      </pc:sldChg>
      <pc:sldChg chg="del">
        <pc:chgData name="Simone Beets" userId="5adb261a4dd6137b" providerId="LiveId" clId="{5622D2CA-130E-490A-952A-3E9DD0BAA9CD}" dt="2025-03-02T10:16:05.318" v="4816" actId="47"/>
        <pc:sldMkLst>
          <pc:docMk/>
          <pc:sldMk cId="3484037023" sldId="331"/>
        </pc:sldMkLst>
      </pc:sldChg>
      <pc:sldChg chg="del">
        <pc:chgData name="Simone Beets" userId="5adb261a4dd6137b" providerId="LiveId" clId="{5622D2CA-130E-490A-952A-3E9DD0BAA9CD}" dt="2025-03-02T10:16:06.288" v="4817" actId="47"/>
        <pc:sldMkLst>
          <pc:docMk/>
          <pc:sldMk cId="3083429794" sldId="332"/>
        </pc:sldMkLst>
      </pc:sldChg>
      <pc:sldChg chg="del">
        <pc:chgData name="Simone Beets" userId="5adb261a4dd6137b" providerId="LiveId" clId="{5622D2CA-130E-490A-952A-3E9DD0BAA9CD}" dt="2025-03-02T10:16:07.165" v="4818" actId="47"/>
        <pc:sldMkLst>
          <pc:docMk/>
          <pc:sldMk cId="911306211" sldId="333"/>
        </pc:sldMkLst>
      </pc:sldChg>
      <pc:sldChg chg="del">
        <pc:chgData name="Simone Beets" userId="5adb261a4dd6137b" providerId="LiveId" clId="{5622D2CA-130E-490A-952A-3E9DD0BAA9CD}" dt="2025-03-02T10:16:14.324" v="4820" actId="47"/>
        <pc:sldMkLst>
          <pc:docMk/>
          <pc:sldMk cId="1550497282" sldId="335"/>
        </pc:sldMkLst>
      </pc:sldChg>
      <pc:sldChg chg="del">
        <pc:chgData name="Simone Beets" userId="5adb261a4dd6137b" providerId="LiveId" clId="{5622D2CA-130E-490A-952A-3E9DD0BAA9CD}" dt="2025-03-02T10:16:15.460" v="4821" actId="47"/>
        <pc:sldMkLst>
          <pc:docMk/>
          <pc:sldMk cId="2128091170" sldId="336"/>
        </pc:sldMkLst>
      </pc:sldChg>
      <pc:sldChg chg="del">
        <pc:chgData name="Simone Beets" userId="5adb261a4dd6137b" providerId="LiveId" clId="{5622D2CA-130E-490A-952A-3E9DD0BAA9CD}" dt="2025-03-02T10:16:16.428" v="4822" actId="47"/>
        <pc:sldMkLst>
          <pc:docMk/>
          <pc:sldMk cId="3352296232" sldId="337"/>
        </pc:sldMkLst>
      </pc:sldChg>
      <pc:sldChg chg="del">
        <pc:chgData name="Simone Beets" userId="5adb261a4dd6137b" providerId="LiveId" clId="{5622D2CA-130E-490A-952A-3E9DD0BAA9CD}" dt="2025-03-02T10:16:17.304" v="4823" actId="47"/>
        <pc:sldMkLst>
          <pc:docMk/>
          <pc:sldMk cId="2679042903" sldId="338"/>
        </pc:sldMkLst>
      </pc:sldChg>
      <pc:sldChg chg="addSp modSp add mod modAnim modNotesTx">
        <pc:chgData name="Simone Beets" userId="5adb261a4dd6137b" providerId="LiveId" clId="{5622D2CA-130E-490A-952A-3E9DD0BAA9CD}" dt="2025-03-03T05:50:57.208" v="5650" actId="12"/>
        <pc:sldMkLst>
          <pc:docMk/>
          <pc:sldMk cId="1762635146" sldId="339"/>
        </pc:sldMkLst>
      </pc:sldChg>
      <pc:sldChg chg="addSp delSp modSp add mod modAnim modNotesTx">
        <pc:chgData name="Simone Beets" userId="5adb261a4dd6137b" providerId="LiveId" clId="{5622D2CA-130E-490A-952A-3E9DD0BAA9CD}" dt="2025-03-02T08:01:59.787" v="888"/>
        <pc:sldMkLst>
          <pc:docMk/>
          <pc:sldMk cId="2049952096" sldId="340"/>
        </pc:sldMkLst>
      </pc:sldChg>
      <pc:sldChg chg="modSp add mod ord modNotesTx">
        <pc:chgData name="Simone Beets" userId="5adb261a4dd6137b" providerId="LiveId" clId="{5622D2CA-130E-490A-952A-3E9DD0BAA9CD}" dt="2025-03-02T10:21:09.838" v="4922" actId="20577"/>
        <pc:sldMkLst>
          <pc:docMk/>
          <pc:sldMk cId="2150004531" sldId="341"/>
        </pc:sldMkLst>
      </pc:sldChg>
      <pc:sldChg chg="addSp delSp modSp add del mod">
        <pc:chgData name="Simone Beets" userId="5adb261a4dd6137b" providerId="LiveId" clId="{5622D2CA-130E-490A-952A-3E9DD0BAA9CD}" dt="2025-03-02T09:38:41.224" v="4233" actId="2696"/>
        <pc:sldMkLst>
          <pc:docMk/>
          <pc:sldMk cId="2276303544" sldId="342"/>
        </pc:sldMkLst>
      </pc:sldChg>
      <pc:sldChg chg="add del">
        <pc:chgData name="Simone Beets" userId="5adb261a4dd6137b" providerId="LiveId" clId="{5622D2CA-130E-490A-952A-3E9DD0BAA9CD}" dt="2025-03-02T08:15:09.380" v="1030" actId="2890"/>
        <pc:sldMkLst>
          <pc:docMk/>
          <pc:sldMk cId="2719054179" sldId="342"/>
        </pc:sldMkLst>
      </pc:sldChg>
      <pc:sldChg chg="addSp delSp modSp add mod ord modAnim modNotesTx">
        <pc:chgData name="Simone Beets" userId="5adb261a4dd6137b" providerId="LiveId" clId="{5622D2CA-130E-490A-952A-3E9DD0BAA9CD}" dt="2025-03-02T08:42:07.677" v="2196" actId="1076"/>
        <pc:sldMkLst>
          <pc:docMk/>
          <pc:sldMk cId="4071039046" sldId="343"/>
        </pc:sldMkLst>
      </pc:sldChg>
      <pc:sldChg chg="add del">
        <pc:chgData name="Simone Beets" userId="5adb261a4dd6137b" providerId="LiveId" clId="{5622D2CA-130E-490A-952A-3E9DD0BAA9CD}" dt="2025-03-02T10:15:58.156" v="4810" actId="2696"/>
        <pc:sldMkLst>
          <pc:docMk/>
          <pc:sldMk cId="1942782805" sldId="344"/>
        </pc:sldMkLst>
      </pc:sldChg>
      <pc:sldChg chg="addSp delSp modSp add mod ord modAnim modNotesTx">
        <pc:chgData name="Simone Beets" userId="5adb261a4dd6137b" providerId="LiveId" clId="{5622D2CA-130E-490A-952A-3E9DD0BAA9CD}" dt="2025-03-02T08:59:53.573" v="3251" actId="20577"/>
        <pc:sldMkLst>
          <pc:docMk/>
          <pc:sldMk cId="2320920587" sldId="345"/>
        </pc:sldMkLst>
      </pc:sldChg>
      <pc:sldChg chg="modSp add mod ord modAnim modNotesTx">
        <pc:chgData name="Simone Beets" userId="5adb261a4dd6137b" providerId="LiveId" clId="{5622D2CA-130E-490A-952A-3E9DD0BAA9CD}" dt="2025-03-02T10:50:35.501" v="5506"/>
        <pc:sldMkLst>
          <pc:docMk/>
          <pc:sldMk cId="4249415124" sldId="346"/>
        </pc:sldMkLst>
      </pc:sldChg>
      <pc:sldChg chg="modSp add del mod">
        <pc:chgData name="Simone Beets" userId="5adb261a4dd6137b" providerId="LiveId" clId="{5622D2CA-130E-490A-952A-3E9DD0BAA9CD}" dt="2025-03-02T09:04:54.025" v="3321" actId="47"/>
        <pc:sldMkLst>
          <pc:docMk/>
          <pc:sldMk cId="2658726820" sldId="347"/>
        </pc:sldMkLst>
      </pc:sldChg>
      <pc:sldChg chg="modSp add mod modAnim">
        <pc:chgData name="Simone Beets" userId="5adb261a4dd6137b" providerId="LiveId" clId="{5622D2CA-130E-490A-952A-3E9DD0BAA9CD}" dt="2025-03-02T10:50:43.962" v="5507"/>
        <pc:sldMkLst>
          <pc:docMk/>
          <pc:sldMk cId="4247069512" sldId="348"/>
        </pc:sldMkLst>
      </pc:sldChg>
      <pc:sldChg chg="addSp modSp add mod modAnim modNotesTx">
        <pc:chgData name="Simone Beets" userId="5adb261a4dd6137b" providerId="LiveId" clId="{5622D2CA-130E-490A-952A-3E9DD0BAA9CD}" dt="2025-03-02T10:54:41.041" v="5529"/>
        <pc:sldMkLst>
          <pc:docMk/>
          <pc:sldMk cId="2920933396" sldId="349"/>
        </pc:sldMkLst>
      </pc:sldChg>
      <pc:sldChg chg="addSp delSp modSp add mod delAnim modAnim modNotesTx">
        <pc:chgData name="Simone Beets" userId="5adb261a4dd6137b" providerId="LiveId" clId="{5622D2CA-130E-490A-952A-3E9DD0BAA9CD}" dt="2025-03-02T10:55:28.053" v="5532"/>
        <pc:sldMkLst>
          <pc:docMk/>
          <pc:sldMk cId="4172721415" sldId="350"/>
        </pc:sldMkLst>
      </pc:sldChg>
      <pc:sldChg chg="addSp delSp modSp add mod modAnim">
        <pc:chgData name="Simone Beets" userId="5adb261a4dd6137b" providerId="LiveId" clId="{5622D2CA-130E-490A-952A-3E9DD0BAA9CD}" dt="2025-03-02T10:56:00.022" v="5533" actId="6549"/>
        <pc:sldMkLst>
          <pc:docMk/>
          <pc:sldMk cId="3808169131" sldId="351"/>
        </pc:sldMkLst>
      </pc:sldChg>
      <pc:sldChg chg="addSp delSp modSp add mod ord addAnim delAnim modAnim modNotesTx">
        <pc:chgData name="Simone Beets" userId="5adb261a4dd6137b" providerId="LiveId" clId="{5622D2CA-130E-490A-952A-3E9DD0BAA9CD}" dt="2025-03-02T09:37:42.894" v="4231" actId="20577"/>
        <pc:sldMkLst>
          <pc:docMk/>
          <pc:sldMk cId="583071382" sldId="352"/>
        </pc:sldMkLst>
      </pc:sldChg>
      <pc:sldChg chg="add del">
        <pc:chgData name="Simone Beets" userId="5adb261a4dd6137b" providerId="LiveId" clId="{5622D2CA-130E-490A-952A-3E9DD0BAA9CD}" dt="2025-03-02T10:15:59.877" v="4811" actId="47"/>
        <pc:sldMkLst>
          <pc:docMk/>
          <pc:sldMk cId="282828493" sldId="353"/>
        </pc:sldMkLst>
      </pc:sldChg>
      <pc:sldChg chg="add del ord">
        <pc:chgData name="Simone Beets" userId="5adb261a4dd6137b" providerId="LiveId" clId="{5622D2CA-130E-490A-952A-3E9DD0BAA9CD}" dt="2025-03-02T09:38:36.357" v="4232" actId="2696"/>
        <pc:sldMkLst>
          <pc:docMk/>
          <pc:sldMk cId="3330617832" sldId="353"/>
        </pc:sldMkLst>
      </pc:sldChg>
      <pc:sldChg chg="modSp add mod modNotesTx">
        <pc:chgData name="Simone Beets" userId="5adb261a4dd6137b" providerId="LiveId" clId="{5622D2CA-130E-490A-952A-3E9DD0BAA9CD}" dt="2025-03-02T10:31:06.831" v="5086" actId="6549"/>
        <pc:sldMkLst>
          <pc:docMk/>
          <pc:sldMk cId="2567004572" sldId="354"/>
        </pc:sldMkLst>
      </pc:sldChg>
      <pc:sldChg chg="addSp delSp modSp add mod ord delAnim modAnim modNotesTx">
        <pc:chgData name="Simone Beets" userId="5adb261a4dd6137b" providerId="LiveId" clId="{5622D2CA-130E-490A-952A-3E9DD0BAA9CD}" dt="2025-03-03T06:07:38.982" v="5651" actId="6549"/>
        <pc:sldMkLst>
          <pc:docMk/>
          <pc:sldMk cId="1094026494" sldId="355"/>
        </pc:sldMkLst>
      </pc:sldChg>
      <pc:sldChg chg="addSp delSp modSp add del mod ord delAnim modAnim">
        <pc:chgData name="Simone Beets" userId="5adb261a4dd6137b" providerId="LiveId" clId="{5622D2CA-130E-490A-952A-3E9DD0BAA9CD}" dt="2025-03-02T09:56:51.297" v="4506" actId="2696"/>
        <pc:sldMkLst>
          <pc:docMk/>
          <pc:sldMk cId="3434173093" sldId="356"/>
        </pc:sldMkLst>
      </pc:sldChg>
      <pc:sldChg chg="addSp delSp modSp add mod delAnim modAnim">
        <pc:chgData name="Simone Beets" userId="5adb261a4dd6137b" providerId="LiveId" clId="{5622D2CA-130E-490A-952A-3E9DD0BAA9CD}" dt="2025-03-02T10:33:17.815" v="5119" actId="20577"/>
        <pc:sldMkLst>
          <pc:docMk/>
          <pc:sldMk cId="3907085252" sldId="357"/>
        </pc:sldMkLst>
      </pc:sldChg>
      <pc:sldChg chg="delSp modSp add mod ord delAnim modAnim modNotesTx">
        <pc:chgData name="Simone Beets" userId="5adb261a4dd6137b" providerId="LiveId" clId="{5622D2CA-130E-490A-952A-3E9DD0BAA9CD}" dt="2025-03-02T10:52:55.564" v="5525"/>
        <pc:sldMkLst>
          <pc:docMk/>
          <pc:sldMk cId="1528914622" sldId="358"/>
        </pc:sldMkLst>
      </pc:sldChg>
      <pc:sldChg chg="add del">
        <pc:chgData name="Simone Beets" userId="5adb261a4dd6137b" providerId="LiveId" clId="{5622D2CA-130E-490A-952A-3E9DD0BAA9CD}" dt="2025-03-02T10:01:01.787" v="4565" actId="47"/>
        <pc:sldMkLst>
          <pc:docMk/>
          <pc:sldMk cId="1544276434" sldId="358"/>
        </pc:sldMkLst>
      </pc:sldChg>
      <pc:sldChg chg="addSp delSp modSp add mod delAnim modAnim modNotesTx">
        <pc:chgData name="Simone Beets" userId="5adb261a4dd6137b" providerId="LiveId" clId="{5622D2CA-130E-490A-952A-3E9DD0BAA9CD}" dt="2025-03-02T10:48:22.059" v="5503" actId="1036"/>
        <pc:sldMkLst>
          <pc:docMk/>
          <pc:sldMk cId="4062962358" sldId="359"/>
        </pc:sldMkLst>
      </pc:sldChg>
      <pc:sldChg chg="modSp add mod ord modAnim modNotesTx">
        <pc:chgData name="Simone Beets" userId="5adb261a4dd6137b" providerId="LiveId" clId="{5622D2CA-130E-490A-952A-3E9DD0BAA9CD}" dt="2025-03-02T10:53:04.710" v="5526"/>
        <pc:sldMkLst>
          <pc:docMk/>
          <pc:sldMk cId="1615067123" sldId="360"/>
        </pc:sldMkLst>
      </pc:sldChg>
      <pc:sldChg chg="addSp modSp add mod modAnim modNotesTx">
        <pc:chgData name="Simone Beets" userId="5adb261a4dd6137b" providerId="LiveId" clId="{5622D2CA-130E-490A-952A-3E9DD0BAA9CD}" dt="2025-03-02T10:14:53.273" v="4762" actId="6549"/>
        <pc:sldMkLst>
          <pc:docMk/>
          <pc:sldMk cId="2854956525" sldId="361"/>
        </pc:sldMkLst>
      </pc:sldChg>
      <pc:sldChg chg="modSp add mod ord modNotesTx">
        <pc:chgData name="Simone Beets" userId="5adb261a4dd6137b" providerId="LiveId" clId="{5622D2CA-130E-490A-952A-3E9DD0BAA9CD}" dt="2025-03-02T11:08:21.324" v="5648" actId="20577"/>
        <pc:sldMkLst>
          <pc:docMk/>
          <pc:sldMk cId="2845008166" sldId="362"/>
        </pc:sldMkLst>
      </pc:sldChg>
      <pc:sldChg chg="addSp delSp modSp add mod modAnim">
        <pc:chgData name="Simone Beets" userId="5adb261a4dd6137b" providerId="LiveId" clId="{5622D2CA-130E-490A-952A-3E9DD0BAA9CD}" dt="2025-03-02T10:32:12.287" v="5116" actId="1076"/>
        <pc:sldMkLst>
          <pc:docMk/>
          <pc:sldMk cId="2331509468" sldId="363"/>
        </pc:sldMkLst>
      </pc:sldChg>
    </pc:docChg>
  </pc:docChgLst>
  <pc:docChgLst>
    <pc:chgData name="Simone Beets" userId="5adb261a4dd6137b" providerId="LiveId" clId="{E07A07D7-04D8-437C-9542-FAFF4F775B6E}"/>
    <pc:docChg chg="undo custSel addSld delSld modSld sldOrd">
      <pc:chgData name="Simone Beets" userId="5adb261a4dd6137b" providerId="LiveId" clId="{E07A07D7-04D8-437C-9542-FAFF4F775B6E}" dt="2025-05-16T08:34:56.614" v="9217" actId="14861"/>
      <pc:docMkLst>
        <pc:docMk/>
      </pc:docMkLst>
      <pc:sldChg chg="modSp mod modNotesTx">
        <pc:chgData name="Simone Beets" userId="5adb261a4dd6137b" providerId="LiveId" clId="{E07A07D7-04D8-437C-9542-FAFF4F775B6E}" dt="2025-05-07T11:32:53.826" v="9216"/>
        <pc:sldMkLst>
          <pc:docMk/>
          <pc:sldMk cId="0" sldId="271"/>
        </pc:sldMkLst>
        <pc:spChg chg="mod">
          <ac:chgData name="Simone Beets" userId="5adb261a4dd6137b" providerId="LiveId" clId="{E07A07D7-04D8-437C-9542-FAFF4F775B6E}" dt="2025-05-05T04:17:02.213" v="7858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E07A07D7-04D8-437C-9542-FAFF4F775B6E}" dt="2025-05-05T02:19:49.544" v="347" actId="47"/>
        <pc:sldMkLst>
          <pc:docMk/>
          <pc:sldMk cId="465305782" sldId="323"/>
        </pc:sldMkLst>
      </pc:sldChg>
      <pc:sldChg chg="delSp modSp mod modAnim modNotesTx">
        <pc:chgData name="Simone Beets" userId="5adb261a4dd6137b" providerId="LiveId" clId="{E07A07D7-04D8-437C-9542-FAFF4F775B6E}" dt="2025-05-05T06:53:16.066" v="8244" actId="6549"/>
        <pc:sldMkLst>
          <pc:docMk/>
          <pc:sldMk cId="2049952096" sldId="340"/>
        </pc:sldMkLst>
        <pc:spChg chg="mod">
          <ac:chgData name="Simone Beets" userId="5adb261a4dd6137b" providerId="LiveId" clId="{E07A07D7-04D8-437C-9542-FAFF4F775B6E}" dt="2025-05-05T02:21:27.392" v="502" actId="20577"/>
          <ac:spMkLst>
            <pc:docMk/>
            <pc:sldMk cId="2049952096" sldId="340"/>
            <ac:spMk id="3" creationId="{5FC41105-4403-E8F4-410C-2D4F041B0E3A}"/>
          </ac:spMkLst>
        </pc:spChg>
        <pc:spChg chg="mod">
          <ac:chgData name="Simone Beets" userId="5adb261a4dd6137b" providerId="LiveId" clId="{E07A07D7-04D8-437C-9542-FAFF4F775B6E}" dt="2025-05-05T02:21:43.560" v="513" actId="1038"/>
          <ac:spMkLst>
            <pc:docMk/>
            <pc:sldMk cId="2049952096" sldId="340"/>
            <ac:spMk id="6" creationId="{94729AF2-8103-6153-03E4-036FBFCE6ABA}"/>
          </ac:spMkLst>
        </pc:spChg>
      </pc:sldChg>
      <pc:sldChg chg="addSp delSp modSp mod">
        <pc:chgData name="Simone Beets" userId="5adb261a4dd6137b" providerId="LiveId" clId="{E07A07D7-04D8-437C-9542-FAFF4F775B6E}" dt="2025-05-05T03:39:25.949" v="6954" actId="207"/>
        <pc:sldMkLst>
          <pc:docMk/>
          <pc:sldMk cId="3637301509" sldId="418"/>
        </pc:sldMkLst>
        <pc:spChg chg="mod">
          <ac:chgData name="Simone Beets" userId="5adb261a4dd6137b" providerId="LiveId" clId="{E07A07D7-04D8-437C-9542-FAFF4F775B6E}" dt="2025-05-05T03:39:11.811" v="6951" actId="1076"/>
          <ac:spMkLst>
            <pc:docMk/>
            <pc:sldMk cId="3637301509" sldId="418"/>
            <ac:spMk id="81922" creationId="{E9EEF4F8-5116-EB12-58DE-1555449623BB}"/>
          </ac:spMkLst>
        </pc:spChg>
        <pc:picChg chg="add mod">
          <ac:chgData name="Simone Beets" userId="5adb261a4dd6137b" providerId="LiveId" clId="{E07A07D7-04D8-437C-9542-FAFF4F775B6E}" dt="2025-05-05T03:39:25.949" v="6954" actId="207"/>
          <ac:picMkLst>
            <pc:docMk/>
            <pc:sldMk cId="3637301509" sldId="418"/>
            <ac:picMk id="4" creationId="{E841C61A-2016-FFBE-7443-F7CB6FED3B1C}"/>
          </ac:picMkLst>
        </pc:picChg>
      </pc:sldChg>
      <pc:sldChg chg="del">
        <pc:chgData name="Simone Beets" userId="5adb261a4dd6137b" providerId="LiveId" clId="{E07A07D7-04D8-437C-9542-FAFF4F775B6E}" dt="2025-05-05T03:37:53.578" v="6902" actId="47"/>
        <pc:sldMkLst>
          <pc:docMk/>
          <pc:sldMk cId="811755344" sldId="425"/>
        </pc:sldMkLst>
      </pc:sldChg>
      <pc:sldChg chg="modSp mod modNotesTx">
        <pc:chgData name="Simone Beets" userId="5adb261a4dd6137b" providerId="LiveId" clId="{E07A07D7-04D8-437C-9542-FAFF4F775B6E}" dt="2025-05-05T04:43:53.951" v="7947" actId="20577"/>
        <pc:sldMkLst>
          <pc:docMk/>
          <pc:sldMk cId="244380026" sldId="442"/>
        </pc:sldMkLst>
        <pc:spChg chg="mod">
          <ac:chgData name="Simone Beets" userId="5adb261a4dd6137b" providerId="LiveId" clId="{E07A07D7-04D8-437C-9542-FAFF4F775B6E}" dt="2025-05-05T02:17:36.298" v="29" actId="20577"/>
          <ac:spMkLst>
            <pc:docMk/>
            <pc:sldMk cId="244380026" sldId="442"/>
            <ac:spMk id="3" creationId="{19B1ACD8-DDF9-5B3F-1BA1-98739E948141}"/>
          </ac:spMkLst>
        </pc:spChg>
      </pc:sldChg>
      <pc:sldChg chg="del">
        <pc:chgData name="Simone Beets" userId="5adb261a4dd6137b" providerId="LiveId" clId="{E07A07D7-04D8-437C-9542-FAFF4F775B6E}" dt="2025-05-05T02:19:51.183" v="348" actId="47"/>
        <pc:sldMkLst>
          <pc:docMk/>
          <pc:sldMk cId="2028940021" sldId="443"/>
        </pc:sldMkLst>
      </pc:sldChg>
      <pc:sldChg chg="modSp mod ord modAnim modNotesTx">
        <pc:chgData name="Simone Beets" userId="5adb261a4dd6137b" providerId="LiveId" clId="{E07A07D7-04D8-437C-9542-FAFF4F775B6E}" dt="2025-05-05T04:17:18.744" v="7859" actId="6549"/>
        <pc:sldMkLst>
          <pc:docMk/>
          <pc:sldMk cId="3254395611" sldId="445"/>
        </pc:sldMkLst>
        <pc:spChg chg="mod">
          <ac:chgData name="Simone Beets" userId="5adb261a4dd6137b" providerId="LiveId" clId="{E07A07D7-04D8-437C-9542-FAFF4F775B6E}" dt="2025-05-05T02:22:11.961" v="539" actId="20577"/>
          <ac:spMkLst>
            <pc:docMk/>
            <pc:sldMk cId="3254395611" sldId="445"/>
            <ac:spMk id="20482" creationId="{62A76376-C20A-74C5-AEFF-D1FCBF990F45}"/>
          </ac:spMkLst>
        </pc:spChg>
        <pc:spChg chg="mod">
          <ac:chgData name="Simone Beets" userId="5adb261a4dd6137b" providerId="LiveId" clId="{E07A07D7-04D8-437C-9542-FAFF4F775B6E}" dt="2025-05-05T02:24:42.835" v="1013" actId="113"/>
          <ac:spMkLst>
            <pc:docMk/>
            <pc:sldMk cId="3254395611" sldId="445"/>
            <ac:spMk id="20483" creationId="{9BAD2B09-5AAF-5254-AC57-8E4B08C44C0A}"/>
          </ac:spMkLst>
        </pc:spChg>
      </pc:sldChg>
      <pc:sldChg chg="addSp delSp modSp mod ord modAnim modNotesTx">
        <pc:chgData name="Simone Beets" userId="5adb261a4dd6137b" providerId="LiveId" clId="{E07A07D7-04D8-437C-9542-FAFF4F775B6E}" dt="2025-05-05T04:07:19.518" v="7851"/>
        <pc:sldMkLst>
          <pc:docMk/>
          <pc:sldMk cId="276270174" sldId="446"/>
        </pc:sldMkLst>
        <pc:spChg chg="add mod">
          <ac:chgData name="Simone Beets" userId="5adb261a4dd6137b" providerId="LiveId" clId="{E07A07D7-04D8-437C-9542-FAFF4F775B6E}" dt="2025-05-05T02:41:14.722" v="2550" actId="13822"/>
          <ac:spMkLst>
            <pc:docMk/>
            <pc:sldMk cId="276270174" sldId="446"/>
            <ac:spMk id="7" creationId="{B27BDDCB-1D08-0327-B50A-93BDDA17E176}"/>
          </ac:spMkLst>
        </pc:spChg>
        <pc:spChg chg="mod">
          <ac:chgData name="Simone Beets" userId="5adb261a4dd6137b" providerId="LiveId" clId="{E07A07D7-04D8-437C-9542-FAFF4F775B6E}" dt="2025-05-05T02:40:10.794" v="2507"/>
          <ac:spMkLst>
            <pc:docMk/>
            <pc:sldMk cId="276270174" sldId="446"/>
            <ac:spMk id="11" creationId="{578A7730-5242-1EA9-66B0-27C13381E205}"/>
          </ac:spMkLst>
        </pc:spChg>
        <pc:spChg chg="mod">
          <ac:chgData name="Simone Beets" userId="5adb261a4dd6137b" providerId="LiveId" clId="{E07A07D7-04D8-437C-9542-FAFF4F775B6E}" dt="2025-05-05T02:40:10.794" v="2507"/>
          <ac:spMkLst>
            <pc:docMk/>
            <pc:sldMk cId="276270174" sldId="446"/>
            <ac:spMk id="12" creationId="{88D89628-9870-F610-EEB9-80E85CC3A939}"/>
          </ac:spMkLst>
        </pc:spChg>
        <pc:spChg chg="add mod">
          <ac:chgData name="Simone Beets" userId="5adb261a4dd6137b" providerId="LiveId" clId="{E07A07D7-04D8-437C-9542-FAFF4F775B6E}" dt="2025-05-05T02:41:24.308" v="2551" actId="14100"/>
          <ac:spMkLst>
            <pc:docMk/>
            <pc:sldMk cId="276270174" sldId="446"/>
            <ac:spMk id="13" creationId="{C703A3D9-5667-35AB-35B7-AE944749391A}"/>
          </ac:spMkLst>
        </pc:spChg>
        <pc:spChg chg="mod">
          <ac:chgData name="Simone Beets" userId="5adb261a4dd6137b" providerId="LiveId" clId="{E07A07D7-04D8-437C-9542-FAFF4F775B6E}" dt="2025-05-05T02:41:58.716" v="2562" actId="1038"/>
          <ac:spMkLst>
            <pc:docMk/>
            <pc:sldMk cId="276270174" sldId="446"/>
            <ac:spMk id="14" creationId="{D978A163-E8FA-A1AA-4C0D-CD1D9DBB8F12}"/>
          </ac:spMkLst>
        </pc:spChg>
        <pc:spChg chg="add mod">
          <ac:chgData name="Simone Beets" userId="5adb261a4dd6137b" providerId="LiveId" clId="{E07A07D7-04D8-437C-9542-FAFF4F775B6E}" dt="2025-05-05T02:42:07.828" v="2570" actId="1038"/>
          <ac:spMkLst>
            <pc:docMk/>
            <pc:sldMk cId="276270174" sldId="446"/>
            <ac:spMk id="15" creationId="{8CEA47B4-DF0E-E8F1-BA71-594DEA93233E}"/>
          </ac:spMkLst>
        </pc:spChg>
        <pc:spChg chg="mod">
          <ac:chgData name="Simone Beets" userId="5adb261a4dd6137b" providerId="LiveId" clId="{E07A07D7-04D8-437C-9542-FAFF4F775B6E}" dt="2025-05-05T02:40:10.794" v="2507"/>
          <ac:spMkLst>
            <pc:docMk/>
            <pc:sldMk cId="276270174" sldId="446"/>
            <ac:spMk id="22" creationId="{F5CFF682-14A0-A748-7217-9EF40D80C0C4}"/>
          </ac:spMkLst>
        </pc:spChg>
        <pc:spChg chg="mod">
          <ac:chgData name="Simone Beets" userId="5adb261a4dd6137b" providerId="LiveId" clId="{E07A07D7-04D8-437C-9542-FAFF4F775B6E}" dt="2025-05-05T02:40:10.794" v="2507"/>
          <ac:spMkLst>
            <pc:docMk/>
            <pc:sldMk cId="276270174" sldId="446"/>
            <ac:spMk id="25" creationId="{15B73671-8B68-0BE8-DE37-EDF202CAECE9}"/>
          </ac:spMkLst>
        </pc:spChg>
        <pc:spChg chg="mod">
          <ac:chgData name="Simone Beets" userId="5adb261a4dd6137b" providerId="LiveId" clId="{E07A07D7-04D8-437C-9542-FAFF4F775B6E}" dt="2025-05-05T02:40:10.794" v="2507"/>
          <ac:spMkLst>
            <pc:docMk/>
            <pc:sldMk cId="276270174" sldId="446"/>
            <ac:spMk id="28" creationId="{32AC8DD2-40EF-87F5-E7BD-1993753CEB3D}"/>
          </ac:spMkLst>
        </pc:spChg>
        <pc:spChg chg="mod">
          <ac:chgData name="Simone Beets" userId="5adb261a4dd6137b" providerId="LiveId" clId="{E07A07D7-04D8-437C-9542-FAFF4F775B6E}" dt="2025-05-05T02:40:10.794" v="2507"/>
          <ac:spMkLst>
            <pc:docMk/>
            <pc:sldMk cId="276270174" sldId="446"/>
            <ac:spMk id="31" creationId="{F613A9E9-0DB4-9BF1-3E31-7A05DCFA1741}"/>
          </ac:spMkLst>
        </pc:spChg>
        <pc:spChg chg="add mod">
          <ac:chgData name="Simone Beets" userId="5adb261a4dd6137b" providerId="LiveId" clId="{E07A07D7-04D8-437C-9542-FAFF4F775B6E}" dt="2025-05-05T03:43:07.225" v="7024" actId="207"/>
          <ac:spMkLst>
            <pc:docMk/>
            <pc:sldMk cId="276270174" sldId="446"/>
            <ac:spMk id="36" creationId="{A6CEAF3D-E3EA-737B-D733-E2116A49146F}"/>
          </ac:spMkLst>
        </pc:spChg>
        <pc:spChg chg="add mod ord">
          <ac:chgData name="Simone Beets" userId="5adb261a4dd6137b" providerId="LiveId" clId="{E07A07D7-04D8-437C-9542-FAFF4F775B6E}" dt="2025-05-05T03:43:01.118" v="7023" actId="167"/>
          <ac:spMkLst>
            <pc:docMk/>
            <pc:sldMk cId="276270174" sldId="446"/>
            <ac:spMk id="37" creationId="{F01C5E29-73B7-ACD8-56A9-9BDEDEBAB38F}"/>
          </ac:spMkLst>
        </pc:spChg>
        <pc:spChg chg="add mod">
          <ac:chgData name="Simone Beets" userId="5adb261a4dd6137b" providerId="LiveId" clId="{E07A07D7-04D8-437C-9542-FAFF4F775B6E}" dt="2025-05-05T02:42:58.301" v="2578" actId="6549"/>
          <ac:spMkLst>
            <pc:docMk/>
            <pc:sldMk cId="276270174" sldId="446"/>
            <ac:spMk id="38" creationId="{0C791812-978C-3878-DC30-D8DFBFCE7B86}"/>
          </ac:spMkLst>
        </pc:spChg>
        <pc:spChg chg="add mod ord">
          <ac:chgData name="Simone Beets" userId="5adb261a4dd6137b" providerId="LiveId" clId="{E07A07D7-04D8-437C-9542-FAFF4F775B6E}" dt="2025-05-05T03:42:57.227" v="7022" actId="167"/>
          <ac:spMkLst>
            <pc:docMk/>
            <pc:sldMk cId="276270174" sldId="446"/>
            <ac:spMk id="39" creationId="{835BB316-A9D6-94CD-7D42-3A77A2AF29A3}"/>
          </ac:spMkLst>
        </pc:spChg>
        <pc:spChg chg="mod">
          <ac:chgData name="Simone Beets" userId="5adb261a4dd6137b" providerId="LiveId" clId="{E07A07D7-04D8-437C-9542-FAFF4F775B6E}" dt="2025-05-05T02:40:55.076" v="2547" actId="1036"/>
          <ac:spMkLst>
            <pc:docMk/>
            <pc:sldMk cId="276270174" sldId="446"/>
            <ac:spMk id="20482" creationId="{55CDBF1C-FC54-1F68-BFE1-D357045BF4DA}"/>
          </ac:spMkLst>
        </pc:spChg>
        <pc:spChg chg="mod">
          <ac:chgData name="Simone Beets" userId="5adb261a4dd6137b" providerId="LiveId" clId="{E07A07D7-04D8-437C-9542-FAFF4F775B6E}" dt="2025-05-05T02:41:04.310" v="2549" actId="14100"/>
          <ac:spMkLst>
            <pc:docMk/>
            <pc:sldMk cId="276270174" sldId="446"/>
            <ac:spMk id="20483" creationId="{A4664C36-3A95-8CEA-0C11-CCC725024BA6}"/>
          </ac:spMkLst>
        </pc:spChg>
        <pc:grpChg chg="mod">
          <ac:chgData name="Simone Beets" userId="5adb261a4dd6137b" providerId="LiveId" clId="{E07A07D7-04D8-437C-9542-FAFF4F775B6E}" dt="2025-05-05T02:40:38.382" v="2541" actId="1037"/>
          <ac:grpSpMkLst>
            <pc:docMk/>
            <pc:sldMk cId="276270174" sldId="446"/>
            <ac:grpSpMk id="8" creationId="{A0FA1C05-95CC-DE69-65DD-E76B834AB807}"/>
          </ac:grpSpMkLst>
        </pc:grpChg>
        <pc:grpChg chg="mod">
          <ac:chgData name="Simone Beets" userId="5adb261a4dd6137b" providerId="LiveId" clId="{E07A07D7-04D8-437C-9542-FAFF4F775B6E}" dt="2025-05-05T02:40:38.382" v="2541" actId="1037"/>
          <ac:grpSpMkLst>
            <pc:docMk/>
            <pc:sldMk cId="276270174" sldId="446"/>
            <ac:grpSpMk id="20" creationId="{40B68C35-95E2-4FFF-1236-368A2DCEE973}"/>
          </ac:grpSpMkLst>
        </pc:grpChg>
        <pc:grpChg chg="mod">
          <ac:chgData name="Simone Beets" userId="5adb261a4dd6137b" providerId="LiveId" clId="{E07A07D7-04D8-437C-9542-FAFF4F775B6E}" dt="2025-05-05T02:40:38.382" v="2541" actId="1037"/>
          <ac:grpSpMkLst>
            <pc:docMk/>
            <pc:sldMk cId="276270174" sldId="446"/>
            <ac:grpSpMk id="23" creationId="{72EE51CF-CCBA-7A4F-B52F-C48E6BD9952F}"/>
          </ac:grpSpMkLst>
        </pc:grpChg>
        <pc:grpChg chg="mod">
          <ac:chgData name="Simone Beets" userId="5adb261a4dd6137b" providerId="LiveId" clId="{E07A07D7-04D8-437C-9542-FAFF4F775B6E}" dt="2025-05-05T02:40:38.382" v="2541" actId="1037"/>
          <ac:grpSpMkLst>
            <pc:docMk/>
            <pc:sldMk cId="276270174" sldId="446"/>
            <ac:grpSpMk id="26" creationId="{EF1BD972-D8A4-F79D-5D48-30AADB3066A3}"/>
          </ac:grpSpMkLst>
        </pc:grpChg>
        <pc:grpChg chg="mod">
          <ac:chgData name="Simone Beets" userId="5adb261a4dd6137b" providerId="LiveId" clId="{E07A07D7-04D8-437C-9542-FAFF4F775B6E}" dt="2025-05-05T02:40:38.382" v="2541" actId="1037"/>
          <ac:grpSpMkLst>
            <pc:docMk/>
            <pc:sldMk cId="276270174" sldId="446"/>
            <ac:grpSpMk id="29" creationId="{0F41052C-91AC-BF9A-ACB2-8595175B206D}"/>
          </ac:grpSpMkLst>
        </pc:grpChg>
      </pc:sldChg>
      <pc:sldChg chg="del">
        <pc:chgData name="Simone Beets" userId="5adb261a4dd6137b" providerId="LiveId" clId="{E07A07D7-04D8-437C-9542-FAFF4F775B6E}" dt="2025-05-05T03:37:54.163" v="6903" actId="47"/>
        <pc:sldMkLst>
          <pc:docMk/>
          <pc:sldMk cId="2903611770" sldId="448"/>
        </pc:sldMkLst>
      </pc:sldChg>
      <pc:sldChg chg="del">
        <pc:chgData name="Simone Beets" userId="5adb261a4dd6137b" providerId="LiveId" clId="{E07A07D7-04D8-437C-9542-FAFF4F775B6E}" dt="2025-05-05T03:37:55.516" v="6904" actId="47"/>
        <pc:sldMkLst>
          <pc:docMk/>
          <pc:sldMk cId="3925703631" sldId="450"/>
        </pc:sldMkLst>
      </pc:sldChg>
      <pc:sldChg chg="del">
        <pc:chgData name="Simone Beets" userId="5adb261a4dd6137b" providerId="LiveId" clId="{E07A07D7-04D8-437C-9542-FAFF4F775B6E}" dt="2025-05-05T03:37:55.984" v="6905" actId="47"/>
        <pc:sldMkLst>
          <pc:docMk/>
          <pc:sldMk cId="2194690210" sldId="451"/>
        </pc:sldMkLst>
      </pc:sldChg>
      <pc:sldChg chg="del">
        <pc:chgData name="Simone Beets" userId="5adb261a4dd6137b" providerId="LiveId" clId="{E07A07D7-04D8-437C-9542-FAFF4F775B6E}" dt="2025-05-05T03:37:57.037" v="6906" actId="47"/>
        <pc:sldMkLst>
          <pc:docMk/>
          <pc:sldMk cId="1982727569" sldId="452"/>
        </pc:sldMkLst>
      </pc:sldChg>
      <pc:sldChg chg="del">
        <pc:chgData name="Simone Beets" userId="5adb261a4dd6137b" providerId="LiveId" clId="{E07A07D7-04D8-437C-9542-FAFF4F775B6E}" dt="2025-05-05T03:37:57.474" v="6907" actId="47"/>
        <pc:sldMkLst>
          <pc:docMk/>
          <pc:sldMk cId="3443735419" sldId="453"/>
        </pc:sldMkLst>
      </pc:sldChg>
      <pc:sldChg chg="del">
        <pc:chgData name="Simone Beets" userId="5adb261a4dd6137b" providerId="LiveId" clId="{E07A07D7-04D8-437C-9542-FAFF4F775B6E}" dt="2025-05-05T03:37:58.041" v="6908" actId="47"/>
        <pc:sldMkLst>
          <pc:docMk/>
          <pc:sldMk cId="4291348502" sldId="454"/>
        </pc:sldMkLst>
      </pc:sldChg>
      <pc:sldChg chg="del">
        <pc:chgData name="Simone Beets" userId="5adb261a4dd6137b" providerId="LiveId" clId="{E07A07D7-04D8-437C-9542-FAFF4F775B6E}" dt="2025-05-05T03:37:58.708" v="6909" actId="47"/>
        <pc:sldMkLst>
          <pc:docMk/>
          <pc:sldMk cId="1251566926" sldId="455"/>
        </pc:sldMkLst>
      </pc:sldChg>
      <pc:sldChg chg="del">
        <pc:chgData name="Simone Beets" userId="5adb261a4dd6137b" providerId="LiveId" clId="{E07A07D7-04D8-437C-9542-FAFF4F775B6E}" dt="2025-05-05T03:37:59.333" v="6910" actId="47"/>
        <pc:sldMkLst>
          <pc:docMk/>
          <pc:sldMk cId="537521088" sldId="456"/>
        </pc:sldMkLst>
      </pc:sldChg>
      <pc:sldChg chg="del">
        <pc:chgData name="Simone Beets" userId="5adb261a4dd6137b" providerId="LiveId" clId="{E07A07D7-04D8-437C-9542-FAFF4F775B6E}" dt="2025-05-05T03:38:00.445" v="6911" actId="47"/>
        <pc:sldMkLst>
          <pc:docMk/>
          <pc:sldMk cId="2678204417" sldId="457"/>
        </pc:sldMkLst>
      </pc:sldChg>
      <pc:sldChg chg="del">
        <pc:chgData name="Simone Beets" userId="5adb261a4dd6137b" providerId="LiveId" clId="{E07A07D7-04D8-437C-9542-FAFF4F775B6E}" dt="2025-05-05T03:38:00.885" v="6912" actId="47"/>
        <pc:sldMkLst>
          <pc:docMk/>
          <pc:sldMk cId="2238009784" sldId="458"/>
        </pc:sldMkLst>
      </pc:sldChg>
      <pc:sldChg chg="del">
        <pc:chgData name="Simone Beets" userId="5adb261a4dd6137b" providerId="LiveId" clId="{E07A07D7-04D8-437C-9542-FAFF4F775B6E}" dt="2025-05-05T03:38:02.075" v="6914" actId="47"/>
        <pc:sldMkLst>
          <pc:docMk/>
          <pc:sldMk cId="1749086728" sldId="459"/>
        </pc:sldMkLst>
      </pc:sldChg>
      <pc:sldChg chg="del">
        <pc:chgData name="Simone Beets" userId="5adb261a4dd6137b" providerId="LiveId" clId="{E07A07D7-04D8-437C-9542-FAFF4F775B6E}" dt="2025-05-05T03:38:02.647" v="6915" actId="47"/>
        <pc:sldMkLst>
          <pc:docMk/>
          <pc:sldMk cId="53913516" sldId="460"/>
        </pc:sldMkLst>
      </pc:sldChg>
      <pc:sldChg chg="del">
        <pc:chgData name="Simone Beets" userId="5adb261a4dd6137b" providerId="LiveId" clId="{E07A07D7-04D8-437C-9542-FAFF4F775B6E}" dt="2025-05-05T03:38:03.360" v="6916" actId="47"/>
        <pc:sldMkLst>
          <pc:docMk/>
          <pc:sldMk cId="2995512110" sldId="461"/>
        </pc:sldMkLst>
      </pc:sldChg>
      <pc:sldChg chg="del">
        <pc:chgData name="Simone Beets" userId="5adb261a4dd6137b" providerId="LiveId" clId="{E07A07D7-04D8-437C-9542-FAFF4F775B6E}" dt="2025-05-05T03:38:04.202" v="6917" actId="47"/>
        <pc:sldMkLst>
          <pc:docMk/>
          <pc:sldMk cId="835226338" sldId="462"/>
        </pc:sldMkLst>
      </pc:sldChg>
      <pc:sldChg chg="modSp mod">
        <pc:chgData name="Simone Beets" userId="5adb261a4dd6137b" providerId="LiveId" clId="{E07A07D7-04D8-437C-9542-FAFF4F775B6E}" dt="2025-05-05T02:35:50.598" v="2231" actId="20577"/>
        <pc:sldMkLst>
          <pc:docMk/>
          <pc:sldMk cId="1929359625" sldId="463"/>
        </pc:sldMkLst>
        <pc:spChg chg="mod">
          <ac:chgData name="Simone Beets" userId="5adb261a4dd6137b" providerId="LiveId" clId="{E07A07D7-04D8-437C-9542-FAFF4F775B6E}" dt="2025-05-05T02:35:50.598" v="2231" actId="20577"/>
          <ac:spMkLst>
            <pc:docMk/>
            <pc:sldMk cId="1929359625" sldId="463"/>
            <ac:spMk id="7" creationId="{94D61028-5518-EB6A-DA27-C34569406A99}"/>
          </ac:spMkLst>
        </pc:spChg>
      </pc:sldChg>
      <pc:sldChg chg="del">
        <pc:chgData name="Simone Beets" userId="5adb261a4dd6137b" providerId="LiveId" clId="{E07A07D7-04D8-437C-9542-FAFF4F775B6E}" dt="2025-05-05T02:35:58.144" v="2232" actId="47"/>
        <pc:sldMkLst>
          <pc:docMk/>
          <pc:sldMk cId="1804291163" sldId="464"/>
        </pc:sldMkLst>
      </pc:sldChg>
      <pc:sldChg chg="del">
        <pc:chgData name="Simone Beets" userId="5adb261a4dd6137b" providerId="LiveId" clId="{E07A07D7-04D8-437C-9542-FAFF4F775B6E}" dt="2025-05-05T03:38:01.298" v="6913" actId="47"/>
        <pc:sldMkLst>
          <pc:docMk/>
          <pc:sldMk cId="3226213347" sldId="465"/>
        </pc:sldMkLst>
      </pc:sldChg>
      <pc:sldChg chg="del">
        <pc:chgData name="Simone Beets" userId="5adb261a4dd6137b" providerId="LiveId" clId="{E07A07D7-04D8-437C-9542-FAFF4F775B6E}" dt="2025-05-05T02:19:52.625" v="349" actId="47"/>
        <pc:sldMkLst>
          <pc:docMk/>
          <pc:sldMk cId="252068716" sldId="466"/>
        </pc:sldMkLst>
      </pc:sldChg>
      <pc:sldChg chg="addSp delSp modSp add mod delAnim modAnim modNotesTx">
        <pc:chgData name="Simone Beets" userId="5adb261a4dd6137b" providerId="LiveId" clId="{E07A07D7-04D8-437C-9542-FAFF4F775B6E}" dt="2025-05-05T04:17:22.134" v="7860" actId="6549"/>
        <pc:sldMkLst>
          <pc:docMk/>
          <pc:sldMk cId="1574057065" sldId="466"/>
        </pc:sldMkLst>
        <pc:spChg chg="mod">
          <ac:chgData name="Simone Beets" userId="5adb261a4dd6137b" providerId="LiveId" clId="{E07A07D7-04D8-437C-9542-FAFF4F775B6E}" dt="2025-05-05T02:25:41.632" v="1116" actId="20577"/>
          <ac:spMkLst>
            <pc:docMk/>
            <pc:sldMk cId="1574057065" sldId="466"/>
            <ac:spMk id="20482" creationId="{9B3B8EB5-2751-AE17-8E2F-2DF039B7938A}"/>
          </ac:spMkLst>
        </pc:spChg>
        <pc:spChg chg="mod">
          <ac:chgData name="Simone Beets" userId="5adb261a4dd6137b" providerId="LiveId" clId="{E07A07D7-04D8-437C-9542-FAFF4F775B6E}" dt="2025-05-05T02:27:35.503" v="1527" actId="20577"/>
          <ac:spMkLst>
            <pc:docMk/>
            <pc:sldMk cId="1574057065" sldId="466"/>
            <ac:spMk id="20483" creationId="{F544519E-2B89-47BB-59F5-01BF7582A058}"/>
          </ac:spMkLst>
        </pc:spChg>
      </pc:sldChg>
      <pc:sldChg chg="addSp delSp modSp add mod modAnim modNotesTx">
        <pc:chgData name="Simone Beets" userId="5adb261a4dd6137b" providerId="LiveId" clId="{E07A07D7-04D8-437C-9542-FAFF4F775B6E}" dt="2025-05-05T04:17:25.287" v="7861" actId="6549"/>
        <pc:sldMkLst>
          <pc:docMk/>
          <pc:sldMk cId="3175637596" sldId="467"/>
        </pc:sldMkLst>
        <pc:spChg chg="mod">
          <ac:chgData name="Simone Beets" userId="5adb261a4dd6137b" providerId="LiveId" clId="{E07A07D7-04D8-437C-9542-FAFF4F775B6E}" dt="2025-05-05T02:28:26.272" v="1556" actId="1037"/>
          <ac:spMkLst>
            <pc:docMk/>
            <pc:sldMk cId="3175637596" sldId="467"/>
            <ac:spMk id="4" creationId="{C64D3166-3D4F-1AA9-CC37-447626A55B58}"/>
          </ac:spMkLst>
        </pc:spChg>
        <pc:spChg chg="add mod">
          <ac:chgData name="Simone Beets" userId="5adb261a4dd6137b" providerId="LiveId" clId="{E07A07D7-04D8-437C-9542-FAFF4F775B6E}" dt="2025-05-05T02:38:18.190" v="2484" actId="14100"/>
          <ac:spMkLst>
            <pc:docMk/>
            <pc:sldMk cId="3175637596" sldId="467"/>
            <ac:spMk id="7" creationId="{CE1328DB-5B5E-F197-55AD-39D593FAA8E6}"/>
          </ac:spMkLst>
        </pc:spChg>
        <pc:spChg chg="mod">
          <ac:chgData name="Simone Beets" userId="5adb261a4dd6137b" providerId="LiveId" clId="{E07A07D7-04D8-437C-9542-FAFF4F775B6E}" dt="2025-05-05T02:38:28.516" v="2485" actId="14100"/>
          <ac:spMkLst>
            <pc:docMk/>
            <pc:sldMk cId="3175637596" sldId="467"/>
            <ac:spMk id="20482" creationId="{E34CACD1-A7A8-16A0-7B22-3D9B17FE56E5}"/>
          </ac:spMkLst>
        </pc:spChg>
        <pc:picChg chg="mod">
          <ac:chgData name="Simone Beets" userId="5adb261a4dd6137b" providerId="LiveId" clId="{E07A07D7-04D8-437C-9542-FAFF4F775B6E}" dt="2025-05-05T02:28:26.272" v="1556" actId="1037"/>
          <ac:picMkLst>
            <pc:docMk/>
            <pc:sldMk cId="3175637596" sldId="467"/>
            <ac:picMk id="2" creationId="{7B84B317-264C-9080-F1C3-4073BC06C965}"/>
          </ac:picMkLst>
        </pc:picChg>
        <pc:picChg chg="mod">
          <ac:chgData name="Simone Beets" userId="5adb261a4dd6137b" providerId="LiveId" clId="{E07A07D7-04D8-437C-9542-FAFF4F775B6E}" dt="2025-05-05T02:28:26.272" v="1556" actId="1037"/>
          <ac:picMkLst>
            <pc:docMk/>
            <pc:sldMk cId="3175637596" sldId="467"/>
            <ac:picMk id="3" creationId="{0543CB7C-CA96-F342-A45A-124C41C7D24F}"/>
          </ac:picMkLst>
        </pc:picChg>
      </pc:sldChg>
      <pc:sldChg chg="del">
        <pc:chgData name="Simone Beets" userId="5adb261a4dd6137b" providerId="LiveId" clId="{E07A07D7-04D8-437C-9542-FAFF4F775B6E}" dt="2025-05-05T02:19:53.152" v="350" actId="47"/>
        <pc:sldMkLst>
          <pc:docMk/>
          <pc:sldMk cId="3925491160" sldId="467"/>
        </pc:sldMkLst>
      </pc:sldChg>
      <pc:sldChg chg="del">
        <pc:chgData name="Simone Beets" userId="5adb261a4dd6137b" providerId="LiveId" clId="{E07A07D7-04D8-437C-9542-FAFF4F775B6E}" dt="2025-05-05T02:19:54.102" v="351" actId="47"/>
        <pc:sldMkLst>
          <pc:docMk/>
          <pc:sldMk cId="1919941849" sldId="468"/>
        </pc:sldMkLst>
      </pc:sldChg>
      <pc:sldChg chg="delSp modSp add mod ord delAnim modAnim modNotesTx">
        <pc:chgData name="Simone Beets" userId="5adb261a4dd6137b" providerId="LiveId" clId="{E07A07D7-04D8-437C-9542-FAFF4F775B6E}" dt="2025-05-05T04:17:28.262" v="7862" actId="6549"/>
        <pc:sldMkLst>
          <pc:docMk/>
          <pc:sldMk cId="3360349297" sldId="468"/>
        </pc:sldMkLst>
        <pc:spChg chg="mod">
          <ac:chgData name="Simone Beets" userId="5adb261a4dd6137b" providerId="LiveId" clId="{E07A07D7-04D8-437C-9542-FAFF4F775B6E}" dt="2025-05-05T02:28:58.112" v="1581" actId="20577"/>
          <ac:spMkLst>
            <pc:docMk/>
            <pc:sldMk cId="3360349297" sldId="468"/>
            <ac:spMk id="20482" creationId="{1371E5F9-27AA-54F6-9245-0EB0EB908EC7}"/>
          </ac:spMkLst>
        </pc:spChg>
        <pc:spChg chg="mod">
          <ac:chgData name="Simone Beets" userId="5adb261a4dd6137b" providerId="LiveId" clId="{E07A07D7-04D8-437C-9542-FAFF4F775B6E}" dt="2025-05-05T02:32:14.542" v="1920" actId="6549"/>
          <ac:spMkLst>
            <pc:docMk/>
            <pc:sldMk cId="3360349297" sldId="468"/>
            <ac:spMk id="20483" creationId="{A6F9D3B2-703F-F94A-7F56-03918F95F843}"/>
          </ac:spMkLst>
        </pc:spChg>
      </pc:sldChg>
      <pc:sldChg chg="del">
        <pc:chgData name="Simone Beets" userId="5adb261a4dd6137b" providerId="LiveId" clId="{E07A07D7-04D8-437C-9542-FAFF4F775B6E}" dt="2025-05-05T02:19:54.812" v="352" actId="47"/>
        <pc:sldMkLst>
          <pc:docMk/>
          <pc:sldMk cId="1143944041" sldId="469"/>
        </pc:sldMkLst>
      </pc:sldChg>
      <pc:sldChg chg="addSp modSp add mod modClrScheme modAnim chgLayout modNotesTx">
        <pc:chgData name="Simone Beets" userId="5adb261a4dd6137b" providerId="LiveId" clId="{E07A07D7-04D8-437C-9542-FAFF4F775B6E}" dt="2025-05-16T08:34:56.614" v="9217" actId="14861"/>
        <pc:sldMkLst>
          <pc:docMk/>
          <pc:sldMk cId="3641775799" sldId="469"/>
        </pc:sldMkLst>
        <pc:spChg chg="add mod">
          <ac:chgData name="Simone Beets" userId="5adb261a4dd6137b" providerId="LiveId" clId="{E07A07D7-04D8-437C-9542-FAFF4F775B6E}" dt="2025-05-05T02:35:02.181" v="2190" actId="122"/>
          <ac:spMkLst>
            <pc:docMk/>
            <pc:sldMk cId="3641775799" sldId="469"/>
            <ac:spMk id="3" creationId="{64CECF94-EBA8-FDED-BF3C-508E9392FC52}"/>
          </ac:spMkLst>
        </pc:spChg>
        <pc:spChg chg="mod">
          <ac:chgData name="Simone Beets" userId="5adb261a4dd6137b" providerId="LiveId" clId="{E07A07D7-04D8-437C-9542-FAFF4F775B6E}" dt="2025-05-05T02:34:42.658" v="2186" actId="403"/>
          <ac:spMkLst>
            <pc:docMk/>
            <pc:sldMk cId="3641775799" sldId="469"/>
            <ac:spMk id="20482" creationId="{42E2C216-29FE-B6A4-A55D-7898613FA7EC}"/>
          </ac:spMkLst>
        </pc:spChg>
        <pc:spChg chg="mod">
          <ac:chgData name="Simone Beets" userId="5adb261a4dd6137b" providerId="LiveId" clId="{E07A07D7-04D8-437C-9542-FAFF4F775B6E}" dt="2025-05-05T02:33:57.643" v="2179" actId="14100"/>
          <ac:spMkLst>
            <pc:docMk/>
            <pc:sldMk cId="3641775799" sldId="469"/>
            <ac:spMk id="20483" creationId="{28EDEFA8-540F-0302-00DF-022F93EF27AC}"/>
          </ac:spMkLst>
        </pc:spChg>
        <pc:picChg chg="add mod">
          <ac:chgData name="Simone Beets" userId="5adb261a4dd6137b" providerId="LiveId" clId="{E07A07D7-04D8-437C-9542-FAFF4F775B6E}" dt="2025-05-16T08:34:56.614" v="9217" actId="14861"/>
          <ac:picMkLst>
            <pc:docMk/>
            <pc:sldMk cId="3641775799" sldId="469"/>
            <ac:picMk id="2" creationId="{FC5EECD3-5125-BAA7-4465-8694124C58BE}"/>
          </ac:picMkLst>
        </pc:picChg>
      </pc:sldChg>
      <pc:sldChg chg="addSp delSp modSp add mod ord delAnim modAnim modNotesTx">
        <pc:chgData name="Simone Beets" userId="5adb261a4dd6137b" providerId="LiveId" clId="{E07A07D7-04D8-437C-9542-FAFF4F775B6E}" dt="2025-05-05T04:17:38.551" v="7865" actId="6549"/>
        <pc:sldMkLst>
          <pc:docMk/>
          <pc:sldMk cId="846918527" sldId="470"/>
        </pc:sldMkLst>
        <pc:spChg chg="add mod">
          <ac:chgData name="Simone Beets" userId="5adb261a4dd6137b" providerId="LiveId" clId="{E07A07D7-04D8-437C-9542-FAFF4F775B6E}" dt="2025-05-05T02:50:48.040" v="3548" actId="1035"/>
          <ac:spMkLst>
            <pc:docMk/>
            <pc:sldMk cId="846918527" sldId="470"/>
            <ac:spMk id="28" creationId="{B3356BA2-B5A2-C83C-C296-FC34158E01FA}"/>
          </ac:spMkLst>
        </pc:spChg>
        <pc:spChg chg="add mod">
          <ac:chgData name="Simone Beets" userId="5adb261a4dd6137b" providerId="LiveId" clId="{E07A07D7-04D8-437C-9542-FAFF4F775B6E}" dt="2025-05-05T02:50:43.201" v="3543" actId="1076"/>
          <ac:spMkLst>
            <pc:docMk/>
            <pc:sldMk cId="846918527" sldId="470"/>
            <ac:spMk id="29" creationId="{2991F493-EC43-B83C-50B4-A6B3FD21DC1E}"/>
          </ac:spMkLst>
        </pc:spChg>
        <pc:spChg chg="add mod">
          <ac:chgData name="Simone Beets" userId="5adb261a4dd6137b" providerId="LiveId" clId="{E07A07D7-04D8-437C-9542-FAFF4F775B6E}" dt="2025-05-05T02:51:11.177" v="3553" actId="14100"/>
          <ac:spMkLst>
            <pc:docMk/>
            <pc:sldMk cId="846918527" sldId="470"/>
            <ac:spMk id="30" creationId="{2DBD3BF9-8E83-258F-6E2A-8E9A2AF4F953}"/>
          </ac:spMkLst>
        </pc:spChg>
        <pc:spChg chg="mod">
          <ac:chgData name="Simone Beets" userId="5adb261a4dd6137b" providerId="LiveId" clId="{E07A07D7-04D8-437C-9542-FAFF4F775B6E}" dt="2025-05-05T02:50:13.778" v="3532" actId="20577"/>
          <ac:spMkLst>
            <pc:docMk/>
            <pc:sldMk cId="846918527" sldId="470"/>
            <ac:spMk id="20482" creationId="{5FC8CE94-DC43-45B7-F651-D80F8328BBA5}"/>
          </ac:spMkLst>
        </pc:spChg>
        <pc:spChg chg="mod">
          <ac:chgData name="Simone Beets" userId="5adb261a4dd6137b" providerId="LiveId" clId="{E07A07D7-04D8-437C-9542-FAFF4F775B6E}" dt="2025-05-05T02:50:48.040" v="3548" actId="1035"/>
          <ac:spMkLst>
            <pc:docMk/>
            <pc:sldMk cId="846918527" sldId="470"/>
            <ac:spMk id="20483" creationId="{3E157146-41C1-BDA3-C5FE-7B0DEEC8748C}"/>
          </ac:spMkLst>
        </pc:spChg>
      </pc:sldChg>
      <pc:sldChg chg="addSp delSp modSp add mod ord addAnim delAnim modAnim modNotesTx">
        <pc:chgData name="Simone Beets" userId="5adb261a4dd6137b" providerId="LiveId" clId="{E07A07D7-04D8-437C-9542-FAFF4F775B6E}" dt="2025-05-05T04:17:41.430" v="7866" actId="6549"/>
        <pc:sldMkLst>
          <pc:docMk/>
          <pc:sldMk cId="1344400379" sldId="471"/>
        </pc:sldMkLst>
        <pc:spChg chg="mod">
          <ac:chgData name="Simone Beets" userId="5adb261a4dd6137b" providerId="LiveId" clId="{E07A07D7-04D8-437C-9542-FAFF4F775B6E}" dt="2025-05-05T02:52:22.654" v="3576"/>
          <ac:spMkLst>
            <pc:docMk/>
            <pc:sldMk cId="1344400379" sldId="471"/>
            <ac:spMk id="7" creationId="{3D656F3E-A935-DE56-9E52-0A3CA2AC4629}"/>
          </ac:spMkLst>
        </pc:spChg>
        <pc:spChg chg="add mod">
          <ac:chgData name="Simone Beets" userId="5adb261a4dd6137b" providerId="LiveId" clId="{E07A07D7-04D8-437C-9542-FAFF4F775B6E}" dt="2025-05-05T02:52:38.126" v="3594" actId="207"/>
          <ac:spMkLst>
            <pc:docMk/>
            <pc:sldMk cId="1344400379" sldId="471"/>
            <ac:spMk id="9" creationId="{14433A65-449D-33AE-1FC2-DC112E3C007D}"/>
          </ac:spMkLst>
        </pc:spChg>
        <pc:spChg chg="add mod">
          <ac:chgData name="Simone Beets" userId="5adb261a4dd6137b" providerId="LiveId" clId="{E07A07D7-04D8-437C-9542-FAFF4F775B6E}" dt="2025-05-05T02:52:38.126" v="3594" actId="207"/>
          <ac:spMkLst>
            <pc:docMk/>
            <pc:sldMk cId="1344400379" sldId="471"/>
            <ac:spMk id="11" creationId="{4ABD4CA0-B251-19C5-9A02-18CF132B576A}"/>
          </ac:spMkLst>
        </pc:spChg>
        <pc:spChg chg="add mod">
          <ac:chgData name="Simone Beets" userId="5adb261a4dd6137b" providerId="LiveId" clId="{E07A07D7-04D8-437C-9542-FAFF4F775B6E}" dt="2025-05-05T02:52:38.126" v="3594" actId="207"/>
          <ac:spMkLst>
            <pc:docMk/>
            <pc:sldMk cId="1344400379" sldId="471"/>
            <ac:spMk id="12" creationId="{9657076A-EE89-8F8B-78F7-123121D9EC5A}"/>
          </ac:spMkLst>
        </pc:spChg>
        <pc:spChg chg="mod">
          <ac:chgData name="Simone Beets" userId="5adb261a4dd6137b" providerId="LiveId" clId="{E07A07D7-04D8-437C-9542-FAFF4F775B6E}" dt="2025-05-05T02:52:22.654" v="3576"/>
          <ac:spMkLst>
            <pc:docMk/>
            <pc:sldMk cId="1344400379" sldId="471"/>
            <ac:spMk id="15" creationId="{9C54D411-18C7-DFE5-F5A0-D880EC1674D5}"/>
          </ac:spMkLst>
        </pc:spChg>
        <pc:spChg chg="add mod">
          <ac:chgData name="Simone Beets" userId="5adb261a4dd6137b" providerId="LiveId" clId="{E07A07D7-04D8-437C-9542-FAFF4F775B6E}" dt="2025-05-05T02:52:38.126" v="3594" actId="207"/>
          <ac:spMkLst>
            <pc:docMk/>
            <pc:sldMk cId="1344400379" sldId="471"/>
            <ac:spMk id="16" creationId="{B1F7D22A-8B2E-1640-791D-70E8A6FC033B}"/>
          </ac:spMkLst>
        </pc:spChg>
        <pc:spChg chg="mod">
          <ac:chgData name="Simone Beets" userId="5adb261a4dd6137b" providerId="LiveId" clId="{E07A07D7-04D8-437C-9542-FAFF4F775B6E}" dt="2025-05-05T02:52:22.654" v="3576"/>
          <ac:spMkLst>
            <pc:docMk/>
            <pc:sldMk cId="1344400379" sldId="471"/>
            <ac:spMk id="18" creationId="{BC724B22-9B8B-7938-AB66-6BA8B4E27C2C}"/>
          </ac:spMkLst>
        </pc:spChg>
        <pc:spChg chg="mod">
          <ac:chgData name="Simone Beets" userId="5adb261a4dd6137b" providerId="LiveId" clId="{E07A07D7-04D8-437C-9542-FAFF4F775B6E}" dt="2025-05-05T02:52:22.654" v="3576"/>
          <ac:spMkLst>
            <pc:docMk/>
            <pc:sldMk cId="1344400379" sldId="471"/>
            <ac:spMk id="19" creationId="{66661BB6-C1ED-F48F-F063-986C4E75D044}"/>
          </ac:spMkLst>
        </pc:spChg>
        <pc:spChg chg="add mod">
          <ac:chgData name="Simone Beets" userId="5adb261a4dd6137b" providerId="LiveId" clId="{E07A07D7-04D8-437C-9542-FAFF4F775B6E}" dt="2025-05-05T03:54:30.448" v="7643"/>
          <ac:spMkLst>
            <pc:docMk/>
            <pc:sldMk cId="1344400379" sldId="471"/>
            <ac:spMk id="28" creationId="{9ECE7457-5D48-BF7B-DC0E-C06303C92D11}"/>
          </ac:spMkLst>
        </pc:spChg>
        <pc:spChg chg="mod">
          <ac:chgData name="Simone Beets" userId="5adb261a4dd6137b" providerId="LiveId" clId="{E07A07D7-04D8-437C-9542-FAFF4F775B6E}" dt="2025-05-05T02:52:11.673" v="3573" actId="20577"/>
          <ac:spMkLst>
            <pc:docMk/>
            <pc:sldMk cId="1344400379" sldId="471"/>
            <ac:spMk id="20482" creationId="{07D9C86C-1346-2338-637D-5B04E072C2AD}"/>
          </ac:spMkLst>
        </pc:spChg>
        <pc:spChg chg="mod">
          <ac:chgData name="Simone Beets" userId="5adb261a4dd6137b" providerId="LiveId" clId="{E07A07D7-04D8-437C-9542-FAFF4F775B6E}" dt="2025-05-05T03:54:36.708" v="7644"/>
          <ac:spMkLst>
            <pc:docMk/>
            <pc:sldMk cId="1344400379" sldId="471"/>
            <ac:spMk id="20483" creationId="{FAC206A3-9848-07E8-9BEB-1A6A32520A2A}"/>
          </ac:spMkLst>
        </pc:spChg>
        <pc:grpChg chg="add del mod">
          <ac:chgData name="Simone Beets" userId="5adb261a4dd6137b" providerId="LiveId" clId="{E07A07D7-04D8-437C-9542-FAFF4F775B6E}" dt="2025-05-05T03:51:35.455" v="7485" actId="478"/>
          <ac:grpSpMkLst>
            <pc:docMk/>
            <pc:sldMk cId="1344400379" sldId="471"/>
            <ac:grpSpMk id="4" creationId="{1BBCEEAF-5AF2-E5D8-63CD-2E2344AD0CD3}"/>
          </ac:grpSpMkLst>
        </pc:grpChg>
        <pc:grpChg chg="mod">
          <ac:chgData name="Simone Beets" userId="5adb261a4dd6137b" providerId="LiveId" clId="{E07A07D7-04D8-437C-9542-FAFF4F775B6E}" dt="2025-05-05T02:52:26.945" v="3593" actId="1037"/>
          <ac:grpSpMkLst>
            <pc:docMk/>
            <pc:sldMk cId="1344400379" sldId="471"/>
            <ac:grpSpMk id="13" creationId="{B0179B47-DA53-DC93-F3DD-BC82D2752ACD}"/>
          </ac:grpSpMkLst>
        </pc:grpChg>
        <pc:grpChg chg="mod">
          <ac:chgData name="Simone Beets" userId="5adb261a4dd6137b" providerId="LiveId" clId="{E07A07D7-04D8-437C-9542-FAFF4F775B6E}" dt="2025-05-05T02:52:26.945" v="3593" actId="1037"/>
          <ac:grpSpMkLst>
            <pc:docMk/>
            <pc:sldMk cId="1344400379" sldId="471"/>
            <ac:grpSpMk id="17" creationId="{7115F354-D316-5FF7-CD9C-1BA8D8665FA8}"/>
          </ac:grpSpMkLst>
        </pc:grpChg>
      </pc:sldChg>
      <pc:sldChg chg="addSp delSp modSp add mod delAnim modAnim modNotesTx">
        <pc:chgData name="Simone Beets" userId="5adb261a4dd6137b" providerId="LiveId" clId="{E07A07D7-04D8-437C-9542-FAFF4F775B6E}" dt="2025-05-05T04:17:46.933" v="7868" actId="6549"/>
        <pc:sldMkLst>
          <pc:docMk/>
          <pc:sldMk cId="2781384769" sldId="472"/>
        </pc:sldMkLst>
        <pc:spChg chg="add mod">
          <ac:chgData name="Simone Beets" userId="5adb261a4dd6137b" providerId="LiveId" clId="{E07A07D7-04D8-437C-9542-FAFF4F775B6E}" dt="2025-05-05T02:59:05.995" v="4481" actId="207"/>
          <ac:spMkLst>
            <pc:docMk/>
            <pc:sldMk cId="2781384769" sldId="472"/>
            <ac:spMk id="24" creationId="{254E7F29-09F0-6FB2-718F-9CABAAABC384}"/>
          </ac:spMkLst>
        </pc:spChg>
        <pc:spChg chg="add mod">
          <ac:chgData name="Simone Beets" userId="5adb261a4dd6137b" providerId="LiveId" clId="{E07A07D7-04D8-437C-9542-FAFF4F775B6E}" dt="2025-05-05T02:59:05.995" v="4481" actId="207"/>
          <ac:spMkLst>
            <pc:docMk/>
            <pc:sldMk cId="2781384769" sldId="472"/>
            <ac:spMk id="25" creationId="{ECE8F410-230A-57A7-0D3C-7652B0794A45}"/>
          </ac:spMkLst>
        </pc:spChg>
        <pc:spChg chg="mod">
          <ac:chgData name="Simone Beets" userId="5adb261a4dd6137b" providerId="LiveId" clId="{E07A07D7-04D8-437C-9542-FAFF4F775B6E}" dt="2025-05-05T02:59:05.995" v="4481" actId="207"/>
          <ac:spMkLst>
            <pc:docMk/>
            <pc:sldMk cId="2781384769" sldId="472"/>
            <ac:spMk id="26" creationId="{70228CF7-820A-7614-7736-7CCF446365DF}"/>
          </ac:spMkLst>
        </pc:spChg>
        <pc:spChg chg="add mod">
          <ac:chgData name="Simone Beets" userId="5adb261a4dd6137b" providerId="LiveId" clId="{E07A07D7-04D8-437C-9542-FAFF4F775B6E}" dt="2025-05-05T02:59:13.388" v="4482" actId="14100"/>
          <ac:spMkLst>
            <pc:docMk/>
            <pc:sldMk cId="2781384769" sldId="472"/>
            <ac:spMk id="27" creationId="{1732F040-795E-C4C4-A284-B0DD7B671534}"/>
          </ac:spMkLst>
        </pc:spChg>
        <pc:spChg chg="mod">
          <ac:chgData name="Simone Beets" userId="5adb261a4dd6137b" providerId="LiveId" clId="{E07A07D7-04D8-437C-9542-FAFF4F775B6E}" dt="2025-05-05T02:58:47.668" v="4452"/>
          <ac:spMkLst>
            <pc:docMk/>
            <pc:sldMk cId="2781384769" sldId="472"/>
            <ac:spMk id="32" creationId="{964D7348-FACA-F607-FBFA-7822995F3007}"/>
          </ac:spMkLst>
        </pc:spChg>
        <pc:spChg chg="mod">
          <ac:chgData name="Simone Beets" userId="5adb261a4dd6137b" providerId="LiveId" clId="{E07A07D7-04D8-437C-9542-FAFF4F775B6E}" dt="2025-05-05T02:58:47.668" v="4452"/>
          <ac:spMkLst>
            <pc:docMk/>
            <pc:sldMk cId="2781384769" sldId="472"/>
            <ac:spMk id="37" creationId="{AE5D4ED5-8E64-62DB-1FBD-ECCD65FC45F1}"/>
          </ac:spMkLst>
        </pc:spChg>
        <pc:spChg chg="mod">
          <ac:chgData name="Simone Beets" userId="5adb261a4dd6137b" providerId="LiveId" clId="{E07A07D7-04D8-437C-9542-FAFF4F775B6E}" dt="2025-05-05T02:58:47.668" v="4452"/>
          <ac:spMkLst>
            <pc:docMk/>
            <pc:sldMk cId="2781384769" sldId="472"/>
            <ac:spMk id="38" creationId="{0A0AA53F-0997-E117-ED1A-07ADF073686F}"/>
          </ac:spMkLst>
        </pc:spChg>
        <pc:spChg chg="mod">
          <ac:chgData name="Simone Beets" userId="5adb261a4dd6137b" providerId="LiveId" clId="{E07A07D7-04D8-437C-9542-FAFF4F775B6E}" dt="2025-05-05T02:58:47.668" v="4452"/>
          <ac:spMkLst>
            <pc:docMk/>
            <pc:sldMk cId="2781384769" sldId="472"/>
            <ac:spMk id="39" creationId="{2C04603C-DEE7-606E-8CEF-9CE50DA718CC}"/>
          </ac:spMkLst>
        </pc:spChg>
        <pc:spChg chg="add mod">
          <ac:chgData name="Simone Beets" userId="5adb261a4dd6137b" providerId="LiveId" clId="{E07A07D7-04D8-437C-9542-FAFF4F775B6E}" dt="2025-05-05T02:58:57.481" v="4480" actId="1035"/>
          <ac:spMkLst>
            <pc:docMk/>
            <pc:sldMk cId="2781384769" sldId="472"/>
            <ac:spMk id="40" creationId="{91512859-271F-71F5-AB53-D5291B059EFF}"/>
          </ac:spMkLst>
        </pc:spChg>
        <pc:spChg chg="add mod">
          <ac:chgData name="Simone Beets" userId="5adb261a4dd6137b" providerId="LiveId" clId="{E07A07D7-04D8-437C-9542-FAFF4F775B6E}" dt="2025-05-05T02:58:57.481" v="4480" actId="1035"/>
          <ac:spMkLst>
            <pc:docMk/>
            <pc:sldMk cId="2781384769" sldId="472"/>
            <ac:spMk id="41" creationId="{3AF3C75B-2E27-5C8E-2A93-BD95F9D0B35A}"/>
          </ac:spMkLst>
        </pc:spChg>
        <pc:spChg chg="mod">
          <ac:chgData name="Simone Beets" userId="5adb261a4dd6137b" providerId="LiveId" clId="{E07A07D7-04D8-437C-9542-FAFF4F775B6E}" dt="2025-05-05T02:58:57.481" v="4480" actId="1035"/>
          <ac:spMkLst>
            <pc:docMk/>
            <pc:sldMk cId="2781384769" sldId="472"/>
            <ac:spMk id="42" creationId="{65D69CD4-D317-C328-B3BA-E07260BB0694}"/>
          </ac:spMkLst>
        </pc:spChg>
        <pc:spChg chg="add mod">
          <ac:chgData name="Simone Beets" userId="5adb261a4dd6137b" providerId="LiveId" clId="{E07A07D7-04D8-437C-9542-FAFF4F775B6E}" dt="2025-05-05T02:58:57.481" v="4480" actId="1035"/>
          <ac:spMkLst>
            <pc:docMk/>
            <pc:sldMk cId="2781384769" sldId="472"/>
            <ac:spMk id="43" creationId="{6DB01098-D619-58D6-5585-893C2E1C0EF2}"/>
          </ac:spMkLst>
        </pc:spChg>
        <pc:spChg chg="mod">
          <ac:chgData name="Simone Beets" userId="5adb261a4dd6137b" providerId="LiveId" clId="{E07A07D7-04D8-437C-9542-FAFF4F775B6E}" dt="2025-05-05T02:56:22.897" v="4077" actId="20577"/>
          <ac:spMkLst>
            <pc:docMk/>
            <pc:sldMk cId="2781384769" sldId="472"/>
            <ac:spMk id="20482" creationId="{C0CE3221-6684-534D-0C77-415E4C779819}"/>
          </ac:spMkLst>
        </pc:spChg>
        <pc:spChg chg="mod">
          <ac:chgData name="Simone Beets" userId="5adb261a4dd6137b" providerId="LiveId" clId="{E07A07D7-04D8-437C-9542-FAFF4F775B6E}" dt="2025-05-05T02:58:28.831" v="4450" actId="20577"/>
          <ac:spMkLst>
            <pc:docMk/>
            <pc:sldMk cId="2781384769" sldId="472"/>
            <ac:spMk id="20483" creationId="{04E11A2E-46AF-73B8-6029-FAEF5B3C7F1B}"/>
          </ac:spMkLst>
        </pc:spChg>
        <pc:grpChg chg="mod">
          <ac:chgData name="Simone Beets" userId="5adb261a4dd6137b" providerId="LiveId" clId="{E07A07D7-04D8-437C-9542-FAFF4F775B6E}" dt="2025-05-05T02:58:57.481" v="4480" actId="1035"/>
          <ac:grpSpMkLst>
            <pc:docMk/>
            <pc:sldMk cId="2781384769" sldId="472"/>
            <ac:grpSpMk id="28" creationId="{2599E183-1F34-3A91-8ABD-2ACB662DED03}"/>
          </ac:grpSpMkLst>
        </pc:grpChg>
        <pc:grpChg chg="mod">
          <ac:chgData name="Simone Beets" userId="5adb261a4dd6137b" providerId="LiveId" clId="{E07A07D7-04D8-437C-9542-FAFF4F775B6E}" dt="2025-05-05T02:58:57.481" v="4480" actId="1035"/>
          <ac:grpSpMkLst>
            <pc:docMk/>
            <pc:sldMk cId="2781384769" sldId="472"/>
            <ac:grpSpMk id="33" creationId="{9CA57FE3-BF5E-514F-B6D6-C5C63A543A77}"/>
          </ac:grpSpMkLst>
        </pc:grpChg>
      </pc:sldChg>
      <pc:sldChg chg="addSp modSp add mod modAnim modNotesTx">
        <pc:chgData name="Simone Beets" userId="5adb261a4dd6137b" providerId="LiveId" clId="{E07A07D7-04D8-437C-9542-FAFF4F775B6E}" dt="2025-05-05T03:56:46.161" v="7652" actId="6549"/>
        <pc:sldMkLst>
          <pc:docMk/>
          <pc:sldMk cId="4093388334" sldId="473"/>
        </pc:sldMkLst>
        <pc:spChg chg="mod">
          <ac:chgData name="Simone Beets" userId="5adb261a4dd6137b" providerId="LiveId" clId="{E07A07D7-04D8-437C-9542-FAFF4F775B6E}" dt="2025-05-05T03:56:43.738" v="7651" actId="114"/>
          <ac:spMkLst>
            <pc:docMk/>
            <pc:sldMk cId="4093388334" sldId="473"/>
            <ac:spMk id="20483" creationId="{B11DEC00-B3D8-5E65-40D7-7099A82ABB48}"/>
          </ac:spMkLst>
        </pc:spChg>
      </pc:sldChg>
      <pc:sldChg chg="addSp delSp modSp add mod addAnim delAnim modAnim modNotesTx">
        <pc:chgData name="Simone Beets" userId="5adb261a4dd6137b" providerId="LiveId" clId="{E07A07D7-04D8-437C-9542-FAFF4F775B6E}" dt="2025-05-05T04:17:51.791" v="7869" actId="6549"/>
        <pc:sldMkLst>
          <pc:docMk/>
          <pc:sldMk cId="216997997" sldId="474"/>
        </pc:sldMkLst>
        <pc:spChg chg="mod">
          <ac:chgData name="Simone Beets" userId="5adb261a4dd6137b" providerId="LiveId" clId="{E07A07D7-04D8-437C-9542-FAFF4F775B6E}" dt="2025-05-05T03:04:57.055" v="4998" actId="14100"/>
          <ac:spMkLst>
            <pc:docMk/>
            <pc:sldMk cId="216997997" sldId="474"/>
            <ac:spMk id="3" creationId="{76E3058D-A4DC-AD41-344E-06EFE52E0727}"/>
          </ac:spMkLst>
        </pc:spChg>
        <pc:spChg chg="mod">
          <ac:chgData name="Simone Beets" userId="5adb261a4dd6137b" providerId="LiveId" clId="{E07A07D7-04D8-437C-9542-FAFF4F775B6E}" dt="2025-05-05T03:06:45.607" v="5063" actId="1038"/>
          <ac:spMkLst>
            <pc:docMk/>
            <pc:sldMk cId="216997997" sldId="474"/>
            <ac:spMk id="11" creationId="{2556C629-3EA1-8803-A816-FABAAEC76DBE}"/>
          </ac:spMkLst>
        </pc:spChg>
        <pc:spChg chg="mod">
          <ac:chgData name="Simone Beets" userId="5adb261a4dd6137b" providerId="LiveId" clId="{E07A07D7-04D8-437C-9542-FAFF4F775B6E}" dt="2025-05-05T03:04:41.424" v="4995" actId="1038"/>
          <ac:spMkLst>
            <pc:docMk/>
            <pc:sldMk cId="216997997" sldId="474"/>
            <ac:spMk id="15" creationId="{57A5410A-F004-C6BD-5556-B8FE180AA486}"/>
          </ac:spMkLst>
        </pc:spChg>
        <pc:spChg chg="add mod">
          <ac:chgData name="Simone Beets" userId="5adb261a4dd6137b" providerId="LiveId" clId="{E07A07D7-04D8-437C-9542-FAFF4F775B6E}" dt="2025-05-05T03:04:34.168" v="4988" actId="1037"/>
          <ac:spMkLst>
            <pc:docMk/>
            <pc:sldMk cId="216997997" sldId="474"/>
            <ac:spMk id="16" creationId="{0DA20D5E-5500-8D10-FE2D-1217C7CAF3E1}"/>
          </ac:spMkLst>
        </pc:spChg>
        <pc:spChg chg="add mod">
          <ac:chgData name="Simone Beets" userId="5adb261a4dd6137b" providerId="LiveId" clId="{E07A07D7-04D8-437C-9542-FAFF4F775B6E}" dt="2025-05-05T03:06:30.821" v="5058" actId="207"/>
          <ac:spMkLst>
            <pc:docMk/>
            <pc:sldMk cId="216997997" sldId="474"/>
            <ac:spMk id="17" creationId="{B3655E18-D286-7662-3F5C-F592C11C2E43}"/>
          </ac:spMkLst>
        </pc:spChg>
        <pc:spChg chg="add mod">
          <ac:chgData name="Simone Beets" userId="5adb261a4dd6137b" providerId="LiveId" clId="{E07A07D7-04D8-437C-9542-FAFF4F775B6E}" dt="2025-05-05T03:06:26.610" v="5057" actId="207"/>
          <ac:spMkLst>
            <pc:docMk/>
            <pc:sldMk cId="216997997" sldId="474"/>
            <ac:spMk id="18" creationId="{9F3A8E49-915D-615C-8036-DAC655B31BEC}"/>
          </ac:spMkLst>
        </pc:spChg>
        <pc:spChg chg="mod">
          <ac:chgData name="Simone Beets" userId="5adb261a4dd6137b" providerId="LiveId" clId="{E07A07D7-04D8-437C-9542-FAFF4F775B6E}" dt="2025-05-05T03:06:21.952" v="5056" actId="207"/>
          <ac:spMkLst>
            <pc:docMk/>
            <pc:sldMk cId="216997997" sldId="474"/>
            <ac:spMk id="19" creationId="{70E52926-EEC9-A949-5042-B3AC286042CE}"/>
          </ac:spMkLst>
        </pc:spChg>
        <pc:spChg chg="mod">
          <ac:chgData name="Simone Beets" userId="5adb261a4dd6137b" providerId="LiveId" clId="{E07A07D7-04D8-437C-9542-FAFF4F775B6E}" dt="2025-05-05T03:05:29.629" v="5010" actId="207"/>
          <ac:spMkLst>
            <pc:docMk/>
            <pc:sldMk cId="216997997" sldId="474"/>
            <ac:spMk id="20" creationId="{C0795D55-1713-0F98-B1AD-5419B44FB4F3}"/>
          </ac:spMkLst>
        </pc:spChg>
        <pc:spChg chg="add mod">
          <ac:chgData name="Simone Beets" userId="5adb261a4dd6137b" providerId="LiveId" clId="{E07A07D7-04D8-437C-9542-FAFF4F775B6E}" dt="2025-05-05T03:04:12.319" v="4976" actId="207"/>
          <ac:spMkLst>
            <pc:docMk/>
            <pc:sldMk cId="216997997" sldId="474"/>
            <ac:spMk id="21" creationId="{DD742F7D-CB16-11C6-FDC3-E1CC3492320E}"/>
          </ac:spMkLst>
        </pc:spChg>
        <pc:spChg chg="add mod">
          <ac:chgData name="Simone Beets" userId="5adb261a4dd6137b" providerId="LiveId" clId="{E07A07D7-04D8-437C-9542-FAFF4F775B6E}" dt="2025-05-05T03:04:18.587" v="4977" actId="207"/>
          <ac:spMkLst>
            <pc:docMk/>
            <pc:sldMk cId="216997997" sldId="474"/>
            <ac:spMk id="22" creationId="{8285B873-94F7-80DE-9188-2605E3FF584F}"/>
          </ac:spMkLst>
        </pc:spChg>
        <pc:spChg chg="mod">
          <ac:chgData name="Simone Beets" userId="5adb261a4dd6137b" providerId="LiveId" clId="{E07A07D7-04D8-437C-9542-FAFF4F775B6E}" dt="2025-05-05T03:05:40.092" v="5015" actId="207"/>
          <ac:spMkLst>
            <pc:docMk/>
            <pc:sldMk cId="216997997" sldId="474"/>
            <ac:spMk id="23" creationId="{5429291B-C7FE-C95A-EFA6-5A2C39C04287}"/>
          </ac:spMkLst>
        </pc:spChg>
        <pc:spChg chg="add mod">
          <ac:chgData name="Simone Beets" userId="5adb261a4dd6137b" providerId="LiveId" clId="{E07A07D7-04D8-437C-9542-FAFF4F775B6E}" dt="2025-05-05T03:05:50.601" v="5022" actId="207"/>
          <ac:spMkLst>
            <pc:docMk/>
            <pc:sldMk cId="216997997" sldId="474"/>
            <ac:spMk id="44" creationId="{82A33996-3FFE-A09A-00F8-C1570436897E}"/>
          </ac:spMkLst>
        </pc:spChg>
        <pc:spChg chg="add mod">
          <ac:chgData name="Simone Beets" userId="5adb261a4dd6137b" providerId="LiveId" clId="{E07A07D7-04D8-437C-9542-FAFF4F775B6E}" dt="2025-05-05T03:05:59.656" v="5024" actId="207"/>
          <ac:spMkLst>
            <pc:docMk/>
            <pc:sldMk cId="216997997" sldId="474"/>
            <ac:spMk id="45" creationId="{ED2DCBDD-DE42-E486-5CB2-D525B3B7D4BD}"/>
          </ac:spMkLst>
        </pc:spChg>
        <pc:spChg chg="add mod">
          <ac:chgData name="Simone Beets" userId="5adb261a4dd6137b" providerId="LiveId" clId="{E07A07D7-04D8-437C-9542-FAFF4F775B6E}" dt="2025-05-05T03:04:23.337" v="4978" actId="207"/>
          <ac:spMkLst>
            <pc:docMk/>
            <pc:sldMk cId="216997997" sldId="474"/>
            <ac:spMk id="46" creationId="{9C3C7499-A723-535C-3BBD-DC884D681482}"/>
          </ac:spMkLst>
        </pc:spChg>
        <pc:spChg chg="add mod">
          <ac:chgData name="Simone Beets" userId="5adb261a4dd6137b" providerId="LiveId" clId="{E07A07D7-04D8-437C-9542-FAFF4F775B6E}" dt="2025-05-05T03:06:05.278" v="5032" actId="1035"/>
          <ac:spMkLst>
            <pc:docMk/>
            <pc:sldMk cId="216997997" sldId="474"/>
            <ac:spMk id="47" creationId="{F3694DB1-31FA-B533-1FF6-891AD22BD8CD}"/>
          </ac:spMkLst>
        </pc:spChg>
        <pc:spChg chg="mod">
          <ac:chgData name="Simone Beets" userId="5adb261a4dd6137b" providerId="LiveId" clId="{E07A07D7-04D8-437C-9542-FAFF4F775B6E}" dt="2025-05-05T03:06:14.895" v="5055" actId="1035"/>
          <ac:spMkLst>
            <pc:docMk/>
            <pc:sldMk cId="216997997" sldId="474"/>
            <ac:spMk id="48" creationId="{273A990B-2325-370C-04BD-F8CC97EAE8E5}"/>
          </ac:spMkLst>
        </pc:spChg>
        <pc:spChg chg="mod">
          <ac:chgData name="Simone Beets" userId="5adb261a4dd6137b" providerId="LiveId" clId="{E07A07D7-04D8-437C-9542-FAFF4F775B6E}" dt="2025-05-05T03:04:04.199" v="4975" actId="1038"/>
          <ac:spMkLst>
            <pc:docMk/>
            <pc:sldMk cId="216997997" sldId="474"/>
            <ac:spMk id="49" creationId="{E65DBD68-4FAA-3B97-42E0-096376C01138}"/>
          </ac:spMkLst>
        </pc:spChg>
        <pc:spChg chg="add mod">
          <ac:chgData name="Simone Beets" userId="5adb261a4dd6137b" providerId="LiveId" clId="{E07A07D7-04D8-437C-9542-FAFF4F775B6E}" dt="2025-05-05T03:58:06.853" v="7683" actId="6549"/>
          <ac:spMkLst>
            <pc:docMk/>
            <pc:sldMk cId="216997997" sldId="474"/>
            <ac:spMk id="52" creationId="{204EA826-EF13-4370-60EC-9C2181AD036E}"/>
          </ac:spMkLst>
        </pc:spChg>
        <pc:spChg chg="add mod">
          <ac:chgData name="Simone Beets" userId="5adb261a4dd6137b" providerId="LiveId" clId="{E07A07D7-04D8-437C-9542-FAFF4F775B6E}" dt="2025-05-05T03:58:18.641" v="7685" actId="20577"/>
          <ac:spMkLst>
            <pc:docMk/>
            <pc:sldMk cId="216997997" sldId="474"/>
            <ac:spMk id="53" creationId="{F4BFAF1A-2373-094C-DFFB-BBBAC1C6CA69}"/>
          </ac:spMkLst>
        </pc:spChg>
        <pc:spChg chg="mod">
          <ac:chgData name="Simone Beets" userId="5adb261a4dd6137b" providerId="LiveId" clId="{E07A07D7-04D8-437C-9542-FAFF4F775B6E}" dt="2025-05-05T03:00:55.647" v="4713" actId="20577"/>
          <ac:spMkLst>
            <pc:docMk/>
            <pc:sldMk cId="216997997" sldId="474"/>
            <ac:spMk id="20482" creationId="{91BA8E26-8F38-7734-F675-6B4444A97287}"/>
          </ac:spMkLst>
        </pc:spChg>
        <pc:spChg chg="mod">
          <ac:chgData name="Simone Beets" userId="5adb261a4dd6137b" providerId="LiveId" clId="{E07A07D7-04D8-437C-9542-FAFF4F775B6E}" dt="2025-05-05T03:58:26.121" v="7687" actId="27636"/>
          <ac:spMkLst>
            <pc:docMk/>
            <pc:sldMk cId="216997997" sldId="474"/>
            <ac:spMk id="20483" creationId="{FEE28F03-BEFE-A36A-D293-6BC94726AED3}"/>
          </ac:spMkLst>
        </pc:spChg>
        <pc:grpChg chg="mod">
          <ac:chgData name="Simone Beets" userId="5adb261a4dd6137b" providerId="LiveId" clId="{E07A07D7-04D8-437C-9542-FAFF4F775B6E}" dt="2025-05-05T03:03:45.248" v="4961" actId="1035"/>
          <ac:grpSpMkLst>
            <pc:docMk/>
            <pc:sldMk cId="216997997" sldId="474"/>
            <ac:grpSpMk id="2" creationId="{CE6DF25C-4E2E-7824-0EE9-A570B66A03B7}"/>
          </ac:grpSpMkLst>
        </pc:grpChg>
        <pc:picChg chg="mod">
          <ac:chgData name="Simone Beets" userId="5adb261a4dd6137b" providerId="LiveId" clId="{E07A07D7-04D8-437C-9542-FAFF4F775B6E}" dt="2025-05-05T03:06:45.607" v="5063" actId="1038"/>
          <ac:picMkLst>
            <pc:docMk/>
            <pc:sldMk cId="216997997" sldId="474"/>
            <ac:picMk id="10" creationId="{82673B1C-7C30-A4E2-E0F9-8AEADE49A38B}"/>
          </ac:picMkLst>
        </pc:picChg>
        <pc:cxnChg chg="mod">
          <ac:chgData name="Simone Beets" userId="5adb261a4dd6137b" providerId="LiveId" clId="{E07A07D7-04D8-437C-9542-FAFF4F775B6E}" dt="2025-05-05T03:06:54.718" v="5077" actId="1038"/>
          <ac:cxnSpMkLst>
            <pc:docMk/>
            <pc:sldMk cId="216997997" sldId="474"/>
            <ac:cxnSpMk id="9" creationId="{96D21FFD-82DE-1934-7220-46D17A715AD7}"/>
          </ac:cxnSpMkLst>
        </pc:cxnChg>
      </pc:sldChg>
      <pc:sldChg chg="addSp delSp modSp add mod delAnim modAnim modNotesTx">
        <pc:chgData name="Simone Beets" userId="5adb261a4dd6137b" providerId="LiveId" clId="{E07A07D7-04D8-437C-9542-FAFF4F775B6E}" dt="2025-05-05T04:17:54.533" v="7870" actId="6549"/>
        <pc:sldMkLst>
          <pc:docMk/>
          <pc:sldMk cId="3237138947" sldId="475"/>
        </pc:sldMkLst>
        <pc:spChg chg="mod">
          <ac:chgData name="Simone Beets" userId="5adb261a4dd6137b" providerId="LiveId" clId="{E07A07D7-04D8-437C-9542-FAFF4F775B6E}" dt="2025-05-05T03:08:01.296" v="5188" actId="207"/>
          <ac:spMkLst>
            <pc:docMk/>
            <pc:sldMk cId="3237138947" sldId="475"/>
            <ac:spMk id="20482" creationId="{1AAF4BDF-1A75-FBA5-33D1-A760F45E78B7}"/>
          </ac:spMkLst>
        </pc:spChg>
        <pc:spChg chg="mod">
          <ac:chgData name="Simone Beets" userId="5adb261a4dd6137b" providerId="LiveId" clId="{E07A07D7-04D8-437C-9542-FAFF4F775B6E}" dt="2025-05-05T03:10:17.067" v="5721" actId="27636"/>
          <ac:spMkLst>
            <pc:docMk/>
            <pc:sldMk cId="3237138947" sldId="475"/>
            <ac:spMk id="20483" creationId="{54BC0E56-72C3-6BC3-DF12-0F2605AA2952}"/>
          </ac:spMkLst>
        </pc:spChg>
        <pc:picChg chg="add mod">
          <ac:chgData name="Simone Beets" userId="5adb261a4dd6137b" providerId="LiveId" clId="{E07A07D7-04D8-437C-9542-FAFF4F775B6E}" dt="2025-05-05T03:10:26.546" v="5723" actId="1076"/>
          <ac:picMkLst>
            <pc:docMk/>
            <pc:sldMk cId="3237138947" sldId="475"/>
            <ac:picMk id="24" creationId="{A1CECAF1-CE1C-54C4-F539-012C31EDDF73}"/>
          </ac:picMkLst>
        </pc:picChg>
      </pc:sldChg>
      <pc:sldChg chg="addSp delSp modSp add mod delAnim modAnim modNotesTx">
        <pc:chgData name="Simone Beets" userId="5adb261a4dd6137b" providerId="LiveId" clId="{E07A07D7-04D8-437C-9542-FAFF4F775B6E}" dt="2025-05-05T04:17:57.390" v="7871" actId="6549"/>
        <pc:sldMkLst>
          <pc:docMk/>
          <pc:sldMk cId="729117134" sldId="476"/>
        </pc:sldMkLst>
        <pc:spChg chg="mod topLvl">
          <ac:chgData name="Simone Beets" userId="5adb261a4dd6137b" providerId="LiveId" clId="{E07A07D7-04D8-437C-9542-FAFF4F775B6E}" dt="2025-05-05T04:03:47.167" v="7780" actId="164"/>
          <ac:spMkLst>
            <pc:docMk/>
            <pc:sldMk cId="729117134" sldId="476"/>
            <ac:spMk id="20550" creationId="{EBFBD072-402B-68D2-21CC-768ECC4B637F}"/>
          </ac:spMkLst>
        </pc:spChg>
        <pc:spChg chg="mod topLvl">
          <ac:chgData name="Simone Beets" userId="5adb261a4dd6137b" providerId="LiveId" clId="{E07A07D7-04D8-437C-9542-FAFF4F775B6E}" dt="2025-05-05T04:03:47.167" v="7780" actId="164"/>
          <ac:spMkLst>
            <pc:docMk/>
            <pc:sldMk cId="729117134" sldId="476"/>
            <ac:spMk id="20551" creationId="{27905673-14A1-0907-E8DC-594B99907995}"/>
          </ac:spMkLst>
        </pc:spChg>
        <pc:spChg chg="mod">
          <ac:chgData name="Simone Beets" userId="5adb261a4dd6137b" providerId="LiveId" clId="{E07A07D7-04D8-437C-9542-FAFF4F775B6E}" dt="2025-05-05T03:36:29.125" v="6901" actId="14100"/>
          <ac:spMkLst>
            <pc:docMk/>
            <pc:sldMk cId="729117134" sldId="476"/>
            <ac:spMk id="20554" creationId="{E5675467-7CD5-D4AD-85D8-03AA6E80FC14}"/>
          </ac:spMkLst>
        </pc:spChg>
        <pc:spChg chg="mod">
          <ac:chgData name="Simone Beets" userId="5adb261a4dd6137b" providerId="LiveId" clId="{E07A07D7-04D8-437C-9542-FAFF4F775B6E}" dt="2025-05-05T03:22:54.522" v="6418" actId="207"/>
          <ac:spMkLst>
            <pc:docMk/>
            <pc:sldMk cId="729117134" sldId="476"/>
            <ac:spMk id="20559" creationId="{9504C1D5-2364-CB48-3FFE-26F17208AB5F}"/>
          </ac:spMkLst>
        </pc:spChg>
        <pc:spChg chg="mod">
          <ac:chgData name="Simone Beets" userId="5adb261a4dd6137b" providerId="LiveId" clId="{E07A07D7-04D8-437C-9542-FAFF4F775B6E}" dt="2025-05-05T03:23:00.759" v="6419" actId="207"/>
          <ac:spMkLst>
            <pc:docMk/>
            <pc:sldMk cId="729117134" sldId="476"/>
            <ac:spMk id="20560" creationId="{06162222-EABD-DA0C-0BD9-B521972A6D9D}"/>
          </ac:spMkLst>
        </pc:spChg>
        <pc:spChg chg="mod">
          <ac:chgData name="Simone Beets" userId="5adb261a4dd6137b" providerId="LiveId" clId="{E07A07D7-04D8-437C-9542-FAFF4F775B6E}" dt="2025-05-05T03:23:00.759" v="6419" actId="207"/>
          <ac:spMkLst>
            <pc:docMk/>
            <pc:sldMk cId="729117134" sldId="476"/>
            <ac:spMk id="20561" creationId="{3834F38E-CD68-DC09-1FA0-B38FEB18248D}"/>
          </ac:spMkLst>
        </pc:spChg>
        <pc:spChg chg="mod">
          <ac:chgData name="Simone Beets" userId="5adb261a4dd6137b" providerId="LiveId" clId="{E07A07D7-04D8-437C-9542-FAFF4F775B6E}" dt="2025-05-05T03:23:22.266" v="6422" actId="207"/>
          <ac:spMkLst>
            <pc:docMk/>
            <pc:sldMk cId="729117134" sldId="476"/>
            <ac:spMk id="20565" creationId="{BCB19F9A-6954-A740-A6AF-297275160A90}"/>
          </ac:spMkLst>
        </pc:spChg>
        <pc:spChg chg="mod">
          <ac:chgData name="Simone Beets" userId="5adb261a4dd6137b" providerId="LiveId" clId="{E07A07D7-04D8-437C-9542-FAFF4F775B6E}" dt="2025-05-05T03:23:18.751" v="6421" actId="207"/>
          <ac:spMkLst>
            <pc:docMk/>
            <pc:sldMk cId="729117134" sldId="476"/>
            <ac:spMk id="20566" creationId="{68F446BD-C1AB-B929-D5C3-A5821BF14396}"/>
          </ac:spMkLst>
        </pc:spChg>
        <pc:spChg chg="mod">
          <ac:chgData name="Simone Beets" userId="5adb261a4dd6137b" providerId="LiveId" clId="{E07A07D7-04D8-437C-9542-FAFF4F775B6E}" dt="2025-05-05T03:23:25.422" v="6423" actId="207"/>
          <ac:spMkLst>
            <pc:docMk/>
            <pc:sldMk cId="729117134" sldId="476"/>
            <ac:spMk id="20568" creationId="{53C73CE6-EC15-1CBE-1848-80224ABD216A}"/>
          </ac:spMkLst>
        </pc:spChg>
        <pc:spChg chg="mod">
          <ac:chgData name="Simone Beets" userId="5adb261a4dd6137b" providerId="LiveId" clId="{E07A07D7-04D8-437C-9542-FAFF4F775B6E}" dt="2025-05-05T03:23:18.751" v="6421" actId="207"/>
          <ac:spMkLst>
            <pc:docMk/>
            <pc:sldMk cId="729117134" sldId="476"/>
            <ac:spMk id="20569" creationId="{B471F7DF-CEFB-405C-8EF8-9D15310FB11E}"/>
          </ac:spMkLst>
        </pc:spChg>
        <pc:spChg chg="mod">
          <ac:chgData name="Simone Beets" userId="5adb261a4dd6137b" providerId="LiveId" clId="{E07A07D7-04D8-437C-9542-FAFF4F775B6E}" dt="2025-05-05T03:23:28.692" v="6424" actId="207"/>
          <ac:spMkLst>
            <pc:docMk/>
            <pc:sldMk cId="729117134" sldId="476"/>
            <ac:spMk id="20571" creationId="{BC774C53-331F-E119-DB6C-B654B46BA274}"/>
          </ac:spMkLst>
        </pc:spChg>
        <pc:spChg chg="mod">
          <ac:chgData name="Simone Beets" userId="5adb261a4dd6137b" providerId="LiveId" clId="{E07A07D7-04D8-437C-9542-FAFF4F775B6E}" dt="2025-05-05T03:23:18.751" v="6421" actId="207"/>
          <ac:spMkLst>
            <pc:docMk/>
            <pc:sldMk cId="729117134" sldId="476"/>
            <ac:spMk id="20572" creationId="{BAE6CABD-5530-9F32-A921-9D53E0C19EE0}"/>
          </ac:spMkLst>
        </pc:spChg>
        <pc:spChg chg="mod">
          <ac:chgData name="Simone Beets" userId="5adb261a4dd6137b" providerId="LiveId" clId="{E07A07D7-04D8-437C-9542-FAFF4F775B6E}" dt="2025-05-05T03:29:12.619" v="6501" actId="1076"/>
          <ac:spMkLst>
            <pc:docMk/>
            <pc:sldMk cId="729117134" sldId="476"/>
            <ac:spMk id="20576" creationId="{F7C595B5-16DE-221B-CC7C-2292F9CD0829}"/>
          </ac:spMkLst>
        </pc:spChg>
        <pc:spChg chg="mod topLvl">
          <ac:chgData name="Simone Beets" userId="5adb261a4dd6137b" providerId="LiveId" clId="{E07A07D7-04D8-437C-9542-FAFF4F775B6E}" dt="2025-05-05T04:03:41.800" v="7779" actId="164"/>
          <ac:spMkLst>
            <pc:docMk/>
            <pc:sldMk cId="729117134" sldId="476"/>
            <ac:spMk id="20579" creationId="{6723DE15-A3C3-C896-66BB-CF034FFC55C1}"/>
          </ac:spMkLst>
        </pc:spChg>
        <pc:spChg chg="mod">
          <ac:chgData name="Simone Beets" userId="5adb261a4dd6137b" providerId="LiveId" clId="{E07A07D7-04D8-437C-9542-FAFF4F775B6E}" dt="2025-05-05T03:18:13.757" v="6184" actId="1037"/>
          <ac:spMkLst>
            <pc:docMk/>
            <pc:sldMk cId="729117134" sldId="476"/>
            <ac:spMk id="20582" creationId="{198C3819-3DAD-90C3-3F1F-1623C9B63119}"/>
          </ac:spMkLst>
        </pc:spChg>
        <pc:spChg chg="mod">
          <ac:chgData name="Simone Beets" userId="5adb261a4dd6137b" providerId="LiveId" clId="{E07A07D7-04D8-437C-9542-FAFF4F775B6E}" dt="2025-05-05T03:11:50.722" v="5833"/>
          <ac:spMkLst>
            <pc:docMk/>
            <pc:sldMk cId="729117134" sldId="476"/>
            <ac:spMk id="20585" creationId="{CD114790-6176-47A9-87D3-BEBEC1DDE8CE}"/>
          </ac:spMkLst>
        </pc:spChg>
        <pc:spChg chg="mod">
          <ac:chgData name="Simone Beets" userId="5adb261a4dd6137b" providerId="LiveId" clId="{E07A07D7-04D8-437C-9542-FAFF4F775B6E}" dt="2025-05-05T03:21:31.453" v="6387" actId="14100"/>
          <ac:spMkLst>
            <pc:docMk/>
            <pc:sldMk cId="729117134" sldId="476"/>
            <ac:spMk id="20587" creationId="{9C89C2AF-012E-883C-F9D4-3C7E9D5BD70F}"/>
          </ac:spMkLst>
        </pc:spChg>
        <pc:spChg chg="mod">
          <ac:chgData name="Simone Beets" userId="5adb261a4dd6137b" providerId="LiveId" clId="{E07A07D7-04D8-437C-9542-FAFF4F775B6E}" dt="2025-05-05T03:21:41.052" v="6389" actId="14100"/>
          <ac:spMkLst>
            <pc:docMk/>
            <pc:sldMk cId="729117134" sldId="476"/>
            <ac:spMk id="20588" creationId="{890758BE-92CF-7459-7900-ADC0CC2AB297}"/>
          </ac:spMkLst>
        </pc:spChg>
        <pc:spChg chg="mod">
          <ac:chgData name="Simone Beets" userId="5adb261a4dd6137b" providerId="LiveId" clId="{E07A07D7-04D8-437C-9542-FAFF4F775B6E}" dt="2025-05-05T03:19:55.529" v="6271" actId="1076"/>
          <ac:spMkLst>
            <pc:docMk/>
            <pc:sldMk cId="729117134" sldId="476"/>
            <ac:spMk id="20589" creationId="{4B4878CA-E7BA-EE81-A633-62079B4B1925}"/>
          </ac:spMkLst>
        </pc:spChg>
        <pc:spChg chg="mod">
          <ac:chgData name="Simone Beets" userId="5adb261a4dd6137b" providerId="LiveId" clId="{E07A07D7-04D8-437C-9542-FAFF4F775B6E}" dt="2025-05-05T03:22:11.797" v="6402" actId="1037"/>
          <ac:spMkLst>
            <pc:docMk/>
            <pc:sldMk cId="729117134" sldId="476"/>
            <ac:spMk id="20590" creationId="{49D45D02-F046-028E-82CC-2C472F76F926}"/>
          </ac:spMkLst>
        </pc:spChg>
        <pc:spChg chg="mod">
          <ac:chgData name="Simone Beets" userId="5adb261a4dd6137b" providerId="LiveId" clId="{E07A07D7-04D8-437C-9542-FAFF4F775B6E}" dt="2025-05-05T03:22:03.170" v="6391" actId="1076"/>
          <ac:spMkLst>
            <pc:docMk/>
            <pc:sldMk cId="729117134" sldId="476"/>
            <ac:spMk id="20594" creationId="{E692034E-95C1-4F3A-1E1F-B8DD6C9240CF}"/>
          </ac:spMkLst>
        </pc:spChg>
        <pc:spChg chg="mod">
          <ac:chgData name="Simone Beets" userId="5adb261a4dd6137b" providerId="LiveId" clId="{E07A07D7-04D8-437C-9542-FAFF4F775B6E}" dt="2025-05-05T03:21:02.068" v="6382" actId="14100"/>
          <ac:spMkLst>
            <pc:docMk/>
            <pc:sldMk cId="729117134" sldId="476"/>
            <ac:spMk id="20595" creationId="{F0342076-4E23-9491-E50F-6D1360F1D080}"/>
          </ac:spMkLst>
        </pc:spChg>
        <pc:spChg chg="mod">
          <ac:chgData name="Simone Beets" userId="5adb261a4dd6137b" providerId="LiveId" clId="{E07A07D7-04D8-437C-9542-FAFF4F775B6E}" dt="2025-05-05T03:29:03.994" v="6499" actId="1076"/>
          <ac:spMkLst>
            <pc:docMk/>
            <pc:sldMk cId="729117134" sldId="476"/>
            <ac:spMk id="20598" creationId="{4CD91512-4CAD-E877-E0B4-CC8DD8179461}"/>
          </ac:spMkLst>
        </pc:spChg>
        <pc:spChg chg="mod">
          <ac:chgData name="Simone Beets" userId="5adb261a4dd6137b" providerId="LiveId" clId="{E07A07D7-04D8-437C-9542-FAFF4F775B6E}" dt="2025-05-05T03:21:13.685" v="6384" actId="1076"/>
          <ac:spMkLst>
            <pc:docMk/>
            <pc:sldMk cId="729117134" sldId="476"/>
            <ac:spMk id="20599" creationId="{CFCDCCA3-CF82-643C-31E0-97CE85080B64}"/>
          </ac:spMkLst>
        </pc:spChg>
        <pc:spChg chg="mod">
          <ac:chgData name="Simone Beets" userId="5adb261a4dd6137b" providerId="LiveId" clId="{E07A07D7-04D8-437C-9542-FAFF4F775B6E}" dt="2025-05-05T03:21:16.251" v="6385" actId="1076"/>
          <ac:spMkLst>
            <pc:docMk/>
            <pc:sldMk cId="729117134" sldId="476"/>
            <ac:spMk id="20601" creationId="{6D3D070A-46E1-6F9D-6BB2-63DFCE0EEB96}"/>
          </ac:spMkLst>
        </pc:spChg>
        <pc:spChg chg="add mod">
          <ac:chgData name="Simone Beets" userId="5adb261a4dd6137b" providerId="LiveId" clId="{E07A07D7-04D8-437C-9542-FAFF4F775B6E}" dt="2025-05-05T03:20:06.164" v="6302" actId="1035"/>
          <ac:spMkLst>
            <pc:docMk/>
            <pc:sldMk cId="729117134" sldId="476"/>
            <ac:spMk id="20602" creationId="{55684E1C-2268-D7B8-EB77-2FDB5D0E0B1B}"/>
          </ac:spMkLst>
        </pc:spChg>
        <pc:spChg chg="mod">
          <ac:chgData name="Simone Beets" userId="5adb261a4dd6137b" providerId="LiveId" clId="{E07A07D7-04D8-437C-9542-FAFF4F775B6E}" dt="2025-05-05T03:14:02.998" v="5891" actId="1038"/>
          <ac:spMkLst>
            <pc:docMk/>
            <pc:sldMk cId="729117134" sldId="476"/>
            <ac:spMk id="20605" creationId="{4707AB64-A48F-BD2D-0205-BA461E8E5468}"/>
          </ac:spMkLst>
        </pc:spChg>
        <pc:spChg chg="mod">
          <ac:chgData name="Simone Beets" userId="5adb261a4dd6137b" providerId="LiveId" clId="{E07A07D7-04D8-437C-9542-FAFF4F775B6E}" dt="2025-05-05T03:27:54.109" v="6490" actId="207"/>
          <ac:spMkLst>
            <pc:docMk/>
            <pc:sldMk cId="729117134" sldId="476"/>
            <ac:spMk id="20607" creationId="{72CE7627-41F5-642C-E916-7B13ED780784}"/>
          </ac:spMkLst>
        </pc:spChg>
        <pc:spChg chg="mod">
          <ac:chgData name="Simone Beets" userId="5adb261a4dd6137b" providerId="LiveId" clId="{E07A07D7-04D8-437C-9542-FAFF4F775B6E}" dt="2025-05-05T03:27:59.537" v="6491" actId="207"/>
          <ac:spMkLst>
            <pc:docMk/>
            <pc:sldMk cId="729117134" sldId="476"/>
            <ac:spMk id="20608" creationId="{42C082A0-03A4-130D-D1A3-9BF95C404937}"/>
          </ac:spMkLst>
        </pc:spChg>
        <pc:spChg chg="mod">
          <ac:chgData name="Simone Beets" userId="5adb261a4dd6137b" providerId="LiveId" clId="{E07A07D7-04D8-437C-9542-FAFF4F775B6E}" dt="2025-05-05T03:19:50.421" v="6270" actId="1076"/>
          <ac:spMkLst>
            <pc:docMk/>
            <pc:sldMk cId="729117134" sldId="476"/>
            <ac:spMk id="20611" creationId="{0EC6AFE0-099D-60FF-78D3-283DBEC8781A}"/>
          </ac:spMkLst>
        </pc:spChg>
        <pc:spChg chg="add mod ord">
          <ac:chgData name="Simone Beets" userId="5adb261a4dd6137b" providerId="LiveId" clId="{E07A07D7-04D8-437C-9542-FAFF4F775B6E}" dt="2025-05-05T04:03:41.800" v="7779" actId="164"/>
          <ac:spMkLst>
            <pc:docMk/>
            <pc:sldMk cId="729117134" sldId="476"/>
            <ac:spMk id="20617" creationId="{C8EA680B-FBD4-6715-ECD6-F5B879DC4A4F}"/>
          </ac:spMkLst>
        </pc:spChg>
        <pc:grpChg chg="mod">
          <ac:chgData name="Simone Beets" userId="5adb261a4dd6137b" providerId="LiveId" clId="{E07A07D7-04D8-437C-9542-FAFF4F775B6E}" dt="2025-05-05T03:14:47.487" v="5944" actId="1076"/>
          <ac:grpSpMkLst>
            <pc:docMk/>
            <pc:sldMk cId="729117134" sldId="476"/>
            <ac:grpSpMk id="20553" creationId="{018A7B1B-EF85-C81C-65E1-BF23AD2F678A}"/>
          </ac:grpSpMkLst>
        </pc:grpChg>
        <pc:grpChg chg="mod">
          <ac:chgData name="Simone Beets" userId="5adb261a4dd6137b" providerId="LiveId" clId="{E07A07D7-04D8-437C-9542-FAFF4F775B6E}" dt="2025-05-05T03:14:20.110" v="5901" actId="1035"/>
          <ac:grpSpMkLst>
            <pc:docMk/>
            <pc:sldMk cId="729117134" sldId="476"/>
            <ac:grpSpMk id="20558" creationId="{7404CCB6-202E-A07C-3DC3-ECA0212B0BBC}"/>
          </ac:grpSpMkLst>
        </pc:grpChg>
        <pc:grpChg chg="mod">
          <ac:chgData name="Simone Beets" userId="5adb261a4dd6137b" providerId="LiveId" clId="{E07A07D7-04D8-437C-9542-FAFF4F775B6E}" dt="2025-05-05T03:23:18.751" v="6421" actId="207"/>
          <ac:grpSpMkLst>
            <pc:docMk/>
            <pc:sldMk cId="729117134" sldId="476"/>
            <ac:grpSpMk id="20564" creationId="{154176CA-8486-F568-0651-0DC94CAB76A6}"/>
          </ac:grpSpMkLst>
        </pc:grpChg>
        <pc:grpChg chg="mod">
          <ac:chgData name="Simone Beets" userId="5adb261a4dd6137b" providerId="LiveId" clId="{E07A07D7-04D8-437C-9542-FAFF4F775B6E}" dt="2025-05-05T03:23:18.751" v="6421" actId="207"/>
          <ac:grpSpMkLst>
            <pc:docMk/>
            <pc:sldMk cId="729117134" sldId="476"/>
            <ac:grpSpMk id="20567" creationId="{0485B045-505D-FFFD-AA77-6918168EF73A}"/>
          </ac:grpSpMkLst>
        </pc:grpChg>
        <pc:grpChg chg="mod">
          <ac:chgData name="Simone Beets" userId="5adb261a4dd6137b" providerId="LiveId" clId="{E07A07D7-04D8-437C-9542-FAFF4F775B6E}" dt="2025-05-05T03:23:18.751" v="6421" actId="207"/>
          <ac:grpSpMkLst>
            <pc:docMk/>
            <pc:sldMk cId="729117134" sldId="476"/>
            <ac:grpSpMk id="20570" creationId="{2F59AFCB-D013-6AD7-6704-79F6E4A2626A}"/>
          </ac:grpSpMkLst>
        </pc:grpChg>
        <pc:grpChg chg="mod">
          <ac:chgData name="Simone Beets" userId="5adb261a4dd6137b" providerId="LiveId" clId="{E07A07D7-04D8-437C-9542-FAFF4F775B6E}" dt="2025-05-05T03:18:49.804" v="6242" actId="1038"/>
          <ac:grpSpMkLst>
            <pc:docMk/>
            <pc:sldMk cId="729117134" sldId="476"/>
            <ac:grpSpMk id="20573" creationId="{9B29DF68-B9E8-DAB9-0FDB-9ADB39734086}"/>
          </ac:grpSpMkLst>
        </pc:grpChg>
        <pc:grpChg chg="mod">
          <ac:chgData name="Simone Beets" userId="5adb261a4dd6137b" providerId="LiveId" clId="{E07A07D7-04D8-437C-9542-FAFF4F775B6E}" dt="2025-05-05T03:16:43.118" v="6111" actId="1036"/>
          <ac:grpSpMkLst>
            <pc:docMk/>
            <pc:sldMk cId="729117134" sldId="476"/>
            <ac:grpSpMk id="20580" creationId="{B80A3182-11D6-F03F-B4A5-A70BD711BF25}"/>
          </ac:grpSpMkLst>
        </pc:grpChg>
        <pc:grpChg chg="mod">
          <ac:chgData name="Simone Beets" userId="5adb261a4dd6137b" providerId="LiveId" clId="{E07A07D7-04D8-437C-9542-FAFF4F775B6E}" dt="2025-05-05T03:14:20.110" v="5901" actId="1035"/>
          <ac:grpSpMkLst>
            <pc:docMk/>
            <pc:sldMk cId="729117134" sldId="476"/>
            <ac:grpSpMk id="20583" creationId="{BA3C9496-926A-B3DD-7FFE-5FCC5CF251C2}"/>
          </ac:grpSpMkLst>
        </pc:grpChg>
        <pc:grpChg chg="mod">
          <ac:chgData name="Simone Beets" userId="5adb261a4dd6137b" providerId="LiveId" clId="{E07A07D7-04D8-437C-9542-FAFF4F775B6E}" dt="2025-05-05T03:21:25.948" v="6386" actId="14100"/>
          <ac:grpSpMkLst>
            <pc:docMk/>
            <pc:sldMk cId="729117134" sldId="476"/>
            <ac:grpSpMk id="20586" creationId="{BE164BA9-D730-530C-4FD5-C484B43D8C42}"/>
          </ac:grpSpMkLst>
        </pc:grpChg>
        <pc:grpChg chg="mod">
          <ac:chgData name="Simone Beets" userId="5adb261a4dd6137b" providerId="LiveId" clId="{E07A07D7-04D8-437C-9542-FAFF4F775B6E}" dt="2025-05-05T03:13:51.880" v="5885" actId="14100"/>
          <ac:grpSpMkLst>
            <pc:docMk/>
            <pc:sldMk cId="729117134" sldId="476"/>
            <ac:grpSpMk id="20603" creationId="{607CAD52-54C8-79B2-6245-4CA5887516D8}"/>
          </ac:grpSpMkLst>
        </pc:grpChg>
        <pc:grpChg chg="mod">
          <ac:chgData name="Simone Beets" userId="5adb261a4dd6137b" providerId="LiveId" clId="{E07A07D7-04D8-437C-9542-FAFF4F775B6E}" dt="2025-05-05T03:27:54.109" v="6490" actId="207"/>
          <ac:grpSpMkLst>
            <pc:docMk/>
            <pc:sldMk cId="729117134" sldId="476"/>
            <ac:grpSpMk id="20606" creationId="{16924F23-5D03-3526-6174-CECD312AFD65}"/>
          </ac:grpSpMkLst>
        </pc:grpChg>
        <pc:grpChg chg="mod">
          <ac:chgData name="Simone Beets" userId="5adb261a4dd6137b" providerId="LiveId" clId="{E07A07D7-04D8-437C-9542-FAFF4F775B6E}" dt="2025-05-05T03:17:46.172" v="6171" actId="14100"/>
          <ac:grpSpMkLst>
            <pc:docMk/>
            <pc:sldMk cId="729117134" sldId="476"/>
            <ac:grpSpMk id="20609" creationId="{1DCB7F18-5172-CEBF-9D91-E36A11805400}"/>
          </ac:grpSpMkLst>
        </pc:grpChg>
        <pc:grpChg chg="add mod">
          <ac:chgData name="Simone Beets" userId="5adb261a4dd6137b" providerId="LiveId" clId="{E07A07D7-04D8-437C-9542-FAFF4F775B6E}" dt="2025-05-05T04:03:41.800" v="7779" actId="164"/>
          <ac:grpSpMkLst>
            <pc:docMk/>
            <pc:sldMk cId="729117134" sldId="476"/>
            <ac:grpSpMk id="20619" creationId="{4F1894CC-B085-3996-50E9-0A475A222C0A}"/>
          </ac:grpSpMkLst>
        </pc:grpChg>
        <pc:grpChg chg="add mod">
          <ac:chgData name="Simone Beets" userId="5adb261a4dd6137b" providerId="LiveId" clId="{E07A07D7-04D8-437C-9542-FAFF4F775B6E}" dt="2025-05-05T04:03:47.167" v="7780" actId="164"/>
          <ac:grpSpMkLst>
            <pc:docMk/>
            <pc:sldMk cId="729117134" sldId="476"/>
            <ac:grpSpMk id="20620" creationId="{AF17AD8D-A84D-A616-D0DA-1D087AE9FC5F}"/>
          </ac:grpSpMkLst>
        </pc:grpChg>
        <pc:picChg chg="mod">
          <ac:chgData name="Simone Beets" userId="5adb261a4dd6137b" providerId="LiveId" clId="{E07A07D7-04D8-437C-9542-FAFF4F775B6E}" dt="2025-05-05T03:16:13.141" v="6086" actId="1037"/>
          <ac:picMkLst>
            <pc:docMk/>
            <pc:sldMk cId="729117134" sldId="476"/>
            <ac:picMk id="20552" creationId="{D298AF1F-DF56-1B04-2214-4ECF513A8340}"/>
          </ac:picMkLst>
        </pc:picChg>
        <pc:cxnChg chg="mod">
          <ac:chgData name="Simone Beets" userId="5adb261a4dd6137b" providerId="LiveId" clId="{E07A07D7-04D8-437C-9542-FAFF4F775B6E}" dt="2025-05-05T03:18:59.890" v="6244" actId="14100"/>
          <ac:cxnSpMkLst>
            <pc:docMk/>
            <pc:sldMk cId="729117134" sldId="476"/>
            <ac:cxnSpMk id="20574" creationId="{EB8C0D2B-1F9F-A7A1-9E0B-BC726E13D54C}"/>
          </ac:cxnSpMkLst>
        </pc:cxnChg>
        <pc:cxnChg chg="mod">
          <ac:chgData name="Simone Beets" userId="5adb261a4dd6137b" providerId="LiveId" clId="{E07A07D7-04D8-437C-9542-FAFF4F775B6E}" dt="2025-05-05T03:19:07.695" v="6245" actId="14100"/>
          <ac:cxnSpMkLst>
            <pc:docMk/>
            <pc:sldMk cId="729117134" sldId="476"/>
            <ac:cxnSpMk id="20575" creationId="{0E6F65B1-49EA-2F37-69C8-FB13B5811FDD}"/>
          </ac:cxnSpMkLst>
        </pc:cxnChg>
        <pc:cxnChg chg="mod">
          <ac:chgData name="Simone Beets" userId="5adb261a4dd6137b" providerId="LiveId" clId="{E07A07D7-04D8-437C-9542-FAFF4F775B6E}" dt="2025-05-05T03:18:09.482" v="6180" actId="14100"/>
          <ac:cxnSpMkLst>
            <pc:docMk/>
            <pc:sldMk cId="729117134" sldId="476"/>
            <ac:cxnSpMk id="20581" creationId="{4D98E53A-3021-4550-577D-4DB50E7302B5}"/>
          </ac:cxnSpMkLst>
        </pc:cxnChg>
        <pc:cxnChg chg="mod">
          <ac:chgData name="Simone Beets" userId="5adb261a4dd6137b" providerId="LiveId" clId="{E07A07D7-04D8-437C-9542-FAFF4F775B6E}" dt="2025-05-05T03:16:22.950" v="6091" actId="14100"/>
          <ac:cxnSpMkLst>
            <pc:docMk/>
            <pc:sldMk cId="729117134" sldId="476"/>
            <ac:cxnSpMk id="20592" creationId="{9195AE63-D821-ED37-175F-D7C473C1F2EB}"/>
          </ac:cxnSpMkLst>
        </pc:cxnChg>
        <pc:cxnChg chg="mod">
          <ac:chgData name="Simone Beets" userId="5adb261a4dd6137b" providerId="LiveId" clId="{E07A07D7-04D8-437C-9542-FAFF4F775B6E}" dt="2025-05-05T03:28:46.174" v="6498" actId="14100"/>
          <ac:cxnSpMkLst>
            <pc:docMk/>
            <pc:sldMk cId="729117134" sldId="476"/>
            <ac:cxnSpMk id="20593" creationId="{CABF74C0-E0E7-884A-760B-40A923BCCCE3}"/>
          </ac:cxnSpMkLst>
        </pc:cxnChg>
        <pc:cxnChg chg="mod">
          <ac:chgData name="Simone Beets" userId="5adb261a4dd6137b" providerId="LiveId" clId="{E07A07D7-04D8-437C-9542-FAFF4F775B6E}" dt="2025-05-05T03:20:42.158" v="6379" actId="1037"/>
          <ac:cxnSpMkLst>
            <pc:docMk/>
            <pc:sldMk cId="729117134" sldId="476"/>
            <ac:cxnSpMk id="20596" creationId="{C7D8E886-32AC-BFD9-0542-B7626CE58659}"/>
          </ac:cxnSpMkLst>
        </pc:cxnChg>
        <pc:cxnChg chg="mod">
          <ac:chgData name="Simone Beets" userId="5adb261a4dd6137b" providerId="LiveId" clId="{E07A07D7-04D8-437C-9542-FAFF4F775B6E}" dt="2025-05-05T03:21:48.424" v="6390" actId="14100"/>
          <ac:cxnSpMkLst>
            <pc:docMk/>
            <pc:sldMk cId="729117134" sldId="476"/>
            <ac:cxnSpMk id="20597" creationId="{787F29E8-E553-97B6-DEAF-454B141C75F6}"/>
          </ac:cxnSpMkLst>
        </pc:cxnChg>
        <pc:cxnChg chg="mod">
          <ac:chgData name="Simone Beets" userId="5adb261a4dd6137b" providerId="LiveId" clId="{E07A07D7-04D8-437C-9542-FAFF4F775B6E}" dt="2025-05-05T03:20:22.541" v="6333" actId="14100"/>
          <ac:cxnSpMkLst>
            <pc:docMk/>
            <pc:sldMk cId="729117134" sldId="476"/>
            <ac:cxnSpMk id="20600" creationId="{D8C56C80-0DD9-842D-1E51-E09B28050370}"/>
          </ac:cxnSpMkLst>
        </pc:cxnChg>
      </pc:sldChg>
      <pc:sldChg chg="addSp delSp modSp add mod ord delAnim modAnim modNotesTx">
        <pc:chgData name="Simone Beets" userId="5adb261a4dd6137b" providerId="LiveId" clId="{E07A07D7-04D8-437C-9542-FAFF4F775B6E}" dt="2025-05-05T04:17:35.566" v="7864" actId="6549"/>
        <pc:sldMkLst>
          <pc:docMk/>
          <pc:sldMk cId="3899279044" sldId="477"/>
        </pc:sldMkLst>
        <pc:spChg chg="mod">
          <ac:chgData name="Simone Beets" userId="5adb261a4dd6137b" providerId="LiveId" clId="{E07A07D7-04D8-437C-9542-FAFF4F775B6E}" dt="2025-05-05T03:48:59.512" v="7461" actId="207"/>
          <ac:spMkLst>
            <pc:docMk/>
            <pc:sldMk cId="3899279044" sldId="477"/>
            <ac:spMk id="5" creationId="{8CD97D1F-D7D2-AA26-8AC9-13F5E2FE2E6C}"/>
          </ac:spMkLst>
        </pc:spChg>
        <pc:spChg chg="mod">
          <ac:chgData name="Simone Beets" userId="5adb261a4dd6137b" providerId="LiveId" clId="{E07A07D7-04D8-437C-9542-FAFF4F775B6E}" dt="2025-05-05T03:47:03.822" v="7400" actId="13822"/>
          <ac:spMkLst>
            <pc:docMk/>
            <pc:sldMk cId="3899279044" sldId="477"/>
            <ac:spMk id="6" creationId="{838AC43A-7777-AD35-BA32-37C34F9A8302}"/>
          </ac:spMkLst>
        </pc:spChg>
        <pc:spChg chg="mod">
          <ac:chgData name="Simone Beets" userId="5adb261a4dd6137b" providerId="LiveId" clId="{E07A07D7-04D8-437C-9542-FAFF4F775B6E}" dt="2025-05-05T03:46:22.575" v="7343"/>
          <ac:spMkLst>
            <pc:docMk/>
            <pc:sldMk cId="3899279044" sldId="477"/>
            <ac:spMk id="14" creationId="{39331D93-2BF1-99D4-E036-3D558E6B9C78}"/>
          </ac:spMkLst>
        </pc:spChg>
        <pc:spChg chg="mod">
          <ac:chgData name="Simone Beets" userId="5adb261a4dd6137b" providerId="LiveId" clId="{E07A07D7-04D8-437C-9542-FAFF4F775B6E}" dt="2025-05-05T03:47:48.507" v="7416" actId="1037"/>
          <ac:spMkLst>
            <pc:docMk/>
            <pc:sldMk cId="3899279044" sldId="477"/>
            <ac:spMk id="16" creationId="{BD2A1967-F850-EADD-C019-801003EE1114}"/>
          </ac:spMkLst>
        </pc:spChg>
        <pc:spChg chg="mod">
          <ac:chgData name="Simone Beets" userId="5adb261a4dd6137b" providerId="LiveId" clId="{E07A07D7-04D8-437C-9542-FAFF4F775B6E}" dt="2025-05-05T03:46:22.575" v="7343"/>
          <ac:spMkLst>
            <pc:docMk/>
            <pc:sldMk cId="3899279044" sldId="477"/>
            <ac:spMk id="19" creationId="{74544FC7-8316-02BF-82CE-A3C09C3D1C8D}"/>
          </ac:spMkLst>
        </pc:spChg>
        <pc:spChg chg="mod">
          <ac:chgData name="Simone Beets" userId="5adb261a4dd6137b" providerId="LiveId" clId="{E07A07D7-04D8-437C-9542-FAFF4F775B6E}" dt="2025-05-05T03:46:22.575" v="7343"/>
          <ac:spMkLst>
            <pc:docMk/>
            <pc:sldMk cId="3899279044" sldId="477"/>
            <ac:spMk id="20" creationId="{08E8B0A8-721B-6ABB-ACEA-8C8703DE39DC}"/>
          </ac:spMkLst>
        </pc:spChg>
        <pc:spChg chg="add mod">
          <ac:chgData name="Simone Beets" userId="5adb261a4dd6137b" providerId="LiveId" clId="{E07A07D7-04D8-437C-9542-FAFF4F775B6E}" dt="2025-05-05T03:46:34.141" v="7351" actId="1037"/>
          <ac:spMkLst>
            <pc:docMk/>
            <pc:sldMk cId="3899279044" sldId="477"/>
            <ac:spMk id="24" creationId="{5B92572D-D80F-D5BF-F769-7D527FB6A4E1}"/>
          </ac:spMkLst>
        </pc:spChg>
        <pc:spChg chg="add mod">
          <ac:chgData name="Simone Beets" userId="5adb261a4dd6137b" providerId="LiveId" clId="{E07A07D7-04D8-437C-9542-FAFF4F775B6E}" dt="2025-05-05T03:46:34.141" v="7351" actId="1037"/>
          <ac:spMkLst>
            <pc:docMk/>
            <pc:sldMk cId="3899279044" sldId="477"/>
            <ac:spMk id="25" creationId="{B55EC186-9CD8-DE7E-4C6D-577F89543F18}"/>
          </ac:spMkLst>
        </pc:spChg>
        <pc:spChg chg="add mod">
          <ac:chgData name="Simone Beets" userId="5adb261a4dd6137b" providerId="LiveId" clId="{E07A07D7-04D8-437C-9542-FAFF4F775B6E}" dt="2025-05-05T03:47:16.509" v="7402" actId="207"/>
          <ac:spMkLst>
            <pc:docMk/>
            <pc:sldMk cId="3899279044" sldId="477"/>
            <ac:spMk id="26" creationId="{78CAF87A-5671-3F66-A13F-537BAFF3E108}"/>
          </ac:spMkLst>
        </pc:spChg>
        <pc:spChg chg="add mod">
          <ac:chgData name="Simone Beets" userId="5adb261a4dd6137b" providerId="LiveId" clId="{E07A07D7-04D8-437C-9542-FAFF4F775B6E}" dt="2025-05-05T03:47:11.872" v="7401" actId="207"/>
          <ac:spMkLst>
            <pc:docMk/>
            <pc:sldMk cId="3899279044" sldId="477"/>
            <ac:spMk id="27" creationId="{B3D8E60B-8C80-0738-66E3-A49843DC2BC5}"/>
          </ac:spMkLst>
        </pc:spChg>
        <pc:spChg chg="mod">
          <ac:chgData name="Simone Beets" userId="5adb261a4dd6137b" providerId="LiveId" clId="{E07A07D7-04D8-437C-9542-FAFF4F775B6E}" dt="2025-05-05T03:44:48.181" v="7043" actId="20577"/>
          <ac:spMkLst>
            <pc:docMk/>
            <pc:sldMk cId="3899279044" sldId="477"/>
            <ac:spMk id="20482" creationId="{4E1E4E6E-A9E9-8C0F-75E0-FFCC7232B288}"/>
          </ac:spMkLst>
        </pc:spChg>
        <pc:spChg chg="mod">
          <ac:chgData name="Simone Beets" userId="5adb261a4dd6137b" providerId="LiveId" clId="{E07A07D7-04D8-437C-9542-FAFF4F775B6E}" dt="2025-05-05T04:11:02.721" v="7856" actId="114"/>
          <ac:spMkLst>
            <pc:docMk/>
            <pc:sldMk cId="3899279044" sldId="477"/>
            <ac:spMk id="20483" creationId="{405F9D01-E4F1-151A-EFBD-A5D77B64D5AF}"/>
          </ac:spMkLst>
        </pc:spChg>
        <pc:grpChg chg="mod">
          <ac:chgData name="Simone Beets" userId="5adb261a4dd6137b" providerId="LiveId" clId="{E07A07D7-04D8-437C-9542-FAFF4F775B6E}" dt="2025-05-05T03:46:34.141" v="7351" actId="1037"/>
          <ac:grpSpMkLst>
            <pc:docMk/>
            <pc:sldMk cId="3899279044" sldId="477"/>
            <ac:grpSpMk id="4" creationId="{B3971A97-0613-3626-B42E-C7AC5DB9C285}"/>
          </ac:grpSpMkLst>
        </pc:grpChg>
        <pc:grpChg chg="mod">
          <ac:chgData name="Simone Beets" userId="5adb261a4dd6137b" providerId="LiveId" clId="{E07A07D7-04D8-437C-9542-FAFF4F775B6E}" dt="2025-05-05T03:46:34.141" v="7351" actId="1037"/>
          <ac:grpSpMkLst>
            <pc:docMk/>
            <pc:sldMk cId="3899279044" sldId="477"/>
            <ac:grpSpMk id="21" creationId="{9FAA1A2D-C4BC-C6DC-C5D6-5F424604945D}"/>
          </ac:grpSpMkLst>
        </pc:grpChg>
        <pc:picChg chg="mod">
          <ac:chgData name="Simone Beets" userId="5adb261a4dd6137b" providerId="LiveId" clId="{E07A07D7-04D8-437C-9542-FAFF4F775B6E}" dt="2025-05-05T03:46:53.287" v="7398" actId="1037"/>
          <ac:picMkLst>
            <pc:docMk/>
            <pc:sldMk cId="3899279044" sldId="477"/>
            <ac:picMk id="15" creationId="{5DCE46F2-78A2-8BAB-E48D-5CE10DC5E175}"/>
          </ac:picMkLst>
        </pc:picChg>
        <pc:cxnChg chg="mod">
          <ac:chgData name="Simone Beets" userId="5adb261a4dd6137b" providerId="LiveId" clId="{E07A07D7-04D8-437C-9542-FAFF4F775B6E}" dt="2025-05-05T03:46:57.676" v="7399" actId="1038"/>
          <ac:cxnSpMkLst>
            <pc:docMk/>
            <pc:sldMk cId="3899279044" sldId="477"/>
            <ac:cxnSpMk id="9" creationId="{8A67E56F-58F3-5856-9640-A183D9039F34}"/>
          </ac:cxnSpMkLst>
        </pc:cxnChg>
      </pc:sldChg>
      <pc:sldChg chg="delSp modSp add modAnim modNotesTx">
        <pc:chgData name="Simone Beets" userId="5adb261a4dd6137b" providerId="LiveId" clId="{E07A07D7-04D8-437C-9542-FAFF4F775B6E}" dt="2025-05-05T04:17:44.111" v="7867" actId="6549"/>
        <pc:sldMkLst>
          <pc:docMk/>
          <pc:sldMk cId="851870427" sldId="478"/>
        </pc:sldMkLst>
        <pc:spChg chg="mod">
          <ac:chgData name="Simone Beets" userId="5adb261a4dd6137b" providerId="LiveId" clId="{E07A07D7-04D8-437C-9542-FAFF4F775B6E}" dt="2025-05-05T03:54:15.517" v="7642"/>
          <ac:spMkLst>
            <pc:docMk/>
            <pc:sldMk cId="851870427" sldId="478"/>
            <ac:spMk id="20483" creationId="{A331294B-BF8A-9C7F-05E6-37B40F88C135}"/>
          </ac:spMkLst>
        </pc:spChg>
      </pc:sldChg>
      <pc:sldChg chg="addSp delSp modSp add mod modNotesTx">
        <pc:chgData name="Simone Beets" userId="5adb261a4dd6137b" providerId="LiveId" clId="{E07A07D7-04D8-437C-9542-FAFF4F775B6E}" dt="2025-05-05T07:17:05.336" v="9214" actId="5793"/>
        <pc:sldMkLst>
          <pc:docMk/>
          <pc:sldMk cId="1869374830" sldId="479"/>
        </pc:sldMkLst>
        <pc:spChg chg="add mod">
          <ac:chgData name="Simone Beets" userId="5adb261a4dd6137b" providerId="LiveId" clId="{E07A07D7-04D8-437C-9542-FAFF4F775B6E}" dt="2025-05-05T07:13:59.142" v="8283" actId="313"/>
          <ac:spMkLst>
            <pc:docMk/>
            <pc:sldMk cId="1869374830" sldId="479"/>
            <ac:spMk id="5" creationId="{9A41EF56-4E17-87A7-61D4-9F9653A74CF8}"/>
          </ac:spMkLst>
        </pc:spChg>
        <pc:picChg chg="add mod">
          <ac:chgData name="Simone Beets" userId="5adb261a4dd6137b" providerId="LiveId" clId="{E07A07D7-04D8-437C-9542-FAFF4F775B6E}" dt="2025-05-05T07:13:37.174" v="8250" actId="1076"/>
          <ac:picMkLst>
            <pc:docMk/>
            <pc:sldMk cId="1869374830" sldId="479"/>
            <ac:picMk id="4" creationId="{606E870E-3E4A-A4BB-5DBC-5125A31FA73D}"/>
          </ac:picMkLst>
        </pc:picChg>
      </pc:sldChg>
    </pc:docChg>
  </pc:docChgLst>
  <pc:docChgLst>
    <pc:chgData name="Simone Beets" userId="5adb261a4dd6137b" providerId="LiveId" clId="{8E40C75F-2910-4AF8-AED2-E5C88E90B87F}"/>
    <pc:docChg chg="undo custSel addSld delSld modSld sldOrd">
      <pc:chgData name="Simone Beets" userId="5adb261a4dd6137b" providerId="LiveId" clId="{8E40C75F-2910-4AF8-AED2-E5C88E90B87F}" dt="2025-03-10T07:50:44.542" v="9130" actId="20577"/>
      <pc:docMkLst>
        <pc:docMk/>
      </pc:docMkLst>
      <pc:sldChg chg="addSp delSp modSp mod ord delAnim modAnim modNotesTx">
        <pc:chgData name="Simone Beets" userId="5adb261a4dd6137b" providerId="LiveId" clId="{8E40C75F-2910-4AF8-AED2-E5C88E90B87F}" dt="2025-03-09T17:13:56.735" v="2402" actId="20577"/>
        <pc:sldMkLst>
          <pc:docMk/>
          <pc:sldMk cId="0" sldId="257"/>
        </pc:sldMkLst>
      </pc:sldChg>
      <pc:sldChg chg="modSp mod">
        <pc:chgData name="Simone Beets" userId="5adb261a4dd6137b" providerId="LiveId" clId="{8E40C75F-2910-4AF8-AED2-E5C88E90B87F}" dt="2025-03-09T16:11:02.485" v="37" actId="20577"/>
        <pc:sldMkLst>
          <pc:docMk/>
          <pc:sldMk cId="0" sldId="271"/>
        </pc:sldMkLst>
        <pc:spChg chg="mod">
          <ac:chgData name="Simone Beets" userId="5adb261a4dd6137b" providerId="LiveId" clId="{8E40C75F-2910-4AF8-AED2-E5C88E90B87F}" dt="2025-03-09T16:11:02.485" v="37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">
        <pc:chgData name="Simone Beets" userId="5adb261a4dd6137b" providerId="LiveId" clId="{8E40C75F-2910-4AF8-AED2-E5C88E90B87F}" dt="2025-03-09T19:23:08.922" v="7695" actId="20577"/>
        <pc:sldMkLst>
          <pc:docMk/>
          <pc:sldMk cId="0" sldId="321"/>
        </pc:sldMkLst>
      </pc:sldChg>
      <pc:sldChg chg="modNotesTx">
        <pc:chgData name="Simone Beets" userId="5adb261a4dd6137b" providerId="LiveId" clId="{8E40C75F-2910-4AF8-AED2-E5C88E90B87F}" dt="2025-03-09T16:40:05.977" v="570" actId="6549"/>
        <pc:sldMkLst>
          <pc:docMk/>
          <pc:sldMk cId="465305782" sldId="323"/>
        </pc:sldMkLst>
      </pc:sldChg>
      <pc:sldChg chg="del">
        <pc:chgData name="Simone Beets" userId="5adb261a4dd6137b" providerId="LiveId" clId="{8E40C75F-2910-4AF8-AED2-E5C88E90B87F}" dt="2025-03-09T16:40:31.578" v="571" actId="2696"/>
        <pc:sldMkLst>
          <pc:docMk/>
          <pc:sldMk cId="2369434495" sldId="324"/>
        </pc:sldMkLst>
      </pc:sldChg>
      <pc:sldChg chg="del">
        <pc:chgData name="Simone Beets" userId="5adb261a4dd6137b" providerId="LiveId" clId="{8E40C75F-2910-4AF8-AED2-E5C88E90B87F}" dt="2025-03-09T19:22:21.231" v="7568" actId="47"/>
        <pc:sldMkLst>
          <pc:docMk/>
          <pc:sldMk cId="1526733309" sldId="325"/>
        </pc:sldMkLst>
      </pc:sldChg>
      <pc:sldChg chg="del">
        <pc:chgData name="Simone Beets" userId="5adb261a4dd6137b" providerId="LiveId" clId="{8E40C75F-2910-4AF8-AED2-E5C88E90B87F}" dt="2025-03-09T19:22:15.259" v="7562" actId="47"/>
        <pc:sldMkLst>
          <pc:docMk/>
          <pc:sldMk cId="4035415485" sldId="326"/>
        </pc:sldMkLst>
      </pc:sldChg>
      <pc:sldChg chg="modSp mod modAnim modNotesTx">
        <pc:chgData name="Simone Beets" userId="5adb261a4dd6137b" providerId="LiveId" clId="{8E40C75F-2910-4AF8-AED2-E5C88E90B87F}" dt="2025-03-09T18:54:06.054" v="6596" actId="15"/>
        <pc:sldMkLst>
          <pc:docMk/>
          <pc:sldMk cId="1762635146" sldId="339"/>
        </pc:sldMkLst>
      </pc:sldChg>
      <pc:sldChg chg="addSp delSp modSp mod delAnim modAnim modNotesTx">
        <pc:chgData name="Simone Beets" userId="5adb261a4dd6137b" providerId="LiveId" clId="{8E40C75F-2910-4AF8-AED2-E5C88E90B87F}" dt="2025-03-09T18:52:31.868" v="6462" actId="20577"/>
        <pc:sldMkLst>
          <pc:docMk/>
          <pc:sldMk cId="2049952096" sldId="340"/>
        </pc:sldMkLst>
      </pc:sldChg>
      <pc:sldChg chg="del">
        <pc:chgData name="Simone Beets" userId="5adb261a4dd6137b" providerId="LiveId" clId="{8E40C75F-2910-4AF8-AED2-E5C88E90B87F}" dt="2025-03-09T19:22:14.279" v="7561" actId="47"/>
        <pc:sldMkLst>
          <pc:docMk/>
          <pc:sldMk cId="2150004531" sldId="341"/>
        </pc:sldMkLst>
      </pc:sldChg>
      <pc:sldChg chg="del">
        <pc:chgData name="Simone Beets" userId="5adb261a4dd6137b" providerId="LiveId" clId="{8E40C75F-2910-4AF8-AED2-E5C88E90B87F}" dt="2025-03-09T19:22:12.992" v="7560" actId="47"/>
        <pc:sldMkLst>
          <pc:docMk/>
          <pc:sldMk cId="4071039046" sldId="343"/>
        </pc:sldMkLst>
      </pc:sldChg>
      <pc:sldChg chg="del">
        <pc:chgData name="Simone Beets" userId="5adb261a4dd6137b" providerId="LiveId" clId="{8E40C75F-2910-4AF8-AED2-E5C88E90B87F}" dt="2025-03-09T19:22:16.417" v="7563" actId="47"/>
        <pc:sldMkLst>
          <pc:docMk/>
          <pc:sldMk cId="2320920587" sldId="345"/>
        </pc:sldMkLst>
      </pc:sldChg>
      <pc:sldChg chg="addSp modSp mod ord modAnim">
        <pc:chgData name="Simone Beets" userId="5adb261a4dd6137b" providerId="LiveId" clId="{8E40C75F-2910-4AF8-AED2-E5C88E90B87F}" dt="2025-03-09T18:55:27.924" v="6717" actId="1076"/>
        <pc:sldMkLst>
          <pc:docMk/>
          <pc:sldMk cId="4249415124" sldId="346"/>
        </pc:sldMkLst>
      </pc:sldChg>
      <pc:sldChg chg="addSp modSp mod ord modAnim">
        <pc:chgData name="Simone Beets" userId="5adb261a4dd6137b" providerId="LiveId" clId="{8E40C75F-2910-4AF8-AED2-E5C88E90B87F}" dt="2025-03-09T18:58:28.264" v="6956"/>
        <pc:sldMkLst>
          <pc:docMk/>
          <pc:sldMk cId="4247069512" sldId="348"/>
        </pc:sldMkLst>
      </pc:sldChg>
      <pc:sldChg chg="del">
        <pc:chgData name="Simone Beets" userId="5adb261a4dd6137b" providerId="LiveId" clId="{8E40C75F-2910-4AF8-AED2-E5C88E90B87F}" dt="2025-03-09T19:22:17.663" v="7564" actId="47"/>
        <pc:sldMkLst>
          <pc:docMk/>
          <pc:sldMk cId="2920933396" sldId="349"/>
        </pc:sldMkLst>
      </pc:sldChg>
      <pc:sldChg chg="del">
        <pc:chgData name="Simone Beets" userId="5adb261a4dd6137b" providerId="LiveId" clId="{8E40C75F-2910-4AF8-AED2-E5C88E90B87F}" dt="2025-03-09T19:22:18.616" v="7565" actId="47"/>
        <pc:sldMkLst>
          <pc:docMk/>
          <pc:sldMk cId="4172721415" sldId="350"/>
        </pc:sldMkLst>
      </pc:sldChg>
      <pc:sldChg chg="del">
        <pc:chgData name="Simone Beets" userId="5adb261a4dd6137b" providerId="LiveId" clId="{8E40C75F-2910-4AF8-AED2-E5C88E90B87F}" dt="2025-03-09T19:22:19.450" v="7566" actId="47"/>
        <pc:sldMkLst>
          <pc:docMk/>
          <pc:sldMk cId="3808169131" sldId="351"/>
        </pc:sldMkLst>
      </pc:sldChg>
      <pc:sldChg chg="del">
        <pc:chgData name="Simone Beets" userId="5adb261a4dd6137b" providerId="LiveId" clId="{8E40C75F-2910-4AF8-AED2-E5C88E90B87F}" dt="2025-03-09T19:22:20.328" v="7567" actId="47"/>
        <pc:sldMkLst>
          <pc:docMk/>
          <pc:sldMk cId="583071382" sldId="352"/>
        </pc:sldMkLst>
      </pc:sldChg>
      <pc:sldChg chg="del">
        <pc:chgData name="Simone Beets" userId="5adb261a4dd6137b" providerId="LiveId" clId="{8E40C75F-2910-4AF8-AED2-E5C88E90B87F}" dt="2025-03-09T19:22:22.314" v="7569" actId="47"/>
        <pc:sldMkLst>
          <pc:docMk/>
          <pc:sldMk cId="2567004572" sldId="354"/>
        </pc:sldMkLst>
      </pc:sldChg>
      <pc:sldChg chg="del">
        <pc:chgData name="Simone Beets" userId="5adb261a4dd6137b" providerId="LiveId" clId="{8E40C75F-2910-4AF8-AED2-E5C88E90B87F}" dt="2025-03-09T19:22:25.312" v="7572" actId="47"/>
        <pc:sldMkLst>
          <pc:docMk/>
          <pc:sldMk cId="1094026494" sldId="355"/>
        </pc:sldMkLst>
      </pc:sldChg>
      <pc:sldChg chg="del">
        <pc:chgData name="Simone Beets" userId="5adb261a4dd6137b" providerId="LiveId" clId="{8E40C75F-2910-4AF8-AED2-E5C88E90B87F}" dt="2025-03-09T19:22:24.350" v="7571" actId="47"/>
        <pc:sldMkLst>
          <pc:docMk/>
          <pc:sldMk cId="3907085252" sldId="357"/>
        </pc:sldMkLst>
      </pc:sldChg>
      <pc:sldChg chg="del">
        <pc:chgData name="Simone Beets" userId="5adb261a4dd6137b" providerId="LiveId" clId="{8E40C75F-2910-4AF8-AED2-E5C88E90B87F}" dt="2025-03-09T19:22:26.417" v="7573" actId="47"/>
        <pc:sldMkLst>
          <pc:docMk/>
          <pc:sldMk cId="1528914622" sldId="358"/>
        </pc:sldMkLst>
      </pc:sldChg>
      <pc:sldChg chg="del">
        <pc:chgData name="Simone Beets" userId="5adb261a4dd6137b" providerId="LiveId" clId="{8E40C75F-2910-4AF8-AED2-E5C88E90B87F}" dt="2025-03-09T19:22:27.202" v="7574" actId="47"/>
        <pc:sldMkLst>
          <pc:docMk/>
          <pc:sldMk cId="4062962358" sldId="359"/>
        </pc:sldMkLst>
      </pc:sldChg>
      <pc:sldChg chg="del">
        <pc:chgData name="Simone Beets" userId="5adb261a4dd6137b" providerId="LiveId" clId="{8E40C75F-2910-4AF8-AED2-E5C88E90B87F}" dt="2025-03-09T19:22:27.727" v="7575" actId="47"/>
        <pc:sldMkLst>
          <pc:docMk/>
          <pc:sldMk cId="1615067123" sldId="360"/>
        </pc:sldMkLst>
      </pc:sldChg>
      <pc:sldChg chg="del">
        <pc:chgData name="Simone Beets" userId="5adb261a4dd6137b" providerId="LiveId" clId="{8E40C75F-2910-4AF8-AED2-E5C88E90B87F}" dt="2025-03-09T19:22:28.505" v="7576" actId="47"/>
        <pc:sldMkLst>
          <pc:docMk/>
          <pc:sldMk cId="2854956525" sldId="361"/>
        </pc:sldMkLst>
      </pc:sldChg>
      <pc:sldChg chg="del">
        <pc:chgData name="Simone Beets" userId="5adb261a4dd6137b" providerId="LiveId" clId="{8E40C75F-2910-4AF8-AED2-E5C88E90B87F}" dt="2025-03-09T19:22:29.541" v="7577" actId="47"/>
        <pc:sldMkLst>
          <pc:docMk/>
          <pc:sldMk cId="2845008166" sldId="362"/>
        </pc:sldMkLst>
      </pc:sldChg>
      <pc:sldChg chg="del">
        <pc:chgData name="Simone Beets" userId="5adb261a4dd6137b" providerId="LiveId" clId="{8E40C75F-2910-4AF8-AED2-E5C88E90B87F}" dt="2025-03-09T19:22:23.377" v="7570" actId="47"/>
        <pc:sldMkLst>
          <pc:docMk/>
          <pc:sldMk cId="2331509468" sldId="363"/>
        </pc:sldMkLst>
      </pc:sldChg>
      <pc:sldChg chg="addSp modSp add mod ord modClrScheme modAnim chgLayout modNotesTx">
        <pc:chgData name="Simone Beets" userId="5adb261a4dd6137b" providerId="LiveId" clId="{8E40C75F-2910-4AF8-AED2-E5C88E90B87F}" dt="2025-03-09T16:21:18.937" v="413" actId="14100"/>
        <pc:sldMkLst>
          <pc:docMk/>
          <pc:sldMk cId="3867261677" sldId="364"/>
        </pc:sldMkLst>
      </pc:sldChg>
      <pc:sldChg chg="delSp add del mod">
        <pc:chgData name="Simone Beets" userId="5adb261a4dd6137b" providerId="LiveId" clId="{8E40C75F-2910-4AF8-AED2-E5C88E90B87F}" dt="2025-03-09T16:13:00.310" v="40" actId="2696"/>
        <pc:sldMkLst>
          <pc:docMk/>
          <pc:sldMk cId="4193560391" sldId="364"/>
        </pc:sldMkLst>
      </pc:sldChg>
      <pc:sldChg chg="addSp modSp add mod modAnim">
        <pc:chgData name="Simone Beets" userId="5adb261a4dd6137b" providerId="LiveId" clId="{8E40C75F-2910-4AF8-AED2-E5C88E90B87F}" dt="2025-03-09T19:23:47.146" v="7696"/>
        <pc:sldMkLst>
          <pc:docMk/>
          <pc:sldMk cId="745339609" sldId="365"/>
        </pc:sldMkLst>
      </pc:sldChg>
      <pc:sldChg chg="addSp delSp modSp add mod ord modAnim">
        <pc:chgData name="Simone Beets" userId="5adb261a4dd6137b" providerId="LiveId" clId="{8E40C75F-2910-4AF8-AED2-E5C88E90B87F}" dt="2025-03-09T17:40:55.756" v="2637"/>
        <pc:sldMkLst>
          <pc:docMk/>
          <pc:sldMk cId="193908100" sldId="366"/>
        </pc:sldMkLst>
      </pc:sldChg>
      <pc:sldChg chg="addSp delSp modSp add mod delAnim modAnim modNotesTx">
        <pc:chgData name="Simone Beets" userId="5adb261a4dd6137b" providerId="LiveId" clId="{8E40C75F-2910-4AF8-AED2-E5C88E90B87F}" dt="2025-03-09T16:56:55.056" v="1400" actId="20577"/>
        <pc:sldMkLst>
          <pc:docMk/>
          <pc:sldMk cId="1943306920" sldId="367"/>
        </pc:sldMkLst>
      </pc:sldChg>
      <pc:sldChg chg="addSp delSp modSp add mod modAnim">
        <pc:chgData name="Simone Beets" userId="5adb261a4dd6137b" providerId="LiveId" clId="{8E40C75F-2910-4AF8-AED2-E5C88E90B87F}" dt="2025-03-09T18:51:03.120" v="6354"/>
        <pc:sldMkLst>
          <pc:docMk/>
          <pc:sldMk cId="1679562004" sldId="368"/>
        </pc:sldMkLst>
      </pc:sldChg>
      <pc:sldChg chg="addSp delSp modSp add mod delAnim modAnim">
        <pc:chgData name="Simone Beets" userId="5adb261a4dd6137b" providerId="LiveId" clId="{8E40C75F-2910-4AF8-AED2-E5C88E90B87F}" dt="2025-03-09T17:44:04.295" v="2711" actId="207"/>
        <pc:sldMkLst>
          <pc:docMk/>
          <pc:sldMk cId="1853407" sldId="369"/>
        </pc:sldMkLst>
      </pc:sldChg>
      <pc:sldChg chg="addSp delSp modSp add mod delAnim modAnim modNotesTx">
        <pc:chgData name="Simone Beets" userId="5adb261a4dd6137b" providerId="LiveId" clId="{8E40C75F-2910-4AF8-AED2-E5C88E90B87F}" dt="2025-03-09T18:49:19.247" v="6351"/>
        <pc:sldMkLst>
          <pc:docMk/>
          <pc:sldMk cId="681711374" sldId="370"/>
        </pc:sldMkLst>
      </pc:sldChg>
      <pc:sldChg chg="addSp modSp add mod ord modAnim modNotesTx">
        <pc:chgData name="Simone Beets" userId="5adb261a4dd6137b" providerId="LiveId" clId="{8E40C75F-2910-4AF8-AED2-E5C88E90B87F}" dt="2025-03-09T18:28:44.241" v="5448"/>
        <pc:sldMkLst>
          <pc:docMk/>
          <pc:sldMk cId="1043982446" sldId="371"/>
        </pc:sldMkLst>
      </pc:sldChg>
      <pc:sldChg chg="add del">
        <pc:chgData name="Simone Beets" userId="5adb261a4dd6137b" providerId="LiveId" clId="{8E40C75F-2910-4AF8-AED2-E5C88E90B87F}" dt="2025-03-09T18:41:45.859" v="5885" actId="47"/>
        <pc:sldMkLst>
          <pc:docMk/>
          <pc:sldMk cId="3239395616" sldId="372"/>
        </pc:sldMkLst>
      </pc:sldChg>
      <pc:sldChg chg="delSp modSp add mod delAnim modAnim modNotesTx">
        <pc:chgData name="Simone Beets" userId="5adb261a4dd6137b" providerId="LiveId" clId="{8E40C75F-2910-4AF8-AED2-E5C88E90B87F}" dt="2025-03-09T18:48:55.160" v="6345"/>
        <pc:sldMkLst>
          <pc:docMk/>
          <pc:sldMk cId="734426289" sldId="373"/>
        </pc:sldMkLst>
      </pc:sldChg>
      <pc:sldChg chg="addSp modSp add mod modAnim modNotesTx">
        <pc:chgData name="Simone Beets" userId="5adb261a4dd6137b" providerId="LiveId" clId="{8E40C75F-2910-4AF8-AED2-E5C88E90B87F}" dt="2025-03-09T18:30:45.812" v="5453"/>
        <pc:sldMkLst>
          <pc:docMk/>
          <pc:sldMk cId="4232052156" sldId="374"/>
        </pc:sldMkLst>
      </pc:sldChg>
      <pc:sldChg chg="delSp modSp add mod delAnim modAnim modNotesTx">
        <pc:chgData name="Simone Beets" userId="5adb261a4dd6137b" providerId="LiveId" clId="{8E40C75F-2910-4AF8-AED2-E5C88E90B87F}" dt="2025-03-09T18:35:48.250" v="5803" actId="313"/>
        <pc:sldMkLst>
          <pc:docMk/>
          <pc:sldMk cId="1470916720" sldId="375"/>
        </pc:sldMkLst>
      </pc:sldChg>
      <pc:sldChg chg="delSp modSp add mod delAnim modAnim modNotesTx">
        <pc:chgData name="Simone Beets" userId="5adb261a4dd6137b" providerId="LiveId" clId="{8E40C75F-2910-4AF8-AED2-E5C88E90B87F}" dt="2025-03-09T18:33:22.810" v="5487" actId="6549"/>
        <pc:sldMkLst>
          <pc:docMk/>
          <pc:sldMk cId="558122889" sldId="376"/>
        </pc:sldMkLst>
      </pc:sldChg>
      <pc:sldChg chg="addSp delSp modSp add mod modAnim">
        <pc:chgData name="Simone Beets" userId="5adb261a4dd6137b" providerId="LiveId" clId="{8E40C75F-2910-4AF8-AED2-E5C88E90B87F}" dt="2025-03-09T18:40:10.182" v="5851"/>
        <pc:sldMkLst>
          <pc:docMk/>
          <pc:sldMk cId="1978091042" sldId="377"/>
        </pc:sldMkLst>
      </pc:sldChg>
      <pc:sldChg chg="delSp modSp add mod ord modAnim modNotesTx">
        <pc:chgData name="Simone Beets" userId="5adb261a4dd6137b" providerId="LiveId" clId="{8E40C75F-2910-4AF8-AED2-E5C88E90B87F}" dt="2025-03-09T19:09:11.875" v="7217" actId="478"/>
        <pc:sldMkLst>
          <pc:docMk/>
          <pc:sldMk cId="3002671383" sldId="378"/>
        </pc:sldMkLst>
      </pc:sldChg>
      <pc:sldChg chg="modSp add mod ord modAnim">
        <pc:chgData name="Simone Beets" userId="5adb261a4dd6137b" providerId="LiveId" clId="{8E40C75F-2910-4AF8-AED2-E5C88E90B87F}" dt="2025-03-09T18:52:18.910" v="6460" actId="20577"/>
        <pc:sldMkLst>
          <pc:docMk/>
          <pc:sldMk cId="4237056731" sldId="379"/>
        </pc:sldMkLst>
      </pc:sldChg>
      <pc:sldChg chg="addSp delSp modSp add mod delAnim modAnim">
        <pc:chgData name="Simone Beets" userId="5adb261a4dd6137b" providerId="LiveId" clId="{8E40C75F-2910-4AF8-AED2-E5C88E90B87F}" dt="2025-03-09T19:01:17.432" v="6993" actId="207"/>
        <pc:sldMkLst>
          <pc:docMk/>
          <pc:sldMk cId="2112352835" sldId="380"/>
        </pc:sldMkLst>
      </pc:sldChg>
      <pc:sldChg chg="delSp modSp add mod modAnim">
        <pc:chgData name="Simone Beets" userId="5adb261a4dd6137b" providerId="LiveId" clId="{8E40C75F-2910-4AF8-AED2-E5C88E90B87F}" dt="2025-03-09T19:03:13.364" v="7048" actId="20577"/>
        <pc:sldMkLst>
          <pc:docMk/>
          <pc:sldMk cId="3520987890" sldId="381"/>
        </pc:sldMkLst>
      </pc:sldChg>
      <pc:sldChg chg="addSp delSp modSp add mod ord modAnim">
        <pc:chgData name="Simone Beets" userId="5adb261a4dd6137b" providerId="LiveId" clId="{8E40C75F-2910-4AF8-AED2-E5C88E90B87F}" dt="2025-03-09T19:06:00.115" v="7084" actId="14100"/>
        <pc:sldMkLst>
          <pc:docMk/>
          <pc:sldMk cId="1482955239" sldId="382"/>
        </pc:sldMkLst>
      </pc:sldChg>
      <pc:sldChg chg="addSp delSp modSp add mod delAnim modAnim modNotesTx">
        <pc:chgData name="Simone Beets" userId="5adb261a4dd6137b" providerId="LiveId" clId="{8E40C75F-2910-4AF8-AED2-E5C88E90B87F}" dt="2025-03-10T07:50:44.542" v="9130" actId="20577"/>
        <pc:sldMkLst>
          <pc:docMk/>
          <pc:sldMk cId="2193058390" sldId="383"/>
        </pc:sldMkLst>
      </pc:sldChg>
      <pc:sldChg chg="addSp modSp add mod ord modAnim">
        <pc:chgData name="Simone Beets" userId="5adb261a4dd6137b" providerId="LiveId" clId="{8E40C75F-2910-4AF8-AED2-E5C88E90B87F}" dt="2025-03-09T19:17:54.413" v="7391"/>
        <pc:sldMkLst>
          <pc:docMk/>
          <pc:sldMk cId="2755305679" sldId="384"/>
        </pc:sldMkLst>
      </pc:sldChg>
      <pc:sldChg chg="modSp add mod modAnim modNotesTx">
        <pc:chgData name="Simone Beets" userId="5adb261a4dd6137b" providerId="LiveId" clId="{8E40C75F-2910-4AF8-AED2-E5C88E90B87F}" dt="2025-03-09T19:18:02.248" v="7392" actId="14100"/>
        <pc:sldMkLst>
          <pc:docMk/>
          <pc:sldMk cId="3435839152" sldId="385"/>
        </pc:sldMkLst>
      </pc:sldChg>
      <pc:sldChg chg="modSp add mod modAnim modNotesTx">
        <pc:chgData name="Simone Beets" userId="5adb261a4dd6137b" providerId="LiveId" clId="{8E40C75F-2910-4AF8-AED2-E5C88E90B87F}" dt="2025-03-09T19:18:52.759" v="7449" actId="20577"/>
        <pc:sldMkLst>
          <pc:docMk/>
          <pc:sldMk cId="2665890241" sldId="386"/>
        </pc:sldMkLst>
      </pc:sldChg>
      <pc:sldChg chg="modSp add mod modAnim">
        <pc:chgData name="Simone Beets" userId="5adb261a4dd6137b" providerId="LiveId" clId="{8E40C75F-2910-4AF8-AED2-E5C88E90B87F}" dt="2025-03-09T19:28:56.451" v="7702"/>
        <pc:sldMkLst>
          <pc:docMk/>
          <pc:sldMk cId="2929070598" sldId="387"/>
        </pc:sldMkLst>
      </pc:sldChg>
      <pc:sldChg chg="delSp modSp add mod delAnim modAnim">
        <pc:chgData name="Simone Beets" userId="5adb261a4dd6137b" providerId="LiveId" clId="{8E40C75F-2910-4AF8-AED2-E5C88E90B87F}" dt="2025-03-09T19:29:31.978" v="7703"/>
        <pc:sldMkLst>
          <pc:docMk/>
          <pc:sldMk cId="3566379816" sldId="388"/>
        </pc:sldMkLst>
      </pc:sldChg>
    </pc:docChg>
  </pc:docChgLst>
  <pc:docChgLst>
    <pc:chgData name="Beets, Simone (Dr) (Summerstrand Campus South)" userId="a9ed24f3-f7e1-440a-a32f-a1285e0bd405" providerId="ADAL" clId="{82EAABE6-0A84-40E6-8236-E9B423F41857}"/>
    <pc:docChg chg="undo custSel addSld delSld modSld sldOrd">
      <pc:chgData name="Beets, Simone (Dr) (Summerstrand Campus South)" userId="a9ed24f3-f7e1-440a-a32f-a1285e0bd405" providerId="ADAL" clId="{82EAABE6-0A84-40E6-8236-E9B423F41857}" dt="2026-04-12T20:48:43.713" v="661" actId="47"/>
      <pc:docMkLst>
        <pc:docMk/>
      </pc:docMkLst>
      <pc:sldChg chg="modSp mod">
        <pc:chgData name="Beets, Simone (Dr) (Summerstrand Campus South)" userId="a9ed24f3-f7e1-440a-a32f-a1285e0bd405" providerId="ADAL" clId="{82EAABE6-0A84-40E6-8236-E9B423F41857}" dt="2026-04-12T18:37:30.784" v="0" actId="20577"/>
        <pc:sldMkLst>
          <pc:docMk/>
          <pc:sldMk cId="0" sldId="271"/>
        </pc:sldMkLst>
        <pc:spChg chg="mod">
          <ac:chgData name="Beets, Simone (Dr) (Summerstrand Campus South)" userId="a9ed24f3-f7e1-440a-a32f-a1285e0bd405" providerId="ADAL" clId="{82EAABE6-0A84-40E6-8236-E9B423F41857}" dt="2026-04-12T18:37:30.784" v="0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add mod">
        <pc:chgData name="Beets, Simone (Dr) (Summerstrand Campus South)" userId="a9ed24f3-f7e1-440a-a32f-a1285e0bd405" providerId="ADAL" clId="{82EAABE6-0A84-40E6-8236-E9B423F41857}" dt="2026-04-12T20:45:46.193" v="660" actId="20577"/>
        <pc:sldMkLst>
          <pc:docMk/>
          <pc:sldMk cId="4261337612" sldId="320"/>
        </pc:sldMkLst>
        <pc:spChg chg="mod">
          <ac:chgData name="Beets, Simone (Dr) (Summerstrand Campus South)" userId="a9ed24f3-f7e1-440a-a32f-a1285e0bd405" providerId="ADAL" clId="{82EAABE6-0A84-40E6-8236-E9B423F41857}" dt="2026-04-12T20:45:46.193" v="660" actId="20577"/>
          <ac:spMkLst>
            <pc:docMk/>
            <pc:sldMk cId="4261337612" sldId="320"/>
            <ac:spMk id="6" creationId="{4EF63B2A-1BAD-4500-BEC8-D920F283705A}"/>
          </ac:spMkLst>
        </pc:spChg>
        <pc:spChg chg="mod">
          <ac:chgData name="Beets, Simone (Dr) (Summerstrand Campus South)" userId="a9ed24f3-f7e1-440a-a32f-a1285e0bd405" providerId="ADAL" clId="{82EAABE6-0A84-40E6-8236-E9B423F41857}" dt="2026-04-12T20:39:04.887" v="452" actId="20577"/>
          <ac:spMkLst>
            <pc:docMk/>
            <pc:sldMk cId="4261337612" sldId="320"/>
            <ac:spMk id="8" creationId="{3608F24A-372B-4707-96C8-CEAF29C5DC0A}"/>
          </ac:spMkLst>
        </pc:spChg>
      </pc:sldChg>
      <pc:sldChg chg="modSp add del mod ord">
        <pc:chgData name="Beets, Simone (Dr) (Summerstrand Campus South)" userId="a9ed24f3-f7e1-440a-a32f-a1285e0bd405" providerId="ADAL" clId="{82EAABE6-0A84-40E6-8236-E9B423F41857}" dt="2026-04-12T20:48:43.713" v="661" actId="47"/>
        <pc:sldMkLst>
          <pc:docMk/>
          <pc:sldMk cId="0" sldId="321"/>
        </pc:sldMkLst>
        <pc:spChg chg="mod">
          <ac:chgData name="Beets, Simone (Dr) (Summerstrand Campus South)" userId="a9ed24f3-f7e1-440a-a32f-a1285e0bd405" providerId="ADAL" clId="{82EAABE6-0A84-40E6-8236-E9B423F41857}" dt="2026-04-12T20:34:00.432" v="375" actId="20577"/>
          <ac:spMkLst>
            <pc:docMk/>
            <pc:sldMk cId="0" sldId="321"/>
            <ac:spMk id="81923" creationId="{5C6BFA09-EEC3-E74B-06BD-B7D47D876082}"/>
          </ac:spMkLst>
        </pc:spChg>
      </pc:sldChg>
      <pc:sldChg chg="del">
        <pc:chgData name="Beets, Simone (Dr) (Summerstrand Campus South)" userId="a9ed24f3-f7e1-440a-a32f-a1285e0bd405" providerId="ADAL" clId="{82EAABE6-0A84-40E6-8236-E9B423F41857}" dt="2026-04-12T19:28:08.386" v="125" actId="47"/>
        <pc:sldMkLst>
          <pc:docMk/>
          <pc:sldMk cId="2049952096" sldId="340"/>
        </pc:sldMkLst>
      </pc:sldChg>
      <pc:sldChg chg="addSp delSp modSp add mod">
        <pc:chgData name="Beets, Simone (Dr) (Summerstrand Campus South)" userId="a9ed24f3-f7e1-440a-a32f-a1285e0bd405" providerId="ADAL" clId="{82EAABE6-0A84-40E6-8236-E9B423F41857}" dt="2026-04-12T19:14:59.083" v="34" actId="1037"/>
        <pc:sldMkLst>
          <pc:docMk/>
          <pc:sldMk cId="333441223" sldId="341"/>
        </pc:sldMkLst>
        <pc:spChg chg="mod">
          <ac:chgData name="Beets, Simone (Dr) (Summerstrand Campus South)" userId="a9ed24f3-f7e1-440a-a32f-a1285e0bd405" providerId="ADAL" clId="{82EAABE6-0A84-40E6-8236-E9B423F41857}" dt="2026-04-12T19:13:30.060" v="8" actId="1076"/>
          <ac:spMkLst>
            <pc:docMk/>
            <pc:sldMk cId="333441223" sldId="341"/>
            <ac:spMk id="8" creationId="{5C1A5F8D-5E28-431E-9C4E-F84AAEA7BB92}"/>
          </ac:spMkLst>
        </pc:spChg>
        <pc:spChg chg="del">
          <ac:chgData name="Beets, Simone (Dr) (Summerstrand Campus South)" userId="a9ed24f3-f7e1-440a-a32f-a1285e0bd405" providerId="ADAL" clId="{82EAABE6-0A84-40E6-8236-E9B423F41857}" dt="2026-04-12T19:13:25.143" v="7" actId="478"/>
          <ac:spMkLst>
            <pc:docMk/>
            <pc:sldMk cId="333441223" sldId="341"/>
            <ac:spMk id="9" creationId="{07E9C183-D449-4174-97BD-575144F07C37}"/>
          </ac:spMkLst>
        </pc:spChg>
        <pc:picChg chg="del">
          <ac:chgData name="Beets, Simone (Dr) (Summerstrand Campus South)" userId="a9ed24f3-f7e1-440a-a32f-a1285e0bd405" providerId="ADAL" clId="{82EAABE6-0A84-40E6-8236-E9B423F41857}" dt="2026-04-12T19:14:53.563" v="23" actId="478"/>
          <ac:picMkLst>
            <pc:docMk/>
            <pc:sldMk cId="333441223" sldId="341"/>
            <ac:picMk id="3" creationId="{898F1D53-18A7-412C-9239-9A7F173C1C00}"/>
          </ac:picMkLst>
        </pc:picChg>
        <pc:picChg chg="add mod">
          <ac:chgData name="Beets, Simone (Dr) (Summerstrand Campus South)" userId="a9ed24f3-f7e1-440a-a32f-a1285e0bd405" providerId="ADAL" clId="{82EAABE6-0A84-40E6-8236-E9B423F41857}" dt="2026-04-12T19:14:59.083" v="34" actId="1037"/>
          <ac:picMkLst>
            <pc:docMk/>
            <pc:sldMk cId="333441223" sldId="341"/>
            <ac:picMk id="4" creationId="{EC54B7BD-3863-436A-8D2B-66E5BF942031}"/>
          </ac:picMkLst>
        </pc:picChg>
      </pc:sldChg>
      <pc:sldChg chg="modSp del mod">
        <pc:chgData name="Beets, Simone (Dr) (Summerstrand Campus South)" userId="a9ed24f3-f7e1-440a-a32f-a1285e0bd405" providerId="ADAL" clId="{82EAABE6-0A84-40E6-8236-E9B423F41857}" dt="2026-04-12T19:27:36.836" v="124" actId="47"/>
        <pc:sldMkLst>
          <pc:docMk/>
          <pc:sldMk cId="3637301509" sldId="418"/>
        </pc:sldMkLst>
        <pc:spChg chg="mod">
          <ac:chgData name="Beets, Simone (Dr) (Summerstrand Campus South)" userId="a9ed24f3-f7e1-440a-a32f-a1285e0bd405" providerId="ADAL" clId="{82EAABE6-0A84-40E6-8236-E9B423F41857}" dt="2026-04-12T19:26:16.160" v="92" actId="20577"/>
          <ac:spMkLst>
            <pc:docMk/>
            <pc:sldMk cId="3637301509" sldId="418"/>
            <ac:spMk id="81922" creationId="{E9EEF4F8-5116-EB12-58DE-1555449623BB}"/>
          </ac:spMkLst>
        </pc:spChg>
      </pc:sldChg>
      <pc:sldChg chg="addSp delSp modSp add mod">
        <pc:chgData name="Beets, Simone (Dr) (Summerstrand Campus South)" userId="a9ed24f3-f7e1-440a-a32f-a1285e0bd405" providerId="ADAL" clId="{82EAABE6-0A84-40E6-8236-E9B423F41857}" dt="2026-04-12T19:16:57.810" v="69" actId="14100"/>
        <pc:sldMkLst>
          <pc:docMk/>
          <pc:sldMk cId="2761568037" sldId="422"/>
        </pc:sldMkLst>
        <pc:spChg chg="mod">
          <ac:chgData name="Beets, Simone (Dr) (Summerstrand Campus South)" userId="a9ed24f3-f7e1-440a-a32f-a1285e0bd405" providerId="ADAL" clId="{82EAABE6-0A84-40E6-8236-E9B423F41857}" dt="2026-04-12T19:15:25.819" v="38" actId="20577"/>
          <ac:spMkLst>
            <pc:docMk/>
            <pc:sldMk cId="2761568037" sldId="422"/>
            <ac:spMk id="10" creationId="{89F067E5-8F4D-47E1-84B1-BCA5AC4CCF74}"/>
          </ac:spMkLst>
        </pc:spChg>
        <pc:graphicFrameChg chg="mod">
          <ac:chgData name="Beets, Simone (Dr) (Summerstrand Campus South)" userId="a9ed24f3-f7e1-440a-a32f-a1285e0bd405" providerId="ADAL" clId="{82EAABE6-0A84-40E6-8236-E9B423F41857}" dt="2026-04-12T19:16:57.810" v="69" actId="14100"/>
          <ac:graphicFrameMkLst>
            <pc:docMk/>
            <pc:sldMk cId="2761568037" sldId="422"/>
            <ac:graphicFrameMk id="3" creationId="{E879C09E-7A09-4578-9916-3452CF8B517A}"/>
          </ac:graphicFrameMkLst>
        </pc:graphicFrameChg>
        <pc:picChg chg="add mod">
          <ac:chgData name="Beets, Simone (Dr) (Summerstrand Campus South)" userId="a9ed24f3-f7e1-440a-a32f-a1285e0bd405" providerId="ADAL" clId="{82EAABE6-0A84-40E6-8236-E9B423F41857}" dt="2026-04-12T19:16:46.104" v="68" actId="1076"/>
          <ac:picMkLst>
            <pc:docMk/>
            <pc:sldMk cId="2761568037" sldId="422"/>
            <ac:picMk id="5" creationId="{763FBA1F-0547-46AE-A849-70A1BD095CD6}"/>
          </ac:picMkLst>
        </pc:picChg>
        <pc:picChg chg="del">
          <ac:chgData name="Beets, Simone (Dr) (Summerstrand Campus South)" userId="a9ed24f3-f7e1-440a-a32f-a1285e0bd405" providerId="ADAL" clId="{82EAABE6-0A84-40E6-8236-E9B423F41857}" dt="2026-04-12T19:16:39.142" v="65" actId="478"/>
          <ac:picMkLst>
            <pc:docMk/>
            <pc:sldMk cId="2761568037" sldId="422"/>
            <ac:picMk id="6" creationId="{63AD28FD-4565-45F4-9BB8-68C909DA064C}"/>
          </ac:picMkLst>
        </pc:picChg>
      </pc:sldChg>
      <pc:sldChg chg="modSp add mod modNotesTx">
        <pc:chgData name="Beets, Simone (Dr) (Summerstrand Campus South)" userId="a9ed24f3-f7e1-440a-a32f-a1285e0bd405" providerId="ADAL" clId="{82EAABE6-0A84-40E6-8236-E9B423F41857}" dt="2026-04-12T19:47:33.776" v="264" actId="20577"/>
        <pc:sldMkLst>
          <pc:docMk/>
          <pc:sldMk cId="0" sldId="423"/>
        </pc:sldMkLst>
        <pc:spChg chg="mod">
          <ac:chgData name="Beets, Simone (Dr) (Summerstrand Campus South)" userId="a9ed24f3-f7e1-440a-a32f-a1285e0bd405" providerId="ADAL" clId="{82EAABE6-0A84-40E6-8236-E9B423F41857}" dt="2026-04-12T19:27:10.124" v="112" actId="20577"/>
          <ac:spMkLst>
            <pc:docMk/>
            <pc:sldMk cId="0" sldId="423"/>
            <ac:spMk id="4" creationId="{7E562DB8-8D1E-47C9-AAF8-92BA4FC1F5BA}"/>
          </ac:spMkLst>
        </pc:spChg>
        <pc:spChg chg="mod">
          <ac:chgData name="Beets, Simone (Dr) (Summerstrand Campus South)" userId="a9ed24f3-f7e1-440a-a32f-a1285e0bd405" providerId="ADAL" clId="{82EAABE6-0A84-40E6-8236-E9B423F41857}" dt="2026-04-12T19:27:23.442" v="123" actId="20577"/>
          <ac:spMkLst>
            <pc:docMk/>
            <pc:sldMk cId="0" sldId="423"/>
            <ac:spMk id="5" creationId="{4FE37EF9-198E-461B-B235-F32727DB9297}"/>
          </ac:spMkLst>
        </pc:spChg>
      </pc:sldChg>
      <pc:sldChg chg="del">
        <pc:chgData name="Beets, Simone (Dr) (Summerstrand Campus South)" userId="a9ed24f3-f7e1-440a-a32f-a1285e0bd405" providerId="ADAL" clId="{82EAABE6-0A84-40E6-8236-E9B423F41857}" dt="2026-04-12T19:12:29.107" v="1" actId="47"/>
        <pc:sldMkLst>
          <pc:docMk/>
          <pc:sldMk cId="244380026" sldId="442"/>
        </pc:sldMkLst>
      </pc:sldChg>
      <pc:sldChg chg="modSp mod">
        <pc:chgData name="Beets, Simone (Dr) (Summerstrand Campus South)" userId="a9ed24f3-f7e1-440a-a32f-a1285e0bd405" providerId="ADAL" clId="{82EAABE6-0A84-40E6-8236-E9B423F41857}" dt="2026-04-12T19:18:51.271" v="70" actId="207"/>
        <pc:sldMkLst>
          <pc:docMk/>
          <pc:sldMk cId="3175637596" sldId="467"/>
        </pc:sldMkLst>
        <pc:spChg chg="mod">
          <ac:chgData name="Beets, Simone (Dr) (Summerstrand Campus South)" userId="a9ed24f3-f7e1-440a-a32f-a1285e0bd405" providerId="ADAL" clId="{82EAABE6-0A84-40E6-8236-E9B423F41857}" dt="2026-04-12T19:18:51.271" v="70" actId="207"/>
          <ac:spMkLst>
            <pc:docMk/>
            <pc:sldMk cId="3175637596" sldId="467"/>
            <ac:spMk id="7" creationId="{CE1328DB-5B5E-F197-55AD-39D593FAA8E6}"/>
          </ac:spMkLst>
        </pc:spChg>
      </pc:sldChg>
      <pc:sldChg chg="modSp">
        <pc:chgData name="Beets, Simone (Dr) (Summerstrand Campus South)" userId="a9ed24f3-f7e1-440a-a32f-a1285e0bd405" providerId="ADAL" clId="{82EAABE6-0A84-40E6-8236-E9B423F41857}" dt="2026-04-12T19:19:16.474" v="77" actId="20577"/>
        <pc:sldMkLst>
          <pc:docMk/>
          <pc:sldMk cId="3360349297" sldId="468"/>
        </pc:sldMkLst>
        <pc:spChg chg="mod">
          <ac:chgData name="Beets, Simone (Dr) (Summerstrand Campus South)" userId="a9ed24f3-f7e1-440a-a32f-a1285e0bd405" providerId="ADAL" clId="{82EAABE6-0A84-40E6-8236-E9B423F41857}" dt="2026-04-12T19:19:16.474" v="77" actId="20577"/>
          <ac:spMkLst>
            <pc:docMk/>
            <pc:sldMk cId="3360349297" sldId="468"/>
            <ac:spMk id="20483" creationId="{A6F9D3B2-703F-F94A-7F56-03918F95F843}"/>
          </ac:spMkLst>
        </pc:spChg>
      </pc:sldChg>
      <pc:sldChg chg="modSp mod modNotesTx">
        <pc:chgData name="Beets, Simone (Dr) (Summerstrand Campus South)" userId="a9ed24f3-f7e1-440a-a32f-a1285e0bd405" providerId="ADAL" clId="{82EAABE6-0A84-40E6-8236-E9B423F41857}" dt="2026-04-12T19:19:58.728" v="79"/>
        <pc:sldMkLst>
          <pc:docMk/>
          <pc:sldMk cId="3641775799" sldId="469"/>
        </pc:sldMkLst>
        <pc:spChg chg="mod">
          <ac:chgData name="Beets, Simone (Dr) (Summerstrand Campus South)" userId="a9ed24f3-f7e1-440a-a32f-a1285e0bd405" providerId="ADAL" clId="{82EAABE6-0A84-40E6-8236-E9B423F41857}" dt="2026-04-12T19:19:57.050" v="78" actId="21"/>
          <ac:spMkLst>
            <pc:docMk/>
            <pc:sldMk cId="3641775799" sldId="469"/>
            <ac:spMk id="20483" creationId="{28EDEFA8-540F-0302-00DF-022F93EF27AC}"/>
          </ac:spMkLst>
        </pc:spChg>
      </pc:sldChg>
      <pc:sldChg chg="addSp delSp modSp mod delAnim modAnim">
        <pc:chgData name="Beets, Simone (Dr) (Summerstrand Campus South)" userId="a9ed24f3-f7e1-440a-a32f-a1285e0bd405" providerId="ADAL" clId="{82EAABE6-0A84-40E6-8236-E9B423F41857}" dt="2026-04-12T19:45:45.914" v="263" actId="1037"/>
        <pc:sldMkLst>
          <pc:docMk/>
          <pc:sldMk cId="3237138947" sldId="475"/>
        </pc:sldMkLst>
        <pc:spChg chg="add mod">
          <ac:chgData name="Beets, Simone (Dr) (Summerstrand Campus South)" userId="a9ed24f3-f7e1-440a-a32f-a1285e0bd405" providerId="ADAL" clId="{82EAABE6-0A84-40E6-8236-E9B423F41857}" dt="2026-04-12T19:45:37.300" v="260" actId="1037"/>
          <ac:spMkLst>
            <pc:docMk/>
            <pc:sldMk cId="3237138947" sldId="475"/>
            <ac:spMk id="2" creationId="{AC96EB22-6885-4264-921E-F61C7B1A189C}"/>
          </ac:spMkLst>
        </pc:spChg>
        <pc:spChg chg="add mod">
          <ac:chgData name="Beets, Simone (Dr) (Summerstrand Campus South)" userId="a9ed24f3-f7e1-440a-a32f-a1285e0bd405" providerId="ADAL" clId="{82EAABE6-0A84-40E6-8236-E9B423F41857}" dt="2026-04-12T19:39:52.796" v="145" actId="1582"/>
          <ac:spMkLst>
            <pc:docMk/>
            <pc:sldMk cId="3237138947" sldId="475"/>
            <ac:spMk id="3" creationId="{D5CA2968-A293-4A60-98E5-88EB6C0131D8}"/>
          </ac:spMkLst>
        </pc:spChg>
        <pc:spChg chg="add mod">
          <ac:chgData name="Beets, Simone (Dr) (Summerstrand Campus South)" userId="a9ed24f3-f7e1-440a-a32f-a1285e0bd405" providerId="ADAL" clId="{82EAABE6-0A84-40E6-8236-E9B423F41857}" dt="2026-04-12T19:45:45.914" v="263" actId="1037"/>
          <ac:spMkLst>
            <pc:docMk/>
            <pc:sldMk cId="3237138947" sldId="475"/>
            <ac:spMk id="4" creationId="{B418131F-B0EE-47FD-BA74-498341919256}"/>
          </ac:spMkLst>
        </pc:spChg>
        <pc:spChg chg="add mod">
          <ac:chgData name="Beets, Simone (Dr) (Summerstrand Campus South)" userId="a9ed24f3-f7e1-440a-a32f-a1285e0bd405" providerId="ADAL" clId="{82EAABE6-0A84-40E6-8236-E9B423F41857}" dt="2026-04-12T19:38:22.991" v="134" actId="14100"/>
          <ac:spMkLst>
            <pc:docMk/>
            <pc:sldMk cId="3237138947" sldId="475"/>
            <ac:spMk id="6" creationId="{0D9DEE73-683B-4008-8254-C20D1DE9E74D}"/>
          </ac:spMkLst>
        </pc:spChg>
        <pc:spChg chg="add del mod">
          <ac:chgData name="Beets, Simone (Dr) (Summerstrand Campus South)" userId="a9ed24f3-f7e1-440a-a32f-a1285e0bd405" providerId="ADAL" clId="{82EAABE6-0A84-40E6-8236-E9B423F41857}" dt="2026-04-12T19:39:27.729" v="142" actId="478"/>
          <ac:spMkLst>
            <pc:docMk/>
            <pc:sldMk cId="3237138947" sldId="475"/>
            <ac:spMk id="7" creationId="{7CB1B640-995A-4134-8E4A-BA45B5626D39}"/>
          </ac:spMkLst>
        </pc:spChg>
        <pc:spChg chg="add del mod">
          <ac:chgData name="Beets, Simone (Dr) (Summerstrand Campus South)" userId="a9ed24f3-f7e1-440a-a32f-a1285e0bd405" providerId="ADAL" clId="{82EAABE6-0A84-40E6-8236-E9B423F41857}" dt="2026-04-12T19:44:37.594" v="252" actId="478"/>
          <ac:spMkLst>
            <pc:docMk/>
            <pc:sldMk cId="3237138947" sldId="475"/>
            <ac:spMk id="9" creationId="{41CD4C08-15C7-462E-93C7-70116F408A5A}"/>
          </ac:spMkLst>
        </pc:spChg>
        <pc:spChg chg="add mod">
          <ac:chgData name="Beets, Simone (Dr) (Summerstrand Campus South)" userId="a9ed24f3-f7e1-440a-a32f-a1285e0bd405" providerId="ADAL" clId="{82EAABE6-0A84-40E6-8236-E9B423F41857}" dt="2026-04-12T19:40:08.691" v="166" actId="208"/>
          <ac:spMkLst>
            <pc:docMk/>
            <pc:sldMk cId="3237138947" sldId="475"/>
            <ac:spMk id="10" creationId="{909DC8F0-3BA9-4A60-812C-988FCEE70EA3}"/>
          </ac:spMkLst>
        </pc:spChg>
        <pc:spChg chg="add mod">
          <ac:chgData name="Beets, Simone (Dr) (Summerstrand Campus South)" userId="a9ed24f3-f7e1-440a-a32f-a1285e0bd405" providerId="ADAL" clId="{82EAABE6-0A84-40E6-8236-E9B423F41857}" dt="2026-04-12T19:45:17.141" v="256" actId="14100"/>
          <ac:spMkLst>
            <pc:docMk/>
            <pc:sldMk cId="3237138947" sldId="475"/>
            <ac:spMk id="11" creationId="{E2A53CDF-A383-4A9E-9869-87BDC30F47E8}"/>
          </ac:spMkLst>
        </pc:spChg>
        <pc:spChg chg="add mod">
          <ac:chgData name="Beets, Simone (Dr) (Summerstrand Campus South)" userId="a9ed24f3-f7e1-440a-a32f-a1285e0bd405" providerId="ADAL" clId="{82EAABE6-0A84-40E6-8236-E9B423F41857}" dt="2026-04-12T19:45:23.711" v="258" actId="14100"/>
          <ac:spMkLst>
            <pc:docMk/>
            <pc:sldMk cId="3237138947" sldId="475"/>
            <ac:spMk id="12" creationId="{A9E84E18-D5E1-4D06-9F03-D4D18DCE3ABF}"/>
          </ac:spMkLst>
        </pc:spChg>
        <pc:spChg chg="add mod">
          <ac:chgData name="Beets, Simone (Dr) (Summerstrand Campus South)" userId="a9ed24f3-f7e1-440a-a32f-a1285e0bd405" providerId="ADAL" clId="{82EAABE6-0A84-40E6-8236-E9B423F41857}" dt="2026-04-12T19:41:07.140" v="179" actId="208"/>
          <ac:spMkLst>
            <pc:docMk/>
            <pc:sldMk cId="3237138947" sldId="475"/>
            <ac:spMk id="13" creationId="{8AB6DC59-5502-4E34-ADAB-8122F5D8F088}"/>
          </ac:spMkLst>
        </pc:spChg>
        <pc:spChg chg="add mod">
          <ac:chgData name="Beets, Simone (Dr) (Summerstrand Campus South)" userId="a9ed24f3-f7e1-440a-a32f-a1285e0bd405" providerId="ADAL" clId="{82EAABE6-0A84-40E6-8236-E9B423F41857}" dt="2026-04-12T19:45:08.089" v="254" actId="14100"/>
          <ac:spMkLst>
            <pc:docMk/>
            <pc:sldMk cId="3237138947" sldId="475"/>
            <ac:spMk id="14" creationId="{68B37278-659B-4E16-A1E0-0EC463578046}"/>
          </ac:spMkLst>
        </pc:spChg>
        <pc:spChg chg="add mod">
          <ac:chgData name="Beets, Simone (Dr) (Summerstrand Campus South)" userId="a9ed24f3-f7e1-440a-a32f-a1285e0bd405" providerId="ADAL" clId="{82EAABE6-0A84-40E6-8236-E9B423F41857}" dt="2026-04-12T19:42:00.076" v="188" actId="208"/>
          <ac:spMkLst>
            <pc:docMk/>
            <pc:sldMk cId="3237138947" sldId="475"/>
            <ac:spMk id="15" creationId="{058674A2-1971-4ABB-87DD-02C4E714AACD}"/>
          </ac:spMkLst>
        </pc:spChg>
        <pc:spChg chg="add mod">
          <ac:chgData name="Beets, Simone (Dr) (Summerstrand Campus South)" userId="a9ed24f3-f7e1-440a-a32f-a1285e0bd405" providerId="ADAL" clId="{82EAABE6-0A84-40E6-8236-E9B423F41857}" dt="2026-04-12T19:42:30.729" v="196" actId="208"/>
          <ac:spMkLst>
            <pc:docMk/>
            <pc:sldMk cId="3237138947" sldId="475"/>
            <ac:spMk id="17" creationId="{CD092F58-5DC0-4104-A333-3BBAB93BD6D4}"/>
          </ac:spMkLst>
        </pc:spChg>
        <pc:spChg chg="mod">
          <ac:chgData name="Beets, Simone (Dr) (Summerstrand Campus South)" userId="a9ed24f3-f7e1-440a-a32f-a1285e0bd405" providerId="ADAL" clId="{82EAABE6-0A84-40E6-8236-E9B423F41857}" dt="2026-04-12T19:26:07.602" v="91" actId="20577"/>
          <ac:spMkLst>
            <pc:docMk/>
            <pc:sldMk cId="3237138947" sldId="475"/>
            <ac:spMk id="20483" creationId="{54BC0E56-72C3-6BC3-DF12-0F2605AA2952}"/>
          </ac:spMkLst>
        </pc:spChg>
      </pc:sldChg>
      <pc:sldChg chg="del">
        <pc:chgData name="Beets, Simone (Dr) (Summerstrand Campus South)" userId="a9ed24f3-f7e1-440a-a32f-a1285e0bd405" providerId="ADAL" clId="{82EAABE6-0A84-40E6-8236-E9B423F41857}" dt="2026-04-12T19:12:30.963" v="2" actId="47"/>
        <pc:sldMkLst>
          <pc:docMk/>
          <pc:sldMk cId="1869374830" sldId="479"/>
        </pc:sldMkLst>
      </pc:sldChg>
    </pc:docChg>
  </pc:docChgLst>
  <pc:docChgLst>
    <pc:chgData name="Simone Beets" userId="5adb261a4dd6137b" providerId="LiveId" clId="{1F3AC849-F215-41EC-84EC-A04449DBE6BC}"/>
    <pc:docChg chg="undo redo custSel addSld delSld modSld sldOrd">
      <pc:chgData name="Simone Beets" userId="5adb261a4dd6137b" providerId="LiveId" clId="{1F3AC849-F215-41EC-84EC-A04449DBE6BC}" dt="2025-03-17T18:28:03.640" v="5646" actId="5793"/>
      <pc:docMkLst>
        <pc:docMk/>
      </pc:docMkLst>
      <pc:sldChg chg="del">
        <pc:chgData name="Simone Beets" userId="5adb261a4dd6137b" providerId="LiveId" clId="{1F3AC849-F215-41EC-84EC-A04449DBE6BC}" dt="2025-03-16T06:48:20.676" v="107" actId="2696"/>
        <pc:sldMkLst>
          <pc:docMk/>
          <pc:sldMk cId="0" sldId="257"/>
        </pc:sldMkLst>
      </pc:sldChg>
      <pc:sldChg chg="modSp mod">
        <pc:chgData name="Simone Beets" userId="5adb261a4dd6137b" providerId="LiveId" clId="{1F3AC849-F215-41EC-84EC-A04449DBE6BC}" dt="2025-03-16T10:29:55.197" v="3962" actId="20577"/>
        <pc:sldMkLst>
          <pc:docMk/>
          <pc:sldMk cId="0" sldId="271"/>
        </pc:sldMkLst>
        <pc:spChg chg="mod">
          <ac:chgData name="Simone Beets" userId="5adb261a4dd6137b" providerId="LiveId" clId="{1F3AC849-F215-41EC-84EC-A04449DBE6BC}" dt="2025-03-16T10:29:55.197" v="3962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 ord modNotesTx">
        <pc:chgData name="Simone Beets" userId="5adb261a4dd6137b" providerId="LiveId" clId="{1F3AC849-F215-41EC-84EC-A04449DBE6BC}" dt="2025-03-17T18:27:55.911" v="5644" actId="20577"/>
        <pc:sldMkLst>
          <pc:docMk/>
          <pc:sldMk cId="0" sldId="321"/>
        </pc:sldMkLst>
      </pc:sldChg>
      <pc:sldChg chg="modNotesTx">
        <pc:chgData name="Simone Beets" userId="5adb261a4dd6137b" providerId="LiveId" clId="{1F3AC849-F215-41EC-84EC-A04449DBE6BC}" dt="2025-03-17T06:36:57.181" v="5505" actId="20577"/>
        <pc:sldMkLst>
          <pc:docMk/>
          <pc:sldMk cId="465305782" sldId="323"/>
        </pc:sldMkLst>
      </pc:sldChg>
      <pc:sldChg chg="modSp add mod">
        <pc:chgData name="Simone Beets" userId="5adb261a4dd6137b" providerId="LiveId" clId="{1F3AC849-F215-41EC-84EC-A04449DBE6BC}" dt="2025-03-16T08:13:58.126" v="1975" actId="1076"/>
        <pc:sldMkLst>
          <pc:docMk/>
          <pc:sldMk cId="2369434495" sldId="324"/>
        </pc:sldMkLst>
      </pc:sldChg>
      <pc:sldChg chg="modSp mod ord modAnim modNotesTx">
        <pc:chgData name="Simone Beets" userId="5adb261a4dd6137b" providerId="LiveId" clId="{1F3AC849-F215-41EC-84EC-A04449DBE6BC}" dt="2025-03-16T08:05:44.324" v="1663" actId="12"/>
        <pc:sldMkLst>
          <pc:docMk/>
          <pc:sldMk cId="1762635146" sldId="339"/>
        </pc:sldMkLst>
      </pc:sldChg>
      <pc:sldChg chg="addSp delSp modSp mod modAnim">
        <pc:chgData name="Simone Beets" userId="5adb261a4dd6137b" providerId="LiveId" clId="{1F3AC849-F215-41EC-84EC-A04449DBE6BC}" dt="2025-03-16T08:14:38.139" v="1984" actId="21"/>
        <pc:sldMkLst>
          <pc:docMk/>
          <pc:sldMk cId="2049952096" sldId="340"/>
        </pc:sldMkLst>
      </pc:sldChg>
      <pc:sldChg chg="del">
        <pc:chgData name="Simone Beets" userId="5adb261a4dd6137b" providerId="LiveId" clId="{1F3AC849-F215-41EC-84EC-A04449DBE6BC}" dt="2025-03-16T09:53:46.195" v="3924" actId="47"/>
        <pc:sldMkLst>
          <pc:docMk/>
          <pc:sldMk cId="4249415124" sldId="346"/>
        </pc:sldMkLst>
      </pc:sldChg>
      <pc:sldChg chg="del">
        <pc:chgData name="Simone Beets" userId="5adb261a4dd6137b" providerId="LiveId" clId="{1F3AC849-F215-41EC-84EC-A04449DBE6BC}" dt="2025-03-16T09:53:46.931" v="3925" actId="47"/>
        <pc:sldMkLst>
          <pc:docMk/>
          <pc:sldMk cId="4247069512" sldId="348"/>
        </pc:sldMkLst>
      </pc:sldChg>
      <pc:sldChg chg="addSp delSp modSp add mod ord delAnim modAnim modNotesTx">
        <pc:chgData name="Simone Beets" userId="5adb261a4dd6137b" providerId="LiveId" clId="{1F3AC849-F215-41EC-84EC-A04449DBE6BC}" dt="2025-03-17T04:48:18.964" v="5109" actId="20577"/>
        <pc:sldMkLst>
          <pc:docMk/>
          <pc:sldMk cId="583071382" sldId="352"/>
        </pc:sldMkLst>
      </pc:sldChg>
      <pc:sldChg chg="delSp modSp mod modAnim modNotesTx">
        <pc:chgData name="Simone Beets" userId="5adb261a4dd6137b" providerId="LiveId" clId="{1F3AC849-F215-41EC-84EC-A04449DBE6BC}" dt="2025-03-17T18:26:01.563" v="5566" actId="20577"/>
        <pc:sldMkLst>
          <pc:docMk/>
          <pc:sldMk cId="3867261677" sldId="364"/>
        </pc:sldMkLst>
      </pc:sldChg>
      <pc:sldChg chg="del">
        <pc:chgData name="Simone Beets" userId="5adb261a4dd6137b" providerId="LiveId" clId="{1F3AC849-F215-41EC-84EC-A04449DBE6BC}" dt="2025-03-16T04:46:13.043" v="28" actId="2696"/>
        <pc:sldMkLst>
          <pc:docMk/>
          <pc:sldMk cId="745339609" sldId="365"/>
        </pc:sldMkLst>
      </pc:sldChg>
      <pc:sldChg chg="del">
        <pc:chgData name="Simone Beets" userId="5adb261a4dd6137b" providerId="LiveId" clId="{1F3AC849-F215-41EC-84EC-A04449DBE6BC}" dt="2025-03-16T09:53:33.205" v="3911" actId="2696"/>
        <pc:sldMkLst>
          <pc:docMk/>
          <pc:sldMk cId="193908100" sldId="366"/>
        </pc:sldMkLst>
      </pc:sldChg>
      <pc:sldChg chg="del">
        <pc:chgData name="Simone Beets" userId="5adb261a4dd6137b" providerId="LiveId" clId="{1F3AC849-F215-41EC-84EC-A04449DBE6BC}" dt="2025-03-16T06:48:16.533" v="106" actId="2696"/>
        <pc:sldMkLst>
          <pc:docMk/>
          <pc:sldMk cId="1943306920" sldId="367"/>
        </pc:sldMkLst>
      </pc:sldChg>
      <pc:sldChg chg="addSp delSp modSp mod ord delAnim modAnim modNotesTx">
        <pc:chgData name="Simone Beets" userId="5adb261a4dd6137b" providerId="LiveId" clId="{1F3AC849-F215-41EC-84EC-A04449DBE6BC}" dt="2025-03-16T10:30:25.255" v="3964" actId="20577"/>
        <pc:sldMkLst>
          <pc:docMk/>
          <pc:sldMk cId="1679562004" sldId="368"/>
        </pc:sldMkLst>
      </pc:sldChg>
      <pc:sldChg chg="del">
        <pc:chgData name="Simone Beets" userId="5adb261a4dd6137b" providerId="LiveId" clId="{1F3AC849-F215-41EC-84EC-A04449DBE6BC}" dt="2025-03-16T09:53:35.482" v="3913" actId="47"/>
        <pc:sldMkLst>
          <pc:docMk/>
          <pc:sldMk cId="1853407" sldId="369"/>
        </pc:sldMkLst>
      </pc:sldChg>
      <pc:sldChg chg="del">
        <pc:chgData name="Simone Beets" userId="5adb261a4dd6137b" providerId="LiveId" clId="{1F3AC849-F215-41EC-84EC-A04449DBE6BC}" dt="2025-03-16T09:53:36.320" v="3914" actId="47"/>
        <pc:sldMkLst>
          <pc:docMk/>
          <pc:sldMk cId="681711374" sldId="370"/>
        </pc:sldMkLst>
      </pc:sldChg>
      <pc:sldChg chg="del">
        <pc:chgData name="Simone Beets" userId="5adb261a4dd6137b" providerId="LiveId" clId="{1F3AC849-F215-41EC-84EC-A04449DBE6BC}" dt="2025-03-16T09:53:36.975" v="3915" actId="47"/>
        <pc:sldMkLst>
          <pc:docMk/>
          <pc:sldMk cId="1043982446" sldId="371"/>
        </pc:sldMkLst>
      </pc:sldChg>
      <pc:sldChg chg="modSp del mod ord modAnim">
        <pc:chgData name="Simone Beets" userId="5adb261a4dd6137b" providerId="LiveId" clId="{1F3AC849-F215-41EC-84EC-A04449DBE6BC}" dt="2025-03-16T08:04:14.113" v="1655" actId="2696"/>
        <pc:sldMkLst>
          <pc:docMk/>
          <pc:sldMk cId="734426289" sldId="373"/>
        </pc:sldMkLst>
      </pc:sldChg>
      <pc:sldChg chg="del">
        <pc:chgData name="Simone Beets" userId="5adb261a4dd6137b" providerId="LiveId" clId="{1F3AC849-F215-41EC-84EC-A04449DBE6BC}" dt="2025-03-16T09:53:38.712" v="3917" actId="47"/>
        <pc:sldMkLst>
          <pc:docMk/>
          <pc:sldMk cId="4232052156" sldId="374"/>
        </pc:sldMkLst>
      </pc:sldChg>
      <pc:sldChg chg="del">
        <pc:chgData name="Simone Beets" userId="5adb261a4dd6137b" providerId="LiveId" clId="{1F3AC849-F215-41EC-84EC-A04449DBE6BC}" dt="2025-03-16T09:53:40.062" v="3918" actId="47"/>
        <pc:sldMkLst>
          <pc:docMk/>
          <pc:sldMk cId="1470916720" sldId="375"/>
        </pc:sldMkLst>
      </pc:sldChg>
      <pc:sldChg chg="del">
        <pc:chgData name="Simone Beets" userId="5adb261a4dd6137b" providerId="LiveId" clId="{1F3AC849-F215-41EC-84EC-A04449DBE6BC}" dt="2025-03-16T09:53:41.266" v="3919" actId="47"/>
        <pc:sldMkLst>
          <pc:docMk/>
          <pc:sldMk cId="558122889" sldId="376"/>
        </pc:sldMkLst>
      </pc:sldChg>
      <pc:sldChg chg="del">
        <pc:chgData name="Simone Beets" userId="5adb261a4dd6137b" providerId="LiveId" clId="{1F3AC849-F215-41EC-84EC-A04449DBE6BC}" dt="2025-03-16T09:53:42.313" v="3920" actId="47"/>
        <pc:sldMkLst>
          <pc:docMk/>
          <pc:sldMk cId="1978091042" sldId="377"/>
        </pc:sldMkLst>
      </pc:sldChg>
      <pc:sldChg chg="del">
        <pc:chgData name="Simone Beets" userId="5adb261a4dd6137b" providerId="LiveId" clId="{1F3AC849-F215-41EC-84EC-A04449DBE6BC}" dt="2025-03-16T09:53:43.150" v="3921" actId="47"/>
        <pc:sldMkLst>
          <pc:docMk/>
          <pc:sldMk cId="3002671383" sldId="378"/>
        </pc:sldMkLst>
      </pc:sldChg>
      <pc:sldChg chg="del">
        <pc:chgData name="Simone Beets" userId="5adb261a4dd6137b" providerId="LiveId" clId="{1F3AC849-F215-41EC-84EC-A04449DBE6BC}" dt="2025-03-16T09:53:44.333" v="3922" actId="47"/>
        <pc:sldMkLst>
          <pc:docMk/>
          <pc:sldMk cId="4237056731" sldId="379"/>
        </pc:sldMkLst>
      </pc:sldChg>
      <pc:sldChg chg="del">
        <pc:chgData name="Simone Beets" userId="5adb261a4dd6137b" providerId="LiveId" clId="{1F3AC849-F215-41EC-84EC-A04449DBE6BC}" dt="2025-03-16T09:53:47.734" v="3926" actId="47"/>
        <pc:sldMkLst>
          <pc:docMk/>
          <pc:sldMk cId="2112352835" sldId="380"/>
        </pc:sldMkLst>
      </pc:sldChg>
      <pc:sldChg chg="del">
        <pc:chgData name="Simone Beets" userId="5adb261a4dd6137b" providerId="LiveId" clId="{1F3AC849-F215-41EC-84EC-A04449DBE6BC}" dt="2025-03-16T09:53:48.990" v="3927" actId="47"/>
        <pc:sldMkLst>
          <pc:docMk/>
          <pc:sldMk cId="3520987890" sldId="381"/>
        </pc:sldMkLst>
      </pc:sldChg>
      <pc:sldChg chg="del">
        <pc:chgData name="Simone Beets" userId="5adb261a4dd6137b" providerId="LiveId" clId="{1F3AC849-F215-41EC-84EC-A04449DBE6BC}" dt="2025-03-16T09:53:49.871" v="3928" actId="47"/>
        <pc:sldMkLst>
          <pc:docMk/>
          <pc:sldMk cId="1482955239" sldId="382"/>
        </pc:sldMkLst>
      </pc:sldChg>
      <pc:sldChg chg="del">
        <pc:chgData name="Simone Beets" userId="5adb261a4dd6137b" providerId="LiveId" clId="{1F3AC849-F215-41EC-84EC-A04449DBE6BC}" dt="2025-03-16T09:53:50.620" v="3929" actId="47"/>
        <pc:sldMkLst>
          <pc:docMk/>
          <pc:sldMk cId="2193058390" sldId="383"/>
        </pc:sldMkLst>
      </pc:sldChg>
      <pc:sldChg chg="del">
        <pc:chgData name="Simone Beets" userId="5adb261a4dd6137b" providerId="LiveId" clId="{1F3AC849-F215-41EC-84EC-A04449DBE6BC}" dt="2025-03-16T09:53:51.623" v="3930" actId="47"/>
        <pc:sldMkLst>
          <pc:docMk/>
          <pc:sldMk cId="2755305679" sldId="384"/>
        </pc:sldMkLst>
      </pc:sldChg>
      <pc:sldChg chg="del">
        <pc:chgData name="Simone Beets" userId="5adb261a4dd6137b" providerId="LiveId" clId="{1F3AC849-F215-41EC-84EC-A04449DBE6BC}" dt="2025-03-16T09:53:52.250" v="3931" actId="47"/>
        <pc:sldMkLst>
          <pc:docMk/>
          <pc:sldMk cId="3435839152" sldId="385"/>
        </pc:sldMkLst>
      </pc:sldChg>
      <pc:sldChg chg="del">
        <pc:chgData name="Simone Beets" userId="5adb261a4dd6137b" providerId="LiveId" clId="{1F3AC849-F215-41EC-84EC-A04449DBE6BC}" dt="2025-03-16T09:53:53.137" v="3932" actId="47"/>
        <pc:sldMkLst>
          <pc:docMk/>
          <pc:sldMk cId="2665890241" sldId="386"/>
        </pc:sldMkLst>
      </pc:sldChg>
      <pc:sldChg chg="del">
        <pc:chgData name="Simone Beets" userId="5adb261a4dd6137b" providerId="LiveId" clId="{1F3AC849-F215-41EC-84EC-A04449DBE6BC}" dt="2025-03-16T09:53:54.033" v="3933" actId="47"/>
        <pc:sldMkLst>
          <pc:docMk/>
          <pc:sldMk cId="2929070598" sldId="387"/>
        </pc:sldMkLst>
      </pc:sldChg>
      <pc:sldChg chg="del">
        <pc:chgData name="Simone Beets" userId="5adb261a4dd6137b" providerId="LiveId" clId="{1F3AC849-F215-41EC-84EC-A04449DBE6BC}" dt="2025-03-16T09:53:54.698" v="3934" actId="47"/>
        <pc:sldMkLst>
          <pc:docMk/>
          <pc:sldMk cId="3566379816" sldId="388"/>
        </pc:sldMkLst>
      </pc:sldChg>
      <pc:sldChg chg="add del">
        <pc:chgData name="Simone Beets" userId="5adb261a4dd6137b" providerId="LiveId" clId="{1F3AC849-F215-41EC-84EC-A04449DBE6BC}" dt="2025-03-16T09:53:45.507" v="3923" actId="47"/>
        <pc:sldMkLst>
          <pc:docMk/>
          <pc:sldMk cId="3090960088" sldId="389"/>
        </pc:sldMkLst>
      </pc:sldChg>
      <pc:sldChg chg="modSp add mod modAnim modNotesTx">
        <pc:chgData name="Simone Beets" userId="5adb261a4dd6137b" providerId="LiveId" clId="{1F3AC849-F215-41EC-84EC-A04449DBE6BC}" dt="2025-03-16T08:11:57.016" v="1958" actId="12"/>
        <pc:sldMkLst>
          <pc:docMk/>
          <pc:sldMk cId="2684210106" sldId="390"/>
        </pc:sldMkLst>
      </pc:sldChg>
      <pc:sldChg chg="modSp add mod ord modAnim modNotesTx">
        <pc:chgData name="Simone Beets" userId="5adb261a4dd6137b" providerId="LiveId" clId="{1F3AC849-F215-41EC-84EC-A04449DBE6BC}" dt="2025-03-16T08:46:09.879" v="2584" actId="6549"/>
        <pc:sldMkLst>
          <pc:docMk/>
          <pc:sldMk cId="422397288" sldId="391"/>
        </pc:sldMkLst>
      </pc:sldChg>
      <pc:sldChg chg="addSp delSp modSp add del mod modAnim modNotesTx">
        <pc:chgData name="Simone Beets" userId="5adb261a4dd6137b" providerId="LiveId" clId="{1F3AC849-F215-41EC-84EC-A04449DBE6BC}" dt="2025-03-16T07:38:42.637" v="1217" actId="2696"/>
        <pc:sldMkLst>
          <pc:docMk/>
          <pc:sldMk cId="3668451241" sldId="392"/>
        </pc:sldMkLst>
      </pc:sldChg>
      <pc:sldChg chg="addSp modSp add mod modAnim">
        <pc:chgData name="Simone Beets" userId="5adb261a4dd6137b" providerId="LiveId" clId="{1F3AC849-F215-41EC-84EC-A04449DBE6BC}" dt="2025-03-17T04:36:47.367" v="5105" actId="1076"/>
        <pc:sldMkLst>
          <pc:docMk/>
          <pc:sldMk cId="1662032250" sldId="393"/>
        </pc:sldMkLst>
      </pc:sldChg>
      <pc:sldChg chg="addSp delSp modSp add mod addAnim delAnim modAnim modNotesTx">
        <pc:chgData name="Simone Beets" userId="5adb261a4dd6137b" providerId="LiveId" clId="{1F3AC849-F215-41EC-84EC-A04449DBE6BC}" dt="2025-03-17T04:46:05.441" v="5108" actId="6549"/>
        <pc:sldMkLst>
          <pc:docMk/>
          <pc:sldMk cId="226156491" sldId="394"/>
        </pc:sldMkLst>
      </pc:sldChg>
      <pc:sldChg chg="modSp add del mod ord modAnim">
        <pc:chgData name="Simone Beets" userId="5adb261a4dd6137b" providerId="LiveId" clId="{1F3AC849-F215-41EC-84EC-A04449DBE6BC}" dt="2025-03-16T08:00:28.692" v="1586" actId="2696"/>
        <pc:sldMkLst>
          <pc:docMk/>
          <pc:sldMk cId="2179254168" sldId="395"/>
        </pc:sldMkLst>
      </pc:sldChg>
      <pc:sldChg chg="addSp delSp modSp add mod delAnim modAnim modNotesTx">
        <pc:chgData name="Simone Beets" userId="5adb261a4dd6137b" providerId="LiveId" clId="{1F3AC849-F215-41EC-84EC-A04449DBE6BC}" dt="2025-03-17T04:36:56.714" v="5107"/>
        <pc:sldMkLst>
          <pc:docMk/>
          <pc:sldMk cId="920287109" sldId="396"/>
        </pc:sldMkLst>
      </pc:sldChg>
      <pc:sldChg chg="modSp add mod ord modAnim modNotesTx">
        <pc:chgData name="Simone Beets" userId="5adb261a4dd6137b" providerId="LiveId" clId="{1F3AC849-F215-41EC-84EC-A04449DBE6BC}" dt="2025-03-16T08:08:44.451" v="1941" actId="20577"/>
        <pc:sldMkLst>
          <pc:docMk/>
          <pc:sldMk cId="1427072437" sldId="397"/>
        </pc:sldMkLst>
      </pc:sldChg>
      <pc:sldChg chg="add del">
        <pc:chgData name="Simone Beets" userId="5adb261a4dd6137b" providerId="LiveId" clId="{1F3AC849-F215-41EC-84EC-A04449DBE6BC}" dt="2025-03-16T09:53:34.820" v="3912" actId="47"/>
        <pc:sldMkLst>
          <pc:docMk/>
          <pc:sldMk cId="4288141710" sldId="398"/>
        </pc:sldMkLst>
      </pc:sldChg>
      <pc:sldChg chg="delSp modSp add mod delAnim modAnim modNotesTx">
        <pc:chgData name="Simone Beets" userId="5adb261a4dd6137b" providerId="LiveId" clId="{1F3AC849-F215-41EC-84EC-A04449DBE6BC}" dt="2025-03-16T08:44:45.655" v="2552" actId="20577"/>
        <pc:sldMkLst>
          <pc:docMk/>
          <pc:sldMk cId="536390260" sldId="399"/>
        </pc:sldMkLst>
      </pc:sldChg>
      <pc:sldChg chg="add del">
        <pc:chgData name="Simone Beets" userId="5adb261a4dd6137b" providerId="LiveId" clId="{1F3AC849-F215-41EC-84EC-A04449DBE6BC}" dt="2025-03-16T09:53:37.636" v="3916" actId="47"/>
        <pc:sldMkLst>
          <pc:docMk/>
          <pc:sldMk cId="753274260" sldId="400"/>
        </pc:sldMkLst>
      </pc:sldChg>
      <pc:sldChg chg="modSp add mod modAnim">
        <pc:chgData name="Simone Beets" userId="5adb261a4dd6137b" providerId="LiveId" clId="{1F3AC849-F215-41EC-84EC-A04449DBE6BC}" dt="2025-03-16T08:49:46.815" v="2689" actId="20577"/>
        <pc:sldMkLst>
          <pc:docMk/>
          <pc:sldMk cId="1928756358" sldId="401"/>
        </pc:sldMkLst>
      </pc:sldChg>
      <pc:sldChg chg="addSp delSp modSp add mod delAnim modAnim">
        <pc:chgData name="Simone Beets" userId="5adb261a4dd6137b" providerId="LiveId" clId="{1F3AC849-F215-41EC-84EC-A04449DBE6BC}" dt="2025-03-16T10:23:05.876" v="3950"/>
        <pc:sldMkLst>
          <pc:docMk/>
          <pc:sldMk cId="2581493560" sldId="402"/>
        </pc:sldMkLst>
      </pc:sldChg>
      <pc:sldChg chg="addSp delSp modSp add mod addAnim delAnim modAnim modNotesTx">
        <pc:chgData name="Simone Beets" userId="5adb261a4dd6137b" providerId="LiveId" clId="{1F3AC849-F215-41EC-84EC-A04449DBE6BC}" dt="2025-03-17T18:27:10.480" v="5570" actId="20577"/>
        <pc:sldMkLst>
          <pc:docMk/>
          <pc:sldMk cId="2548823524" sldId="403"/>
        </pc:sldMkLst>
      </pc:sldChg>
      <pc:sldChg chg="modSp add mod ord modAnim modNotesTx">
        <pc:chgData name="Simone Beets" userId="5adb261a4dd6137b" providerId="LiveId" clId="{1F3AC849-F215-41EC-84EC-A04449DBE6BC}" dt="2025-03-17T04:53:13.090" v="5110" actId="20577"/>
        <pc:sldMkLst>
          <pc:docMk/>
          <pc:sldMk cId="741803763" sldId="404"/>
        </pc:sldMkLst>
      </pc:sldChg>
      <pc:sldChg chg="addSp delSp modSp add mod delAnim modAnim modNotesTx">
        <pc:chgData name="Simone Beets" userId="5adb261a4dd6137b" providerId="LiveId" clId="{1F3AC849-F215-41EC-84EC-A04449DBE6BC}" dt="2025-03-16T10:30:45.426" v="3965" actId="6549"/>
        <pc:sldMkLst>
          <pc:docMk/>
          <pc:sldMk cId="1601805029" sldId="405"/>
        </pc:sldMkLst>
      </pc:sldChg>
      <pc:sldChg chg="modSp add mod ord modAnim modNotesTx">
        <pc:chgData name="Simone Beets" userId="5adb261a4dd6137b" providerId="LiveId" clId="{1F3AC849-F215-41EC-84EC-A04449DBE6BC}" dt="2025-03-16T10:31:29.418" v="3970" actId="20577"/>
        <pc:sldMkLst>
          <pc:docMk/>
          <pc:sldMk cId="4220622377" sldId="406"/>
        </pc:sldMkLst>
      </pc:sldChg>
      <pc:sldChg chg="modSp add ord modAnim modNotesTx">
        <pc:chgData name="Simone Beets" userId="5adb261a4dd6137b" providerId="LiveId" clId="{1F3AC849-F215-41EC-84EC-A04449DBE6BC}" dt="2025-03-16T10:31:49.149" v="3974" actId="6549"/>
        <pc:sldMkLst>
          <pc:docMk/>
          <pc:sldMk cId="2242960218" sldId="407"/>
        </pc:sldMkLst>
      </pc:sldChg>
      <pc:sldChg chg="addSp delSp modSp add mod delAnim modAnim modNotesTx">
        <pc:chgData name="Simone Beets" userId="5adb261a4dd6137b" providerId="LiveId" clId="{1F3AC849-F215-41EC-84EC-A04449DBE6BC}" dt="2025-03-16T10:30:52.501" v="3966"/>
        <pc:sldMkLst>
          <pc:docMk/>
          <pc:sldMk cId="976054929" sldId="408"/>
        </pc:sldMkLst>
      </pc:sldChg>
      <pc:sldChg chg="add del">
        <pc:chgData name="Simone Beets" userId="5adb261a4dd6137b" providerId="LiveId" clId="{1F3AC849-F215-41EC-84EC-A04449DBE6BC}" dt="2025-03-16T09:15:46.771" v="3586" actId="47"/>
        <pc:sldMkLst>
          <pc:docMk/>
          <pc:sldMk cId="1278055312" sldId="408"/>
        </pc:sldMkLst>
      </pc:sldChg>
      <pc:sldChg chg="add del">
        <pc:chgData name="Simone Beets" userId="5adb261a4dd6137b" providerId="LiveId" clId="{1F3AC849-F215-41EC-84EC-A04449DBE6BC}" dt="2025-03-16T09:28:02.304" v="3677" actId="47"/>
        <pc:sldMkLst>
          <pc:docMk/>
          <pc:sldMk cId="3871225136" sldId="409"/>
        </pc:sldMkLst>
      </pc:sldChg>
      <pc:sldChg chg="addSp modSp add mod modAnim modNotesTx">
        <pc:chgData name="Simone Beets" userId="5adb261a4dd6137b" providerId="LiveId" clId="{1F3AC849-F215-41EC-84EC-A04449DBE6BC}" dt="2025-03-16T10:31:38.901" v="3971" actId="6549"/>
        <pc:sldMkLst>
          <pc:docMk/>
          <pc:sldMk cId="246443275" sldId="410"/>
        </pc:sldMkLst>
      </pc:sldChg>
      <pc:sldChg chg="delSp modSp add mod modAnim modNotesTx">
        <pc:chgData name="Simone Beets" userId="5adb261a4dd6137b" providerId="LiveId" clId="{1F3AC849-F215-41EC-84EC-A04449DBE6BC}" dt="2025-03-16T10:31:42.100" v="3972" actId="6549"/>
        <pc:sldMkLst>
          <pc:docMk/>
          <pc:sldMk cId="852655609" sldId="411"/>
        </pc:sldMkLst>
      </pc:sldChg>
      <pc:sldChg chg="delSp modSp add mod ord modAnim modNotesTx">
        <pc:chgData name="Simone Beets" userId="5adb261a4dd6137b" providerId="LiveId" clId="{1F3AC849-F215-41EC-84EC-A04449DBE6BC}" dt="2025-03-16T10:31:44.604" v="3973" actId="6549"/>
        <pc:sldMkLst>
          <pc:docMk/>
          <pc:sldMk cId="395443802" sldId="412"/>
        </pc:sldMkLst>
      </pc:sldChg>
      <pc:sldChg chg="modSp add mod modAnim modNotesTx">
        <pc:chgData name="Simone Beets" userId="5adb261a4dd6137b" providerId="LiveId" clId="{1F3AC849-F215-41EC-84EC-A04449DBE6BC}" dt="2025-03-16T10:31:51.981" v="3975" actId="6549"/>
        <pc:sldMkLst>
          <pc:docMk/>
          <pc:sldMk cId="438604043" sldId="413"/>
        </pc:sldMkLst>
      </pc:sldChg>
      <pc:sldChg chg="modSp add mod modAnim modNotesTx">
        <pc:chgData name="Simone Beets" userId="5adb261a4dd6137b" providerId="LiveId" clId="{1F3AC849-F215-41EC-84EC-A04449DBE6BC}" dt="2025-03-16T10:31:55.431" v="3976" actId="6549"/>
        <pc:sldMkLst>
          <pc:docMk/>
          <pc:sldMk cId="3096865357" sldId="414"/>
        </pc:sldMkLst>
      </pc:sldChg>
      <pc:sldChg chg="modSp add mod modAnim modNotesTx">
        <pc:chgData name="Simone Beets" userId="5adb261a4dd6137b" providerId="LiveId" clId="{1F3AC849-F215-41EC-84EC-A04449DBE6BC}" dt="2025-03-16T10:36:49.868" v="4468" actId="20577"/>
        <pc:sldMkLst>
          <pc:docMk/>
          <pc:sldMk cId="3654530391" sldId="415"/>
        </pc:sldMkLst>
      </pc:sldChg>
      <pc:sldChg chg="modSp add modAnim modNotesTx">
        <pc:chgData name="Simone Beets" userId="5adb261a4dd6137b" providerId="LiveId" clId="{1F3AC849-F215-41EC-84EC-A04449DBE6BC}" dt="2025-03-16T10:33:08.804" v="4076" actId="20577"/>
        <pc:sldMkLst>
          <pc:docMk/>
          <pc:sldMk cId="3180297522" sldId="416"/>
        </pc:sldMkLst>
      </pc:sldChg>
      <pc:sldChg chg="modSp add mod ord modNotesTx">
        <pc:chgData name="Simone Beets" userId="5adb261a4dd6137b" providerId="LiveId" clId="{1F3AC849-F215-41EC-84EC-A04449DBE6BC}" dt="2025-03-17T18:28:03.640" v="5646" actId="5793"/>
        <pc:sldMkLst>
          <pc:docMk/>
          <pc:sldMk cId="2083726452" sldId="417"/>
        </pc:sldMkLst>
      </pc:sldChg>
      <pc:sldChg chg="add">
        <pc:chgData name="Simone Beets" userId="5adb261a4dd6137b" providerId="LiveId" clId="{1F3AC849-F215-41EC-84EC-A04449DBE6BC}" dt="2025-03-16T10:20:13.543" v="3935" actId="2890"/>
        <pc:sldMkLst>
          <pc:docMk/>
          <pc:sldMk cId="3637301509" sldId="418"/>
        </pc:sldMkLst>
      </pc:sldChg>
      <pc:sldChg chg="add modNotesTx">
        <pc:chgData name="Simone Beets" userId="5adb261a4dd6137b" providerId="LiveId" clId="{1F3AC849-F215-41EC-84EC-A04449DBE6BC}" dt="2025-03-17T18:26:30.771" v="5568" actId="20577"/>
        <pc:sldMkLst>
          <pc:docMk/>
          <pc:sldMk cId="4218234025" sldId="419"/>
        </pc:sldMkLst>
      </pc:sldChg>
      <pc:sldChg chg="addSp delSp modSp add mod ord modAnim">
        <pc:chgData name="Simone Beets" userId="5adb261a4dd6137b" providerId="LiveId" clId="{1F3AC849-F215-41EC-84EC-A04449DBE6BC}" dt="2025-03-17T06:36:50.868" v="5504"/>
        <pc:sldMkLst>
          <pc:docMk/>
          <pc:sldMk cId="2673821010" sldId="420"/>
        </pc:sldMkLst>
      </pc:sldChg>
      <pc:sldChg chg="modSp add mod ord modAnim">
        <pc:chgData name="Simone Beets" userId="5adb261a4dd6137b" providerId="LiveId" clId="{1F3AC849-F215-41EC-84EC-A04449DBE6BC}" dt="2025-03-17T06:39:04.103" v="5564" actId="20577"/>
        <pc:sldMkLst>
          <pc:docMk/>
          <pc:sldMk cId="3254186665" sldId="421"/>
        </pc:sldMkLst>
      </pc:sldChg>
    </pc:docChg>
  </pc:docChgLst>
  <pc:docChgLst>
    <pc:chgData name="Simone Beets" userId="5adb261a4dd6137b" providerId="LiveId" clId="{737403A7-CBCD-479B-BA12-77557D72448E}"/>
    <pc:docChg chg="undo custSel addSld delSld modSld sldOrd">
      <pc:chgData name="Simone Beets" userId="5adb261a4dd6137b" providerId="LiveId" clId="{737403A7-CBCD-479B-BA12-77557D72448E}" dt="2025-02-25T08:23:09.708" v="5143" actId="6549"/>
      <pc:docMkLst>
        <pc:docMk/>
      </pc:docMkLst>
      <pc:sldChg chg="delSp modSp mod ord modNotesTx">
        <pc:chgData name="Simone Beets" userId="5adb261a4dd6137b" providerId="LiveId" clId="{737403A7-CBCD-479B-BA12-77557D72448E}" dt="2025-02-24T08:11:07.535" v="5130" actId="478"/>
        <pc:sldMkLst>
          <pc:docMk/>
          <pc:sldMk cId="0" sldId="257"/>
        </pc:sldMkLst>
      </pc:sldChg>
      <pc:sldChg chg="del">
        <pc:chgData name="Simone Beets" userId="5adb261a4dd6137b" providerId="LiveId" clId="{737403A7-CBCD-479B-BA12-77557D72448E}" dt="2025-02-23T20:51:18.554" v="3509" actId="47"/>
        <pc:sldMkLst>
          <pc:docMk/>
          <pc:sldMk cId="0" sldId="258"/>
        </pc:sldMkLst>
      </pc:sldChg>
      <pc:sldChg chg="del">
        <pc:chgData name="Simone Beets" userId="5adb261a4dd6137b" providerId="LiveId" clId="{737403A7-CBCD-479B-BA12-77557D72448E}" dt="2025-02-23T20:50:45.434" v="3499" actId="47"/>
        <pc:sldMkLst>
          <pc:docMk/>
          <pc:sldMk cId="0" sldId="267"/>
        </pc:sldMkLst>
      </pc:sldChg>
      <pc:sldChg chg="modSp mod">
        <pc:chgData name="Simone Beets" userId="5adb261a4dd6137b" providerId="LiveId" clId="{737403A7-CBCD-479B-BA12-77557D72448E}" dt="2025-02-23T19:44:28.298" v="50" actId="20577"/>
        <pc:sldMkLst>
          <pc:docMk/>
          <pc:sldMk cId="0" sldId="271"/>
        </pc:sldMkLst>
        <pc:spChg chg="mod">
          <ac:chgData name="Simone Beets" userId="5adb261a4dd6137b" providerId="LiveId" clId="{737403A7-CBCD-479B-BA12-77557D72448E}" dt="2025-02-23T19:44:28.298" v="50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addSp delSp modSp del mod">
        <pc:chgData name="Simone Beets" userId="5adb261a4dd6137b" providerId="LiveId" clId="{737403A7-CBCD-479B-BA12-77557D72448E}" dt="2025-02-23T20:54:00.747" v="3656" actId="2696"/>
        <pc:sldMkLst>
          <pc:docMk/>
          <pc:sldMk cId="0" sldId="272"/>
        </pc:sldMkLst>
      </pc:sldChg>
      <pc:sldChg chg="del">
        <pc:chgData name="Simone Beets" userId="5adb261a4dd6137b" providerId="LiveId" clId="{737403A7-CBCD-479B-BA12-77557D72448E}" dt="2025-02-23T20:46:22.389" v="3388" actId="47"/>
        <pc:sldMkLst>
          <pc:docMk/>
          <pc:sldMk cId="0" sldId="273"/>
        </pc:sldMkLst>
      </pc:sldChg>
      <pc:sldChg chg="addSp delSp modSp mod ord modTransition modNotesTx">
        <pc:chgData name="Simone Beets" userId="5adb261a4dd6137b" providerId="LiveId" clId="{737403A7-CBCD-479B-BA12-77557D72448E}" dt="2025-02-23T22:06:24.558" v="5023" actId="20577"/>
        <pc:sldMkLst>
          <pc:docMk/>
          <pc:sldMk cId="0" sldId="274"/>
        </pc:sldMkLst>
      </pc:sldChg>
      <pc:sldChg chg="del">
        <pc:chgData name="Simone Beets" userId="5adb261a4dd6137b" providerId="LiveId" clId="{737403A7-CBCD-479B-BA12-77557D72448E}" dt="2025-02-23T20:46:24.091" v="3389" actId="47"/>
        <pc:sldMkLst>
          <pc:docMk/>
          <pc:sldMk cId="0" sldId="275"/>
        </pc:sldMkLst>
      </pc:sldChg>
      <pc:sldChg chg="modSp mod">
        <pc:chgData name="Simone Beets" userId="5adb261a4dd6137b" providerId="LiveId" clId="{737403A7-CBCD-479B-BA12-77557D72448E}" dt="2025-02-23T21:44:55.874" v="4929" actId="15"/>
        <pc:sldMkLst>
          <pc:docMk/>
          <pc:sldMk cId="0" sldId="276"/>
        </pc:sldMkLst>
      </pc:sldChg>
      <pc:sldChg chg="modSp mod">
        <pc:chgData name="Simone Beets" userId="5adb261a4dd6137b" providerId="LiveId" clId="{737403A7-CBCD-479B-BA12-77557D72448E}" dt="2025-02-24T08:10:47.210" v="5127"/>
        <pc:sldMkLst>
          <pc:docMk/>
          <pc:sldMk cId="0" sldId="277"/>
        </pc:sldMkLst>
      </pc:sldChg>
      <pc:sldChg chg="del">
        <pc:chgData name="Simone Beets" userId="5adb261a4dd6137b" providerId="LiveId" clId="{737403A7-CBCD-479B-BA12-77557D72448E}" dt="2025-02-23T20:51:05.557" v="3506" actId="47"/>
        <pc:sldMkLst>
          <pc:docMk/>
          <pc:sldMk cId="0" sldId="278"/>
        </pc:sldMkLst>
      </pc:sldChg>
      <pc:sldChg chg="del">
        <pc:chgData name="Simone Beets" userId="5adb261a4dd6137b" providerId="LiveId" clId="{737403A7-CBCD-479B-BA12-77557D72448E}" dt="2025-02-23T20:50:47.073" v="3500" actId="47"/>
        <pc:sldMkLst>
          <pc:docMk/>
          <pc:sldMk cId="0" sldId="280"/>
        </pc:sldMkLst>
      </pc:sldChg>
      <pc:sldChg chg="del">
        <pc:chgData name="Simone Beets" userId="5adb261a4dd6137b" providerId="LiveId" clId="{737403A7-CBCD-479B-BA12-77557D72448E}" dt="2025-02-23T20:50:47.694" v="3501" actId="47"/>
        <pc:sldMkLst>
          <pc:docMk/>
          <pc:sldMk cId="0" sldId="281"/>
        </pc:sldMkLst>
      </pc:sldChg>
      <pc:sldChg chg="del">
        <pc:chgData name="Simone Beets" userId="5adb261a4dd6137b" providerId="LiveId" clId="{737403A7-CBCD-479B-BA12-77557D72448E}" dt="2025-02-23T20:50:54.496" v="3502" actId="47"/>
        <pc:sldMkLst>
          <pc:docMk/>
          <pc:sldMk cId="0" sldId="282"/>
        </pc:sldMkLst>
      </pc:sldChg>
      <pc:sldChg chg="del">
        <pc:chgData name="Simone Beets" userId="5adb261a4dd6137b" providerId="LiveId" clId="{737403A7-CBCD-479B-BA12-77557D72448E}" dt="2025-02-23T20:51:00.268" v="3503" actId="47"/>
        <pc:sldMkLst>
          <pc:docMk/>
          <pc:sldMk cId="0" sldId="283"/>
        </pc:sldMkLst>
      </pc:sldChg>
      <pc:sldChg chg="del">
        <pc:chgData name="Simone Beets" userId="5adb261a4dd6137b" providerId="LiveId" clId="{737403A7-CBCD-479B-BA12-77557D72448E}" dt="2025-02-23T20:51:04.504" v="3505" actId="47"/>
        <pc:sldMkLst>
          <pc:docMk/>
          <pc:sldMk cId="0" sldId="284"/>
        </pc:sldMkLst>
      </pc:sldChg>
      <pc:sldChg chg="del">
        <pc:chgData name="Simone Beets" userId="5adb261a4dd6137b" providerId="LiveId" clId="{737403A7-CBCD-479B-BA12-77557D72448E}" dt="2025-02-23T20:51:15.542" v="3507" actId="47"/>
        <pc:sldMkLst>
          <pc:docMk/>
          <pc:sldMk cId="0" sldId="285"/>
        </pc:sldMkLst>
      </pc:sldChg>
      <pc:sldChg chg="del">
        <pc:chgData name="Simone Beets" userId="5adb261a4dd6137b" providerId="LiveId" clId="{737403A7-CBCD-479B-BA12-77557D72448E}" dt="2025-02-23T20:51:19.628" v="3510" actId="47"/>
        <pc:sldMkLst>
          <pc:docMk/>
          <pc:sldMk cId="0" sldId="286"/>
        </pc:sldMkLst>
      </pc:sldChg>
      <pc:sldChg chg="del">
        <pc:chgData name="Simone Beets" userId="5adb261a4dd6137b" providerId="LiveId" clId="{737403A7-CBCD-479B-BA12-77557D72448E}" dt="2025-02-23T20:51:17.251" v="3508" actId="47"/>
        <pc:sldMkLst>
          <pc:docMk/>
          <pc:sldMk cId="0" sldId="287"/>
        </pc:sldMkLst>
      </pc:sldChg>
      <pc:sldChg chg="del">
        <pc:chgData name="Simone Beets" userId="5adb261a4dd6137b" providerId="LiveId" clId="{737403A7-CBCD-479B-BA12-77557D72448E}" dt="2025-02-23T20:51:24.649" v="3515" actId="47"/>
        <pc:sldMkLst>
          <pc:docMk/>
          <pc:sldMk cId="0" sldId="289"/>
        </pc:sldMkLst>
      </pc:sldChg>
      <pc:sldChg chg="del">
        <pc:chgData name="Simone Beets" userId="5adb261a4dd6137b" providerId="LiveId" clId="{737403A7-CBCD-479B-BA12-77557D72448E}" dt="2025-02-23T20:51:21.360" v="3512" actId="47"/>
        <pc:sldMkLst>
          <pc:docMk/>
          <pc:sldMk cId="0" sldId="290"/>
        </pc:sldMkLst>
      </pc:sldChg>
      <pc:sldChg chg="del">
        <pc:chgData name="Simone Beets" userId="5adb261a4dd6137b" providerId="LiveId" clId="{737403A7-CBCD-479B-BA12-77557D72448E}" dt="2025-02-23T20:51:20.530" v="3511" actId="47"/>
        <pc:sldMkLst>
          <pc:docMk/>
          <pc:sldMk cId="0" sldId="291"/>
        </pc:sldMkLst>
      </pc:sldChg>
      <pc:sldChg chg="del">
        <pc:chgData name="Simone Beets" userId="5adb261a4dd6137b" providerId="LiveId" clId="{737403A7-CBCD-479B-BA12-77557D72448E}" dt="2025-02-23T20:51:22.551" v="3513" actId="47"/>
        <pc:sldMkLst>
          <pc:docMk/>
          <pc:sldMk cId="0" sldId="292"/>
        </pc:sldMkLst>
      </pc:sldChg>
      <pc:sldChg chg="del">
        <pc:chgData name="Simone Beets" userId="5adb261a4dd6137b" providerId="LiveId" clId="{737403A7-CBCD-479B-BA12-77557D72448E}" dt="2025-02-23T20:51:23.729" v="3514" actId="47"/>
        <pc:sldMkLst>
          <pc:docMk/>
          <pc:sldMk cId="0" sldId="293"/>
        </pc:sldMkLst>
      </pc:sldChg>
      <pc:sldChg chg="del">
        <pc:chgData name="Simone Beets" userId="5adb261a4dd6137b" providerId="LiveId" clId="{737403A7-CBCD-479B-BA12-77557D72448E}" dt="2025-02-23T20:51:25.272" v="3516" actId="47"/>
        <pc:sldMkLst>
          <pc:docMk/>
          <pc:sldMk cId="0" sldId="294"/>
        </pc:sldMkLst>
      </pc:sldChg>
      <pc:sldChg chg="del">
        <pc:chgData name="Simone Beets" userId="5adb261a4dd6137b" providerId="LiveId" clId="{737403A7-CBCD-479B-BA12-77557D72448E}" dt="2025-02-23T20:51:26.690" v="3518" actId="47"/>
        <pc:sldMkLst>
          <pc:docMk/>
          <pc:sldMk cId="0" sldId="295"/>
        </pc:sldMkLst>
      </pc:sldChg>
      <pc:sldChg chg="del">
        <pc:chgData name="Simone Beets" userId="5adb261a4dd6137b" providerId="LiveId" clId="{737403A7-CBCD-479B-BA12-77557D72448E}" dt="2025-02-23T20:51:27.506" v="3519" actId="47"/>
        <pc:sldMkLst>
          <pc:docMk/>
          <pc:sldMk cId="0" sldId="296"/>
        </pc:sldMkLst>
      </pc:sldChg>
      <pc:sldChg chg="del">
        <pc:chgData name="Simone Beets" userId="5adb261a4dd6137b" providerId="LiveId" clId="{737403A7-CBCD-479B-BA12-77557D72448E}" dt="2025-02-23T20:51:28.018" v="3520" actId="47"/>
        <pc:sldMkLst>
          <pc:docMk/>
          <pc:sldMk cId="0" sldId="297"/>
        </pc:sldMkLst>
      </pc:sldChg>
      <pc:sldChg chg="del">
        <pc:chgData name="Simone Beets" userId="5adb261a4dd6137b" providerId="LiveId" clId="{737403A7-CBCD-479B-BA12-77557D72448E}" dt="2025-02-23T20:51:29.508" v="3521" actId="47"/>
        <pc:sldMkLst>
          <pc:docMk/>
          <pc:sldMk cId="0" sldId="298"/>
        </pc:sldMkLst>
      </pc:sldChg>
      <pc:sldChg chg="del">
        <pc:chgData name="Simone Beets" userId="5adb261a4dd6137b" providerId="LiveId" clId="{737403A7-CBCD-479B-BA12-77557D72448E}" dt="2025-02-23T20:51:30.775" v="3522" actId="47"/>
        <pc:sldMkLst>
          <pc:docMk/>
          <pc:sldMk cId="0" sldId="299"/>
        </pc:sldMkLst>
      </pc:sldChg>
      <pc:sldChg chg="del">
        <pc:chgData name="Simone Beets" userId="5adb261a4dd6137b" providerId="LiveId" clId="{737403A7-CBCD-479B-BA12-77557D72448E}" dt="2025-02-23T20:51:31.281" v="3523" actId="47"/>
        <pc:sldMkLst>
          <pc:docMk/>
          <pc:sldMk cId="0" sldId="300"/>
        </pc:sldMkLst>
      </pc:sldChg>
      <pc:sldChg chg="del">
        <pc:chgData name="Simone Beets" userId="5adb261a4dd6137b" providerId="LiveId" clId="{737403A7-CBCD-479B-BA12-77557D72448E}" dt="2025-02-23T20:51:32.505" v="3524" actId="47"/>
        <pc:sldMkLst>
          <pc:docMk/>
          <pc:sldMk cId="0" sldId="301"/>
        </pc:sldMkLst>
      </pc:sldChg>
      <pc:sldChg chg="del">
        <pc:chgData name="Simone Beets" userId="5adb261a4dd6137b" providerId="LiveId" clId="{737403A7-CBCD-479B-BA12-77557D72448E}" dt="2025-02-23T20:51:33.484" v="3525" actId="47"/>
        <pc:sldMkLst>
          <pc:docMk/>
          <pc:sldMk cId="0" sldId="302"/>
        </pc:sldMkLst>
      </pc:sldChg>
      <pc:sldChg chg="del">
        <pc:chgData name="Simone Beets" userId="5adb261a4dd6137b" providerId="LiveId" clId="{737403A7-CBCD-479B-BA12-77557D72448E}" dt="2025-02-23T20:51:34.442" v="3526" actId="47"/>
        <pc:sldMkLst>
          <pc:docMk/>
          <pc:sldMk cId="0" sldId="303"/>
        </pc:sldMkLst>
      </pc:sldChg>
      <pc:sldChg chg="del">
        <pc:chgData name="Simone Beets" userId="5adb261a4dd6137b" providerId="LiveId" clId="{737403A7-CBCD-479B-BA12-77557D72448E}" dt="2025-02-23T20:51:34.922" v="3527" actId="47"/>
        <pc:sldMkLst>
          <pc:docMk/>
          <pc:sldMk cId="0" sldId="304"/>
        </pc:sldMkLst>
      </pc:sldChg>
      <pc:sldChg chg="del">
        <pc:chgData name="Simone Beets" userId="5adb261a4dd6137b" providerId="LiveId" clId="{737403A7-CBCD-479B-BA12-77557D72448E}" dt="2025-02-23T20:51:35.866" v="3528" actId="47"/>
        <pc:sldMkLst>
          <pc:docMk/>
          <pc:sldMk cId="0" sldId="305"/>
        </pc:sldMkLst>
      </pc:sldChg>
      <pc:sldChg chg="del">
        <pc:chgData name="Simone Beets" userId="5adb261a4dd6137b" providerId="LiveId" clId="{737403A7-CBCD-479B-BA12-77557D72448E}" dt="2025-02-23T20:51:36.388" v="3529" actId="47"/>
        <pc:sldMkLst>
          <pc:docMk/>
          <pc:sldMk cId="0" sldId="306"/>
        </pc:sldMkLst>
      </pc:sldChg>
      <pc:sldChg chg="del">
        <pc:chgData name="Simone Beets" userId="5adb261a4dd6137b" providerId="LiveId" clId="{737403A7-CBCD-479B-BA12-77557D72448E}" dt="2025-02-23T20:51:37.321" v="3530" actId="47"/>
        <pc:sldMkLst>
          <pc:docMk/>
          <pc:sldMk cId="0" sldId="307"/>
        </pc:sldMkLst>
      </pc:sldChg>
      <pc:sldChg chg="del">
        <pc:chgData name="Simone Beets" userId="5adb261a4dd6137b" providerId="LiveId" clId="{737403A7-CBCD-479B-BA12-77557D72448E}" dt="2025-02-23T20:51:37.763" v="3531" actId="47"/>
        <pc:sldMkLst>
          <pc:docMk/>
          <pc:sldMk cId="0" sldId="308"/>
        </pc:sldMkLst>
      </pc:sldChg>
      <pc:sldChg chg="del">
        <pc:chgData name="Simone Beets" userId="5adb261a4dd6137b" providerId="LiveId" clId="{737403A7-CBCD-479B-BA12-77557D72448E}" dt="2025-02-23T20:51:38.954" v="3532" actId="47"/>
        <pc:sldMkLst>
          <pc:docMk/>
          <pc:sldMk cId="0" sldId="309"/>
        </pc:sldMkLst>
      </pc:sldChg>
      <pc:sldChg chg="del">
        <pc:chgData name="Simone Beets" userId="5adb261a4dd6137b" providerId="LiveId" clId="{737403A7-CBCD-479B-BA12-77557D72448E}" dt="2025-02-23T20:51:39.284" v="3533" actId="47"/>
        <pc:sldMkLst>
          <pc:docMk/>
          <pc:sldMk cId="0" sldId="310"/>
        </pc:sldMkLst>
      </pc:sldChg>
      <pc:sldChg chg="del">
        <pc:chgData name="Simone Beets" userId="5adb261a4dd6137b" providerId="LiveId" clId="{737403A7-CBCD-479B-BA12-77557D72448E}" dt="2025-02-23T20:51:41.146" v="3535" actId="47"/>
        <pc:sldMkLst>
          <pc:docMk/>
          <pc:sldMk cId="0" sldId="311"/>
        </pc:sldMkLst>
      </pc:sldChg>
      <pc:sldChg chg="del">
        <pc:chgData name="Simone Beets" userId="5adb261a4dd6137b" providerId="LiveId" clId="{737403A7-CBCD-479B-BA12-77557D72448E}" dt="2025-02-23T20:51:42.219" v="3536" actId="47"/>
        <pc:sldMkLst>
          <pc:docMk/>
          <pc:sldMk cId="0" sldId="313"/>
        </pc:sldMkLst>
      </pc:sldChg>
      <pc:sldChg chg="del">
        <pc:chgData name="Simone Beets" userId="5adb261a4dd6137b" providerId="LiveId" clId="{737403A7-CBCD-479B-BA12-77557D72448E}" dt="2025-02-23T20:51:40.498" v="3534" actId="47"/>
        <pc:sldMkLst>
          <pc:docMk/>
          <pc:sldMk cId="0" sldId="314"/>
        </pc:sldMkLst>
      </pc:sldChg>
      <pc:sldChg chg="del">
        <pc:chgData name="Simone Beets" userId="5adb261a4dd6137b" providerId="LiveId" clId="{737403A7-CBCD-479B-BA12-77557D72448E}" dt="2025-02-23T20:51:42.756" v="3537" actId="47"/>
        <pc:sldMkLst>
          <pc:docMk/>
          <pc:sldMk cId="0" sldId="315"/>
        </pc:sldMkLst>
      </pc:sldChg>
      <pc:sldChg chg="del">
        <pc:chgData name="Simone Beets" userId="5adb261a4dd6137b" providerId="LiveId" clId="{737403A7-CBCD-479B-BA12-77557D72448E}" dt="2025-02-23T20:51:43.974" v="3538" actId="47"/>
        <pc:sldMkLst>
          <pc:docMk/>
          <pc:sldMk cId="0" sldId="316"/>
        </pc:sldMkLst>
      </pc:sldChg>
      <pc:sldChg chg="del">
        <pc:chgData name="Simone Beets" userId="5adb261a4dd6137b" providerId="LiveId" clId="{737403A7-CBCD-479B-BA12-77557D72448E}" dt="2025-02-23T20:46:25.308" v="3390" actId="47"/>
        <pc:sldMkLst>
          <pc:docMk/>
          <pc:sldMk cId="0" sldId="317"/>
        </pc:sldMkLst>
      </pc:sldChg>
      <pc:sldChg chg="del">
        <pc:chgData name="Simone Beets" userId="5adb261a4dd6137b" providerId="LiveId" clId="{737403A7-CBCD-479B-BA12-77557D72448E}" dt="2025-02-23T20:50:44.898" v="3498" actId="47"/>
        <pc:sldMkLst>
          <pc:docMk/>
          <pc:sldMk cId="0" sldId="319"/>
        </pc:sldMkLst>
      </pc:sldChg>
      <pc:sldChg chg="del">
        <pc:chgData name="Simone Beets" userId="5adb261a4dd6137b" providerId="LiveId" clId="{737403A7-CBCD-479B-BA12-77557D72448E}" dt="2025-02-23T20:51:26.209" v="3517" actId="47"/>
        <pc:sldMkLst>
          <pc:docMk/>
          <pc:sldMk cId="0" sldId="320"/>
        </pc:sldMkLst>
      </pc:sldChg>
      <pc:sldChg chg="addSp modSp mod">
        <pc:chgData name="Simone Beets" userId="5adb261a4dd6137b" providerId="LiveId" clId="{737403A7-CBCD-479B-BA12-77557D72448E}" dt="2025-02-23T20:53:40.959" v="3655" actId="20577"/>
        <pc:sldMkLst>
          <pc:docMk/>
          <pc:sldMk cId="0" sldId="321"/>
        </pc:sldMkLst>
      </pc:sldChg>
      <pc:sldChg chg="del">
        <pc:chgData name="Simone Beets" userId="5adb261a4dd6137b" providerId="LiveId" clId="{737403A7-CBCD-479B-BA12-77557D72448E}" dt="2025-02-23T20:51:03.025" v="3504" actId="47"/>
        <pc:sldMkLst>
          <pc:docMk/>
          <pc:sldMk cId="0" sldId="322"/>
        </pc:sldMkLst>
      </pc:sldChg>
      <pc:sldChg chg="addSp delSp modSp add mod modAnim modNotesTx">
        <pc:chgData name="Simone Beets" userId="5adb261a4dd6137b" providerId="LiveId" clId="{737403A7-CBCD-479B-BA12-77557D72448E}" dt="2025-02-24T08:11:03.536" v="5128" actId="478"/>
        <pc:sldMkLst>
          <pc:docMk/>
          <pc:sldMk cId="465305782" sldId="323"/>
        </pc:sldMkLst>
      </pc:sldChg>
      <pc:sldChg chg="addSp delSp modSp add modAnim modNotesTx">
        <pc:chgData name="Simone Beets" userId="5adb261a4dd6137b" providerId="LiveId" clId="{737403A7-CBCD-479B-BA12-77557D72448E}" dt="2025-02-24T08:11:05.903" v="5129" actId="478"/>
        <pc:sldMkLst>
          <pc:docMk/>
          <pc:sldMk cId="2369434495" sldId="324"/>
        </pc:sldMkLst>
      </pc:sldChg>
      <pc:sldChg chg="addSp delSp modSp add mod addAnim delAnim modAnim modNotesTx">
        <pc:chgData name="Simone Beets" userId="5adb261a4dd6137b" providerId="LiveId" clId="{737403A7-CBCD-479B-BA12-77557D72448E}" dt="2025-02-25T08:23:09.708" v="5143" actId="6549"/>
        <pc:sldMkLst>
          <pc:docMk/>
          <pc:sldMk cId="1526733309" sldId="325"/>
        </pc:sldMkLst>
      </pc:sldChg>
      <pc:sldChg chg="addSp delSp modSp add mod delAnim modNotesTx">
        <pc:chgData name="Simone Beets" userId="5adb261a4dd6137b" providerId="LiveId" clId="{737403A7-CBCD-479B-BA12-77557D72448E}" dt="2025-02-24T08:11:10.880" v="5132" actId="478"/>
        <pc:sldMkLst>
          <pc:docMk/>
          <pc:sldMk cId="4035415485" sldId="326"/>
        </pc:sldMkLst>
      </pc:sldChg>
      <pc:sldChg chg="delSp modSp add mod ord delAnim modNotesTx">
        <pc:chgData name="Simone Beets" userId="5adb261a4dd6137b" providerId="LiveId" clId="{737403A7-CBCD-479B-BA12-77557D72448E}" dt="2025-02-24T08:11:12.271" v="5133" actId="478"/>
        <pc:sldMkLst>
          <pc:docMk/>
          <pc:sldMk cId="349174243" sldId="327"/>
        </pc:sldMkLst>
      </pc:sldChg>
      <pc:sldChg chg="delSp modSp add mod modNotesTx">
        <pc:chgData name="Simone Beets" userId="5adb261a4dd6137b" providerId="LiveId" clId="{737403A7-CBCD-479B-BA12-77557D72448E}" dt="2025-02-24T08:11:14.575" v="5134" actId="478"/>
        <pc:sldMkLst>
          <pc:docMk/>
          <pc:sldMk cId="1334398919" sldId="328"/>
        </pc:sldMkLst>
      </pc:sldChg>
      <pc:sldChg chg="delSp modSp add mod modNotesTx">
        <pc:chgData name="Simone Beets" userId="5adb261a4dd6137b" providerId="LiveId" clId="{737403A7-CBCD-479B-BA12-77557D72448E}" dt="2025-02-24T08:11:16.622" v="5135" actId="478"/>
        <pc:sldMkLst>
          <pc:docMk/>
          <pc:sldMk cId="3603584948" sldId="329"/>
        </pc:sldMkLst>
      </pc:sldChg>
      <pc:sldChg chg="delSp modSp add mod modNotesTx">
        <pc:chgData name="Simone Beets" userId="5adb261a4dd6137b" providerId="LiveId" clId="{737403A7-CBCD-479B-BA12-77557D72448E}" dt="2025-02-24T08:11:17.983" v="5136" actId="478"/>
        <pc:sldMkLst>
          <pc:docMk/>
          <pc:sldMk cId="853854565" sldId="330"/>
        </pc:sldMkLst>
      </pc:sldChg>
      <pc:sldChg chg="delSp modSp add mod modNotesTx">
        <pc:chgData name="Simone Beets" userId="5adb261a4dd6137b" providerId="LiveId" clId="{737403A7-CBCD-479B-BA12-77557D72448E}" dt="2025-02-24T08:11:19.263" v="5137" actId="478"/>
        <pc:sldMkLst>
          <pc:docMk/>
          <pc:sldMk cId="3484037023" sldId="331"/>
        </pc:sldMkLst>
      </pc:sldChg>
      <pc:sldChg chg="delSp modSp add mod modNotesTx">
        <pc:chgData name="Simone Beets" userId="5adb261a4dd6137b" providerId="LiveId" clId="{737403A7-CBCD-479B-BA12-77557D72448E}" dt="2025-02-24T08:11:20.688" v="5138" actId="478"/>
        <pc:sldMkLst>
          <pc:docMk/>
          <pc:sldMk cId="3083429794" sldId="332"/>
        </pc:sldMkLst>
      </pc:sldChg>
      <pc:sldChg chg="addSp delSp modSp add mod addAnim delAnim modAnim modNotesTx">
        <pc:chgData name="Simone Beets" userId="5adb261a4dd6137b" providerId="LiveId" clId="{737403A7-CBCD-479B-BA12-77557D72448E}" dt="2025-02-24T08:11:23.534" v="5139" actId="478"/>
        <pc:sldMkLst>
          <pc:docMk/>
          <pc:sldMk cId="911306211" sldId="333"/>
        </pc:sldMkLst>
      </pc:sldChg>
      <pc:sldChg chg="add del">
        <pc:chgData name="Simone Beets" userId="5adb261a4dd6137b" providerId="LiveId" clId="{737403A7-CBCD-479B-BA12-77557D72448E}" dt="2025-02-23T20:46:21.811" v="3387" actId="47"/>
        <pc:sldMkLst>
          <pc:docMk/>
          <pc:sldMk cId="1424463807" sldId="334"/>
        </pc:sldMkLst>
      </pc:sldChg>
      <pc:sldChg chg="modSp add mod modTransition modNotesTx">
        <pc:chgData name="Simone Beets" userId="5adb261a4dd6137b" providerId="LiveId" clId="{737403A7-CBCD-479B-BA12-77557D72448E}" dt="2025-02-23T22:06:27.819" v="5024" actId="20577"/>
        <pc:sldMkLst>
          <pc:docMk/>
          <pc:sldMk cId="1550497282" sldId="335"/>
        </pc:sldMkLst>
      </pc:sldChg>
      <pc:sldChg chg="modSp add mod modTransition modNotesTx">
        <pc:chgData name="Simone Beets" userId="5adb261a4dd6137b" providerId="LiveId" clId="{737403A7-CBCD-479B-BA12-77557D72448E}" dt="2025-02-23T22:06:29.629" v="5025" actId="20577"/>
        <pc:sldMkLst>
          <pc:docMk/>
          <pc:sldMk cId="2128091170" sldId="336"/>
        </pc:sldMkLst>
      </pc:sldChg>
      <pc:sldChg chg="modSp add mod modTransition modNotesTx">
        <pc:chgData name="Simone Beets" userId="5adb261a4dd6137b" providerId="LiveId" clId="{737403A7-CBCD-479B-BA12-77557D72448E}" dt="2025-02-23T22:06:31.306" v="5026" actId="20577"/>
        <pc:sldMkLst>
          <pc:docMk/>
          <pc:sldMk cId="3352296232" sldId="337"/>
        </pc:sldMkLst>
      </pc:sldChg>
      <pc:sldChg chg="modSp add mod modTransition modNotesTx">
        <pc:chgData name="Simone Beets" userId="5adb261a4dd6137b" providerId="LiveId" clId="{737403A7-CBCD-479B-BA12-77557D72448E}" dt="2025-02-23T21:43:07.283" v="4926" actId="20577"/>
        <pc:sldMkLst>
          <pc:docMk/>
          <pc:sldMk cId="2679042903" sldId="33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1E4CDE-FA9F-4F8B-9056-535E8922050D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2ED1690C-86AD-49F3-9538-D6C2B8A0C404}">
      <dgm:prSet phldrT="[Text]"/>
      <dgm:spPr>
        <a:solidFill>
          <a:srgbClr val="002060"/>
        </a:solidFill>
      </dgm:spPr>
      <dgm:t>
        <a:bodyPr/>
        <a:lstStyle/>
        <a:p>
          <a:r>
            <a:rPr lang="en-US" altLang="en-US" dirty="0"/>
            <a:t>Typical UIs</a:t>
          </a:r>
          <a:endParaRPr lang="en-ZA" dirty="0"/>
        </a:p>
      </dgm:t>
    </dgm:pt>
    <dgm:pt modelId="{D0409BE9-5284-493C-83A6-9D44E207E085}" type="parTrans" cxnId="{42DF5689-5BE4-4C74-B508-676739928364}">
      <dgm:prSet/>
      <dgm:spPr/>
      <dgm:t>
        <a:bodyPr/>
        <a:lstStyle/>
        <a:p>
          <a:endParaRPr lang="en-ZA"/>
        </a:p>
      </dgm:t>
    </dgm:pt>
    <dgm:pt modelId="{98A44B05-3F0A-412C-8074-A7639B0FE630}" type="sibTrans" cxnId="{42DF5689-5BE4-4C74-B508-676739928364}">
      <dgm:prSet/>
      <dgm:spPr>
        <a:ln w="38100"/>
      </dgm:spPr>
      <dgm:t>
        <a:bodyPr/>
        <a:lstStyle/>
        <a:p>
          <a:endParaRPr lang="en-ZA"/>
        </a:p>
      </dgm:t>
    </dgm:pt>
    <dgm:pt modelId="{73A99919-AD61-4670-9B05-0210C47991AF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altLang="en-US" dirty="0"/>
            <a:t>MVC pattern</a:t>
          </a:r>
          <a:endParaRPr lang="en-ZA" dirty="0"/>
        </a:p>
      </dgm:t>
    </dgm:pt>
    <dgm:pt modelId="{E69543CA-5898-41D7-9788-098ACD5FE61A}" type="parTrans" cxnId="{2A2C4BB5-25ED-4B2F-B99D-9E1F652D0586}">
      <dgm:prSet/>
      <dgm:spPr/>
      <dgm:t>
        <a:bodyPr/>
        <a:lstStyle/>
        <a:p>
          <a:endParaRPr lang="en-ZA"/>
        </a:p>
      </dgm:t>
    </dgm:pt>
    <dgm:pt modelId="{1FD8B6A4-956B-4945-A99B-D84C1C8AAE69}" type="sibTrans" cxnId="{2A2C4BB5-25ED-4B2F-B99D-9E1F652D0586}">
      <dgm:prSet/>
      <dgm:spPr>
        <a:ln w="38100"/>
      </dgm:spPr>
      <dgm:t>
        <a:bodyPr/>
        <a:lstStyle/>
        <a:p>
          <a:endParaRPr lang="en-ZA"/>
        </a:p>
      </dgm:t>
    </dgm:pt>
    <dgm:pt modelId="{EE9858C2-B6F8-493C-92E8-E5A3071DAAD0}">
      <dgm:prSet phldrT="[Text]"/>
      <dgm:spPr>
        <a:solidFill>
          <a:srgbClr val="FEC000"/>
        </a:solidFill>
      </dgm:spPr>
      <dgm:t>
        <a:bodyPr/>
        <a:lstStyle/>
        <a:p>
          <a:r>
            <a:rPr lang="en-US" altLang="en-US" dirty="0"/>
            <a:t>General properties &amp; binding</a:t>
          </a:r>
          <a:endParaRPr lang="en-ZA" dirty="0"/>
        </a:p>
      </dgm:t>
    </dgm:pt>
    <dgm:pt modelId="{2073C8E3-6578-4200-9DC5-D932E52CE430}" type="parTrans" cxnId="{742A21BA-BB85-4622-ADCF-FBB07D3177CD}">
      <dgm:prSet/>
      <dgm:spPr/>
      <dgm:t>
        <a:bodyPr/>
        <a:lstStyle/>
        <a:p>
          <a:endParaRPr lang="en-ZA"/>
        </a:p>
      </dgm:t>
    </dgm:pt>
    <dgm:pt modelId="{9F606F67-BB12-4C32-87FD-D17F9B7E51C2}" type="sibTrans" cxnId="{742A21BA-BB85-4622-ADCF-FBB07D3177CD}">
      <dgm:prSet/>
      <dgm:spPr>
        <a:ln w="38100"/>
      </dgm:spPr>
      <dgm:t>
        <a:bodyPr/>
        <a:lstStyle/>
        <a:p>
          <a:endParaRPr lang="en-ZA"/>
        </a:p>
      </dgm:t>
    </dgm:pt>
    <dgm:pt modelId="{356C5AF5-483A-4A50-8CFD-A368E7306898}">
      <dgm:prSet phldrT="[Text]"/>
      <dgm:spPr>
        <a:solidFill>
          <a:srgbClr val="00B050"/>
        </a:solidFill>
      </dgm:spPr>
      <dgm:t>
        <a:bodyPr/>
        <a:lstStyle/>
        <a:p>
          <a:r>
            <a:rPr lang="en-US" altLang="en-US" dirty="0"/>
            <a:t>Properties &amp; binding in a UI</a:t>
          </a:r>
          <a:endParaRPr lang="en-ZA" dirty="0"/>
        </a:p>
      </dgm:t>
    </dgm:pt>
    <dgm:pt modelId="{F1D49EBC-4714-4142-97C0-302DCEDC8393}" type="parTrans" cxnId="{CBB7557B-6FE5-4433-8292-A0A5CD9BBC4D}">
      <dgm:prSet/>
      <dgm:spPr/>
      <dgm:t>
        <a:bodyPr/>
        <a:lstStyle/>
        <a:p>
          <a:endParaRPr lang="en-ZA"/>
        </a:p>
      </dgm:t>
    </dgm:pt>
    <dgm:pt modelId="{B1F35812-0C6A-44F9-BA81-AE0AC1F029C7}" type="sibTrans" cxnId="{CBB7557B-6FE5-4433-8292-A0A5CD9BBC4D}">
      <dgm:prSet/>
      <dgm:spPr>
        <a:ln w="38100"/>
      </dgm:spPr>
      <dgm:t>
        <a:bodyPr/>
        <a:lstStyle/>
        <a:p>
          <a:endParaRPr lang="en-ZA"/>
        </a:p>
      </dgm:t>
    </dgm:pt>
    <dgm:pt modelId="{20F64053-017D-43AC-A950-801607390E45}">
      <dgm:prSet phldrT="[Text]"/>
      <dgm:spPr>
        <a:solidFill>
          <a:srgbClr val="7030A0"/>
        </a:solidFill>
      </dgm:spPr>
      <dgm:t>
        <a:bodyPr/>
        <a:lstStyle/>
        <a:p>
          <a:r>
            <a:rPr lang="en-US" altLang="en-US" dirty="0"/>
            <a:t>Using MVC in your code</a:t>
          </a:r>
          <a:endParaRPr lang="en-ZA" dirty="0"/>
        </a:p>
      </dgm:t>
    </dgm:pt>
    <dgm:pt modelId="{29A4A7BB-CF18-4295-9BC0-815981052FFE}" type="parTrans" cxnId="{8D154F39-9FEF-4BAC-8B8A-723635A2D20C}">
      <dgm:prSet/>
      <dgm:spPr/>
      <dgm:t>
        <a:bodyPr/>
        <a:lstStyle/>
        <a:p>
          <a:endParaRPr lang="en-ZA"/>
        </a:p>
      </dgm:t>
    </dgm:pt>
    <dgm:pt modelId="{C4341588-C995-4A69-A002-585529D04B6C}" type="sibTrans" cxnId="{8D154F39-9FEF-4BAC-8B8A-723635A2D20C}">
      <dgm:prSet/>
      <dgm:spPr>
        <a:ln w="38100"/>
      </dgm:spPr>
      <dgm:t>
        <a:bodyPr/>
        <a:lstStyle/>
        <a:p>
          <a:endParaRPr lang="en-ZA"/>
        </a:p>
      </dgm:t>
    </dgm:pt>
    <dgm:pt modelId="{BE3333E3-9C0A-49DC-88B9-5E5A093241BF}" type="pres">
      <dgm:prSet presAssocID="{891E4CDE-FA9F-4F8B-9056-535E8922050D}" presName="cycle" presStyleCnt="0">
        <dgm:presLayoutVars>
          <dgm:dir/>
          <dgm:resizeHandles val="exact"/>
        </dgm:presLayoutVars>
      </dgm:prSet>
      <dgm:spPr/>
    </dgm:pt>
    <dgm:pt modelId="{D035851A-8A4E-475E-9188-5B31C1B70B79}" type="pres">
      <dgm:prSet presAssocID="{2ED1690C-86AD-49F3-9538-D6C2B8A0C404}" presName="node" presStyleLbl="node1" presStyleIdx="0" presStyleCnt="5">
        <dgm:presLayoutVars>
          <dgm:bulletEnabled val="1"/>
        </dgm:presLayoutVars>
      </dgm:prSet>
      <dgm:spPr/>
    </dgm:pt>
    <dgm:pt modelId="{F6FFA7ED-5112-4FAE-9B1A-4D0868155091}" type="pres">
      <dgm:prSet presAssocID="{2ED1690C-86AD-49F3-9538-D6C2B8A0C404}" presName="spNode" presStyleCnt="0"/>
      <dgm:spPr/>
    </dgm:pt>
    <dgm:pt modelId="{DB9AC7CA-B93B-4333-BF04-C1BD9A039100}" type="pres">
      <dgm:prSet presAssocID="{98A44B05-3F0A-412C-8074-A7639B0FE630}" presName="sibTrans" presStyleLbl="sibTrans1D1" presStyleIdx="0" presStyleCnt="5"/>
      <dgm:spPr/>
    </dgm:pt>
    <dgm:pt modelId="{3F3A6CD5-F362-440E-B19C-B89B5623E073}" type="pres">
      <dgm:prSet presAssocID="{73A99919-AD61-4670-9B05-0210C47991AF}" presName="node" presStyleLbl="node1" presStyleIdx="1" presStyleCnt="5">
        <dgm:presLayoutVars>
          <dgm:bulletEnabled val="1"/>
        </dgm:presLayoutVars>
      </dgm:prSet>
      <dgm:spPr/>
    </dgm:pt>
    <dgm:pt modelId="{1DCCC1E4-BE5E-4A79-B070-26E1DA4E7CBB}" type="pres">
      <dgm:prSet presAssocID="{73A99919-AD61-4670-9B05-0210C47991AF}" presName="spNode" presStyleCnt="0"/>
      <dgm:spPr/>
    </dgm:pt>
    <dgm:pt modelId="{C837092B-EBC7-4778-B5DD-CAC5E49940DF}" type="pres">
      <dgm:prSet presAssocID="{1FD8B6A4-956B-4945-A99B-D84C1C8AAE69}" presName="sibTrans" presStyleLbl="sibTrans1D1" presStyleIdx="1" presStyleCnt="5"/>
      <dgm:spPr/>
    </dgm:pt>
    <dgm:pt modelId="{94DCAA6F-F5B1-4468-96D7-D867BFC6EBCD}" type="pres">
      <dgm:prSet presAssocID="{EE9858C2-B6F8-493C-92E8-E5A3071DAAD0}" presName="node" presStyleLbl="node1" presStyleIdx="2" presStyleCnt="5">
        <dgm:presLayoutVars>
          <dgm:bulletEnabled val="1"/>
        </dgm:presLayoutVars>
      </dgm:prSet>
      <dgm:spPr/>
    </dgm:pt>
    <dgm:pt modelId="{8D97A059-F0D4-4BEC-8199-DB32DAE9AC57}" type="pres">
      <dgm:prSet presAssocID="{EE9858C2-B6F8-493C-92E8-E5A3071DAAD0}" presName="spNode" presStyleCnt="0"/>
      <dgm:spPr/>
    </dgm:pt>
    <dgm:pt modelId="{75B56427-5788-464F-9BED-37B12FC30975}" type="pres">
      <dgm:prSet presAssocID="{9F606F67-BB12-4C32-87FD-D17F9B7E51C2}" presName="sibTrans" presStyleLbl="sibTrans1D1" presStyleIdx="2" presStyleCnt="5"/>
      <dgm:spPr/>
    </dgm:pt>
    <dgm:pt modelId="{AB0D8898-41F3-4E4C-9295-04295B106251}" type="pres">
      <dgm:prSet presAssocID="{356C5AF5-483A-4A50-8CFD-A368E7306898}" presName="node" presStyleLbl="node1" presStyleIdx="3" presStyleCnt="5">
        <dgm:presLayoutVars>
          <dgm:bulletEnabled val="1"/>
        </dgm:presLayoutVars>
      </dgm:prSet>
      <dgm:spPr/>
    </dgm:pt>
    <dgm:pt modelId="{C17F9ABB-CFC7-4069-8E12-2F45DF2BDFA6}" type="pres">
      <dgm:prSet presAssocID="{356C5AF5-483A-4A50-8CFD-A368E7306898}" presName="spNode" presStyleCnt="0"/>
      <dgm:spPr/>
    </dgm:pt>
    <dgm:pt modelId="{8817692B-56A6-4C0C-B435-A3E78296E36C}" type="pres">
      <dgm:prSet presAssocID="{B1F35812-0C6A-44F9-BA81-AE0AC1F029C7}" presName="sibTrans" presStyleLbl="sibTrans1D1" presStyleIdx="3" presStyleCnt="5"/>
      <dgm:spPr/>
    </dgm:pt>
    <dgm:pt modelId="{167975A6-BA18-4BAA-A1A6-C3C5B9B624E3}" type="pres">
      <dgm:prSet presAssocID="{20F64053-017D-43AC-A950-801607390E45}" presName="node" presStyleLbl="node1" presStyleIdx="4" presStyleCnt="5">
        <dgm:presLayoutVars>
          <dgm:bulletEnabled val="1"/>
        </dgm:presLayoutVars>
      </dgm:prSet>
      <dgm:spPr/>
    </dgm:pt>
    <dgm:pt modelId="{330B19D7-E0D2-4611-B3B7-8ABF81BBE66B}" type="pres">
      <dgm:prSet presAssocID="{20F64053-017D-43AC-A950-801607390E45}" presName="spNode" presStyleCnt="0"/>
      <dgm:spPr/>
    </dgm:pt>
    <dgm:pt modelId="{A321742E-2405-4C54-B03A-87602A50815D}" type="pres">
      <dgm:prSet presAssocID="{C4341588-C995-4A69-A002-585529D04B6C}" presName="sibTrans" presStyleLbl="sibTrans1D1" presStyleIdx="4" presStyleCnt="5"/>
      <dgm:spPr/>
    </dgm:pt>
  </dgm:ptLst>
  <dgm:cxnLst>
    <dgm:cxn modelId="{9353D427-5CAB-44B7-AA89-C8855E464363}" type="presOf" srcId="{2ED1690C-86AD-49F3-9538-D6C2B8A0C404}" destId="{D035851A-8A4E-475E-9188-5B31C1B70B79}" srcOrd="0" destOrd="0" presId="urn:microsoft.com/office/officeart/2005/8/layout/cycle6"/>
    <dgm:cxn modelId="{8D154F39-9FEF-4BAC-8B8A-723635A2D20C}" srcId="{891E4CDE-FA9F-4F8B-9056-535E8922050D}" destId="{20F64053-017D-43AC-A950-801607390E45}" srcOrd="4" destOrd="0" parTransId="{29A4A7BB-CF18-4295-9BC0-815981052FFE}" sibTransId="{C4341588-C995-4A69-A002-585529D04B6C}"/>
    <dgm:cxn modelId="{D334F33D-5FF8-47AF-BFE9-DC3AE98053D9}" type="presOf" srcId="{C4341588-C995-4A69-A002-585529D04B6C}" destId="{A321742E-2405-4C54-B03A-87602A50815D}" srcOrd="0" destOrd="0" presId="urn:microsoft.com/office/officeart/2005/8/layout/cycle6"/>
    <dgm:cxn modelId="{C0A78265-A62B-4363-A964-18FF4446E825}" type="presOf" srcId="{9F606F67-BB12-4C32-87FD-D17F9B7E51C2}" destId="{75B56427-5788-464F-9BED-37B12FC30975}" srcOrd="0" destOrd="0" presId="urn:microsoft.com/office/officeart/2005/8/layout/cycle6"/>
    <dgm:cxn modelId="{CBB7557B-6FE5-4433-8292-A0A5CD9BBC4D}" srcId="{891E4CDE-FA9F-4F8B-9056-535E8922050D}" destId="{356C5AF5-483A-4A50-8CFD-A368E7306898}" srcOrd="3" destOrd="0" parTransId="{F1D49EBC-4714-4142-97C0-302DCEDC8393}" sibTransId="{B1F35812-0C6A-44F9-BA81-AE0AC1F029C7}"/>
    <dgm:cxn modelId="{42DF5689-5BE4-4C74-B508-676739928364}" srcId="{891E4CDE-FA9F-4F8B-9056-535E8922050D}" destId="{2ED1690C-86AD-49F3-9538-D6C2B8A0C404}" srcOrd="0" destOrd="0" parTransId="{D0409BE9-5284-493C-83A6-9D44E207E085}" sibTransId="{98A44B05-3F0A-412C-8074-A7639B0FE630}"/>
    <dgm:cxn modelId="{7283899F-03B1-4083-BA8D-27EBB9A247A5}" type="presOf" srcId="{356C5AF5-483A-4A50-8CFD-A368E7306898}" destId="{AB0D8898-41F3-4E4C-9295-04295B106251}" srcOrd="0" destOrd="0" presId="urn:microsoft.com/office/officeart/2005/8/layout/cycle6"/>
    <dgm:cxn modelId="{F81B4AAA-6832-4E19-AE27-49E97728DB71}" type="presOf" srcId="{98A44B05-3F0A-412C-8074-A7639B0FE630}" destId="{DB9AC7CA-B93B-4333-BF04-C1BD9A039100}" srcOrd="0" destOrd="0" presId="urn:microsoft.com/office/officeart/2005/8/layout/cycle6"/>
    <dgm:cxn modelId="{5EFA8CAB-4436-4D81-A705-BEA05BE58D38}" type="presOf" srcId="{73A99919-AD61-4670-9B05-0210C47991AF}" destId="{3F3A6CD5-F362-440E-B19C-B89B5623E073}" srcOrd="0" destOrd="0" presId="urn:microsoft.com/office/officeart/2005/8/layout/cycle6"/>
    <dgm:cxn modelId="{2A2C4BB5-25ED-4B2F-B99D-9E1F652D0586}" srcId="{891E4CDE-FA9F-4F8B-9056-535E8922050D}" destId="{73A99919-AD61-4670-9B05-0210C47991AF}" srcOrd="1" destOrd="0" parTransId="{E69543CA-5898-41D7-9788-098ACD5FE61A}" sibTransId="{1FD8B6A4-956B-4945-A99B-D84C1C8AAE69}"/>
    <dgm:cxn modelId="{742A21BA-BB85-4622-ADCF-FBB07D3177CD}" srcId="{891E4CDE-FA9F-4F8B-9056-535E8922050D}" destId="{EE9858C2-B6F8-493C-92E8-E5A3071DAAD0}" srcOrd="2" destOrd="0" parTransId="{2073C8E3-6578-4200-9DC5-D932E52CE430}" sibTransId="{9F606F67-BB12-4C32-87FD-D17F9B7E51C2}"/>
    <dgm:cxn modelId="{8441E5BE-B168-4977-8D9F-E1BD01B9AF6E}" type="presOf" srcId="{891E4CDE-FA9F-4F8B-9056-535E8922050D}" destId="{BE3333E3-9C0A-49DC-88B9-5E5A093241BF}" srcOrd="0" destOrd="0" presId="urn:microsoft.com/office/officeart/2005/8/layout/cycle6"/>
    <dgm:cxn modelId="{9C995DC3-6797-4512-B95F-76620F0E5759}" type="presOf" srcId="{EE9858C2-B6F8-493C-92E8-E5A3071DAAD0}" destId="{94DCAA6F-F5B1-4468-96D7-D867BFC6EBCD}" srcOrd="0" destOrd="0" presId="urn:microsoft.com/office/officeart/2005/8/layout/cycle6"/>
    <dgm:cxn modelId="{ACA250F0-F814-48D2-8300-B4E5077A7C28}" type="presOf" srcId="{1FD8B6A4-956B-4945-A99B-D84C1C8AAE69}" destId="{C837092B-EBC7-4778-B5DD-CAC5E49940DF}" srcOrd="0" destOrd="0" presId="urn:microsoft.com/office/officeart/2005/8/layout/cycle6"/>
    <dgm:cxn modelId="{2DE96DF2-630F-4030-9300-9FEFEA682936}" type="presOf" srcId="{20F64053-017D-43AC-A950-801607390E45}" destId="{167975A6-BA18-4BAA-A1A6-C3C5B9B624E3}" srcOrd="0" destOrd="0" presId="urn:microsoft.com/office/officeart/2005/8/layout/cycle6"/>
    <dgm:cxn modelId="{A7C56AF9-FEC6-4EAA-988E-ED8D99145300}" type="presOf" srcId="{B1F35812-0C6A-44F9-BA81-AE0AC1F029C7}" destId="{8817692B-56A6-4C0C-B435-A3E78296E36C}" srcOrd="0" destOrd="0" presId="urn:microsoft.com/office/officeart/2005/8/layout/cycle6"/>
    <dgm:cxn modelId="{B6298D00-6CCA-4794-8C38-DF30E69F0F57}" type="presParOf" srcId="{BE3333E3-9C0A-49DC-88B9-5E5A093241BF}" destId="{D035851A-8A4E-475E-9188-5B31C1B70B79}" srcOrd="0" destOrd="0" presId="urn:microsoft.com/office/officeart/2005/8/layout/cycle6"/>
    <dgm:cxn modelId="{2E8D2758-B364-45E7-AA83-E20E0CC13EF0}" type="presParOf" srcId="{BE3333E3-9C0A-49DC-88B9-5E5A093241BF}" destId="{F6FFA7ED-5112-4FAE-9B1A-4D0868155091}" srcOrd="1" destOrd="0" presId="urn:microsoft.com/office/officeart/2005/8/layout/cycle6"/>
    <dgm:cxn modelId="{57ADB1BF-CCD0-4B84-AF76-A018612B27FE}" type="presParOf" srcId="{BE3333E3-9C0A-49DC-88B9-5E5A093241BF}" destId="{DB9AC7CA-B93B-4333-BF04-C1BD9A039100}" srcOrd="2" destOrd="0" presId="urn:microsoft.com/office/officeart/2005/8/layout/cycle6"/>
    <dgm:cxn modelId="{69B2F41C-06B7-42FE-B864-AA0916B262F9}" type="presParOf" srcId="{BE3333E3-9C0A-49DC-88B9-5E5A093241BF}" destId="{3F3A6CD5-F362-440E-B19C-B89B5623E073}" srcOrd="3" destOrd="0" presId="urn:microsoft.com/office/officeart/2005/8/layout/cycle6"/>
    <dgm:cxn modelId="{2A4AFEA5-9CB1-487C-8023-31F896BED142}" type="presParOf" srcId="{BE3333E3-9C0A-49DC-88B9-5E5A093241BF}" destId="{1DCCC1E4-BE5E-4A79-B070-26E1DA4E7CBB}" srcOrd="4" destOrd="0" presId="urn:microsoft.com/office/officeart/2005/8/layout/cycle6"/>
    <dgm:cxn modelId="{2D4253AC-D5D3-4659-B927-1F23698FD8C4}" type="presParOf" srcId="{BE3333E3-9C0A-49DC-88B9-5E5A093241BF}" destId="{C837092B-EBC7-4778-B5DD-CAC5E49940DF}" srcOrd="5" destOrd="0" presId="urn:microsoft.com/office/officeart/2005/8/layout/cycle6"/>
    <dgm:cxn modelId="{87E4236B-238C-4BE7-8B95-11EEBE29D59D}" type="presParOf" srcId="{BE3333E3-9C0A-49DC-88B9-5E5A093241BF}" destId="{94DCAA6F-F5B1-4468-96D7-D867BFC6EBCD}" srcOrd="6" destOrd="0" presId="urn:microsoft.com/office/officeart/2005/8/layout/cycle6"/>
    <dgm:cxn modelId="{3C29C903-301D-47B4-A377-4EA56DEDA1A9}" type="presParOf" srcId="{BE3333E3-9C0A-49DC-88B9-5E5A093241BF}" destId="{8D97A059-F0D4-4BEC-8199-DB32DAE9AC57}" srcOrd="7" destOrd="0" presId="urn:microsoft.com/office/officeart/2005/8/layout/cycle6"/>
    <dgm:cxn modelId="{ADF8B1EF-3F6E-4BF6-9F47-032C399589F8}" type="presParOf" srcId="{BE3333E3-9C0A-49DC-88B9-5E5A093241BF}" destId="{75B56427-5788-464F-9BED-37B12FC30975}" srcOrd="8" destOrd="0" presId="urn:microsoft.com/office/officeart/2005/8/layout/cycle6"/>
    <dgm:cxn modelId="{5F27437E-DC94-4EF0-8A5E-8C1F6D290155}" type="presParOf" srcId="{BE3333E3-9C0A-49DC-88B9-5E5A093241BF}" destId="{AB0D8898-41F3-4E4C-9295-04295B106251}" srcOrd="9" destOrd="0" presId="urn:microsoft.com/office/officeart/2005/8/layout/cycle6"/>
    <dgm:cxn modelId="{C9CE7319-7DAB-40E2-99BB-F7A40DFD0D85}" type="presParOf" srcId="{BE3333E3-9C0A-49DC-88B9-5E5A093241BF}" destId="{C17F9ABB-CFC7-4069-8E12-2F45DF2BDFA6}" srcOrd="10" destOrd="0" presId="urn:microsoft.com/office/officeart/2005/8/layout/cycle6"/>
    <dgm:cxn modelId="{37D40F78-7337-49D0-AA21-FB684D19D00F}" type="presParOf" srcId="{BE3333E3-9C0A-49DC-88B9-5E5A093241BF}" destId="{8817692B-56A6-4C0C-B435-A3E78296E36C}" srcOrd="11" destOrd="0" presId="urn:microsoft.com/office/officeart/2005/8/layout/cycle6"/>
    <dgm:cxn modelId="{40BB1F2C-1FDF-4FD5-A13C-DD9765B67E3A}" type="presParOf" srcId="{BE3333E3-9C0A-49DC-88B9-5E5A093241BF}" destId="{167975A6-BA18-4BAA-A1A6-C3C5B9B624E3}" srcOrd="12" destOrd="0" presId="urn:microsoft.com/office/officeart/2005/8/layout/cycle6"/>
    <dgm:cxn modelId="{739A3134-EBFA-42F3-B0F7-B9C88DF6AEAD}" type="presParOf" srcId="{BE3333E3-9C0A-49DC-88B9-5E5A093241BF}" destId="{330B19D7-E0D2-4611-B3B7-8ABF81BBE66B}" srcOrd="13" destOrd="0" presId="urn:microsoft.com/office/officeart/2005/8/layout/cycle6"/>
    <dgm:cxn modelId="{628C40E0-8092-4340-A62B-EE5027C3FE94}" type="presParOf" srcId="{BE3333E3-9C0A-49DC-88B9-5E5A093241BF}" destId="{A321742E-2405-4C54-B03A-87602A50815D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35851A-8A4E-475E-9188-5B31C1B70B79}">
      <dsp:nvSpPr>
        <dsp:cNvPr id="0" name=""/>
        <dsp:cNvSpPr/>
      </dsp:nvSpPr>
      <dsp:spPr>
        <a:xfrm>
          <a:off x="2771850" y="2707"/>
          <a:ext cx="1536747" cy="998885"/>
        </a:xfrm>
        <a:prstGeom prst="round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kern="1200" dirty="0"/>
            <a:t>Typical UIs</a:t>
          </a:r>
          <a:endParaRPr lang="en-ZA" sz="1900" kern="1200" dirty="0"/>
        </a:p>
      </dsp:txBody>
      <dsp:txXfrm>
        <a:off x="2820612" y="51469"/>
        <a:ext cx="1439223" cy="901361"/>
      </dsp:txXfrm>
    </dsp:sp>
    <dsp:sp modelId="{DB9AC7CA-B93B-4333-BF04-C1BD9A039100}">
      <dsp:nvSpPr>
        <dsp:cNvPr id="0" name=""/>
        <dsp:cNvSpPr/>
      </dsp:nvSpPr>
      <dsp:spPr>
        <a:xfrm>
          <a:off x="1544598" y="502150"/>
          <a:ext cx="3991251" cy="3991251"/>
        </a:xfrm>
        <a:custGeom>
          <a:avLst/>
          <a:gdLst/>
          <a:ahLst/>
          <a:cxnLst/>
          <a:rect l="0" t="0" r="0" b="0"/>
          <a:pathLst>
            <a:path>
              <a:moveTo>
                <a:pt x="2774556" y="158293"/>
              </a:moveTo>
              <a:arcTo wR="1995625" hR="1995625" stAng="17578460" swAng="1961427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3A6CD5-F362-440E-B19C-B89B5623E073}">
      <dsp:nvSpPr>
        <dsp:cNvPr id="0" name=""/>
        <dsp:cNvSpPr/>
      </dsp:nvSpPr>
      <dsp:spPr>
        <a:xfrm>
          <a:off x="4669803" y="1381651"/>
          <a:ext cx="1536747" cy="998885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kern="1200" dirty="0"/>
            <a:t>MVC pattern</a:t>
          </a:r>
          <a:endParaRPr lang="en-ZA" sz="1900" kern="1200" dirty="0"/>
        </a:p>
      </dsp:txBody>
      <dsp:txXfrm>
        <a:off x="4718565" y="1430413"/>
        <a:ext cx="1439223" cy="901361"/>
      </dsp:txXfrm>
    </dsp:sp>
    <dsp:sp modelId="{C837092B-EBC7-4778-B5DD-CAC5E49940DF}">
      <dsp:nvSpPr>
        <dsp:cNvPr id="0" name=""/>
        <dsp:cNvSpPr/>
      </dsp:nvSpPr>
      <dsp:spPr>
        <a:xfrm>
          <a:off x="1544598" y="502150"/>
          <a:ext cx="3991251" cy="3991251"/>
        </a:xfrm>
        <a:custGeom>
          <a:avLst/>
          <a:gdLst/>
          <a:ahLst/>
          <a:cxnLst/>
          <a:rect l="0" t="0" r="0" b="0"/>
          <a:pathLst>
            <a:path>
              <a:moveTo>
                <a:pt x="3988514" y="1891142"/>
              </a:moveTo>
              <a:arcTo wR="1995625" hR="1995625" stAng="21419930" swAng="2196218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DCAA6F-F5B1-4468-96D7-D867BFC6EBCD}">
      <dsp:nvSpPr>
        <dsp:cNvPr id="0" name=""/>
        <dsp:cNvSpPr/>
      </dsp:nvSpPr>
      <dsp:spPr>
        <a:xfrm>
          <a:off x="3944849" y="3612828"/>
          <a:ext cx="1536747" cy="998885"/>
        </a:xfrm>
        <a:prstGeom prst="roundRect">
          <a:avLst/>
        </a:prstGeom>
        <a:solidFill>
          <a:srgbClr val="FE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kern="1200" dirty="0"/>
            <a:t>General properties &amp; binding</a:t>
          </a:r>
          <a:endParaRPr lang="en-ZA" sz="1900" kern="1200" dirty="0"/>
        </a:p>
      </dsp:txBody>
      <dsp:txXfrm>
        <a:off x="3993611" y="3661590"/>
        <a:ext cx="1439223" cy="901361"/>
      </dsp:txXfrm>
    </dsp:sp>
    <dsp:sp modelId="{75B56427-5788-464F-9BED-37B12FC30975}">
      <dsp:nvSpPr>
        <dsp:cNvPr id="0" name=""/>
        <dsp:cNvSpPr/>
      </dsp:nvSpPr>
      <dsp:spPr>
        <a:xfrm>
          <a:off x="1544598" y="502150"/>
          <a:ext cx="3991251" cy="3991251"/>
        </a:xfrm>
        <a:custGeom>
          <a:avLst/>
          <a:gdLst/>
          <a:ahLst/>
          <a:cxnLst/>
          <a:rect l="0" t="0" r="0" b="0"/>
          <a:pathLst>
            <a:path>
              <a:moveTo>
                <a:pt x="2392323" y="3951425"/>
              </a:moveTo>
              <a:arcTo wR="1995625" hR="1995625" stAng="4712049" swAng="1375901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0D8898-41F3-4E4C-9295-04295B106251}">
      <dsp:nvSpPr>
        <dsp:cNvPr id="0" name=""/>
        <dsp:cNvSpPr/>
      </dsp:nvSpPr>
      <dsp:spPr>
        <a:xfrm>
          <a:off x="1598850" y="3612828"/>
          <a:ext cx="1536747" cy="998885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kern="1200" dirty="0"/>
            <a:t>Properties &amp; binding in a UI</a:t>
          </a:r>
          <a:endParaRPr lang="en-ZA" sz="1900" kern="1200" dirty="0"/>
        </a:p>
      </dsp:txBody>
      <dsp:txXfrm>
        <a:off x="1647612" y="3661590"/>
        <a:ext cx="1439223" cy="901361"/>
      </dsp:txXfrm>
    </dsp:sp>
    <dsp:sp modelId="{8817692B-56A6-4C0C-B435-A3E78296E36C}">
      <dsp:nvSpPr>
        <dsp:cNvPr id="0" name=""/>
        <dsp:cNvSpPr/>
      </dsp:nvSpPr>
      <dsp:spPr>
        <a:xfrm>
          <a:off x="1544598" y="502150"/>
          <a:ext cx="3991251" cy="3991251"/>
        </a:xfrm>
        <a:custGeom>
          <a:avLst/>
          <a:gdLst/>
          <a:ahLst/>
          <a:cxnLst/>
          <a:rect l="0" t="0" r="0" b="0"/>
          <a:pathLst>
            <a:path>
              <a:moveTo>
                <a:pt x="333474" y="3100059"/>
              </a:moveTo>
              <a:arcTo wR="1995625" hR="1995625" stAng="8783852" swAng="2196218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7975A6-BA18-4BAA-A1A6-C3C5B9B624E3}">
      <dsp:nvSpPr>
        <dsp:cNvPr id="0" name=""/>
        <dsp:cNvSpPr/>
      </dsp:nvSpPr>
      <dsp:spPr>
        <a:xfrm>
          <a:off x="873897" y="1381651"/>
          <a:ext cx="1536747" cy="998885"/>
        </a:xfrm>
        <a:prstGeom prst="roundRect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kern="1200" dirty="0"/>
            <a:t>Using MVC in your code</a:t>
          </a:r>
          <a:endParaRPr lang="en-ZA" sz="1900" kern="1200" dirty="0"/>
        </a:p>
      </dsp:txBody>
      <dsp:txXfrm>
        <a:off x="922659" y="1430413"/>
        <a:ext cx="1439223" cy="901361"/>
      </dsp:txXfrm>
    </dsp:sp>
    <dsp:sp modelId="{A321742E-2405-4C54-B03A-87602A50815D}">
      <dsp:nvSpPr>
        <dsp:cNvPr id="0" name=""/>
        <dsp:cNvSpPr/>
      </dsp:nvSpPr>
      <dsp:spPr>
        <a:xfrm>
          <a:off x="1544598" y="502150"/>
          <a:ext cx="3991251" cy="3991251"/>
        </a:xfrm>
        <a:custGeom>
          <a:avLst/>
          <a:gdLst/>
          <a:ahLst/>
          <a:cxnLst/>
          <a:rect l="0" t="0" r="0" b="0"/>
          <a:pathLst>
            <a:path>
              <a:moveTo>
                <a:pt x="347734" y="870025"/>
              </a:moveTo>
              <a:arcTo wR="1995625" hR="1995625" stAng="12860113" swAng="1961427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5F629E-DEAC-48C0-2DCA-FBDE58F65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62174-60A2-FD62-0D8D-A3E8C1B851F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153D84-A18A-4BAE-9F10-57636B33BFED}" type="datetimeFigureOut">
              <a:rPr lang="en-ZA"/>
              <a:pPr>
                <a:defRPr/>
              </a:pPr>
              <a:t>2026/04/12</a:t>
            </a:fld>
            <a:endParaRPr lang="en-ZA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B229DF-27D9-CADC-CB1D-8A5C6271F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ZA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A3F31E-A0CC-3475-963C-03616313F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Z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28012-A92A-E433-5835-781BFC9B90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F9196-14E7-6FE6-7FAD-81CCB8236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69D768E-C3EC-41DC-8B8B-05D8793498BE}" type="slidenum">
              <a:rPr lang="en-ZA"/>
              <a:pPr>
                <a:defRPr/>
              </a:pPr>
              <a:t>‹#›</a:t>
            </a:fld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https://www.express.co.uk/sport/tennis/2047249/Alexander-Zverev-Madrid-Open-photo-court-warning?sfnsn=scwspwa</a:t>
            </a:r>
          </a:p>
          <a:p>
            <a:r>
              <a:rPr lang="en-ZA" dirty="0"/>
              <a:t>Express link on Madrid open</a:t>
            </a:r>
          </a:p>
          <a:p>
            <a:pPr marL="171450" indent="-171450">
              <a:buFontTx/>
              <a:buChar char="-"/>
            </a:pPr>
            <a:r>
              <a:rPr lang="en-ZA" dirty="0"/>
              <a:t>Clay hard to have electronic line calls, but introduced this year</a:t>
            </a:r>
          </a:p>
          <a:p>
            <a:pPr marL="171450" indent="-171450">
              <a:buFontTx/>
              <a:buChar char="-"/>
            </a:pPr>
            <a:r>
              <a:rPr lang="en-ZA" dirty="0"/>
              <a:t>Sabalenka </a:t>
            </a:r>
          </a:p>
          <a:p>
            <a:pPr marL="171450" indent="-171450">
              <a:buFontTx/>
              <a:buChar char="-"/>
            </a:pPr>
            <a:r>
              <a:rPr lang="en-ZA" dirty="0"/>
              <a:t>Zverev – ball out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dirty="0"/>
              <a:t>Line changed?</a:t>
            </a:r>
          </a:p>
          <a:p>
            <a:pPr marL="171450" indent="-171450">
              <a:buFontTx/>
              <a:buChar char="-"/>
            </a:pPr>
            <a:r>
              <a:rPr lang="en-ZA" dirty="0"/>
              <a:t>Technology – line calls (bad), photo (good)</a:t>
            </a:r>
          </a:p>
          <a:p>
            <a:pPr marL="171450" indent="-171450">
              <a:buFontTx/>
              <a:buChar char="-"/>
            </a:pPr>
            <a:r>
              <a:rPr lang="en-ZA" dirty="0"/>
              <a:t>Unsportsmanlike behaviour</a:t>
            </a:r>
          </a:p>
          <a:p>
            <a:pPr marL="171450" indent="-171450">
              <a:buFontTx/>
              <a:buChar char="-"/>
            </a:pPr>
            <a:r>
              <a:rPr lang="en-ZA" dirty="0"/>
              <a:t>Rely on the systems we build</a:t>
            </a:r>
          </a:p>
          <a:p>
            <a:pPr marL="171450" indent="-171450">
              <a:buFontTx/>
              <a:buChar char="-"/>
            </a:pPr>
            <a:r>
              <a:rPr lang="en-ZA" dirty="0"/>
              <a:t>Not have all figured out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4376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776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5986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D21AD-56D1-32FD-0679-38D4250C9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BADCE2-1220-2222-0774-7F4EE658D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8F223-DA58-C263-63BE-B1F5AA866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D9D79-9847-B624-0FCC-5A7D3C725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6985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5DFE1-CE52-2F51-4590-07218052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B5A01-0BDC-1FE4-FF77-CF2C26207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AF9CA-44DA-C156-709B-632959AA0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44342-6F4B-CF55-EB2B-229206A99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12276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92DA5-25D5-60D8-B390-4764DA62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21A0B-674A-FF7C-3C2B-462224DF8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60A42-4803-BBB5-EE40-E96B29A2D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22DB8-5D75-CC82-BC1B-65BCDF562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88482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B312D-805B-33FF-20BE-21C022253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4A885-08DD-4F58-F549-4AAC7C4A5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E8F85-3747-5D09-7894-A4A0DC2E5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E1D3F-7B38-2B87-4010-F634711DA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3129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0804D-D2E8-6558-04C0-0BF85460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722E0-912A-4A25-4E92-745F67561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31ADA-7247-A980-7674-6FFD4F4C5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You did this in the practical assignment about Properties &amp; Property Listeners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F5655-E662-7EEC-0B1A-C2BDA0D79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7863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CD3F3-402E-DAE2-C0D5-2B23B3ECE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50437-660E-A67B-A3CB-9E299D5EE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6C7BE-8E7B-8F4A-D37A-A2EACDFFE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1AE33-5EDF-CABB-822A-8076F7887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2869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C51D9-866C-3FF2-AC9D-C8660FECF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DB0C5-95E7-A1B8-67D7-047D40687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ABDCA-3FA4-75F3-872D-9B1E3EEEF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A4F87-2FE2-528D-D3AC-AF017CEA7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9283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CC1B7-ED73-55AC-716E-AD929F435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527312-BB5C-B6F7-6796-E09F34C45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53AB9-1EB7-BCA4-F7AF-1AF42721B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48F5F-2146-D5D8-8162-BF0EE06EE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152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6F154-D8B6-A587-A2F8-B99616ED5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9282E-70A5-6668-49AD-7E00011C2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BD7A8-7265-823C-AD7F-70D4A6600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1259B-3B50-9557-D9B3-8A17F392C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685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6671D-EB5A-106B-A2FA-61DC4C061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0550D-3024-1030-A75A-2352BEF9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78950-377C-9FFD-070E-6B2902BC7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B68CE-F5DB-7D3D-78AC-48EBA07D4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34439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5C848-72C9-42D8-5D0D-39E854983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7F7EB-3FE0-35E5-83DC-BC52AEEDC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EDE37-31B3-40D2-9FB3-D0137214D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7FCE9-C832-DD35-F9F3-016B1E709A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25558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FEFA-C415-1018-B3B4-B5C61C2B7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50B57-268D-780C-F77E-6C60E1958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0D8CB-AE11-F6F8-789F-FFE8D5DC1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FBFE8-6F68-AC4A-53C9-37D998C44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69953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37B7E-731C-C7C6-56C6-C9DF40CE9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0FC72-CBE0-56D7-6020-C367E8DAE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AE055-9230-6D51-B7C0-52289B065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D38C9-3934-715D-3465-C521F6DC2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593676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886D8-960A-DBEE-9977-F89B7F2B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FB7985-3DA9-643C-0F45-C008887D4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EE607-ECA3-E66C-37BC-9378745E2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11A19-BF64-85D3-4543-C87ABA282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3673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42A92-990D-521D-970F-C53F4839C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19CE8-D066-B3B4-C5BC-CEA2DCF6F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060E0-39BD-B4F9-696D-CE09576F8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D13C0-ED1D-010C-6819-4D42BC578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86481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B321D-ABB0-FC50-9580-F30541327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971739-C4A5-AFA1-ADA8-37A8A88E9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983F8-3385-9432-DD02-C74CF2CDA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5BB85-AD5F-7A4D-E5D6-BB288D405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47434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3543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FD4E0651-2B89-BB4C-A3C7-18D0F56C9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ACCE3953-A665-F4DA-8453-5585DB0D2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>
              <a:buFontTx/>
              <a:buChar char="•"/>
            </a:pPr>
            <a:endParaRPr lang="en-ZA" altLang="en-US" dirty="0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170E69CF-B4EA-A49B-5285-37C6ADB60A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09F435-A6B0-465B-BF95-B734011A0F96}" type="slidenum">
              <a:rPr kumimoji="0" lang="en-Z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ZA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83455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0202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CD4BB4-2F8D-6C42-F4E9-2B180692ED59}"/>
              </a:ext>
            </a:extLst>
          </p:cNvPr>
          <p:cNvSpPr/>
          <p:nvPr userDrawn="1"/>
        </p:nvSpPr>
        <p:spPr>
          <a:xfrm>
            <a:off x="0" y="-1588"/>
            <a:ext cx="9144000" cy="5145088"/>
          </a:xfrm>
          <a:prstGeom prst="rect">
            <a:avLst/>
          </a:prstGeom>
          <a:solidFill>
            <a:srgbClr val="00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CF85402B-8170-4E09-CFEB-83BA8A50B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744538"/>
            <a:ext cx="378936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2787774"/>
            <a:ext cx="7848872" cy="486054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1560" y="3381840"/>
            <a:ext cx="7848872" cy="145821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0024619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EC000"/>
              </a:buClr>
              <a:buSzPct val="80000"/>
              <a:defRPr sz="2000">
                <a:latin typeface="Avenir Book"/>
              </a:defRPr>
            </a:lvl1pPr>
            <a:lvl2pPr>
              <a:buClr>
                <a:srgbClr val="FEC000"/>
              </a:buClr>
              <a:buSzPct val="80000"/>
              <a:defRPr sz="2000">
                <a:latin typeface="Avenir Book"/>
              </a:defRPr>
            </a:lvl2pPr>
            <a:lvl3pPr>
              <a:buClr>
                <a:srgbClr val="FEC000"/>
              </a:buClr>
              <a:buSzPct val="80000"/>
              <a:defRPr sz="2000">
                <a:latin typeface="Avenir Book"/>
              </a:defRPr>
            </a:lvl3pPr>
            <a:lvl4pPr>
              <a:buClr>
                <a:srgbClr val="FEC000"/>
              </a:buClr>
              <a:buSzPct val="80000"/>
              <a:defRPr sz="2000">
                <a:latin typeface="Avenir Book"/>
              </a:defRPr>
            </a:lvl4pPr>
            <a:lvl5pPr>
              <a:buClr>
                <a:srgbClr val="FEC000"/>
              </a:buClr>
              <a:buSzPct val="80000"/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340108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0" i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7924169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28" y="1005576"/>
            <a:ext cx="4032572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501" y="1005576"/>
            <a:ext cx="4176713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28283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1670"/>
            <a:ext cx="4040188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4"/>
            <a:ext cx="4041775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1670"/>
            <a:ext cx="4041775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623550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6419334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456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3" y="465516"/>
            <a:ext cx="2877497" cy="819774"/>
          </a:xfrm>
        </p:spPr>
        <p:txBody>
          <a:bodyPr anchor="t"/>
          <a:lstStyle>
            <a:lvl1pPr algn="l">
              <a:defRPr sz="2200" b="1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981" y="465517"/>
            <a:ext cx="4889467" cy="412910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552" y="1285291"/>
            <a:ext cx="2877497" cy="330933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43687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0" i="0" baseline="0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8853275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97" y="303498"/>
            <a:ext cx="8128527" cy="5941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5" y="1113589"/>
            <a:ext cx="8136904" cy="3481034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8502750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7905" y="249493"/>
            <a:ext cx="2018551" cy="4345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6" y="249493"/>
            <a:ext cx="5913947" cy="4345130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5787133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854-2AB0-CB10-64EC-90BE9215D8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1588"/>
            <a:ext cx="9144000" cy="5191126"/>
          </a:xfrm>
          <a:prstGeom prst="rect">
            <a:avLst/>
          </a:prstGeom>
          <a:solidFill>
            <a:srgbClr val="FEC000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239776"/>
            <a:ext cx="4376737" cy="4748870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73501097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E339C2-10EE-A968-9884-2A9840336F4A}"/>
              </a:ext>
            </a:extLst>
          </p:cNvPr>
          <p:cNvSpPr/>
          <p:nvPr userDrawn="1"/>
        </p:nvSpPr>
        <p:spPr>
          <a:xfrm>
            <a:off x="-339725" y="-192088"/>
            <a:ext cx="9823450" cy="5527676"/>
          </a:xfrm>
          <a:prstGeom prst="rect">
            <a:avLst/>
          </a:prstGeom>
          <a:solidFill>
            <a:srgbClr val="00102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725984"/>
            <a:ext cx="4376737" cy="4262661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012429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Slogan Slide (16-9).jpg">
            <a:extLst>
              <a:ext uri="{FF2B5EF4-FFF2-40B4-BE49-F238E27FC236}">
                <a16:creationId xmlns:a16="http://schemas.microsoft.com/office/drawing/2014/main" id="{B81BB40B-38F8-E738-36C0-ECB883458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50" y="-30163"/>
            <a:ext cx="9240838" cy="520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50984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MU Title Slide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015448E5-F638-B1D6-C8DF-532BFBB729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792163"/>
            <a:ext cx="28416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01357"/>
            <a:ext cx="7886700" cy="56842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7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28650" y="3270709"/>
            <a:ext cx="7886700" cy="32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628650" y="3763934"/>
            <a:ext cx="7886700" cy="27440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8650" y="4104269"/>
            <a:ext cx="7886700" cy="2744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28650" y="4444605"/>
            <a:ext cx="7886700" cy="3263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167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13668B8-86C9-9421-3159-C823938B6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303213"/>
            <a:ext cx="84963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0CB888D-7791-A522-D910-4377162E8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12838"/>
            <a:ext cx="8505825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</p:txBody>
      </p:sp>
      <p:pic>
        <p:nvPicPr>
          <p:cNvPr id="1028" name="Picture 6">
            <a:extLst>
              <a:ext uri="{FF2B5EF4-FFF2-40B4-BE49-F238E27FC236}">
                <a16:creationId xmlns:a16="http://schemas.microsoft.com/office/drawing/2014/main" id="{E93FDCF3-2B47-AE1D-06CC-D555B13F21D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08500"/>
            <a:ext cx="9144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173038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Avenir Book"/>
          <a:ea typeface="ＭＳ Ｐゴシック" charset="0"/>
          <a:cs typeface="+mn-cs"/>
        </a:defRPr>
      </a:lvl1pPr>
      <a:lvl2pPr marL="347663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Char char="•"/>
        <a:defRPr sz="2000">
          <a:solidFill>
            <a:schemeClr val="tx1"/>
          </a:solidFill>
          <a:latin typeface="Avenir Book"/>
          <a:ea typeface="ＭＳ Ｐゴシック" charset="0"/>
        </a:defRPr>
      </a:lvl2pPr>
      <a:lvl3pPr marL="547688" indent="-1984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Arial" panose="020B0604020202020204" pitchFamily="34" charset="0"/>
        <a:buChar char="-"/>
        <a:defRPr sz="2000">
          <a:solidFill>
            <a:schemeClr val="tx1"/>
          </a:solidFill>
          <a:latin typeface="Avenir Book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en.wikipedia.org/wiki/Observer_patter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Model%E2%80%93view%E2%80%93controller" TargetMode="External"/><Relationship Id="rId4" Type="http://schemas.openxmlformats.org/officeDocument/2006/relationships/image" Target="../media/image11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fx/2/binding/jfxpub-binding.ht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cs.oracle.com/javase/8/javafx/api/javafx/beans/binding/Bindings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gi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>
            <a:extLst>
              <a:ext uri="{FF2B5EF4-FFF2-40B4-BE49-F238E27FC236}">
                <a16:creationId xmlns:a16="http://schemas.microsoft.com/office/drawing/2014/main" id="{4AA0ABE0-6903-5F9A-268C-90F844063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itle 1">
            <a:extLst>
              <a:ext uri="{FF2B5EF4-FFF2-40B4-BE49-F238E27FC236}">
                <a16:creationId xmlns:a16="http://schemas.microsoft.com/office/drawing/2014/main" id="{25B10FB9-A15F-F8CA-E0F3-B4914ABDD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67150"/>
            <a:ext cx="9144000" cy="4333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200" dirty="0">
                <a:ea typeface="ＭＳ Ｐゴシック" panose="020B0600070205080204" pitchFamily="34" charset="-128"/>
              </a:rPr>
              <a:t>Lecture 8: MVC, Properties &amp; Binding</a:t>
            </a:r>
            <a:endParaRPr lang="en-ZA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8436" name="Text Placeholder 3">
            <a:extLst>
              <a:ext uri="{FF2B5EF4-FFF2-40B4-BE49-F238E27FC236}">
                <a16:creationId xmlns:a16="http://schemas.microsoft.com/office/drawing/2014/main" id="{4FA56CAD-107C-CCF9-44D6-34BF51654181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>
          <a:xfrm>
            <a:off x="611188" y="4386263"/>
            <a:ext cx="7886700" cy="273050"/>
          </a:xfrm>
        </p:spPr>
        <p:txBody>
          <a:bodyPr/>
          <a:lstStyle/>
          <a:p>
            <a:r>
              <a:rPr lang="en-US" altLang="en-US" sz="1200">
                <a:ea typeface="ＭＳ Ｐゴシック" panose="020B0600070205080204" pitchFamily="34" charset="-128"/>
              </a:rPr>
              <a:t>WRPV301: Advanced Programming</a:t>
            </a:r>
            <a:endParaRPr lang="en-ZA" altLang="en-US" sz="1200">
              <a:ea typeface="ＭＳ Ｐゴシック" panose="020B0600070205080204" pitchFamily="34" charset="-128"/>
            </a:endParaRPr>
          </a:p>
        </p:txBody>
      </p:sp>
      <p:sp>
        <p:nvSpPr>
          <p:cNvPr id="18437" name="Text Placeholder 5">
            <a:extLst>
              <a:ext uri="{FF2B5EF4-FFF2-40B4-BE49-F238E27FC236}">
                <a16:creationId xmlns:a16="http://schemas.microsoft.com/office/drawing/2014/main" id="{7B434F81-E8A3-A7A9-ADB2-DAC0071210D7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>
          <a:xfrm>
            <a:off x="611188" y="4732338"/>
            <a:ext cx="7886700" cy="325437"/>
          </a:xfrm>
        </p:spPr>
        <p:txBody>
          <a:bodyPr/>
          <a:lstStyle/>
          <a:p>
            <a:r>
              <a:rPr lang="en-US" altLang="en-US" sz="1400">
                <a:ea typeface="ＭＳ Ｐゴシック" panose="020B0600070205080204" pitchFamily="34" charset="-128"/>
              </a:rPr>
              <a:t>Dr Simone Beets</a:t>
            </a:r>
            <a:endParaRPr lang="en-ZA" altLang="en-US" sz="1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043608" y="2156251"/>
            <a:ext cx="3707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MVC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54B7BD-3863-436A-8D2B-66E5BF942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225639"/>
            <a:ext cx="2952328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1223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879C09E-7A09-4578-9916-3452CF8B51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2774035"/>
              </p:ext>
            </p:extLst>
          </p:nvPr>
        </p:nvGraphicFramePr>
        <p:xfrm>
          <a:off x="1524000" y="123478"/>
          <a:ext cx="7080448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9F067E5-8F4D-47E1-84B1-BCA5AC4CCF74}"/>
              </a:ext>
            </a:extLst>
          </p:cNvPr>
          <p:cNvSpPr txBox="1"/>
          <p:nvPr/>
        </p:nvSpPr>
        <p:spPr>
          <a:xfrm>
            <a:off x="611560" y="1131590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MVC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FBA1F-0547-46AE-A849-70A1BD095C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1563638"/>
            <a:ext cx="2016224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68037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A561D-E2B3-7250-77BD-B51A4A8C1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2A76376-C20A-74C5-AEFF-D1FCBF990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Typical UI application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BAD2B09-5AAF-5254-AC57-8E4B08C44C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059582"/>
            <a:ext cx="8784654" cy="3481387"/>
          </a:xfrm>
        </p:spPr>
        <p:txBody>
          <a:bodyPr/>
          <a:lstStyle/>
          <a:p>
            <a:r>
              <a:rPr lang="en-US" dirty="0"/>
              <a:t>Displays data</a:t>
            </a:r>
          </a:p>
          <a:p>
            <a:pPr lvl="1"/>
            <a:r>
              <a:rPr lang="en-US" dirty="0"/>
              <a:t>As text, images, </a:t>
            </a:r>
            <a:r>
              <a:rPr lang="en-US" dirty="0" err="1"/>
              <a:t>colours</a:t>
            </a:r>
            <a:r>
              <a:rPr lang="en-US" dirty="0"/>
              <a:t>, slider positions, etc.</a:t>
            </a:r>
          </a:p>
          <a:p>
            <a:r>
              <a:rPr lang="en-US" dirty="0"/>
              <a:t>A user can manipulate the UI</a:t>
            </a:r>
          </a:p>
          <a:p>
            <a:pPr lvl="1"/>
            <a:r>
              <a:rPr lang="en-US" dirty="0"/>
              <a:t>By typing, clicking, dragging, etc.</a:t>
            </a:r>
          </a:p>
          <a:p>
            <a:r>
              <a:rPr lang="en-US" dirty="0"/>
              <a:t>Interacting with the UI generates an event</a:t>
            </a:r>
          </a:p>
          <a:p>
            <a:pPr lvl="1"/>
            <a:r>
              <a:rPr lang="en-US" dirty="0"/>
              <a:t>Event type depends on the type of UI control, e.g., </a:t>
            </a:r>
          </a:p>
          <a:p>
            <a:pPr lvl="2"/>
            <a:r>
              <a:rPr lang="en-US" dirty="0"/>
              <a:t>for a button </a:t>
            </a:r>
            <a:r>
              <a:rPr lang="en-US" dirty="0">
                <a:sym typeface="Wingdings" panose="05000000000000000000" pitchFamily="2" charset="2"/>
              </a:rPr>
              <a:t> clicked, gained/lost focus, mouse over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for a text field  gained/lost focus, pressed a key, mouse over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Interacting with the UI results in the data being changed</a:t>
            </a:r>
          </a:p>
          <a:p>
            <a:r>
              <a:rPr lang="en-US" b="1" dirty="0">
                <a:sym typeface="Wingdings" panose="05000000000000000000" pitchFamily="2" charset="2"/>
              </a:rPr>
              <a:t>Data &amp; UI are synched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39561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B5C05-5FF9-10AA-8785-27D99DAA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9B3B8EB5-2751-AE17-8E2F-2DF039B793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303213"/>
            <a:ext cx="8712646" cy="593725"/>
          </a:xfrm>
        </p:spPr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Synching the data &amp; UI (the manual way)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F544519E-2B89-47BB-59F5-01BF7582A0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059582"/>
            <a:ext cx="8784654" cy="3481387"/>
          </a:xfrm>
        </p:spPr>
        <p:txBody>
          <a:bodyPr/>
          <a:lstStyle/>
          <a:p>
            <a:r>
              <a:rPr lang="en-US" dirty="0"/>
              <a:t>Have data that is displayed by the UI</a:t>
            </a:r>
          </a:p>
          <a:p>
            <a:r>
              <a:rPr lang="en-US" dirty="0"/>
              <a:t>To sync the data &amp; UI</a:t>
            </a:r>
          </a:p>
          <a:p>
            <a:pPr lvl="1"/>
            <a:r>
              <a:rPr lang="en-US" dirty="0"/>
              <a:t>Need to display initial values for the UI</a:t>
            </a:r>
          </a:p>
          <a:p>
            <a:pPr lvl="1"/>
            <a:r>
              <a:rPr lang="en-US" dirty="0"/>
              <a:t>Need to attach events such at if UI changes, the data is updated</a:t>
            </a:r>
          </a:p>
          <a:p>
            <a:r>
              <a:rPr lang="en-US" dirty="0"/>
              <a:t>E.g., for a </a:t>
            </a:r>
            <a:r>
              <a:rPr lang="en-US" dirty="0" err="1"/>
              <a:t>TextField</a:t>
            </a:r>
            <a:r>
              <a:rPr lang="en-US" dirty="0"/>
              <a:t>, t, displaying age</a:t>
            </a:r>
          </a:p>
          <a:p>
            <a:pPr lvl="1"/>
            <a:r>
              <a:rPr lang="en-US" dirty="0"/>
              <a:t>Initially set t’s text to age</a:t>
            </a:r>
          </a:p>
          <a:p>
            <a:pPr lvl="1"/>
            <a:r>
              <a:rPr lang="en-US" dirty="0"/>
              <a:t>If the user presses enter or t loses focus</a:t>
            </a:r>
          </a:p>
          <a:p>
            <a:pPr lvl="2"/>
            <a:r>
              <a:rPr lang="en-US" dirty="0"/>
              <a:t>Get t’s text, convert text to age’s type</a:t>
            </a:r>
          </a:p>
          <a:p>
            <a:pPr lvl="2"/>
            <a:r>
              <a:rPr lang="en-US" dirty="0"/>
              <a:t>Then: validate the data &amp; set age to data</a:t>
            </a:r>
          </a:p>
          <a:p>
            <a:pPr lvl="1"/>
            <a:r>
              <a:rPr lang="en-US" dirty="0"/>
              <a:t>If multiple controls refer to the same data value, need to update all together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05706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A2F21-7A5A-5C89-0E69-A449657A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E34CACD1-A7A8-16A0-7B22-3D9B17FE5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81881"/>
            <a:ext cx="4248150" cy="1694449"/>
          </a:xfrm>
        </p:spPr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Synching the data &amp; UI (the manual way)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84B317-264C-9080-F1C3-4073BC06C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2333325"/>
            <a:ext cx="6203670" cy="27827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43CB7C-CA96-F342-A45A-124C41C7D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635" y="20166"/>
            <a:ext cx="2857500" cy="30289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Left-Right Arrow 5">
            <a:extLst>
              <a:ext uri="{FF2B5EF4-FFF2-40B4-BE49-F238E27FC236}">
                <a16:creationId xmlns:a16="http://schemas.microsoft.com/office/drawing/2014/main" id="{C64D3166-3D4F-1AA9-CC37-447626A55B58}"/>
              </a:ext>
            </a:extLst>
          </p:cNvPr>
          <p:cNvSpPr/>
          <p:nvPr/>
        </p:nvSpPr>
        <p:spPr>
          <a:xfrm rot="18501122">
            <a:off x="4357874" y="1430787"/>
            <a:ext cx="1791344" cy="466811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328DB-5B5E-F197-55AD-39D593FAA8E6}"/>
              </a:ext>
            </a:extLst>
          </p:cNvPr>
          <p:cNvSpPr txBox="1"/>
          <p:nvPr/>
        </p:nvSpPr>
        <p:spPr>
          <a:xfrm>
            <a:off x="467544" y="4276953"/>
            <a:ext cx="216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dirty="0"/>
              <a:t>See</a:t>
            </a:r>
            <a:r>
              <a:rPr lang="en-ZA" dirty="0">
                <a:solidFill>
                  <a:srgbClr val="FEC000"/>
                </a:solidFill>
              </a:rPr>
              <a:t> /Example01</a:t>
            </a:r>
          </a:p>
        </p:txBody>
      </p:sp>
    </p:spTree>
    <p:extLst>
      <p:ext uri="{BB962C8B-B14F-4D97-AF65-F5344CB8AC3E}">
        <p14:creationId xmlns:p14="http://schemas.microsoft.com/office/powerpoint/2010/main" val="317563759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5173B-B38A-EA1D-BE6B-AAC03B5B3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1371E5F9-27AA-54F6-9245-0EB0EB908E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303213"/>
            <a:ext cx="8712646" cy="593725"/>
          </a:xfrm>
        </p:spPr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Observer pattern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6F9D3B2-703F-F94A-7F56-03918F95F8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059582"/>
            <a:ext cx="8784654" cy="3481387"/>
          </a:xfrm>
        </p:spPr>
        <p:txBody>
          <a:bodyPr/>
          <a:lstStyle/>
          <a:p>
            <a:r>
              <a:rPr lang="en-US" dirty="0"/>
              <a:t>Problem: </a:t>
            </a:r>
          </a:p>
          <a:p>
            <a:pPr lvl="1"/>
            <a:r>
              <a:rPr lang="en-US" dirty="0"/>
              <a:t>Object A needs to know the state of another object, Object B</a:t>
            </a:r>
          </a:p>
          <a:p>
            <a:pPr lvl="1"/>
            <a:r>
              <a:rPr lang="en-US" dirty="0"/>
              <a:t>Object B can be changed by other objects, Object C, D, E, etc.</a:t>
            </a:r>
          </a:p>
          <a:p>
            <a:r>
              <a:rPr lang="en-US" dirty="0"/>
              <a:t>Question:</a:t>
            </a:r>
          </a:p>
          <a:p>
            <a:pPr lvl="1"/>
            <a:r>
              <a:rPr lang="en-US" dirty="0"/>
              <a:t>How can Object A by synched with Object B?</a:t>
            </a:r>
          </a:p>
          <a:p>
            <a:pPr lvl="1"/>
            <a:r>
              <a:rPr lang="en-US" dirty="0"/>
              <a:t>i.e., if Object B changes, then Object A must be updated</a:t>
            </a:r>
          </a:p>
          <a:p>
            <a:r>
              <a:rPr lang="en-US" dirty="0"/>
              <a:t>Answer:</a:t>
            </a:r>
          </a:p>
          <a:p>
            <a:pPr lvl="1"/>
            <a:r>
              <a:rPr lang="en-US" dirty="0"/>
              <a:t>One way is to have Object A </a:t>
            </a:r>
            <a:r>
              <a:rPr lang="en-US" i="1" dirty="0"/>
              <a:t>poll</a:t>
            </a:r>
            <a:r>
              <a:rPr lang="en-US" dirty="0"/>
              <a:t> Object B</a:t>
            </a:r>
          </a:p>
          <a:p>
            <a:pPr lvl="1"/>
            <a:r>
              <a:rPr lang="en-US" dirty="0"/>
              <a:t>BUT that is inefficient</a:t>
            </a:r>
          </a:p>
        </p:txBody>
      </p:sp>
    </p:spTree>
    <p:extLst>
      <p:ext uri="{BB962C8B-B14F-4D97-AF65-F5344CB8AC3E}">
        <p14:creationId xmlns:p14="http://schemas.microsoft.com/office/powerpoint/2010/main" val="336034929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07B91-620A-CD5A-9459-4611808CD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2E2C216-29FE-B6A4-A55D-7898613FA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Observer pattern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28EDEFA8-540F-0302-00DF-022F93EF27A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3528" y="1005576"/>
            <a:ext cx="3672408" cy="3589046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Pattern:</a:t>
            </a:r>
          </a:p>
          <a:p>
            <a:pPr lvl="1"/>
            <a:r>
              <a:rPr lang="en-US" dirty="0"/>
              <a:t>Allows a subject to notify observers of changes to the subject’s state</a:t>
            </a:r>
          </a:p>
          <a:p>
            <a:pPr lvl="1"/>
            <a:r>
              <a:rPr lang="en-US" dirty="0"/>
              <a:t>State includes the data values &amp; interesting events, e.g., a button clicked</a:t>
            </a:r>
          </a:p>
        </p:txBody>
      </p:sp>
      <p:pic>
        <p:nvPicPr>
          <p:cNvPr id="2" name="Picture 2" descr="http://upload.wikimedia.org/wikipedia/commons/thumb/8/8d/Observer.svg/500px-Observer.svg.png">
            <a:extLst>
              <a:ext uri="{FF2B5EF4-FFF2-40B4-BE49-F238E27FC236}">
                <a16:creationId xmlns:a16="http://schemas.microsoft.com/office/drawing/2014/main" id="{FC5EECD3-5125-BAA7-4465-8694124C5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51919" y="1507180"/>
            <a:ext cx="5203823" cy="21595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CECF94-EBA8-FDED-BF3C-508E9392FC52}"/>
              </a:ext>
            </a:extLst>
          </p:cNvPr>
          <p:cNvSpPr/>
          <p:nvPr/>
        </p:nvSpPr>
        <p:spPr>
          <a:xfrm>
            <a:off x="3851919" y="3829817"/>
            <a:ext cx="52038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1600" dirty="0">
                <a:hlinkClick r:id="rId4"/>
              </a:rPr>
              <a:t>http://en.wikipedia.org/wiki/Observer_pattern</a:t>
            </a:r>
            <a:r>
              <a:rPr lang="en-ZA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177579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BE8B4-3E20-47D9-2EBA-B4B0B42F4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D61028-5518-EB6A-DA27-C34569406A99}"/>
              </a:ext>
            </a:extLst>
          </p:cNvPr>
          <p:cNvSpPr/>
          <p:nvPr/>
        </p:nvSpPr>
        <p:spPr>
          <a:xfrm>
            <a:off x="2051720" y="1419622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Who can explain the MVC pattern?</a:t>
            </a:r>
            <a:endParaRPr lang="en-ZA" sz="3600" dirty="0"/>
          </a:p>
        </p:txBody>
      </p:sp>
      <p:pic>
        <p:nvPicPr>
          <p:cNvPr id="8" name="Graphic 3" descr="Lights On with solid fill">
            <a:extLst>
              <a:ext uri="{FF2B5EF4-FFF2-40B4-BE49-F238E27FC236}">
                <a16:creationId xmlns:a16="http://schemas.microsoft.com/office/drawing/2014/main" id="{961DC337-FE52-B260-92F4-459E1C5EF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1970484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9359625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66D3-89BC-3609-69B7-9ED7F78FD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F01C5E29-73B7-ACD8-56A9-9BDEDEBAB38F}"/>
              </a:ext>
            </a:extLst>
          </p:cNvPr>
          <p:cNvSpPr/>
          <p:nvPr/>
        </p:nvSpPr>
        <p:spPr>
          <a:xfrm>
            <a:off x="0" y="4291398"/>
            <a:ext cx="9143999" cy="8424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35BB316-A9D6-94CD-7D42-3A77A2AF29A3}"/>
              </a:ext>
            </a:extLst>
          </p:cNvPr>
          <p:cNvSpPr/>
          <p:nvPr/>
        </p:nvSpPr>
        <p:spPr>
          <a:xfrm>
            <a:off x="1671702" y="852102"/>
            <a:ext cx="4715887" cy="4455824"/>
          </a:xfrm>
          <a:prstGeom prst="ellipse">
            <a:avLst/>
          </a:prstGeom>
          <a:solidFill>
            <a:srgbClr val="00CC00">
              <a:alpha val="39000"/>
            </a:srgb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55CDBF1C-FC54-1F68-BFE1-D357045BF4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77825"/>
            <a:ext cx="8496300" cy="593725"/>
          </a:xfrm>
        </p:spPr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Model-View-Controller (MVC) pattern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4664C36-3A95-8CEA-0C11-CCC725024B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17891" y="778564"/>
            <a:ext cx="4926110" cy="37879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Problem:</a:t>
            </a:r>
            <a:r>
              <a:rPr lang="en-US" dirty="0"/>
              <a:t> Synching data &amp; the UI, low coupling</a:t>
            </a:r>
          </a:p>
          <a:p>
            <a:endParaRPr lang="en-US" dirty="0"/>
          </a:p>
        </p:txBody>
      </p:sp>
      <p:sp>
        <p:nvSpPr>
          <p:cNvPr id="7" name="Can 3">
            <a:extLst>
              <a:ext uri="{FF2B5EF4-FFF2-40B4-BE49-F238E27FC236}">
                <a16:creationId xmlns:a16="http://schemas.microsoft.com/office/drawing/2014/main" id="{B27BDDCB-1D08-0327-B50A-93BDDA17E176}"/>
              </a:ext>
            </a:extLst>
          </p:cNvPr>
          <p:cNvSpPr/>
          <p:nvPr/>
        </p:nvSpPr>
        <p:spPr>
          <a:xfrm>
            <a:off x="2642932" y="897806"/>
            <a:ext cx="1433384" cy="1070919"/>
          </a:xfrm>
          <a:prstGeom prst="can">
            <a:avLst>
              <a:gd name="adj" fmla="val 36539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/>
              <a:t>Model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0FA1C05-95CC-DE69-65DD-E76B834AB807}"/>
              </a:ext>
            </a:extLst>
          </p:cNvPr>
          <p:cNvGrpSpPr/>
          <p:nvPr/>
        </p:nvGrpSpPr>
        <p:grpSpPr>
          <a:xfrm>
            <a:off x="2538676" y="3686133"/>
            <a:ext cx="1641895" cy="1036611"/>
            <a:chOff x="3460691" y="4772975"/>
            <a:chExt cx="1641895" cy="103661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E005221-AC8E-860C-0103-426BCD8A337A}"/>
                </a:ext>
              </a:extLst>
            </p:cNvPr>
            <p:cNvSpPr/>
            <p:nvPr/>
          </p:nvSpPr>
          <p:spPr>
            <a:xfrm>
              <a:off x="3564947" y="4916863"/>
              <a:ext cx="1433384" cy="747046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9D0907-31F8-141B-0512-7E68EA25D655}"/>
                </a:ext>
              </a:extLst>
            </p:cNvPr>
            <p:cNvGrpSpPr/>
            <p:nvPr/>
          </p:nvGrpSpPr>
          <p:grpSpPr>
            <a:xfrm>
              <a:off x="3460691" y="4772975"/>
              <a:ext cx="1641895" cy="1036611"/>
              <a:chOff x="4621428" y="4275438"/>
              <a:chExt cx="1828800" cy="1153297"/>
            </a:xfrm>
          </p:grpSpPr>
          <p:sp>
            <p:nvSpPr>
              <p:cNvPr id="11" name="Frame 10">
                <a:extLst>
                  <a:ext uri="{FF2B5EF4-FFF2-40B4-BE49-F238E27FC236}">
                    <a16:creationId xmlns:a16="http://schemas.microsoft.com/office/drawing/2014/main" id="{578A7730-5242-1EA9-66B0-27C13381E205}"/>
                  </a:ext>
                </a:extLst>
              </p:cNvPr>
              <p:cNvSpPr/>
              <p:nvPr/>
            </p:nvSpPr>
            <p:spPr>
              <a:xfrm>
                <a:off x="4621428" y="4275438"/>
                <a:ext cx="1828800" cy="1153297"/>
              </a:xfrm>
              <a:prstGeom prst="frame">
                <a:avLst>
                  <a:gd name="adj1" fmla="val 9503"/>
                </a:avLst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8D89628-9870-F610-EEB9-80E85CC3A939}"/>
                  </a:ext>
                </a:extLst>
              </p:cNvPr>
              <p:cNvSpPr txBox="1"/>
              <p:nvPr/>
            </p:nvSpPr>
            <p:spPr>
              <a:xfrm>
                <a:off x="5144180" y="4656076"/>
                <a:ext cx="707886" cy="369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b="1" dirty="0"/>
                  <a:t>View</a:t>
                </a:r>
              </a:p>
            </p:txBody>
          </p: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703A3D9-5667-35AB-35B7-AE944749391A}"/>
              </a:ext>
            </a:extLst>
          </p:cNvPr>
          <p:cNvSpPr txBox="1"/>
          <p:nvPr/>
        </p:nvSpPr>
        <p:spPr>
          <a:xfrm>
            <a:off x="593065" y="843558"/>
            <a:ext cx="20374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 dirty="0"/>
              <a:t>Responsible for storing &amp; retrieving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 dirty="0"/>
              <a:t>Maintaining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 dirty="0"/>
              <a:t>[Notifying </a:t>
            </a:r>
            <a:r>
              <a:rPr lang="en-ZA" sz="1200" i="1" dirty="0"/>
              <a:t>observers</a:t>
            </a:r>
            <a:r>
              <a:rPr lang="en-ZA" sz="1200" dirty="0"/>
              <a:t> of change in state]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 dirty="0"/>
              <a:t>Does </a:t>
            </a:r>
            <a:r>
              <a:rPr lang="en-ZA" sz="1200" i="1" dirty="0"/>
              <a:t>not know</a:t>
            </a:r>
            <a:r>
              <a:rPr lang="en-ZA" sz="1200" dirty="0"/>
              <a:t> about View per 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78A163-E8FA-A1AA-4C0D-CD1D9DBB8F12}"/>
              </a:ext>
            </a:extLst>
          </p:cNvPr>
          <p:cNvSpPr txBox="1"/>
          <p:nvPr/>
        </p:nvSpPr>
        <p:spPr>
          <a:xfrm>
            <a:off x="2480997" y="4702373"/>
            <a:ext cx="223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 dirty="0"/>
              <a:t>Interacts with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 dirty="0"/>
              <a:t>Notifies of interactions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EA47B4-DF0E-E8F1-BA71-594DEA93233E}"/>
              </a:ext>
            </a:extLst>
          </p:cNvPr>
          <p:cNvSpPr txBox="1"/>
          <p:nvPr/>
        </p:nvSpPr>
        <p:spPr>
          <a:xfrm>
            <a:off x="6657461" y="2211710"/>
            <a:ext cx="2235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 dirty="0"/>
              <a:t>Responsible for responding to user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 dirty="0"/>
              <a:t>Manipulates Model in response to user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200" dirty="0"/>
              <a:t>Tells View </a:t>
            </a:r>
            <a:r>
              <a:rPr lang="en-ZA" sz="1200" i="1" dirty="0"/>
              <a:t>how</a:t>
            </a:r>
            <a:r>
              <a:rPr lang="en-ZA" sz="1200" dirty="0"/>
              <a:t> to render Model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AA96E1-18C3-1F12-DDF8-B5B431F478B9}"/>
              </a:ext>
            </a:extLst>
          </p:cNvPr>
          <p:cNvGrpSpPr/>
          <p:nvPr/>
        </p:nvGrpSpPr>
        <p:grpSpPr>
          <a:xfrm>
            <a:off x="483653" y="3686133"/>
            <a:ext cx="674270" cy="1459464"/>
            <a:chOff x="3282458" y="5171992"/>
            <a:chExt cx="674270" cy="145946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93EE2C7-C722-9407-2469-11D71F841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2458" y="5171992"/>
              <a:ext cx="674270" cy="1164240"/>
            </a:xfrm>
            <a:prstGeom prst="rect">
              <a:avLst/>
            </a:prstGeom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ADD8112-E02B-2C7E-5A5A-120E5B09EE0B}"/>
                </a:ext>
              </a:extLst>
            </p:cNvPr>
            <p:cNvSpPr txBox="1"/>
            <p:nvPr/>
          </p:nvSpPr>
          <p:spPr>
            <a:xfrm>
              <a:off x="3363753" y="6354457"/>
              <a:ext cx="5116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1200" b="1" dirty="0"/>
                <a:t>User</a:t>
              </a: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B62A55-9216-54DC-C8DE-558FF67402CD}"/>
              </a:ext>
            </a:extLst>
          </p:cNvPr>
          <p:cNvCxnSpPr/>
          <p:nvPr/>
        </p:nvCxnSpPr>
        <p:spPr>
          <a:xfrm>
            <a:off x="1247247" y="4200120"/>
            <a:ext cx="1178798" cy="1"/>
          </a:xfrm>
          <a:prstGeom prst="straightConnector1">
            <a:avLst/>
          </a:prstGeom>
          <a:ln w="19050">
            <a:prstDash val="sysDot"/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0B68C35-95E2-4FFF-1236-368A2DCEE973}"/>
              </a:ext>
            </a:extLst>
          </p:cNvPr>
          <p:cNvGrpSpPr/>
          <p:nvPr/>
        </p:nvGrpSpPr>
        <p:grpSpPr>
          <a:xfrm>
            <a:off x="5350211" y="1953143"/>
            <a:ext cx="1423883" cy="1423883"/>
            <a:chOff x="8128900" y="3161710"/>
            <a:chExt cx="1423883" cy="1423883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3F81050-CF1A-9196-EA04-17CE3A7F6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28900" y="3161710"/>
              <a:ext cx="1423883" cy="1423883"/>
            </a:xfrm>
            <a:prstGeom prst="rect">
              <a:avLst/>
            </a:prstGeom>
            <a:effectLst>
              <a:outerShdw blurRad="76200" dist="635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5CFF682-14A0-A748-7217-9EF40D80C0C4}"/>
                </a:ext>
              </a:extLst>
            </p:cNvPr>
            <p:cNvSpPr txBox="1"/>
            <p:nvPr/>
          </p:nvSpPr>
          <p:spPr>
            <a:xfrm>
              <a:off x="8201082" y="3628916"/>
              <a:ext cx="12795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b="1" dirty="0">
                  <a:effectLst>
                    <a:glow rad="279400">
                      <a:schemeClr val="bg1">
                        <a:alpha val="96000"/>
                      </a:schemeClr>
                    </a:glow>
                  </a:effectLst>
                </a:rPr>
                <a:t>Controller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2EE51CF-CCBA-7A4F-B52F-C48E6BD9952F}"/>
              </a:ext>
            </a:extLst>
          </p:cNvPr>
          <p:cNvGrpSpPr/>
          <p:nvPr/>
        </p:nvGrpSpPr>
        <p:grpSpPr>
          <a:xfrm>
            <a:off x="4319702" y="3608007"/>
            <a:ext cx="1565483" cy="683391"/>
            <a:chOff x="5241717" y="4694849"/>
            <a:chExt cx="1565483" cy="683391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B217ABB-ACA1-714E-5C32-2D738B2D6AD7}"/>
                </a:ext>
              </a:extLst>
            </p:cNvPr>
            <p:cNvCxnSpPr/>
            <p:nvPr/>
          </p:nvCxnSpPr>
          <p:spPr>
            <a:xfrm flipH="1">
              <a:off x="5241717" y="4694849"/>
              <a:ext cx="1278698" cy="683391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5B73671-8B68-0BE8-DE37-EDF202CAECE9}"/>
                </a:ext>
              </a:extLst>
            </p:cNvPr>
            <p:cNvSpPr txBox="1"/>
            <p:nvPr/>
          </p:nvSpPr>
          <p:spPr>
            <a:xfrm>
              <a:off x="5715386" y="5036544"/>
              <a:ext cx="1091814" cy="286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sz="1200" i="1" dirty="0"/>
                <a:t>modifies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F1BD972-D8A4-F79D-5D48-30AADB3066A3}"/>
              </a:ext>
            </a:extLst>
          </p:cNvPr>
          <p:cNvGrpSpPr/>
          <p:nvPr/>
        </p:nvGrpSpPr>
        <p:grpSpPr>
          <a:xfrm>
            <a:off x="4284988" y="1590867"/>
            <a:ext cx="1420730" cy="754992"/>
            <a:chOff x="5207003" y="2677709"/>
            <a:chExt cx="1420730" cy="75499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2308703-5191-42F9-2A47-F8CBCA8D6A08}"/>
                </a:ext>
              </a:extLst>
            </p:cNvPr>
            <p:cNvCxnSpPr/>
            <p:nvPr/>
          </p:nvCxnSpPr>
          <p:spPr>
            <a:xfrm flipH="1" flipV="1">
              <a:off x="5207003" y="2749310"/>
              <a:ext cx="1278698" cy="683391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2AC8DD2-40EF-87F5-E7BD-1993753CEB3D}"/>
                </a:ext>
              </a:extLst>
            </p:cNvPr>
            <p:cNvSpPr txBox="1"/>
            <p:nvPr/>
          </p:nvSpPr>
          <p:spPr>
            <a:xfrm>
              <a:off x="5845146" y="2677709"/>
              <a:ext cx="7825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1200" i="1" dirty="0"/>
                <a:t>polls &amp; </a:t>
              </a:r>
            </a:p>
            <a:p>
              <a:pPr algn="ctr"/>
              <a:r>
                <a:rPr lang="en-ZA" sz="1200" i="1" dirty="0"/>
                <a:t>modifies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F41052C-91AC-BF9A-ACB2-8595175B206D}"/>
              </a:ext>
            </a:extLst>
          </p:cNvPr>
          <p:cNvGrpSpPr/>
          <p:nvPr/>
        </p:nvGrpSpPr>
        <p:grpSpPr>
          <a:xfrm>
            <a:off x="3940835" y="2064116"/>
            <a:ext cx="1409376" cy="715944"/>
            <a:chOff x="4862850" y="3150958"/>
            <a:chExt cx="1409376" cy="715944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EFAAF8B-81AF-A4D0-CF5D-FFEA119F90A7}"/>
                </a:ext>
              </a:extLst>
            </p:cNvPr>
            <p:cNvCxnSpPr/>
            <p:nvPr/>
          </p:nvCxnSpPr>
          <p:spPr>
            <a:xfrm>
              <a:off x="5116604" y="3150958"/>
              <a:ext cx="1155622" cy="620033"/>
            </a:xfrm>
            <a:prstGeom prst="straightConnector1">
              <a:avLst/>
            </a:prstGeom>
            <a:ln>
              <a:prstDash val="dash"/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613A9E9-0DB4-9BF1-3E31-7A05DCFA1741}"/>
                </a:ext>
              </a:extLst>
            </p:cNvPr>
            <p:cNvSpPr txBox="1"/>
            <p:nvPr/>
          </p:nvSpPr>
          <p:spPr>
            <a:xfrm>
              <a:off x="4862850" y="3436015"/>
              <a:ext cx="84670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1100" i="1" dirty="0"/>
                <a:t>notifies of</a:t>
              </a:r>
            </a:p>
            <a:p>
              <a:pPr algn="ctr"/>
              <a:r>
                <a:rPr lang="en-ZA" sz="1100" i="1" dirty="0"/>
                <a:t>changes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D53BE18-4602-9383-7DEF-962F0794BCDD}"/>
              </a:ext>
            </a:extLst>
          </p:cNvPr>
          <p:cNvGrpSpPr/>
          <p:nvPr/>
        </p:nvGrpSpPr>
        <p:grpSpPr>
          <a:xfrm>
            <a:off x="4282032" y="3236258"/>
            <a:ext cx="1304718" cy="786127"/>
            <a:chOff x="5204047" y="4323100"/>
            <a:chExt cx="1304718" cy="786127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F07081E-96C7-4CDB-595B-B735B86DCF62}"/>
                </a:ext>
              </a:extLst>
            </p:cNvPr>
            <p:cNvCxnSpPr/>
            <p:nvPr/>
          </p:nvCxnSpPr>
          <p:spPr>
            <a:xfrm flipV="1">
              <a:off x="5230067" y="4425836"/>
              <a:ext cx="1278698" cy="683391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7D5A554-9DB8-D83E-8456-A13B9BA7BEB3}"/>
                </a:ext>
              </a:extLst>
            </p:cNvPr>
            <p:cNvSpPr txBox="1"/>
            <p:nvPr/>
          </p:nvSpPr>
          <p:spPr>
            <a:xfrm>
              <a:off x="5204047" y="4323100"/>
              <a:ext cx="861133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1050" i="1" dirty="0"/>
                <a:t>notifies of</a:t>
              </a:r>
            </a:p>
            <a:p>
              <a:pPr algn="ctr"/>
              <a:r>
                <a:rPr lang="en-ZA" sz="1050" i="1" dirty="0"/>
                <a:t>interaction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B53EA5-49FD-8269-60C2-7DC7C54897DD}"/>
              </a:ext>
            </a:extLst>
          </p:cNvPr>
          <p:cNvCxnSpPr/>
          <p:nvPr/>
        </p:nvCxnSpPr>
        <p:spPr>
          <a:xfrm flipH="1">
            <a:off x="3288227" y="2071461"/>
            <a:ext cx="12117" cy="1539042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&quot;No&quot; Symbol 31">
            <a:extLst>
              <a:ext uri="{FF2B5EF4-FFF2-40B4-BE49-F238E27FC236}">
                <a16:creationId xmlns:a16="http://schemas.microsoft.com/office/drawing/2014/main" id="{A6CEAF3D-E3EA-737B-D733-E2116A49146F}"/>
              </a:ext>
            </a:extLst>
          </p:cNvPr>
          <p:cNvSpPr/>
          <p:nvPr/>
        </p:nvSpPr>
        <p:spPr>
          <a:xfrm>
            <a:off x="2992423" y="2533224"/>
            <a:ext cx="577642" cy="577642"/>
          </a:xfrm>
          <a:prstGeom prst="noSmoking">
            <a:avLst/>
          </a:prstGeom>
          <a:solidFill>
            <a:srgbClr val="F14F12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791812-978C-3878-DC30-D8DFBFCE7B86}"/>
              </a:ext>
            </a:extLst>
          </p:cNvPr>
          <p:cNvSpPr txBox="1"/>
          <p:nvPr/>
        </p:nvSpPr>
        <p:spPr>
          <a:xfrm>
            <a:off x="4355976" y="4889108"/>
            <a:ext cx="49135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100" dirty="0">
                <a:hlinkClick r:id="rId5"/>
              </a:rPr>
              <a:t>https://en.wikipedia.org/wiki/Model%E2%80%93view%E2%80%93controller</a:t>
            </a:r>
            <a:endParaRPr lang="en-ZA" sz="1100" dirty="0"/>
          </a:p>
        </p:txBody>
      </p:sp>
    </p:spTree>
    <p:extLst>
      <p:ext uri="{BB962C8B-B14F-4D97-AF65-F5344CB8AC3E}">
        <p14:creationId xmlns:p14="http://schemas.microsoft.com/office/powerpoint/2010/main" val="27627017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6" presetClass="emph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6" presetClass="emph" presetSubtype="0" fill="hold" grpId="1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8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26" presetClass="emph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2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26" presetClass="emph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500"/>
                            </p:stCondLst>
                            <p:childTnLst>
                              <p:par>
                                <p:cTn id="131" presetID="26" presetClass="emph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500"/>
                            </p:stCondLst>
                            <p:childTnLst>
                              <p:par>
                                <p:cTn id="135" presetID="26" presetClass="emph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7" grpId="0" animBg="1"/>
      <p:bldP spid="7" grpId="1" animBg="1"/>
      <p:bldP spid="7" grpId="2" animBg="1"/>
      <p:bldP spid="13" grpId="0" build="p"/>
      <p:bldP spid="14" grpId="0" build="p"/>
      <p:bldP spid="15" grpId="0" build="p"/>
      <p:bldP spid="36" grpId="0" animBg="1"/>
      <p:bldP spid="3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82C69-C65E-A441-9B56-BA0FD5DBA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E1E4E6E-A9E9-8C0F-75E0-FFCC7232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JavaFX &amp; MVC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405F9D01-E4F1-151A-EFBD-A5D77B64D5A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3528" y="1005576"/>
            <a:ext cx="3672408" cy="3589046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Properties that are </a:t>
            </a:r>
            <a:r>
              <a:rPr lang="en-US" i="1" dirty="0"/>
              <a:t>observable</a:t>
            </a:r>
          </a:p>
          <a:p>
            <a:r>
              <a:rPr lang="en-US" dirty="0"/>
              <a:t>Properties that may be </a:t>
            </a:r>
            <a:r>
              <a:rPr lang="en-US" i="1" dirty="0"/>
              <a:t>bound</a:t>
            </a:r>
            <a:r>
              <a:rPr lang="en-US" dirty="0"/>
              <a:t> together</a:t>
            </a:r>
          </a:p>
          <a:p>
            <a:pPr lvl="1"/>
            <a:r>
              <a:rPr lang="en-US" dirty="0"/>
              <a:t>E.g., the text property of a UI control is bound to a model’s integer property</a:t>
            </a:r>
          </a:p>
          <a:p>
            <a:r>
              <a:rPr lang="en-US" dirty="0"/>
              <a:t>Controller that responds to UI events &amp; modifies UI/model</a:t>
            </a:r>
          </a:p>
          <a:p>
            <a:r>
              <a:rPr lang="en-US" dirty="0"/>
              <a:t>A </a:t>
            </a:r>
            <a:r>
              <a:rPr lang="en-US" i="1" dirty="0"/>
              <a:t>property</a:t>
            </a:r>
            <a:r>
              <a:rPr lang="en-US" dirty="0"/>
              <a:t> is a type of </a:t>
            </a:r>
            <a:r>
              <a:rPr lang="en-US" i="1" dirty="0"/>
              <a:t>model</a:t>
            </a:r>
          </a:p>
          <a:p>
            <a:r>
              <a:rPr lang="en-US" dirty="0"/>
              <a:t>A </a:t>
            </a:r>
            <a:r>
              <a:rPr lang="en-US" i="1" dirty="0"/>
              <a:t>binding</a:t>
            </a:r>
            <a:r>
              <a:rPr lang="en-US" dirty="0"/>
              <a:t> is a type of </a:t>
            </a:r>
            <a:r>
              <a:rPr lang="en-US" i="1" dirty="0"/>
              <a:t>controller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971A97-0613-3626-B42E-C7AC5DB9C285}"/>
              </a:ext>
            </a:extLst>
          </p:cNvPr>
          <p:cNvGrpSpPr/>
          <p:nvPr/>
        </p:nvGrpSpPr>
        <p:grpSpPr>
          <a:xfrm>
            <a:off x="3851920" y="348174"/>
            <a:ext cx="5426345" cy="4455824"/>
            <a:chOff x="2269764" y="1776615"/>
            <a:chExt cx="5426345" cy="445582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CD97D1F-D7D2-AA26-8AC9-13F5E2FE2E6C}"/>
                </a:ext>
              </a:extLst>
            </p:cNvPr>
            <p:cNvSpPr/>
            <p:nvPr/>
          </p:nvSpPr>
          <p:spPr>
            <a:xfrm>
              <a:off x="2758661" y="1776615"/>
              <a:ext cx="4715887" cy="4455824"/>
            </a:xfrm>
            <a:prstGeom prst="ellipse">
              <a:avLst/>
            </a:prstGeom>
            <a:gradFill flip="none" rotWithShape="1">
              <a:gsLst>
                <a:gs pos="98000">
                  <a:srgbClr val="00CC00"/>
                </a:gs>
                <a:gs pos="0">
                  <a:srgbClr val="00CC00"/>
                </a:gs>
                <a:gs pos="35000">
                  <a:schemeClr val="accent1">
                    <a:lumMod val="0"/>
                    <a:lumOff val="100000"/>
                    <a:alpha val="50000"/>
                  </a:schemeClr>
                </a:gs>
                <a:gs pos="100000">
                  <a:schemeClr val="accent1">
                    <a:lumMod val="100000"/>
                    <a:alpha val="5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6" name="Can 5">
              <a:extLst>
                <a:ext uri="{FF2B5EF4-FFF2-40B4-BE49-F238E27FC236}">
                  <a16:creationId xmlns:a16="http://schemas.microsoft.com/office/drawing/2014/main" id="{838AC43A-7777-AD35-BA32-37C34F9A8302}"/>
                </a:ext>
              </a:extLst>
            </p:cNvPr>
            <p:cNvSpPr/>
            <p:nvPr/>
          </p:nvSpPr>
          <p:spPr>
            <a:xfrm>
              <a:off x="3564947" y="1984648"/>
              <a:ext cx="1433384" cy="1070919"/>
            </a:xfrm>
            <a:prstGeom prst="can">
              <a:avLst>
                <a:gd name="adj" fmla="val 36539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b="1" dirty="0"/>
                <a:t>Model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DA0DC19-EA5D-B98A-DD09-631380F64B7A}"/>
                </a:ext>
              </a:extLst>
            </p:cNvPr>
            <p:cNvGrpSpPr/>
            <p:nvPr/>
          </p:nvGrpSpPr>
          <p:grpSpPr>
            <a:xfrm>
              <a:off x="3460691" y="4772975"/>
              <a:ext cx="1641895" cy="1036611"/>
              <a:chOff x="3460691" y="4772975"/>
              <a:chExt cx="1641895" cy="1036611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A18B940-4F70-D18E-97B3-23371E43FAC5}"/>
                  </a:ext>
                </a:extLst>
              </p:cNvPr>
              <p:cNvSpPr/>
              <p:nvPr/>
            </p:nvSpPr>
            <p:spPr>
              <a:xfrm>
                <a:off x="3564947" y="4916863"/>
                <a:ext cx="1433384" cy="747046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effectLst>
                <a:softEdge rad="63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4E436B9-815E-9F56-CDC1-F2187945FBC1}"/>
                  </a:ext>
                </a:extLst>
              </p:cNvPr>
              <p:cNvGrpSpPr/>
              <p:nvPr/>
            </p:nvGrpSpPr>
            <p:grpSpPr>
              <a:xfrm>
                <a:off x="3460691" y="4772975"/>
                <a:ext cx="1641895" cy="1036611"/>
                <a:chOff x="4621428" y="4275438"/>
                <a:chExt cx="1828800" cy="1153297"/>
              </a:xfrm>
            </p:grpSpPr>
            <p:sp>
              <p:nvSpPr>
                <p:cNvPr id="19" name="Frame 18">
                  <a:extLst>
                    <a:ext uri="{FF2B5EF4-FFF2-40B4-BE49-F238E27FC236}">
                      <a16:creationId xmlns:a16="http://schemas.microsoft.com/office/drawing/2014/main" id="{74544FC7-8316-02BF-82CE-A3C09C3D1C8D}"/>
                    </a:ext>
                  </a:extLst>
                </p:cNvPr>
                <p:cNvSpPr/>
                <p:nvPr/>
              </p:nvSpPr>
              <p:spPr>
                <a:xfrm>
                  <a:off x="4621428" y="4275438"/>
                  <a:ext cx="1828800" cy="1153297"/>
                </a:xfrm>
                <a:prstGeom prst="frame">
                  <a:avLst>
                    <a:gd name="adj1" fmla="val 9503"/>
                  </a:avLst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8E8B0A8-721B-6ABB-ACEA-8C8703DE39DC}"/>
                    </a:ext>
                  </a:extLst>
                </p:cNvPr>
                <p:cNvSpPr txBox="1"/>
                <p:nvPr/>
              </p:nvSpPr>
              <p:spPr>
                <a:xfrm>
                  <a:off x="5144180" y="4656076"/>
                  <a:ext cx="707886" cy="369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ZA" b="1" dirty="0"/>
                    <a:t>View</a:t>
                  </a: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7F66DF8-3042-844C-9597-089DC4CE8233}"/>
                </a:ext>
              </a:extLst>
            </p:cNvPr>
            <p:cNvGrpSpPr/>
            <p:nvPr/>
          </p:nvGrpSpPr>
          <p:grpSpPr>
            <a:xfrm>
              <a:off x="2269764" y="4772975"/>
              <a:ext cx="674270" cy="1459464"/>
              <a:chOff x="4146554" y="5171992"/>
              <a:chExt cx="674270" cy="1459464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5DCE46F2-78A2-8BAB-E48D-5CE10DC5E1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46554" y="5171992"/>
                <a:ext cx="674270" cy="1164240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2A1967-F850-EADD-C019-801003EE1114}"/>
                  </a:ext>
                </a:extLst>
              </p:cNvPr>
              <p:cNvSpPr txBox="1"/>
              <p:nvPr/>
            </p:nvSpPr>
            <p:spPr>
              <a:xfrm>
                <a:off x="4218562" y="6354457"/>
                <a:ext cx="5116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ZA" sz="1200" b="1" dirty="0"/>
                  <a:t>User</a:t>
                </a:r>
              </a:p>
            </p:txBody>
          </p: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A67E56F-58F3-5856-9640-A183D9039F34}"/>
                </a:ext>
              </a:extLst>
            </p:cNvPr>
            <p:cNvCxnSpPr/>
            <p:nvPr/>
          </p:nvCxnSpPr>
          <p:spPr>
            <a:xfrm>
              <a:off x="2917892" y="5286962"/>
              <a:ext cx="504000" cy="1"/>
            </a:xfrm>
            <a:prstGeom prst="straightConnector1">
              <a:avLst/>
            </a:prstGeom>
            <a:ln w="19050">
              <a:prstDash val="sysDot"/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F7739E3-5D81-9E71-FECA-530B84397F12}"/>
                </a:ext>
              </a:extLst>
            </p:cNvPr>
            <p:cNvGrpSpPr/>
            <p:nvPr/>
          </p:nvGrpSpPr>
          <p:grpSpPr>
            <a:xfrm>
              <a:off x="6272226" y="3039985"/>
              <a:ext cx="1423883" cy="1423883"/>
              <a:chOff x="8128900" y="3161710"/>
              <a:chExt cx="1423883" cy="1423883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40385D37-9D5E-1A7A-170E-50CAA30156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28900" y="3161710"/>
                <a:ext cx="1423883" cy="1423883"/>
              </a:xfrm>
              <a:prstGeom prst="rect">
                <a:avLst/>
              </a:prstGeom>
              <a:effectLst>
                <a:outerShdw blurRad="76200" dist="635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331D93-2BF1-99D4-E036-3D558E6B9C78}"/>
                  </a:ext>
                </a:extLst>
              </p:cNvPr>
              <p:cNvSpPr txBox="1"/>
              <p:nvPr/>
            </p:nvSpPr>
            <p:spPr>
              <a:xfrm>
                <a:off x="8201082" y="3628916"/>
                <a:ext cx="1279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b="1" dirty="0">
                    <a:effectLst>
                      <a:glow rad="279400">
                        <a:schemeClr val="bg1">
                          <a:alpha val="96000"/>
                        </a:schemeClr>
                      </a:glow>
                    </a:effectLst>
                  </a:rPr>
                  <a:t>Controller</a:t>
                </a:r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D839224-3835-5C3B-3D09-DE656F24B2D6}"/>
                </a:ext>
              </a:extLst>
            </p:cNvPr>
            <p:cNvCxnSpPr/>
            <p:nvPr/>
          </p:nvCxnSpPr>
          <p:spPr>
            <a:xfrm flipH="1" flipV="1">
              <a:off x="5215489" y="2739721"/>
              <a:ext cx="1278698" cy="683391"/>
            </a:xfrm>
            <a:prstGeom prst="straightConnector1">
              <a:avLst/>
            </a:prstGeom>
            <a:ln>
              <a:solidFill>
                <a:schemeClr val="dk1">
                  <a:alpha val="20000"/>
                </a:schemeClr>
              </a:solidFill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6603C38-0B4D-8F9A-69D9-25B4AEA74605}"/>
                </a:ext>
              </a:extLst>
            </p:cNvPr>
            <p:cNvCxnSpPr/>
            <p:nvPr/>
          </p:nvCxnSpPr>
          <p:spPr>
            <a:xfrm flipV="1">
              <a:off x="5230067" y="4425836"/>
              <a:ext cx="1278698" cy="683391"/>
            </a:xfrm>
            <a:prstGeom prst="straightConnector1">
              <a:avLst/>
            </a:prstGeom>
            <a:ln>
              <a:solidFill>
                <a:schemeClr val="dk1">
                  <a:alpha val="20000"/>
                </a:schemeClr>
              </a:solidFill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AA1A2D-C4BC-C6DC-C5D6-5F424604945D}"/>
              </a:ext>
            </a:extLst>
          </p:cNvPr>
          <p:cNvGrpSpPr/>
          <p:nvPr/>
        </p:nvGrpSpPr>
        <p:grpSpPr>
          <a:xfrm>
            <a:off x="6292048" y="1582945"/>
            <a:ext cx="1495970" cy="1756145"/>
            <a:chOff x="8854124" y="2723519"/>
            <a:chExt cx="1495970" cy="1756145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2A1F1AB-ACD7-32F7-D7FE-84CA848624A7}"/>
                </a:ext>
              </a:extLst>
            </p:cNvPr>
            <p:cNvCxnSpPr/>
            <p:nvPr/>
          </p:nvCxnSpPr>
          <p:spPr>
            <a:xfrm>
              <a:off x="8854124" y="2723519"/>
              <a:ext cx="1485139" cy="949215"/>
            </a:xfrm>
            <a:prstGeom prst="line">
              <a:avLst/>
            </a:prstGeom>
            <a:ln w="19050" cmpd="sng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0FE7992-9463-CE99-81E2-C86FBE6F2DA7}"/>
                </a:ext>
              </a:extLst>
            </p:cNvPr>
            <p:cNvCxnSpPr/>
            <p:nvPr/>
          </p:nvCxnSpPr>
          <p:spPr>
            <a:xfrm flipV="1">
              <a:off x="9340048" y="3682269"/>
              <a:ext cx="1010046" cy="797395"/>
            </a:xfrm>
            <a:prstGeom prst="line">
              <a:avLst/>
            </a:prstGeom>
            <a:ln w="19050" cmpd="sng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Sun 23">
            <a:extLst>
              <a:ext uri="{FF2B5EF4-FFF2-40B4-BE49-F238E27FC236}">
                <a16:creationId xmlns:a16="http://schemas.microsoft.com/office/drawing/2014/main" id="{5B92572D-D80F-D5BF-F769-7D527FB6A4E1}"/>
              </a:ext>
            </a:extLst>
          </p:cNvPr>
          <p:cNvSpPr/>
          <p:nvPr/>
        </p:nvSpPr>
        <p:spPr>
          <a:xfrm>
            <a:off x="7451572" y="2195714"/>
            <a:ext cx="672893" cy="672893"/>
          </a:xfrm>
          <a:prstGeom prst="sun">
            <a:avLst/>
          </a:prstGeom>
          <a:solidFill>
            <a:srgbClr val="0070C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B</a:t>
            </a:r>
          </a:p>
        </p:txBody>
      </p:sp>
      <p:sp>
        <p:nvSpPr>
          <p:cNvPr id="25" name="Round Diagonal Corner Rectangle 42">
            <a:extLst>
              <a:ext uri="{FF2B5EF4-FFF2-40B4-BE49-F238E27FC236}">
                <a16:creationId xmlns:a16="http://schemas.microsoft.com/office/drawing/2014/main" id="{B55EC186-9CD8-DE7E-4C6D-577F89543F18}"/>
              </a:ext>
            </a:extLst>
          </p:cNvPr>
          <p:cNvSpPr/>
          <p:nvPr/>
        </p:nvSpPr>
        <p:spPr>
          <a:xfrm>
            <a:off x="5667132" y="3143343"/>
            <a:ext cx="1154933" cy="387093"/>
          </a:xfrm>
          <a:prstGeom prst="round2Diag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dirty="0"/>
              <a:t>control</a:t>
            </a:r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78CAF87A-5671-3F66-A13F-537BAFF3E108}"/>
              </a:ext>
            </a:extLst>
          </p:cNvPr>
          <p:cNvSpPr/>
          <p:nvPr/>
        </p:nvSpPr>
        <p:spPr>
          <a:xfrm>
            <a:off x="6549333" y="3163287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</a:t>
            </a: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B3D8E60B-8C80-0738-66E3-A49843DC2BC5}"/>
              </a:ext>
            </a:extLst>
          </p:cNvPr>
          <p:cNvSpPr/>
          <p:nvPr/>
        </p:nvSpPr>
        <p:spPr>
          <a:xfrm>
            <a:off x="6029158" y="1397455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8992790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5C3EC-9AFE-047C-6647-E799F3139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5FC8CE94-DC43-45B7-F651-D80F8328B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60032" y="303498"/>
            <a:ext cx="3816424" cy="594122"/>
          </a:xfrm>
        </p:spPr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Binding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3E157146-41C1-BDA3-C5FE-7B0DEEC8748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3528" y="920527"/>
            <a:ext cx="3672408" cy="3589046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A property has a value</a:t>
            </a:r>
          </a:p>
          <a:p>
            <a:r>
              <a:rPr lang="en-US" dirty="0"/>
              <a:t>A property is observable (i.e., implements the Observable interface)</a:t>
            </a:r>
          </a:p>
          <a:p>
            <a:r>
              <a:rPr lang="en-US" dirty="0"/>
              <a:t>If the value changes, can notify interested parties</a:t>
            </a:r>
          </a:p>
          <a:p>
            <a:r>
              <a:rPr lang="en-US" dirty="0"/>
              <a:t>Different types of properties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IntegerProperty</a:t>
            </a:r>
            <a:r>
              <a:rPr lang="en-US" dirty="0"/>
              <a:t>, </a:t>
            </a:r>
            <a:r>
              <a:rPr lang="en-US" dirty="0" err="1"/>
              <a:t>StringProperty</a:t>
            </a:r>
            <a:r>
              <a:rPr lang="en-US" dirty="0"/>
              <a:t>, </a:t>
            </a:r>
            <a:r>
              <a:rPr lang="en-US" dirty="0" err="1"/>
              <a:t>FloatProperty</a:t>
            </a:r>
            <a:r>
              <a:rPr lang="en-US" dirty="0"/>
              <a:t>, Property&lt;Object&gt;, etc.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3356BA2-B5A2-C83C-C296-FC34158E0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032" y="915566"/>
            <a:ext cx="3672408" cy="3589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Linking the value of 1 property to another property (1-, 2-directional)</a:t>
            </a:r>
          </a:p>
          <a:p>
            <a:r>
              <a:rPr lang="en-US" kern="0" dirty="0"/>
              <a:t>Can create a binding that calculates a value based on other properties bound to using the Fluent API</a:t>
            </a:r>
          </a:p>
          <a:p>
            <a:r>
              <a:rPr lang="en-US" kern="0" dirty="0"/>
              <a:t>Has methods, such as add, </a:t>
            </a:r>
            <a:r>
              <a:rPr lang="en-US" kern="0" dirty="0" err="1"/>
              <a:t>concat</a:t>
            </a:r>
            <a:r>
              <a:rPr lang="en-US" kern="0" dirty="0"/>
              <a:t>, multiple, etc. that string together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991F493-EC43-B83C-50B4-A6B3FD21D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03498"/>
            <a:ext cx="2088232" cy="594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kern="0" dirty="0"/>
              <a:t>Property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BD3BF9-8E83-258F-6E2A-8E9A2AF4F953}"/>
              </a:ext>
            </a:extLst>
          </p:cNvPr>
          <p:cNvSpPr/>
          <p:nvPr/>
        </p:nvSpPr>
        <p:spPr>
          <a:xfrm>
            <a:off x="0" y="4187874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1600" dirty="0">
                <a:hlinkClick r:id="rId3"/>
              </a:rPr>
              <a:t>http://docs.oracle.com/javafx/2/binding/jfxpub-binding.htm</a:t>
            </a:r>
            <a:r>
              <a:rPr lang="en-ZA" sz="1600" dirty="0"/>
              <a:t> </a:t>
            </a:r>
          </a:p>
          <a:p>
            <a:pPr algn="ctr"/>
            <a:r>
              <a:rPr lang="en-ZA" sz="1600" dirty="0">
                <a:hlinkClick r:id="rId4"/>
              </a:rPr>
              <a:t>https://docs.oracle.com/javase/8/javafx/api/javafx/beans/binding/Bindings.html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84691852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F5C61-5ACA-B84C-F3ED-B657D8C67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07D9C86C-1346-2338-637D-5B04E072C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Types of bindings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FAC206A3-9848-07E8-9BEB-1A6A32520A2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3528" y="1005576"/>
            <a:ext cx="4765748" cy="3589046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Can bind a property to 1 (or more other properties)</a:t>
            </a:r>
          </a:p>
          <a:p>
            <a:pPr lvl="1"/>
            <a:r>
              <a:rPr lang="en-US" dirty="0"/>
              <a:t>E.g., A </a:t>
            </a:r>
            <a:r>
              <a:rPr lang="en-ZA" dirty="0">
                <a:sym typeface="Wingdings" panose="05000000000000000000" pitchFamily="2" charset="2"/>
              </a:rPr>
              <a:t></a:t>
            </a:r>
            <a:r>
              <a:rPr lang="en-US" dirty="0">
                <a:sym typeface="Wingdings" panose="05000000000000000000" pitchFamily="2" charset="2"/>
              </a:rPr>
              <a:t> B &amp; C (A bound to B &amp; C)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If B or C changes, then A changes too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BBCEEAF-5AF2-E5D8-63CD-2E2344AD0CD3}"/>
              </a:ext>
            </a:extLst>
          </p:cNvPr>
          <p:cNvGrpSpPr/>
          <p:nvPr/>
        </p:nvGrpSpPr>
        <p:grpSpPr>
          <a:xfrm>
            <a:off x="5638207" y="2275793"/>
            <a:ext cx="1118882" cy="478124"/>
            <a:chOff x="5789951" y="607665"/>
            <a:chExt cx="1118882" cy="478124"/>
          </a:xfrm>
        </p:grpSpPr>
        <p:sp>
          <p:nvSpPr>
            <p:cNvPr id="6" name="Right Arrow 9">
              <a:extLst>
                <a:ext uri="{FF2B5EF4-FFF2-40B4-BE49-F238E27FC236}">
                  <a16:creationId xmlns:a16="http://schemas.microsoft.com/office/drawing/2014/main" id="{FD566383-7F79-BE4C-B2BB-22B4C99257B8}"/>
                </a:ext>
              </a:extLst>
            </p:cNvPr>
            <p:cNvSpPr/>
            <p:nvPr/>
          </p:nvSpPr>
          <p:spPr>
            <a:xfrm rot="10800000" flipV="1">
              <a:off x="5789951" y="709633"/>
              <a:ext cx="571108" cy="263525"/>
            </a:xfrm>
            <a:prstGeom prst="rightArrow">
              <a:avLst/>
            </a:prstGeom>
            <a:solidFill>
              <a:srgbClr val="0070C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656F3E-A935-DE56-9E52-0A3CA2AC4629}"/>
                </a:ext>
              </a:extLst>
            </p:cNvPr>
            <p:cNvSpPr/>
            <p:nvPr/>
          </p:nvSpPr>
          <p:spPr>
            <a:xfrm rot="2045294">
              <a:off x="6360645" y="968463"/>
              <a:ext cx="548188" cy="117326"/>
            </a:xfrm>
            <a:prstGeom prst="rect">
              <a:avLst/>
            </a:prstGeom>
            <a:solidFill>
              <a:srgbClr val="0070C0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8" name="Sun 7">
              <a:extLst>
                <a:ext uri="{FF2B5EF4-FFF2-40B4-BE49-F238E27FC236}">
                  <a16:creationId xmlns:a16="http://schemas.microsoft.com/office/drawing/2014/main" id="{D69D1569-9715-C58A-C91B-B43CDD57CFEB}"/>
                </a:ext>
              </a:extLst>
            </p:cNvPr>
            <p:cNvSpPr/>
            <p:nvPr/>
          </p:nvSpPr>
          <p:spPr>
            <a:xfrm>
              <a:off x="6165090" y="607665"/>
              <a:ext cx="451486" cy="451486"/>
            </a:xfrm>
            <a:prstGeom prst="sun">
              <a:avLst/>
            </a:prstGeom>
            <a:solidFill>
              <a:srgbClr val="00B0F0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sp>
        <p:nvSpPr>
          <p:cNvPr id="9" name="Diamond 8">
            <a:extLst>
              <a:ext uri="{FF2B5EF4-FFF2-40B4-BE49-F238E27FC236}">
                <a16:creationId xmlns:a16="http://schemas.microsoft.com/office/drawing/2014/main" id="{14433A65-449D-33AE-1FC2-DC112E3C007D}"/>
              </a:ext>
            </a:extLst>
          </p:cNvPr>
          <p:cNvSpPr/>
          <p:nvPr/>
        </p:nvSpPr>
        <p:spPr>
          <a:xfrm>
            <a:off x="5076056" y="2361506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A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4ABD4CA0-B251-19C5-9A02-18CF132B576A}"/>
              </a:ext>
            </a:extLst>
          </p:cNvPr>
          <p:cNvSpPr/>
          <p:nvPr/>
        </p:nvSpPr>
        <p:spPr>
          <a:xfrm>
            <a:off x="6665557" y="2789828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C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9657076A-EE89-8F8B-78F7-123121D9EC5A}"/>
              </a:ext>
            </a:extLst>
          </p:cNvPr>
          <p:cNvSpPr/>
          <p:nvPr/>
        </p:nvSpPr>
        <p:spPr>
          <a:xfrm>
            <a:off x="5114688" y="3231485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0179B47-DA53-DC93-F3DD-BC82D2752ACD}"/>
              </a:ext>
            </a:extLst>
          </p:cNvPr>
          <p:cNvGrpSpPr/>
          <p:nvPr/>
        </p:nvGrpSpPr>
        <p:grpSpPr>
          <a:xfrm>
            <a:off x="5652451" y="2989333"/>
            <a:ext cx="1072795" cy="451486"/>
            <a:chOff x="5729642" y="2210310"/>
            <a:chExt cx="1072795" cy="451486"/>
          </a:xfrm>
        </p:grpSpPr>
        <p:sp>
          <p:nvSpPr>
            <p:cNvPr id="14" name="Right Arrow 16">
              <a:extLst>
                <a:ext uri="{FF2B5EF4-FFF2-40B4-BE49-F238E27FC236}">
                  <a16:creationId xmlns:a16="http://schemas.microsoft.com/office/drawing/2014/main" id="{B8E7DFE9-C689-DAB9-AD90-61669C69836F}"/>
                </a:ext>
              </a:extLst>
            </p:cNvPr>
            <p:cNvSpPr/>
            <p:nvPr/>
          </p:nvSpPr>
          <p:spPr>
            <a:xfrm rot="9770283" flipV="1">
              <a:off x="5729642" y="2313841"/>
              <a:ext cx="1072795" cy="263525"/>
            </a:xfrm>
            <a:prstGeom prst="rightArrow">
              <a:avLst/>
            </a:prstGeom>
            <a:solidFill>
              <a:srgbClr val="0070C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5" name="Sun 14">
              <a:extLst>
                <a:ext uri="{FF2B5EF4-FFF2-40B4-BE49-F238E27FC236}">
                  <a16:creationId xmlns:a16="http://schemas.microsoft.com/office/drawing/2014/main" id="{9C54D411-18C7-DFE5-F5A0-D880EC1674D5}"/>
                </a:ext>
              </a:extLst>
            </p:cNvPr>
            <p:cNvSpPr/>
            <p:nvPr/>
          </p:nvSpPr>
          <p:spPr>
            <a:xfrm>
              <a:off x="6061373" y="2210310"/>
              <a:ext cx="451486" cy="451486"/>
            </a:xfrm>
            <a:prstGeom prst="sun">
              <a:avLst/>
            </a:prstGeom>
            <a:solidFill>
              <a:srgbClr val="00B0F0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sp>
        <p:nvSpPr>
          <p:cNvPr id="16" name="Diamond 15">
            <a:extLst>
              <a:ext uri="{FF2B5EF4-FFF2-40B4-BE49-F238E27FC236}">
                <a16:creationId xmlns:a16="http://schemas.microsoft.com/office/drawing/2014/main" id="{B1F7D22A-8B2E-1640-791D-70E8A6FC033B}"/>
              </a:ext>
            </a:extLst>
          </p:cNvPr>
          <p:cNvSpPr/>
          <p:nvPr/>
        </p:nvSpPr>
        <p:spPr>
          <a:xfrm>
            <a:off x="8289544" y="2789828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15F354-D316-5FF7-CD9C-1BA8D8665FA8}"/>
              </a:ext>
            </a:extLst>
          </p:cNvPr>
          <p:cNvGrpSpPr/>
          <p:nvPr/>
        </p:nvGrpSpPr>
        <p:grpSpPr>
          <a:xfrm>
            <a:off x="7191337" y="2727279"/>
            <a:ext cx="1072795" cy="451486"/>
            <a:chOff x="5729642" y="2210310"/>
            <a:chExt cx="1072795" cy="451486"/>
          </a:xfrm>
        </p:grpSpPr>
        <p:sp>
          <p:nvSpPr>
            <p:cNvPr id="18" name="Right Arrow 26">
              <a:extLst>
                <a:ext uri="{FF2B5EF4-FFF2-40B4-BE49-F238E27FC236}">
                  <a16:creationId xmlns:a16="http://schemas.microsoft.com/office/drawing/2014/main" id="{BC724B22-9B8B-7938-AB66-6BA8B4E27C2C}"/>
                </a:ext>
              </a:extLst>
            </p:cNvPr>
            <p:cNvSpPr/>
            <p:nvPr/>
          </p:nvSpPr>
          <p:spPr>
            <a:xfrm rot="10800000" flipV="1">
              <a:off x="5729642" y="2313841"/>
              <a:ext cx="1072795" cy="263525"/>
            </a:xfrm>
            <a:prstGeom prst="rightArrow">
              <a:avLst/>
            </a:prstGeom>
            <a:solidFill>
              <a:srgbClr val="0070C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9" name="Sun 18">
              <a:extLst>
                <a:ext uri="{FF2B5EF4-FFF2-40B4-BE49-F238E27FC236}">
                  <a16:creationId xmlns:a16="http://schemas.microsoft.com/office/drawing/2014/main" id="{66661BB6-C1ED-F48F-F063-986C4E75D044}"/>
                </a:ext>
              </a:extLst>
            </p:cNvPr>
            <p:cNvSpPr/>
            <p:nvPr/>
          </p:nvSpPr>
          <p:spPr>
            <a:xfrm>
              <a:off x="6061373" y="2210310"/>
              <a:ext cx="451486" cy="451486"/>
            </a:xfrm>
            <a:prstGeom prst="sun">
              <a:avLst/>
            </a:prstGeom>
            <a:solidFill>
              <a:srgbClr val="00B0F0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ECE7457-5D48-BF7B-DC0E-C06303C92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25" y="2439088"/>
            <a:ext cx="4765748" cy="2155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>
                <a:sym typeface="Wingdings" panose="05000000000000000000" pitchFamily="2" charset="2"/>
              </a:rPr>
              <a:t>1-Directional bindings (A </a:t>
            </a:r>
            <a:r>
              <a:rPr lang="en-ZA" dirty="0">
                <a:sym typeface="Wingdings" panose="05000000000000000000" pitchFamily="2" charset="2"/>
              </a:rPr>
              <a:t></a:t>
            </a:r>
            <a:r>
              <a:rPr lang="en-US" kern="0" dirty="0">
                <a:sym typeface="Wingdings" panose="05000000000000000000" pitchFamily="2" charset="2"/>
              </a:rPr>
              <a:t> B)</a:t>
            </a:r>
          </a:p>
          <a:p>
            <a:pPr lvl="1"/>
            <a:r>
              <a:rPr lang="en-US" kern="0" dirty="0">
                <a:sym typeface="Wingdings" panose="05000000000000000000" pitchFamily="2" charset="2"/>
              </a:rPr>
              <a:t>A is bound to B</a:t>
            </a:r>
          </a:p>
          <a:p>
            <a:pPr lvl="1"/>
            <a:r>
              <a:rPr lang="en-US" kern="0" dirty="0">
                <a:sym typeface="Wingdings" panose="05000000000000000000" pitchFamily="2" charset="2"/>
              </a:rPr>
              <a:t>A gets its value from B</a:t>
            </a:r>
          </a:p>
          <a:p>
            <a:pPr lvl="1"/>
            <a:r>
              <a:rPr lang="en-US" kern="0" dirty="0">
                <a:sym typeface="Wingdings" panose="05000000000000000000" pitchFamily="2" charset="2"/>
              </a:rPr>
              <a:t>If B changes, A does too</a:t>
            </a:r>
          </a:p>
          <a:p>
            <a:pPr lvl="1"/>
            <a:r>
              <a:rPr lang="en-US" kern="0" dirty="0">
                <a:sym typeface="Wingdings" panose="05000000000000000000" pitchFamily="2" charset="2"/>
              </a:rPr>
              <a:t>A cannot be changed other than through B (read-only)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34440037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9" grpId="0" animBg="1"/>
      <p:bldP spid="11" grpId="0" animBg="1"/>
      <p:bldP spid="12" grpId="0" animBg="1"/>
      <p:bldP spid="16" grpId="0" animBg="1"/>
      <p:bldP spid="2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38E7F-EF95-D894-3F32-F13349DCB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40BE27E-933A-57AC-FBDC-5B17CEB317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Types of bindings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331294B-BF8A-9C7F-05E6-37B40F88C13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3528" y="1005576"/>
            <a:ext cx="4765748" cy="3589046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Bi-directional (A </a:t>
            </a:r>
            <a:r>
              <a:rPr lang="en-ZA" dirty="0">
                <a:sym typeface="Wingdings" panose="05000000000000000000" pitchFamily="2" charset="2"/>
              </a:rPr>
              <a:t> </a:t>
            </a:r>
            <a:r>
              <a:rPr lang="en-US" dirty="0"/>
              <a:t>B)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 &amp; B have the same value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Changing A changes B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Changing B changes A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May change either property (read-write)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0A258F-7E32-7A54-B7CE-BC82B3C39F66}"/>
              </a:ext>
            </a:extLst>
          </p:cNvPr>
          <p:cNvGrpSpPr/>
          <p:nvPr/>
        </p:nvGrpSpPr>
        <p:grpSpPr>
          <a:xfrm>
            <a:off x="5638207" y="2275793"/>
            <a:ext cx="1118882" cy="478124"/>
            <a:chOff x="5789951" y="607665"/>
            <a:chExt cx="1118882" cy="4781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9655A1-AAEF-C14F-C6B8-C4B754FFB1CC}"/>
                </a:ext>
              </a:extLst>
            </p:cNvPr>
            <p:cNvSpPr/>
            <p:nvPr/>
          </p:nvSpPr>
          <p:spPr>
            <a:xfrm rot="19693438">
              <a:off x="6317814" y="627945"/>
              <a:ext cx="548188" cy="117326"/>
            </a:xfrm>
            <a:prstGeom prst="rect">
              <a:avLst/>
            </a:prstGeom>
            <a:solidFill>
              <a:srgbClr val="0070C0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ight Arrow 9">
              <a:extLst>
                <a:ext uri="{FF2B5EF4-FFF2-40B4-BE49-F238E27FC236}">
                  <a16:creationId xmlns:a16="http://schemas.microsoft.com/office/drawing/2014/main" id="{99F7DC20-4266-5899-3E0D-DE84D0661B52}"/>
                </a:ext>
              </a:extLst>
            </p:cNvPr>
            <p:cNvSpPr/>
            <p:nvPr/>
          </p:nvSpPr>
          <p:spPr>
            <a:xfrm rot="10800000" flipV="1">
              <a:off x="5789951" y="709633"/>
              <a:ext cx="571108" cy="263525"/>
            </a:xfrm>
            <a:prstGeom prst="rightArrow">
              <a:avLst/>
            </a:prstGeom>
            <a:solidFill>
              <a:srgbClr val="0070C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548CE8D-DEA0-5648-1F8D-E7D5136B0F74}"/>
                </a:ext>
              </a:extLst>
            </p:cNvPr>
            <p:cNvSpPr/>
            <p:nvPr/>
          </p:nvSpPr>
          <p:spPr>
            <a:xfrm rot="2045294">
              <a:off x="6360645" y="968463"/>
              <a:ext cx="548188" cy="117326"/>
            </a:xfrm>
            <a:prstGeom prst="rect">
              <a:avLst/>
            </a:prstGeom>
            <a:solidFill>
              <a:srgbClr val="0070C0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8" name="Sun 7">
              <a:extLst>
                <a:ext uri="{FF2B5EF4-FFF2-40B4-BE49-F238E27FC236}">
                  <a16:creationId xmlns:a16="http://schemas.microsoft.com/office/drawing/2014/main" id="{BB22B3DF-D2C2-7EDE-F3D6-EC7745DF7AFF}"/>
                </a:ext>
              </a:extLst>
            </p:cNvPr>
            <p:cNvSpPr/>
            <p:nvPr/>
          </p:nvSpPr>
          <p:spPr>
            <a:xfrm>
              <a:off x="6165090" y="607665"/>
              <a:ext cx="451486" cy="451486"/>
            </a:xfrm>
            <a:prstGeom prst="sun">
              <a:avLst/>
            </a:prstGeom>
            <a:solidFill>
              <a:srgbClr val="00B0F0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sp>
        <p:nvSpPr>
          <p:cNvPr id="9" name="Diamond 8">
            <a:extLst>
              <a:ext uri="{FF2B5EF4-FFF2-40B4-BE49-F238E27FC236}">
                <a16:creationId xmlns:a16="http://schemas.microsoft.com/office/drawing/2014/main" id="{1EC5A5BB-7A22-EE0D-535B-DC1BF5672D1E}"/>
              </a:ext>
            </a:extLst>
          </p:cNvPr>
          <p:cNvSpPr/>
          <p:nvPr/>
        </p:nvSpPr>
        <p:spPr>
          <a:xfrm>
            <a:off x="5076056" y="2361506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A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D47F300A-CFC1-891F-A114-005DDEDE5151}"/>
              </a:ext>
            </a:extLst>
          </p:cNvPr>
          <p:cNvSpPr/>
          <p:nvPr/>
        </p:nvSpPr>
        <p:spPr>
          <a:xfrm>
            <a:off x="6645445" y="1920579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B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A20A226E-BCA8-44FE-3B4F-51F834299216}"/>
              </a:ext>
            </a:extLst>
          </p:cNvPr>
          <p:cNvSpPr/>
          <p:nvPr/>
        </p:nvSpPr>
        <p:spPr>
          <a:xfrm>
            <a:off x="6665557" y="2789828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C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FF589AF8-72BA-5D3E-9CA8-F2771F89EF47}"/>
              </a:ext>
            </a:extLst>
          </p:cNvPr>
          <p:cNvSpPr/>
          <p:nvPr/>
        </p:nvSpPr>
        <p:spPr>
          <a:xfrm>
            <a:off x="5114688" y="3231485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0EF7C1-DDE1-A2FB-A8AC-EF182D4D8991}"/>
              </a:ext>
            </a:extLst>
          </p:cNvPr>
          <p:cNvGrpSpPr/>
          <p:nvPr/>
        </p:nvGrpSpPr>
        <p:grpSpPr>
          <a:xfrm>
            <a:off x="5652451" y="2989333"/>
            <a:ext cx="1072795" cy="451486"/>
            <a:chOff x="5729642" y="2210310"/>
            <a:chExt cx="1072795" cy="451486"/>
          </a:xfrm>
        </p:grpSpPr>
        <p:sp>
          <p:nvSpPr>
            <p:cNvPr id="14" name="Right Arrow 16">
              <a:extLst>
                <a:ext uri="{FF2B5EF4-FFF2-40B4-BE49-F238E27FC236}">
                  <a16:creationId xmlns:a16="http://schemas.microsoft.com/office/drawing/2014/main" id="{6AE82659-91F3-922F-2A30-EF1F3DBDB012}"/>
                </a:ext>
              </a:extLst>
            </p:cNvPr>
            <p:cNvSpPr/>
            <p:nvPr/>
          </p:nvSpPr>
          <p:spPr>
            <a:xfrm rot="9770283" flipV="1">
              <a:off x="5729642" y="2313841"/>
              <a:ext cx="1072795" cy="263525"/>
            </a:xfrm>
            <a:prstGeom prst="rightArrow">
              <a:avLst/>
            </a:prstGeom>
            <a:solidFill>
              <a:srgbClr val="0070C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5" name="Sun 14">
              <a:extLst>
                <a:ext uri="{FF2B5EF4-FFF2-40B4-BE49-F238E27FC236}">
                  <a16:creationId xmlns:a16="http://schemas.microsoft.com/office/drawing/2014/main" id="{1B512BD3-8C7D-A49E-8DC2-D11E69C5961E}"/>
                </a:ext>
              </a:extLst>
            </p:cNvPr>
            <p:cNvSpPr/>
            <p:nvPr/>
          </p:nvSpPr>
          <p:spPr>
            <a:xfrm>
              <a:off x="6061373" y="2210310"/>
              <a:ext cx="451486" cy="451486"/>
            </a:xfrm>
            <a:prstGeom prst="sun">
              <a:avLst/>
            </a:prstGeom>
            <a:solidFill>
              <a:srgbClr val="00B0F0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sp>
        <p:nvSpPr>
          <p:cNvPr id="16" name="Diamond 15">
            <a:extLst>
              <a:ext uri="{FF2B5EF4-FFF2-40B4-BE49-F238E27FC236}">
                <a16:creationId xmlns:a16="http://schemas.microsoft.com/office/drawing/2014/main" id="{DBC50874-59E2-7548-D95C-C09B524C97F8}"/>
              </a:ext>
            </a:extLst>
          </p:cNvPr>
          <p:cNvSpPr/>
          <p:nvPr/>
        </p:nvSpPr>
        <p:spPr>
          <a:xfrm>
            <a:off x="8289544" y="2789828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0190F0D-A1F6-9F4B-D5DD-8049A6B5DC5A}"/>
              </a:ext>
            </a:extLst>
          </p:cNvPr>
          <p:cNvGrpSpPr/>
          <p:nvPr/>
        </p:nvGrpSpPr>
        <p:grpSpPr>
          <a:xfrm>
            <a:off x="7191337" y="2727279"/>
            <a:ext cx="1072795" cy="451486"/>
            <a:chOff x="5729642" y="2210310"/>
            <a:chExt cx="1072795" cy="451486"/>
          </a:xfrm>
        </p:grpSpPr>
        <p:sp>
          <p:nvSpPr>
            <p:cNvPr id="18" name="Right Arrow 26">
              <a:extLst>
                <a:ext uri="{FF2B5EF4-FFF2-40B4-BE49-F238E27FC236}">
                  <a16:creationId xmlns:a16="http://schemas.microsoft.com/office/drawing/2014/main" id="{5C95E047-F215-25F8-B9BB-1878DBD04AA6}"/>
                </a:ext>
              </a:extLst>
            </p:cNvPr>
            <p:cNvSpPr/>
            <p:nvPr/>
          </p:nvSpPr>
          <p:spPr>
            <a:xfrm rot="10800000" flipV="1">
              <a:off x="5729642" y="2313841"/>
              <a:ext cx="1072795" cy="263525"/>
            </a:xfrm>
            <a:prstGeom prst="rightArrow">
              <a:avLst/>
            </a:prstGeom>
            <a:solidFill>
              <a:srgbClr val="0070C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9" name="Sun 18">
              <a:extLst>
                <a:ext uri="{FF2B5EF4-FFF2-40B4-BE49-F238E27FC236}">
                  <a16:creationId xmlns:a16="http://schemas.microsoft.com/office/drawing/2014/main" id="{D44DB21A-C716-E7E9-F56B-890B713F7A15}"/>
                </a:ext>
              </a:extLst>
            </p:cNvPr>
            <p:cNvSpPr/>
            <p:nvPr/>
          </p:nvSpPr>
          <p:spPr>
            <a:xfrm>
              <a:off x="6061373" y="2210310"/>
              <a:ext cx="451486" cy="451486"/>
            </a:xfrm>
            <a:prstGeom prst="sun">
              <a:avLst/>
            </a:prstGeom>
            <a:solidFill>
              <a:srgbClr val="00B0F0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C9EAA8C-38C7-EE46-F72F-99E2788D9E78}"/>
              </a:ext>
            </a:extLst>
          </p:cNvPr>
          <p:cNvGrpSpPr/>
          <p:nvPr/>
        </p:nvGrpSpPr>
        <p:grpSpPr>
          <a:xfrm>
            <a:off x="7191337" y="1851670"/>
            <a:ext cx="1032569" cy="451486"/>
            <a:chOff x="7343081" y="183542"/>
            <a:chExt cx="1032569" cy="451486"/>
          </a:xfrm>
        </p:grpSpPr>
        <p:sp>
          <p:nvSpPr>
            <p:cNvPr id="21" name="Left-Right Arrow 28">
              <a:extLst>
                <a:ext uri="{FF2B5EF4-FFF2-40B4-BE49-F238E27FC236}">
                  <a16:creationId xmlns:a16="http://schemas.microsoft.com/office/drawing/2014/main" id="{7E7D4AEF-C41E-89C1-BD07-5A6DB59E199E}"/>
                </a:ext>
              </a:extLst>
            </p:cNvPr>
            <p:cNvSpPr/>
            <p:nvPr/>
          </p:nvSpPr>
          <p:spPr>
            <a:xfrm>
              <a:off x="7343081" y="288171"/>
              <a:ext cx="1032569" cy="269193"/>
            </a:xfrm>
            <a:prstGeom prst="leftRightArrow">
              <a:avLst/>
            </a:prstGeom>
            <a:solidFill>
              <a:srgbClr val="0070C0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2" name="Sun 21">
              <a:extLst>
                <a:ext uri="{FF2B5EF4-FFF2-40B4-BE49-F238E27FC236}">
                  <a16:creationId xmlns:a16="http://schemas.microsoft.com/office/drawing/2014/main" id="{24BA6259-7424-A277-BF91-B2417BF906AE}"/>
                </a:ext>
              </a:extLst>
            </p:cNvPr>
            <p:cNvSpPr/>
            <p:nvPr/>
          </p:nvSpPr>
          <p:spPr>
            <a:xfrm>
              <a:off x="7653735" y="183542"/>
              <a:ext cx="451486" cy="451486"/>
            </a:xfrm>
            <a:prstGeom prst="sun">
              <a:avLst/>
            </a:prstGeom>
            <a:solidFill>
              <a:srgbClr val="00B0F0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sp>
        <p:nvSpPr>
          <p:cNvPr id="23" name="Diamond 22">
            <a:extLst>
              <a:ext uri="{FF2B5EF4-FFF2-40B4-BE49-F238E27FC236}">
                <a16:creationId xmlns:a16="http://schemas.microsoft.com/office/drawing/2014/main" id="{980E4184-0F32-79C5-41E7-CDE53450BA0B}"/>
              </a:ext>
            </a:extLst>
          </p:cNvPr>
          <p:cNvSpPr/>
          <p:nvPr/>
        </p:nvSpPr>
        <p:spPr>
          <a:xfrm>
            <a:off x="8264131" y="1914346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85187042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10" grpId="0" animBg="1"/>
      <p:bldP spid="16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7EAEE-9F2D-6F24-30C9-A0245B812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0CE3221-6684-534D-0C77-415E4C7798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Complex bindings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04E11A2E-46AF-73B8-6029-FAEF5B3C7F1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3528" y="1005576"/>
            <a:ext cx="4765748" cy="3589046"/>
          </a:xfrm>
        </p:spPr>
        <p:txBody>
          <a:bodyPr wrap="square" anchor="t">
            <a:normAutofit lnSpcReduction="10000"/>
          </a:bodyPr>
          <a:lstStyle/>
          <a:p>
            <a:r>
              <a:rPr lang="en-ZA" dirty="0"/>
              <a:t>May create a 1-directional binding where the bound property’s value is calculated</a:t>
            </a:r>
          </a:p>
          <a:p>
            <a:r>
              <a:rPr lang="en-ZA" dirty="0"/>
              <a:t>Example:</a:t>
            </a:r>
          </a:p>
          <a:p>
            <a:pPr lvl="1"/>
            <a:r>
              <a:rPr lang="en-ZA" dirty="0"/>
              <a:t>Area </a:t>
            </a:r>
            <a:r>
              <a:rPr lang="en-ZA" dirty="0">
                <a:sym typeface="Wingdings" panose="05000000000000000000" pitchFamily="2" charset="2"/>
              </a:rPr>
              <a:t> Width x Height</a:t>
            </a:r>
          </a:p>
          <a:p>
            <a:pPr lvl="2"/>
            <a:r>
              <a:rPr lang="en-ZA" dirty="0">
                <a:sym typeface="Wingdings" panose="05000000000000000000" pitchFamily="2" charset="2"/>
              </a:rPr>
              <a:t>If Width or Height changes, Area changes</a:t>
            </a:r>
          </a:p>
          <a:p>
            <a:pPr lvl="1"/>
            <a:r>
              <a:rPr lang="en-ZA" dirty="0">
                <a:sym typeface="Wingdings" panose="05000000000000000000" pitchFamily="2" charset="2"/>
              </a:rPr>
              <a:t>Message  “Area = ” + Area</a:t>
            </a:r>
          </a:p>
          <a:p>
            <a:pPr lvl="2"/>
            <a:r>
              <a:rPr lang="en-ZA" dirty="0">
                <a:sym typeface="Wingdings" panose="05000000000000000000" pitchFamily="2" charset="2"/>
              </a:rPr>
              <a:t>If Area changes, Message changes</a:t>
            </a:r>
          </a:p>
          <a:p>
            <a:pPr lvl="2"/>
            <a:r>
              <a:rPr lang="en-ZA" dirty="0">
                <a:sym typeface="Wingdings" panose="05000000000000000000" pitchFamily="2" charset="2"/>
              </a:rPr>
              <a:t>Since Area is bound to Width &amp; Height</a:t>
            </a:r>
          </a:p>
          <a:p>
            <a:pPr lvl="2"/>
            <a:r>
              <a:rPr lang="en-ZA" dirty="0">
                <a:sym typeface="Wingdings" panose="05000000000000000000" pitchFamily="2" charset="2"/>
              </a:rPr>
              <a:t>If Width or Height change, Area changes, then Message will change too</a:t>
            </a:r>
            <a:endParaRPr lang="en-US" dirty="0"/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254E7F29-09F0-6FB2-718F-9CABAAABC384}"/>
              </a:ext>
            </a:extLst>
          </p:cNvPr>
          <p:cNvSpPr/>
          <p:nvPr/>
        </p:nvSpPr>
        <p:spPr>
          <a:xfrm>
            <a:off x="6212601" y="2363333"/>
            <a:ext cx="983537" cy="631934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 dirty="0"/>
              <a:t>Area</a:t>
            </a: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ECE8F410-230A-57A7-0D3C-7652B0794A45}"/>
              </a:ext>
            </a:extLst>
          </p:cNvPr>
          <p:cNvSpPr/>
          <p:nvPr/>
        </p:nvSpPr>
        <p:spPr>
          <a:xfrm>
            <a:off x="8242181" y="2098343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W</a:t>
            </a:r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70228CF7-820A-7614-7736-7CCF446365DF}"/>
              </a:ext>
            </a:extLst>
          </p:cNvPr>
          <p:cNvSpPr/>
          <p:nvPr/>
        </p:nvSpPr>
        <p:spPr>
          <a:xfrm>
            <a:off x="8262293" y="2967592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H</a:t>
            </a: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1732F040-795E-C4C4-A284-B0DD7B671534}"/>
              </a:ext>
            </a:extLst>
          </p:cNvPr>
          <p:cNvSpPr/>
          <p:nvPr/>
        </p:nvSpPr>
        <p:spPr>
          <a:xfrm>
            <a:off x="4156269" y="2417161"/>
            <a:ext cx="946175" cy="572147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200" dirty="0" err="1"/>
              <a:t>Msg</a:t>
            </a:r>
            <a:endParaRPr lang="en-ZA" sz="1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599E183-1F34-3A91-8ABD-2ACB662DED03}"/>
              </a:ext>
            </a:extLst>
          </p:cNvPr>
          <p:cNvGrpSpPr/>
          <p:nvPr/>
        </p:nvGrpSpPr>
        <p:grpSpPr>
          <a:xfrm>
            <a:off x="5139806" y="2475346"/>
            <a:ext cx="1072795" cy="630745"/>
            <a:chOff x="6206149" y="2160589"/>
            <a:chExt cx="1072795" cy="63074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28374BB-25DF-5C9C-451B-27192DD09A89}"/>
                </a:ext>
              </a:extLst>
            </p:cNvPr>
            <p:cNvGrpSpPr/>
            <p:nvPr/>
          </p:nvGrpSpPr>
          <p:grpSpPr>
            <a:xfrm>
              <a:off x="6206149" y="2160589"/>
              <a:ext cx="1072795" cy="451486"/>
              <a:chOff x="5729642" y="2210310"/>
              <a:chExt cx="1072795" cy="451486"/>
            </a:xfrm>
          </p:grpSpPr>
          <p:sp>
            <p:nvSpPr>
              <p:cNvPr id="31" name="Right Arrow 14">
                <a:extLst>
                  <a:ext uri="{FF2B5EF4-FFF2-40B4-BE49-F238E27FC236}">
                    <a16:creationId xmlns:a16="http://schemas.microsoft.com/office/drawing/2014/main" id="{EB9634DF-16C7-0341-2266-0248DB16EF28}"/>
                  </a:ext>
                </a:extLst>
              </p:cNvPr>
              <p:cNvSpPr/>
              <p:nvPr/>
            </p:nvSpPr>
            <p:spPr>
              <a:xfrm rot="10800000" flipV="1">
                <a:off x="5729642" y="2313841"/>
                <a:ext cx="1072795" cy="263525"/>
              </a:xfrm>
              <a:prstGeom prst="rightArrow">
                <a:avLst/>
              </a:prstGeom>
              <a:solidFill>
                <a:srgbClr val="0070C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32" name="Sun 31">
                <a:extLst>
                  <a:ext uri="{FF2B5EF4-FFF2-40B4-BE49-F238E27FC236}">
                    <a16:creationId xmlns:a16="http://schemas.microsoft.com/office/drawing/2014/main" id="{964D7348-FACA-F607-FBFA-7822995F3007}"/>
                  </a:ext>
                </a:extLst>
              </p:cNvPr>
              <p:cNvSpPr/>
              <p:nvPr/>
            </p:nvSpPr>
            <p:spPr>
              <a:xfrm>
                <a:off x="6061373" y="2210310"/>
                <a:ext cx="451486" cy="451486"/>
              </a:xfrm>
              <a:prstGeom prst="sun">
                <a:avLst/>
              </a:prstGeom>
              <a:solidFill>
                <a:srgbClr val="00B0F0"/>
              </a:solidFill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dirty="0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B00E3E9-85FF-220D-A4DD-0C4F056A3006}"/>
                </a:ext>
              </a:extLst>
            </p:cNvPr>
            <p:cNvSpPr txBox="1"/>
            <p:nvPr/>
          </p:nvSpPr>
          <p:spPr>
            <a:xfrm>
              <a:off x="6281222" y="2514335"/>
              <a:ext cx="9589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200" dirty="0"/>
                <a:t>“Area = ” +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CA57FE3-BF5E-514F-B6D6-C5C63A543A77}"/>
              </a:ext>
            </a:extLst>
          </p:cNvPr>
          <p:cNvGrpSpPr/>
          <p:nvPr/>
        </p:nvGrpSpPr>
        <p:grpSpPr>
          <a:xfrm>
            <a:off x="7234943" y="2453557"/>
            <a:ext cx="1118882" cy="478124"/>
            <a:chOff x="8301286" y="2138800"/>
            <a:chExt cx="1118882" cy="47812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78CE7BF-C91B-A841-44A7-5B14FD9D601E}"/>
                </a:ext>
              </a:extLst>
            </p:cNvPr>
            <p:cNvGrpSpPr/>
            <p:nvPr/>
          </p:nvGrpSpPr>
          <p:grpSpPr>
            <a:xfrm>
              <a:off x="8301286" y="2138800"/>
              <a:ext cx="1118882" cy="478124"/>
              <a:chOff x="5789951" y="607665"/>
              <a:chExt cx="1118882" cy="478124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7D9BA62-02DB-C4A2-EC0C-B551023A71DA}"/>
                  </a:ext>
                </a:extLst>
              </p:cNvPr>
              <p:cNvSpPr/>
              <p:nvPr/>
            </p:nvSpPr>
            <p:spPr>
              <a:xfrm rot="19693438">
                <a:off x="6317814" y="627945"/>
                <a:ext cx="548188" cy="117326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37" name="Right Arrow 6">
                <a:extLst>
                  <a:ext uri="{FF2B5EF4-FFF2-40B4-BE49-F238E27FC236}">
                    <a16:creationId xmlns:a16="http://schemas.microsoft.com/office/drawing/2014/main" id="{AE5D4ED5-8E64-62DB-1FBD-ECCD65FC45F1}"/>
                  </a:ext>
                </a:extLst>
              </p:cNvPr>
              <p:cNvSpPr/>
              <p:nvPr/>
            </p:nvSpPr>
            <p:spPr>
              <a:xfrm rot="10800000" flipV="1">
                <a:off x="5789951" y="709633"/>
                <a:ext cx="571108" cy="263525"/>
              </a:xfrm>
              <a:prstGeom prst="rightArrow">
                <a:avLst/>
              </a:prstGeom>
              <a:solidFill>
                <a:srgbClr val="0070C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A0AA53F-0997-E117-ED1A-07ADF073686F}"/>
                  </a:ext>
                </a:extLst>
              </p:cNvPr>
              <p:cNvSpPr/>
              <p:nvPr/>
            </p:nvSpPr>
            <p:spPr>
              <a:xfrm rot="2045294">
                <a:off x="6360645" y="968463"/>
                <a:ext cx="548188" cy="117326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39" name="Sun 38">
                <a:extLst>
                  <a:ext uri="{FF2B5EF4-FFF2-40B4-BE49-F238E27FC236}">
                    <a16:creationId xmlns:a16="http://schemas.microsoft.com/office/drawing/2014/main" id="{2C04603C-DEE7-606E-8CEF-9CE50DA718CC}"/>
                  </a:ext>
                </a:extLst>
              </p:cNvPr>
              <p:cNvSpPr/>
              <p:nvPr/>
            </p:nvSpPr>
            <p:spPr>
              <a:xfrm>
                <a:off x="6165090" y="607665"/>
                <a:ext cx="451486" cy="451486"/>
              </a:xfrm>
              <a:prstGeom prst="sun">
                <a:avLst/>
              </a:prstGeom>
              <a:solidFill>
                <a:srgbClr val="00B0F0"/>
              </a:solidFill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dirty="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20ADA29-5984-CEE8-AADA-EF3AEB210599}"/>
                </a:ext>
              </a:extLst>
            </p:cNvPr>
            <p:cNvSpPr txBox="1"/>
            <p:nvPr/>
          </p:nvSpPr>
          <p:spPr>
            <a:xfrm>
              <a:off x="8734494" y="2160589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/>
                <a:t>×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1512859-271F-71F5-AB53-D5291B059EFF}"/>
              </a:ext>
            </a:extLst>
          </p:cNvPr>
          <p:cNvSpPr txBox="1"/>
          <p:nvPr/>
        </p:nvSpPr>
        <p:spPr>
          <a:xfrm rot="18309552">
            <a:off x="8474532" y="180199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= 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F3C75B-2E27-5C8E-2A93-BD95F9D0B35A}"/>
              </a:ext>
            </a:extLst>
          </p:cNvPr>
          <p:cNvSpPr txBox="1"/>
          <p:nvPr/>
        </p:nvSpPr>
        <p:spPr>
          <a:xfrm rot="18309552">
            <a:off x="8525947" y="270381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= 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D69CD4-D317-C328-B3BA-E07260BB0694}"/>
              </a:ext>
            </a:extLst>
          </p:cNvPr>
          <p:cNvSpPr txBox="1"/>
          <p:nvPr/>
        </p:nvSpPr>
        <p:spPr>
          <a:xfrm rot="18309552">
            <a:off x="6790954" y="2082585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= 20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B01098-D619-58D6-5585-893C2E1C0EF2}"/>
              </a:ext>
            </a:extLst>
          </p:cNvPr>
          <p:cNvSpPr txBox="1"/>
          <p:nvPr/>
        </p:nvSpPr>
        <p:spPr>
          <a:xfrm rot="18309552">
            <a:off x="4525339" y="1706046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= “Area = 20”</a:t>
            </a:r>
          </a:p>
        </p:txBody>
      </p:sp>
    </p:spTree>
    <p:extLst>
      <p:ext uri="{BB962C8B-B14F-4D97-AF65-F5344CB8AC3E}">
        <p14:creationId xmlns:p14="http://schemas.microsoft.com/office/powerpoint/2010/main" val="278138476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4" grpId="0" animBg="1"/>
      <p:bldP spid="25" grpId="0" animBg="1"/>
      <p:bldP spid="26" grpId="0" animBg="1"/>
      <p:bldP spid="27" grpId="0" animBg="1"/>
      <p:bldP spid="40" grpId="0"/>
      <p:bldP spid="41" grpId="0"/>
      <p:bldP spid="42" grpId="0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CE247-000F-50A2-64B0-4076A1F5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56056BD-E167-10D8-6E48-4C1DAF93A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Complex bindings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11DEC00-B3D8-5E65-40D7-7099A82ABB4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3528" y="1005576"/>
            <a:ext cx="4765748" cy="3589046"/>
          </a:xfrm>
        </p:spPr>
        <p:txBody>
          <a:bodyPr wrap="square" anchor="t">
            <a:normAutofit/>
          </a:bodyPr>
          <a:lstStyle/>
          <a:p>
            <a:r>
              <a:rPr lang="en-ZA" dirty="0"/>
              <a:t>May create a 1-directional binding where the bound property’s value is calculated</a:t>
            </a:r>
          </a:p>
          <a:p>
            <a:r>
              <a:rPr lang="en-ZA" dirty="0"/>
              <a:t>Example:</a:t>
            </a:r>
          </a:p>
          <a:p>
            <a:pPr lvl="1"/>
            <a:r>
              <a:rPr lang="en-ZA" dirty="0"/>
              <a:t>Biggest </a:t>
            </a:r>
            <a:r>
              <a:rPr lang="en-ZA" dirty="0">
                <a:sym typeface="Wingdings" panose="05000000000000000000" pitchFamily="2" charset="2"/>
              </a:rPr>
              <a:t> if (A &gt; B), then A else B</a:t>
            </a:r>
          </a:p>
          <a:p>
            <a:pPr lvl="2"/>
            <a:r>
              <a:rPr lang="en-ZA" dirty="0">
                <a:sym typeface="Wingdings" panose="05000000000000000000" pitchFamily="2" charset="2"/>
              </a:rPr>
              <a:t>If A or B changes, Biggest is recalculated </a:t>
            </a:r>
          </a:p>
          <a:p>
            <a:r>
              <a:rPr lang="en-ZA" dirty="0">
                <a:sym typeface="Wingdings" panose="05000000000000000000" pitchFamily="2" charset="2"/>
              </a:rPr>
              <a:t>These types of bindings may be done either </a:t>
            </a:r>
            <a:r>
              <a:rPr lang="en-ZA" i="1" dirty="0">
                <a:sym typeface="Wingdings" panose="05000000000000000000" pitchFamily="2" charset="2"/>
              </a:rPr>
              <a:t>manually</a:t>
            </a:r>
            <a:r>
              <a:rPr lang="en-ZA" dirty="0">
                <a:sym typeface="Wingdings" panose="05000000000000000000" pitchFamily="2" charset="2"/>
              </a:rPr>
              <a:t> or by using the </a:t>
            </a:r>
            <a:r>
              <a:rPr lang="en-ZA" i="1" dirty="0">
                <a:sym typeface="Wingdings" panose="05000000000000000000" pitchFamily="2" charset="2"/>
              </a:rPr>
              <a:t>Fluent API</a:t>
            </a:r>
          </a:p>
          <a:p>
            <a:r>
              <a:rPr lang="en-ZA" dirty="0">
                <a:sym typeface="Wingdings" panose="05000000000000000000" pitchFamily="2" charset="2"/>
              </a:rPr>
              <a:t>See </a:t>
            </a:r>
            <a:r>
              <a:rPr lang="en-ZA" dirty="0">
                <a:solidFill>
                  <a:srgbClr val="FEC000"/>
                </a:solidFill>
                <a:sym typeface="Wingdings" panose="05000000000000000000" pitchFamily="2" charset="2"/>
              </a:rPr>
              <a:t>/Example02</a:t>
            </a:r>
            <a:endParaRPr lang="en-US" dirty="0">
              <a:solidFill>
                <a:srgbClr val="FEC000"/>
              </a:solidFill>
            </a:endParaRP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65D16F69-6706-D6B7-C619-F9098DF0C515}"/>
              </a:ext>
            </a:extLst>
          </p:cNvPr>
          <p:cNvSpPr/>
          <p:nvPr/>
        </p:nvSpPr>
        <p:spPr>
          <a:xfrm>
            <a:off x="6212601" y="2363333"/>
            <a:ext cx="983537" cy="631934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 dirty="0"/>
              <a:t>Area</a:t>
            </a: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DD0AC13D-7E19-EE25-7988-9F1F89E6837C}"/>
              </a:ext>
            </a:extLst>
          </p:cNvPr>
          <p:cNvSpPr/>
          <p:nvPr/>
        </p:nvSpPr>
        <p:spPr>
          <a:xfrm>
            <a:off x="8242181" y="2098343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W</a:t>
            </a:r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2D4B7433-1847-34F4-8C12-779FA2DEE54B}"/>
              </a:ext>
            </a:extLst>
          </p:cNvPr>
          <p:cNvSpPr/>
          <p:nvPr/>
        </p:nvSpPr>
        <p:spPr>
          <a:xfrm>
            <a:off x="8262293" y="2967592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H</a:t>
            </a: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37BA40E7-B239-2F13-B08B-D12E961462A8}"/>
              </a:ext>
            </a:extLst>
          </p:cNvPr>
          <p:cNvSpPr/>
          <p:nvPr/>
        </p:nvSpPr>
        <p:spPr>
          <a:xfrm>
            <a:off x="4156269" y="2417161"/>
            <a:ext cx="946175" cy="572147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200" dirty="0" err="1"/>
              <a:t>Msg</a:t>
            </a:r>
            <a:endParaRPr lang="en-ZA" sz="1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02841EB-6EAE-A8E9-9E69-B565DDD4BB2F}"/>
              </a:ext>
            </a:extLst>
          </p:cNvPr>
          <p:cNvGrpSpPr/>
          <p:nvPr/>
        </p:nvGrpSpPr>
        <p:grpSpPr>
          <a:xfrm>
            <a:off x="5139806" y="2475346"/>
            <a:ext cx="1072795" cy="630745"/>
            <a:chOff x="6206149" y="2160589"/>
            <a:chExt cx="1072795" cy="63074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24689D4-F57C-F75D-C6D3-834BEF5E22D4}"/>
                </a:ext>
              </a:extLst>
            </p:cNvPr>
            <p:cNvGrpSpPr/>
            <p:nvPr/>
          </p:nvGrpSpPr>
          <p:grpSpPr>
            <a:xfrm>
              <a:off x="6206149" y="2160589"/>
              <a:ext cx="1072795" cy="451486"/>
              <a:chOff x="5729642" y="2210310"/>
              <a:chExt cx="1072795" cy="451486"/>
            </a:xfrm>
          </p:grpSpPr>
          <p:sp>
            <p:nvSpPr>
              <p:cNvPr id="31" name="Right Arrow 14">
                <a:extLst>
                  <a:ext uri="{FF2B5EF4-FFF2-40B4-BE49-F238E27FC236}">
                    <a16:creationId xmlns:a16="http://schemas.microsoft.com/office/drawing/2014/main" id="{639CF936-5E1E-E414-A849-7D343B1A6416}"/>
                  </a:ext>
                </a:extLst>
              </p:cNvPr>
              <p:cNvSpPr/>
              <p:nvPr/>
            </p:nvSpPr>
            <p:spPr>
              <a:xfrm rot="10800000" flipV="1">
                <a:off x="5729642" y="2313841"/>
                <a:ext cx="1072795" cy="263525"/>
              </a:xfrm>
              <a:prstGeom prst="rightArrow">
                <a:avLst/>
              </a:prstGeom>
              <a:solidFill>
                <a:srgbClr val="0070C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32" name="Sun 31">
                <a:extLst>
                  <a:ext uri="{FF2B5EF4-FFF2-40B4-BE49-F238E27FC236}">
                    <a16:creationId xmlns:a16="http://schemas.microsoft.com/office/drawing/2014/main" id="{C470F8F8-A417-2A93-B569-46DD5F6B5858}"/>
                  </a:ext>
                </a:extLst>
              </p:cNvPr>
              <p:cNvSpPr/>
              <p:nvPr/>
            </p:nvSpPr>
            <p:spPr>
              <a:xfrm>
                <a:off x="6061373" y="2210310"/>
                <a:ext cx="451486" cy="451486"/>
              </a:xfrm>
              <a:prstGeom prst="sun">
                <a:avLst/>
              </a:prstGeom>
              <a:solidFill>
                <a:srgbClr val="00B0F0"/>
              </a:solidFill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dirty="0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60991A-DDD0-79B9-B2EB-6C3DA3727BBD}"/>
                </a:ext>
              </a:extLst>
            </p:cNvPr>
            <p:cNvSpPr txBox="1"/>
            <p:nvPr/>
          </p:nvSpPr>
          <p:spPr>
            <a:xfrm>
              <a:off x="6281222" y="2514335"/>
              <a:ext cx="9589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200" dirty="0"/>
                <a:t>“Area = ” +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E7146DF-1B17-0C2E-8B95-D617519A3F7F}"/>
              </a:ext>
            </a:extLst>
          </p:cNvPr>
          <p:cNvGrpSpPr/>
          <p:nvPr/>
        </p:nvGrpSpPr>
        <p:grpSpPr>
          <a:xfrm>
            <a:off x="7234943" y="2453557"/>
            <a:ext cx="1118882" cy="478124"/>
            <a:chOff x="8301286" y="2138800"/>
            <a:chExt cx="1118882" cy="47812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B60939A-4421-A829-84DF-17D6BC0A24F7}"/>
                </a:ext>
              </a:extLst>
            </p:cNvPr>
            <p:cNvGrpSpPr/>
            <p:nvPr/>
          </p:nvGrpSpPr>
          <p:grpSpPr>
            <a:xfrm>
              <a:off x="8301286" y="2138800"/>
              <a:ext cx="1118882" cy="478124"/>
              <a:chOff x="5789951" y="607665"/>
              <a:chExt cx="1118882" cy="478124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C303D14-9F93-B4DE-041B-D8CCCB77FA2D}"/>
                  </a:ext>
                </a:extLst>
              </p:cNvPr>
              <p:cNvSpPr/>
              <p:nvPr/>
            </p:nvSpPr>
            <p:spPr>
              <a:xfrm rot="19693438">
                <a:off x="6317814" y="627945"/>
                <a:ext cx="548188" cy="117326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37" name="Right Arrow 6">
                <a:extLst>
                  <a:ext uri="{FF2B5EF4-FFF2-40B4-BE49-F238E27FC236}">
                    <a16:creationId xmlns:a16="http://schemas.microsoft.com/office/drawing/2014/main" id="{2855239D-E729-64EA-94E0-DC1A6AEA1779}"/>
                  </a:ext>
                </a:extLst>
              </p:cNvPr>
              <p:cNvSpPr/>
              <p:nvPr/>
            </p:nvSpPr>
            <p:spPr>
              <a:xfrm rot="10800000" flipV="1">
                <a:off x="5789951" y="709633"/>
                <a:ext cx="571108" cy="263525"/>
              </a:xfrm>
              <a:prstGeom prst="rightArrow">
                <a:avLst/>
              </a:prstGeom>
              <a:solidFill>
                <a:srgbClr val="0070C0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7B1F407-5055-9103-1988-D8499DA5C799}"/>
                  </a:ext>
                </a:extLst>
              </p:cNvPr>
              <p:cNvSpPr/>
              <p:nvPr/>
            </p:nvSpPr>
            <p:spPr>
              <a:xfrm rot="2045294">
                <a:off x="6360645" y="968463"/>
                <a:ext cx="548188" cy="117326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39" name="Sun 38">
                <a:extLst>
                  <a:ext uri="{FF2B5EF4-FFF2-40B4-BE49-F238E27FC236}">
                    <a16:creationId xmlns:a16="http://schemas.microsoft.com/office/drawing/2014/main" id="{9683D00F-5B40-E39E-6D8B-EC2FA227E91E}"/>
                  </a:ext>
                </a:extLst>
              </p:cNvPr>
              <p:cNvSpPr/>
              <p:nvPr/>
            </p:nvSpPr>
            <p:spPr>
              <a:xfrm>
                <a:off x="6165090" y="607665"/>
                <a:ext cx="451486" cy="451486"/>
              </a:xfrm>
              <a:prstGeom prst="sun">
                <a:avLst/>
              </a:prstGeom>
              <a:solidFill>
                <a:srgbClr val="00B0F0"/>
              </a:solidFill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 dirty="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CC4C858-1D0A-B01B-FEBE-385B2CD20787}"/>
                </a:ext>
              </a:extLst>
            </p:cNvPr>
            <p:cNvSpPr txBox="1"/>
            <p:nvPr/>
          </p:nvSpPr>
          <p:spPr>
            <a:xfrm>
              <a:off x="8734494" y="2160589"/>
              <a:ext cx="335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000" b="1" dirty="0"/>
                <a:t>×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C57B318-33AF-50B6-5C1C-DA954C2BEC87}"/>
              </a:ext>
            </a:extLst>
          </p:cNvPr>
          <p:cNvSpPr txBox="1"/>
          <p:nvPr/>
        </p:nvSpPr>
        <p:spPr>
          <a:xfrm rot="18309552">
            <a:off x="8474532" y="180199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= 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0C8CD0-2920-5C23-0517-C11D8EA82C9B}"/>
              </a:ext>
            </a:extLst>
          </p:cNvPr>
          <p:cNvSpPr txBox="1"/>
          <p:nvPr/>
        </p:nvSpPr>
        <p:spPr>
          <a:xfrm rot="18309552">
            <a:off x="8525947" y="270381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= 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0DA9E8-8611-5B49-397C-F7188B42E82D}"/>
              </a:ext>
            </a:extLst>
          </p:cNvPr>
          <p:cNvSpPr txBox="1"/>
          <p:nvPr/>
        </p:nvSpPr>
        <p:spPr>
          <a:xfrm rot="18309552">
            <a:off x="6790954" y="2082585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= 20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8BE3A4-0062-EB7C-6C83-E428EBF4F65C}"/>
              </a:ext>
            </a:extLst>
          </p:cNvPr>
          <p:cNvSpPr txBox="1"/>
          <p:nvPr/>
        </p:nvSpPr>
        <p:spPr>
          <a:xfrm rot="18309552">
            <a:off x="4525339" y="1706046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= “Area = 20”</a:t>
            </a:r>
          </a:p>
        </p:txBody>
      </p:sp>
    </p:spTree>
    <p:extLst>
      <p:ext uri="{BB962C8B-B14F-4D97-AF65-F5344CB8AC3E}">
        <p14:creationId xmlns:p14="http://schemas.microsoft.com/office/powerpoint/2010/main" val="409338833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58AE6-2F9C-014D-6DEC-007C42BA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91BA8E26-8F38-7734-F675-6B4444A972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Using properties with JavaFX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FEE28F03-BEFE-A36A-D293-6BC94726AED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3528" y="1005576"/>
            <a:ext cx="4765748" cy="945670"/>
          </a:xfrm>
        </p:spPr>
        <p:txBody>
          <a:bodyPr wrap="square" anchor="t">
            <a:normAutofit lnSpcReduction="10000"/>
          </a:bodyPr>
          <a:lstStyle/>
          <a:p>
            <a:r>
              <a:rPr lang="en-ZA" sz="1800" dirty="0"/>
              <a:t>Model</a:t>
            </a:r>
          </a:p>
          <a:p>
            <a:pPr lvl="1"/>
            <a:r>
              <a:rPr lang="en-ZA" sz="1800" dirty="0"/>
              <a:t>The data that will be viewed &amp; manipulated</a:t>
            </a:r>
          </a:p>
          <a:p>
            <a:pPr lvl="1"/>
            <a:r>
              <a:rPr lang="en-ZA" sz="1800" dirty="0"/>
              <a:t>Has properties</a:t>
            </a:r>
          </a:p>
          <a:p>
            <a:endParaRPr lang="en-US" sz="1800" dirty="0">
              <a:solidFill>
                <a:srgbClr val="FEC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E6DF25C-4E2E-7824-0EE9-A570B66A03B7}"/>
              </a:ext>
            </a:extLst>
          </p:cNvPr>
          <p:cNvGrpSpPr/>
          <p:nvPr/>
        </p:nvGrpSpPr>
        <p:grpSpPr>
          <a:xfrm>
            <a:off x="3989172" y="771550"/>
            <a:ext cx="4471261" cy="4268863"/>
            <a:chOff x="4160226" y="761972"/>
            <a:chExt cx="6870446" cy="6002945"/>
          </a:xfrm>
        </p:grpSpPr>
        <p:sp>
          <p:nvSpPr>
            <p:cNvPr id="3" name="Can 4">
              <a:extLst>
                <a:ext uri="{FF2B5EF4-FFF2-40B4-BE49-F238E27FC236}">
                  <a16:creationId xmlns:a16="http://schemas.microsoft.com/office/drawing/2014/main" id="{76E3058D-A4DC-AD41-344E-06EFE52E0727}"/>
                </a:ext>
              </a:extLst>
            </p:cNvPr>
            <p:cNvSpPr/>
            <p:nvPr/>
          </p:nvSpPr>
          <p:spPr>
            <a:xfrm>
              <a:off x="7158064" y="761972"/>
              <a:ext cx="1732616" cy="1141573"/>
            </a:xfrm>
            <a:prstGeom prst="can">
              <a:avLst>
                <a:gd name="adj" fmla="val 36539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b="1" dirty="0"/>
                <a:t>Student Model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7A8AE61-A661-248B-564B-8C296772E343}"/>
                </a:ext>
              </a:extLst>
            </p:cNvPr>
            <p:cNvGrpSpPr/>
            <p:nvPr/>
          </p:nvGrpSpPr>
          <p:grpSpPr>
            <a:xfrm>
              <a:off x="9308571" y="2704524"/>
              <a:ext cx="1722101" cy="1423883"/>
              <a:chOff x="7830682" y="3161710"/>
              <a:chExt cx="1722101" cy="1423883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42DD623B-8E70-71DB-001E-DE98F3FE40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28900" y="3161710"/>
                <a:ext cx="1423883" cy="1423883"/>
              </a:xfrm>
              <a:prstGeom prst="rect">
                <a:avLst/>
              </a:prstGeom>
              <a:effectLst>
                <a:outerShdw blurRad="76200" dist="635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A5410A-F004-C6BD-5556-B8FE180AA486}"/>
                  </a:ext>
                </a:extLst>
              </p:cNvPr>
              <p:cNvSpPr txBox="1"/>
              <p:nvPr/>
            </p:nvSpPr>
            <p:spPr>
              <a:xfrm>
                <a:off x="7830682" y="3583815"/>
                <a:ext cx="1279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b="1" dirty="0">
                    <a:effectLst>
                      <a:glow rad="279400">
                        <a:schemeClr val="bg1">
                          <a:alpha val="96000"/>
                        </a:schemeClr>
                      </a:glow>
                    </a:effectLst>
                  </a:rPr>
                  <a:t>Controller</a:t>
                </a:r>
              </a:p>
            </p:txBody>
          </p: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7DAA752-45F6-4B16-2A90-173F6AEF1697}"/>
                </a:ext>
              </a:extLst>
            </p:cNvPr>
            <p:cNvCxnSpPr/>
            <p:nvPr/>
          </p:nvCxnSpPr>
          <p:spPr>
            <a:xfrm flipV="1">
              <a:off x="8667786" y="3734246"/>
              <a:ext cx="987293" cy="911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BF2743B-C432-04E5-F4F8-EB902DB15C89}"/>
                </a:ext>
              </a:extLst>
            </p:cNvPr>
            <p:cNvCxnSpPr/>
            <p:nvPr/>
          </p:nvCxnSpPr>
          <p:spPr>
            <a:xfrm flipH="1" flipV="1">
              <a:off x="8785139" y="1909852"/>
              <a:ext cx="1129423" cy="114157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A8C4B6C-4734-863D-B37D-F6A84C9038D9}"/>
                </a:ext>
              </a:extLst>
            </p:cNvPr>
            <p:cNvGrpSpPr/>
            <p:nvPr/>
          </p:nvGrpSpPr>
          <p:grpSpPr>
            <a:xfrm>
              <a:off x="5696597" y="3561955"/>
              <a:ext cx="2857500" cy="3202962"/>
              <a:chOff x="5696597" y="3561955"/>
              <a:chExt cx="2857500" cy="3202962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86F4286E-AF2D-17AB-A775-A966A1F3D8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96597" y="3561955"/>
                <a:ext cx="2857500" cy="3028950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76ACA7-B2A1-9856-5D67-B1E620FCD044}"/>
                  </a:ext>
                </a:extLst>
              </p:cNvPr>
              <p:cNvSpPr txBox="1"/>
              <p:nvPr/>
            </p:nvSpPr>
            <p:spPr>
              <a:xfrm>
                <a:off x="6561981" y="6395585"/>
                <a:ext cx="7078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b="1" dirty="0">
                    <a:effectLst>
                      <a:glow rad="279400">
                        <a:schemeClr val="bg1">
                          <a:alpha val="96000"/>
                        </a:schemeClr>
                      </a:glow>
                    </a:effectLst>
                  </a:rPr>
                  <a:t>View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9F1EE9E-6FB0-B765-1F44-9C598E6499A5}"/>
                </a:ext>
              </a:extLst>
            </p:cNvPr>
            <p:cNvGrpSpPr/>
            <p:nvPr/>
          </p:nvGrpSpPr>
          <p:grpSpPr>
            <a:xfrm>
              <a:off x="4160226" y="5120787"/>
              <a:ext cx="674270" cy="1459464"/>
              <a:chOff x="3825294" y="5171992"/>
              <a:chExt cx="674270" cy="1459464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82673B1C-7C30-A4E2-E0F9-8AEADE49A3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25294" y="5171992"/>
                <a:ext cx="674270" cy="1164240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56C629-3EA1-8803-A816-FABAAEC76DBE}"/>
                  </a:ext>
                </a:extLst>
              </p:cNvPr>
              <p:cNvSpPr txBox="1"/>
              <p:nvPr/>
            </p:nvSpPr>
            <p:spPr>
              <a:xfrm>
                <a:off x="3906586" y="6354457"/>
                <a:ext cx="5116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ZA" sz="1200" b="1" dirty="0"/>
                  <a:t>User</a:t>
                </a:r>
              </a:p>
            </p:txBody>
          </p: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6D21FFD-82DE-1934-7220-46D17A715AD7}"/>
                </a:ext>
              </a:extLst>
            </p:cNvPr>
            <p:cNvCxnSpPr/>
            <p:nvPr/>
          </p:nvCxnSpPr>
          <p:spPr>
            <a:xfrm>
              <a:off x="4889898" y="5634775"/>
              <a:ext cx="719119" cy="1"/>
            </a:xfrm>
            <a:prstGeom prst="straightConnector1">
              <a:avLst/>
            </a:prstGeom>
            <a:ln w="19050">
              <a:prstDash val="sysDot"/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Sun 15">
            <a:extLst>
              <a:ext uri="{FF2B5EF4-FFF2-40B4-BE49-F238E27FC236}">
                <a16:creationId xmlns:a16="http://schemas.microsoft.com/office/drawing/2014/main" id="{0DA20D5E-5500-8D10-FE2D-1217C7CAF3E1}"/>
              </a:ext>
            </a:extLst>
          </p:cNvPr>
          <p:cNvSpPr/>
          <p:nvPr/>
        </p:nvSpPr>
        <p:spPr>
          <a:xfrm>
            <a:off x="7956376" y="3411025"/>
            <a:ext cx="672893" cy="672893"/>
          </a:xfrm>
          <a:prstGeom prst="sun">
            <a:avLst/>
          </a:prstGeom>
          <a:solidFill>
            <a:srgbClr val="0070C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B</a:t>
            </a:r>
          </a:p>
        </p:txBody>
      </p:sp>
      <p:sp>
        <p:nvSpPr>
          <p:cNvPr id="17" name="Sun 16">
            <a:extLst>
              <a:ext uri="{FF2B5EF4-FFF2-40B4-BE49-F238E27FC236}">
                <a16:creationId xmlns:a16="http://schemas.microsoft.com/office/drawing/2014/main" id="{B3655E18-D286-7662-3F5C-F592C11C2E43}"/>
              </a:ext>
            </a:extLst>
          </p:cNvPr>
          <p:cNvSpPr/>
          <p:nvPr/>
        </p:nvSpPr>
        <p:spPr>
          <a:xfrm>
            <a:off x="8322123" y="2866454"/>
            <a:ext cx="672893" cy="672893"/>
          </a:xfrm>
          <a:prstGeom prst="sun">
            <a:avLst/>
          </a:prstGeom>
          <a:solidFill>
            <a:srgbClr val="00CC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B</a:t>
            </a:r>
          </a:p>
        </p:txBody>
      </p:sp>
      <p:sp>
        <p:nvSpPr>
          <p:cNvPr id="18" name="Sun 17">
            <a:extLst>
              <a:ext uri="{FF2B5EF4-FFF2-40B4-BE49-F238E27FC236}">
                <a16:creationId xmlns:a16="http://schemas.microsoft.com/office/drawing/2014/main" id="{9F3A8E49-915D-615C-8036-DAC655B31BEC}"/>
              </a:ext>
            </a:extLst>
          </p:cNvPr>
          <p:cNvSpPr/>
          <p:nvPr/>
        </p:nvSpPr>
        <p:spPr>
          <a:xfrm>
            <a:off x="8454256" y="2187982"/>
            <a:ext cx="672893" cy="672893"/>
          </a:xfrm>
          <a:prstGeom prst="sun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B</a:t>
            </a:r>
          </a:p>
        </p:txBody>
      </p:sp>
      <p:sp>
        <p:nvSpPr>
          <p:cNvPr id="19" name="Sun 18">
            <a:extLst>
              <a:ext uri="{FF2B5EF4-FFF2-40B4-BE49-F238E27FC236}">
                <a16:creationId xmlns:a16="http://schemas.microsoft.com/office/drawing/2014/main" id="{70E52926-EEC9-A949-5042-B3AC286042CE}"/>
              </a:ext>
            </a:extLst>
          </p:cNvPr>
          <p:cNvSpPr/>
          <p:nvPr/>
        </p:nvSpPr>
        <p:spPr>
          <a:xfrm>
            <a:off x="8186523" y="1530556"/>
            <a:ext cx="672893" cy="672893"/>
          </a:xfrm>
          <a:prstGeom prst="sun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B</a:t>
            </a: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C0795D55-1713-0F98-B1AD-5419B44FB4F3}"/>
              </a:ext>
            </a:extLst>
          </p:cNvPr>
          <p:cNvSpPr/>
          <p:nvPr/>
        </p:nvSpPr>
        <p:spPr>
          <a:xfrm>
            <a:off x="6651738" y="3059519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</a:t>
            </a: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DD742F7D-CB16-11C6-FDC3-E1CC3492320E}"/>
              </a:ext>
            </a:extLst>
          </p:cNvPr>
          <p:cNvSpPr/>
          <p:nvPr/>
        </p:nvSpPr>
        <p:spPr>
          <a:xfrm>
            <a:off x="5456881" y="827236"/>
            <a:ext cx="525780" cy="337820"/>
          </a:xfrm>
          <a:prstGeom prst="diamond">
            <a:avLst/>
          </a:prstGeom>
          <a:solidFill>
            <a:srgbClr val="FE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</a:t>
            </a: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8285B873-94F7-80DE-9188-2605E3FF584F}"/>
              </a:ext>
            </a:extLst>
          </p:cNvPr>
          <p:cNvSpPr/>
          <p:nvPr/>
        </p:nvSpPr>
        <p:spPr>
          <a:xfrm>
            <a:off x="5456881" y="1225818"/>
            <a:ext cx="525780" cy="337820"/>
          </a:xfrm>
          <a:prstGeom prst="diamond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5429291B-C7FE-C95A-EFA6-5A2C39C04287}"/>
              </a:ext>
            </a:extLst>
          </p:cNvPr>
          <p:cNvSpPr/>
          <p:nvPr/>
        </p:nvSpPr>
        <p:spPr>
          <a:xfrm>
            <a:off x="6660232" y="3435846"/>
            <a:ext cx="525780" cy="337820"/>
          </a:xfrm>
          <a:prstGeom prst="diamond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</a:t>
            </a: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82A33996-3FFE-A09A-00F8-C1570436897E}"/>
              </a:ext>
            </a:extLst>
          </p:cNvPr>
          <p:cNvSpPr/>
          <p:nvPr/>
        </p:nvSpPr>
        <p:spPr>
          <a:xfrm>
            <a:off x="6660232" y="3795886"/>
            <a:ext cx="525780" cy="337820"/>
          </a:xfrm>
          <a:prstGeom prst="diamond">
            <a:avLst/>
          </a:prstGeom>
          <a:solidFill>
            <a:srgbClr val="00CC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</a:t>
            </a: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ED2DCBDD-DE42-E486-5CB2-D525B3B7D4BD}"/>
              </a:ext>
            </a:extLst>
          </p:cNvPr>
          <p:cNvSpPr/>
          <p:nvPr/>
        </p:nvSpPr>
        <p:spPr>
          <a:xfrm>
            <a:off x="5719771" y="3917682"/>
            <a:ext cx="525780" cy="337820"/>
          </a:xfrm>
          <a:prstGeom prst="diamond">
            <a:avLst/>
          </a:prstGeom>
          <a:solidFill>
            <a:srgbClr val="00CC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</a:t>
            </a:r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9C3C7499-A723-535C-3BBD-DC884D681482}"/>
              </a:ext>
            </a:extLst>
          </p:cNvPr>
          <p:cNvSpPr/>
          <p:nvPr/>
        </p:nvSpPr>
        <p:spPr>
          <a:xfrm>
            <a:off x="6998548" y="827236"/>
            <a:ext cx="525780" cy="337820"/>
          </a:xfrm>
          <a:prstGeom prst="diamond">
            <a:avLst/>
          </a:prstGeom>
          <a:solidFill>
            <a:srgbClr val="00CC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</a:t>
            </a: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F3694DB1-31FA-B533-1FF6-891AD22BD8CD}"/>
              </a:ext>
            </a:extLst>
          </p:cNvPr>
          <p:cNvSpPr/>
          <p:nvPr/>
        </p:nvSpPr>
        <p:spPr>
          <a:xfrm>
            <a:off x="6651738" y="4227934"/>
            <a:ext cx="525780" cy="337820"/>
          </a:xfrm>
          <a:prstGeom prst="diamond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</a:t>
            </a:r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273A990B-2325-370C-04BD-F8CC97EAE8E5}"/>
              </a:ext>
            </a:extLst>
          </p:cNvPr>
          <p:cNvSpPr/>
          <p:nvPr/>
        </p:nvSpPr>
        <p:spPr>
          <a:xfrm>
            <a:off x="5486380" y="4443958"/>
            <a:ext cx="525780" cy="337820"/>
          </a:xfrm>
          <a:prstGeom prst="diamond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</a:t>
            </a: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E65DBD68-4FAA-3B97-42E0-096376C01138}"/>
              </a:ext>
            </a:extLst>
          </p:cNvPr>
          <p:cNvSpPr/>
          <p:nvPr/>
        </p:nvSpPr>
        <p:spPr>
          <a:xfrm>
            <a:off x="6998548" y="1225818"/>
            <a:ext cx="525780" cy="337820"/>
          </a:xfrm>
          <a:prstGeom prst="diamond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204EA826-EF13-4370-60EC-9C2181AD0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810" y="1951246"/>
            <a:ext cx="4765748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ZA" sz="1800" kern="0" dirty="0"/>
              <a:t>View</a:t>
            </a:r>
          </a:p>
          <a:p>
            <a:pPr lvl="1"/>
            <a:r>
              <a:rPr lang="en-ZA" sz="1800" kern="0" dirty="0"/>
              <a:t>The UI that is created</a:t>
            </a:r>
          </a:p>
          <a:p>
            <a:endParaRPr lang="en-US" sz="1800" kern="0" dirty="0">
              <a:solidFill>
                <a:srgbClr val="FEC000"/>
              </a:solidFill>
            </a:endParaRP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F4BFAF1A-2373-094C-DFFB-BBBAC1C6C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49" y="2687554"/>
            <a:ext cx="4765748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75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75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ZA" sz="1800" kern="0" dirty="0"/>
              <a:t>Controller</a:t>
            </a:r>
          </a:p>
          <a:p>
            <a:pPr lvl="1"/>
            <a:r>
              <a:rPr lang="en-ZA" sz="1800" kern="0" dirty="0"/>
              <a:t>Bindings between the UI control properties &amp; the model properties</a:t>
            </a:r>
          </a:p>
          <a:p>
            <a:pPr lvl="1"/>
            <a:r>
              <a:rPr lang="en-ZA" sz="1800" kern="0" dirty="0"/>
              <a:t>Additional logic</a:t>
            </a:r>
          </a:p>
          <a:p>
            <a:r>
              <a:rPr lang="en-ZA" sz="1800" kern="0" dirty="0"/>
              <a:t>See </a:t>
            </a:r>
            <a:r>
              <a:rPr lang="en-ZA" sz="1800" kern="0" dirty="0">
                <a:solidFill>
                  <a:srgbClr val="FEC000"/>
                </a:solidFill>
              </a:rPr>
              <a:t>/Example03</a:t>
            </a:r>
            <a:endParaRPr lang="en-US" sz="1800" kern="0" dirty="0">
              <a:solidFill>
                <a:srgbClr val="FE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9799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2" grpId="0" build="allAtOnce"/>
      <p:bldP spid="5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01402-CE7C-6F41-C240-4C57F7090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1AAF4BDF-1A75-FBA5-33D1-A760F45E7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FEC000"/>
                </a:solidFill>
              </a:rPr>
              <a:t>/Example04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54BC0E56-72C3-6BC3-DF12-0F2605AA295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3528" y="1005576"/>
            <a:ext cx="8424936" cy="3589046"/>
          </a:xfrm>
        </p:spPr>
        <p:txBody>
          <a:bodyPr wrap="square" anchor="t">
            <a:normAutofit fontScale="85000" lnSpcReduction="10000"/>
          </a:bodyPr>
          <a:lstStyle/>
          <a:p>
            <a:r>
              <a:rPr lang="en-ZA" dirty="0"/>
              <a:t>Model = Contact info &amp; Contacts</a:t>
            </a:r>
          </a:p>
          <a:p>
            <a:pPr lvl="1"/>
            <a:r>
              <a:rPr lang="en-ZA" dirty="0"/>
              <a:t>Each contact has properties that can be bound to</a:t>
            </a:r>
          </a:p>
          <a:p>
            <a:r>
              <a:rPr lang="en-ZA" dirty="0"/>
              <a:t>View = created in Example04.createScene</a:t>
            </a:r>
          </a:p>
          <a:p>
            <a:r>
              <a:rPr lang="en-ZA" dirty="0"/>
              <a:t>Controller</a:t>
            </a:r>
          </a:p>
          <a:p>
            <a:pPr lvl="1"/>
            <a:r>
              <a:rPr lang="en-ZA" dirty="0"/>
              <a:t>Initialises a list of contacts (model)</a:t>
            </a:r>
          </a:p>
          <a:p>
            <a:pPr lvl="1"/>
            <a:r>
              <a:rPr lang="en-ZA" dirty="0"/>
              <a:t>Sets up connections with View in </a:t>
            </a:r>
            <a:r>
              <a:rPr lang="en-ZA" dirty="0" err="1"/>
              <a:t>Controller.connectToUI</a:t>
            </a:r>
            <a:r>
              <a:rPr lang="en-ZA" dirty="0"/>
              <a:t> method</a:t>
            </a:r>
          </a:p>
          <a:p>
            <a:pPr lvl="1"/>
            <a:r>
              <a:rPr lang="en-ZA" dirty="0"/>
              <a:t>Manages logic</a:t>
            </a:r>
          </a:p>
          <a:p>
            <a:pPr lvl="2"/>
            <a:r>
              <a:rPr lang="en-ZA" dirty="0"/>
              <a:t>Current index property controls which contact is the current one</a:t>
            </a:r>
          </a:p>
          <a:p>
            <a:pPr lvl="2"/>
            <a:r>
              <a:rPr lang="en-ZA" dirty="0"/>
              <a:t>Location label listens to changes in the current index &amp; updates the string, e.g., “X of Y”</a:t>
            </a:r>
          </a:p>
          <a:p>
            <a:pPr lvl="2"/>
            <a:r>
              <a:rPr lang="en-ZA" dirty="0"/>
              <a:t>Binds the text fields to the current contact’s properties</a:t>
            </a:r>
          </a:p>
          <a:p>
            <a:pPr lvl="2"/>
            <a:r>
              <a:rPr lang="en-ZA" dirty="0"/>
              <a:t>Prev/Next buttons unbind from previous contact, bind to next one</a:t>
            </a:r>
          </a:p>
          <a:p>
            <a:pPr lvl="2"/>
            <a:r>
              <a:rPr lang="en-ZA" dirty="0"/>
              <a:t>New button creates a new contact, adds to the list &amp; sets it as current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1CECAF1-CE1C-54C4-F539-012C31EDD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772" y="334727"/>
            <a:ext cx="2857500" cy="2095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96EB22-6885-4264-921E-F61C7B1A189C}"/>
              </a:ext>
            </a:extLst>
          </p:cNvPr>
          <p:cNvSpPr/>
          <p:nvPr/>
        </p:nvSpPr>
        <p:spPr>
          <a:xfrm>
            <a:off x="5940152" y="1779662"/>
            <a:ext cx="466428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9DEE73-683B-4008-8254-C20D1DE9E74D}"/>
              </a:ext>
            </a:extLst>
          </p:cNvPr>
          <p:cNvSpPr/>
          <p:nvPr/>
        </p:nvSpPr>
        <p:spPr>
          <a:xfrm>
            <a:off x="395536" y="3363838"/>
            <a:ext cx="233214" cy="216024"/>
          </a:xfrm>
          <a:prstGeom prst="rect">
            <a:avLst/>
          </a:prstGeom>
          <a:solidFill>
            <a:srgbClr val="FE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D5CA2968-A293-4A60-98E5-88EB6C0131D8}"/>
              </a:ext>
            </a:extLst>
          </p:cNvPr>
          <p:cNvSpPr/>
          <p:nvPr/>
        </p:nvSpPr>
        <p:spPr>
          <a:xfrm>
            <a:off x="5508104" y="897620"/>
            <a:ext cx="288032" cy="810034"/>
          </a:xfrm>
          <a:prstGeom prst="leftBrac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9DC8F0-3BA9-4A60-812C-988FCEE70EA3}"/>
              </a:ext>
            </a:extLst>
          </p:cNvPr>
          <p:cNvSpPr/>
          <p:nvPr/>
        </p:nvSpPr>
        <p:spPr>
          <a:xfrm>
            <a:off x="396581" y="3641080"/>
            <a:ext cx="233214" cy="21602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A53CDF-A383-4A9E-9869-87BDC30F47E8}"/>
              </a:ext>
            </a:extLst>
          </p:cNvPr>
          <p:cNvSpPr/>
          <p:nvPr/>
        </p:nvSpPr>
        <p:spPr>
          <a:xfrm>
            <a:off x="5940152" y="2090471"/>
            <a:ext cx="307604" cy="2880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E84E18-D5E1-4D06-9F03-D4D18DCE3ABF}"/>
              </a:ext>
            </a:extLst>
          </p:cNvPr>
          <p:cNvSpPr/>
          <p:nvPr/>
        </p:nvSpPr>
        <p:spPr>
          <a:xfrm>
            <a:off x="6531024" y="2090471"/>
            <a:ext cx="273224" cy="2880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B6DC59-5502-4E34-ADAB-8122F5D8F088}"/>
              </a:ext>
            </a:extLst>
          </p:cNvPr>
          <p:cNvSpPr/>
          <p:nvPr/>
        </p:nvSpPr>
        <p:spPr>
          <a:xfrm>
            <a:off x="395536" y="3931720"/>
            <a:ext cx="233214" cy="216024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B37278-659B-4E16-A1E0-0EC463578046}"/>
              </a:ext>
            </a:extLst>
          </p:cNvPr>
          <p:cNvSpPr/>
          <p:nvPr/>
        </p:nvSpPr>
        <p:spPr>
          <a:xfrm>
            <a:off x="6262564" y="2090471"/>
            <a:ext cx="253652" cy="2880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8674A2-1971-4ABB-87DD-02C4E714AACD}"/>
              </a:ext>
            </a:extLst>
          </p:cNvPr>
          <p:cNvSpPr/>
          <p:nvPr/>
        </p:nvSpPr>
        <p:spPr>
          <a:xfrm>
            <a:off x="395536" y="4222360"/>
            <a:ext cx="233214" cy="21602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18131F-B0EE-47FD-BA74-498341919256}"/>
              </a:ext>
            </a:extLst>
          </p:cNvPr>
          <p:cNvSpPr/>
          <p:nvPr/>
        </p:nvSpPr>
        <p:spPr>
          <a:xfrm>
            <a:off x="5940152" y="1851670"/>
            <a:ext cx="178396" cy="18707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092F58-5DC0-4104-A333-3BBAB93BD6D4}"/>
              </a:ext>
            </a:extLst>
          </p:cNvPr>
          <p:cNvSpPr/>
          <p:nvPr/>
        </p:nvSpPr>
        <p:spPr>
          <a:xfrm>
            <a:off x="404455" y="3086596"/>
            <a:ext cx="233214" cy="2160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713894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  <p:bldP spid="2" grpId="0" animBg="1"/>
      <p:bldP spid="6" grpId="0" animBg="1"/>
      <p:bldP spid="3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7CDA5-CCB0-D722-0D77-940A4E924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20" name="Group 20619">
            <a:extLst>
              <a:ext uri="{FF2B5EF4-FFF2-40B4-BE49-F238E27FC236}">
                <a16:creationId xmlns:a16="http://schemas.microsoft.com/office/drawing/2014/main" id="{AF17AD8D-A84D-A616-D0DA-1D087AE9FC5F}"/>
              </a:ext>
            </a:extLst>
          </p:cNvPr>
          <p:cNvGrpSpPr/>
          <p:nvPr/>
        </p:nvGrpSpPr>
        <p:grpSpPr>
          <a:xfrm>
            <a:off x="5846287" y="-4796"/>
            <a:ext cx="3190209" cy="2910149"/>
            <a:chOff x="5846287" y="-4796"/>
            <a:chExt cx="3190209" cy="2910149"/>
          </a:xfrm>
        </p:grpSpPr>
        <p:sp>
          <p:nvSpPr>
            <p:cNvPr id="20550" name="Freeform 94">
              <a:extLst>
                <a:ext uri="{FF2B5EF4-FFF2-40B4-BE49-F238E27FC236}">
                  <a16:creationId xmlns:a16="http://schemas.microsoft.com/office/drawing/2014/main" id="{EBFBD072-402B-68D2-21CC-768ECC4B637F}"/>
                </a:ext>
              </a:extLst>
            </p:cNvPr>
            <p:cNvSpPr/>
            <p:nvPr/>
          </p:nvSpPr>
          <p:spPr>
            <a:xfrm>
              <a:off x="5846287" y="138682"/>
              <a:ext cx="3190209" cy="2766671"/>
            </a:xfrm>
            <a:custGeom>
              <a:avLst/>
              <a:gdLst>
                <a:gd name="connsiteX0" fmla="*/ 0 w 3685032"/>
                <a:gd name="connsiteY0" fmla="*/ 0 h 2907792"/>
                <a:gd name="connsiteX1" fmla="*/ 3685032 w 3685032"/>
                <a:gd name="connsiteY1" fmla="*/ 0 h 2907792"/>
                <a:gd name="connsiteX2" fmla="*/ 3685032 w 3685032"/>
                <a:gd name="connsiteY2" fmla="*/ 2907792 h 2907792"/>
                <a:gd name="connsiteX3" fmla="*/ 795528 w 3685032"/>
                <a:gd name="connsiteY3" fmla="*/ 2340864 h 2907792"/>
                <a:gd name="connsiteX4" fmla="*/ 0 w 3685032"/>
                <a:gd name="connsiteY4" fmla="*/ 0 h 290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5032" h="2907792">
                  <a:moveTo>
                    <a:pt x="0" y="0"/>
                  </a:moveTo>
                  <a:lnTo>
                    <a:pt x="3685032" y="0"/>
                  </a:lnTo>
                  <a:lnTo>
                    <a:pt x="3685032" y="2907792"/>
                  </a:lnTo>
                  <a:lnTo>
                    <a:pt x="795528" y="2340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>
                <a:alpha val="40000"/>
              </a:srgbClr>
            </a:solidFill>
            <a:ln>
              <a:noFill/>
            </a:ln>
            <a:effectLst>
              <a:glow rad="228600">
                <a:srgbClr val="00CC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551" name="TextBox 20550">
              <a:extLst>
                <a:ext uri="{FF2B5EF4-FFF2-40B4-BE49-F238E27FC236}">
                  <a16:creationId xmlns:a16="http://schemas.microsoft.com/office/drawing/2014/main" id="{27905673-14A1-0907-E8DC-594B99907995}"/>
                </a:ext>
              </a:extLst>
            </p:cNvPr>
            <p:cNvSpPr txBox="1"/>
            <p:nvPr/>
          </p:nvSpPr>
          <p:spPr>
            <a:xfrm>
              <a:off x="7291279" y="-4796"/>
              <a:ext cx="760100" cy="439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ZA" sz="2400" b="1" dirty="0">
                  <a:effectLst>
                    <a:glow rad="279400">
                      <a:schemeClr val="bg1">
                        <a:alpha val="96000"/>
                      </a:schemeClr>
                    </a:glow>
                  </a:effectLst>
                </a:rPr>
                <a:t>View</a:t>
              </a:r>
            </a:p>
          </p:txBody>
        </p:sp>
      </p:grpSp>
      <p:pic>
        <p:nvPicPr>
          <p:cNvPr id="20552" name="Picture 20551">
            <a:extLst>
              <a:ext uri="{FF2B5EF4-FFF2-40B4-BE49-F238E27FC236}">
                <a16:creationId xmlns:a16="http://schemas.microsoft.com/office/drawing/2014/main" id="{D298AF1F-DF56-1B04-2214-4ECF513A8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339502"/>
            <a:ext cx="2562922" cy="1879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0553" name="Group 20552">
            <a:extLst>
              <a:ext uri="{FF2B5EF4-FFF2-40B4-BE49-F238E27FC236}">
                <a16:creationId xmlns:a16="http://schemas.microsoft.com/office/drawing/2014/main" id="{018A7B1B-EF85-C81C-65E1-BF23AD2F678A}"/>
              </a:ext>
            </a:extLst>
          </p:cNvPr>
          <p:cNvGrpSpPr/>
          <p:nvPr/>
        </p:nvGrpSpPr>
        <p:grpSpPr>
          <a:xfrm>
            <a:off x="323528" y="88015"/>
            <a:ext cx="8729282" cy="5044491"/>
            <a:chOff x="546282" y="1472184"/>
            <a:chExt cx="10688487" cy="5239512"/>
          </a:xfrm>
        </p:grpSpPr>
        <p:sp>
          <p:nvSpPr>
            <p:cNvPr id="20554" name="Freeform 87">
              <a:extLst>
                <a:ext uri="{FF2B5EF4-FFF2-40B4-BE49-F238E27FC236}">
                  <a16:creationId xmlns:a16="http://schemas.microsoft.com/office/drawing/2014/main" id="{E5675467-7CD5-D4AD-85D8-03AA6E80FC14}"/>
                </a:ext>
              </a:extLst>
            </p:cNvPr>
            <p:cNvSpPr/>
            <p:nvPr/>
          </p:nvSpPr>
          <p:spPr>
            <a:xfrm>
              <a:off x="546282" y="1472184"/>
              <a:ext cx="10688487" cy="5239512"/>
            </a:xfrm>
            <a:custGeom>
              <a:avLst/>
              <a:gdLst>
                <a:gd name="connsiteX0" fmla="*/ 2770632 w 10661904"/>
                <a:gd name="connsiteY0" fmla="*/ 0 h 5239512"/>
                <a:gd name="connsiteX1" fmla="*/ 6492240 w 10661904"/>
                <a:gd name="connsiteY1" fmla="*/ 0 h 5239512"/>
                <a:gd name="connsiteX2" fmla="*/ 7479792 w 10661904"/>
                <a:gd name="connsiteY2" fmla="*/ 2587752 h 5239512"/>
                <a:gd name="connsiteX3" fmla="*/ 10661904 w 10661904"/>
                <a:gd name="connsiteY3" fmla="*/ 3072384 h 5239512"/>
                <a:gd name="connsiteX4" fmla="*/ 10661904 w 10661904"/>
                <a:gd name="connsiteY4" fmla="*/ 5239512 h 5239512"/>
                <a:gd name="connsiteX5" fmla="*/ 0 w 10661904"/>
                <a:gd name="connsiteY5" fmla="*/ 5239512 h 5239512"/>
                <a:gd name="connsiteX6" fmla="*/ 2770632 w 10661904"/>
                <a:gd name="connsiteY6" fmla="*/ 0 h 523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61904" h="5239512">
                  <a:moveTo>
                    <a:pt x="2770632" y="0"/>
                  </a:moveTo>
                  <a:lnTo>
                    <a:pt x="6492240" y="0"/>
                  </a:lnTo>
                  <a:lnTo>
                    <a:pt x="7479792" y="2587752"/>
                  </a:lnTo>
                  <a:lnTo>
                    <a:pt x="10661904" y="3072384"/>
                  </a:lnTo>
                  <a:lnTo>
                    <a:pt x="10661904" y="5239512"/>
                  </a:lnTo>
                  <a:lnTo>
                    <a:pt x="0" y="5239512"/>
                  </a:lnTo>
                  <a:lnTo>
                    <a:pt x="2770632" y="0"/>
                  </a:lnTo>
                  <a:close/>
                </a:path>
              </a:pathLst>
            </a:custGeom>
            <a:solidFill>
              <a:schemeClr val="accent5">
                <a:lumMod val="90000"/>
              </a:schemeClr>
            </a:solidFill>
            <a:ln>
              <a:noFill/>
            </a:ln>
            <a:effectLst>
              <a:glow rad="139700">
                <a:srgbClr val="A3D8FF">
                  <a:alpha val="50000"/>
                </a:srgbClr>
              </a:glow>
              <a:outerShdw blurRad="50800" dist="3810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grpSp>
          <p:nvGrpSpPr>
            <p:cNvPr id="20555" name="Group 20554">
              <a:extLst>
                <a:ext uri="{FF2B5EF4-FFF2-40B4-BE49-F238E27FC236}">
                  <a16:creationId xmlns:a16="http://schemas.microsoft.com/office/drawing/2014/main" id="{5475B563-3021-5D69-042B-1FDC09BDC544}"/>
                </a:ext>
              </a:extLst>
            </p:cNvPr>
            <p:cNvGrpSpPr/>
            <p:nvPr/>
          </p:nvGrpSpPr>
          <p:grpSpPr>
            <a:xfrm>
              <a:off x="1346580" y="5041232"/>
              <a:ext cx="1682976" cy="1423883"/>
              <a:chOff x="8128900" y="3161710"/>
              <a:chExt cx="1682976" cy="1423883"/>
            </a:xfrm>
          </p:grpSpPr>
          <p:pic>
            <p:nvPicPr>
              <p:cNvPr id="20556" name="Picture 20555">
                <a:extLst>
                  <a:ext uri="{FF2B5EF4-FFF2-40B4-BE49-F238E27FC236}">
                    <a16:creationId xmlns:a16="http://schemas.microsoft.com/office/drawing/2014/main" id="{F5907957-0C32-24E8-7119-1534D22C75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28900" y="3161710"/>
                <a:ext cx="1423883" cy="1423883"/>
              </a:xfrm>
              <a:prstGeom prst="rect">
                <a:avLst/>
              </a:prstGeom>
              <a:effectLst>
                <a:outerShdw blurRad="76200" dist="635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0557" name="TextBox 20556">
                <a:extLst>
                  <a:ext uri="{FF2B5EF4-FFF2-40B4-BE49-F238E27FC236}">
                    <a16:creationId xmlns:a16="http://schemas.microsoft.com/office/drawing/2014/main" id="{A2462208-E4F0-8CF8-BB34-5A96884D2812}"/>
                  </a:ext>
                </a:extLst>
              </p:cNvPr>
              <p:cNvSpPr txBox="1"/>
              <p:nvPr/>
            </p:nvSpPr>
            <p:spPr>
              <a:xfrm>
                <a:off x="8165271" y="3562910"/>
                <a:ext cx="16466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b="1" dirty="0">
                    <a:effectLst>
                      <a:glow rad="279400">
                        <a:schemeClr val="bg1">
                          <a:alpha val="96000"/>
                        </a:schemeClr>
                      </a:glow>
                    </a:effectLst>
                  </a:rPr>
                  <a:t>Controller</a:t>
                </a:r>
              </a:p>
            </p:txBody>
          </p:sp>
        </p:grpSp>
      </p:grpSp>
      <p:grpSp>
        <p:nvGrpSpPr>
          <p:cNvPr id="20558" name="Group 20557">
            <a:extLst>
              <a:ext uri="{FF2B5EF4-FFF2-40B4-BE49-F238E27FC236}">
                <a16:creationId xmlns:a16="http://schemas.microsoft.com/office/drawing/2014/main" id="{7404CCB6-202E-A07C-3DC3-ECA0212B0BBC}"/>
              </a:ext>
            </a:extLst>
          </p:cNvPr>
          <p:cNvGrpSpPr/>
          <p:nvPr/>
        </p:nvGrpSpPr>
        <p:grpSpPr>
          <a:xfrm>
            <a:off x="3491880" y="555526"/>
            <a:ext cx="1651686" cy="1142314"/>
            <a:chOff x="4061390" y="2340719"/>
            <a:chExt cx="1651686" cy="1142314"/>
          </a:xfrm>
        </p:grpSpPr>
        <p:sp>
          <p:nvSpPr>
            <p:cNvPr id="20559" name="Flowchart: Document 20558">
              <a:extLst>
                <a:ext uri="{FF2B5EF4-FFF2-40B4-BE49-F238E27FC236}">
                  <a16:creationId xmlns:a16="http://schemas.microsoft.com/office/drawing/2014/main" id="{9504C1D5-2364-CB48-3FFE-26F17208AB5F}"/>
                </a:ext>
              </a:extLst>
            </p:cNvPr>
            <p:cNvSpPr/>
            <p:nvPr/>
          </p:nvSpPr>
          <p:spPr>
            <a:xfrm>
              <a:off x="4061390" y="2340719"/>
              <a:ext cx="1375719" cy="1142314"/>
            </a:xfrm>
            <a:prstGeom prst="flowChartDocument">
              <a:avLst/>
            </a:prstGeom>
            <a:solidFill>
              <a:srgbClr val="F14F12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560" name="Flowchart: Decision 20559">
              <a:extLst>
                <a:ext uri="{FF2B5EF4-FFF2-40B4-BE49-F238E27FC236}">
                  <a16:creationId xmlns:a16="http://schemas.microsoft.com/office/drawing/2014/main" id="{06162222-EABD-DA0C-0BD9-B521972A6D9D}"/>
                </a:ext>
              </a:extLst>
            </p:cNvPr>
            <p:cNvSpPr/>
            <p:nvPr/>
          </p:nvSpPr>
          <p:spPr>
            <a:xfrm>
              <a:off x="5161141" y="2437071"/>
              <a:ext cx="551935" cy="295389"/>
            </a:xfrm>
            <a:prstGeom prst="flowChartDecision">
              <a:avLst/>
            </a:prstGeom>
            <a:solidFill>
              <a:srgbClr val="FEC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561" name="Flowchart: Decision 20560">
              <a:extLst>
                <a:ext uri="{FF2B5EF4-FFF2-40B4-BE49-F238E27FC236}">
                  <a16:creationId xmlns:a16="http://schemas.microsoft.com/office/drawing/2014/main" id="{3834F38E-CD68-DC09-1FA0-B38FEB18248D}"/>
                </a:ext>
              </a:extLst>
            </p:cNvPr>
            <p:cNvSpPr/>
            <p:nvPr/>
          </p:nvSpPr>
          <p:spPr>
            <a:xfrm>
              <a:off x="5161141" y="2859397"/>
              <a:ext cx="551935" cy="295389"/>
            </a:xfrm>
            <a:prstGeom prst="flowChartDecision">
              <a:avLst/>
            </a:prstGeom>
            <a:solidFill>
              <a:srgbClr val="FEC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562" name="TextBox 20561">
              <a:extLst>
                <a:ext uri="{FF2B5EF4-FFF2-40B4-BE49-F238E27FC236}">
                  <a16:creationId xmlns:a16="http://schemas.microsoft.com/office/drawing/2014/main" id="{960E3C4B-01E5-64AA-F580-380C0134C707}"/>
                </a:ext>
              </a:extLst>
            </p:cNvPr>
            <p:cNvSpPr txBox="1"/>
            <p:nvPr/>
          </p:nvSpPr>
          <p:spPr>
            <a:xfrm>
              <a:off x="4638310" y="2434251"/>
              <a:ext cx="5790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200" b="1" dirty="0"/>
                <a:t>name</a:t>
              </a:r>
            </a:p>
          </p:txBody>
        </p:sp>
        <p:sp>
          <p:nvSpPr>
            <p:cNvPr id="20563" name="TextBox 20562">
              <a:extLst>
                <a:ext uri="{FF2B5EF4-FFF2-40B4-BE49-F238E27FC236}">
                  <a16:creationId xmlns:a16="http://schemas.microsoft.com/office/drawing/2014/main" id="{07A94D87-F5BE-A42F-5A3C-FEF515B47E6F}"/>
                </a:ext>
              </a:extLst>
            </p:cNvPr>
            <p:cNvSpPr txBox="1"/>
            <p:nvPr/>
          </p:nvSpPr>
          <p:spPr>
            <a:xfrm>
              <a:off x="4529395" y="2756256"/>
              <a:ext cx="7697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200" b="1" dirty="0"/>
                <a:t>contact </a:t>
              </a:r>
            </a:p>
            <a:p>
              <a:r>
                <a:rPr lang="en-ZA" sz="1200" b="1" dirty="0"/>
                <a:t>number</a:t>
              </a:r>
            </a:p>
          </p:txBody>
        </p:sp>
      </p:grpSp>
      <p:grpSp>
        <p:nvGrpSpPr>
          <p:cNvPr id="20564" name="Group 20563">
            <a:extLst>
              <a:ext uri="{FF2B5EF4-FFF2-40B4-BE49-F238E27FC236}">
                <a16:creationId xmlns:a16="http://schemas.microsoft.com/office/drawing/2014/main" id="{154176CA-8486-F568-0651-0DC94CAB76A6}"/>
              </a:ext>
            </a:extLst>
          </p:cNvPr>
          <p:cNvGrpSpPr/>
          <p:nvPr/>
        </p:nvGrpSpPr>
        <p:grpSpPr>
          <a:xfrm>
            <a:off x="3597261" y="3003862"/>
            <a:ext cx="1326128" cy="709728"/>
            <a:chOff x="4312604" y="4398369"/>
            <a:chExt cx="1326128" cy="709728"/>
          </a:xfrm>
        </p:grpSpPr>
        <p:sp>
          <p:nvSpPr>
            <p:cNvPr id="20565" name="Flowchart: Decision 20564">
              <a:extLst>
                <a:ext uri="{FF2B5EF4-FFF2-40B4-BE49-F238E27FC236}">
                  <a16:creationId xmlns:a16="http://schemas.microsoft.com/office/drawing/2014/main" id="{BCB19F9A-6954-A740-A6AF-297275160A90}"/>
                </a:ext>
              </a:extLst>
            </p:cNvPr>
            <p:cNvSpPr/>
            <p:nvPr/>
          </p:nvSpPr>
          <p:spPr>
            <a:xfrm>
              <a:off x="4312604" y="4398369"/>
              <a:ext cx="1326128" cy="709728"/>
            </a:xfrm>
            <a:prstGeom prst="flowChartDecision">
              <a:avLst/>
            </a:prstGeom>
            <a:solidFill>
              <a:srgbClr val="FEC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566" name="TextBox 20565">
              <a:extLst>
                <a:ext uri="{FF2B5EF4-FFF2-40B4-BE49-F238E27FC236}">
                  <a16:creationId xmlns:a16="http://schemas.microsoft.com/office/drawing/2014/main" id="{68F446BD-C1AB-B929-D5C3-A5821BF14396}"/>
                </a:ext>
              </a:extLst>
            </p:cNvPr>
            <p:cNvSpPr txBox="1"/>
            <p:nvPr/>
          </p:nvSpPr>
          <p:spPr>
            <a:xfrm>
              <a:off x="4604412" y="4522400"/>
              <a:ext cx="7425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200" b="1" dirty="0"/>
                <a:t>current</a:t>
              </a:r>
            </a:p>
            <a:p>
              <a:r>
                <a:rPr lang="en-ZA" sz="1200" b="1" dirty="0"/>
                <a:t>contact</a:t>
              </a:r>
            </a:p>
          </p:txBody>
        </p:sp>
      </p:grpSp>
      <p:grpSp>
        <p:nvGrpSpPr>
          <p:cNvPr id="20567" name="Group 20566">
            <a:extLst>
              <a:ext uri="{FF2B5EF4-FFF2-40B4-BE49-F238E27FC236}">
                <a16:creationId xmlns:a16="http://schemas.microsoft.com/office/drawing/2014/main" id="{0485B045-505D-FFFD-AA77-6918168EF73A}"/>
              </a:ext>
            </a:extLst>
          </p:cNvPr>
          <p:cNvGrpSpPr/>
          <p:nvPr/>
        </p:nvGrpSpPr>
        <p:grpSpPr>
          <a:xfrm>
            <a:off x="5292080" y="4299942"/>
            <a:ext cx="1326128" cy="709728"/>
            <a:chOff x="6612639" y="5648660"/>
            <a:chExt cx="1326128" cy="709728"/>
          </a:xfrm>
        </p:grpSpPr>
        <p:sp>
          <p:nvSpPr>
            <p:cNvPr id="20568" name="Flowchart: Decision 20567">
              <a:extLst>
                <a:ext uri="{FF2B5EF4-FFF2-40B4-BE49-F238E27FC236}">
                  <a16:creationId xmlns:a16="http://schemas.microsoft.com/office/drawing/2014/main" id="{53C73CE6-EC15-1CBE-1848-80224ABD216A}"/>
                </a:ext>
              </a:extLst>
            </p:cNvPr>
            <p:cNvSpPr/>
            <p:nvPr/>
          </p:nvSpPr>
          <p:spPr>
            <a:xfrm>
              <a:off x="6612639" y="5648660"/>
              <a:ext cx="1326128" cy="709728"/>
            </a:xfrm>
            <a:prstGeom prst="flowChartDecision">
              <a:avLst/>
            </a:prstGeom>
            <a:solidFill>
              <a:srgbClr val="FEC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569" name="TextBox 20568">
              <a:extLst>
                <a:ext uri="{FF2B5EF4-FFF2-40B4-BE49-F238E27FC236}">
                  <a16:creationId xmlns:a16="http://schemas.microsoft.com/office/drawing/2014/main" id="{B471F7DF-CEFB-405C-8EF8-9D15310FB11E}"/>
                </a:ext>
              </a:extLst>
            </p:cNvPr>
            <p:cNvSpPr txBox="1"/>
            <p:nvPr/>
          </p:nvSpPr>
          <p:spPr>
            <a:xfrm>
              <a:off x="6912462" y="5772691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1200" b="1" dirty="0"/>
                <a:t>current</a:t>
              </a:r>
            </a:p>
            <a:p>
              <a:pPr algn="ctr"/>
              <a:r>
                <a:rPr lang="en-ZA" sz="1200" b="1" dirty="0"/>
                <a:t>index</a:t>
              </a:r>
            </a:p>
          </p:txBody>
        </p:sp>
      </p:grpSp>
      <p:grpSp>
        <p:nvGrpSpPr>
          <p:cNvPr id="20570" name="Group 20569">
            <a:extLst>
              <a:ext uri="{FF2B5EF4-FFF2-40B4-BE49-F238E27FC236}">
                <a16:creationId xmlns:a16="http://schemas.microsoft.com/office/drawing/2014/main" id="{2F59AFCB-D013-6AD7-6704-79F6E4A2626A}"/>
              </a:ext>
            </a:extLst>
          </p:cNvPr>
          <p:cNvGrpSpPr/>
          <p:nvPr/>
        </p:nvGrpSpPr>
        <p:grpSpPr>
          <a:xfrm>
            <a:off x="7638360" y="4310294"/>
            <a:ext cx="1326128" cy="709728"/>
            <a:chOff x="6612639" y="5648660"/>
            <a:chExt cx="1326128" cy="709728"/>
          </a:xfrm>
        </p:grpSpPr>
        <p:sp>
          <p:nvSpPr>
            <p:cNvPr id="20571" name="Flowchart: Decision 20570">
              <a:extLst>
                <a:ext uri="{FF2B5EF4-FFF2-40B4-BE49-F238E27FC236}">
                  <a16:creationId xmlns:a16="http://schemas.microsoft.com/office/drawing/2014/main" id="{BC774C53-331F-E119-DB6C-B654B46BA274}"/>
                </a:ext>
              </a:extLst>
            </p:cNvPr>
            <p:cNvSpPr/>
            <p:nvPr/>
          </p:nvSpPr>
          <p:spPr>
            <a:xfrm>
              <a:off x="6612639" y="5648660"/>
              <a:ext cx="1326128" cy="709728"/>
            </a:xfrm>
            <a:prstGeom prst="flowChartDecision">
              <a:avLst/>
            </a:prstGeom>
            <a:solidFill>
              <a:srgbClr val="FEC000"/>
            </a:solidFill>
            <a:ln w="19050">
              <a:solidFill>
                <a:schemeClr val="tx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572" name="TextBox 20571">
              <a:extLst>
                <a:ext uri="{FF2B5EF4-FFF2-40B4-BE49-F238E27FC236}">
                  <a16:creationId xmlns:a16="http://schemas.microsoft.com/office/drawing/2014/main" id="{BAE6CABD-5530-9F32-A921-9D53E0C19EE0}"/>
                </a:ext>
              </a:extLst>
            </p:cNvPr>
            <p:cNvSpPr txBox="1"/>
            <p:nvPr/>
          </p:nvSpPr>
          <p:spPr>
            <a:xfrm>
              <a:off x="6912462" y="5772691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1200" b="1" dirty="0"/>
                <a:t>current</a:t>
              </a:r>
            </a:p>
            <a:p>
              <a:pPr algn="ctr"/>
              <a:r>
                <a:rPr lang="en-ZA" sz="1200" b="1" dirty="0"/>
                <a:t>size</a:t>
              </a:r>
            </a:p>
          </p:txBody>
        </p:sp>
      </p:grpSp>
      <p:grpSp>
        <p:nvGrpSpPr>
          <p:cNvPr id="20573" name="Group 20572">
            <a:extLst>
              <a:ext uri="{FF2B5EF4-FFF2-40B4-BE49-F238E27FC236}">
                <a16:creationId xmlns:a16="http://schemas.microsoft.com/office/drawing/2014/main" id="{9B29DF68-B9E8-DAB9-0FDB-9ADB39734086}"/>
              </a:ext>
            </a:extLst>
          </p:cNvPr>
          <p:cNvGrpSpPr/>
          <p:nvPr/>
        </p:nvGrpSpPr>
        <p:grpSpPr>
          <a:xfrm>
            <a:off x="6132221" y="2177396"/>
            <a:ext cx="955753" cy="2300691"/>
            <a:chOff x="8070745" y="3614695"/>
            <a:chExt cx="955753" cy="2300691"/>
          </a:xfrm>
        </p:grpSpPr>
        <p:cxnSp>
          <p:nvCxnSpPr>
            <p:cNvPr id="20574" name="Straight Arrow Connector 20573">
              <a:extLst>
                <a:ext uri="{FF2B5EF4-FFF2-40B4-BE49-F238E27FC236}">
                  <a16:creationId xmlns:a16="http://schemas.microsoft.com/office/drawing/2014/main" id="{EB8C0D2B-1F9F-A7A1-9E0B-BC726E13D5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0745" y="3641124"/>
              <a:ext cx="447180" cy="2133607"/>
            </a:xfrm>
            <a:prstGeom prst="straightConnector1">
              <a:avLst/>
            </a:prstGeom>
            <a:ln w="76200">
              <a:solidFill>
                <a:srgbClr val="000000">
                  <a:alpha val="50196"/>
                </a:srgbClr>
              </a:solidFill>
              <a:prstDash val="sysDot"/>
              <a:tailEnd type="stealt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575" name="Straight Arrow Connector 20574">
              <a:extLst>
                <a:ext uri="{FF2B5EF4-FFF2-40B4-BE49-F238E27FC236}">
                  <a16:creationId xmlns:a16="http://schemas.microsoft.com/office/drawing/2014/main" id="{0E6F65B1-49EA-2F37-69C8-FB13B5811F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71522" y="3614695"/>
              <a:ext cx="654976" cy="2300691"/>
            </a:xfrm>
            <a:prstGeom prst="straightConnector1">
              <a:avLst/>
            </a:prstGeom>
            <a:ln w="76200">
              <a:solidFill>
                <a:srgbClr val="000000">
                  <a:alpha val="50196"/>
                </a:srgbClr>
              </a:solidFill>
              <a:prstDash val="sysDot"/>
              <a:tailEnd type="stealt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576" name="TextBox 20575">
              <a:extLst>
                <a:ext uri="{FF2B5EF4-FFF2-40B4-BE49-F238E27FC236}">
                  <a16:creationId xmlns:a16="http://schemas.microsoft.com/office/drawing/2014/main" id="{F7C595B5-16DE-221B-CC7C-2292F9CD0829}"/>
                </a:ext>
              </a:extLst>
            </p:cNvPr>
            <p:cNvSpPr txBox="1"/>
            <p:nvPr/>
          </p:nvSpPr>
          <p:spPr>
            <a:xfrm>
              <a:off x="8087162" y="4837005"/>
              <a:ext cx="7312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100" i="1" dirty="0">
                  <a:ln w="0">
                    <a:noFill/>
                  </a:ln>
                  <a:effectLst>
                    <a:glow rad="88900">
                      <a:schemeClr val="bg1"/>
                    </a:glow>
                  </a:effectLst>
                </a:rPr>
                <a:t>modifies</a:t>
              </a:r>
            </a:p>
          </p:txBody>
        </p:sp>
      </p:grpSp>
      <p:grpSp>
        <p:nvGrpSpPr>
          <p:cNvPr id="20619" name="Group 20618">
            <a:extLst>
              <a:ext uri="{FF2B5EF4-FFF2-40B4-BE49-F238E27FC236}">
                <a16:creationId xmlns:a16="http://schemas.microsoft.com/office/drawing/2014/main" id="{4F1894CC-B085-3996-50E9-0A475A222C0A}"/>
              </a:ext>
            </a:extLst>
          </p:cNvPr>
          <p:cNvGrpSpPr/>
          <p:nvPr/>
        </p:nvGrpSpPr>
        <p:grpSpPr>
          <a:xfrm>
            <a:off x="91190" y="19736"/>
            <a:ext cx="2371258" cy="5140559"/>
            <a:chOff x="91190" y="19736"/>
            <a:chExt cx="2371258" cy="5140559"/>
          </a:xfrm>
        </p:grpSpPr>
        <p:sp>
          <p:nvSpPr>
            <p:cNvPr id="20617" name="Freeform 86">
              <a:extLst>
                <a:ext uri="{FF2B5EF4-FFF2-40B4-BE49-F238E27FC236}">
                  <a16:creationId xmlns:a16="http://schemas.microsoft.com/office/drawing/2014/main" id="{C8EA680B-FBD4-6715-ECD6-F5B879DC4A4F}"/>
                </a:ext>
              </a:extLst>
            </p:cNvPr>
            <p:cNvSpPr/>
            <p:nvPr/>
          </p:nvSpPr>
          <p:spPr>
            <a:xfrm>
              <a:off x="91190" y="60225"/>
              <a:ext cx="2371258" cy="5100070"/>
            </a:xfrm>
            <a:custGeom>
              <a:avLst/>
              <a:gdLst>
                <a:gd name="connsiteX0" fmla="*/ 2935224 w 2935224"/>
                <a:gd name="connsiteY0" fmla="*/ 0 h 5193792"/>
                <a:gd name="connsiteX1" fmla="*/ 0 w 2935224"/>
                <a:gd name="connsiteY1" fmla="*/ 0 h 5193792"/>
                <a:gd name="connsiteX2" fmla="*/ 0 w 2935224"/>
                <a:gd name="connsiteY2" fmla="*/ 5193792 h 5193792"/>
                <a:gd name="connsiteX3" fmla="*/ 2935224 w 2935224"/>
                <a:gd name="connsiteY3" fmla="*/ 0 h 5193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5224" h="5193792">
                  <a:moveTo>
                    <a:pt x="2935224" y="0"/>
                  </a:moveTo>
                  <a:lnTo>
                    <a:pt x="0" y="0"/>
                  </a:lnTo>
                  <a:lnTo>
                    <a:pt x="0" y="5193792"/>
                  </a:lnTo>
                  <a:lnTo>
                    <a:pt x="2935224" y="0"/>
                  </a:lnTo>
                  <a:close/>
                </a:path>
              </a:pathLst>
            </a:custGeom>
            <a:solidFill>
              <a:srgbClr val="FF0000">
                <a:alpha val="35000"/>
              </a:srgbClr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  <a:outerShdw blurRad="50800" dist="3810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579" name="TextBox 20578">
              <a:extLst>
                <a:ext uri="{FF2B5EF4-FFF2-40B4-BE49-F238E27FC236}">
                  <a16:creationId xmlns:a16="http://schemas.microsoft.com/office/drawing/2014/main" id="{6723DE15-A3C3-C896-66BB-CF034FFC55C1}"/>
                </a:ext>
              </a:extLst>
            </p:cNvPr>
            <p:cNvSpPr txBox="1"/>
            <p:nvPr/>
          </p:nvSpPr>
          <p:spPr>
            <a:xfrm>
              <a:off x="628243" y="19736"/>
              <a:ext cx="11319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2400" b="1" dirty="0">
                  <a:effectLst>
                    <a:glow rad="279400">
                      <a:schemeClr val="bg1">
                        <a:alpha val="96000"/>
                      </a:schemeClr>
                    </a:glow>
                  </a:effectLst>
                </a:rPr>
                <a:t>Model</a:t>
              </a:r>
            </a:p>
          </p:txBody>
        </p:sp>
      </p:grpSp>
      <p:grpSp>
        <p:nvGrpSpPr>
          <p:cNvPr id="20580" name="Group 20579">
            <a:extLst>
              <a:ext uri="{FF2B5EF4-FFF2-40B4-BE49-F238E27FC236}">
                <a16:creationId xmlns:a16="http://schemas.microsoft.com/office/drawing/2014/main" id="{B80A3182-11D6-F03F-B4A5-A70BD711BF25}"/>
              </a:ext>
            </a:extLst>
          </p:cNvPr>
          <p:cNvGrpSpPr/>
          <p:nvPr/>
        </p:nvGrpSpPr>
        <p:grpSpPr>
          <a:xfrm>
            <a:off x="4139952" y="3641549"/>
            <a:ext cx="1401820" cy="1018433"/>
            <a:chOff x="4917105" y="4972711"/>
            <a:chExt cx="1401820" cy="1018433"/>
          </a:xfrm>
        </p:grpSpPr>
        <p:cxnSp>
          <p:nvCxnSpPr>
            <p:cNvPr id="20581" name="Straight Arrow Connector 20580">
              <a:extLst>
                <a:ext uri="{FF2B5EF4-FFF2-40B4-BE49-F238E27FC236}">
                  <a16:creationId xmlns:a16="http://schemas.microsoft.com/office/drawing/2014/main" id="{4D98E53A-3021-4550-577D-4DB50E7302B5}"/>
                </a:ext>
              </a:extLst>
            </p:cNvPr>
            <p:cNvCxnSpPr/>
            <p:nvPr/>
          </p:nvCxnSpPr>
          <p:spPr>
            <a:xfrm flipH="1" flipV="1">
              <a:off x="5346925" y="4972711"/>
              <a:ext cx="972000" cy="836538"/>
            </a:xfrm>
            <a:prstGeom prst="straightConnector1">
              <a:avLst/>
            </a:prstGeom>
            <a:ln w="76200">
              <a:solidFill>
                <a:srgbClr val="000000">
                  <a:alpha val="50196"/>
                </a:srgb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582" name="TextBox 20581">
              <a:extLst>
                <a:ext uri="{FF2B5EF4-FFF2-40B4-BE49-F238E27FC236}">
                  <a16:creationId xmlns:a16="http://schemas.microsoft.com/office/drawing/2014/main" id="{198C3819-3DAD-90C3-3F1F-1623C9B63119}"/>
                </a:ext>
              </a:extLst>
            </p:cNvPr>
            <p:cNvSpPr txBox="1"/>
            <p:nvPr/>
          </p:nvSpPr>
          <p:spPr>
            <a:xfrm>
              <a:off x="4917105" y="5390980"/>
              <a:ext cx="1229824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1100" i="1" dirty="0"/>
                <a:t>modifies</a:t>
              </a:r>
            </a:p>
            <a:p>
              <a:pPr algn="ctr"/>
              <a:r>
                <a:rPr lang="en-ZA" sz="1100" i="1" dirty="0"/>
                <a:t>(selects contact </a:t>
              </a:r>
            </a:p>
            <a:p>
              <a:pPr algn="ctr"/>
              <a:r>
                <a:rPr lang="en-ZA" sz="1100" i="1" dirty="0"/>
                <a:t>from contacts)</a:t>
              </a:r>
            </a:p>
          </p:txBody>
        </p:sp>
      </p:grpSp>
      <p:grpSp>
        <p:nvGrpSpPr>
          <p:cNvPr id="20583" name="Group 20582">
            <a:extLst>
              <a:ext uri="{FF2B5EF4-FFF2-40B4-BE49-F238E27FC236}">
                <a16:creationId xmlns:a16="http://schemas.microsoft.com/office/drawing/2014/main" id="{BA3C9496-926A-B3DD-7FFE-5FCC5CF251C2}"/>
              </a:ext>
            </a:extLst>
          </p:cNvPr>
          <p:cNvGrpSpPr/>
          <p:nvPr/>
        </p:nvGrpSpPr>
        <p:grpSpPr>
          <a:xfrm>
            <a:off x="3546020" y="1651744"/>
            <a:ext cx="701273" cy="1283037"/>
            <a:chOff x="4261363" y="3046251"/>
            <a:chExt cx="701273" cy="1283037"/>
          </a:xfrm>
        </p:grpSpPr>
        <p:cxnSp>
          <p:nvCxnSpPr>
            <p:cNvPr id="20584" name="Straight Arrow Connector 20583">
              <a:extLst>
                <a:ext uri="{FF2B5EF4-FFF2-40B4-BE49-F238E27FC236}">
                  <a16:creationId xmlns:a16="http://schemas.microsoft.com/office/drawing/2014/main" id="{CA6669AE-6FDC-8AE0-265C-5E3617B28E58}"/>
                </a:ext>
              </a:extLst>
            </p:cNvPr>
            <p:cNvCxnSpPr/>
            <p:nvPr/>
          </p:nvCxnSpPr>
          <p:spPr>
            <a:xfrm flipH="1" flipV="1">
              <a:off x="4962196" y="3046251"/>
              <a:ext cx="440" cy="1283037"/>
            </a:xfrm>
            <a:prstGeom prst="straightConnector1">
              <a:avLst/>
            </a:prstGeom>
            <a:ln w="76200">
              <a:solidFill>
                <a:srgbClr val="FFC000">
                  <a:alpha val="50000"/>
                </a:srgb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585" name="TextBox 20584">
              <a:extLst>
                <a:ext uri="{FF2B5EF4-FFF2-40B4-BE49-F238E27FC236}">
                  <a16:creationId xmlns:a16="http://schemas.microsoft.com/office/drawing/2014/main" id="{CD114790-6176-47A9-87D3-BEBEC1DDE8CE}"/>
                </a:ext>
              </a:extLst>
            </p:cNvPr>
            <p:cNvSpPr txBox="1"/>
            <p:nvPr/>
          </p:nvSpPr>
          <p:spPr>
            <a:xfrm>
              <a:off x="4261363" y="3712781"/>
              <a:ext cx="700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1100" i="1" dirty="0"/>
                <a:t>value of</a:t>
              </a:r>
            </a:p>
          </p:txBody>
        </p:sp>
      </p:grpSp>
      <p:grpSp>
        <p:nvGrpSpPr>
          <p:cNvPr id="20586" name="Group 20585">
            <a:extLst>
              <a:ext uri="{FF2B5EF4-FFF2-40B4-BE49-F238E27FC236}">
                <a16:creationId xmlns:a16="http://schemas.microsoft.com/office/drawing/2014/main" id="{BE164BA9-D730-530C-4FD5-C484B43D8C42}"/>
              </a:ext>
            </a:extLst>
          </p:cNvPr>
          <p:cNvGrpSpPr/>
          <p:nvPr/>
        </p:nvGrpSpPr>
        <p:grpSpPr>
          <a:xfrm>
            <a:off x="5238160" y="1779662"/>
            <a:ext cx="3458235" cy="2575305"/>
            <a:chOff x="6770539" y="3285749"/>
            <a:chExt cx="4191490" cy="2398363"/>
          </a:xfrm>
        </p:grpSpPr>
        <p:sp>
          <p:nvSpPr>
            <p:cNvPr id="20587" name="Freeform 50">
              <a:extLst>
                <a:ext uri="{FF2B5EF4-FFF2-40B4-BE49-F238E27FC236}">
                  <a16:creationId xmlns:a16="http://schemas.microsoft.com/office/drawing/2014/main" id="{9C89C2AF-012E-883C-F9D4-3C7E9D5BD70F}"/>
                </a:ext>
              </a:extLst>
            </p:cNvPr>
            <p:cNvSpPr/>
            <p:nvPr/>
          </p:nvSpPr>
          <p:spPr>
            <a:xfrm>
              <a:off x="6770539" y="3285749"/>
              <a:ext cx="1504864" cy="2398363"/>
            </a:xfrm>
            <a:custGeom>
              <a:avLst/>
              <a:gdLst>
                <a:gd name="connsiteX0" fmla="*/ 1412944 w 1412944"/>
                <a:gd name="connsiteY0" fmla="*/ 0 h 2313432"/>
                <a:gd name="connsiteX1" fmla="*/ 50488 w 1412944"/>
                <a:gd name="connsiteY1" fmla="*/ 676656 h 2313432"/>
                <a:gd name="connsiteX2" fmla="*/ 269944 w 1412944"/>
                <a:gd name="connsiteY2" fmla="*/ 2313432 h 2313432"/>
                <a:gd name="connsiteX3" fmla="*/ 269944 w 1412944"/>
                <a:gd name="connsiteY3" fmla="*/ 2313432 h 2313432"/>
                <a:gd name="connsiteX0" fmla="*/ 1417658 w 1417658"/>
                <a:gd name="connsiteY0" fmla="*/ 0 h 2449885"/>
                <a:gd name="connsiteX1" fmla="*/ 55202 w 1417658"/>
                <a:gd name="connsiteY1" fmla="*/ 676656 h 2449885"/>
                <a:gd name="connsiteX2" fmla="*/ 274658 w 1417658"/>
                <a:gd name="connsiteY2" fmla="*/ 2313432 h 2449885"/>
                <a:gd name="connsiteX3" fmla="*/ 356954 w 1417658"/>
                <a:gd name="connsiteY3" fmla="*/ 2368296 h 2449885"/>
                <a:gd name="connsiteX0" fmla="*/ 1527294 w 1527294"/>
                <a:gd name="connsiteY0" fmla="*/ 0 h 2448543"/>
                <a:gd name="connsiteX1" fmla="*/ 45966 w 1527294"/>
                <a:gd name="connsiteY1" fmla="*/ 694944 h 2448543"/>
                <a:gd name="connsiteX2" fmla="*/ 384294 w 1527294"/>
                <a:gd name="connsiteY2" fmla="*/ 2313432 h 2448543"/>
                <a:gd name="connsiteX3" fmla="*/ 466590 w 1527294"/>
                <a:gd name="connsiteY3" fmla="*/ 2368296 h 2448543"/>
                <a:gd name="connsiteX0" fmla="*/ 1550675 w 1550675"/>
                <a:gd name="connsiteY0" fmla="*/ 0 h 2448543"/>
                <a:gd name="connsiteX1" fmla="*/ 69347 w 1550675"/>
                <a:gd name="connsiteY1" fmla="*/ 694944 h 2448543"/>
                <a:gd name="connsiteX2" fmla="*/ 407675 w 1550675"/>
                <a:gd name="connsiteY2" fmla="*/ 2313432 h 2448543"/>
                <a:gd name="connsiteX3" fmla="*/ 489971 w 1550675"/>
                <a:gd name="connsiteY3" fmla="*/ 2368296 h 2448543"/>
                <a:gd name="connsiteX0" fmla="*/ 1550675 w 1550675"/>
                <a:gd name="connsiteY0" fmla="*/ 0 h 2313432"/>
                <a:gd name="connsiteX1" fmla="*/ 69347 w 1550675"/>
                <a:gd name="connsiteY1" fmla="*/ 694944 h 2313432"/>
                <a:gd name="connsiteX2" fmla="*/ 407675 w 1550675"/>
                <a:gd name="connsiteY2" fmla="*/ 2313432 h 2313432"/>
                <a:gd name="connsiteX0" fmla="*/ 1521557 w 1521557"/>
                <a:gd name="connsiteY0" fmla="*/ 0 h 2372963"/>
                <a:gd name="connsiteX1" fmla="*/ 40229 w 1521557"/>
                <a:gd name="connsiteY1" fmla="*/ 694944 h 2372963"/>
                <a:gd name="connsiteX2" fmla="*/ 423801 w 1521557"/>
                <a:gd name="connsiteY2" fmla="*/ 2372963 h 2372963"/>
                <a:gd name="connsiteX0" fmla="*/ 1539210 w 1539210"/>
                <a:gd name="connsiteY0" fmla="*/ 0 h 2372963"/>
                <a:gd name="connsiteX1" fmla="*/ 57882 w 1539210"/>
                <a:gd name="connsiteY1" fmla="*/ 694944 h 2372963"/>
                <a:gd name="connsiteX2" fmla="*/ 441454 w 1539210"/>
                <a:gd name="connsiteY2" fmla="*/ 2372963 h 2372963"/>
                <a:gd name="connsiteX0" fmla="*/ 1539210 w 1539210"/>
                <a:gd name="connsiteY0" fmla="*/ 0 h 2372963"/>
                <a:gd name="connsiteX1" fmla="*/ 57882 w 1539210"/>
                <a:gd name="connsiteY1" fmla="*/ 694944 h 2372963"/>
                <a:gd name="connsiteX2" fmla="*/ 441454 w 1539210"/>
                <a:gd name="connsiteY2" fmla="*/ 2372963 h 2372963"/>
                <a:gd name="connsiteX0" fmla="*/ 1589997 w 1589997"/>
                <a:gd name="connsiteY0" fmla="*/ 0 h 2372963"/>
                <a:gd name="connsiteX1" fmla="*/ 51519 w 1589997"/>
                <a:gd name="connsiteY1" fmla="*/ 739394 h 2372963"/>
                <a:gd name="connsiteX2" fmla="*/ 492241 w 1589997"/>
                <a:gd name="connsiteY2" fmla="*/ 2372963 h 2372963"/>
                <a:gd name="connsiteX0" fmla="*/ 1592416 w 1592416"/>
                <a:gd name="connsiteY0" fmla="*/ 0 h 2372963"/>
                <a:gd name="connsiteX1" fmla="*/ 53938 w 1592416"/>
                <a:gd name="connsiteY1" fmla="*/ 739394 h 2372963"/>
                <a:gd name="connsiteX2" fmla="*/ 494660 w 1592416"/>
                <a:gd name="connsiteY2" fmla="*/ 2372963 h 2372963"/>
                <a:gd name="connsiteX0" fmla="*/ 1582841 w 1582841"/>
                <a:gd name="connsiteY0" fmla="*/ 0 h 2372963"/>
                <a:gd name="connsiteX1" fmla="*/ 44363 w 1582841"/>
                <a:gd name="connsiteY1" fmla="*/ 739394 h 2372963"/>
                <a:gd name="connsiteX2" fmla="*/ 485085 w 1582841"/>
                <a:gd name="connsiteY2" fmla="*/ 2372963 h 2372963"/>
                <a:gd name="connsiteX0" fmla="*/ 1657538 w 1657538"/>
                <a:gd name="connsiteY0" fmla="*/ 0 h 2398363"/>
                <a:gd name="connsiteX1" fmla="*/ 55560 w 1657538"/>
                <a:gd name="connsiteY1" fmla="*/ 764794 h 2398363"/>
                <a:gd name="connsiteX2" fmla="*/ 496282 w 1657538"/>
                <a:gd name="connsiteY2" fmla="*/ 2398363 h 2398363"/>
                <a:gd name="connsiteX0" fmla="*/ 1657538 w 1657538"/>
                <a:gd name="connsiteY0" fmla="*/ 0 h 2398363"/>
                <a:gd name="connsiteX1" fmla="*/ 55560 w 1657538"/>
                <a:gd name="connsiteY1" fmla="*/ 764794 h 2398363"/>
                <a:gd name="connsiteX2" fmla="*/ 496282 w 1657538"/>
                <a:gd name="connsiteY2" fmla="*/ 2398363 h 2398363"/>
                <a:gd name="connsiteX0" fmla="*/ 1652695 w 1652695"/>
                <a:gd name="connsiteY0" fmla="*/ 0 h 2398363"/>
                <a:gd name="connsiteX1" fmla="*/ 50717 w 1652695"/>
                <a:gd name="connsiteY1" fmla="*/ 764794 h 2398363"/>
                <a:gd name="connsiteX2" fmla="*/ 491439 w 1652695"/>
                <a:gd name="connsiteY2" fmla="*/ 2398363 h 239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2695" h="2398363">
                  <a:moveTo>
                    <a:pt x="1652695" y="0"/>
                  </a:moveTo>
                  <a:cubicBezTo>
                    <a:pt x="768267" y="43942"/>
                    <a:pt x="231560" y="168217"/>
                    <a:pt x="50717" y="764794"/>
                  </a:cubicBezTo>
                  <a:cubicBezTo>
                    <a:pt x="-130126" y="1361371"/>
                    <a:pt x="209404" y="1902778"/>
                    <a:pt x="491439" y="2398363"/>
                  </a:cubicBezTo>
                </a:path>
              </a:pathLst>
            </a:custGeom>
            <a:ln w="76200">
              <a:solidFill>
                <a:srgbClr val="0070C0">
                  <a:alpha val="50000"/>
                </a:srgb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588" name="Freeform 51">
              <a:extLst>
                <a:ext uri="{FF2B5EF4-FFF2-40B4-BE49-F238E27FC236}">
                  <a16:creationId xmlns:a16="http://schemas.microsoft.com/office/drawing/2014/main" id="{890758BE-92CF-7459-7900-ADC0CC2AB297}"/>
                </a:ext>
              </a:extLst>
            </p:cNvPr>
            <p:cNvSpPr/>
            <p:nvPr/>
          </p:nvSpPr>
          <p:spPr>
            <a:xfrm flipH="1">
              <a:off x="8673531" y="3296958"/>
              <a:ext cx="2288498" cy="2379313"/>
            </a:xfrm>
            <a:custGeom>
              <a:avLst/>
              <a:gdLst>
                <a:gd name="connsiteX0" fmla="*/ 1412944 w 1412944"/>
                <a:gd name="connsiteY0" fmla="*/ 0 h 2313432"/>
                <a:gd name="connsiteX1" fmla="*/ 50488 w 1412944"/>
                <a:gd name="connsiteY1" fmla="*/ 676656 h 2313432"/>
                <a:gd name="connsiteX2" fmla="*/ 269944 w 1412944"/>
                <a:gd name="connsiteY2" fmla="*/ 2313432 h 2313432"/>
                <a:gd name="connsiteX3" fmla="*/ 269944 w 1412944"/>
                <a:gd name="connsiteY3" fmla="*/ 2313432 h 2313432"/>
                <a:gd name="connsiteX0" fmla="*/ 1417658 w 1417658"/>
                <a:gd name="connsiteY0" fmla="*/ 0 h 2449885"/>
                <a:gd name="connsiteX1" fmla="*/ 55202 w 1417658"/>
                <a:gd name="connsiteY1" fmla="*/ 676656 h 2449885"/>
                <a:gd name="connsiteX2" fmla="*/ 274658 w 1417658"/>
                <a:gd name="connsiteY2" fmla="*/ 2313432 h 2449885"/>
                <a:gd name="connsiteX3" fmla="*/ 356954 w 1417658"/>
                <a:gd name="connsiteY3" fmla="*/ 2368296 h 2449885"/>
                <a:gd name="connsiteX0" fmla="*/ 1527294 w 1527294"/>
                <a:gd name="connsiteY0" fmla="*/ 0 h 2448543"/>
                <a:gd name="connsiteX1" fmla="*/ 45966 w 1527294"/>
                <a:gd name="connsiteY1" fmla="*/ 694944 h 2448543"/>
                <a:gd name="connsiteX2" fmla="*/ 384294 w 1527294"/>
                <a:gd name="connsiteY2" fmla="*/ 2313432 h 2448543"/>
                <a:gd name="connsiteX3" fmla="*/ 466590 w 1527294"/>
                <a:gd name="connsiteY3" fmla="*/ 2368296 h 2448543"/>
                <a:gd name="connsiteX0" fmla="*/ 1550675 w 1550675"/>
                <a:gd name="connsiteY0" fmla="*/ 0 h 2448543"/>
                <a:gd name="connsiteX1" fmla="*/ 69347 w 1550675"/>
                <a:gd name="connsiteY1" fmla="*/ 694944 h 2448543"/>
                <a:gd name="connsiteX2" fmla="*/ 407675 w 1550675"/>
                <a:gd name="connsiteY2" fmla="*/ 2313432 h 2448543"/>
                <a:gd name="connsiteX3" fmla="*/ 489971 w 1550675"/>
                <a:gd name="connsiteY3" fmla="*/ 2368296 h 2448543"/>
                <a:gd name="connsiteX0" fmla="*/ 1550675 w 1550675"/>
                <a:gd name="connsiteY0" fmla="*/ 0 h 2313432"/>
                <a:gd name="connsiteX1" fmla="*/ 69347 w 1550675"/>
                <a:gd name="connsiteY1" fmla="*/ 694944 h 2313432"/>
                <a:gd name="connsiteX2" fmla="*/ 407675 w 1550675"/>
                <a:gd name="connsiteY2" fmla="*/ 2313432 h 2313432"/>
                <a:gd name="connsiteX0" fmla="*/ 1521557 w 1521557"/>
                <a:gd name="connsiteY0" fmla="*/ 0 h 2372963"/>
                <a:gd name="connsiteX1" fmla="*/ 40229 w 1521557"/>
                <a:gd name="connsiteY1" fmla="*/ 694944 h 2372963"/>
                <a:gd name="connsiteX2" fmla="*/ 423801 w 1521557"/>
                <a:gd name="connsiteY2" fmla="*/ 2372963 h 2372963"/>
                <a:gd name="connsiteX0" fmla="*/ 1539210 w 1539210"/>
                <a:gd name="connsiteY0" fmla="*/ 0 h 2372963"/>
                <a:gd name="connsiteX1" fmla="*/ 57882 w 1539210"/>
                <a:gd name="connsiteY1" fmla="*/ 694944 h 2372963"/>
                <a:gd name="connsiteX2" fmla="*/ 441454 w 1539210"/>
                <a:gd name="connsiteY2" fmla="*/ 2372963 h 2372963"/>
                <a:gd name="connsiteX0" fmla="*/ 1539210 w 1539210"/>
                <a:gd name="connsiteY0" fmla="*/ 0 h 2372963"/>
                <a:gd name="connsiteX1" fmla="*/ 57882 w 1539210"/>
                <a:gd name="connsiteY1" fmla="*/ 694944 h 2372963"/>
                <a:gd name="connsiteX2" fmla="*/ 441454 w 1539210"/>
                <a:gd name="connsiteY2" fmla="*/ 2372963 h 2372963"/>
                <a:gd name="connsiteX0" fmla="*/ 1589997 w 1589997"/>
                <a:gd name="connsiteY0" fmla="*/ 0 h 2372963"/>
                <a:gd name="connsiteX1" fmla="*/ 51519 w 1589997"/>
                <a:gd name="connsiteY1" fmla="*/ 739394 h 2372963"/>
                <a:gd name="connsiteX2" fmla="*/ 492241 w 1589997"/>
                <a:gd name="connsiteY2" fmla="*/ 2372963 h 2372963"/>
                <a:gd name="connsiteX0" fmla="*/ 1592416 w 1592416"/>
                <a:gd name="connsiteY0" fmla="*/ 0 h 2372963"/>
                <a:gd name="connsiteX1" fmla="*/ 53938 w 1592416"/>
                <a:gd name="connsiteY1" fmla="*/ 739394 h 2372963"/>
                <a:gd name="connsiteX2" fmla="*/ 494660 w 1592416"/>
                <a:gd name="connsiteY2" fmla="*/ 2372963 h 2372963"/>
                <a:gd name="connsiteX0" fmla="*/ 1582841 w 1582841"/>
                <a:gd name="connsiteY0" fmla="*/ 0 h 2372963"/>
                <a:gd name="connsiteX1" fmla="*/ 44363 w 1582841"/>
                <a:gd name="connsiteY1" fmla="*/ 739394 h 2372963"/>
                <a:gd name="connsiteX2" fmla="*/ 485085 w 1582841"/>
                <a:gd name="connsiteY2" fmla="*/ 2372963 h 2372963"/>
                <a:gd name="connsiteX0" fmla="*/ 1657538 w 1657538"/>
                <a:gd name="connsiteY0" fmla="*/ 0 h 2398363"/>
                <a:gd name="connsiteX1" fmla="*/ 55560 w 1657538"/>
                <a:gd name="connsiteY1" fmla="*/ 764794 h 2398363"/>
                <a:gd name="connsiteX2" fmla="*/ 496282 w 1657538"/>
                <a:gd name="connsiteY2" fmla="*/ 2398363 h 2398363"/>
                <a:gd name="connsiteX0" fmla="*/ 1657538 w 1657538"/>
                <a:gd name="connsiteY0" fmla="*/ 0 h 2398363"/>
                <a:gd name="connsiteX1" fmla="*/ 55560 w 1657538"/>
                <a:gd name="connsiteY1" fmla="*/ 764794 h 2398363"/>
                <a:gd name="connsiteX2" fmla="*/ 496282 w 1657538"/>
                <a:gd name="connsiteY2" fmla="*/ 2398363 h 2398363"/>
                <a:gd name="connsiteX0" fmla="*/ 1652695 w 1652695"/>
                <a:gd name="connsiteY0" fmla="*/ 0 h 2398363"/>
                <a:gd name="connsiteX1" fmla="*/ 50717 w 1652695"/>
                <a:gd name="connsiteY1" fmla="*/ 764794 h 2398363"/>
                <a:gd name="connsiteX2" fmla="*/ 491439 w 1652695"/>
                <a:gd name="connsiteY2" fmla="*/ 2398363 h 2398363"/>
                <a:gd name="connsiteX0" fmla="*/ 2592577 w 2592577"/>
                <a:gd name="connsiteY0" fmla="*/ 0 h 2214213"/>
                <a:gd name="connsiteX1" fmla="*/ 114299 w 2592577"/>
                <a:gd name="connsiteY1" fmla="*/ 580644 h 2214213"/>
                <a:gd name="connsiteX2" fmla="*/ 555021 w 2592577"/>
                <a:gd name="connsiteY2" fmla="*/ 2214213 h 2214213"/>
                <a:gd name="connsiteX0" fmla="*/ 2514373 w 2514373"/>
                <a:gd name="connsiteY0" fmla="*/ 0 h 2372963"/>
                <a:gd name="connsiteX1" fmla="*/ 36095 w 2514373"/>
                <a:gd name="connsiteY1" fmla="*/ 580644 h 2372963"/>
                <a:gd name="connsiteX2" fmla="*/ 1086417 w 2514373"/>
                <a:gd name="connsiteY2" fmla="*/ 2372963 h 2372963"/>
                <a:gd name="connsiteX0" fmla="*/ 1587952 w 1587952"/>
                <a:gd name="connsiteY0" fmla="*/ 0 h 2372963"/>
                <a:gd name="connsiteX1" fmla="*/ 246324 w 1587952"/>
                <a:gd name="connsiteY1" fmla="*/ 828294 h 2372963"/>
                <a:gd name="connsiteX2" fmla="*/ 159996 w 1587952"/>
                <a:gd name="connsiteY2" fmla="*/ 2372963 h 2372963"/>
                <a:gd name="connsiteX0" fmla="*/ 1545910 w 1545910"/>
                <a:gd name="connsiteY0" fmla="*/ 0 h 2379313"/>
                <a:gd name="connsiteX1" fmla="*/ 204282 w 1545910"/>
                <a:gd name="connsiteY1" fmla="*/ 828294 h 2379313"/>
                <a:gd name="connsiteX2" fmla="*/ 181454 w 1545910"/>
                <a:gd name="connsiteY2" fmla="*/ 2379313 h 2379313"/>
                <a:gd name="connsiteX0" fmla="*/ 1579294 w 1579294"/>
                <a:gd name="connsiteY0" fmla="*/ 0 h 2379313"/>
                <a:gd name="connsiteX1" fmla="*/ 167816 w 1579294"/>
                <a:gd name="connsiteY1" fmla="*/ 796544 h 2379313"/>
                <a:gd name="connsiteX2" fmla="*/ 214838 w 1579294"/>
                <a:gd name="connsiteY2" fmla="*/ 2379313 h 237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9294" h="2379313">
                  <a:moveTo>
                    <a:pt x="1579294" y="0"/>
                  </a:moveTo>
                  <a:cubicBezTo>
                    <a:pt x="694866" y="43942"/>
                    <a:pt x="395225" y="399992"/>
                    <a:pt x="167816" y="796544"/>
                  </a:cubicBezTo>
                  <a:cubicBezTo>
                    <a:pt x="-59593" y="1193096"/>
                    <a:pt x="-67197" y="1883728"/>
                    <a:pt x="214838" y="2379313"/>
                  </a:cubicBezTo>
                </a:path>
              </a:pathLst>
            </a:custGeom>
            <a:ln w="76200">
              <a:solidFill>
                <a:srgbClr val="0070C0">
                  <a:alpha val="50000"/>
                </a:srgb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589" name="TextBox 20588">
              <a:extLst>
                <a:ext uri="{FF2B5EF4-FFF2-40B4-BE49-F238E27FC236}">
                  <a16:creationId xmlns:a16="http://schemas.microsoft.com/office/drawing/2014/main" id="{4B4878CA-E7BA-EE81-A633-62079B4B1925}"/>
                </a:ext>
              </a:extLst>
            </p:cNvPr>
            <p:cNvSpPr txBox="1"/>
            <p:nvPr/>
          </p:nvSpPr>
          <p:spPr>
            <a:xfrm>
              <a:off x="6802415" y="3876768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900" i="1" dirty="0"/>
                <a:t>bound to</a:t>
              </a:r>
            </a:p>
            <a:p>
              <a:pPr algn="ctr"/>
              <a:r>
                <a:rPr lang="en-ZA" sz="900" i="1" dirty="0"/>
                <a:t>(read-only)</a:t>
              </a:r>
            </a:p>
          </p:txBody>
        </p:sp>
        <p:sp>
          <p:nvSpPr>
            <p:cNvPr id="20590" name="TextBox 20589">
              <a:extLst>
                <a:ext uri="{FF2B5EF4-FFF2-40B4-BE49-F238E27FC236}">
                  <a16:creationId xmlns:a16="http://schemas.microsoft.com/office/drawing/2014/main" id="{49D45D02-F046-028E-82CC-2C472F76F926}"/>
                </a:ext>
              </a:extLst>
            </p:cNvPr>
            <p:cNvSpPr txBox="1"/>
            <p:nvPr/>
          </p:nvSpPr>
          <p:spPr>
            <a:xfrm>
              <a:off x="10152379" y="4458809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900" i="1" dirty="0"/>
                <a:t>bound to</a:t>
              </a:r>
            </a:p>
            <a:p>
              <a:pPr algn="ctr"/>
              <a:r>
                <a:rPr lang="en-ZA" sz="900" i="1" dirty="0"/>
                <a:t>(read-only)</a:t>
              </a:r>
            </a:p>
          </p:txBody>
        </p:sp>
      </p:grpSp>
      <p:grpSp>
        <p:nvGrpSpPr>
          <p:cNvPr id="20591" name="Group 20590">
            <a:extLst>
              <a:ext uri="{FF2B5EF4-FFF2-40B4-BE49-F238E27FC236}">
                <a16:creationId xmlns:a16="http://schemas.microsoft.com/office/drawing/2014/main" id="{CDB1ACE4-6F7F-0FCB-F943-4358B0313C7A}"/>
              </a:ext>
            </a:extLst>
          </p:cNvPr>
          <p:cNvGrpSpPr/>
          <p:nvPr/>
        </p:nvGrpSpPr>
        <p:grpSpPr>
          <a:xfrm>
            <a:off x="5143566" y="799573"/>
            <a:ext cx="1404000" cy="719430"/>
            <a:chOff x="5143566" y="799573"/>
            <a:chExt cx="1404000" cy="719430"/>
          </a:xfrm>
        </p:grpSpPr>
        <p:cxnSp>
          <p:nvCxnSpPr>
            <p:cNvPr id="20592" name="Straight Arrow Connector 20591">
              <a:extLst>
                <a:ext uri="{FF2B5EF4-FFF2-40B4-BE49-F238E27FC236}">
                  <a16:creationId xmlns:a16="http://schemas.microsoft.com/office/drawing/2014/main" id="{9195AE63-D821-ED37-175F-D7C473C1F2EB}"/>
                </a:ext>
              </a:extLst>
            </p:cNvPr>
            <p:cNvCxnSpPr>
              <a:endCxn id="20560" idx="3"/>
            </p:cNvCxnSpPr>
            <p:nvPr/>
          </p:nvCxnSpPr>
          <p:spPr>
            <a:xfrm flipH="1" flipV="1">
              <a:off x="5143566" y="799573"/>
              <a:ext cx="1404000" cy="193962"/>
            </a:xfrm>
            <a:prstGeom prst="straightConnector1">
              <a:avLst/>
            </a:prstGeom>
            <a:ln w="76200">
              <a:solidFill>
                <a:srgbClr val="0070C0">
                  <a:alpha val="50000"/>
                </a:srgbClr>
              </a:solidFill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593" name="Straight Arrow Connector 20592">
              <a:extLst>
                <a:ext uri="{FF2B5EF4-FFF2-40B4-BE49-F238E27FC236}">
                  <a16:creationId xmlns:a16="http://schemas.microsoft.com/office/drawing/2014/main" id="{CABF74C0-E0E7-884A-760B-40A923BCCC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5627" y="1223614"/>
              <a:ext cx="1269951" cy="295389"/>
            </a:xfrm>
            <a:prstGeom prst="straightConnector1">
              <a:avLst/>
            </a:prstGeom>
            <a:ln w="76200">
              <a:solidFill>
                <a:srgbClr val="0070C0">
                  <a:alpha val="50000"/>
                </a:srgbClr>
              </a:solidFill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594" name="TextBox 20593">
              <a:extLst>
                <a:ext uri="{FF2B5EF4-FFF2-40B4-BE49-F238E27FC236}">
                  <a16:creationId xmlns:a16="http://schemas.microsoft.com/office/drawing/2014/main" id="{E692034E-95C1-4F3A-1E1F-B8DD6C9240CF}"/>
                </a:ext>
              </a:extLst>
            </p:cNvPr>
            <p:cNvSpPr txBox="1"/>
            <p:nvPr/>
          </p:nvSpPr>
          <p:spPr>
            <a:xfrm>
              <a:off x="5473316" y="928324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900" i="1" dirty="0"/>
                <a:t>bi-directional</a:t>
              </a:r>
            </a:p>
            <a:p>
              <a:pPr algn="ctr"/>
              <a:r>
                <a:rPr lang="en-ZA" sz="900" i="1" dirty="0"/>
                <a:t>binding</a:t>
              </a:r>
            </a:p>
          </p:txBody>
        </p:sp>
      </p:grpSp>
      <p:sp>
        <p:nvSpPr>
          <p:cNvPr id="20595" name="Freeform 76">
            <a:extLst>
              <a:ext uri="{FF2B5EF4-FFF2-40B4-BE49-F238E27FC236}">
                <a16:creationId xmlns:a16="http://schemas.microsoft.com/office/drawing/2014/main" id="{F0342076-4E23-9491-E50F-6D1360F1D080}"/>
              </a:ext>
            </a:extLst>
          </p:cNvPr>
          <p:cNvSpPr/>
          <p:nvPr/>
        </p:nvSpPr>
        <p:spPr>
          <a:xfrm>
            <a:off x="2056026" y="1214292"/>
            <a:ext cx="5235253" cy="3841193"/>
          </a:xfrm>
          <a:custGeom>
            <a:avLst/>
            <a:gdLst>
              <a:gd name="connsiteX0" fmla="*/ 1412944 w 1412944"/>
              <a:gd name="connsiteY0" fmla="*/ 0 h 2313432"/>
              <a:gd name="connsiteX1" fmla="*/ 50488 w 1412944"/>
              <a:gd name="connsiteY1" fmla="*/ 676656 h 2313432"/>
              <a:gd name="connsiteX2" fmla="*/ 269944 w 1412944"/>
              <a:gd name="connsiteY2" fmla="*/ 2313432 h 2313432"/>
              <a:gd name="connsiteX3" fmla="*/ 269944 w 1412944"/>
              <a:gd name="connsiteY3" fmla="*/ 2313432 h 2313432"/>
              <a:gd name="connsiteX0" fmla="*/ 1417658 w 1417658"/>
              <a:gd name="connsiteY0" fmla="*/ 0 h 2449885"/>
              <a:gd name="connsiteX1" fmla="*/ 55202 w 1417658"/>
              <a:gd name="connsiteY1" fmla="*/ 676656 h 2449885"/>
              <a:gd name="connsiteX2" fmla="*/ 274658 w 1417658"/>
              <a:gd name="connsiteY2" fmla="*/ 2313432 h 2449885"/>
              <a:gd name="connsiteX3" fmla="*/ 356954 w 1417658"/>
              <a:gd name="connsiteY3" fmla="*/ 2368296 h 2449885"/>
              <a:gd name="connsiteX0" fmla="*/ 1527294 w 1527294"/>
              <a:gd name="connsiteY0" fmla="*/ 0 h 2448543"/>
              <a:gd name="connsiteX1" fmla="*/ 45966 w 1527294"/>
              <a:gd name="connsiteY1" fmla="*/ 694944 h 2448543"/>
              <a:gd name="connsiteX2" fmla="*/ 384294 w 1527294"/>
              <a:gd name="connsiteY2" fmla="*/ 2313432 h 2448543"/>
              <a:gd name="connsiteX3" fmla="*/ 466590 w 1527294"/>
              <a:gd name="connsiteY3" fmla="*/ 2368296 h 2448543"/>
              <a:gd name="connsiteX0" fmla="*/ 1550675 w 1550675"/>
              <a:gd name="connsiteY0" fmla="*/ 0 h 2448543"/>
              <a:gd name="connsiteX1" fmla="*/ 69347 w 1550675"/>
              <a:gd name="connsiteY1" fmla="*/ 694944 h 2448543"/>
              <a:gd name="connsiteX2" fmla="*/ 407675 w 1550675"/>
              <a:gd name="connsiteY2" fmla="*/ 2313432 h 2448543"/>
              <a:gd name="connsiteX3" fmla="*/ 489971 w 1550675"/>
              <a:gd name="connsiteY3" fmla="*/ 2368296 h 2448543"/>
              <a:gd name="connsiteX0" fmla="*/ 1550675 w 1550675"/>
              <a:gd name="connsiteY0" fmla="*/ 0 h 2313432"/>
              <a:gd name="connsiteX1" fmla="*/ 69347 w 1550675"/>
              <a:gd name="connsiteY1" fmla="*/ 694944 h 2313432"/>
              <a:gd name="connsiteX2" fmla="*/ 407675 w 1550675"/>
              <a:gd name="connsiteY2" fmla="*/ 2313432 h 2313432"/>
              <a:gd name="connsiteX0" fmla="*/ 1521557 w 1521557"/>
              <a:gd name="connsiteY0" fmla="*/ 0 h 2372963"/>
              <a:gd name="connsiteX1" fmla="*/ 40229 w 1521557"/>
              <a:gd name="connsiteY1" fmla="*/ 694944 h 2372963"/>
              <a:gd name="connsiteX2" fmla="*/ 423801 w 1521557"/>
              <a:gd name="connsiteY2" fmla="*/ 2372963 h 2372963"/>
              <a:gd name="connsiteX0" fmla="*/ 1539210 w 1539210"/>
              <a:gd name="connsiteY0" fmla="*/ 0 h 2372963"/>
              <a:gd name="connsiteX1" fmla="*/ 57882 w 1539210"/>
              <a:gd name="connsiteY1" fmla="*/ 694944 h 2372963"/>
              <a:gd name="connsiteX2" fmla="*/ 441454 w 1539210"/>
              <a:gd name="connsiteY2" fmla="*/ 2372963 h 2372963"/>
              <a:gd name="connsiteX0" fmla="*/ 1539210 w 1539210"/>
              <a:gd name="connsiteY0" fmla="*/ 0 h 2372963"/>
              <a:gd name="connsiteX1" fmla="*/ 57882 w 1539210"/>
              <a:gd name="connsiteY1" fmla="*/ 694944 h 2372963"/>
              <a:gd name="connsiteX2" fmla="*/ 441454 w 1539210"/>
              <a:gd name="connsiteY2" fmla="*/ 2372963 h 2372963"/>
              <a:gd name="connsiteX0" fmla="*/ 1589997 w 1589997"/>
              <a:gd name="connsiteY0" fmla="*/ 0 h 2372963"/>
              <a:gd name="connsiteX1" fmla="*/ 51519 w 1589997"/>
              <a:gd name="connsiteY1" fmla="*/ 739394 h 2372963"/>
              <a:gd name="connsiteX2" fmla="*/ 492241 w 1589997"/>
              <a:gd name="connsiteY2" fmla="*/ 2372963 h 2372963"/>
              <a:gd name="connsiteX0" fmla="*/ 1592416 w 1592416"/>
              <a:gd name="connsiteY0" fmla="*/ 0 h 2372963"/>
              <a:gd name="connsiteX1" fmla="*/ 53938 w 1592416"/>
              <a:gd name="connsiteY1" fmla="*/ 739394 h 2372963"/>
              <a:gd name="connsiteX2" fmla="*/ 494660 w 1592416"/>
              <a:gd name="connsiteY2" fmla="*/ 2372963 h 2372963"/>
              <a:gd name="connsiteX0" fmla="*/ 1582841 w 1582841"/>
              <a:gd name="connsiteY0" fmla="*/ 0 h 2372963"/>
              <a:gd name="connsiteX1" fmla="*/ 44363 w 1582841"/>
              <a:gd name="connsiteY1" fmla="*/ 739394 h 2372963"/>
              <a:gd name="connsiteX2" fmla="*/ 485085 w 1582841"/>
              <a:gd name="connsiteY2" fmla="*/ 2372963 h 2372963"/>
              <a:gd name="connsiteX0" fmla="*/ 1657538 w 1657538"/>
              <a:gd name="connsiteY0" fmla="*/ 0 h 2398363"/>
              <a:gd name="connsiteX1" fmla="*/ 55560 w 1657538"/>
              <a:gd name="connsiteY1" fmla="*/ 764794 h 2398363"/>
              <a:gd name="connsiteX2" fmla="*/ 496282 w 1657538"/>
              <a:gd name="connsiteY2" fmla="*/ 2398363 h 2398363"/>
              <a:gd name="connsiteX0" fmla="*/ 1657538 w 1657538"/>
              <a:gd name="connsiteY0" fmla="*/ 0 h 2398363"/>
              <a:gd name="connsiteX1" fmla="*/ 55560 w 1657538"/>
              <a:gd name="connsiteY1" fmla="*/ 764794 h 2398363"/>
              <a:gd name="connsiteX2" fmla="*/ 496282 w 1657538"/>
              <a:gd name="connsiteY2" fmla="*/ 2398363 h 2398363"/>
              <a:gd name="connsiteX0" fmla="*/ 1652695 w 1652695"/>
              <a:gd name="connsiteY0" fmla="*/ 0 h 2398363"/>
              <a:gd name="connsiteX1" fmla="*/ 50717 w 1652695"/>
              <a:gd name="connsiteY1" fmla="*/ 764794 h 2398363"/>
              <a:gd name="connsiteX2" fmla="*/ 491439 w 1652695"/>
              <a:gd name="connsiteY2" fmla="*/ 2398363 h 2398363"/>
              <a:gd name="connsiteX0" fmla="*/ 5482877 w 5482877"/>
              <a:gd name="connsiteY0" fmla="*/ 1841996 h 1842766"/>
              <a:gd name="connsiteX1" fmla="*/ 307119 w 5482877"/>
              <a:gd name="connsiteY1" fmla="*/ 750 h 1842766"/>
              <a:gd name="connsiteX2" fmla="*/ 747841 w 5482877"/>
              <a:gd name="connsiteY2" fmla="*/ 1634319 h 1842766"/>
              <a:gd name="connsiteX0" fmla="*/ 4760405 w 4760405"/>
              <a:gd name="connsiteY0" fmla="*/ 343812 h 692000"/>
              <a:gd name="connsiteX1" fmla="*/ 2678367 w 4760405"/>
              <a:gd name="connsiteY1" fmla="*/ 689506 h 692000"/>
              <a:gd name="connsiteX2" fmla="*/ 25369 w 4760405"/>
              <a:gd name="connsiteY2" fmla="*/ 136135 h 692000"/>
              <a:gd name="connsiteX0" fmla="*/ 4760405 w 4760405"/>
              <a:gd name="connsiteY0" fmla="*/ 343812 h 696080"/>
              <a:gd name="connsiteX1" fmla="*/ 2678367 w 4760405"/>
              <a:gd name="connsiteY1" fmla="*/ 689506 h 696080"/>
              <a:gd name="connsiteX2" fmla="*/ 25369 w 4760405"/>
              <a:gd name="connsiteY2" fmla="*/ 136135 h 696080"/>
              <a:gd name="connsiteX0" fmla="*/ 4790938 w 4790938"/>
              <a:gd name="connsiteY0" fmla="*/ 328337 h 694564"/>
              <a:gd name="connsiteX1" fmla="*/ 2678420 w 4790938"/>
              <a:gd name="connsiteY1" fmla="*/ 689271 h 694564"/>
              <a:gd name="connsiteX2" fmla="*/ 25422 w 4790938"/>
              <a:gd name="connsiteY2" fmla="*/ 135900 h 694564"/>
              <a:gd name="connsiteX0" fmla="*/ 5934197 w 5934197"/>
              <a:gd name="connsiteY0" fmla="*/ 2377224 h 2884951"/>
              <a:gd name="connsiteX1" fmla="*/ 3821679 w 5934197"/>
              <a:gd name="connsiteY1" fmla="*/ 2738158 h 2884951"/>
              <a:gd name="connsiteX2" fmla="*/ 18061 w 5934197"/>
              <a:gd name="connsiteY2" fmla="*/ 58807 h 2884951"/>
              <a:gd name="connsiteX0" fmla="*/ 5916136 w 5916136"/>
              <a:gd name="connsiteY0" fmla="*/ 2318417 h 2826144"/>
              <a:gd name="connsiteX1" fmla="*/ 3803618 w 5916136"/>
              <a:gd name="connsiteY1" fmla="*/ 2679351 h 2826144"/>
              <a:gd name="connsiteX2" fmla="*/ 0 w 5916136"/>
              <a:gd name="connsiteY2" fmla="*/ 0 h 2826144"/>
              <a:gd name="connsiteX0" fmla="*/ 6449536 w 6449536"/>
              <a:gd name="connsiteY0" fmla="*/ 3933857 h 4559074"/>
              <a:gd name="connsiteX1" fmla="*/ 4337018 w 6449536"/>
              <a:gd name="connsiteY1" fmla="*/ 4294791 h 4559074"/>
              <a:gd name="connsiteX2" fmla="*/ 0 w 6449536"/>
              <a:gd name="connsiteY2" fmla="*/ 0 h 4559074"/>
              <a:gd name="connsiteX0" fmla="*/ 6449536 w 6449536"/>
              <a:gd name="connsiteY0" fmla="*/ 3933857 h 4559074"/>
              <a:gd name="connsiteX1" fmla="*/ 4337018 w 6449536"/>
              <a:gd name="connsiteY1" fmla="*/ 4294791 h 4559074"/>
              <a:gd name="connsiteX2" fmla="*/ 0 w 6449536"/>
              <a:gd name="connsiteY2" fmla="*/ 0 h 4559074"/>
              <a:gd name="connsiteX0" fmla="*/ 6449536 w 6449536"/>
              <a:gd name="connsiteY0" fmla="*/ 3933857 h 4559074"/>
              <a:gd name="connsiteX1" fmla="*/ 4337018 w 6449536"/>
              <a:gd name="connsiteY1" fmla="*/ 4294791 h 4559074"/>
              <a:gd name="connsiteX2" fmla="*/ 2270433 w 6449536"/>
              <a:gd name="connsiteY2" fmla="*/ 2111640 h 4559074"/>
              <a:gd name="connsiteX3" fmla="*/ 0 w 6449536"/>
              <a:gd name="connsiteY3" fmla="*/ 0 h 4559074"/>
              <a:gd name="connsiteX0" fmla="*/ 6449536 w 6449536"/>
              <a:gd name="connsiteY0" fmla="*/ 3933857 h 4360110"/>
              <a:gd name="connsiteX1" fmla="*/ 4337018 w 6449536"/>
              <a:gd name="connsiteY1" fmla="*/ 4294791 h 4360110"/>
              <a:gd name="connsiteX2" fmla="*/ 1462713 w 6449536"/>
              <a:gd name="connsiteY2" fmla="*/ 2766960 h 4360110"/>
              <a:gd name="connsiteX3" fmla="*/ 0 w 6449536"/>
              <a:gd name="connsiteY3" fmla="*/ 0 h 4360110"/>
              <a:gd name="connsiteX0" fmla="*/ 6449536 w 6449536"/>
              <a:gd name="connsiteY0" fmla="*/ 3933857 h 4360110"/>
              <a:gd name="connsiteX1" fmla="*/ 4337018 w 6449536"/>
              <a:gd name="connsiteY1" fmla="*/ 4294791 h 4360110"/>
              <a:gd name="connsiteX2" fmla="*/ 1462713 w 6449536"/>
              <a:gd name="connsiteY2" fmla="*/ 2766960 h 4360110"/>
              <a:gd name="connsiteX3" fmla="*/ 0 w 6449536"/>
              <a:gd name="connsiteY3" fmla="*/ 0 h 4360110"/>
              <a:gd name="connsiteX0" fmla="*/ 6449536 w 6449536"/>
              <a:gd name="connsiteY0" fmla="*/ 3933857 h 4360110"/>
              <a:gd name="connsiteX1" fmla="*/ 4337018 w 6449536"/>
              <a:gd name="connsiteY1" fmla="*/ 4294791 h 4360110"/>
              <a:gd name="connsiteX2" fmla="*/ 1462713 w 6449536"/>
              <a:gd name="connsiteY2" fmla="*/ 2766960 h 4360110"/>
              <a:gd name="connsiteX3" fmla="*/ 0 w 6449536"/>
              <a:gd name="connsiteY3" fmla="*/ 0 h 4360110"/>
              <a:gd name="connsiteX0" fmla="*/ 6449536 w 6449536"/>
              <a:gd name="connsiteY0" fmla="*/ 3933857 h 4360110"/>
              <a:gd name="connsiteX1" fmla="*/ 4337018 w 6449536"/>
              <a:gd name="connsiteY1" fmla="*/ 4294791 h 4360110"/>
              <a:gd name="connsiteX2" fmla="*/ 1462713 w 6449536"/>
              <a:gd name="connsiteY2" fmla="*/ 2766960 h 4360110"/>
              <a:gd name="connsiteX3" fmla="*/ 0 w 6449536"/>
              <a:gd name="connsiteY3" fmla="*/ 0 h 4360110"/>
              <a:gd name="connsiteX0" fmla="*/ 6449536 w 6449536"/>
              <a:gd name="connsiteY0" fmla="*/ 3933857 h 4248412"/>
              <a:gd name="connsiteX1" fmla="*/ 3422618 w 6449536"/>
              <a:gd name="connsiteY1" fmla="*/ 4157631 h 4248412"/>
              <a:gd name="connsiteX2" fmla="*/ 1462713 w 6449536"/>
              <a:gd name="connsiteY2" fmla="*/ 2766960 h 4248412"/>
              <a:gd name="connsiteX3" fmla="*/ 0 w 6449536"/>
              <a:gd name="connsiteY3" fmla="*/ 0 h 4248412"/>
              <a:gd name="connsiteX0" fmla="*/ 6449536 w 6449536"/>
              <a:gd name="connsiteY0" fmla="*/ 3933857 h 4217968"/>
              <a:gd name="connsiteX1" fmla="*/ 3422618 w 6449536"/>
              <a:gd name="connsiteY1" fmla="*/ 4157631 h 4217968"/>
              <a:gd name="connsiteX2" fmla="*/ 1462713 w 6449536"/>
              <a:gd name="connsiteY2" fmla="*/ 2766960 h 4217968"/>
              <a:gd name="connsiteX3" fmla="*/ 0 w 6449536"/>
              <a:gd name="connsiteY3" fmla="*/ 0 h 4217968"/>
              <a:gd name="connsiteX0" fmla="*/ 6449536 w 6449536"/>
              <a:gd name="connsiteY0" fmla="*/ 3933857 h 4212213"/>
              <a:gd name="connsiteX1" fmla="*/ 3795998 w 6449536"/>
              <a:gd name="connsiteY1" fmla="*/ 4150011 h 4212213"/>
              <a:gd name="connsiteX2" fmla="*/ 1462713 w 6449536"/>
              <a:gd name="connsiteY2" fmla="*/ 2766960 h 4212213"/>
              <a:gd name="connsiteX3" fmla="*/ 0 w 6449536"/>
              <a:gd name="connsiteY3" fmla="*/ 0 h 4212213"/>
              <a:gd name="connsiteX0" fmla="*/ 6449536 w 6449536"/>
              <a:gd name="connsiteY0" fmla="*/ 3933857 h 4212213"/>
              <a:gd name="connsiteX1" fmla="*/ 3795998 w 6449536"/>
              <a:gd name="connsiteY1" fmla="*/ 4150011 h 4212213"/>
              <a:gd name="connsiteX2" fmla="*/ 1462713 w 6449536"/>
              <a:gd name="connsiteY2" fmla="*/ 2766960 h 4212213"/>
              <a:gd name="connsiteX3" fmla="*/ 0 w 6449536"/>
              <a:gd name="connsiteY3" fmla="*/ 0 h 4212213"/>
              <a:gd name="connsiteX0" fmla="*/ 6449536 w 6449536"/>
              <a:gd name="connsiteY0" fmla="*/ 3933857 h 4212213"/>
              <a:gd name="connsiteX1" fmla="*/ 3795998 w 6449536"/>
              <a:gd name="connsiteY1" fmla="*/ 4150011 h 4212213"/>
              <a:gd name="connsiteX2" fmla="*/ 1462713 w 6449536"/>
              <a:gd name="connsiteY2" fmla="*/ 2766960 h 4212213"/>
              <a:gd name="connsiteX3" fmla="*/ 0 w 6449536"/>
              <a:gd name="connsiteY3" fmla="*/ 0 h 4212213"/>
              <a:gd name="connsiteX0" fmla="*/ 6449536 w 6449536"/>
              <a:gd name="connsiteY0" fmla="*/ 3933857 h 4229706"/>
              <a:gd name="connsiteX1" fmla="*/ 3795998 w 6449536"/>
              <a:gd name="connsiteY1" fmla="*/ 4150011 h 4229706"/>
              <a:gd name="connsiteX2" fmla="*/ 1477953 w 6449536"/>
              <a:gd name="connsiteY2" fmla="*/ 2942220 h 4229706"/>
              <a:gd name="connsiteX3" fmla="*/ 0 w 6449536"/>
              <a:gd name="connsiteY3" fmla="*/ 0 h 4229706"/>
              <a:gd name="connsiteX0" fmla="*/ 6449536 w 6449536"/>
              <a:gd name="connsiteY0" fmla="*/ 3933857 h 4229706"/>
              <a:gd name="connsiteX1" fmla="*/ 3795998 w 6449536"/>
              <a:gd name="connsiteY1" fmla="*/ 4150011 h 4229706"/>
              <a:gd name="connsiteX2" fmla="*/ 1477953 w 6449536"/>
              <a:gd name="connsiteY2" fmla="*/ 2942220 h 4229706"/>
              <a:gd name="connsiteX3" fmla="*/ 0 w 6449536"/>
              <a:gd name="connsiteY3" fmla="*/ 0 h 4229706"/>
              <a:gd name="connsiteX0" fmla="*/ 6449536 w 6449536"/>
              <a:gd name="connsiteY0" fmla="*/ 3933857 h 4229706"/>
              <a:gd name="connsiteX1" fmla="*/ 3795998 w 6449536"/>
              <a:gd name="connsiteY1" fmla="*/ 4150011 h 4229706"/>
              <a:gd name="connsiteX2" fmla="*/ 1477953 w 6449536"/>
              <a:gd name="connsiteY2" fmla="*/ 2942220 h 4229706"/>
              <a:gd name="connsiteX3" fmla="*/ 0 w 6449536"/>
              <a:gd name="connsiteY3" fmla="*/ 0 h 4229706"/>
              <a:gd name="connsiteX0" fmla="*/ 6449536 w 6449536"/>
              <a:gd name="connsiteY0" fmla="*/ 3933857 h 4229706"/>
              <a:gd name="connsiteX1" fmla="*/ 3795998 w 6449536"/>
              <a:gd name="connsiteY1" fmla="*/ 4150011 h 4229706"/>
              <a:gd name="connsiteX2" fmla="*/ 1477953 w 6449536"/>
              <a:gd name="connsiteY2" fmla="*/ 2942220 h 4229706"/>
              <a:gd name="connsiteX3" fmla="*/ 0 w 6449536"/>
              <a:gd name="connsiteY3" fmla="*/ 0 h 4229706"/>
              <a:gd name="connsiteX0" fmla="*/ 6449536 w 6449536"/>
              <a:gd name="connsiteY0" fmla="*/ 3933857 h 4229706"/>
              <a:gd name="connsiteX1" fmla="*/ 3795998 w 6449536"/>
              <a:gd name="connsiteY1" fmla="*/ 4150011 h 4229706"/>
              <a:gd name="connsiteX2" fmla="*/ 1477953 w 6449536"/>
              <a:gd name="connsiteY2" fmla="*/ 2942220 h 4229706"/>
              <a:gd name="connsiteX3" fmla="*/ 0 w 6449536"/>
              <a:gd name="connsiteY3" fmla="*/ 0 h 4229706"/>
              <a:gd name="connsiteX0" fmla="*/ 6449536 w 6449536"/>
              <a:gd name="connsiteY0" fmla="*/ 3933857 h 4229706"/>
              <a:gd name="connsiteX1" fmla="*/ 3795998 w 6449536"/>
              <a:gd name="connsiteY1" fmla="*/ 4150011 h 4229706"/>
              <a:gd name="connsiteX2" fmla="*/ 1477953 w 6449536"/>
              <a:gd name="connsiteY2" fmla="*/ 2942220 h 4229706"/>
              <a:gd name="connsiteX3" fmla="*/ 0 w 6449536"/>
              <a:gd name="connsiteY3" fmla="*/ 0 h 4229706"/>
              <a:gd name="connsiteX0" fmla="*/ 6449536 w 6449536"/>
              <a:gd name="connsiteY0" fmla="*/ 3933857 h 4209392"/>
              <a:gd name="connsiteX1" fmla="*/ 3795998 w 6449536"/>
              <a:gd name="connsiteY1" fmla="*/ 4150011 h 4209392"/>
              <a:gd name="connsiteX2" fmla="*/ 1477953 w 6449536"/>
              <a:gd name="connsiteY2" fmla="*/ 2942220 h 4209392"/>
              <a:gd name="connsiteX3" fmla="*/ 0 w 6449536"/>
              <a:gd name="connsiteY3" fmla="*/ 0 h 4209392"/>
              <a:gd name="connsiteX0" fmla="*/ 6449536 w 6449536"/>
              <a:gd name="connsiteY0" fmla="*/ 3933857 h 4309786"/>
              <a:gd name="connsiteX1" fmla="*/ 3834098 w 6449536"/>
              <a:gd name="connsiteY1" fmla="*/ 4271931 h 4309786"/>
              <a:gd name="connsiteX2" fmla="*/ 1477953 w 6449536"/>
              <a:gd name="connsiteY2" fmla="*/ 2942220 h 4309786"/>
              <a:gd name="connsiteX3" fmla="*/ 0 w 6449536"/>
              <a:gd name="connsiteY3" fmla="*/ 0 h 4309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9536" h="4309786">
                <a:moveTo>
                  <a:pt x="6449536" y="3933857"/>
                </a:moveTo>
                <a:cubicBezTo>
                  <a:pt x="6106128" y="4214019"/>
                  <a:pt x="4837955" y="4391484"/>
                  <a:pt x="3834098" y="4271931"/>
                </a:cubicBezTo>
                <a:cubicBezTo>
                  <a:pt x="2830241" y="4152378"/>
                  <a:pt x="2116969" y="3654208"/>
                  <a:pt x="1477953" y="2942220"/>
                </a:cubicBezTo>
                <a:cubicBezTo>
                  <a:pt x="838937" y="2230232"/>
                  <a:pt x="1361385" y="70000"/>
                  <a:pt x="0" y="0"/>
                </a:cubicBezTo>
              </a:path>
            </a:pathLst>
          </a:custGeom>
          <a:ln w="76200">
            <a:solidFill>
              <a:srgbClr val="7030A0">
                <a:alpha val="50000"/>
              </a:srgbClr>
            </a:solidFill>
            <a:prstDash val="sysDot"/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cxnSp>
        <p:nvCxnSpPr>
          <p:cNvPr id="20596" name="Straight Arrow Connector 20595">
            <a:extLst>
              <a:ext uri="{FF2B5EF4-FFF2-40B4-BE49-F238E27FC236}">
                <a16:creationId xmlns:a16="http://schemas.microsoft.com/office/drawing/2014/main" id="{C7D8E886-32AC-BFD9-0542-B7626CE58659}"/>
              </a:ext>
            </a:extLst>
          </p:cNvPr>
          <p:cNvCxnSpPr/>
          <p:nvPr/>
        </p:nvCxnSpPr>
        <p:spPr>
          <a:xfrm flipH="1" flipV="1">
            <a:off x="6372200" y="4831634"/>
            <a:ext cx="648000" cy="116380"/>
          </a:xfrm>
          <a:prstGeom prst="straightConnector1">
            <a:avLst/>
          </a:prstGeom>
          <a:ln w="76200">
            <a:solidFill>
              <a:srgbClr val="7030A0">
                <a:alpha val="50000"/>
              </a:srgbClr>
            </a:solidFill>
            <a:prstDash val="sysDot"/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97" name="Straight Arrow Connector 20596">
            <a:extLst>
              <a:ext uri="{FF2B5EF4-FFF2-40B4-BE49-F238E27FC236}">
                <a16:creationId xmlns:a16="http://schemas.microsoft.com/office/drawing/2014/main" id="{787F29E8-E553-97B6-DEAF-454B141C75F6}"/>
              </a:ext>
            </a:extLst>
          </p:cNvPr>
          <p:cNvCxnSpPr>
            <a:cxnSpLocks/>
            <a:endCxn id="20602" idx="0"/>
          </p:cNvCxnSpPr>
          <p:nvPr/>
        </p:nvCxnSpPr>
        <p:spPr>
          <a:xfrm>
            <a:off x="6903683" y="2106427"/>
            <a:ext cx="216089" cy="2481547"/>
          </a:xfrm>
          <a:prstGeom prst="straightConnector1">
            <a:avLst/>
          </a:prstGeom>
          <a:ln w="76200">
            <a:solidFill>
              <a:srgbClr val="7030A0">
                <a:alpha val="50000"/>
              </a:srgbClr>
            </a:solidFill>
            <a:prstDash val="sysDot"/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598" name="TextBox 20597">
            <a:extLst>
              <a:ext uri="{FF2B5EF4-FFF2-40B4-BE49-F238E27FC236}">
                <a16:creationId xmlns:a16="http://schemas.microsoft.com/office/drawing/2014/main" id="{4CD91512-4CAD-E877-E0B4-CC8DD8179461}"/>
              </a:ext>
            </a:extLst>
          </p:cNvPr>
          <p:cNvSpPr txBox="1"/>
          <p:nvPr/>
        </p:nvSpPr>
        <p:spPr>
          <a:xfrm>
            <a:off x="2997909" y="4117519"/>
            <a:ext cx="12314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 i="1">
                <a:ln w="0">
                  <a:noFill/>
                </a:ln>
                <a:effectLst>
                  <a:glow rad="88900">
                    <a:schemeClr val="bg1"/>
                  </a:glow>
                </a:effectLst>
              </a:defRPr>
            </a:lvl1pPr>
          </a:lstStyle>
          <a:p>
            <a:r>
              <a:rPr lang="en-ZA" dirty="0"/>
              <a:t>add new contact</a:t>
            </a:r>
          </a:p>
        </p:txBody>
      </p:sp>
      <p:sp>
        <p:nvSpPr>
          <p:cNvPr id="20599" name="TextBox 20598">
            <a:extLst>
              <a:ext uri="{FF2B5EF4-FFF2-40B4-BE49-F238E27FC236}">
                <a16:creationId xmlns:a16="http://schemas.microsoft.com/office/drawing/2014/main" id="{CFCDCCA3-CF82-643C-31E0-97CE85080B64}"/>
              </a:ext>
            </a:extLst>
          </p:cNvPr>
          <p:cNvSpPr txBox="1"/>
          <p:nvPr/>
        </p:nvSpPr>
        <p:spPr>
          <a:xfrm>
            <a:off x="6251397" y="4870945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 i="1">
                <a:ln w="0">
                  <a:noFill/>
                </a:ln>
                <a:effectLst>
                  <a:glow rad="88900">
                    <a:schemeClr val="bg1"/>
                  </a:glow>
                </a:effectLst>
              </a:defRPr>
            </a:lvl1pPr>
          </a:lstStyle>
          <a:p>
            <a:r>
              <a:rPr lang="en-ZA" dirty="0"/>
              <a:t>set to last</a:t>
            </a:r>
          </a:p>
        </p:txBody>
      </p:sp>
      <p:cxnSp>
        <p:nvCxnSpPr>
          <p:cNvPr id="20600" name="Straight Arrow Connector 20599">
            <a:extLst>
              <a:ext uri="{FF2B5EF4-FFF2-40B4-BE49-F238E27FC236}">
                <a16:creationId xmlns:a16="http://schemas.microsoft.com/office/drawing/2014/main" id="{D8C56C80-0DD9-842D-1E51-E09B28050370}"/>
              </a:ext>
            </a:extLst>
          </p:cNvPr>
          <p:cNvCxnSpPr/>
          <p:nvPr/>
        </p:nvCxnSpPr>
        <p:spPr>
          <a:xfrm flipV="1">
            <a:off x="7236296" y="4731990"/>
            <a:ext cx="468000" cy="178396"/>
          </a:xfrm>
          <a:prstGeom prst="straightConnector1">
            <a:avLst/>
          </a:prstGeom>
          <a:ln w="76200">
            <a:solidFill>
              <a:srgbClr val="7030A0">
                <a:alpha val="50000"/>
              </a:srgbClr>
            </a:solidFill>
            <a:prstDash val="sysDot"/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601" name="TextBox 20600">
            <a:extLst>
              <a:ext uri="{FF2B5EF4-FFF2-40B4-BE49-F238E27FC236}">
                <a16:creationId xmlns:a16="http://schemas.microsoft.com/office/drawing/2014/main" id="{6D3D070A-46E1-6F9D-6BB2-63DFCE0EEB96}"/>
              </a:ext>
            </a:extLst>
          </p:cNvPr>
          <p:cNvSpPr txBox="1"/>
          <p:nvPr/>
        </p:nvSpPr>
        <p:spPr>
          <a:xfrm>
            <a:off x="7219494" y="4851827"/>
            <a:ext cx="6286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 i="1">
                <a:ln w="0">
                  <a:noFill/>
                </a:ln>
                <a:effectLst>
                  <a:glow rad="88900">
                    <a:schemeClr val="bg1"/>
                  </a:glow>
                </a:effectLst>
              </a:defRPr>
            </a:lvl1pPr>
          </a:lstStyle>
          <a:p>
            <a:r>
              <a:rPr lang="en-ZA" dirty="0"/>
              <a:t>update</a:t>
            </a:r>
          </a:p>
        </p:txBody>
      </p:sp>
      <p:sp>
        <p:nvSpPr>
          <p:cNvPr id="20602" name="Oval 20601">
            <a:extLst>
              <a:ext uri="{FF2B5EF4-FFF2-40B4-BE49-F238E27FC236}">
                <a16:creationId xmlns:a16="http://schemas.microsoft.com/office/drawing/2014/main" id="{55684E1C-2268-D7B8-EB77-2FDB5D0E0B1B}"/>
              </a:ext>
            </a:extLst>
          </p:cNvPr>
          <p:cNvSpPr/>
          <p:nvPr/>
        </p:nvSpPr>
        <p:spPr>
          <a:xfrm>
            <a:off x="6948264" y="4587974"/>
            <a:ext cx="343015" cy="370576"/>
          </a:xfrm>
          <a:prstGeom prst="ellipse">
            <a:avLst/>
          </a:prstGeom>
          <a:solidFill>
            <a:srgbClr val="7030A0"/>
          </a:solidFill>
          <a:ln w="76200">
            <a:solidFill>
              <a:srgbClr val="7030A0">
                <a:alpha val="50000"/>
              </a:srgb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grpSp>
        <p:nvGrpSpPr>
          <p:cNvPr id="20603" name="Group 20602">
            <a:extLst>
              <a:ext uri="{FF2B5EF4-FFF2-40B4-BE49-F238E27FC236}">
                <a16:creationId xmlns:a16="http://schemas.microsoft.com/office/drawing/2014/main" id="{607CAD52-54C8-79B2-6245-4CA5887516D8}"/>
              </a:ext>
            </a:extLst>
          </p:cNvPr>
          <p:cNvGrpSpPr/>
          <p:nvPr/>
        </p:nvGrpSpPr>
        <p:grpSpPr>
          <a:xfrm>
            <a:off x="2049190" y="648317"/>
            <a:ext cx="1331999" cy="299694"/>
            <a:chOff x="2199419" y="1894385"/>
            <a:chExt cx="1907380" cy="299694"/>
          </a:xfrm>
        </p:grpSpPr>
        <p:cxnSp>
          <p:nvCxnSpPr>
            <p:cNvPr id="20604" name="Straight Arrow Connector 20603">
              <a:extLst>
                <a:ext uri="{FF2B5EF4-FFF2-40B4-BE49-F238E27FC236}">
                  <a16:creationId xmlns:a16="http://schemas.microsoft.com/office/drawing/2014/main" id="{325B6DF0-6A8F-9F35-32B3-3241315CE9D5}"/>
                </a:ext>
              </a:extLst>
            </p:cNvPr>
            <p:cNvCxnSpPr/>
            <p:nvPr/>
          </p:nvCxnSpPr>
          <p:spPr>
            <a:xfrm flipH="1">
              <a:off x="2199419" y="2194079"/>
              <a:ext cx="1907380" cy="0"/>
            </a:xfrm>
            <a:prstGeom prst="straightConnector1">
              <a:avLst/>
            </a:prstGeom>
            <a:ln w="76200">
              <a:solidFill>
                <a:srgbClr val="FF0000">
                  <a:alpha val="50000"/>
                </a:srgbClr>
              </a:solidFill>
              <a:prstDash val="sysDot"/>
              <a:tailEnd type="stealt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605" name="TextBox 20604">
              <a:extLst>
                <a:ext uri="{FF2B5EF4-FFF2-40B4-BE49-F238E27FC236}">
                  <a16:creationId xmlns:a16="http://schemas.microsoft.com/office/drawing/2014/main" id="{4707AB64-A48F-BD2D-0205-BA461E8E5468}"/>
                </a:ext>
              </a:extLst>
            </p:cNvPr>
            <p:cNvSpPr txBox="1"/>
            <p:nvPr/>
          </p:nvSpPr>
          <p:spPr>
            <a:xfrm>
              <a:off x="2454435" y="1894385"/>
              <a:ext cx="16046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100" i="1">
                  <a:ln w="0">
                    <a:noFill/>
                  </a:ln>
                  <a:effectLst>
                    <a:glow rad="88900">
                      <a:schemeClr val="bg1"/>
                    </a:glow>
                  </a:effectLst>
                </a:defRPr>
              </a:lvl1pPr>
            </a:lstStyle>
            <a:p>
              <a:r>
                <a:rPr lang="en-ZA" dirty="0"/>
                <a:t>selected from</a:t>
              </a:r>
            </a:p>
          </p:txBody>
        </p:sp>
      </p:grpSp>
      <p:grpSp>
        <p:nvGrpSpPr>
          <p:cNvPr id="20606" name="Group 20605">
            <a:extLst>
              <a:ext uri="{FF2B5EF4-FFF2-40B4-BE49-F238E27FC236}">
                <a16:creationId xmlns:a16="http://schemas.microsoft.com/office/drawing/2014/main" id="{16924F23-5D03-3526-6174-CECD312AFD65}"/>
              </a:ext>
            </a:extLst>
          </p:cNvPr>
          <p:cNvGrpSpPr/>
          <p:nvPr/>
        </p:nvGrpSpPr>
        <p:grpSpPr>
          <a:xfrm>
            <a:off x="135165" y="483572"/>
            <a:ext cx="1828800" cy="1622855"/>
            <a:chOff x="285393" y="1729640"/>
            <a:chExt cx="1828800" cy="1622855"/>
          </a:xfrm>
          <a:solidFill>
            <a:srgbClr val="C00000"/>
          </a:solidFill>
        </p:grpSpPr>
        <p:sp>
          <p:nvSpPr>
            <p:cNvPr id="20607" name="Flowchart: Multidocument 20606">
              <a:extLst>
                <a:ext uri="{FF2B5EF4-FFF2-40B4-BE49-F238E27FC236}">
                  <a16:creationId xmlns:a16="http://schemas.microsoft.com/office/drawing/2014/main" id="{72CE7627-41F5-642C-E916-7B13ED780784}"/>
                </a:ext>
              </a:extLst>
            </p:cNvPr>
            <p:cNvSpPr/>
            <p:nvPr/>
          </p:nvSpPr>
          <p:spPr>
            <a:xfrm>
              <a:off x="285393" y="1729640"/>
              <a:ext cx="1828800" cy="1622855"/>
            </a:xfrm>
            <a:prstGeom prst="flowChartMultidocument">
              <a:avLst/>
            </a:prstGeom>
            <a:grpFill/>
            <a:ln w="28575">
              <a:solidFill>
                <a:srgbClr val="000000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20608" name="TextBox 20607">
              <a:extLst>
                <a:ext uri="{FF2B5EF4-FFF2-40B4-BE49-F238E27FC236}">
                  <a16:creationId xmlns:a16="http://schemas.microsoft.com/office/drawing/2014/main" id="{42C082A0-03A4-130D-D1A3-9BF95C404937}"/>
                </a:ext>
              </a:extLst>
            </p:cNvPr>
            <p:cNvSpPr txBox="1"/>
            <p:nvPr/>
          </p:nvSpPr>
          <p:spPr>
            <a:xfrm>
              <a:off x="464661" y="2456781"/>
              <a:ext cx="11160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100" i="1">
                  <a:ln w="0">
                    <a:noFill/>
                  </a:ln>
                  <a:effectLst>
                    <a:glow rad="88900">
                      <a:schemeClr val="bg1"/>
                    </a:glow>
                  </a:effectLst>
                </a:defRPr>
              </a:lvl1pPr>
            </a:lstStyle>
            <a:p>
              <a:r>
                <a:rPr lang="en-ZA" sz="1800" b="1" i="0" dirty="0"/>
                <a:t>Contacts</a:t>
              </a:r>
            </a:p>
          </p:txBody>
        </p:sp>
      </p:grpSp>
      <p:grpSp>
        <p:nvGrpSpPr>
          <p:cNvPr id="20609" name="Group 20608">
            <a:extLst>
              <a:ext uri="{FF2B5EF4-FFF2-40B4-BE49-F238E27FC236}">
                <a16:creationId xmlns:a16="http://schemas.microsoft.com/office/drawing/2014/main" id="{1DCB7F18-5172-CEBF-9D91-E36A11805400}"/>
              </a:ext>
            </a:extLst>
          </p:cNvPr>
          <p:cNvGrpSpPr/>
          <p:nvPr/>
        </p:nvGrpSpPr>
        <p:grpSpPr>
          <a:xfrm>
            <a:off x="4601871" y="1439141"/>
            <a:ext cx="1132051" cy="1708674"/>
            <a:chOff x="5215475" y="2880199"/>
            <a:chExt cx="1624107" cy="1584547"/>
          </a:xfrm>
        </p:grpSpPr>
        <p:sp>
          <p:nvSpPr>
            <p:cNvPr id="20610" name="Freeform 92">
              <a:extLst>
                <a:ext uri="{FF2B5EF4-FFF2-40B4-BE49-F238E27FC236}">
                  <a16:creationId xmlns:a16="http://schemas.microsoft.com/office/drawing/2014/main" id="{4EB8A614-5424-9F88-C43B-772DDEF1B95A}"/>
                </a:ext>
              </a:extLst>
            </p:cNvPr>
            <p:cNvSpPr/>
            <p:nvPr/>
          </p:nvSpPr>
          <p:spPr>
            <a:xfrm flipV="1">
              <a:off x="5275926" y="2880199"/>
              <a:ext cx="1563656" cy="1584547"/>
            </a:xfrm>
            <a:custGeom>
              <a:avLst/>
              <a:gdLst>
                <a:gd name="connsiteX0" fmla="*/ 1412944 w 1412944"/>
                <a:gd name="connsiteY0" fmla="*/ 0 h 2313432"/>
                <a:gd name="connsiteX1" fmla="*/ 50488 w 1412944"/>
                <a:gd name="connsiteY1" fmla="*/ 676656 h 2313432"/>
                <a:gd name="connsiteX2" fmla="*/ 269944 w 1412944"/>
                <a:gd name="connsiteY2" fmla="*/ 2313432 h 2313432"/>
                <a:gd name="connsiteX3" fmla="*/ 269944 w 1412944"/>
                <a:gd name="connsiteY3" fmla="*/ 2313432 h 2313432"/>
                <a:gd name="connsiteX0" fmla="*/ 1417658 w 1417658"/>
                <a:gd name="connsiteY0" fmla="*/ 0 h 2449885"/>
                <a:gd name="connsiteX1" fmla="*/ 55202 w 1417658"/>
                <a:gd name="connsiteY1" fmla="*/ 676656 h 2449885"/>
                <a:gd name="connsiteX2" fmla="*/ 274658 w 1417658"/>
                <a:gd name="connsiteY2" fmla="*/ 2313432 h 2449885"/>
                <a:gd name="connsiteX3" fmla="*/ 356954 w 1417658"/>
                <a:gd name="connsiteY3" fmla="*/ 2368296 h 2449885"/>
                <a:gd name="connsiteX0" fmla="*/ 1527294 w 1527294"/>
                <a:gd name="connsiteY0" fmla="*/ 0 h 2448543"/>
                <a:gd name="connsiteX1" fmla="*/ 45966 w 1527294"/>
                <a:gd name="connsiteY1" fmla="*/ 694944 h 2448543"/>
                <a:gd name="connsiteX2" fmla="*/ 384294 w 1527294"/>
                <a:gd name="connsiteY2" fmla="*/ 2313432 h 2448543"/>
                <a:gd name="connsiteX3" fmla="*/ 466590 w 1527294"/>
                <a:gd name="connsiteY3" fmla="*/ 2368296 h 2448543"/>
                <a:gd name="connsiteX0" fmla="*/ 1550675 w 1550675"/>
                <a:gd name="connsiteY0" fmla="*/ 0 h 2448543"/>
                <a:gd name="connsiteX1" fmla="*/ 69347 w 1550675"/>
                <a:gd name="connsiteY1" fmla="*/ 694944 h 2448543"/>
                <a:gd name="connsiteX2" fmla="*/ 407675 w 1550675"/>
                <a:gd name="connsiteY2" fmla="*/ 2313432 h 2448543"/>
                <a:gd name="connsiteX3" fmla="*/ 489971 w 1550675"/>
                <a:gd name="connsiteY3" fmla="*/ 2368296 h 2448543"/>
                <a:gd name="connsiteX0" fmla="*/ 1550675 w 1550675"/>
                <a:gd name="connsiteY0" fmla="*/ 0 h 2313432"/>
                <a:gd name="connsiteX1" fmla="*/ 69347 w 1550675"/>
                <a:gd name="connsiteY1" fmla="*/ 694944 h 2313432"/>
                <a:gd name="connsiteX2" fmla="*/ 407675 w 1550675"/>
                <a:gd name="connsiteY2" fmla="*/ 2313432 h 2313432"/>
                <a:gd name="connsiteX0" fmla="*/ 1521557 w 1521557"/>
                <a:gd name="connsiteY0" fmla="*/ 0 h 2372963"/>
                <a:gd name="connsiteX1" fmla="*/ 40229 w 1521557"/>
                <a:gd name="connsiteY1" fmla="*/ 694944 h 2372963"/>
                <a:gd name="connsiteX2" fmla="*/ 423801 w 1521557"/>
                <a:gd name="connsiteY2" fmla="*/ 2372963 h 2372963"/>
                <a:gd name="connsiteX0" fmla="*/ 1539210 w 1539210"/>
                <a:gd name="connsiteY0" fmla="*/ 0 h 2372963"/>
                <a:gd name="connsiteX1" fmla="*/ 57882 w 1539210"/>
                <a:gd name="connsiteY1" fmla="*/ 694944 h 2372963"/>
                <a:gd name="connsiteX2" fmla="*/ 441454 w 1539210"/>
                <a:gd name="connsiteY2" fmla="*/ 2372963 h 2372963"/>
                <a:gd name="connsiteX0" fmla="*/ 1539210 w 1539210"/>
                <a:gd name="connsiteY0" fmla="*/ 0 h 2372963"/>
                <a:gd name="connsiteX1" fmla="*/ 57882 w 1539210"/>
                <a:gd name="connsiteY1" fmla="*/ 694944 h 2372963"/>
                <a:gd name="connsiteX2" fmla="*/ 441454 w 1539210"/>
                <a:gd name="connsiteY2" fmla="*/ 2372963 h 2372963"/>
                <a:gd name="connsiteX0" fmla="*/ 1589997 w 1589997"/>
                <a:gd name="connsiteY0" fmla="*/ 0 h 2372963"/>
                <a:gd name="connsiteX1" fmla="*/ 51519 w 1589997"/>
                <a:gd name="connsiteY1" fmla="*/ 739394 h 2372963"/>
                <a:gd name="connsiteX2" fmla="*/ 492241 w 1589997"/>
                <a:gd name="connsiteY2" fmla="*/ 2372963 h 2372963"/>
                <a:gd name="connsiteX0" fmla="*/ 1592416 w 1592416"/>
                <a:gd name="connsiteY0" fmla="*/ 0 h 2372963"/>
                <a:gd name="connsiteX1" fmla="*/ 53938 w 1592416"/>
                <a:gd name="connsiteY1" fmla="*/ 739394 h 2372963"/>
                <a:gd name="connsiteX2" fmla="*/ 494660 w 1592416"/>
                <a:gd name="connsiteY2" fmla="*/ 2372963 h 2372963"/>
                <a:gd name="connsiteX0" fmla="*/ 1582841 w 1582841"/>
                <a:gd name="connsiteY0" fmla="*/ 0 h 2372963"/>
                <a:gd name="connsiteX1" fmla="*/ 44363 w 1582841"/>
                <a:gd name="connsiteY1" fmla="*/ 739394 h 2372963"/>
                <a:gd name="connsiteX2" fmla="*/ 485085 w 1582841"/>
                <a:gd name="connsiteY2" fmla="*/ 2372963 h 2372963"/>
                <a:gd name="connsiteX0" fmla="*/ 1657538 w 1657538"/>
                <a:gd name="connsiteY0" fmla="*/ 0 h 2398363"/>
                <a:gd name="connsiteX1" fmla="*/ 55560 w 1657538"/>
                <a:gd name="connsiteY1" fmla="*/ 764794 h 2398363"/>
                <a:gd name="connsiteX2" fmla="*/ 496282 w 1657538"/>
                <a:gd name="connsiteY2" fmla="*/ 2398363 h 2398363"/>
                <a:gd name="connsiteX0" fmla="*/ 1657538 w 1657538"/>
                <a:gd name="connsiteY0" fmla="*/ 0 h 2398363"/>
                <a:gd name="connsiteX1" fmla="*/ 55560 w 1657538"/>
                <a:gd name="connsiteY1" fmla="*/ 764794 h 2398363"/>
                <a:gd name="connsiteX2" fmla="*/ 496282 w 1657538"/>
                <a:gd name="connsiteY2" fmla="*/ 2398363 h 2398363"/>
                <a:gd name="connsiteX0" fmla="*/ 1652695 w 1652695"/>
                <a:gd name="connsiteY0" fmla="*/ 0 h 2398363"/>
                <a:gd name="connsiteX1" fmla="*/ 50717 w 1652695"/>
                <a:gd name="connsiteY1" fmla="*/ 764794 h 2398363"/>
                <a:gd name="connsiteX2" fmla="*/ 491439 w 1652695"/>
                <a:gd name="connsiteY2" fmla="*/ 2398363 h 2398363"/>
                <a:gd name="connsiteX0" fmla="*/ 1603274 w 1603274"/>
                <a:gd name="connsiteY0" fmla="*/ 0 h 2508091"/>
                <a:gd name="connsiteX1" fmla="*/ 1296 w 1603274"/>
                <a:gd name="connsiteY1" fmla="*/ 764794 h 2508091"/>
                <a:gd name="connsiteX2" fmla="*/ 1338130 w 1603274"/>
                <a:gd name="connsiteY2" fmla="*/ 2508091 h 2508091"/>
                <a:gd name="connsiteX0" fmla="*/ 1604105 w 1604105"/>
                <a:gd name="connsiteY0" fmla="*/ 0 h 2508091"/>
                <a:gd name="connsiteX1" fmla="*/ 2127 w 1604105"/>
                <a:gd name="connsiteY1" fmla="*/ 764794 h 2508091"/>
                <a:gd name="connsiteX2" fmla="*/ 1338961 w 1604105"/>
                <a:gd name="connsiteY2" fmla="*/ 2508091 h 2508091"/>
                <a:gd name="connsiteX0" fmla="*/ 404422 w 1913214"/>
                <a:gd name="connsiteY0" fmla="*/ 218248 h 1830227"/>
                <a:gd name="connsiteX1" fmla="*/ 576380 w 1913214"/>
                <a:gd name="connsiteY1" fmla="*/ 86930 h 1830227"/>
                <a:gd name="connsiteX2" fmla="*/ 1913214 w 1913214"/>
                <a:gd name="connsiteY2" fmla="*/ 1830227 h 1830227"/>
                <a:gd name="connsiteX0" fmla="*/ 377221 w 1886013"/>
                <a:gd name="connsiteY0" fmla="*/ 0 h 1611979"/>
                <a:gd name="connsiteX1" fmla="*/ 658907 w 1886013"/>
                <a:gd name="connsiteY1" fmla="*/ 1276858 h 1611979"/>
                <a:gd name="connsiteX2" fmla="*/ 1886013 w 1886013"/>
                <a:gd name="connsiteY2" fmla="*/ 1611979 h 1611979"/>
                <a:gd name="connsiteX0" fmla="*/ 5432 w 1514224"/>
                <a:gd name="connsiteY0" fmla="*/ 0 h 1611979"/>
                <a:gd name="connsiteX1" fmla="*/ 287118 w 1514224"/>
                <a:gd name="connsiteY1" fmla="*/ 1276858 h 1611979"/>
                <a:gd name="connsiteX2" fmla="*/ 1514224 w 1514224"/>
                <a:gd name="connsiteY2" fmla="*/ 1611979 h 1611979"/>
                <a:gd name="connsiteX0" fmla="*/ 5432 w 1514224"/>
                <a:gd name="connsiteY0" fmla="*/ 0 h 1630639"/>
                <a:gd name="connsiteX1" fmla="*/ 287118 w 1514224"/>
                <a:gd name="connsiteY1" fmla="*/ 1276858 h 1630639"/>
                <a:gd name="connsiteX2" fmla="*/ 1514224 w 1514224"/>
                <a:gd name="connsiteY2" fmla="*/ 1611979 h 1630639"/>
                <a:gd name="connsiteX0" fmla="*/ 17625 w 1526417"/>
                <a:gd name="connsiteY0" fmla="*/ 0 h 1621412"/>
                <a:gd name="connsiteX1" fmla="*/ 207871 w 1526417"/>
                <a:gd name="connsiteY1" fmla="*/ 1066546 h 1621412"/>
                <a:gd name="connsiteX2" fmla="*/ 1526417 w 1526417"/>
                <a:gd name="connsiteY2" fmla="*/ 1611979 h 1621412"/>
                <a:gd name="connsiteX0" fmla="*/ 21920 w 1530712"/>
                <a:gd name="connsiteY0" fmla="*/ 0 h 1623328"/>
                <a:gd name="connsiteX1" fmla="*/ 212166 w 1530712"/>
                <a:gd name="connsiteY1" fmla="*/ 1066546 h 1623328"/>
                <a:gd name="connsiteX2" fmla="*/ 1530712 w 1530712"/>
                <a:gd name="connsiteY2" fmla="*/ 1611979 h 1623328"/>
                <a:gd name="connsiteX0" fmla="*/ 16021 w 1479093"/>
                <a:gd name="connsiteY0" fmla="*/ 0 h 1693345"/>
                <a:gd name="connsiteX1" fmla="*/ 206267 w 1479093"/>
                <a:gd name="connsiteY1" fmla="*/ 1066546 h 1693345"/>
                <a:gd name="connsiteX2" fmla="*/ 1479093 w 1479093"/>
                <a:gd name="connsiteY2" fmla="*/ 1685131 h 1693345"/>
                <a:gd name="connsiteX0" fmla="*/ 16021 w 1479093"/>
                <a:gd name="connsiteY0" fmla="*/ 0 h 1685131"/>
                <a:gd name="connsiteX1" fmla="*/ 206267 w 1479093"/>
                <a:gd name="connsiteY1" fmla="*/ 1066546 h 1685131"/>
                <a:gd name="connsiteX2" fmla="*/ 1479093 w 1479093"/>
                <a:gd name="connsiteY2" fmla="*/ 1685131 h 1685131"/>
                <a:gd name="connsiteX0" fmla="*/ 6094 w 1469166"/>
                <a:gd name="connsiteY0" fmla="*/ 0 h 1685131"/>
                <a:gd name="connsiteX1" fmla="*/ 269492 w 1469166"/>
                <a:gd name="connsiteY1" fmla="*/ 883666 h 1685131"/>
                <a:gd name="connsiteX2" fmla="*/ 1469166 w 1469166"/>
                <a:gd name="connsiteY2" fmla="*/ 1685131 h 1685131"/>
                <a:gd name="connsiteX0" fmla="*/ 3045 w 1566701"/>
                <a:gd name="connsiteY0" fmla="*/ 0 h 1584547"/>
                <a:gd name="connsiteX1" fmla="*/ 367027 w 1566701"/>
                <a:gd name="connsiteY1" fmla="*/ 783082 h 1584547"/>
                <a:gd name="connsiteX2" fmla="*/ 1566701 w 1566701"/>
                <a:gd name="connsiteY2" fmla="*/ 1584547 h 1584547"/>
                <a:gd name="connsiteX0" fmla="*/ 0 w 1563656"/>
                <a:gd name="connsiteY0" fmla="*/ 0 h 1584547"/>
                <a:gd name="connsiteX1" fmla="*/ 363982 w 1563656"/>
                <a:gd name="connsiteY1" fmla="*/ 783082 h 1584547"/>
                <a:gd name="connsiteX2" fmla="*/ 1563656 w 1563656"/>
                <a:gd name="connsiteY2" fmla="*/ 1584547 h 1584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63656" h="1584547">
                  <a:moveTo>
                    <a:pt x="0" y="0"/>
                  </a:moveTo>
                  <a:cubicBezTo>
                    <a:pt x="48260" y="208534"/>
                    <a:pt x="103373" y="518991"/>
                    <a:pt x="363982" y="783082"/>
                  </a:cubicBezTo>
                  <a:cubicBezTo>
                    <a:pt x="624591" y="1047173"/>
                    <a:pt x="1217613" y="933514"/>
                    <a:pt x="1563656" y="1584547"/>
                  </a:cubicBezTo>
                </a:path>
              </a:pathLst>
            </a:custGeom>
            <a:ln w="76200">
              <a:solidFill>
                <a:schemeClr val="dk1">
                  <a:shade val="50000"/>
                  <a:alpha val="50000"/>
                </a:schemeClr>
              </a:solidFill>
              <a:prstDash val="sysDot"/>
              <a:tailEnd type="stealt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611" name="TextBox 20610">
              <a:extLst>
                <a:ext uri="{FF2B5EF4-FFF2-40B4-BE49-F238E27FC236}">
                  <a16:creationId xmlns:a16="http://schemas.microsoft.com/office/drawing/2014/main" id="{0EC6AFE0-099D-60FF-78D3-283DBEC8781A}"/>
                </a:ext>
              </a:extLst>
            </p:cNvPr>
            <p:cNvSpPr txBox="1"/>
            <p:nvPr/>
          </p:nvSpPr>
          <p:spPr>
            <a:xfrm>
              <a:off x="5215475" y="3075462"/>
              <a:ext cx="676787" cy="507831"/>
            </a:xfrm>
            <a:prstGeom prst="rect">
              <a:avLst/>
            </a:prstGeom>
            <a:noFill/>
            <a:ln>
              <a:noFill/>
              <a:prstDash val="sysDot"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900" i="1" dirty="0"/>
                <a:t>change </a:t>
              </a:r>
            </a:p>
            <a:p>
              <a:pPr algn="ctr"/>
              <a:r>
                <a:rPr lang="en-ZA" sz="900" i="1" dirty="0"/>
                <a:t>triggers</a:t>
              </a:r>
            </a:p>
            <a:p>
              <a:pPr algn="ctr"/>
              <a:r>
                <a:rPr lang="en-ZA" sz="900" i="1" dirty="0"/>
                <a:t>rebinding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11713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95" grpId="0" animBg="1"/>
      <p:bldP spid="20598" grpId="0"/>
      <p:bldP spid="20599" grpId="0"/>
      <p:bldP spid="20601" grpId="0"/>
      <p:bldP spid="2060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65BFE1D5-329E-BB29-CE8A-ED38134D0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Assignments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62DB8-8D1E-47C9-AAF8-92BA4FC1F5BA}"/>
              </a:ext>
            </a:extLst>
          </p:cNvPr>
          <p:cNvSpPr/>
          <p:nvPr/>
        </p:nvSpPr>
        <p:spPr>
          <a:xfrm>
            <a:off x="755576" y="1491630"/>
            <a:ext cx="3240360" cy="2304256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Assignment 3: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Due – this Friday!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Peer reviews – Tuesday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E37EF9-198E-461B-B235-F32727DB9297}"/>
              </a:ext>
            </a:extLst>
          </p:cNvPr>
          <p:cNvSpPr/>
          <p:nvPr/>
        </p:nvSpPr>
        <p:spPr>
          <a:xfrm>
            <a:off x="5004048" y="1491630"/>
            <a:ext cx="3240360" cy="2304256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Assignment 4: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Will upload end of the week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Due – check schedule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CDF426-E25C-44FE-9A14-1AE15C9179F2}"/>
              </a:ext>
            </a:extLst>
          </p:cNvPr>
          <p:cNvSpPr/>
          <p:nvPr/>
        </p:nvSpPr>
        <p:spPr>
          <a:xfrm>
            <a:off x="0" y="4594225"/>
            <a:ext cx="9144000" cy="54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9D536A-E98A-465C-BC14-C631E3697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303213"/>
            <a:ext cx="8496300" cy="593725"/>
          </a:xfrm>
        </p:spPr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Class exercise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F63B2A-1BAD-4500-BEC8-D920F28370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771550"/>
            <a:ext cx="8640763" cy="4299942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Instructions: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In groups of 5 (add your names)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You can use any device that you have with you, but also don’t forget about chatting to each other too!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You can use any electronic source available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Use </a:t>
            </a:r>
            <a:r>
              <a:rPr lang="en-US" altLang="en-US" b="1" dirty="0">
                <a:latin typeface="Avenir Book" pitchFamily="2" charset="0"/>
                <a:ea typeface="ＭＳ Ｐゴシック" panose="020B0600070205080204" pitchFamily="34" charset="-128"/>
              </a:rPr>
              <a:t>pen &amp; paper &amp; hand in</a:t>
            </a:r>
          </a:p>
          <a:p>
            <a:pPr marL="0" indent="0">
              <a:buNone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Questions: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What is the key difference between an Event Listener &amp; an Observer?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Give 2 examples to explain the difference identified in Question 1.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From the self-study lecture on SOLID principles, how can the way you write source code comments serve as a warning sign that your class might be violating the Single Responsibility Principle?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08F24A-372B-4707-96C8-CEAF29C5DC0A}"/>
              </a:ext>
            </a:extLst>
          </p:cNvPr>
          <p:cNvSpPr/>
          <p:nvPr/>
        </p:nvSpPr>
        <p:spPr>
          <a:xfrm>
            <a:off x="5406311" y="150840"/>
            <a:ext cx="3054121" cy="72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You have 10 minutes…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029B47-BBE4-4F18-BC5E-2147F2262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032" y="29157"/>
            <a:ext cx="1054968" cy="105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37612"/>
      </p:ext>
    </p:extLst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18070</TotalTime>
  <Words>1425</Words>
  <Application>Microsoft Office PowerPoint</Application>
  <PresentationFormat>On-screen Show (16:9)</PresentationFormat>
  <Paragraphs>284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Avenir Black</vt:lpstr>
      <vt:lpstr>Avenir Book</vt:lpstr>
      <vt:lpstr>Avenir LT 45 Book</vt:lpstr>
      <vt:lpstr>Avenir Medium</vt:lpstr>
      <vt:lpstr>Wingdings</vt:lpstr>
      <vt:lpstr>Default Design</vt:lpstr>
      <vt:lpstr>Lecture 8: MVC, Properties &amp; Binding</vt:lpstr>
      <vt:lpstr>PowerPoint Presentation</vt:lpstr>
      <vt:lpstr>PowerPoint Presentation</vt:lpstr>
      <vt:lpstr>Typical UI application</vt:lpstr>
      <vt:lpstr>Synching the data &amp; UI (the manual way)</vt:lpstr>
      <vt:lpstr>Synching the data &amp; UI (the manual way)</vt:lpstr>
      <vt:lpstr>Observer pattern</vt:lpstr>
      <vt:lpstr>Observer pattern</vt:lpstr>
      <vt:lpstr>PowerPoint Presentation</vt:lpstr>
      <vt:lpstr>Model-View-Controller (MVC) pattern</vt:lpstr>
      <vt:lpstr>JavaFX &amp; MVC</vt:lpstr>
      <vt:lpstr>Binding</vt:lpstr>
      <vt:lpstr>Types of bindings</vt:lpstr>
      <vt:lpstr>Types of bindings</vt:lpstr>
      <vt:lpstr>Complex bindings</vt:lpstr>
      <vt:lpstr>Complex bindings</vt:lpstr>
      <vt:lpstr>Using properties with JavaFX</vt:lpstr>
      <vt:lpstr>/Example04</vt:lpstr>
      <vt:lpstr>PowerPoint Presentation</vt:lpstr>
      <vt:lpstr>Assignments</vt:lpstr>
      <vt:lpstr>Class exercise</vt:lpstr>
      <vt:lpstr>PowerPoint Presentation</vt:lpstr>
    </vt:vector>
  </TitlesOfParts>
  <Company>NMMU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CSchonknecht</dc:creator>
  <cp:lastModifiedBy>Beets, Simone (Dr) (Summerstrand Campus South)</cp:lastModifiedBy>
  <cp:revision>99</cp:revision>
  <dcterms:created xsi:type="dcterms:W3CDTF">2006-12-05T12:30:39Z</dcterms:created>
  <dcterms:modified xsi:type="dcterms:W3CDTF">2026-04-12T20:50:11Z</dcterms:modified>
</cp:coreProperties>
</file>