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71" r:id="rId2"/>
    <p:sldId id="339" r:id="rId3"/>
    <p:sldId id="284" r:id="rId4"/>
    <p:sldId id="328" r:id="rId5"/>
    <p:sldId id="297" r:id="rId6"/>
    <p:sldId id="278" r:id="rId7"/>
    <p:sldId id="324" r:id="rId8"/>
    <p:sldId id="329"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4" r:id="rId23"/>
    <p:sldId id="311" r:id="rId24"/>
    <p:sldId id="338" r:id="rId25"/>
    <p:sldId id="337" r:id="rId26"/>
    <p:sldId id="321" r:id="rId27"/>
    <p:sldId id="334" r:id="rId28"/>
    <p:sldId id="335" r:id="rId29"/>
    <p:sldId id="326" r:id="rId30"/>
    <p:sldId id="336" r:id="rId31"/>
    <p:sldId id="340" r:id="rId32"/>
    <p:sldId id="323" r:id="rId33"/>
    <p:sldId id="269" r:id="rId34"/>
  </p:sldIdLst>
  <p:sldSz cx="9144000" cy="5143500" type="screen16x9"/>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C000"/>
    <a:srgbClr val="FFFFFF"/>
    <a:srgbClr val="00CC00"/>
    <a:srgbClr val="001027"/>
    <a:srgbClr val="9B221F"/>
    <a:srgbClr val="003057"/>
    <a:srgbClr val="57BCE9"/>
    <a:srgbClr val="F14F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971" autoAdjust="0"/>
  </p:normalViewPr>
  <p:slideViewPr>
    <p:cSldViewPr>
      <p:cViewPr varScale="1">
        <p:scale>
          <a:sx n="95" d="100"/>
          <a:sy n="95" d="100"/>
        </p:scale>
        <p:origin x="1540" y="6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e" userId="a9ed24f3-f7e1-440a-a32f-a1285e0bd405" providerId="ADAL" clId="{C05C881B-4EC1-4F62-A350-69C06A986BA2}"/>
    <pc:docChg chg="delSld">
      <pc:chgData name="Simone" userId="a9ed24f3-f7e1-440a-a32f-a1285e0bd405" providerId="ADAL" clId="{C05C881B-4EC1-4F62-A350-69C06A986BA2}" dt="2026-02-17T19:36:14.910" v="1" actId="47"/>
      <pc:docMkLst>
        <pc:docMk/>
      </pc:docMkLst>
      <pc:sldChg chg="del">
        <pc:chgData name="Simone" userId="a9ed24f3-f7e1-440a-a32f-a1285e0bd405" providerId="ADAL" clId="{C05C881B-4EC1-4F62-A350-69C06A986BA2}" dt="2026-02-17T19:36:14.910" v="1" actId="47"/>
        <pc:sldMkLst>
          <pc:docMk/>
          <pc:sldMk cId="4261337612" sldId="320"/>
        </pc:sldMkLst>
      </pc:sldChg>
      <pc:sldChg chg="del">
        <pc:chgData name="Simone" userId="a9ed24f3-f7e1-440a-a32f-a1285e0bd405" providerId="ADAL" clId="{C05C881B-4EC1-4F62-A350-69C06A986BA2}" dt="2026-02-17T19:36:13.312" v="0" actId="47"/>
        <pc:sldMkLst>
          <pc:docMk/>
          <pc:sldMk cId="333441223" sldId="34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099304-CF81-49E1-B090-2D7CA907B036}"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ZA"/>
        </a:p>
      </dgm:t>
    </dgm:pt>
    <dgm:pt modelId="{A4B292DE-65BC-4F30-9CF2-B188952BEBB4}">
      <dgm:prSet phldrT="[Text]"/>
      <dgm:spPr>
        <a:solidFill>
          <a:srgbClr val="FEC000"/>
        </a:solidFill>
      </dgm:spPr>
      <dgm:t>
        <a:bodyPr/>
        <a:lstStyle/>
        <a:p>
          <a:r>
            <a:rPr lang="en-ZA" dirty="0"/>
            <a:t>VCS Features</a:t>
          </a:r>
        </a:p>
      </dgm:t>
    </dgm:pt>
    <dgm:pt modelId="{D5E2FA97-5798-4740-8479-B467E092FBEE}" type="parTrans" cxnId="{CF76B217-D534-4817-9B95-68C09E7A4E66}">
      <dgm:prSet/>
      <dgm:spPr/>
      <dgm:t>
        <a:bodyPr/>
        <a:lstStyle/>
        <a:p>
          <a:endParaRPr lang="en-ZA"/>
        </a:p>
      </dgm:t>
    </dgm:pt>
    <dgm:pt modelId="{B5DB4395-AE15-4890-B9E2-23E3DFDFC4C6}" type="sibTrans" cxnId="{CF76B217-D534-4817-9B95-68C09E7A4E66}">
      <dgm:prSet/>
      <dgm:spPr/>
      <dgm:t>
        <a:bodyPr/>
        <a:lstStyle/>
        <a:p>
          <a:endParaRPr lang="en-ZA"/>
        </a:p>
      </dgm:t>
    </dgm:pt>
    <dgm:pt modelId="{94206052-2F73-4A5A-985E-2D55A44EAB6D}">
      <dgm:prSet phldrT="[Text]"/>
      <dgm:spPr>
        <a:solidFill>
          <a:schemeClr val="accent1">
            <a:lumMod val="50000"/>
          </a:schemeClr>
        </a:solidFill>
      </dgm:spPr>
      <dgm:t>
        <a:bodyPr/>
        <a:lstStyle/>
        <a:p>
          <a:r>
            <a:rPr lang="en-ZA" b="1" u="sng" dirty="0"/>
            <a:t>Repository</a:t>
          </a:r>
        </a:p>
      </dgm:t>
    </dgm:pt>
    <dgm:pt modelId="{4FB3488D-0EF1-46AE-8B0E-C81A0106D8E7}" type="parTrans" cxnId="{DC956970-0DE5-47E9-AC20-3ADD387E07AA}">
      <dgm:prSet/>
      <dgm:spPr/>
      <dgm:t>
        <a:bodyPr/>
        <a:lstStyle/>
        <a:p>
          <a:endParaRPr lang="en-ZA"/>
        </a:p>
      </dgm:t>
    </dgm:pt>
    <dgm:pt modelId="{B7FD66A1-5A6A-48AC-809B-A3498841519A}" type="sibTrans" cxnId="{DC956970-0DE5-47E9-AC20-3ADD387E07AA}">
      <dgm:prSet/>
      <dgm:spPr/>
      <dgm:t>
        <a:bodyPr/>
        <a:lstStyle/>
        <a:p>
          <a:endParaRPr lang="en-ZA"/>
        </a:p>
      </dgm:t>
    </dgm:pt>
    <dgm:pt modelId="{C8B08237-5EB4-4EFA-BB09-5ADB57678A0D}">
      <dgm:prSet phldrT="[Text]"/>
      <dgm:spPr>
        <a:solidFill>
          <a:schemeClr val="accent1">
            <a:lumMod val="50000"/>
          </a:schemeClr>
        </a:solidFill>
      </dgm:spPr>
      <dgm:t>
        <a:bodyPr/>
        <a:lstStyle/>
        <a:p>
          <a:r>
            <a:rPr lang="en-ZA" b="1" u="sng" dirty="0"/>
            <a:t>Pull request</a:t>
          </a:r>
        </a:p>
      </dgm:t>
    </dgm:pt>
    <dgm:pt modelId="{6B05D924-DF30-4D5B-A145-7758D2E10630}" type="parTrans" cxnId="{64E13BF4-658A-4CA4-913F-6B217FBAAA63}">
      <dgm:prSet/>
      <dgm:spPr/>
      <dgm:t>
        <a:bodyPr/>
        <a:lstStyle/>
        <a:p>
          <a:endParaRPr lang="en-ZA"/>
        </a:p>
      </dgm:t>
    </dgm:pt>
    <dgm:pt modelId="{EA99DE1A-D481-4628-B59A-258D9D053E26}" type="sibTrans" cxnId="{64E13BF4-658A-4CA4-913F-6B217FBAAA63}">
      <dgm:prSet/>
      <dgm:spPr/>
      <dgm:t>
        <a:bodyPr/>
        <a:lstStyle/>
        <a:p>
          <a:endParaRPr lang="en-ZA"/>
        </a:p>
      </dgm:t>
    </dgm:pt>
    <dgm:pt modelId="{A7B5648F-DC98-4B91-8378-66DCBB7B55C8}">
      <dgm:prSet phldrT="[Text]"/>
      <dgm:spPr>
        <a:solidFill>
          <a:schemeClr val="accent1">
            <a:lumMod val="50000"/>
          </a:schemeClr>
        </a:solidFill>
      </dgm:spPr>
      <dgm:t>
        <a:bodyPr/>
        <a:lstStyle/>
        <a:p>
          <a:r>
            <a:rPr lang="en-ZA" b="1" u="sng" dirty="0"/>
            <a:t>Commit</a:t>
          </a:r>
        </a:p>
      </dgm:t>
    </dgm:pt>
    <dgm:pt modelId="{C100DF2C-D40D-4385-BB91-32FB22C0DB22}" type="parTrans" cxnId="{68D613A5-3183-4603-BC19-E3FF6641008B}">
      <dgm:prSet/>
      <dgm:spPr/>
      <dgm:t>
        <a:bodyPr/>
        <a:lstStyle/>
        <a:p>
          <a:endParaRPr lang="en-ZA"/>
        </a:p>
      </dgm:t>
    </dgm:pt>
    <dgm:pt modelId="{9C2CD678-5447-4666-B878-CA683EB6DA7F}" type="sibTrans" cxnId="{68D613A5-3183-4603-BC19-E3FF6641008B}">
      <dgm:prSet/>
      <dgm:spPr/>
      <dgm:t>
        <a:bodyPr/>
        <a:lstStyle/>
        <a:p>
          <a:endParaRPr lang="en-ZA"/>
        </a:p>
      </dgm:t>
    </dgm:pt>
    <dgm:pt modelId="{329701D4-979B-49C8-BD7F-2883F33CCB61}">
      <dgm:prSet phldrT="[Text]"/>
      <dgm:spPr>
        <a:solidFill>
          <a:schemeClr val="accent1">
            <a:lumMod val="50000"/>
          </a:schemeClr>
        </a:solidFill>
      </dgm:spPr>
      <dgm:t>
        <a:bodyPr/>
        <a:lstStyle/>
        <a:p>
          <a:r>
            <a:rPr lang="en-ZA" b="1" u="sng" dirty="0"/>
            <a:t>Branch</a:t>
          </a:r>
        </a:p>
      </dgm:t>
    </dgm:pt>
    <dgm:pt modelId="{59C89D17-A9BE-4917-A397-CF415784AB8D}" type="parTrans" cxnId="{239856ED-A396-483E-BFF8-9D33EE60D83B}">
      <dgm:prSet/>
      <dgm:spPr/>
      <dgm:t>
        <a:bodyPr/>
        <a:lstStyle/>
        <a:p>
          <a:endParaRPr lang="en-ZA"/>
        </a:p>
      </dgm:t>
    </dgm:pt>
    <dgm:pt modelId="{7C65153E-81D1-4903-BF0A-D6757069D79F}" type="sibTrans" cxnId="{239856ED-A396-483E-BFF8-9D33EE60D83B}">
      <dgm:prSet/>
      <dgm:spPr/>
      <dgm:t>
        <a:bodyPr/>
        <a:lstStyle/>
        <a:p>
          <a:endParaRPr lang="en-ZA"/>
        </a:p>
      </dgm:t>
    </dgm:pt>
    <dgm:pt modelId="{9E101611-96AA-4F65-9E3A-64AF161A06BD}">
      <dgm:prSet phldrT="[Text]"/>
      <dgm:spPr>
        <a:solidFill>
          <a:schemeClr val="accent1">
            <a:lumMod val="50000"/>
          </a:schemeClr>
        </a:solidFill>
      </dgm:spPr>
      <dgm:t>
        <a:bodyPr/>
        <a:lstStyle/>
        <a:p>
          <a:r>
            <a:rPr lang="en-ZA" b="1" u="sng" dirty="0"/>
            <a:t>Merge</a:t>
          </a:r>
        </a:p>
      </dgm:t>
    </dgm:pt>
    <dgm:pt modelId="{E9DC8891-84E1-4279-B2D3-D342750A023A}" type="parTrans" cxnId="{0B8D82E3-FFBD-4666-B656-019C84818251}">
      <dgm:prSet/>
      <dgm:spPr/>
      <dgm:t>
        <a:bodyPr/>
        <a:lstStyle/>
        <a:p>
          <a:endParaRPr lang="en-ZA"/>
        </a:p>
      </dgm:t>
    </dgm:pt>
    <dgm:pt modelId="{99C137FB-7B00-4D28-8754-BF8E6EB6EBB9}" type="sibTrans" cxnId="{0B8D82E3-FFBD-4666-B656-019C84818251}">
      <dgm:prSet/>
      <dgm:spPr/>
      <dgm:t>
        <a:bodyPr/>
        <a:lstStyle/>
        <a:p>
          <a:endParaRPr lang="en-ZA"/>
        </a:p>
      </dgm:t>
    </dgm:pt>
    <dgm:pt modelId="{3621BEC6-3AD0-42BB-AD02-D89E989647F4}">
      <dgm:prSet phldrT="[Text]"/>
      <dgm:spPr>
        <a:solidFill>
          <a:schemeClr val="accent1">
            <a:lumMod val="50000"/>
          </a:schemeClr>
        </a:solidFill>
      </dgm:spPr>
      <dgm:t>
        <a:bodyPr/>
        <a:lstStyle/>
        <a:p>
          <a:r>
            <a:rPr lang="en-ZA" dirty="0"/>
            <a:t>Conflict</a:t>
          </a:r>
        </a:p>
      </dgm:t>
    </dgm:pt>
    <dgm:pt modelId="{D518D5C3-BD03-4CFA-BB2F-6E396F625037}" type="parTrans" cxnId="{E3BA367F-F448-487E-9F24-EEA74D2CCE73}">
      <dgm:prSet/>
      <dgm:spPr/>
      <dgm:t>
        <a:bodyPr/>
        <a:lstStyle/>
        <a:p>
          <a:endParaRPr lang="en-ZA"/>
        </a:p>
      </dgm:t>
    </dgm:pt>
    <dgm:pt modelId="{E7931A63-5CC2-47CB-A65F-90E37A0756A1}" type="sibTrans" cxnId="{E3BA367F-F448-487E-9F24-EEA74D2CCE73}">
      <dgm:prSet/>
      <dgm:spPr/>
      <dgm:t>
        <a:bodyPr/>
        <a:lstStyle/>
        <a:p>
          <a:endParaRPr lang="en-ZA"/>
        </a:p>
      </dgm:t>
    </dgm:pt>
    <dgm:pt modelId="{5AFC9706-9F97-478E-9681-17D6693B7DAE}">
      <dgm:prSet phldrT="[Text]"/>
      <dgm:spPr>
        <a:solidFill>
          <a:schemeClr val="accent1">
            <a:lumMod val="50000"/>
          </a:schemeClr>
        </a:solidFill>
      </dgm:spPr>
      <dgm:t>
        <a:bodyPr/>
        <a:lstStyle/>
        <a:p>
          <a:r>
            <a:rPr lang="en-ZA" dirty="0"/>
            <a:t>Checkout</a:t>
          </a:r>
        </a:p>
      </dgm:t>
    </dgm:pt>
    <dgm:pt modelId="{DB9C3145-C82A-4AB3-B47B-D81EA28DB2CF}" type="parTrans" cxnId="{B3E1D015-41B2-4514-94E5-E8B8824EEDCC}">
      <dgm:prSet/>
      <dgm:spPr/>
      <dgm:t>
        <a:bodyPr/>
        <a:lstStyle/>
        <a:p>
          <a:endParaRPr lang="en-ZA"/>
        </a:p>
      </dgm:t>
    </dgm:pt>
    <dgm:pt modelId="{A7B5B079-8306-4B64-9EFD-19FF27F72F63}" type="sibTrans" cxnId="{B3E1D015-41B2-4514-94E5-E8B8824EEDCC}">
      <dgm:prSet/>
      <dgm:spPr/>
      <dgm:t>
        <a:bodyPr/>
        <a:lstStyle/>
        <a:p>
          <a:endParaRPr lang="en-ZA"/>
        </a:p>
      </dgm:t>
    </dgm:pt>
    <dgm:pt modelId="{1334F1A0-2778-4F3A-BC63-E2B1E047EDE4}">
      <dgm:prSet phldrT="[Text]"/>
      <dgm:spPr>
        <a:solidFill>
          <a:schemeClr val="accent1">
            <a:lumMod val="50000"/>
          </a:schemeClr>
        </a:solidFill>
      </dgm:spPr>
      <dgm:t>
        <a:bodyPr/>
        <a:lstStyle/>
        <a:p>
          <a:r>
            <a:rPr lang="en-ZA" dirty="0"/>
            <a:t>Remote</a:t>
          </a:r>
        </a:p>
      </dgm:t>
    </dgm:pt>
    <dgm:pt modelId="{0AFBE5B7-A8F2-4938-8945-1D747C77E99E}" type="parTrans" cxnId="{53A2F3CA-D521-489E-8247-C352771EFA60}">
      <dgm:prSet/>
      <dgm:spPr/>
      <dgm:t>
        <a:bodyPr/>
        <a:lstStyle/>
        <a:p>
          <a:endParaRPr lang="en-ZA"/>
        </a:p>
      </dgm:t>
    </dgm:pt>
    <dgm:pt modelId="{90BA36F8-250D-4DCD-9973-F5A4B749E44C}" type="sibTrans" cxnId="{53A2F3CA-D521-489E-8247-C352771EFA60}">
      <dgm:prSet/>
      <dgm:spPr/>
      <dgm:t>
        <a:bodyPr/>
        <a:lstStyle/>
        <a:p>
          <a:endParaRPr lang="en-ZA"/>
        </a:p>
      </dgm:t>
    </dgm:pt>
    <dgm:pt modelId="{E5E70549-0A73-4719-8B3A-CDB3C29052CA}">
      <dgm:prSet phldrT="[Text]"/>
      <dgm:spPr>
        <a:solidFill>
          <a:schemeClr val="accent1">
            <a:lumMod val="50000"/>
          </a:schemeClr>
        </a:solidFill>
      </dgm:spPr>
      <dgm:t>
        <a:bodyPr/>
        <a:lstStyle/>
        <a:p>
          <a:r>
            <a:rPr lang="en-ZA" dirty="0"/>
            <a:t>Fork</a:t>
          </a:r>
        </a:p>
      </dgm:t>
    </dgm:pt>
    <dgm:pt modelId="{ECCBB9FC-7C01-4A19-B266-435CBEFF9D3D}" type="parTrans" cxnId="{0CAFF682-C286-4B1D-A526-78A405BA9C96}">
      <dgm:prSet/>
      <dgm:spPr/>
      <dgm:t>
        <a:bodyPr/>
        <a:lstStyle/>
        <a:p>
          <a:endParaRPr lang="en-ZA"/>
        </a:p>
      </dgm:t>
    </dgm:pt>
    <dgm:pt modelId="{61245209-A3B1-4C17-9507-09D8DEEE2E2A}" type="sibTrans" cxnId="{0CAFF682-C286-4B1D-A526-78A405BA9C96}">
      <dgm:prSet/>
      <dgm:spPr/>
      <dgm:t>
        <a:bodyPr/>
        <a:lstStyle/>
        <a:p>
          <a:endParaRPr lang="en-ZA"/>
        </a:p>
      </dgm:t>
    </dgm:pt>
    <dgm:pt modelId="{BEF63161-3981-4035-BB83-2D64B8F45856}">
      <dgm:prSet phldrT="[Text]"/>
      <dgm:spPr>
        <a:solidFill>
          <a:schemeClr val="accent1">
            <a:lumMod val="50000"/>
          </a:schemeClr>
        </a:solidFill>
      </dgm:spPr>
      <dgm:t>
        <a:bodyPr/>
        <a:lstStyle/>
        <a:p>
          <a:r>
            <a:rPr lang="en-ZA" dirty="0"/>
            <a:t>Revert</a:t>
          </a:r>
        </a:p>
      </dgm:t>
    </dgm:pt>
    <dgm:pt modelId="{472833EB-6A5F-4587-A97A-FEFF9DF507C7}" type="parTrans" cxnId="{AB7812C3-8D0E-4D22-8232-0367F76037AC}">
      <dgm:prSet/>
      <dgm:spPr/>
      <dgm:t>
        <a:bodyPr/>
        <a:lstStyle/>
        <a:p>
          <a:endParaRPr lang="en-ZA"/>
        </a:p>
      </dgm:t>
    </dgm:pt>
    <dgm:pt modelId="{3B2A19C6-A204-473C-97EC-53B8E098D25A}" type="sibTrans" cxnId="{AB7812C3-8D0E-4D22-8232-0367F76037AC}">
      <dgm:prSet/>
      <dgm:spPr/>
      <dgm:t>
        <a:bodyPr/>
        <a:lstStyle/>
        <a:p>
          <a:endParaRPr lang="en-ZA"/>
        </a:p>
      </dgm:t>
    </dgm:pt>
    <dgm:pt modelId="{AA849AC6-7519-40DA-900F-C1AEAEA49454}">
      <dgm:prSet phldrT="[Text]"/>
      <dgm:spPr>
        <a:solidFill>
          <a:schemeClr val="accent1">
            <a:lumMod val="50000"/>
          </a:schemeClr>
        </a:solidFill>
      </dgm:spPr>
      <dgm:t>
        <a:bodyPr/>
        <a:lstStyle/>
        <a:p>
          <a:r>
            <a:rPr lang="en-ZA" dirty="0"/>
            <a:t>Tag</a:t>
          </a:r>
        </a:p>
      </dgm:t>
    </dgm:pt>
    <dgm:pt modelId="{78D838FB-76A2-4A30-9CD6-D3E84DB3FAB4}" type="parTrans" cxnId="{2AAF6A21-2D82-4D3D-AAA9-BBCAC7F578EF}">
      <dgm:prSet/>
      <dgm:spPr/>
      <dgm:t>
        <a:bodyPr/>
        <a:lstStyle/>
        <a:p>
          <a:endParaRPr lang="en-ZA"/>
        </a:p>
      </dgm:t>
    </dgm:pt>
    <dgm:pt modelId="{DC18046B-60B7-47B0-8E55-61F80C7FC680}" type="sibTrans" cxnId="{2AAF6A21-2D82-4D3D-AAA9-BBCAC7F578EF}">
      <dgm:prSet/>
      <dgm:spPr/>
      <dgm:t>
        <a:bodyPr/>
        <a:lstStyle/>
        <a:p>
          <a:endParaRPr lang="en-ZA"/>
        </a:p>
      </dgm:t>
    </dgm:pt>
    <dgm:pt modelId="{44867E53-1D65-436C-B799-F33F8A2F33D6}" type="pres">
      <dgm:prSet presAssocID="{EC099304-CF81-49E1-B090-2D7CA907B036}" presName="cycle" presStyleCnt="0">
        <dgm:presLayoutVars>
          <dgm:chMax val="1"/>
          <dgm:dir/>
          <dgm:animLvl val="ctr"/>
          <dgm:resizeHandles val="exact"/>
        </dgm:presLayoutVars>
      </dgm:prSet>
      <dgm:spPr/>
    </dgm:pt>
    <dgm:pt modelId="{5BCDB88A-BD8F-4219-B20E-2AD18BB22BE5}" type="pres">
      <dgm:prSet presAssocID="{A4B292DE-65BC-4F30-9CF2-B188952BEBB4}" presName="centerShape" presStyleLbl="node0" presStyleIdx="0" presStyleCnt="1"/>
      <dgm:spPr/>
    </dgm:pt>
    <dgm:pt modelId="{324AB907-6DC0-41C5-95AB-87E48E759F0C}" type="pres">
      <dgm:prSet presAssocID="{4FB3488D-0EF1-46AE-8B0E-C81A0106D8E7}" presName="Name9" presStyleLbl="parChTrans1D2" presStyleIdx="0" presStyleCnt="11"/>
      <dgm:spPr/>
    </dgm:pt>
    <dgm:pt modelId="{97C32B70-0DE3-4B62-BDDE-3B861E66AF9D}" type="pres">
      <dgm:prSet presAssocID="{4FB3488D-0EF1-46AE-8B0E-C81A0106D8E7}" presName="connTx" presStyleLbl="parChTrans1D2" presStyleIdx="0" presStyleCnt="11"/>
      <dgm:spPr/>
    </dgm:pt>
    <dgm:pt modelId="{333C4802-6558-49D0-A383-2F12AD318A67}" type="pres">
      <dgm:prSet presAssocID="{94206052-2F73-4A5A-985E-2D55A44EAB6D}" presName="node" presStyleLbl="node1" presStyleIdx="0" presStyleCnt="11">
        <dgm:presLayoutVars>
          <dgm:bulletEnabled val="1"/>
        </dgm:presLayoutVars>
      </dgm:prSet>
      <dgm:spPr/>
    </dgm:pt>
    <dgm:pt modelId="{50560BAC-4DD4-4663-9D2C-248F043E7B15}" type="pres">
      <dgm:prSet presAssocID="{6B05D924-DF30-4D5B-A145-7758D2E10630}" presName="Name9" presStyleLbl="parChTrans1D2" presStyleIdx="1" presStyleCnt="11"/>
      <dgm:spPr/>
    </dgm:pt>
    <dgm:pt modelId="{2E7BC5AE-1406-4FE1-9942-B788B4BF6574}" type="pres">
      <dgm:prSet presAssocID="{6B05D924-DF30-4D5B-A145-7758D2E10630}" presName="connTx" presStyleLbl="parChTrans1D2" presStyleIdx="1" presStyleCnt="11"/>
      <dgm:spPr/>
    </dgm:pt>
    <dgm:pt modelId="{47463369-6193-454D-87D0-2E6DCB8ED34F}" type="pres">
      <dgm:prSet presAssocID="{C8B08237-5EB4-4EFA-BB09-5ADB57678A0D}" presName="node" presStyleLbl="node1" presStyleIdx="1" presStyleCnt="11">
        <dgm:presLayoutVars>
          <dgm:bulletEnabled val="1"/>
        </dgm:presLayoutVars>
      </dgm:prSet>
      <dgm:spPr/>
    </dgm:pt>
    <dgm:pt modelId="{00A8AF85-F9D2-40CF-BA7E-008F18FAA3CA}" type="pres">
      <dgm:prSet presAssocID="{C100DF2C-D40D-4385-BB91-32FB22C0DB22}" presName="Name9" presStyleLbl="parChTrans1D2" presStyleIdx="2" presStyleCnt="11"/>
      <dgm:spPr/>
    </dgm:pt>
    <dgm:pt modelId="{5B779A7D-9268-4859-A77B-E9781B4D690F}" type="pres">
      <dgm:prSet presAssocID="{C100DF2C-D40D-4385-BB91-32FB22C0DB22}" presName="connTx" presStyleLbl="parChTrans1D2" presStyleIdx="2" presStyleCnt="11"/>
      <dgm:spPr/>
    </dgm:pt>
    <dgm:pt modelId="{E42D0E29-01EF-4897-89E9-30D634B39C6F}" type="pres">
      <dgm:prSet presAssocID="{A7B5648F-DC98-4B91-8378-66DCBB7B55C8}" presName="node" presStyleLbl="node1" presStyleIdx="2" presStyleCnt="11">
        <dgm:presLayoutVars>
          <dgm:bulletEnabled val="1"/>
        </dgm:presLayoutVars>
      </dgm:prSet>
      <dgm:spPr/>
    </dgm:pt>
    <dgm:pt modelId="{6E6A34A2-D1C2-4F15-B129-7E4565E44901}" type="pres">
      <dgm:prSet presAssocID="{59C89D17-A9BE-4917-A397-CF415784AB8D}" presName="Name9" presStyleLbl="parChTrans1D2" presStyleIdx="3" presStyleCnt="11"/>
      <dgm:spPr/>
    </dgm:pt>
    <dgm:pt modelId="{06E3E9BE-9CBB-45B6-96EE-0AC7EE379AD7}" type="pres">
      <dgm:prSet presAssocID="{59C89D17-A9BE-4917-A397-CF415784AB8D}" presName="connTx" presStyleLbl="parChTrans1D2" presStyleIdx="3" presStyleCnt="11"/>
      <dgm:spPr/>
    </dgm:pt>
    <dgm:pt modelId="{1AF09E71-88B6-4511-AA64-8E0A25D73A77}" type="pres">
      <dgm:prSet presAssocID="{329701D4-979B-49C8-BD7F-2883F33CCB61}" presName="node" presStyleLbl="node1" presStyleIdx="3" presStyleCnt="11">
        <dgm:presLayoutVars>
          <dgm:bulletEnabled val="1"/>
        </dgm:presLayoutVars>
      </dgm:prSet>
      <dgm:spPr/>
    </dgm:pt>
    <dgm:pt modelId="{E8C9C7DE-1000-41E0-B71E-2232BCD000B7}" type="pres">
      <dgm:prSet presAssocID="{E9DC8891-84E1-4279-B2D3-D342750A023A}" presName="Name9" presStyleLbl="parChTrans1D2" presStyleIdx="4" presStyleCnt="11"/>
      <dgm:spPr/>
    </dgm:pt>
    <dgm:pt modelId="{F0708287-79A2-4665-AF31-034AA77D05D5}" type="pres">
      <dgm:prSet presAssocID="{E9DC8891-84E1-4279-B2D3-D342750A023A}" presName="connTx" presStyleLbl="parChTrans1D2" presStyleIdx="4" presStyleCnt="11"/>
      <dgm:spPr/>
    </dgm:pt>
    <dgm:pt modelId="{0C48A89A-1FD3-42A6-B6AC-856DE602AFD3}" type="pres">
      <dgm:prSet presAssocID="{9E101611-96AA-4F65-9E3A-64AF161A06BD}" presName="node" presStyleLbl="node1" presStyleIdx="4" presStyleCnt="11">
        <dgm:presLayoutVars>
          <dgm:bulletEnabled val="1"/>
        </dgm:presLayoutVars>
      </dgm:prSet>
      <dgm:spPr/>
    </dgm:pt>
    <dgm:pt modelId="{B2067784-4DBC-4807-B793-EA49978CE13D}" type="pres">
      <dgm:prSet presAssocID="{D518D5C3-BD03-4CFA-BB2F-6E396F625037}" presName="Name9" presStyleLbl="parChTrans1D2" presStyleIdx="5" presStyleCnt="11"/>
      <dgm:spPr/>
    </dgm:pt>
    <dgm:pt modelId="{D571EA3F-7775-4319-83D8-B0DEE11AFFB1}" type="pres">
      <dgm:prSet presAssocID="{D518D5C3-BD03-4CFA-BB2F-6E396F625037}" presName="connTx" presStyleLbl="parChTrans1D2" presStyleIdx="5" presStyleCnt="11"/>
      <dgm:spPr/>
    </dgm:pt>
    <dgm:pt modelId="{600ECE45-7313-4013-9D5C-5A32043F1452}" type="pres">
      <dgm:prSet presAssocID="{3621BEC6-3AD0-42BB-AD02-D89E989647F4}" presName="node" presStyleLbl="node1" presStyleIdx="5" presStyleCnt="11">
        <dgm:presLayoutVars>
          <dgm:bulletEnabled val="1"/>
        </dgm:presLayoutVars>
      </dgm:prSet>
      <dgm:spPr/>
    </dgm:pt>
    <dgm:pt modelId="{5B565407-DA0B-4DD1-8523-88175AFB571D}" type="pres">
      <dgm:prSet presAssocID="{DB9C3145-C82A-4AB3-B47B-D81EA28DB2CF}" presName="Name9" presStyleLbl="parChTrans1D2" presStyleIdx="6" presStyleCnt="11"/>
      <dgm:spPr/>
    </dgm:pt>
    <dgm:pt modelId="{6EBC8992-3B6A-48C2-A6EB-20000768B450}" type="pres">
      <dgm:prSet presAssocID="{DB9C3145-C82A-4AB3-B47B-D81EA28DB2CF}" presName="connTx" presStyleLbl="parChTrans1D2" presStyleIdx="6" presStyleCnt="11"/>
      <dgm:spPr/>
    </dgm:pt>
    <dgm:pt modelId="{713BD3F0-2CD5-4549-A962-AA61D08C9914}" type="pres">
      <dgm:prSet presAssocID="{5AFC9706-9F97-478E-9681-17D6693B7DAE}" presName="node" presStyleLbl="node1" presStyleIdx="6" presStyleCnt="11">
        <dgm:presLayoutVars>
          <dgm:bulletEnabled val="1"/>
        </dgm:presLayoutVars>
      </dgm:prSet>
      <dgm:spPr/>
    </dgm:pt>
    <dgm:pt modelId="{D1FE00D7-E193-45C7-99A2-24FA8EEFAD57}" type="pres">
      <dgm:prSet presAssocID="{0AFBE5B7-A8F2-4938-8945-1D747C77E99E}" presName="Name9" presStyleLbl="parChTrans1D2" presStyleIdx="7" presStyleCnt="11"/>
      <dgm:spPr/>
    </dgm:pt>
    <dgm:pt modelId="{D54A8247-E2F0-425A-B030-5B48F3E8186C}" type="pres">
      <dgm:prSet presAssocID="{0AFBE5B7-A8F2-4938-8945-1D747C77E99E}" presName="connTx" presStyleLbl="parChTrans1D2" presStyleIdx="7" presStyleCnt="11"/>
      <dgm:spPr/>
    </dgm:pt>
    <dgm:pt modelId="{6F6F993F-67B0-4920-B461-CA59F87150A5}" type="pres">
      <dgm:prSet presAssocID="{1334F1A0-2778-4F3A-BC63-E2B1E047EDE4}" presName="node" presStyleLbl="node1" presStyleIdx="7" presStyleCnt="11">
        <dgm:presLayoutVars>
          <dgm:bulletEnabled val="1"/>
        </dgm:presLayoutVars>
      </dgm:prSet>
      <dgm:spPr/>
    </dgm:pt>
    <dgm:pt modelId="{37F674DC-1759-4892-8452-11EC28A1A5E4}" type="pres">
      <dgm:prSet presAssocID="{ECCBB9FC-7C01-4A19-B266-435CBEFF9D3D}" presName="Name9" presStyleLbl="parChTrans1D2" presStyleIdx="8" presStyleCnt="11"/>
      <dgm:spPr/>
    </dgm:pt>
    <dgm:pt modelId="{A5012438-7F85-481A-8AB6-C1224899EE03}" type="pres">
      <dgm:prSet presAssocID="{ECCBB9FC-7C01-4A19-B266-435CBEFF9D3D}" presName="connTx" presStyleLbl="parChTrans1D2" presStyleIdx="8" presStyleCnt="11"/>
      <dgm:spPr/>
    </dgm:pt>
    <dgm:pt modelId="{231E9D19-5AE8-4ECF-B27C-DE35749EEE87}" type="pres">
      <dgm:prSet presAssocID="{E5E70549-0A73-4719-8B3A-CDB3C29052CA}" presName="node" presStyleLbl="node1" presStyleIdx="8" presStyleCnt="11">
        <dgm:presLayoutVars>
          <dgm:bulletEnabled val="1"/>
        </dgm:presLayoutVars>
      </dgm:prSet>
      <dgm:spPr/>
    </dgm:pt>
    <dgm:pt modelId="{DDA4E687-AD8F-4EDA-92BE-63CFFF2671B7}" type="pres">
      <dgm:prSet presAssocID="{472833EB-6A5F-4587-A97A-FEFF9DF507C7}" presName="Name9" presStyleLbl="parChTrans1D2" presStyleIdx="9" presStyleCnt="11"/>
      <dgm:spPr/>
    </dgm:pt>
    <dgm:pt modelId="{74BB1480-2151-4889-BB01-DC93F60E1DD5}" type="pres">
      <dgm:prSet presAssocID="{472833EB-6A5F-4587-A97A-FEFF9DF507C7}" presName="connTx" presStyleLbl="parChTrans1D2" presStyleIdx="9" presStyleCnt="11"/>
      <dgm:spPr/>
    </dgm:pt>
    <dgm:pt modelId="{135B2E2D-9A8F-49E4-B604-730A083E46ED}" type="pres">
      <dgm:prSet presAssocID="{BEF63161-3981-4035-BB83-2D64B8F45856}" presName="node" presStyleLbl="node1" presStyleIdx="9" presStyleCnt="11">
        <dgm:presLayoutVars>
          <dgm:bulletEnabled val="1"/>
        </dgm:presLayoutVars>
      </dgm:prSet>
      <dgm:spPr/>
    </dgm:pt>
    <dgm:pt modelId="{E3106EB7-1645-4644-B55F-3F689014C4E3}" type="pres">
      <dgm:prSet presAssocID="{78D838FB-76A2-4A30-9CD6-D3E84DB3FAB4}" presName="Name9" presStyleLbl="parChTrans1D2" presStyleIdx="10" presStyleCnt="11"/>
      <dgm:spPr/>
    </dgm:pt>
    <dgm:pt modelId="{1C3C8255-2418-4446-A01E-DD2BE9ABB7BC}" type="pres">
      <dgm:prSet presAssocID="{78D838FB-76A2-4A30-9CD6-D3E84DB3FAB4}" presName="connTx" presStyleLbl="parChTrans1D2" presStyleIdx="10" presStyleCnt="11"/>
      <dgm:spPr/>
    </dgm:pt>
    <dgm:pt modelId="{01BA31C1-8EBD-4A1A-86EF-DF460230354E}" type="pres">
      <dgm:prSet presAssocID="{AA849AC6-7519-40DA-900F-C1AEAEA49454}" presName="node" presStyleLbl="node1" presStyleIdx="10" presStyleCnt="11">
        <dgm:presLayoutVars>
          <dgm:bulletEnabled val="1"/>
        </dgm:presLayoutVars>
      </dgm:prSet>
      <dgm:spPr/>
    </dgm:pt>
  </dgm:ptLst>
  <dgm:cxnLst>
    <dgm:cxn modelId="{82612C10-33C0-4799-A2E3-EBFB8A2BD277}" type="presOf" srcId="{5AFC9706-9F97-478E-9681-17D6693B7DAE}" destId="{713BD3F0-2CD5-4549-A962-AA61D08C9914}" srcOrd="0" destOrd="0" presId="urn:microsoft.com/office/officeart/2005/8/layout/radial1"/>
    <dgm:cxn modelId="{25C55411-0D18-4974-BB8A-555DAE204F78}" type="presOf" srcId="{EC099304-CF81-49E1-B090-2D7CA907B036}" destId="{44867E53-1D65-436C-B799-F33F8A2F33D6}" srcOrd="0" destOrd="0" presId="urn:microsoft.com/office/officeart/2005/8/layout/radial1"/>
    <dgm:cxn modelId="{B3E1D015-41B2-4514-94E5-E8B8824EEDCC}" srcId="{A4B292DE-65BC-4F30-9CF2-B188952BEBB4}" destId="{5AFC9706-9F97-478E-9681-17D6693B7DAE}" srcOrd="6" destOrd="0" parTransId="{DB9C3145-C82A-4AB3-B47B-D81EA28DB2CF}" sibTransId="{A7B5B079-8306-4B64-9EFD-19FF27F72F63}"/>
    <dgm:cxn modelId="{CF76B217-D534-4817-9B95-68C09E7A4E66}" srcId="{EC099304-CF81-49E1-B090-2D7CA907B036}" destId="{A4B292DE-65BC-4F30-9CF2-B188952BEBB4}" srcOrd="0" destOrd="0" parTransId="{D5E2FA97-5798-4740-8479-B467E092FBEE}" sibTransId="{B5DB4395-AE15-4890-B9E2-23E3DFDFC4C6}"/>
    <dgm:cxn modelId="{E8D3F31D-07A0-4566-8E80-255FF0313366}" type="presOf" srcId="{472833EB-6A5F-4587-A97A-FEFF9DF507C7}" destId="{DDA4E687-AD8F-4EDA-92BE-63CFFF2671B7}" srcOrd="0" destOrd="0" presId="urn:microsoft.com/office/officeart/2005/8/layout/radial1"/>
    <dgm:cxn modelId="{2AAF6A21-2D82-4D3D-AAA9-BBCAC7F578EF}" srcId="{A4B292DE-65BC-4F30-9CF2-B188952BEBB4}" destId="{AA849AC6-7519-40DA-900F-C1AEAEA49454}" srcOrd="10" destOrd="0" parTransId="{78D838FB-76A2-4A30-9CD6-D3E84DB3FAB4}" sibTransId="{DC18046B-60B7-47B0-8E55-61F80C7FC680}"/>
    <dgm:cxn modelId="{C3F79E27-E979-4852-8B78-904251C24D05}" type="presOf" srcId="{DB9C3145-C82A-4AB3-B47B-D81EA28DB2CF}" destId="{5B565407-DA0B-4DD1-8523-88175AFB571D}" srcOrd="0" destOrd="0" presId="urn:microsoft.com/office/officeart/2005/8/layout/radial1"/>
    <dgm:cxn modelId="{8F967128-F739-4215-9611-5DBFC2288B43}" type="presOf" srcId="{A7B5648F-DC98-4B91-8378-66DCBB7B55C8}" destId="{E42D0E29-01EF-4897-89E9-30D634B39C6F}" srcOrd="0" destOrd="0" presId="urn:microsoft.com/office/officeart/2005/8/layout/radial1"/>
    <dgm:cxn modelId="{7D7C5F2A-2475-426E-AE1E-770A343F2BA1}" type="presOf" srcId="{4FB3488D-0EF1-46AE-8B0E-C81A0106D8E7}" destId="{97C32B70-0DE3-4B62-BDDE-3B861E66AF9D}" srcOrd="1" destOrd="0" presId="urn:microsoft.com/office/officeart/2005/8/layout/radial1"/>
    <dgm:cxn modelId="{7795D52C-851D-42F6-9EAD-3DFAA9D88F8C}" type="presOf" srcId="{C100DF2C-D40D-4385-BB91-32FB22C0DB22}" destId="{00A8AF85-F9D2-40CF-BA7E-008F18FAA3CA}" srcOrd="0" destOrd="0" presId="urn:microsoft.com/office/officeart/2005/8/layout/radial1"/>
    <dgm:cxn modelId="{CD5DDC2C-DABA-4FC5-B7B9-5F771BA444B6}" type="presOf" srcId="{D518D5C3-BD03-4CFA-BB2F-6E396F625037}" destId="{B2067784-4DBC-4807-B793-EA49978CE13D}" srcOrd="0" destOrd="0" presId="urn:microsoft.com/office/officeart/2005/8/layout/radial1"/>
    <dgm:cxn modelId="{824DC13D-77DF-4F93-9E7A-E0F30D4AF098}" type="presOf" srcId="{6B05D924-DF30-4D5B-A145-7758D2E10630}" destId="{50560BAC-4DD4-4663-9D2C-248F043E7B15}" srcOrd="0" destOrd="0" presId="urn:microsoft.com/office/officeart/2005/8/layout/radial1"/>
    <dgm:cxn modelId="{E3D9875C-AB60-4EC5-8F9A-F4979E5EA819}" type="presOf" srcId="{329701D4-979B-49C8-BD7F-2883F33CCB61}" destId="{1AF09E71-88B6-4511-AA64-8E0A25D73A77}" srcOrd="0" destOrd="0" presId="urn:microsoft.com/office/officeart/2005/8/layout/radial1"/>
    <dgm:cxn modelId="{1DC1AC63-B79F-4F29-BA5C-050780CA69DB}" type="presOf" srcId="{78D838FB-76A2-4A30-9CD6-D3E84DB3FAB4}" destId="{1C3C8255-2418-4446-A01E-DD2BE9ABB7BC}" srcOrd="1" destOrd="0" presId="urn:microsoft.com/office/officeart/2005/8/layout/radial1"/>
    <dgm:cxn modelId="{B7E3C166-A5E7-4800-9158-F2E63008A4B9}" type="presOf" srcId="{3621BEC6-3AD0-42BB-AD02-D89E989647F4}" destId="{600ECE45-7313-4013-9D5C-5A32043F1452}" srcOrd="0" destOrd="0" presId="urn:microsoft.com/office/officeart/2005/8/layout/radial1"/>
    <dgm:cxn modelId="{17BE3947-D9FC-4373-BC21-0EB4D7CAFEF2}" type="presOf" srcId="{ECCBB9FC-7C01-4A19-B266-435CBEFF9D3D}" destId="{37F674DC-1759-4892-8452-11EC28A1A5E4}" srcOrd="0" destOrd="0" presId="urn:microsoft.com/office/officeart/2005/8/layout/radial1"/>
    <dgm:cxn modelId="{DC956970-0DE5-47E9-AC20-3ADD387E07AA}" srcId="{A4B292DE-65BC-4F30-9CF2-B188952BEBB4}" destId="{94206052-2F73-4A5A-985E-2D55A44EAB6D}" srcOrd="0" destOrd="0" parTransId="{4FB3488D-0EF1-46AE-8B0E-C81A0106D8E7}" sibTransId="{B7FD66A1-5A6A-48AC-809B-A3498841519A}"/>
    <dgm:cxn modelId="{588F3D54-88FD-4D14-A7FE-C28B454704FD}" type="presOf" srcId="{ECCBB9FC-7C01-4A19-B266-435CBEFF9D3D}" destId="{A5012438-7F85-481A-8AB6-C1224899EE03}" srcOrd="1" destOrd="0" presId="urn:microsoft.com/office/officeart/2005/8/layout/radial1"/>
    <dgm:cxn modelId="{E3BA367F-F448-487E-9F24-EEA74D2CCE73}" srcId="{A4B292DE-65BC-4F30-9CF2-B188952BEBB4}" destId="{3621BEC6-3AD0-42BB-AD02-D89E989647F4}" srcOrd="5" destOrd="0" parTransId="{D518D5C3-BD03-4CFA-BB2F-6E396F625037}" sibTransId="{E7931A63-5CC2-47CB-A65F-90E37A0756A1}"/>
    <dgm:cxn modelId="{CA93FF81-D6B4-41C4-8356-6E1E7616D504}" type="presOf" srcId="{59C89D17-A9BE-4917-A397-CF415784AB8D}" destId="{06E3E9BE-9CBB-45B6-96EE-0AC7EE379AD7}" srcOrd="1" destOrd="0" presId="urn:microsoft.com/office/officeart/2005/8/layout/radial1"/>
    <dgm:cxn modelId="{73525982-7145-4FA9-BEA9-C28869A9965C}" type="presOf" srcId="{94206052-2F73-4A5A-985E-2D55A44EAB6D}" destId="{333C4802-6558-49D0-A383-2F12AD318A67}" srcOrd="0" destOrd="0" presId="urn:microsoft.com/office/officeart/2005/8/layout/radial1"/>
    <dgm:cxn modelId="{0CAFF682-C286-4B1D-A526-78A405BA9C96}" srcId="{A4B292DE-65BC-4F30-9CF2-B188952BEBB4}" destId="{E5E70549-0A73-4719-8B3A-CDB3C29052CA}" srcOrd="8" destOrd="0" parTransId="{ECCBB9FC-7C01-4A19-B266-435CBEFF9D3D}" sibTransId="{61245209-A3B1-4C17-9507-09D8DEEE2E2A}"/>
    <dgm:cxn modelId="{802FCE88-612A-4EA1-AE05-A5E680FC5F51}" type="presOf" srcId="{AA849AC6-7519-40DA-900F-C1AEAEA49454}" destId="{01BA31C1-8EBD-4A1A-86EF-DF460230354E}" srcOrd="0" destOrd="0" presId="urn:microsoft.com/office/officeart/2005/8/layout/radial1"/>
    <dgm:cxn modelId="{F737788C-C87F-41E2-9D87-A44CB501FB48}" type="presOf" srcId="{DB9C3145-C82A-4AB3-B47B-D81EA28DB2CF}" destId="{6EBC8992-3B6A-48C2-A6EB-20000768B450}" srcOrd="1" destOrd="0" presId="urn:microsoft.com/office/officeart/2005/8/layout/radial1"/>
    <dgm:cxn modelId="{DA683E92-6F7A-4314-8689-9262C4F28571}" type="presOf" srcId="{472833EB-6A5F-4587-A97A-FEFF9DF507C7}" destId="{74BB1480-2151-4889-BB01-DC93F60E1DD5}" srcOrd="1" destOrd="0" presId="urn:microsoft.com/office/officeart/2005/8/layout/radial1"/>
    <dgm:cxn modelId="{82C82A93-F305-4CB0-9220-7CF356EE0115}" type="presOf" srcId="{0AFBE5B7-A8F2-4938-8945-1D747C77E99E}" destId="{D54A8247-E2F0-425A-B030-5B48F3E8186C}" srcOrd="1" destOrd="0" presId="urn:microsoft.com/office/officeart/2005/8/layout/radial1"/>
    <dgm:cxn modelId="{1FC0BF96-5C61-4282-B2C0-E44423D0C9D6}" type="presOf" srcId="{BEF63161-3981-4035-BB83-2D64B8F45856}" destId="{135B2E2D-9A8F-49E4-B604-730A083E46ED}" srcOrd="0" destOrd="0" presId="urn:microsoft.com/office/officeart/2005/8/layout/radial1"/>
    <dgm:cxn modelId="{20F3E69B-0DB9-4D0C-B690-0E2C7371EDB2}" type="presOf" srcId="{A4B292DE-65BC-4F30-9CF2-B188952BEBB4}" destId="{5BCDB88A-BD8F-4219-B20E-2AD18BB22BE5}" srcOrd="0" destOrd="0" presId="urn:microsoft.com/office/officeart/2005/8/layout/radial1"/>
    <dgm:cxn modelId="{803CF39E-453E-4954-BF62-EC474B6443A5}" type="presOf" srcId="{1334F1A0-2778-4F3A-BC63-E2B1E047EDE4}" destId="{6F6F993F-67B0-4920-B461-CA59F87150A5}" srcOrd="0" destOrd="0" presId="urn:microsoft.com/office/officeart/2005/8/layout/radial1"/>
    <dgm:cxn modelId="{B183F8A3-05D1-4C86-B248-9191D176C5A8}" type="presOf" srcId="{4FB3488D-0EF1-46AE-8B0E-C81A0106D8E7}" destId="{324AB907-6DC0-41C5-95AB-87E48E759F0C}" srcOrd="0" destOrd="0" presId="urn:microsoft.com/office/officeart/2005/8/layout/radial1"/>
    <dgm:cxn modelId="{68D613A5-3183-4603-BC19-E3FF6641008B}" srcId="{A4B292DE-65BC-4F30-9CF2-B188952BEBB4}" destId="{A7B5648F-DC98-4B91-8378-66DCBB7B55C8}" srcOrd="2" destOrd="0" parTransId="{C100DF2C-D40D-4385-BB91-32FB22C0DB22}" sibTransId="{9C2CD678-5447-4666-B878-CA683EB6DA7F}"/>
    <dgm:cxn modelId="{CBDC7BAD-D6D8-4243-9958-1191273C9A7D}" type="presOf" srcId="{C100DF2C-D40D-4385-BB91-32FB22C0DB22}" destId="{5B779A7D-9268-4859-A77B-E9781B4D690F}" srcOrd="1" destOrd="0" presId="urn:microsoft.com/office/officeart/2005/8/layout/radial1"/>
    <dgm:cxn modelId="{5D0260B0-7A87-4B98-BEB3-8903D8E2D24F}" type="presOf" srcId="{59C89D17-A9BE-4917-A397-CF415784AB8D}" destId="{6E6A34A2-D1C2-4F15-B129-7E4565E44901}" srcOrd="0" destOrd="0" presId="urn:microsoft.com/office/officeart/2005/8/layout/radial1"/>
    <dgm:cxn modelId="{FEB34CB5-30F1-44D1-9879-117719B60EDA}" type="presOf" srcId="{C8B08237-5EB4-4EFA-BB09-5ADB57678A0D}" destId="{47463369-6193-454D-87D0-2E6DCB8ED34F}" srcOrd="0" destOrd="0" presId="urn:microsoft.com/office/officeart/2005/8/layout/radial1"/>
    <dgm:cxn modelId="{9FEDBCBF-05BE-4185-9269-258998EC0DE6}" type="presOf" srcId="{E9DC8891-84E1-4279-B2D3-D342750A023A}" destId="{F0708287-79A2-4665-AF31-034AA77D05D5}" srcOrd="1" destOrd="0" presId="urn:microsoft.com/office/officeart/2005/8/layout/radial1"/>
    <dgm:cxn modelId="{AB7812C3-8D0E-4D22-8232-0367F76037AC}" srcId="{A4B292DE-65BC-4F30-9CF2-B188952BEBB4}" destId="{BEF63161-3981-4035-BB83-2D64B8F45856}" srcOrd="9" destOrd="0" parTransId="{472833EB-6A5F-4587-A97A-FEFF9DF507C7}" sibTransId="{3B2A19C6-A204-473C-97EC-53B8E098D25A}"/>
    <dgm:cxn modelId="{2F95D1C6-CD06-4943-A69B-5083ECFE9E60}" type="presOf" srcId="{E5E70549-0A73-4719-8B3A-CDB3C29052CA}" destId="{231E9D19-5AE8-4ECF-B27C-DE35749EEE87}" srcOrd="0" destOrd="0" presId="urn:microsoft.com/office/officeart/2005/8/layout/radial1"/>
    <dgm:cxn modelId="{53A2F3CA-D521-489E-8247-C352771EFA60}" srcId="{A4B292DE-65BC-4F30-9CF2-B188952BEBB4}" destId="{1334F1A0-2778-4F3A-BC63-E2B1E047EDE4}" srcOrd="7" destOrd="0" parTransId="{0AFBE5B7-A8F2-4938-8945-1D747C77E99E}" sibTransId="{90BA36F8-250D-4DCD-9973-F5A4B749E44C}"/>
    <dgm:cxn modelId="{35AE9ED3-8271-4F95-B526-E2A8BABB0D52}" type="presOf" srcId="{78D838FB-76A2-4A30-9CD6-D3E84DB3FAB4}" destId="{E3106EB7-1645-4644-B55F-3F689014C4E3}" srcOrd="0" destOrd="0" presId="urn:microsoft.com/office/officeart/2005/8/layout/radial1"/>
    <dgm:cxn modelId="{6BD471E1-8801-440E-ACA3-063734AB2C59}" type="presOf" srcId="{E9DC8891-84E1-4279-B2D3-D342750A023A}" destId="{E8C9C7DE-1000-41E0-B71E-2232BCD000B7}" srcOrd="0" destOrd="0" presId="urn:microsoft.com/office/officeart/2005/8/layout/radial1"/>
    <dgm:cxn modelId="{0B8D82E3-FFBD-4666-B656-019C84818251}" srcId="{A4B292DE-65BC-4F30-9CF2-B188952BEBB4}" destId="{9E101611-96AA-4F65-9E3A-64AF161A06BD}" srcOrd="4" destOrd="0" parTransId="{E9DC8891-84E1-4279-B2D3-D342750A023A}" sibTransId="{99C137FB-7B00-4D28-8754-BF8E6EB6EBB9}"/>
    <dgm:cxn modelId="{013186E6-7307-47BA-9512-40D36CDA8CB3}" type="presOf" srcId="{6B05D924-DF30-4D5B-A145-7758D2E10630}" destId="{2E7BC5AE-1406-4FE1-9942-B788B4BF6574}" srcOrd="1" destOrd="0" presId="urn:microsoft.com/office/officeart/2005/8/layout/radial1"/>
    <dgm:cxn modelId="{05F903EB-C711-4267-85A2-FC41A620221B}" type="presOf" srcId="{0AFBE5B7-A8F2-4938-8945-1D747C77E99E}" destId="{D1FE00D7-E193-45C7-99A2-24FA8EEFAD57}" srcOrd="0" destOrd="0" presId="urn:microsoft.com/office/officeart/2005/8/layout/radial1"/>
    <dgm:cxn modelId="{239856ED-A396-483E-BFF8-9D33EE60D83B}" srcId="{A4B292DE-65BC-4F30-9CF2-B188952BEBB4}" destId="{329701D4-979B-49C8-BD7F-2883F33CCB61}" srcOrd="3" destOrd="0" parTransId="{59C89D17-A9BE-4917-A397-CF415784AB8D}" sibTransId="{7C65153E-81D1-4903-BF0A-D6757069D79F}"/>
    <dgm:cxn modelId="{64E13BF4-658A-4CA4-913F-6B217FBAAA63}" srcId="{A4B292DE-65BC-4F30-9CF2-B188952BEBB4}" destId="{C8B08237-5EB4-4EFA-BB09-5ADB57678A0D}" srcOrd="1" destOrd="0" parTransId="{6B05D924-DF30-4D5B-A145-7758D2E10630}" sibTransId="{EA99DE1A-D481-4628-B59A-258D9D053E26}"/>
    <dgm:cxn modelId="{73A2F9F8-B744-4013-9CBF-8CEB62B58EE0}" type="presOf" srcId="{D518D5C3-BD03-4CFA-BB2F-6E396F625037}" destId="{D571EA3F-7775-4319-83D8-B0DEE11AFFB1}" srcOrd="1" destOrd="0" presId="urn:microsoft.com/office/officeart/2005/8/layout/radial1"/>
    <dgm:cxn modelId="{B2944AFB-BFBE-4610-AE7F-72BAE1FA67DF}" type="presOf" srcId="{9E101611-96AA-4F65-9E3A-64AF161A06BD}" destId="{0C48A89A-1FD3-42A6-B6AC-856DE602AFD3}" srcOrd="0" destOrd="0" presId="urn:microsoft.com/office/officeart/2005/8/layout/radial1"/>
    <dgm:cxn modelId="{86B1A479-01F7-4E88-B76D-88A91183FFF2}" type="presParOf" srcId="{44867E53-1D65-436C-B799-F33F8A2F33D6}" destId="{5BCDB88A-BD8F-4219-B20E-2AD18BB22BE5}" srcOrd="0" destOrd="0" presId="urn:microsoft.com/office/officeart/2005/8/layout/radial1"/>
    <dgm:cxn modelId="{16BD8079-E16F-43BB-910A-4F25B29CDC14}" type="presParOf" srcId="{44867E53-1D65-436C-B799-F33F8A2F33D6}" destId="{324AB907-6DC0-41C5-95AB-87E48E759F0C}" srcOrd="1" destOrd="0" presId="urn:microsoft.com/office/officeart/2005/8/layout/radial1"/>
    <dgm:cxn modelId="{F90FE990-ACE9-4E1D-8A2F-AB3ED4534690}" type="presParOf" srcId="{324AB907-6DC0-41C5-95AB-87E48E759F0C}" destId="{97C32B70-0DE3-4B62-BDDE-3B861E66AF9D}" srcOrd="0" destOrd="0" presId="urn:microsoft.com/office/officeart/2005/8/layout/radial1"/>
    <dgm:cxn modelId="{95D99448-C6E3-4B87-AE6C-CD34CD25AF2E}" type="presParOf" srcId="{44867E53-1D65-436C-B799-F33F8A2F33D6}" destId="{333C4802-6558-49D0-A383-2F12AD318A67}" srcOrd="2" destOrd="0" presId="urn:microsoft.com/office/officeart/2005/8/layout/radial1"/>
    <dgm:cxn modelId="{434B65F6-D8C7-4A5E-A643-4C258BC5851D}" type="presParOf" srcId="{44867E53-1D65-436C-B799-F33F8A2F33D6}" destId="{50560BAC-4DD4-4663-9D2C-248F043E7B15}" srcOrd="3" destOrd="0" presId="urn:microsoft.com/office/officeart/2005/8/layout/radial1"/>
    <dgm:cxn modelId="{478F9D00-4428-4E1A-9E54-28F8D626EC28}" type="presParOf" srcId="{50560BAC-4DD4-4663-9D2C-248F043E7B15}" destId="{2E7BC5AE-1406-4FE1-9942-B788B4BF6574}" srcOrd="0" destOrd="0" presId="urn:microsoft.com/office/officeart/2005/8/layout/radial1"/>
    <dgm:cxn modelId="{9AD51FE6-5CB3-4C16-9BCE-25D134F88F26}" type="presParOf" srcId="{44867E53-1D65-436C-B799-F33F8A2F33D6}" destId="{47463369-6193-454D-87D0-2E6DCB8ED34F}" srcOrd="4" destOrd="0" presId="urn:microsoft.com/office/officeart/2005/8/layout/radial1"/>
    <dgm:cxn modelId="{8ABD5F53-64D0-4783-8BBF-4B0DDFAA63F8}" type="presParOf" srcId="{44867E53-1D65-436C-B799-F33F8A2F33D6}" destId="{00A8AF85-F9D2-40CF-BA7E-008F18FAA3CA}" srcOrd="5" destOrd="0" presId="urn:microsoft.com/office/officeart/2005/8/layout/radial1"/>
    <dgm:cxn modelId="{567FE262-7E2D-4981-82AA-68B8F54F519D}" type="presParOf" srcId="{00A8AF85-F9D2-40CF-BA7E-008F18FAA3CA}" destId="{5B779A7D-9268-4859-A77B-E9781B4D690F}" srcOrd="0" destOrd="0" presId="urn:microsoft.com/office/officeart/2005/8/layout/radial1"/>
    <dgm:cxn modelId="{D825F9CB-BBE2-48F1-8847-A0E15B61462A}" type="presParOf" srcId="{44867E53-1D65-436C-B799-F33F8A2F33D6}" destId="{E42D0E29-01EF-4897-89E9-30D634B39C6F}" srcOrd="6" destOrd="0" presId="urn:microsoft.com/office/officeart/2005/8/layout/radial1"/>
    <dgm:cxn modelId="{E3D45D93-7B29-43EC-AC0E-6CD547952602}" type="presParOf" srcId="{44867E53-1D65-436C-B799-F33F8A2F33D6}" destId="{6E6A34A2-D1C2-4F15-B129-7E4565E44901}" srcOrd="7" destOrd="0" presId="urn:microsoft.com/office/officeart/2005/8/layout/radial1"/>
    <dgm:cxn modelId="{668481B5-DF86-4BAE-84FF-D26642C0B990}" type="presParOf" srcId="{6E6A34A2-D1C2-4F15-B129-7E4565E44901}" destId="{06E3E9BE-9CBB-45B6-96EE-0AC7EE379AD7}" srcOrd="0" destOrd="0" presId="urn:microsoft.com/office/officeart/2005/8/layout/radial1"/>
    <dgm:cxn modelId="{7C97BF5D-0556-4756-AE93-0C32AD171B9F}" type="presParOf" srcId="{44867E53-1D65-436C-B799-F33F8A2F33D6}" destId="{1AF09E71-88B6-4511-AA64-8E0A25D73A77}" srcOrd="8" destOrd="0" presId="urn:microsoft.com/office/officeart/2005/8/layout/radial1"/>
    <dgm:cxn modelId="{E2C0F8B3-C3C0-46AB-A41E-C217EBB2E3F7}" type="presParOf" srcId="{44867E53-1D65-436C-B799-F33F8A2F33D6}" destId="{E8C9C7DE-1000-41E0-B71E-2232BCD000B7}" srcOrd="9" destOrd="0" presId="urn:microsoft.com/office/officeart/2005/8/layout/radial1"/>
    <dgm:cxn modelId="{1780D2F9-B211-435D-A1C2-8D2103B0A2E4}" type="presParOf" srcId="{E8C9C7DE-1000-41E0-B71E-2232BCD000B7}" destId="{F0708287-79A2-4665-AF31-034AA77D05D5}" srcOrd="0" destOrd="0" presId="urn:microsoft.com/office/officeart/2005/8/layout/radial1"/>
    <dgm:cxn modelId="{B12A37EB-3F10-464B-A342-C4A0139A32E4}" type="presParOf" srcId="{44867E53-1D65-436C-B799-F33F8A2F33D6}" destId="{0C48A89A-1FD3-42A6-B6AC-856DE602AFD3}" srcOrd="10" destOrd="0" presId="urn:microsoft.com/office/officeart/2005/8/layout/radial1"/>
    <dgm:cxn modelId="{8D7AA770-5ED1-4FF9-9E29-FF56340A0143}" type="presParOf" srcId="{44867E53-1D65-436C-B799-F33F8A2F33D6}" destId="{B2067784-4DBC-4807-B793-EA49978CE13D}" srcOrd="11" destOrd="0" presId="urn:microsoft.com/office/officeart/2005/8/layout/radial1"/>
    <dgm:cxn modelId="{FECFC55D-3EE8-49F7-A799-EFF2EC7993B7}" type="presParOf" srcId="{B2067784-4DBC-4807-B793-EA49978CE13D}" destId="{D571EA3F-7775-4319-83D8-B0DEE11AFFB1}" srcOrd="0" destOrd="0" presId="urn:microsoft.com/office/officeart/2005/8/layout/radial1"/>
    <dgm:cxn modelId="{F024BE30-3FFE-4AF1-9D33-6959F14DDC7C}" type="presParOf" srcId="{44867E53-1D65-436C-B799-F33F8A2F33D6}" destId="{600ECE45-7313-4013-9D5C-5A32043F1452}" srcOrd="12" destOrd="0" presId="urn:microsoft.com/office/officeart/2005/8/layout/radial1"/>
    <dgm:cxn modelId="{CB640F50-0618-467C-B02B-B49A75707334}" type="presParOf" srcId="{44867E53-1D65-436C-B799-F33F8A2F33D6}" destId="{5B565407-DA0B-4DD1-8523-88175AFB571D}" srcOrd="13" destOrd="0" presId="urn:microsoft.com/office/officeart/2005/8/layout/radial1"/>
    <dgm:cxn modelId="{0BC20D33-F5C0-4AEA-B967-60729FE5C41B}" type="presParOf" srcId="{5B565407-DA0B-4DD1-8523-88175AFB571D}" destId="{6EBC8992-3B6A-48C2-A6EB-20000768B450}" srcOrd="0" destOrd="0" presId="urn:microsoft.com/office/officeart/2005/8/layout/radial1"/>
    <dgm:cxn modelId="{6BAEF2DD-5D07-4DB1-80C8-C4D2D9151346}" type="presParOf" srcId="{44867E53-1D65-436C-B799-F33F8A2F33D6}" destId="{713BD3F0-2CD5-4549-A962-AA61D08C9914}" srcOrd="14" destOrd="0" presId="urn:microsoft.com/office/officeart/2005/8/layout/radial1"/>
    <dgm:cxn modelId="{0D59EEAA-F6A9-46AC-AE51-1390E1856499}" type="presParOf" srcId="{44867E53-1D65-436C-B799-F33F8A2F33D6}" destId="{D1FE00D7-E193-45C7-99A2-24FA8EEFAD57}" srcOrd="15" destOrd="0" presId="urn:microsoft.com/office/officeart/2005/8/layout/radial1"/>
    <dgm:cxn modelId="{CCD64001-E8BC-4525-8D3B-DC5A568446DE}" type="presParOf" srcId="{D1FE00D7-E193-45C7-99A2-24FA8EEFAD57}" destId="{D54A8247-E2F0-425A-B030-5B48F3E8186C}" srcOrd="0" destOrd="0" presId="urn:microsoft.com/office/officeart/2005/8/layout/radial1"/>
    <dgm:cxn modelId="{CFBF760C-6EDD-469B-8CDF-CDC037EA43ED}" type="presParOf" srcId="{44867E53-1D65-436C-B799-F33F8A2F33D6}" destId="{6F6F993F-67B0-4920-B461-CA59F87150A5}" srcOrd="16" destOrd="0" presId="urn:microsoft.com/office/officeart/2005/8/layout/radial1"/>
    <dgm:cxn modelId="{C379687F-AEAF-40B4-871B-E0B0B4C4B7A1}" type="presParOf" srcId="{44867E53-1D65-436C-B799-F33F8A2F33D6}" destId="{37F674DC-1759-4892-8452-11EC28A1A5E4}" srcOrd="17" destOrd="0" presId="urn:microsoft.com/office/officeart/2005/8/layout/radial1"/>
    <dgm:cxn modelId="{433589A3-2FA1-4F6E-876A-BD5929533FB4}" type="presParOf" srcId="{37F674DC-1759-4892-8452-11EC28A1A5E4}" destId="{A5012438-7F85-481A-8AB6-C1224899EE03}" srcOrd="0" destOrd="0" presId="urn:microsoft.com/office/officeart/2005/8/layout/radial1"/>
    <dgm:cxn modelId="{9CD0F0AE-A98A-4A9B-8726-87D55E90D2DA}" type="presParOf" srcId="{44867E53-1D65-436C-B799-F33F8A2F33D6}" destId="{231E9D19-5AE8-4ECF-B27C-DE35749EEE87}" srcOrd="18" destOrd="0" presId="urn:microsoft.com/office/officeart/2005/8/layout/radial1"/>
    <dgm:cxn modelId="{B2ADBBE8-5623-46D2-B2F6-42343E0855A6}" type="presParOf" srcId="{44867E53-1D65-436C-B799-F33F8A2F33D6}" destId="{DDA4E687-AD8F-4EDA-92BE-63CFFF2671B7}" srcOrd="19" destOrd="0" presId="urn:microsoft.com/office/officeart/2005/8/layout/radial1"/>
    <dgm:cxn modelId="{1A3EF46F-2AA0-4145-98BE-0DD2EFF67782}" type="presParOf" srcId="{DDA4E687-AD8F-4EDA-92BE-63CFFF2671B7}" destId="{74BB1480-2151-4889-BB01-DC93F60E1DD5}" srcOrd="0" destOrd="0" presId="urn:microsoft.com/office/officeart/2005/8/layout/radial1"/>
    <dgm:cxn modelId="{4F22DDA8-75F5-464B-8B2B-3217762F24F8}" type="presParOf" srcId="{44867E53-1D65-436C-B799-F33F8A2F33D6}" destId="{135B2E2D-9A8F-49E4-B604-730A083E46ED}" srcOrd="20" destOrd="0" presId="urn:microsoft.com/office/officeart/2005/8/layout/radial1"/>
    <dgm:cxn modelId="{CB948BBA-FD40-438E-873C-C6B7863B5977}" type="presParOf" srcId="{44867E53-1D65-436C-B799-F33F8A2F33D6}" destId="{E3106EB7-1645-4644-B55F-3F689014C4E3}" srcOrd="21" destOrd="0" presId="urn:microsoft.com/office/officeart/2005/8/layout/radial1"/>
    <dgm:cxn modelId="{2604D6BB-0E06-4AF4-8F7A-270BBFC62F1C}" type="presParOf" srcId="{E3106EB7-1645-4644-B55F-3F689014C4E3}" destId="{1C3C8255-2418-4446-A01E-DD2BE9ABB7BC}" srcOrd="0" destOrd="0" presId="urn:microsoft.com/office/officeart/2005/8/layout/radial1"/>
    <dgm:cxn modelId="{D1791DE1-3B1F-4E3F-9D1A-4EB17108E5CD}" type="presParOf" srcId="{44867E53-1D65-436C-B799-F33F8A2F33D6}" destId="{01BA31C1-8EBD-4A1A-86EF-DF460230354E}" srcOrd="2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099304-CF81-49E1-B090-2D7CA907B036}"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ZA"/>
        </a:p>
      </dgm:t>
    </dgm:pt>
    <dgm:pt modelId="{A4B292DE-65BC-4F30-9CF2-B188952BEBB4}">
      <dgm:prSet phldrT="[Text]"/>
      <dgm:spPr>
        <a:solidFill>
          <a:srgbClr val="FEC000"/>
        </a:solidFill>
      </dgm:spPr>
      <dgm:t>
        <a:bodyPr/>
        <a:lstStyle/>
        <a:p>
          <a:r>
            <a:rPr lang="en-ZA" dirty="0"/>
            <a:t>VCS Features</a:t>
          </a:r>
        </a:p>
      </dgm:t>
    </dgm:pt>
    <dgm:pt modelId="{D5E2FA97-5798-4740-8479-B467E092FBEE}" type="parTrans" cxnId="{CF76B217-D534-4817-9B95-68C09E7A4E66}">
      <dgm:prSet/>
      <dgm:spPr/>
      <dgm:t>
        <a:bodyPr/>
        <a:lstStyle/>
        <a:p>
          <a:endParaRPr lang="en-ZA"/>
        </a:p>
      </dgm:t>
    </dgm:pt>
    <dgm:pt modelId="{B5DB4395-AE15-4890-B9E2-23E3DFDFC4C6}" type="sibTrans" cxnId="{CF76B217-D534-4817-9B95-68C09E7A4E66}">
      <dgm:prSet/>
      <dgm:spPr/>
      <dgm:t>
        <a:bodyPr/>
        <a:lstStyle/>
        <a:p>
          <a:endParaRPr lang="en-ZA"/>
        </a:p>
      </dgm:t>
    </dgm:pt>
    <dgm:pt modelId="{94206052-2F73-4A5A-985E-2D55A44EAB6D}">
      <dgm:prSet phldrT="[Text]"/>
      <dgm:spPr>
        <a:solidFill>
          <a:schemeClr val="accent1">
            <a:lumMod val="50000"/>
          </a:schemeClr>
        </a:solidFill>
      </dgm:spPr>
      <dgm:t>
        <a:bodyPr/>
        <a:lstStyle/>
        <a:p>
          <a:r>
            <a:rPr lang="en-ZA" dirty="0"/>
            <a:t>Repository</a:t>
          </a:r>
        </a:p>
      </dgm:t>
    </dgm:pt>
    <dgm:pt modelId="{4FB3488D-0EF1-46AE-8B0E-C81A0106D8E7}" type="parTrans" cxnId="{DC956970-0DE5-47E9-AC20-3ADD387E07AA}">
      <dgm:prSet/>
      <dgm:spPr/>
      <dgm:t>
        <a:bodyPr/>
        <a:lstStyle/>
        <a:p>
          <a:endParaRPr lang="en-ZA"/>
        </a:p>
      </dgm:t>
    </dgm:pt>
    <dgm:pt modelId="{B7FD66A1-5A6A-48AC-809B-A3498841519A}" type="sibTrans" cxnId="{DC956970-0DE5-47E9-AC20-3ADD387E07AA}">
      <dgm:prSet/>
      <dgm:spPr/>
      <dgm:t>
        <a:bodyPr/>
        <a:lstStyle/>
        <a:p>
          <a:endParaRPr lang="en-ZA"/>
        </a:p>
      </dgm:t>
    </dgm:pt>
    <dgm:pt modelId="{C8B08237-5EB4-4EFA-BB09-5ADB57678A0D}">
      <dgm:prSet phldrT="[Text]"/>
      <dgm:spPr>
        <a:solidFill>
          <a:schemeClr val="accent1">
            <a:lumMod val="50000"/>
          </a:schemeClr>
        </a:solidFill>
      </dgm:spPr>
      <dgm:t>
        <a:bodyPr/>
        <a:lstStyle/>
        <a:p>
          <a:r>
            <a:rPr lang="en-ZA" dirty="0"/>
            <a:t>Pull request</a:t>
          </a:r>
        </a:p>
      </dgm:t>
    </dgm:pt>
    <dgm:pt modelId="{6B05D924-DF30-4D5B-A145-7758D2E10630}" type="parTrans" cxnId="{64E13BF4-658A-4CA4-913F-6B217FBAAA63}">
      <dgm:prSet/>
      <dgm:spPr/>
      <dgm:t>
        <a:bodyPr/>
        <a:lstStyle/>
        <a:p>
          <a:endParaRPr lang="en-ZA"/>
        </a:p>
      </dgm:t>
    </dgm:pt>
    <dgm:pt modelId="{EA99DE1A-D481-4628-B59A-258D9D053E26}" type="sibTrans" cxnId="{64E13BF4-658A-4CA4-913F-6B217FBAAA63}">
      <dgm:prSet/>
      <dgm:spPr/>
      <dgm:t>
        <a:bodyPr/>
        <a:lstStyle/>
        <a:p>
          <a:endParaRPr lang="en-ZA"/>
        </a:p>
      </dgm:t>
    </dgm:pt>
    <dgm:pt modelId="{A7B5648F-DC98-4B91-8378-66DCBB7B55C8}">
      <dgm:prSet phldrT="[Text]"/>
      <dgm:spPr>
        <a:solidFill>
          <a:schemeClr val="accent1">
            <a:lumMod val="50000"/>
          </a:schemeClr>
        </a:solidFill>
      </dgm:spPr>
      <dgm:t>
        <a:bodyPr/>
        <a:lstStyle/>
        <a:p>
          <a:r>
            <a:rPr lang="en-ZA" dirty="0"/>
            <a:t>Commit</a:t>
          </a:r>
        </a:p>
      </dgm:t>
    </dgm:pt>
    <dgm:pt modelId="{C100DF2C-D40D-4385-BB91-32FB22C0DB22}" type="parTrans" cxnId="{68D613A5-3183-4603-BC19-E3FF6641008B}">
      <dgm:prSet/>
      <dgm:spPr/>
      <dgm:t>
        <a:bodyPr/>
        <a:lstStyle/>
        <a:p>
          <a:endParaRPr lang="en-ZA"/>
        </a:p>
      </dgm:t>
    </dgm:pt>
    <dgm:pt modelId="{9C2CD678-5447-4666-B878-CA683EB6DA7F}" type="sibTrans" cxnId="{68D613A5-3183-4603-BC19-E3FF6641008B}">
      <dgm:prSet/>
      <dgm:spPr/>
      <dgm:t>
        <a:bodyPr/>
        <a:lstStyle/>
        <a:p>
          <a:endParaRPr lang="en-ZA"/>
        </a:p>
      </dgm:t>
    </dgm:pt>
    <dgm:pt modelId="{329701D4-979B-49C8-BD7F-2883F33CCB61}">
      <dgm:prSet phldrT="[Text]"/>
      <dgm:spPr>
        <a:solidFill>
          <a:schemeClr val="accent1">
            <a:lumMod val="50000"/>
          </a:schemeClr>
        </a:solidFill>
      </dgm:spPr>
      <dgm:t>
        <a:bodyPr/>
        <a:lstStyle/>
        <a:p>
          <a:r>
            <a:rPr lang="en-ZA" dirty="0"/>
            <a:t>Branch</a:t>
          </a:r>
        </a:p>
      </dgm:t>
    </dgm:pt>
    <dgm:pt modelId="{59C89D17-A9BE-4917-A397-CF415784AB8D}" type="parTrans" cxnId="{239856ED-A396-483E-BFF8-9D33EE60D83B}">
      <dgm:prSet/>
      <dgm:spPr/>
      <dgm:t>
        <a:bodyPr/>
        <a:lstStyle/>
        <a:p>
          <a:endParaRPr lang="en-ZA"/>
        </a:p>
      </dgm:t>
    </dgm:pt>
    <dgm:pt modelId="{7C65153E-81D1-4903-BF0A-D6757069D79F}" type="sibTrans" cxnId="{239856ED-A396-483E-BFF8-9D33EE60D83B}">
      <dgm:prSet/>
      <dgm:spPr/>
      <dgm:t>
        <a:bodyPr/>
        <a:lstStyle/>
        <a:p>
          <a:endParaRPr lang="en-ZA"/>
        </a:p>
      </dgm:t>
    </dgm:pt>
    <dgm:pt modelId="{9E101611-96AA-4F65-9E3A-64AF161A06BD}">
      <dgm:prSet phldrT="[Text]"/>
      <dgm:spPr>
        <a:solidFill>
          <a:schemeClr val="accent1">
            <a:lumMod val="50000"/>
          </a:schemeClr>
        </a:solidFill>
      </dgm:spPr>
      <dgm:t>
        <a:bodyPr/>
        <a:lstStyle/>
        <a:p>
          <a:r>
            <a:rPr lang="en-ZA" dirty="0"/>
            <a:t>Merge</a:t>
          </a:r>
        </a:p>
      </dgm:t>
    </dgm:pt>
    <dgm:pt modelId="{E9DC8891-84E1-4279-B2D3-D342750A023A}" type="parTrans" cxnId="{0B8D82E3-FFBD-4666-B656-019C84818251}">
      <dgm:prSet/>
      <dgm:spPr/>
      <dgm:t>
        <a:bodyPr/>
        <a:lstStyle/>
        <a:p>
          <a:endParaRPr lang="en-ZA"/>
        </a:p>
      </dgm:t>
    </dgm:pt>
    <dgm:pt modelId="{99C137FB-7B00-4D28-8754-BF8E6EB6EBB9}" type="sibTrans" cxnId="{0B8D82E3-FFBD-4666-B656-019C84818251}">
      <dgm:prSet/>
      <dgm:spPr/>
      <dgm:t>
        <a:bodyPr/>
        <a:lstStyle/>
        <a:p>
          <a:endParaRPr lang="en-ZA"/>
        </a:p>
      </dgm:t>
    </dgm:pt>
    <dgm:pt modelId="{3621BEC6-3AD0-42BB-AD02-D89E989647F4}">
      <dgm:prSet phldrT="[Text]"/>
      <dgm:spPr>
        <a:solidFill>
          <a:schemeClr val="accent1">
            <a:lumMod val="50000"/>
          </a:schemeClr>
        </a:solidFill>
      </dgm:spPr>
      <dgm:t>
        <a:bodyPr/>
        <a:lstStyle/>
        <a:p>
          <a:r>
            <a:rPr lang="en-ZA" b="1" u="sng" dirty="0"/>
            <a:t>Conflict</a:t>
          </a:r>
        </a:p>
      </dgm:t>
    </dgm:pt>
    <dgm:pt modelId="{D518D5C3-BD03-4CFA-BB2F-6E396F625037}" type="parTrans" cxnId="{E3BA367F-F448-487E-9F24-EEA74D2CCE73}">
      <dgm:prSet/>
      <dgm:spPr/>
      <dgm:t>
        <a:bodyPr/>
        <a:lstStyle/>
        <a:p>
          <a:endParaRPr lang="en-ZA"/>
        </a:p>
      </dgm:t>
    </dgm:pt>
    <dgm:pt modelId="{E7931A63-5CC2-47CB-A65F-90E37A0756A1}" type="sibTrans" cxnId="{E3BA367F-F448-487E-9F24-EEA74D2CCE73}">
      <dgm:prSet/>
      <dgm:spPr/>
      <dgm:t>
        <a:bodyPr/>
        <a:lstStyle/>
        <a:p>
          <a:endParaRPr lang="en-ZA"/>
        </a:p>
      </dgm:t>
    </dgm:pt>
    <dgm:pt modelId="{5AFC9706-9F97-478E-9681-17D6693B7DAE}">
      <dgm:prSet phldrT="[Text]"/>
      <dgm:spPr>
        <a:solidFill>
          <a:schemeClr val="accent1">
            <a:lumMod val="50000"/>
          </a:schemeClr>
        </a:solidFill>
      </dgm:spPr>
      <dgm:t>
        <a:bodyPr/>
        <a:lstStyle/>
        <a:p>
          <a:r>
            <a:rPr lang="en-ZA" b="1" u="sng" dirty="0"/>
            <a:t>Checkout</a:t>
          </a:r>
        </a:p>
      </dgm:t>
    </dgm:pt>
    <dgm:pt modelId="{DB9C3145-C82A-4AB3-B47B-D81EA28DB2CF}" type="parTrans" cxnId="{B3E1D015-41B2-4514-94E5-E8B8824EEDCC}">
      <dgm:prSet/>
      <dgm:spPr/>
      <dgm:t>
        <a:bodyPr/>
        <a:lstStyle/>
        <a:p>
          <a:endParaRPr lang="en-ZA"/>
        </a:p>
      </dgm:t>
    </dgm:pt>
    <dgm:pt modelId="{A7B5B079-8306-4B64-9EFD-19FF27F72F63}" type="sibTrans" cxnId="{B3E1D015-41B2-4514-94E5-E8B8824EEDCC}">
      <dgm:prSet/>
      <dgm:spPr/>
      <dgm:t>
        <a:bodyPr/>
        <a:lstStyle/>
        <a:p>
          <a:endParaRPr lang="en-ZA"/>
        </a:p>
      </dgm:t>
    </dgm:pt>
    <dgm:pt modelId="{1334F1A0-2778-4F3A-BC63-E2B1E047EDE4}">
      <dgm:prSet phldrT="[Text]"/>
      <dgm:spPr>
        <a:solidFill>
          <a:schemeClr val="accent1">
            <a:lumMod val="50000"/>
          </a:schemeClr>
        </a:solidFill>
      </dgm:spPr>
      <dgm:t>
        <a:bodyPr/>
        <a:lstStyle/>
        <a:p>
          <a:r>
            <a:rPr lang="en-ZA" b="1" u="sng" dirty="0"/>
            <a:t>Remote</a:t>
          </a:r>
        </a:p>
      </dgm:t>
    </dgm:pt>
    <dgm:pt modelId="{0AFBE5B7-A8F2-4938-8945-1D747C77E99E}" type="parTrans" cxnId="{53A2F3CA-D521-489E-8247-C352771EFA60}">
      <dgm:prSet/>
      <dgm:spPr/>
      <dgm:t>
        <a:bodyPr/>
        <a:lstStyle/>
        <a:p>
          <a:endParaRPr lang="en-ZA"/>
        </a:p>
      </dgm:t>
    </dgm:pt>
    <dgm:pt modelId="{90BA36F8-250D-4DCD-9973-F5A4B749E44C}" type="sibTrans" cxnId="{53A2F3CA-D521-489E-8247-C352771EFA60}">
      <dgm:prSet/>
      <dgm:spPr/>
      <dgm:t>
        <a:bodyPr/>
        <a:lstStyle/>
        <a:p>
          <a:endParaRPr lang="en-ZA"/>
        </a:p>
      </dgm:t>
    </dgm:pt>
    <dgm:pt modelId="{E5E70549-0A73-4719-8B3A-CDB3C29052CA}">
      <dgm:prSet phldrT="[Text]"/>
      <dgm:spPr>
        <a:solidFill>
          <a:schemeClr val="accent1">
            <a:lumMod val="50000"/>
          </a:schemeClr>
        </a:solidFill>
      </dgm:spPr>
      <dgm:t>
        <a:bodyPr/>
        <a:lstStyle/>
        <a:p>
          <a:r>
            <a:rPr lang="en-ZA" b="1" u="sng" dirty="0"/>
            <a:t>Fork</a:t>
          </a:r>
        </a:p>
      </dgm:t>
    </dgm:pt>
    <dgm:pt modelId="{ECCBB9FC-7C01-4A19-B266-435CBEFF9D3D}" type="parTrans" cxnId="{0CAFF682-C286-4B1D-A526-78A405BA9C96}">
      <dgm:prSet/>
      <dgm:spPr/>
      <dgm:t>
        <a:bodyPr/>
        <a:lstStyle/>
        <a:p>
          <a:endParaRPr lang="en-ZA"/>
        </a:p>
      </dgm:t>
    </dgm:pt>
    <dgm:pt modelId="{61245209-A3B1-4C17-9507-09D8DEEE2E2A}" type="sibTrans" cxnId="{0CAFF682-C286-4B1D-A526-78A405BA9C96}">
      <dgm:prSet/>
      <dgm:spPr/>
      <dgm:t>
        <a:bodyPr/>
        <a:lstStyle/>
        <a:p>
          <a:endParaRPr lang="en-ZA"/>
        </a:p>
      </dgm:t>
    </dgm:pt>
    <dgm:pt modelId="{BEF63161-3981-4035-BB83-2D64B8F45856}">
      <dgm:prSet phldrT="[Text]"/>
      <dgm:spPr>
        <a:solidFill>
          <a:schemeClr val="accent1">
            <a:lumMod val="50000"/>
          </a:schemeClr>
        </a:solidFill>
      </dgm:spPr>
      <dgm:t>
        <a:bodyPr/>
        <a:lstStyle/>
        <a:p>
          <a:r>
            <a:rPr lang="en-ZA" b="1" u="sng" dirty="0"/>
            <a:t>Revert</a:t>
          </a:r>
        </a:p>
      </dgm:t>
    </dgm:pt>
    <dgm:pt modelId="{472833EB-6A5F-4587-A97A-FEFF9DF507C7}" type="parTrans" cxnId="{AB7812C3-8D0E-4D22-8232-0367F76037AC}">
      <dgm:prSet/>
      <dgm:spPr/>
      <dgm:t>
        <a:bodyPr/>
        <a:lstStyle/>
        <a:p>
          <a:endParaRPr lang="en-ZA"/>
        </a:p>
      </dgm:t>
    </dgm:pt>
    <dgm:pt modelId="{3B2A19C6-A204-473C-97EC-53B8E098D25A}" type="sibTrans" cxnId="{AB7812C3-8D0E-4D22-8232-0367F76037AC}">
      <dgm:prSet/>
      <dgm:spPr/>
      <dgm:t>
        <a:bodyPr/>
        <a:lstStyle/>
        <a:p>
          <a:endParaRPr lang="en-ZA"/>
        </a:p>
      </dgm:t>
    </dgm:pt>
    <dgm:pt modelId="{AA849AC6-7519-40DA-900F-C1AEAEA49454}">
      <dgm:prSet phldrT="[Text]"/>
      <dgm:spPr>
        <a:solidFill>
          <a:schemeClr val="accent1">
            <a:lumMod val="50000"/>
          </a:schemeClr>
        </a:solidFill>
      </dgm:spPr>
      <dgm:t>
        <a:bodyPr/>
        <a:lstStyle/>
        <a:p>
          <a:r>
            <a:rPr lang="en-ZA" b="1" u="sng" dirty="0"/>
            <a:t>Tag</a:t>
          </a:r>
        </a:p>
      </dgm:t>
    </dgm:pt>
    <dgm:pt modelId="{78D838FB-76A2-4A30-9CD6-D3E84DB3FAB4}" type="parTrans" cxnId="{2AAF6A21-2D82-4D3D-AAA9-BBCAC7F578EF}">
      <dgm:prSet/>
      <dgm:spPr/>
      <dgm:t>
        <a:bodyPr/>
        <a:lstStyle/>
        <a:p>
          <a:endParaRPr lang="en-ZA"/>
        </a:p>
      </dgm:t>
    </dgm:pt>
    <dgm:pt modelId="{DC18046B-60B7-47B0-8E55-61F80C7FC680}" type="sibTrans" cxnId="{2AAF6A21-2D82-4D3D-AAA9-BBCAC7F578EF}">
      <dgm:prSet/>
      <dgm:spPr/>
      <dgm:t>
        <a:bodyPr/>
        <a:lstStyle/>
        <a:p>
          <a:endParaRPr lang="en-ZA"/>
        </a:p>
      </dgm:t>
    </dgm:pt>
    <dgm:pt modelId="{44867E53-1D65-436C-B799-F33F8A2F33D6}" type="pres">
      <dgm:prSet presAssocID="{EC099304-CF81-49E1-B090-2D7CA907B036}" presName="cycle" presStyleCnt="0">
        <dgm:presLayoutVars>
          <dgm:chMax val="1"/>
          <dgm:dir/>
          <dgm:animLvl val="ctr"/>
          <dgm:resizeHandles val="exact"/>
        </dgm:presLayoutVars>
      </dgm:prSet>
      <dgm:spPr/>
    </dgm:pt>
    <dgm:pt modelId="{5BCDB88A-BD8F-4219-B20E-2AD18BB22BE5}" type="pres">
      <dgm:prSet presAssocID="{A4B292DE-65BC-4F30-9CF2-B188952BEBB4}" presName="centerShape" presStyleLbl="node0" presStyleIdx="0" presStyleCnt="1"/>
      <dgm:spPr/>
    </dgm:pt>
    <dgm:pt modelId="{324AB907-6DC0-41C5-95AB-87E48E759F0C}" type="pres">
      <dgm:prSet presAssocID="{4FB3488D-0EF1-46AE-8B0E-C81A0106D8E7}" presName="Name9" presStyleLbl="parChTrans1D2" presStyleIdx="0" presStyleCnt="11"/>
      <dgm:spPr/>
    </dgm:pt>
    <dgm:pt modelId="{97C32B70-0DE3-4B62-BDDE-3B861E66AF9D}" type="pres">
      <dgm:prSet presAssocID="{4FB3488D-0EF1-46AE-8B0E-C81A0106D8E7}" presName="connTx" presStyleLbl="parChTrans1D2" presStyleIdx="0" presStyleCnt="11"/>
      <dgm:spPr/>
    </dgm:pt>
    <dgm:pt modelId="{333C4802-6558-49D0-A383-2F12AD318A67}" type="pres">
      <dgm:prSet presAssocID="{94206052-2F73-4A5A-985E-2D55A44EAB6D}" presName="node" presStyleLbl="node1" presStyleIdx="0" presStyleCnt="11">
        <dgm:presLayoutVars>
          <dgm:bulletEnabled val="1"/>
        </dgm:presLayoutVars>
      </dgm:prSet>
      <dgm:spPr/>
    </dgm:pt>
    <dgm:pt modelId="{50560BAC-4DD4-4663-9D2C-248F043E7B15}" type="pres">
      <dgm:prSet presAssocID="{6B05D924-DF30-4D5B-A145-7758D2E10630}" presName="Name9" presStyleLbl="parChTrans1D2" presStyleIdx="1" presStyleCnt="11"/>
      <dgm:spPr/>
    </dgm:pt>
    <dgm:pt modelId="{2E7BC5AE-1406-4FE1-9942-B788B4BF6574}" type="pres">
      <dgm:prSet presAssocID="{6B05D924-DF30-4D5B-A145-7758D2E10630}" presName="connTx" presStyleLbl="parChTrans1D2" presStyleIdx="1" presStyleCnt="11"/>
      <dgm:spPr/>
    </dgm:pt>
    <dgm:pt modelId="{47463369-6193-454D-87D0-2E6DCB8ED34F}" type="pres">
      <dgm:prSet presAssocID="{C8B08237-5EB4-4EFA-BB09-5ADB57678A0D}" presName="node" presStyleLbl="node1" presStyleIdx="1" presStyleCnt="11">
        <dgm:presLayoutVars>
          <dgm:bulletEnabled val="1"/>
        </dgm:presLayoutVars>
      </dgm:prSet>
      <dgm:spPr/>
    </dgm:pt>
    <dgm:pt modelId="{00A8AF85-F9D2-40CF-BA7E-008F18FAA3CA}" type="pres">
      <dgm:prSet presAssocID="{C100DF2C-D40D-4385-BB91-32FB22C0DB22}" presName="Name9" presStyleLbl="parChTrans1D2" presStyleIdx="2" presStyleCnt="11"/>
      <dgm:spPr/>
    </dgm:pt>
    <dgm:pt modelId="{5B779A7D-9268-4859-A77B-E9781B4D690F}" type="pres">
      <dgm:prSet presAssocID="{C100DF2C-D40D-4385-BB91-32FB22C0DB22}" presName="connTx" presStyleLbl="parChTrans1D2" presStyleIdx="2" presStyleCnt="11"/>
      <dgm:spPr/>
    </dgm:pt>
    <dgm:pt modelId="{E42D0E29-01EF-4897-89E9-30D634B39C6F}" type="pres">
      <dgm:prSet presAssocID="{A7B5648F-DC98-4B91-8378-66DCBB7B55C8}" presName="node" presStyleLbl="node1" presStyleIdx="2" presStyleCnt="11">
        <dgm:presLayoutVars>
          <dgm:bulletEnabled val="1"/>
        </dgm:presLayoutVars>
      </dgm:prSet>
      <dgm:spPr/>
    </dgm:pt>
    <dgm:pt modelId="{6E6A34A2-D1C2-4F15-B129-7E4565E44901}" type="pres">
      <dgm:prSet presAssocID="{59C89D17-A9BE-4917-A397-CF415784AB8D}" presName="Name9" presStyleLbl="parChTrans1D2" presStyleIdx="3" presStyleCnt="11"/>
      <dgm:spPr/>
    </dgm:pt>
    <dgm:pt modelId="{06E3E9BE-9CBB-45B6-96EE-0AC7EE379AD7}" type="pres">
      <dgm:prSet presAssocID="{59C89D17-A9BE-4917-A397-CF415784AB8D}" presName="connTx" presStyleLbl="parChTrans1D2" presStyleIdx="3" presStyleCnt="11"/>
      <dgm:spPr/>
    </dgm:pt>
    <dgm:pt modelId="{1AF09E71-88B6-4511-AA64-8E0A25D73A77}" type="pres">
      <dgm:prSet presAssocID="{329701D4-979B-49C8-BD7F-2883F33CCB61}" presName="node" presStyleLbl="node1" presStyleIdx="3" presStyleCnt="11">
        <dgm:presLayoutVars>
          <dgm:bulletEnabled val="1"/>
        </dgm:presLayoutVars>
      </dgm:prSet>
      <dgm:spPr/>
    </dgm:pt>
    <dgm:pt modelId="{E8C9C7DE-1000-41E0-B71E-2232BCD000B7}" type="pres">
      <dgm:prSet presAssocID="{E9DC8891-84E1-4279-B2D3-D342750A023A}" presName="Name9" presStyleLbl="parChTrans1D2" presStyleIdx="4" presStyleCnt="11"/>
      <dgm:spPr/>
    </dgm:pt>
    <dgm:pt modelId="{F0708287-79A2-4665-AF31-034AA77D05D5}" type="pres">
      <dgm:prSet presAssocID="{E9DC8891-84E1-4279-B2D3-D342750A023A}" presName="connTx" presStyleLbl="parChTrans1D2" presStyleIdx="4" presStyleCnt="11"/>
      <dgm:spPr/>
    </dgm:pt>
    <dgm:pt modelId="{0C48A89A-1FD3-42A6-B6AC-856DE602AFD3}" type="pres">
      <dgm:prSet presAssocID="{9E101611-96AA-4F65-9E3A-64AF161A06BD}" presName="node" presStyleLbl="node1" presStyleIdx="4" presStyleCnt="11">
        <dgm:presLayoutVars>
          <dgm:bulletEnabled val="1"/>
        </dgm:presLayoutVars>
      </dgm:prSet>
      <dgm:spPr/>
    </dgm:pt>
    <dgm:pt modelId="{B2067784-4DBC-4807-B793-EA49978CE13D}" type="pres">
      <dgm:prSet presAssocID="{D518D5C3-BD03-4CFA-BB2F-6E396F625037}" presName="Name9" presStyleLbl="parChTrans1D2" presStyleIdx="5" presStyleCnt="11"/>
      <dgm:spPr/>
    </dgm:pt>
    <dgm:pt modelId="{D571EA3F-7775-4319-83D8-B0DEE11AFFB1}" type="pres">
      <dgm:prSet presAssocID="{D518D5C3-BD03-4CFA-BB2F-6E396F625037}" presName="connTx" presStyleLbl="parChTrans1D2" presStyleIdx="5" presStyleCnt="11"/>
      <dgm:spPr/>
    </dgm:pt>
    <dgm:pt modelId="{600ECE45-7313-4013-9D5C-5A32043F1452}" type="pres">
      <dgm:prSet presAssocID="{3621BEC6-3AD0-42BB-AD02-D89E989647F4}" presName="node" presStyleLbl="node1" presStyleIdx="5" presStyleCnt="11">
        <dgm:presLayoutVars>
          <dgm:bulletEnabled val="1"/>
        </dgm:presLayoutVars>
      </dgm:prSet>
      <dgm:spPr/>
    </dgm:pt>
    <dgm:pt modelId="{5B565407-DA0B-4DD1-8523-88175AFB571D}" type="pres">
      <dgm:prSet presAssocID="{DB9C3145-C82A-4AB3-B47B-D81EA28DB2CF}" presName="Name9" presStyleLbl="parChTrans1D2" presStyleIdx="6" presStyleCnt="11"/>
      <dgm:spPr/>
    </dgm:pt>
    <dgm:pt modelId="{6EBC8992-3B6A-48C2-A6EB-20000768B450}" type="pres">
      <dgm:prSet presAssocID="{DB9C3145-C82A-4AB3-B47B-D81EA28DB2CF}" presName="connTx" presStyleLbl="parChTrans1D2" presStyleIdx="6" presStyleCnt="11"/>
      <dgm:spPr/>
    </dgm:pt>
    <dgm:pt modelId="{713BD3F0-2CD5-4549-A962-AA61D08C9914}" type="pres">
      <dgm:prSet presAssocID="{5AFC9706-9F97-478E-9681-17D6693B7DAE}" presName="node" presStyleLbl="node1" presStyleIdx="6" presStyleCnt="11">
        <dgm:presLayoutVars>
          <dgm:bulletEnabled val="1"/>
        </dgm:presLayoutVars>
      </dgm:prSet>
      <dgm:spPr/>
    </dgm:pt>
    <dgm:pt modelId="{D1FE00D7-E193-45C7-99A2-24FA8EEFAD57}" type="pres">
      <dgm:prSet presAssocID="{0AFBE5B7-A8F2-4938-8945-1D747C77E99E}" presName="Name9" presStyleLbl="parChTrans1D2" presStyleIdx="7" presStyleCnt="11"/>
      <dgm:spPr/>
    </dgm:pt>
    <dgm:pt modelId="{D54A8247-E2F0-425A-B030-5B48F3E8186C}" type="pres">
      <dgm:prSet presAssocID="{0AFBE5B7-A8F2-4938-8945-1D747C77E99E}" presName="connTx" presStyleLbl="parChTrans1D2" presStyleIdx="7" presStyleCnt="11"/>
      <dgm:spPr/>
    </dgm:pt>
    <dgm:pt modelId="{6F6F993F-67B0-4920-B461-CA59F87150A5}" type="pres">
      <dgm:prSet presAssocID="{1334F1A0-2778-4F3A-BC63-E2B1E047EDE4}" presName="node" presStyleLbl="node1" presStyleIdx="7" presStyleCnt="11">
        <dgm:presLayoutVars>
          <dgm:bulletEnabled val="1"/>
        </dgm:presLayoutVars>
      </dgm:prSet>
      <dgm:spPr/>
    </dgm:pt>
    <dgm:pt modelId="{37F674DC-1759-4892-8452-11EC28A1A5E4}" type="pres">
      <dgm:prSet presAssocID="{ECCBB9FC-7C01-4A19-B266-435CBEFF9D3D}" presName="Name9" presStyleLbl="parChTrans1D2" presStyleIdx="8" presStyleCnt="11"/>
      <dgm:spPr/>
    </dgm:pt>
    <dgm:pt modelId="{A5012438-7F85-481A-8AB6-C1224899EE03}" type="pres">
      <dgm:prSet presAssocID="{ECCBB9FC-7C01-4A19-B266-435CBEFF9D3D}" presName="connTx" presStyleLbl="parChTrans1D2" presStyleIdx="8" presStyleCnt="11"/>
      <dgm:spPr/>
    </dgm:pt>
    <dgm:pt modelId="{231E9D19-5AE8-4ECF-B27C-DE35749EEE87}" type="pres">
      <dgm:prSet presAssocID="{E5E70549-0A73-4719-8B3A-CDB3C29052CA}" presName="node" presStyleLbl="node1" presStyleIdx="8" presStyleCnt="11">
        <dgm:presLayoutVars>
          <dgm:bulletEnabled val="1"/>
        </dgm:presLayoutVars>
      </dgm:prSet>
      <dgm:spPr/>
    </dgm:pt>
    <dgm:pt modelId="{DDA4E687-AD8F-4EDA-92BE-63CFFF2671B7}" type="pres">
      <dgm:prSet presAssocID="{472833EB-6A5F-4587-A97A-FEFF9DF507C7}" presName="Name9" presStyleLbl="parChTrans1D2" presStyleIdx="9" presStyleCnt="11"/>
      <dgm:spPr/>
    </dgm:pt>
    <dgm:pt modelId="{74BB1480-2151-4889-BB01-DC93F60E1DD5}" type="pres">
      <dgm:prSet presAssocID="{472833EB-6A5F-4587-A97A-FEFF9DF507C7}" presName="connTx" presStyleLbl="parChTrans1D2" presStyleIdx="9" presStyleCnt="11"/>
      <dgm:spPr/>
    </dgm:pt>
    <dgm:pt modelId="{135B2E2D-9A8F-49E4-B604-730A083E46ED}" type="pres">
      <dgm:prSet presAssocID="{BEF63161-3981-4035-BB83-2D64B8F45856}" presName="node" presStyleLbl="node1" presStyleIdx="9" presStyleCnt="11">
        <dgm:presLayoutVars>
          <dgm:bulletEnabled val="1"/>
        </dgm:presLayoutVars>
      </dgm:prSet>
      <dgm:spPr/>
    </dgm:pt>
    <dgm:pt modelId="{E3106EB7-1645-4644-B55F-3F689014C4E3}" type="pres">
      <dgm:prSet presAssocID="{78D838FB-76A2-4A30-9CD6-D3E84DB3FAB4}" presName="Name9" presStyleLbl="parChTrans1D2" presStyleIdx="10" presStyleCnt="11"/>
      <dgm:spPr/>
    </dgm:pt>
    <dgm:pt modelId="{1C3C8255-2418-4446-A01E-DD2BE9ABB7BC}" type="pres">
      <dgm:prSet presAssocID="{78D838FB-76A2-4A30-9CD6-D3E84DB3FAB4}" presName="connTx" presStyleLbl="parChTrans1D2" presStyleIdx="10" presStyleCnt="11"/>
      <dgm:spPr/>
    </dgm:pt>
    <dgm:pt modelId="{01BA31C1-8EBD-4A1A-86EF-DF460230354E}" type="pres">
      <dgm:prSet presAssocID="{AA849AC6-7519-40DA-900F-C1AEAEA49454}" presName="node" presStyleLbl="node1" presStyleIdx="10" presStyleCnt="11">
        <dgm:presLayoutVars>
          <dgm:bulletEnabled val="1"/>
        </dgm:presLayoutVars>
      </dgm:prSet>
      <dgm:spPr/>
    </dgm:pt>
  </dgm:ptLst>
  <dgm:cxnLst>
    <dgm:cxn modelId="{82612C10-33C0-4799-A2E3-EBFB8A2BD277}" type="presOf" srcId="{5AFC9706-9F97-478E-9681-17D6693B7DAE}" destId="{713BD3F0-2CD5-4549-A962-AA61D08C9914}" srcOrd="0" destOrd="0" presId="urn:microsoft.com/office/officeart/2005/8/layout/radial1"/>
    <dgm:cxn modelId="{25C55411-0D18-4974-BB8A-555DAE204F78}" type="presOf" srcId="{EC099304-CF81-49E1-B090-2D7CA907B036}" destId="{44867E53-1D65-436C-B799-F33F8A2F33D6}" srcOrd="0" destOrd="0" presId="urn:microsoft.com/office/officeart/2005/8/layout/radial1"/>
    <dgm:cxn modelId="{B3E1D015-41B2-4514-94E5-E8B8824EEDCC}" srcId="{A4B292DE-65BC-4F30-9CF2-B188952BEBB4}" destId="{5AFC9706-9F97-478E-9681-17D6693B7DAE}" srcOrd="6" destOrd="0" parTransId="{DB9C3145-C82A-4AB3-B47B-D81EA28DB2CF}" sibTransId="{A7B5B079-8306-4B64-9EFD-19FF27F72F63}"/>
    <dgm:cxn modelId="{CF76B217-D534-4817-9B95-68C09E7A4E66}" srcId="{EC099304-CF81-49E1-B090-2D7CA907B036}" destId="{A4B292DE-65BC-4F30-9CF2-B188952BEBB4}" srcOrd="0" destOrd="0" parTransId="{D5E2FA97-5798-4740-8479-B467E092FBEE}" sibTransId="{B5DB4395-AE15-4890-B9E2-23E3DFDFC4C6}"/>
    <dgm:cxn modelId="{E8D3F31D-07A0-4566-8E80-255FF0313366}" type="presOf" srcId="{472833EB-6A5F-4587-A97A-FEFF9DF507C7}" destId="{DDA4E687-AD8F-4EDA-92BE-63CFFF2671B7}" srcOrd="0" destOrd="0" presId="urn:microsoft.com/office/officeart/2005/8/layout/radial1"/>
    <dgm:cxn modelId="{2AAF6A21-2D82-4D3D-AAA9-BBCAC7F578EF}" srcId="{A4B292DE-65BC-4F30-9CF2-B188952BEBB4}" destId="{AA849AC6-7519-40DA-900F-C1AEAEA49454}" srcOrd="10" destOrd="0" parTransId="{78D838FB-76A2-4A30-9CD6-D3E84DB3FAB4}" sibTransId="{DC18046B-60B7-47B0-8E55-61F80C7FC680}"/>
    <dgm:cxn modelId="{C3F79E27-E979-4852-8B78-904251C24D05}" type="presOf" srcId="{DB9C3145-C82A-4AB3-B47B-D81EA28DB2CF}" destId="{5B565407-DA0B-4DD1-8523-88175AFB571D}" srcOrd="0" destOrd="0" presId="urn:microsoft.com/office/officeart/2005/8/layout/radial1"/>
    <dgm:cxn modelId="{8F967128-F739-4215-9611-5DBFC2288B43}" type="presOf" srcId="{A7B5648F-DC98-4B91-8378-66DCBB7B55C8}" destId="{E42D0E29-01EF-4897-89E9-30D634B39C6F}" srcOrd="0" destOrd="0" presId="urn:microsoft.com/office/officeart/2005/8/layout/radial1"/>
    <dgm:cxn modelId="{7D7C5F2A-2475-426E-AE1E-770A343F2BA1}" type="presOf" srcId="{4FB3488D-0EF1-46AE-8B0E-C81A0106D8E7}" destId="{97C32B70-0DE3-4B62-BDDE-3B861E66AF9D}" srcOrd="1" destOrd="0" presId="urn:microsoft.com/office/officeart/2005/8/layout/radial1"/>
    <dgm:cxn modelId="{7795D52C-851D-42F6-9EAD-3DFAA9D88F8C}" type="presOf" srcId="{C100DF2C-D40D-4385-BB91-32FB22C0DB22}" destId="{00A8AF85-F9D2-40CF-BA7E-008F18FAA3CA}" srcOrd="0" destOrd="0" presId="urn:microsoft.com/office/officeart/2005/8/layout/radial1"/>
    <dgm:cxn modelId="{CD5DDC2C-DABA-4FC5-B7B9-5F771BA444B6}" type="presOf" srcId="{D518D5C3-BD03-4CFA-BB2F-6E396F625037}" destId="{B2067784-4DBC-4807-B793-EA49978CE13D}" srcOrd="0" destOrd="0" presId="urn:microsoft.com/office/officeart/2005/8/layout/radial1"/>
    <dgm:cxn modelId="{824DC13D-77DF-4F93-9E7A-E0F30D4AF098}" type="presOf" srcId="{6B05D924-DF30-4D5B-A145-7758D2E10630}" destId="{50560BAC-4DD4-4663-9D2C-248F043E7B15}" srcOrd="0" destOrd="0" presId="urn:microsoft.com/office/officeart/2005/8/layout/radial1"/>
    <dgm:cxn modelId="{E3D9875C-AB60-4EC5-8F9A-F4979E5EA819}" type="presOf" srcId="{329701D4-979B-49C8-BD7F-2883F33CCB61}" destId="{1AF09E71-88B6-4511-AA64-8E0A25D73A77}" srcOrd="0" destOrd="0" presId="urn:microsoft.com/office/officeart/2005/8/layout/radial1"/>
    <dgm:cxn modelId="{1DC1AC63-B79F-4F29-BA5C-050780CA69DB}" type="presOf" srcId="{78D838FB-76A2-4A30-9CD6-D3E84DB3FAB4}" destId="{1C3C8255-2418-4446-A01E-DD2BE9ABB7BC}" srcOrd="1" destOrd="0" presId="urn:microsoft.com/office/officeart/2005/8/layout/radial1"/>
    <dgm:cxn modelId="{B7E3C166-A5E7-4800-9158-F2E63008A4B9}" type="presOf" srcId="{3621BEC6-3AD0-42BB-AD02-D89E989647F4}" destId="{600ECE45-7313-4013-9D5C-5A32043F1452}" srcOrd="0" destOrd="0" presId="urn:microsoft.com/office/officeart/2005/8/layout/radial1"/>
    <dgm:cxn modelId="{17BE3947-D9FC-4373-BC21-0EB4D7CAFEF2}" type="presOf" srcId="{ECCBB9FC-7C01-4A19-B266-435CBEFF9D3D}" destId="{37F674DC-1759-4892-8452-11EC28A1A5E4}" srcOrd="0" destOrd="0" presId="urn:microsoft.com/office/officeart/2005/8/layout/radial1"/>
    <dgm:cxn modelId="{DC956970-0DE5-47E9-AC20-3ADD387E07AA}" srcId="{A4B292DE-65BC-4F30-9CF2-B188952BEBB4}" destId="{94206052-2F73-4A5A-985E-2D55A44EAB6D}" srcOrd="0" destOrd="0" parTransId="{4FB3488D-0EF1-46AE-8B0E-C81A0106D8E7}" sibTransId="{B7FD66A1-5A6A-48AC-809B-A3498841519A}"/>
    <dgm:cxn modelId="{588F3D54-88FD-4D14-A7FE-C28B454704FD}" type="presOf" srcId="{ECCBB9FC-7C01-4A19-B266-435CBEFF9D3D}" destId="{A5012438-7F85-481A-8AB6-C1224899EE03}" srcOrd="1" destOrd="0" presId="urn:microsoft.com/office/officeart/2005/8/layout/radial1"/>
    <dgm:cxn modelId="{E3BA367F-F448-487E-9F24-EEA74D2CCE73}" srcId="{A4B292DE-65BC-4F30-9CF2-B188952BEBB4}" destId="{3621BEC6-3AD0-42BB-AD02-D89E989647F4}" srcOrd="5" destOrd="0" parTransId="{D518D5C3-BD03-4CFA-BB2F-6E396F625037}" sibTransId="{E7931A63-5CC2-47CB-A65F-90E37A0756A1}"/>
    <dgm:cxn modelId="{CA93FF81-D6B4-41C4-8356-6E1E7616D504}" type="presOf" srcId="{59C89D17-A9BE-4917-A397-CF415784AB8D}" destId="{06E3E9BE-9CBB-45B6-96EE-0AC7EE379AD7}" srcOrd="1" destOrd="0" presId="urn:microsoft.com/office/officeart/2005/8/layout/radial1"/>
    <dgm:cxn modelId="{73525982-7145-4FA9-BEA9-C28869A9965C}" type="presOf" srcId="{94206052-2F73-4A5A-985E-2D55A44EAB6D}" destId="{333C4802-6558-49D0-A383-2F12AD318A67}" srcOrd="0" destOrd="0" presId="urn:microsoft.com/office/officeart/2005/8/layout/radial1"/>
    <dgm:cxn modelId="{0CAFF682-C286-4B1D-A526-78A405BA9C96}" srcId="{A4B292DE-65BC-4F30-9CF2-B188952BEBB4}" destId="{E5E70549-0A73-4719-8B3A-CDB3C29052CA}" srcOrd="8" destOrd="0" parTransId="{ECCBB9FC-7C01-4A19-B266-435CBEFF9D3D}" sibTransId="{61245209-A3B1-4C17-9507-09D8DEEE2E2A}"/>
    <dgm:cxn modelId="{802FCE88-612A-4EA1-AE05-A5E680FC5F51}" type="presOf" srcId="{AA849AC6-7519-40DA-900F-C1AEAEA49454}" destId="{01BA31C1-8EBD-4A1A-86EF-DF460230354E}" srcOrd="0" destOrd="0" presId="urn:microsoft.com/office/officeart/2005/8/layout/radial1"/>
    <dgm:cxn modelId="{F737788C-C87F-41E2-9D87-A44CB501FB48}" type="presOf" srcId="{DB9C3145-C82A-4AB3-B47B-D81EA28DB2CF}" destId="{6EBC8992-3B6A-48C2-A6EB-20000768B450}" srcOrd="1" destOrd="0" presId="urn:microsoft.com/office/officeart/2005/8/layout/radial1"/>
    <dgm:cxn modelId="{DA683E92-6F7A-4314-8689-9262C4F28571}" type="presOf" srcId="{472833EB-6A5F-4587-A97A-FEFF9DF507C7}" destId="{74BB1480-2151-4889-BB01-DC93F60E1DD5}" srcOrd="1" destOrd="0" presId="urn:microsoft.com/office/officeart/2005/8/layout/radial1"/>
    <dgm:cxn modelId="{82C82A93-F305-4CB0-9220-7CF356EE0115}" type="presOf" srcId="{0AFBE5B7-A8F2-4938-8945-1D747C77E99E}" destId="{D54A8247-E2F0-425A-B030-5B48F3E8186C}" srcOrd="1" destOrd="0" presId="urn:microsoft.com/office/officeart/2005/8/layout/radial1"/>
    <dgm:cxn modelId="{1FC0BF96-5C61-4282-B2C0-E44423D0C9D6}" type="presOf" srcId="{BEF63161-3981-4035-BB83-2D64B8F45856}" destId="{135B2E2D-9A8F-49E4-B604-730A083E46ED}" srcOrd="0" destOrd="0" presId="urn:microsoft.com/office/officeart/2005/8/layout/radial1"/>
    <dgm:cxn modelId="{20F3E69B-0DB9-4D0C-B690-0E2C7371EDB2}" type="presOf" srcId="{A4B292DE-65BC-4F30-9CF2-B188952BEBB4}" destId="{5BCDB88A-BD8F-4219-B20E-2AD18BB22BE5}" srcOrd="0" destOrd="0" presId="urn:microsoft.com/office/officeart/2005/8/layout/radial1"/>
    <dgm:cxn modelId="{803CF39E-453E-4954-BF62-EC474B6443A5}" type="presOf" srcId="{1334F1A0-2778-4F3A-BC63-E2B1E047EDE4}" destId="{6F6F993F-67B0-4920-B461-CA59F87150A5}" srcOrd="0" destOrd="0" presId="urn:microsoft.com/office/officeart/2005/8/layout/radial1"/>
    <dgm:cxn modelId="{B183F8A3-05D1-4C86-B248-9191D176C5A8}" type="presOf" srcId="{4FB3488D-0EF1-46AE-8B0E-C81A0106D8E7}" destId="{324AB907-6DC0-41C5-95AB-87E48E759F0C}" srcOrd="0" destOrd="0" presId="urn:microsoft.com/office/officeart/2005/8/layout/radial1"/>
    <dgm:cxn modelId="{68D613A5-3183-4603-BC19-E3FF6641008B}" srcId="{A4B292DE-65BC-4F30-9CF2-B188952BEBB4}" destId="{A7B5648F-DC98-4B91-8378-66DCBB7B55C8}" srcOrd="2" destOrd="0" parTransId="{C100DF2C-D40D-4385-BB91-32FB22C0DB22}" sibTransId="{9C2CD678-5447-4666-B878-CA683EB6DA7F}"/>
    <dgm:cxn modelId="{CBDC7BAD-D6D8-4243-9958-1191273C9A7D}" type="presOf" srcId="{C100DF2C-D40D-4385-BB91-32FB22C0DB22}" destId="{5B779A7D-9268-4859-A77B-E9781B4D690F}" srcOrd="1" destOrd="0" presId="urn:microsoft.com/office/officeart/2005/8/layout/radial1"/>
    <dgm:cxn modelId="{5D0260B0-7A87-4B98-BEB3-8903D8E2D24F}" type="presOf" srcId="{59C89D17-A9BE-4917-A397-CF415784AB8D}" destId="{6E6A34A2-D1C2-4F15-B129-7E4565E44901}" srcOrd="0" destOrd="0" presId="urn:microsoft.com/office/officeart/2005/8/layout/radial1"/>
    <dgm:cxn modelId="{FEB34CB5-30F1-44D1-9879-117719B60EDA}" type="presOf" srcId="{C8B08237-5EB4-4EFA-BB09-5ADB57678A0D}" destId="{47463369-6193-454D-87D0-2E6DCB8ED34F}" srcOrd="0" destOrd="0" presId="urn:microsoft.com/office/officeart/2005/8/layout/radial1"/>
    <dgm:cxn modelId="{9FEDBCBF-05BE-4185-9269-258998EC0DE6}" type="presOf" srcId="{E9DC8891-84E1-4279-B2D3-D342750A023A}" destId="{F0708287-79A2-4665-AF31-034AA77D05D5}" srcOrd="1" destOrd="0" presId="urn:microsoft.com/office/officeart/2005/8/layout/radial1"/>
    <dgm:cxn modelId="{AB7812C3-8D0E-4D22-8232-0367F76037AC}" srcId="{A4B292DE-65BC-4F30-9CF2-B188952BEBB4}" destId="{BEF63161-3981-4035-BB83-2D64B8F45856}" srcOrd="9" destOrd="0" parTransId="{472833EB-6A5F-4587-A97A-FEFF9DF507C7}" sibTransId="{3B2A19C6-A204-473C-97EC-53B8E098D25A}"/>
    <dgm:cxn modelId="{2F95D1C6-CD06-4943-A69B-5083ECFE9E60}" type="presOf" srcId="{E5E70549-0A73-4719-8B3A-CDB3C29052CA}" destId="{231E9D19-5AE8-4ECF-B27C-DE35749EEE87}" srcOrd="0" destOrd="0" presId="urn:microsoft.com/office/officeart/2005/8/layout/radial1"/>
    <dgm:cxn modelId="{53A2F3CA-D521-489E-8247-C352771EFA60}" srcId="{A4B292DE-65BC-4F30-9CF2-B188952BEBB4}" destId="{1334F1A0-2778-4F3A-BC63-E2B1E047EDE4}" srcOrd="7" destOrd="0" parTransId="{0AFBE5B7-A8F2-4938-8945-1D747C77E99E}" sibTransId="{90BA36F8-250D-4DCD-9973-F5A4B749E44C}"/>
    <dgm:cxn modelId="{35AE9ED3-8271-4F95-B526-E2A8BABB0D52}" type="presOf" srcId="{78D838FB-76A2-4A30-9CD6-D3E84DB3FAB4}" destId="{E3106EB7-1645-4644-B55F-3F689014C4E3}" srcOrd="0" destOrd="0" presId="urn:microsoft.com/office/officeart/2005/8/layout/radial1"/>
    <dgm:cxn modelId="{6BD471E1-8801-440E-ACA3-063734AB2C59}" type="presOf" srcId="{E9DC8891-84E1-4279-B2D3-D342750A023A}" destId="{E8C9C7DE-1000-41E0-B71E-2232BCD000B7}" srcOrd="0" destOrd="0" presId="urn:microsoft.com/office/officeart/2005/8/layout/radial1"/>
    <dgm:cxn modelId="{0B8D82E3-FFBD-4666-B656-019C84818251}" srcId="{A4B292DE-65BC-4F30-9CF2-B188952BEBB4}" destId="{9E101611-96AA-4F65-9E3A-64AF161A06BD}" srcOrd="4" destOrd="0" parTransId="{E9DC8891-84E1-4279-B2D3-D342750A023A}" sibTransId="{99C137FB-7B00-4D28-8754-BF8E6EB6EBB9}"/>
    <dgm:cxn modelId="{013186E6-7307-47BA-9512-40D36CDA8CB3}" type="presOf" srcId="{6B05D924-DF30-4D5B-A145-7758D2E10630}" destId="{2E7BC5AE-1406-4FE1-9942-B788B4BF6574}" srcOrd="1" destOrd="0" presId="urn:microsoft.com/office/officeart/2005/8/layout/radial1"/>
    <dgm:cxn modelId="{05F903EB-C711-4267-85A2-FC41A620221B}" type="presOf" srcId="{0AFBE5B7-A8F2-4938-8945-1D747C77E99E}" destId="{D1FE00D7-E193-45C7-99A2-24FA8EEFAD57}" srcOrd="0" destOrd="0" presId="urn:microsoft.com/office/officeart/2005/8/layout/radial1"/>
    <dgm:cxn modelId="{239856ED-A396-483E-BFF8-9D33EE60D83B}" srcId="{A4B292DE-65BC-4F30-9CF2-B188952BEBB4}" destId="{329701D4-979B-49C8-BD7F-2883F33CCB61}" srcOrd="3" destOrd="0" parTransId="{59C89D17-A9BE-4917-A397-CF415784AB8D}" sibTransId="{7C65153E-81D1-4903-BF0A-D6757069D79F}"/>
    <dgm:cxn modelId="{64E13BF4-658A-4CA4-913F-6B217FBAAA63}" srcId="{A4B292DE-65BC-4F30-9CF2-B188952BEBB4}" destId="{C8B08237-5EB4-4EFA-BB09-5ADB57678A0D}" srcOrd="1" destOrd="0" parTransId="{6B05D924-DF30-4D5B-A145-7758D2E10630}" sibTransId="{EA99DE1A-D481-4628-B59A-258D9D053E26}"/>
    <dgm:cxn modelId="{73A2F9F8-B744-4013-9CBF-8CEB62B58EE0}" type="presOf" srcId="{D518D5C3-BD03-4CFA-BB2F-6E396F625037}" destId="{D571EA3F-7775-4319-83D8-B0DEE11AFFB1}" srcOrd="1" destOrd="0" presId="urn:microsoft.com/office/officeart/2005/8/layout/radial1"/>
    <dgm:cxn modelId="{B2944AFB-BFBE-4610-AE7F-72BAE1FA67DF}" type="presOf" srcId="{9E101611-96AA-4F65-9E3A-64AF161A06BD}" destId="{0C48A89A-1FD3-42A6-B6AC-856DE602AFD3}" srcOrd="0" destOrd="0" presId="urn:microsoft.com/office/officeart/2005/8/layout/radial1"/>
    <dgm:cxn modelId="{86B1A479-01F7-4E88-B76D-88A91183FFF2}" type="presParOf" srcId="{44867E53-1D65-436C-B799-F33F8A2F33D6}" destId="{5BCDB88A-BD8F-4219-B20E-2AD18BB22BE5}" srcOrd="0" destOrd="0" presId="urn:microsoft.com/office/officeart/2005/8/layout/radial1"/>
    <dgm:cxn modelId="{16BD8079-E16F-43BB-910A-4F25B29CDC14}" type="presParOf" srcId="{44867E53-1D65-436C-B799-F33F8A2F33D6}" destId="{324AB907-6DC0-41C5-95AB-87E48E759F0C}" srcOrd="1" destOrd="0" presId="urn:microsoft.com/office/officeart/2005/8/layout/radial1"/>
    <dgm:cxn modelId="{F90FE990-ACE9-4E1D-8A2F-AB3ED4534690}" type="presParOf" srcId="{324AB907-6DC0-41C5-95AB-87E48E759F0C}" destId="{97C32B70-0DE3-4B62-BDDE-3B861E66AF9D}" srcOrd="0" destOrd="0" presId="urn:microsoft.com/office/officeart/2005/8/layout/radial1"/>
    <dgm:cxn modelId="{95D99448-C6E3-4B87-AE6C-CD34CD25AF2E}" type="presParOf" srcId="{44867E53-1D65-436C-B799-F33F8A2F33D6}" destId="{333C4802-6558-49D0-A383-2F12AD318A67}" srcOrd="2" destOrd="0" presId="urn:microsoft.com/office/officeart/2005/8/layout/radial1"/>
    <dgm:cxn modelId="{434B65F6-D8C7-4A5E-A643-4C258BC5851D}" type="presParOf" srcId="{44867E53-1D65-436C-B799-F33F8A2F33D6}" destId="{50560BAC-4DD4-4663-9D2C-248F043E7B15}" srcOrd="3" destOrd="0" presId="urn:microsoft.com/office/officeart/2005/8/layout/radial1"/>
    <dgm:cxn modelId="{478F9D00-4428-4E1A-9E54-28F8D626EC28}" type="presParOf" srcId="{50560BAC-4DD4-4663-9D2C-248F043E7B15}" destId="{2E7BC5AE-1406-4FE1-9942-B788B4BF6574}" srcOrd="0" destOrd="0" presId="urn:microsoft.com/office/officeart/2005/8/layout/radial1"/>
    <dgm:cxn modelId="{9AD51FE6-5CB3-4C16-9BCE-25D134F88F26}" type="presParOf" srcId="{44867E53-1D65-436C-B799-F33F8A2F33D6}" destId="{47463369-6193-454D-87D0-2E6DCB8ED34F}" srcOrd="4" destOrd="0" presId="urn:microsoft.com/office/officeart/2005/8/layout/radial1"/>
    <dgm:cxn modelId="{8ABD5F53-64D0-4783-8BBF-4B0DDFAA63F8}" type="presParOf" srcId="{44867E53-1D65-436C-B799-F33F8A2F33D6}" destId="{00A8AF85-F9D2-40CF-BA7E-008F18FAA3CA}" srcOrd="5" destOrd="0" presId="urn:microsoft.com/office/officeart/2005/8/layout/radial1"/>
    <dgm:cxn modelId="{567FE262-7E2D-4981-82AA-68B8F54F519D}" type="presParOf" srcId="{00A8AF85-F9D2-40CF-BA7E-008F18FAA3CA}" destId="{5B779A7D-9268-4859-A77B-E9781B4D690F}" srcOrd="0" destOrd="0" presId="urn:microsoft.com/office/officeart/2005/8/layout/radial1"/>
    <dgm:cxn modelId="{D825F9CB-BBE2-48F1-8847-A0E15B61462A}" type="presParOf" srcId="{44867E53-1D65-436C-B799-F33F8A2F33D6}" destId="{E42D0E29-01EF-4897-89E9-30D634B39C6F}" srcOrd="6" destOrd="0" presId="urn:microsoft.com/office/officeart/2005/8/layout/radial1"/>
    <dgm:cxn modelId="{E3D45D93-7B29-43EC-AC0E-6CD547952602}" type="presParOf" srcId="{44867E53-1D65-436C-B799-F33F8A2F33D6}" destId="{6E6A34A2-D1C2-4F15-B129-7E4565E44901}" srcOrd="7" destOrd="0" presId="urn:microsoft.com/office/officeart/2005/8/layout/radial1"/>
    <dgm:cxn modelId="{668481B5-DF86-4BAE-84FF-D26642C0B990}" type="presParOf" srcId="{6E6A34A2-D1C2-4F15-B129-7E4565E44901}" destId="{06E3E9BE-9CBB-45B6-96EE-0AC7EE379AD7}" srcOrd="0" destOrd="0" presId="urn:microsoft.com/office/officeart/2005/8/layout/radial1"/>
    <dgm:cxn modelId="{7C97BF5D-0556-4756-AE93-0C32AD171B9F}" type="presParOf" srcId="{44867E53-1D65-436C-B799-F33F8A2F33D6}" destId="{1AF09E71-88B6-4511-AA64-8E0A25D73A77}" srcOrd="8" destOrd="0" presId="urn:microsoft.com/office/officeart/2005/8/layout/radial1"/>
    <dgm:cxn modelId="{E2C0F8B3-C3C0-46AB-A41E-C217EBB2E3F7}" type="presParOf" srcId="{44867E53-1D65-436C-B799-F33F8A2F33D6}" destId="{E8C9C7DE-1000-41E0-B71E-2232BCD000B7}" srcOrd="9" destOrd="0" presId="urn:microsoft.com/office/officeart/2005/8/layout/radial1"/>
    <dgm:cxn modelId="{1780D2F9-B211-435D-A1C2-8D2103B0A2E4}" type="presParOf" srcId="{E8C9C7DE-1000-41E0-B71E-2232BCD000B7}" destId="{F0708287-79A2-4665-AF31-034AA77D05D5}" srcOrd="0" destOrd="0" presId="urn:microsoft.com/office/officeart/2005/8/layout/radial1"/>
    <dgm:cxn modelId="{B12A37EB-3F10-464B-A342-C4A0139A32E4}" type="presParOf" srcId="{44867E53-1D65-436C-B799-F33F8A2F33D6}" destId="{0C48A89A-1FD3-42A6-B6AC-856DE602AFD3}" srcOrd="10" destOrd="0" presId="urn:microsoft.com/office/officeart/2005/8/layout/radial1"/>
    <dgm:cxn modelId="{8D7AA770-5ED1-4FF9-9E29-FF56340A0143}" type="presParOf" srcId="{44867E53-1D65-436C-B799-F33F8A2F33D6}" destId="{B2067784-4DBC-4807-B793-EA49978CE13D}" srcOrd="11" destOrd="0" presId="urn:microsoft.com/office/officeart/2005/8/layout/radial1"/>
    <dgm:cxn modelId="{FECFC55D-3EE8-49F7-A799-EFF2EC7993B7}" type="presParOf" srcId="{B2067784-4DBC-4807-B793-EA49978CE13D}" destId="{D571EA3F-7775-4319-83D8-B0DEE11AFFB1}" srcOrd="0" destOrd="0" presId="urn:microsoft.com/office/officeart/2005/8/layout/radial1"/>
    <dgm:cxn modelId="{F024BE30-3FFE-4AF1-9D33-6959F14DDC7C}" type="presParOf" srcId="{44867E53-1D65-436C-B799-F33F8A2F33D6}" destId="{600ECE45-7313-4013-9D5C-5A32043F1452}" srcOrd="12" destOrd="0" presId="urn:microsoft.com/office/officeart/2005/8/layout/radial1"/>
    <dgm:cxn modelId="{CB640F50-0618-467C-B02B-B49A75707334}" type="presParOf" srcId="{44867E53-1D65-436C-B799-F33F8A2F33D6}" destId="{5B565407-DA0B-4DD1-8523-88175AFB571D}" srcOrd="13" destOrd="0" presId="urn:microsoft.com/office/officeart/2005/8/layout/radial1"/>
    <dgm:cxn modelId="{0BC20D33-F5C0-4AEA-B967-60729FE5C41B}" type="presParOf" srcId="{5B565407-DA0B-4DD1-8523-88175AFB571D}" destId="{6EBC8992-3B6A-48C2-A6EB-20000768B450}" srcOrd="0" destOrd="0" presId="urn:microsoft.com/office/officeart/2005/8/layout/radial1"/>
    <dgm:cxn modelId="{6BAEF2DD-5D07-4DB1-80C8-C4D2D9151346}" type="presParOf" srcId="{44867E53-1D65-436C-B799-F33F8A2F33D6}" destId="{713BD3F0-2CD5-4549-A962-AA61D08C9914}" srcOrd="14" destOrd="0" presId="urn:microsoft.com/office/officeart/2005/8/layout/radial1"/>
    <dgm:cxn modelId="{0D59EEAA-F6A9-46AC-AE51-1390E1856499}" type="presParOf" srcId="{44867E53-1D65-436C-B799-F33F8A2F33D6}" destId="{D1FE00D7-E193-45C7-99A2-24FA8EEFAD57}" srcOrd="15" destOrd="0" presId="urn:microsoft.com/office/officeart/2005/8/layout/radial1"/>
    <dgm:cxn modelId="{CCD64001-E8BC-4525-8D3B-DC5A568446DE}" type="presParOf" srcId="{D1FE00D7-E193-45C7-99A2-24FA8EEFAD57}" destId="{D54A8247-E2F0-425A-B030-5B48F3E8186C}" srcOrd="0" destOrd="0" presId="urn:microsoft.com/office/officeart/2005/8/layout/radial1"/>
    <dgm:cxn modelId="{CFBF760C-6EDD-469B-8CDF-CDC037EA43ED}" type="presParOf" srcId="{44867E53-1D65-436C-B799-F33F8A2F33D6}" destId="{6F6F993F-67B0-4920-B461-CA59F87150A5}" srcOrd="16" destOrd="0" presId="urn:microsoft.com/office/officeart/2005/8/layout/radial1"/>
    <dgm:cxn modelId="{C379687F-AEAF-40B4-871B-E0B0B4C4B7A1}" type="presParOf" srcId="{44867E53-1D65-436C-B799-F33F8A2F33D6}" destId="{37F674DC-1759-4892-8452-11EC28A1A5E4}" srcOrd="17" destOrd="0" presId="urn:microsoft.com/office/officeart/2005/8/layout/radial1"/>
    <dgm:cxn modelId="{433589A3-2FA1-4F6E-876A-BD5929533FB4}" type="presParOf" srcId="{37F674DC-1759-4892-8452-11EC28A1A5E4}" destId="{A5012438-7F85-481A-8AB6-C1224899EE03}" srcOrd="0" destOrd="0" presId="urn:microsoft.com/office/officeart/2005/8/layout/radial1"/>
    <dgm:cxn modelId="{9CD0F0AE-A98A-4A9B-8726-87D55E90D2DA}" type="presParOf" srcId="{44867E53-1D65-436C-B799-F33F8A2F33D6}" destId="{231E9D19-5AE8-4ECF-B27C-DE35749EEE87}" srcOrd="18" destOrd="0" presId="urn:microsoft.com/office/officeart/2005/8/layout/radial1"/>
    <dgm:cxn modelId="{B2ADBBE8-5623-46D2-B2F6-42343E0855A6}" type="presParOf" srcId="{44867E53-1D65-436C-B799-F33F8A2F33D6}" destId="{DDA4E687-AD8F-4EDA-92BE-63CFFF2671B7}" srcOrd="19" destOrd="0" presId="urn:microsoft.com/office/officeart/2005/8/layout/radial1"/>
    <dgm:cxn modelId="{1A3EF46F-2AA0-4145-98BE-0DD2EFF67782}" type="presParOf" srcId="{DDA4E687-AD8F-4EDA-92BE-63CFFF2671B7}" destId="{74BB1480-2151-4889-BB01-DC93F60E1DD5}" srcOrd="0" destOrd="0" presId="urn:microsoft.com/office/officeart/2005/8/layout/radial1"/>
    <dgm:cxn modelId="{4F22DDA8-75F5-464B-8B2B-3217762F24F8}" type="presParOf" srcId="{44867E53-1D65-436C-B799-F33F8A2F33D6}" destId="{135B2E2D-9A8F-49E4-B604-730A083E46ED}" srcOrd="20" destOrd="0" presId="urn:microsoft.com/office/officeart/2005/8/layout/radial1"/>
    <dgm:cxn modelId="{CB948BBA-FD40-438E-873C-C6B7863B5977}" type="presParOf" srcId="{44867E53-1D65-436C-B799-F33F8A2F33D6}" destId="{E3106EB7-1645-4644-B55F-3F689014C4E3}" srcOrd="21" destOrd="0" presId="urn:microsoft.com/office/officeart/2005/8/layout/radial1"/>
    <dgm:cxn modelId="{2604D6BB-0E06-4AF4-8F7A-270BBFC62F1C}" type="presParOf" srcId="{E3106EB7-1645-4644-B55F-3F689014C4E3}" destId="{1C3C8255-2418-4446-A01E-DD2BE9ABB7BC}" srcOrd="0" destOrd="0" presId="urn:microsoft.com/office/officeart/2005/8/layout/radial1"/>
    <dgm:cxn modelId="{D1791DE1-3B1F-4E3F-9D1A-4EB17108E5CD}" type="presParOf" srcId="{44867E53-1D65-436C-B799-F33F8A2F33D6}" destId="{01BA31C1-8EBD-4A1A-86EF-DF460230354E}" srcOrd="2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099304-CF81-49E1-B090-2D7CA907B036}"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ZA"/>
        </a:p>
      </dgm:t>
    </dgm:pt>
    <dgm:pt modelId="{A4B292DE-65BC-4F30-9CF2-B188952BEBB4}">
      <dgm:prSet phldrT="[Text]"/>
      <dgm:spPr>
        <a:solidFill>
          <a:schemeClr val="accent1">
            <a:lumMod val="50000"/>
          </a:schemeClr>
        </a:solidFill>
      </dgm:spPr>
      <dgm:t>
        <a:bodyPr/>
        <a:lstStyle/>
        <a:p>
          <a:r>
            <a:rPr lang="en-ZA" dirty="0"/>
            <a:t>Best practices</a:t>
          </a:r>
        </a:p>
      </dgm:t>
    </dgm:pt>
    <dgm:pt modelId="{D5E2FA97-5798-4740-8479-B467E092FBEE}" type="parTrans" cxnId="{CF76B217-D534-4817-9B95-68C09E7A4E66}">
      <dgm:prSet/>
      <dgm:spPr/>
      <dgm:t>
        <a:bodyPr/>
        <a:lstStyle/>
        <a:p>
          <a:endParaRPr lang="en-ZA"/>
        </a:p>
      </dgm:t>
    </dgm:pt>
    <dgm:pt modelId="{B5DB4395-AE15-4890-B9E2-23E3DFDFC4C6}" type="sibTrans" cxnId="{CF76B217-D534-4817-9B95-68C09E7A4E66}">
      <dgm:prSet/>
      <dgm:spPr/>
      <dgm:t>
        <a:bodyPr/>
        <a:lstStyle/>
        <a:p>
          <a:endParaRPr lang="en-ZA"/>
        </a:p>
      </dgm:t>
    </dgm:pt>
    <dgm:pt modelId="{94206052-2F73-4A5A-985E-2D55A44EAB6D}">
      <dgm:prSet phldrT="[Text]" custT="1"/>
      <dgm:spPr>
        <a:solidFill>
          <a:srgbClr val="FEC000"/>
        </a:solidFill>
      </dgm:spPr>
      <dgm:t>
        <a:bodyPr/>
        <a:lstStyle/>
        <a:p>
          <a:r>
            <a:rPr lang="en-ZA" sz="1200" i="1" dirty="0">
              <a:solidFill>
                <a:schemeClr val="tx1"/>
              </a:solidFill>
            </a:rPr>
            <a:t>Complete</a:t>
          </a:r>
          <a:r>
            <a:rPr lang="en-ZA" sz="1200" dirty="0">
              <a:solidFill>
                <a:schemeClr val="tx1"/>
              </a:solidFill>
            </a:rPr>
            <a:t> repo setup</a:t>
          </a:r>
        </a:p>
      </dgm:t>
    </dgm:pt>
    <dgm:pt modelId="{4FB3488D-0EF1-46AE-8B0E-C81A0106D8E7}" type="parTrans" cxnId="{DC956970-0DE5-47E9-AC20-3ADD387E07AA}">
      <dgm:prSet/>
      <dgm:spPr/>
      <dgm:t>
        <a:bodyPr/>
        <a:lstStyle/>
        <a:p>
          <a:endParaRPr lang="en-ZA"/>
        </a:p>
      </dgm:t>
    </dgm:pt>
    <dgm:pt modelId="{B7FD66A1-5A6A-48AC-809B-A3498841519A}" type="sibTrans" cxnId="{DC956970-0DE5-47E9-AC20-3ADD387E07AA}">
      <dgm:prSet/>
      <dgm:spPr/>
      <dgm:t>
        <a:bodyPr/>
        <a:lstStyle/>
        <a:p>
          <a:endParaRPr lang="en-ZA"/>
        </a:p>
      </dgm:t>
    </dgm:pt>
    <dgm:pt modelId="{C8B08237-5EB4-4EFA-BB09-5ADB57678A0D}">
      <dgm:prSet phldrT="[Text]"/>
      <dgm:spPr>
        <a:solidFill>
          <a:srgbClr val="FEC000"/>
        </a:solidFill>
      </dgm:spPr>
      <dgm:t>
        <a:bodyPr/>
        <a:lstStyle/>
        <a:p>
          <a:r>
            <a:rPr lang="en-ZA" dirty="0">
              <a:solidFill>
                <a:schemeClr val="tx1"/>
              </a:solidFill>
            </a:rPr>
            <a:t>Clear </a:t>
          </a:r>
          <a:r>
            <a:rPr lang="en-ZA" i="1" dirty="0">
              <a:solidFill>
                <a:schemeClr val="tx1"/>
              </a:solidFill>
            </a:rPr>
            <a:t>workflow alignment</a:t>
          </a:r>
        </a:p>
      </dgm:t>
    </dgm:pt>
    <dgm:pt modelId="{6B05D924-DF30-4D5B-A145-7758D2E10630}" type="parTrans" cxnId="{64E13BF4-658A-4CA4-913F-6B217FBAAA63}">
      <dgm:prSet/>
      <dgm:spPr/>
      <dgm:t>
        <a:bodyPr/>
        <a:lstStyle/>
        <a:p>
          <a:endParaRPr lang="en-ZA"/>
        </a:p>
      </dgm:t>
    </dgm:pt>
    <dgm:pt modelId="{EA99DE1A-D481-4628-B59A-258D9D053E26}" type="sibTrans" cxnId="{64E13BF4-658A-4CA4-913F-6B217FBAAA63}">
      <dgm:prSet/>
      <dgm:spPr/>
      <dgm:t>
        <a:bodyPr/>
        <a:lstStyle/>
        <a:p>
          <a:endParaRPr lang="en-ZA"/>
        </a:p>
      </dgm:t>
    </dgm:pt>
    <dgm:pt modelId="{A7B5648F-DC98-4B91-8378-66DCBB7B55C8}">
      <dgm:prSet phldrT="[Text]"/>
      <dgm:spPr>
        <a:solidFill>
          <a:srgbClr val="FEC000"/>
        </a:solidFill>
      </dgm:spPr>
      <dgm:t>
        <a:bodyPr/>
        <a:lstStyle/>
        <a:p>
          <a:r>
            <a:rPr lang="en-ZA" dirty="0">
              <a:solidFill>
                <a:schemeClr val="tx1"/>
              </a:solidFill>
            </a:rPr>
            <a:t>Write clear commit messages</a:t>
          </a:r>
        </a:p>
      </dgm:t>
    </dgm:pt>
    <dgm:pt modelId="{C100DF2C-D40D-4385-BB91-32FB22C0DB22}" type="parTrans" cxnId="{68D613A5-3183-4603-BC19-E3FF6641008B}">
      <dgm:prSet/>
      <dgm:spPr/>
      <dgm:t>
        <a:bodyPr/>
        <a:lstStyle/>
        <a:p>
          <a:endParaRPr lang="en-ZA"/>
        </a:p>
      </dgm:t>
    </dgm:pt>
    <dgm:pt modelId="{9C2CD678-5447-4666-B878-CA683EB6DA7F}" type="sibTrans" cxnId="{68D613A5-3183-4603-BC19-E3FF6641008B}">
      <dgm:prSet/>
      <dgm:spPr/>
      <dgm:t>
        <a:bodyPr/>
        <a:lstStyle/>
        <a:p>
          <a:endParaRPr lang="en-ZA"/>
        </a:p>
      </dgm:t>
    </dgm:pt>
    <dgm:pt modelId="{329701D4-979B-49C8-BD7F-2883F33CCB61}">
      <dgm:prSet phldrT="[Text]"/>
      <dgm:spPr>
        <a:solidFill>
          <a:srgbClr val="FEC000"/>
        </a:solidFill>
      </dgm:spPr>
      <dgm:t>
        <a:bodyPr/>
        <a:lstStyle/>
        <a:p>
          <a:r>
            <a:rPr lang="en-ZA" dirty="0">
              <a:solidFill>
                <a:schemeClr val="tx1"/>
              </a:solidFill>
            </a:rPr>
            <a:t>Commit often</a:t>
          </a:r>
        </a:p>
      </dgm:t>
    </dgm:pt>
    <dgm:pt modelId="{59C89D17-A9BE-4917-A397-CF415784AB8D}" type="parTrans" cxnId="{239856ED-A396-483E-BFF8-9D33EE60D83B}">
      <dgm:prSet/>
      <dgm:spPr/>
      <dgm:t>
        <a:bodyPr/>
        <a:lstStyle/>
        <a:p>
          <a:endParaRPr lang="en-ZA"/>
        </a:p>
      </dgm:t>
    </dgm:pt>
    <dgm:pt modelId="{7C65153E-81D1-4903-BF0A-D6757069D79F}" type="sibTrans" cxnId="{239856ED-A396-483E-BFF8-9D33EE60D83B}">
      <dgm:prSet/>
      <dgm:spPr/>
      <dgm:t>
        <a:bodyPr/>
        <a:lstStyle/>
        <a:p>
          <a:endParaRPr lang="en-ZA"/>
        </a:p>
      </dgm:t>
    </dgm:pt>
    <dgm:pt modelId="{9E101611-96AA-4F65-9E3A-64AF161A06BD}">
      <dgm:prSet phldrT="[Text]"/>
      <dgm:spPr>
        <a:solidFill>
          <a:srgbClr val="FEC000"/>
        </a:solidFill>
      </dgm:spPr>
      <dgm:t>
        <a:bodyPr/>
        <a:lstStyle/>
        <a:p>
          <a:r>
            <a:rPr lang="en-ZA" dirty="0">
              <a:solidFill>
                <a:schemeClr val="tx1"/>
              </a:solidFill>
            </a:rPr>
            <a:t>Test before committing code</a:t>
          </a:r>
        </a:p>
      </dgm:t>
    </dgm:pt>
    <dgm:pt modelId="{E9DC8891-84E1-4279-B2D3-D342750A023A}" type="parTrans" cxnId="{0B8D82E3-FFBD-4666-B656-019C84818251}">
      <dgm:prSet/>
      <dgm:spPr/>
      <dgm:t>
        <a:bodyPr/>
        <a:lstStyle/>
        <a:p>
          <a:endParaRPr lang="en-ZA"/>
        </a:p>
      </dgm:t>
    </dgm:pt>
    <dgm:pt modelId="{99C137FB-7B00-4D28-8754-BF8E6EB6EBB9}" type="sibTrans" cxnId="{0B8D82E3-FFBD-4666-B656-019C84818251}">
      <dgm:prSet/>
      <dgm:spPr/>
      <dgm:t>
        <a:bodyPr/>
        <a:lstStyle/>
        <a:p>
          <a:endParaRPr lang="en-ZA"/>
        </a:p>
      </dgm:t>
    </dgm:pt>
    <dgm:pt modelId="{3621BEC6-3AD0-42BB-AD02-D89E989647F4}">
      <dgm:prSet phldrT="[Text]"/>
      <dgm:spPr>
        <a:solidFill>
          <a:srgbClr val="FEC000"/>
        </a:solidFill>
      </dgm:spPr>
      <dgm:t>
        <a:bodyPr/>
        <a:lstStyle/>
        <a:p>
          <a:r>
            <a:rPr lang="en-ZA" dirty="0">
              <a:solidFill>
                <a:schemeClr val="tx1"/>
              </a:solidFill>
            </a:rPr>
            <a:t>Commit code only when ready</a:t>
          </a:r>
        </a:p>
      </dgm:t>
    </dgm:pt>
    <dgm:pt modelId="{D518D5C3-BD03-4CFA-BB2F-6E396F625037}" type="parTrans" cxnId="{E3BA367F-F448-487E-9F24-EEA74D2CCE73}">
      <dgm:prSet/>
      <dgm:spPr/>
      <dgm:t>
        <a:bodyPr/>
        <a:lstStyle/>
        <a:p>
          <a:endParaRPr lang="en-ZA"/>
        </a:p>
      </dgm:t>
    </dgm:pt>
    <dgm:pt modelId="{E7931A63-5CC2-47CB-A65F-90E37A0756A1}" type="sibTrans" cxnId="{E3BA367F-F448-487E-9F24-EEA74D2CCE73}">
      <dgm:prSet/>
      <dgm:spPr/>
      <dgm:t>
        <a:bodyPr/>
        <a:lstStyle/>
        <a:p>
          <a:endParaRPr lang="en-ZA"/>
        </a:p>
      </dgm:t>
    </dgm:pt>
    <dgm:pt modelId="{5AFC9706-9F97-478E-9681-17D6693B7DAE}">
      <dgm:prSet phldrT="[Text]"/>
      <dgm:spPr>
        <a:solidFill>
          <a:srgbClr val="FEC000"/>
        </a:solidFill>
      </dgm:spPr>
      <dgm:t>
        <a:bodyPr/>
        <a:lstStyle/>
        <a:p>
          <a:r>
            <a:rPr lang="en-ZA" dirty="0">
              <a:solidFill>
                <a:schemeClr val="tx1"/>
              </a:solidFill>
            </a:rPr>
            <a:t>Avoid </a:t>
          </a:r>
          <a:r>
            <a:rPr lang="en-ZA" i="1" dirty="0">
              <a:solidFill>
                <a:schemeClr val="tx1"/>
              </a:solidFill>
            </a:rPr>
            <a:t>conflicts</a:t>
          </a:r>
        </a:p>
      </dgm:t>
    </dgm:pt>
    <dgm:pt modelId="{DB9C3145-C82A-4AB3-B47B-D81EA28DB2CF}" type="parTrans" cxnId="{B3E1D015-41B2-4514-94E5-E8B8824EEDCC}">
      <dgm:prSet/>
      <dgm:spPr/>
      <dgm:t>
        <a:bodyPr/>
        <a:lstStyle/>
        <a:p>
          <a:endParaRPr lang="en-ZA"/>
        </a:p>
      </dgm:t>
    </dgm:pt>
    <dgm:pt modelId="{A7B5B079-8306-4B64-9EFD-19FF27F72F63}" type="sibTrans" cxnId="{B3E1D015-41B2-4514-94E5-E8B8824EEDCC}">
      <dgm:prSet/>
      <dgm:spPr/>
      <dgm:t>
        <a:bodyPr/>
        <a:lstStyle/>
        <a:p>
          <a:endParaRPr lang="en-ZA"/>
        </a:p>
      </dgm:t>
    </dgm:pt>
    <dgm:pt modelId="{1334F1A0-2778-4F3A-BC63-E2B1E047EDE4}">
      <dgm:prSet phldrT="[Text]"/>
      <dgm:spPr>
        <a:solidFill>
          <a:srgbClr val="FEC000"/>
        </a:solidFill>
      </dgm:spPr>
      <dgm:t>
        <a:bodyPr/>
        <a:lstStyle/>
        <a:p>
          <a:r>
            <a:rPr lang="en-ZA" dirty="0">
              <a:solidFill>
                <a:schemeClr val="tx1"/>
              </a:solidFill>
            </a:rPr>
            <a:t>Limit repo access</a:t>
          </a:r>
        </a:p>
      </dgm:t>
    </dgm:pt>
    <dgm:pt modelId="{0AFBE5B7-A8F2-4938-8945-1D747C77E99E}" type="parTrans" cxnId="{53A2F3CA-D521-489E-8247-C352771EFA60}">
      <dgm:prSet/>
      <dgm:spPr/>
      <dgm:t>
        <a:bodyPr/>
        <a:lstStyle/>
        <a:p>
          <a:endParaRPr lang="en-ZA"/>
        </a:p>
      </dgm:t>
    </dgm:pt>
    <dgm:pt modelId="{90BA36F8-250D-4DCD-9973-F5A4B749E44C}" type="sibTrans" cxnId="{53A2F3CA-D521-489E-8247-C352771EFA60}">
      <dgm:prSet/>
      <dgm:spPr/>
      <dgm:t>
        <a:bodyPr/>
        <a:lstStyle/>
        <a:p>
          <a:endParaRPr lang="en-ZA"/>
        </a:p>
      </dgm:t>
    </dgm:pt>
    <dgm:pt modelId="{E5E70549-0A73-4719-8B3A-CDB3C29052CA}">
      <dgm:prSet phldrT="[Text]"/>
      <dgm:spPr>
        <a:solidFill>
          <a:srgbClr val="FEC000"/>
        </a:solidFill>
      </dgm:spPr>
      <dgm:t>
        <a:bodyPr/>
        <a:lstStyle/>
        <a:p>
          <a:r>
            <a:rPr lang="en-ZA" dirty="0">
              <a:solidFill>
                <a:schemeClr val="tx1"/>
              </a:solidFill>
            </a:rPr>
            <a:t>Use branches</a:t>
          </a:r>
        </a:p>
      </dgm:t>
    </dgm:pt>
    <dgm:pt modelId="{ECCBB9FC-7C01-4A19-B266-435CBEFF9D3D}" type="parTrans" cxnId="{0CAFF682-C286-4B1D-A526-78A405BA9C96}">
      <dgm:prSet/>
      <dgm:spPr/>
      <dgm:t>
        <a:bodyPr/>
        <a:lstStyle/>
        <a:p>
          <a:endParaRPr lang="en-ZA"/>
        </a:p>
      </dgm:t>
    </dgm:pt>
    <dgm:pt modelId="{61245209-A3B1-4C17-9507-09D8DEEE2E2A}" type="sibTrans" cxnId="{0CAFF682-C286-4B1D-A526-78A405BA9C96}">
      <dgm:prSet/>
      <dgm:spPr/>
      <dgm:t>
        <a:bodyPr/>
        <a:lstStyle/>
        <a:p>
          <a:endParaRPr lang="en-ZA"/>
        </a:p>
      </dgm:t>
    </dgm:pt>
    <dgm:pt modelId="{44867E53-1D65-436C-B799-F33F8A2F33D6}" type="pres">
      <dgm:prSet presAssocID="{EC099304-CF81-49E1-B090-2D7CA907B036}" presName="cycle" presStyleCnt="0">
        <dgm:presLayoutVars>
          <dgm:chMax val="1"/>
          <dgm:dir/>
          <dgm:animLvl val="ctr"/>
          <dgm:resizeHandles val="exact"/>
        </dgm:presLayoutVars>
      </dgm:prSet>
      <dgm:spPr/>
    </dgm:pt>
    <dgm:pt modelId="{5BCDB88A-BD8F-4219-B20E-2AD18BB22BE5}" type="pres">
      <dgm:prSet presAssocID="{A4B292DE-65BC-4F30-9CF2-B188952BEBB4}" presName="centerShape" presStyleLbl="node0" presStyleIdx="0" presStyleCnt="1"/>
      <dgm:spPr/>
    </dgm:pt>
    <dgm:pt modelId="{324AB907-6DC0-41C5-95AB-87E48E759F0C}" type="pres">
      <dgm:prSet presAssocID="{4FB3488D-0EF1-46AE-8B0E-C81A0106D8E7}" presName="Name9" presStyleLbl="parChTrans1D2" presStyleIdx="0" presStyleCnt="9"/>
      <dgm:spPr/>
    </dgm:pt>
    <dgm:pt modelId="{97C32B70-0DE3-4B62-BDDE-3B861E66AF9D}" type="pres">
      <dgm:prSet presAssocID="{4FB3488D-0EF1-46AE-8B0E-C81A0106D8E7}" presName="connTx" presStyleLbl="parChTrans1D2" presStyleIdx="0" presStyleCnt="9"/>
      <dgm:spPr/>
    </dgm:pt>
    <dgm:pt modelId="{333C4802-6558-49D0-A383-2F12AD318A67}" type="pres">
      <dgm:prSet presAssocID="{94206052-2F73-4A5A-985E-2D55A44EAB6D}" presName="node" presStyleLbl="node1" presStyleIdx="0" presStyleCnt="9">
        <dgm:presLayoutVars>
          <dgm:bulletEnabled val="1"/>
        </dgm:presLayoutVars>
      </dgm:prSet>
      <dgm:spPr/>
    </dgm:pt>
    <dgm:pt modelId="{50560BAC-4DD4-4663-9D2C-248F043E7B15}" type="pres">
      <dgm:prSet presAssocID="{6B05D924-DF30-4D5B-A145-7758D2E10630}" presName="Name9" presStyleLbl="parChTrans1D2" presStyleIdx="1" presStyleCnt="9"/>
      <dgm:spPr/>
    </dgm:pt>
    <dgm:pt modelId="{2E7BC5AE-1406-4FE1-9942-B788B4BF6574}" type="pres">
      <dgm:prSet presAssocID="{6B05D924-DF30-4D5B-A145-7758D2E10630}" presName="connTx" presStyleLbl="parChTrans1D2" presStyleIdx="1" presStyleCnt="9"/>
      <dgm:spPr/>
    </dgm:pt>
    <dgm:pt modelId="{47463369-6193-454D-87D0-2E6DCB8ED34F}" type="pres">
      <dgm:prSet presAssocID="{C8B08237-5EB4-4EFA-BB09-5ADB57678A0D}" presName="node" presStyleLbl="node1" presStyleIdx="1" presStyleCnt="9">
        <dgm:presLayoutVars>
          <dgm:bulletEnabled val="1"/>
        </dgm:presLayoutVars>
      </dgm:prSet>
      <dgm:spPr/>
    </dgm:pt>
    <dgm:pt modelId="{00A8AF85-F9D2-40CF-BA7E-008F18FAA3CA}" type="pres">
      <dgm:prSet presAssocID="{C100DF2C-D40D-4385-BB91-32FB22C0DB22}" presName="Name9" presStyleLbl="parChTrans1D2" presStyleIdx="2" presStyleCnt="9"/>
      <dgm:spPr/>
    </dgm:pt>
    <dgm:pt modelId="{5B779A7D-9268-4859-A77B-E9781B4D690F}" type="pres">
      <dgm:prSet presAssocID="{C100DF2C-D40D-4385-BB91-32FB22C0DB22}" presName="connTx" presStyleLbl="parChTrans1D2" presStyleIdx="2" presStyleCnt="9"/>
      <dgm:spPr/>
    </dgm:pt>
    <dgm:pt modelId="{E42D0E29-01EF-4897-89E9-30D634B39C6F}" type="pres">
      <dgm:prSet presAssocID="{A7B5648F-DC98-4B91-8378-66DCBB7B55C8}" presName="node" presStyleLbl="node1" presStyleIdx="2" presStyleCnt="9">
        <dgm:presLayoutVars>
          <dgm:bulletEnabled val="1"/>
        </dgm:presLayoutVars>
      </dgm:prSet>
      <dgm:spPr/>
    </dgm:pt>
    <dgm:pt modelId="{6E6A34A2-D1C2-4F15-B129-7E4565E44901}" type="pres">
      <dgm:prSet presAssocID="{59C89D17-A9BE-4917-A397-CF415784AB8D}" presName="Name9" presStyleLbl="parChTrans1D2" presStyleIdx="3" presStyleCnt="9"/>
      <dgm:spPr/>
    </dgm:pt>
    <dgm:pt modelId="{06E3E9BE-9CBB-45B6-96EE-0AC7EE379AD7}" type="pres">
      <dgm:prSet presAssocID="{59C89D17-A9BE-4917-A397-CF415784AB8D}" presName="connTx" presStyleLbl="parChTrans1D2" presStyleIdx="3" presStyleCnt="9"/>
      <dgm:spPr/>
    </dgm:pt>
    <dgm:pt modelId="{1AF09E71-88B6-4511-AA64-8E0A25D73A77}" type="pres">
      <dgm:prSet presAssocID="{329701D4-979B-49C8-BD7F-2883F33CCB61}" presName="node" presStyleLbl="node1" presStyleIdx="3" presStyleCnt="9">
        <dgm:presLayoutVars>
          <dgm:bulletEnabled val="1"/>
        </dgm:presLayoutVars>
      </dgm:prSet>
      <dgm:spPr/>
    </dgm:pt>
    <dgm:pt modelId="{E8C9C7DE-1000-41E0-B71E-2232BCD000B7}" type="pres">
      <dgm:prSet presAssocID="{E9DC8891-84E1-4279-B2D3-D342750A023A}" presName="Name9" presStyleLbl="parChTrans1D2" presStyleIdx="4" presStyleCnt="9"/>
      <dgm:spPr/>
    </dgm:pt>
    <dgm:pt modelId="{F0708287-79A2-4665-AF31-034AA77D05D5}" type="pres">
      <dgm:prSet presAssocID="{E9DC8891-84E1-4279-B2D3-D342750A023A}" presName="connTx" presStyleLbl="parChTrans1D2" presStyleIdx="4" presStyleCnt="9"/>
      <dgm:spPr/>
    </dgm:pt>
    <dgm:pt modelId="{0C48A89A-1FD3-42A6-B6AC-856DE602AFD3}" type="pres">
      <dgm:prSet presAssocID="{9E101611-96AA-4F65-9E3A-64AF161A06BD}" presName="node" presStyleLbl="node1" presStyleIdx="4" presStyleCnt="9">
        <dgm:presLayoutVars>
          <dgm:bulletEnabled val="1"/>
        </dgm:presLayoutVars>
      </dgm:prSet>
      <dgm:spPr/>
    </dgm:pt>
    <dgm:pt modelId="{B2067784-4DBC-4807-B793-EA49978CE13D}" type="pres">
      <dgm:prSet presAssocID="{D518D5C3-BD03-4CFA-BB2F-6E396F625037}" presName="Name9" presStyleLbl="parChTrans1D2" presStyleIdx="5" presStyleCnt="9"/>
      <dgm:spPr/>
    </dgm:pt>
    <dgm:pt modelId="{D571EA3F-7775-4319-83D8-B0DEE11AFFB1}" type="pres">
      <dgm:prSet presAssocID="{D518D5C3-BD03-4CFA-BB2F-6E396F625037}" presName="connTx" presStyleLbl="parChTrans1D2" presStyleIdx="5" presStyleCnt="9"/>
      <dgm:spPr/>
    </dgm:pt>
    <dgm:pt modelId="{600ECE45-7313-4013-9D5C-5A32043F1452}" type="pres">
      <dgm:prSet presAssocID="{3621BEC6-3AD0-42BB-AD02-D89E989647F4}" presName="node" presStyleLbl="node1" presStyleIdx="5" presStyleCnt="9">
        <dgm:presLayoutVars>
          <dgm:bulletEnabled val="1"/>
        </dgm:presLayoutVars>
      </dgm:prSet>
      <dgm:spPr/>
    </dgm:pt>
    <dgm:pt modelId="{5B565407-DA0B-4DD1-8523-88175AFB571D}" type="pres">
      <dgm:prSet presAssocID="{DB9C3145-C82A-4AB3-B47B-D81EA28DB2CF}" presName="Name9" presStyleLbl="parChTrans1D2" presStyleIdx="6" presStyleCnt="9"/>
      <dgm:spPr/>
    </dgm:pt>
    <dgm:pt modelId="{6EBC8992-3B6A-48C2-A6EB-20000768B450}" type="pres">
      <dgm:prSet presAssocID="{DB9C3145-C82A-4AB3-B47B-D81EA28DB2CF}" presName="connTx" presStyleLbl="parChTrans1D2" presStyleIdx="6" presStyleCnt="9"/>
      <dgm:spPr/>
    </dgm:pt>
    <dgm:pt modelId="{713BD3F0-2CD5-4549-A962-AA61D08C9914}" type="pres">
      <dgm:prSet presAssocID="{5AFC9706-9F97-478E-9681-17D6693B7DAE}" presName="node" presStyleLbl="node1" presStyleIdx="6" presStyleCnt="9">
        <dgm:presLayoutVars>
          <dgm:bulletEnabled val="1"/>
        </dgm:presLayoutVars>
      </dgm:prSet>
      <dgm:spPr/>
    </dgm:pt>
    <dgm:pt modelId="{D1FE00D7-E193-45C7-99A2-24FA8EEFAD57}" type="pres">
      <dgm:prSet presAssocID="{0AFBE5B7-A8F2-4938-8945-1D747C77E99E}" presName="Name9" presStyleLbl="parChTrans1D2" presStyleIdx="7" presStyleCnt="9"/>
      <dgm:spPr/>
    </dgm:pt>
    <dgm:pt modelId="{D54A8247-E2F0-425A-B030-5B48F3E8186C}" type="pres">
      <dgm:prSet presAssocID="{0AFBE5B7-A8F2-4938-8945-1D747C77E99E}" presName="connTx" presStyleLbl="parChTrans1D2" presStyleIdx="7" presStyleCnt="9"/>
      <dgm:spPr/>
    </dgm:pt>
    <dgm:pt modelId="{6F6F993F-67B0-4920-B461-CA59F87150A5}" type="pres">
      <dgm:prSet presAssocID="{1334F1A0-2778-4F3A-BC63-E2B1E047EDE4}" presName="node" presStyleLbl="node1" presStyleIdx="7" presStyleCnt="9">
        <dgm:presLayoutVars>
          <dgm:bulletEnabled val="1"/>
        </dgm:presLayoutVars>
      </dgm:prSet>
      <dgm:spPr/>
    </dgm:pt>
    <dgm:pt modelId="{37F674DC-1759-4892-8452-11EC28A1A5E4}" type="pres">
      <dgm:prSet presAssocID="{ECCBB9FC-7C01-4A19-B266-435CBEFF9D3D}" presName="Name9" presStyleLbl="parChTrans1D2" presStyleIdx="8" presStyleCnt="9"/>
      <dgm:spPr/>
    </dgm:pt>
    <dgm:pt modelId="{A5012438-7F85-481A-8AB6-C1224899EE03}" type="pres">
      <dgm:prSet presAssocID="{ECCBB9FC-7C01-4A19-B266-435CBEFF9D3D}" presName="connTx" presStyleLbl="parChTrans1D2" presStyleIdx="8" presStyleCnt="9"/>
      <dgm:spPr/>
    </dgm:pt>
    <dgm:pt modelId="{231E9D19-5AE8-4ECF-B27C-DE35749EEE87}" type="pres">
      <dgm:prSet presAssocID="{E5E70549-0A73-4719-8B3A-CDB3C29052CA}" presName="node" presStyleLbl="node1" presStyleIdx="8" presStyleCnt="9">
        <dgm:presLayoutVars>
          <dgm:bulletEnabled val="1"/>
        </dgm:presLayoutVars>
      </dgm:prSet>
      <dgm:spPr/>
    </dgm:pt>
  </dgm:ptLst>
  <dgm:cxnLst>
    <dgm:cxn modelId="{82612C10-33C0-4799-A2E3-EBFB8A2BD277}" type="presOf" srcId="{5AFC9706-9F97-478E-9681-17D6693B7DAE}" destId="{713BD3F0-2CD5-4549-A962-AA61D08C9914}" srcOrd="0" destOrd="0" presId="urn:microsoft.com/office/officeart/2005/8/layout/radial1"/>
    <dgm:cxn modelId="{25C55411-0D18-4974-BB8A-555DAE204F78}" type="presOf" srcId="{EC099304-CF81-49E1-B090-2D7CA907B036}" destId="{44867E53-1D65-436C-B799-F33F8A2F33D6}" srcOrd="0" destOrd="0" presId="urn:microsoft.com/office/officeart/2005/8/layout/radial1"/>
    <dgm:cxn modelId="{B3E1D015-41B2-4514-94E5-E8B8824EEDCC}" srcId="{A4B292DE-65BC-4F30-9CF2-B188952BEBB4}" destId="{5AFC9706-9F97-478E-9681-17D6693B7DAE}" srcOrd="6" destOrd="0" parTransId="{DB9C3145-C82A-4AB3-B47B-D81EA28DB2CF}" sibTransId="{A7B5B079-8306-4B64-9EFD-19FF27F72F63}"/>
    <dgm:cxn modelId="{CF76B217-D534-4817-9B95-68C09E7A4E66}" srcId="{EC099304-CF81-49E1-B090-2D7CA907B036}" destId="{A4B292DE-65BC-4F30-9CF2-B188952BEBB4}" srcOrd="0" destOrd="0" parTransId="{D5E2FA97-5798-4740-8479-B467E092FBEE}" sibTransId="{B5DB4395-AE15-4890-B9E2-23E3DFDFC4C6}"/>
    <dgm:cxn modelId="{C3F79E27-E979-4852-8B78-904251C24D05}" type="presOf" srcId="{DB9C3145-C82A-4AB3-B47B-D81EA28DB2CF}" destId="{5B565407-DA0B-4DD1-8523-88175AFB571D}" srcOrd="0" destOrd="0" presId="urn:microsoft.com/office/officeart/2005/8/layout/radial1"/>
    <dgm:cxn modelId="{8F967128-F739-4215-9611-5DBFC2288B43}" type="presOf" srcId="{A7B5648F-DC98-4B91-8378-66DCBB7B55C8}" destId="{E42D0E29-01EF-4897-89E9-30D634B39C6F}" srcOrd="0" destOrd="0" presId="urn:microsoft.com/office/officeart/2005/8/layout/radial1"/>
    <dgm:cxn modelId="{7D7C5F2A-2475-426E-AE1E-770A343F2BA1}" type="presOf" srcId="{4FB3488D-0EF1-46AE-8B0E-C81A0106D8E7}" destId="{97C32B70-0DE3-4B62-BDDE-3B861E66AF9D}" srcOrd="1" destOrd="0" presId="urn:microsoft.com/office/officeart/2005/8/layout/radial1"/>
    <dgm:cxn modelId="{7795D52C-851D-42F6-9EAD-3DFAA9D88F8C}" type="presOf" srcId="{C100DF2C-D40D-4385-BB91-32FB22C0DB22}" destId="{00A8AF85-F9D2-40CF-BA7E-008F18FAA3CA}" srcOrd="0" destOrd="0" presId="urn:microsoft.com/office/officeart/2005/8/layout/radial1"/>
    <dgm:cxn modelId="{CD5DDC2C-DABA-4FC5-B7B9-5F771BA444B6}" type="presOf" srcId="{D518D5C3-BD03-4CFA-BB2F-6E396F625037}" destId="{B2067784-4DBC-4807-B793-EA49978CE13D}" srcOrd="0" destOrd="0" presId="urn:microsoft.com/office/officeart/2005/8/layout/radial1"/>
    <dgm:cxn modelId="{824DC13D-77DF-4F93-9E7A-E0F30D4AF098}" type="presOf" srcId="{6B05D924-DF30-4D5B-A145-7758D2E10630}" destId="{50560BAC-4DD4-4663-9D2C-248F043E7B15}" srcOrd="0" destOrd="0" presId="urn:microsoft.com/office/officeart/2005/8/layout/radial1"/>
    <dgm:cxn modelId="{E3D9875C-AB60-4EC5-8F9A-F4979E5EA819}" type="presOf" srcId="{329701D4-979B-49C8-BD7F-2883F33CCB61}" destId="{1AF09E71-88B6-4511-AA64-8E0A25D73A77}" srcOrd="0" destOrd="0" presId="urn:microsoft.com/office/officeart/2005/8/layout/radial1"/>
    <dgm:cxn modelId="{B7E3C166-A5E7-4800-9158-F2E63008A4B9}" type="presOf" srcId="{3621BEC6-3AD0-42BB-AD02-D89E989647F4}" destId="{600ECE45-7313-4013-9D5C-5A32043F1452}" srcOrd="0" destOrd="0" presId="urn:microsoft.com/office/officeart/2005/8/layout/radial1"/>
    <dgm:cxn modelId="{17BE3947-D9FC-4373-BC21-0EB4D7CAFEF2}" type="presOf" srcId="{ECCBB9FC-7C01-4A19-B266-435CBEFF9D3D}" destId="{37F674DC-1759-4892-8452-11EC28A1A5E4}" srcOrd="0" destOrd="0" presId="urn:microsoft.com/office/officeart/2005/8/layout/radial1"/>
    <dgm:cxn modelId="{DC956970-0DE5-47E9-AC20-3ADD387E07AA}" srcId="{A4B292DE-65BC-4F30-9CF2-B188952BEBB4}" destId="{94206052-2F73-4A5A-985E-2D55A44EAB6D}" srcOrd="0" destOrd="0" parTransId="{4FB3488D-0EF1-46AE-8B0E-C81A0106D8E7}" sibTransId="{B7FD66A1-5A6A-48AC-809B-A3498841519A}"/>
    <dgm:cxn modelId="{588F3D54-88FD-4D14-A7FE-C28B454704FD}" type="presOf" srcId="{ECCBB9FC-7C01-4A19-B266-435CBEFF9D3D}" destId="{A5012438-7F85-481A-8AB6-C1224899EE03}" srcOrd="1" destOrd="0" presId="urn:microsoft.com/office/officeart/2005/8/layout/radial1"/>
    <dgm:cxn modelId="{E3BA367F-F448-487E-9F24-EEA74D2CCE73}" srcId="{A4B292DE-65BC-4F30-9CF2-B188952BEBB4}" destId="{3621BEC6-3AD0-42BB-AD02-D89E989647F4}" srcOrd="5" destOrd="0" parTransId="{D518D5C3-BD03-4CFA-BB2F-6E396F625037}" sibTransId="{E7931A63-5CC2-47CB-A65F-90E37A0756A1}"/>
    <dgm:cxn modelId="{CA93FF81-D6B4-41C4-8356-6E1E7616D504}" type="presOf" srcId="{59C89D17-A9BE-4917-A397-CF415784AB8D}" destId="{06E3E9BE-9CBB-45B6-96EE-0AC7EE379AD7}" srcOrd="1" destOrd="0" presId="urn:microsoft.com/office/officeart/2005/8/layout/radial1"/>
    <dgm:cxn modelId="{73525982-7145-4FA9-BEA9-C28869A9965C}" type="presOf" srcId="{94206052-2F73-4A5A-985E-2D55A44EAB6D}" destId="{333C4802-6558-49D0-A383-2F12AD318A67}" srcOrd="0" destOrd="0" presId="urn:microsoft.com/office/officeart/2005/8/layout/radial1"/>
    <dgm:cxn modelId="{0CAFF682-C286-4B1D-A526-78A405BA9C96}" srcId="{A4B292DE-65BC-4F30-9CF2-B188952BEBB4}" destId="{E5E70549-0A73-4719-8B3A-CDB3C29052CA}" srcOrd="8" destOrd="0" parTransId="{ECCBB9FC-7C01-4A19-B266-435CBEFF9D3D}" sibTransId="{61245209-A3B1-4C17-9507-09D8DEEE2E2A}"/>
    <dgm:cxn modelId="{F737788C-C87F-41E2-9D87-A44CB501FB48}" type="presOf" srcId="{DB9C3145-C82A-4AB3-B47B-D81EA28DB2CF}" destId="{6EBC8992-3B6A-48C2-A6EB-20000768B450}" srcOrd="1" destOrd="0" presId="urn:microsoft.com/office/officeart/2005/8/layout/radial1"/>
    <dgm:cxn modelId="{82C82A93-F305-4CB0-9220-7CF356EE0115}" type="presOf" srcId="{0AFBE5B7-A8F2-4938-8945-1D747C77E99E}" destId="{D54A8247-E2F0-425A-B030-5B48F3E8186C}" srcOrd="1" destOrd="0" presId="urn:microsoft.com/office/officeart/2005/8/layout/radial1"/>
    <dgm:cxn modelId="{20F3E69B-0DB9-4D0C-B690-0E2C7371EDB2}" type="presOf" srcId="{A4B292DE-65BC-4F30-9CF2-B188952BEBB4}" destId="{5BCDB88A-BD8F-4219-B20E-2AD18BB22BE5}" srcOrd="0" destOrd="0" presId="urn:microsoft.com/office/officeart/2005/8/layout/radial1"/>
    <dgm:cxn modelId="{803CF39E-453E-4954-BF62-EC474B6443A5}" type="presOf" srcId="{1334F1A0-2778-4F3A-BC63-E2B1E047EDE4}" destId="{6F6F993F-67B0-4920-B461-CA59F87150A5}" srcOrd="0" destOrd="0" presId="urn:microsoft.com/office/officeart/2005/8/layout/radial1"/>
    <dgm:cxn modelId="{B183F8A3-05D1-4C86-B248-9191D176C5A8}" type="presOf" srcId="{4FB3488D-0EF1-46AE-8B0E-C81A0106D8E7}" destId="{324AB907-6DC0-41C5-95AB-87E48E759F0C}" srcOrd="0" destOrd="0" presId="urn:microsoft.com/office/officeart/2005/8/layout/radial1"/>
    <dgm:cxn modelId="{68D613A5-3183-4603-BC19-E3FF6641008B}" srcId="{A4B292DE-65BC-4F30-9CF2-B188952BEBB4}" destId="{A7B5648F-DC98-4B91-8378-66DCBB7B55C8}" srcOrd="2" destOrd="0" parTransId="{C100DF2C-D40D-4385-BB91-32FB22C0DB22}" sibTransId="{9C2CD678-5447-4666-B878-CA683EB6DA7F}"/>
    <dgm:cxn modelId="{CBDC7BAD-D6D8-4243-9958-1191273C9A7D}" type="presOf" srcId="{C100DF2C-D40D-4385-BB91-32FB22C0DB22}" destId="{5B779A7D-9268-4859-A77B-E9781B4D690F}" srcOrd="1" destOrd="0" presId="urn:microsoft.com/office/officeart/2005/8/layout/radial1"/>
    <dgm:cxn modelId="{5D0260B0-7A87-4B98-BEB3-8903D8E2D24F}" type="presOf" srcId="{59C89D17-A9BE-4917-A397-CF415784AB8D}" destId="{6E6A34A2-D1C2-4F15-B129-7E4565E44901}" srcOrd="0" destOrd="0" presId="urn:microsoft.com/office/officeart/2005/8/layout/radial1"/>
    <dgm:cxn modelId="{FEB34CB5-30F1-44D1-9879-117719B60EDA}" type="presOf" srcId="{C8B08237-5EB4-4EFA-BB09-5ADB57678A0D}" destId="{47463369-6193-454D-87D0-2E6DCB8ED34F}" srcOrd="0" destOrd="0" presId="urn:microsoft.com/office/officeart/2005/8/layout/radial1"/>
    <dgm:cxn modelId="{9FEDBCBF-05BE-4185-9269-258998EC0DE6}" type="presOf" srcId="{E9DC8891-84E1-4279-B2D3-D342750A023A}" destId="{F0708287-79A2-4665-AF31-034AA77D05D5}" srcOrd="1" destOrd="0" presId="urn:microsoft.com/office/officeart/2005/8/layout/radial1"/>
    <dgm:cxn modelId="{2F95D1C6-CD06-4943-A69B-5083ECFE9E60}" type="presOf" srcId="{E5E70549-0A73-4719-8B3A-CDB3C29052CA}" destId="{231E9D19-5AE8-4ECF-B27C-DE35749EEE87}" srcOrd="0" destOrd="0" presId="urn:microsoft.com/office/officeart/2005/8/layout/radial1"/>
    <dgm:cxn modelId="{53A2F3CA-D521-489E-8247-C352771EFA60}" srcId="{A4B292DE-65BC-4F30-9CF2-B188952BEBB4}" destId="{1334F1A0-2778-4F3A-BC63-E2B1E047EDE4}" srcOrd="7" destOrd="0" parTransId="{0AFBE5B7-A8F2-4938-8945-1D747C77E99E}" sibTransId="{90BA36F8-250D-4DCD-9973-F5A4B749E44C}"/>
    <dgm:cxn modelId="{6BD471E1-8801-440E-ACA3-063734AB2C59}" type="presOf" srcId="{E9DC8891-84E1-4279-B2D3-D342750A023A}" destId="{E8C9C7DE-1000-41E0-B71E-2232BCD000B7}" srcOrd="0" destOrd="0" presId="urn:microsoft.com/office/officeart/2005/8/layout/radial1"/>
    <dgm:cxn modelId="{0B8D82E3-FFBD-4666-B656-019C84818251}" srcId="{A4B292DE-65BC-4F30-9CF2-B188952BEBB4}" destId="{9E101611-96AA-4F65-9E3A-64AF161A06BD}" srcOrd="4" destOrd="0" parTransId="{E9DC8891-84E1-4279-B2D3-D342750A023A}" sibTransId="{99C137FB-7B00-4D28-8754-BF8E6EB6EBB9}"/>
    <dgm:cxn modelId="{013186E6-7307-47BA-9512-40D36CDA8CB3}" type="presOf" srcId="{6B05D924-DF30-4D5B-A145-7758D2E10630}" destId="{2E7BC5AE-1406-4FE1-9942-B788B4BF6574}" srcOrd="1" destOrd="0" presId="urn:microsoft.com/office/officeart/2005/8/layout/radial1"/>
    <dgm:cxn modelId="{05F903EB-C711-4267-85A2-FC41A620221B}" type="presOf" srcId="{0AFBE5B7-A8F2-4938-8945-1D747C77E99E}" destId="{D1FE00D7-E193-45C7-99A2-24FA8EEFAD57}" srcOrd="0" destOrd="0" presId="urn:microsoft.com/office/officeart/2005/8/layout/radial1"/>
    <dgm:cxn modelId="{239856ED-A396-483E-BFF8-9D33EE60D83B}" srcId="{A4B292DE-65BC-4F30-9CF2-B188952BEBB4}" destId="{329701D4-979B-49C8-BD7F-2883F33CCB61}" srcOrd="3" destOrd="0" parTransId="{59C89D17-A9BE-4917-A397-CF415784AB8D}" sibTransId="{7C65153E-81D1-4903-BF0A-D6757069D79F}"/>
    <dgm:cxn modelId="{64E13BF4-658A-4CA4-913F-6B217FBAAA63}" srcId="{A4B292DE-65BC-4F30-9CF2-B188952BEBB4}" destId="{C8B08237-5EB4-4EFA-BB09-5ADB57678A0D}" srcOrd="1" destOrd="0" parTransId="{6B05D924-DF30-4D5B-A145-7758D2E10630}" sibTransId="{EA99DE1A-D481-4628-B59A-258D9D053E26}"/>
    <dgm:cxn modelId="{73A2F9F8-B744-4013-9CBF-8CEB62B58EE0}" type="presOf" srcId="{D518D5C3-BD03-4CFA-BB2F-6E396F625037}" destId="{D571EA3F-7775-4319-83D8-B0DEE11AFFB1}" srcOrd="1" destOrd="0" presId="urn:microsoft.com/office/officeart/2005/8/layout/radial1"/>
    <dgm:cxn modelId="{B2944AFB-BFBE-4610-AE7F-72BAE1FA67DF}" type="presOf" srcId="{9E101611-96AA-4F65-9E3A-64AF161A06BD}" destId="{0C48A89A-1FD3-42A6-B6AC-856DE602AFD3}" srcOrd="0" destOrd="0" presId="urn:microsoft.com/office/officeart/2005/8/layout/radial1"/>
    <dgm:cxn modelId="{86B1A479-01F7-4E88-B76D-88A91183FFF2}" type="presParOf" srcId="{44867E53-1D65-436C-B799-F33F8A2F33D6}" destId="{5BCDB88A-BD8F-4219-B20E-2AD18BB22BE5}" srcOrd="0" destOrd="0" presId="urn:microsoft.com/office/officeart/2005/8/layout/radial1"/>
    <dgm:cxn modelId="{16BD8079-E16F-43BB-910A-4F25B29CDC14}" type="presParOf" srcId="{44867E53-1D65-436C-B799-F33F8A2F33D6}" destId="{324AB907-6DC0-41C5-95AB-87E48E759F0C}" srcOrd="1" destOrd="0" presId="urn:microsoft.com/office/officeart/2005/8/layout/radial1"/>
    <dgm:cxn modelId="{F90FE990-ACE9-4E1D-8A2F-AB3ED4534690}" type="presParOf" srcId="{324AB907-6DC0-41C5-95AB-87E48E759F0C}" destId="{97C32B70-0DE3-4B62-BDDE-3B861E66AF9D}" srcOrd="0" destOrd="0" presId="urn:microsoft.com/office/officeart/2005/8/layout/radial1"/>
    <dgm:cxn modelId="{95D99448-C6E3-4B87-AE6C-CD34CD25AF2E}" type="presParOf" srcId="{44867E53-1D65-436C-B799-F33F8A2F33D6}" destId="{333C4802-6558-49D0-A383-2F12AD318A67}" srcOrd="2" destOrd="0" presId="urn:microsoft.com/office/officeart/2005/8/layout/radial1"/>
    <dgm:cxn modelId="{434B65F6-D8C7-4A5E-A643-4C258BC5851D}" type="presParOf" srcId="{44867E53-1D65-436C-B799-F33F8A2F33D6}" destId="{50560BAC-4DD4-4663-9D2C-248F043E7B15}" srcOrd="3" destOrd="0" presId="urn:microsoft.com/office/officeart/2005/8/layout/radial1"/>
    <dgm:cxn modelId="{478F9D00-4428-4E1A-9E54-28F8D626EC28}" type="presParOf" srcId="{50560BAC-4DD4-4663-9D2C-248F043E7B15}" destId="{2E7BC5AE-1406-4FE1-9942-B788B4BF6574}" srcOrd="0" destOrd="0" presId="urn:microsoft.com/office/officeart/2005/8/layout/radial1"/>
    <dgm:cxn modelId="{9AD51FE6-5CB3-4C16-9BCE-25D134F88F26}" type="presParOf" srcId="{44867E53-1D65-436C-B799-F33F8A2F33D6}" destId="{47463369-6193-454D-87D0-2E6DCB8ED34F}" srcOrd="4" destOrd="0" presId="urn:microsoft.com/office/officeart/2005/8/layout/radial1"/>
    <dgm:cxn modelId="{8ABD5F53-64D0-4783-8BBF-4B0DDFAA63F8}" type="presParOf" srcId="{44867E53-1D65-436C-B799-F33F8A2F33D6}" destId="{00A8AF85-F9D2-40CF-BA7E-008F18FAA3CA}" srcOrd="5" destOrd="0" presId="urn:microsoft.com/office/officeart/2005/8/layout/radial1"/>
    <dgm:cxn modelId="{567FE262-7E2D-4981-82AA-68B8F54F519D}" type="presParOf" srcId="{00A8AF85-F9D2-40CF-BA7E-008F18FAA3CA}" destId="{5B779A7D-9268-4859-A77B-E9781B4D690F}" srcOrd="0" destOrd="0" presId="urn:microsoft.com/office/officeart/2005/8/layout/radial1"/>
    <dgm:cxn modelId="{D825F9CB-BBE2-48F1-8847-A0E15B61462A}" type="presParOf" srcId="{44867E53-1D65-436C-B799-F33F8A2F33D6}" destId="{E42D0E29-01EF-4897-89E9-30D634B39C6F}" srcOrd="6" destOrd="0" presId="urn:microsoft.com/office/officeart/2005/8/layout/radial1"/>
    <dgm:cxn modelId="{E3D45D93-7B29-43EC-AC0E-6CD547952602}" type="presParOf" srcId="{44867E53-1D65-436C-B799-F33F8A2F33D6}" destId="{6E6A34A2-D1C2-4F15-B129-7E4565E44901}" srcOrd="7" destOrd="0" presId="urn:microsoft.com/office/officeart/2005/8/layout/radial1"/>
    <dgm:cxn modelId="{668481B5-DF86-4BAE-84FF-D26642C0B990}" type="presParOf" srcId="{6E6A34A2-D1C2-4F15-B129-7E4565E44901}" destId="{06E3E9BE-9CBB-45B6-96EE-0AC7EE379AD7}" srcOrd="0" destOrd="0" presId="urn:microsoft.com/office/officeart/2005/8/layout/radial1"/>
    <dgm:cxn modelId="{7C97BF5D-0556-4756-AE93-0C32AD171B9F}" type="presParOf" srcId="{44867E53-1D65-436C-B799-F33F8A2F33D6}" destId="{1AF09E71-88B6-4511-AA64-8E0A25D73A77}" srcOrd="8" destOrd="0" presId="urn:microsoft.com/office/officeart/2005/8/layout/radial1"/>
    <dgm:cxn modelId="{E2C0F8B3-C3C0-46AB-A41E-C217EBB2E3F7}" type="presParOf" srcId="{44867E53-1D65-436C-B799-F33F8A2F33D6}" destId="{E8C9C7DE-1000-41E0-B71E-2232BCD000B7}" srcOrd="9" destOrd="0" presId="urn:microsoft.com/office/officeart/2005/8/layout/radial1"/>
    <dgm:cxn modelId="{1780D2F9-B211-435D-A1C2-8D2103B0A2E4}" type="presParOf" srcId="{E8C9C7DE-1000-41E0-B71E-2232BCD000B7}" destId="{F0708287-79A2-4665-AF31-034AA77D05D5}" srcOrd="0" destOrd="0" presId="urn:microsoft.com/office/officeart/2005/8/layout/radial1"/>
    <dgm:cxn modelId="{B12A37EB-3F10-464B-A342-C4A0139A32E4}" type="presParOf" srcId="{44867E53-1D65-436C-B799-F33F8A2F33D6}" destId="{0C48A89A-1FD3-42A6-B6AC-856DE602AFD3}" srcOrd="10" destOrd="0" presId="urn:microsoft.com/office/officeart/2005/8/layout/radial1"/>
    <dgm:cxn modelId="{8D7AA770-5ED1-4FF9-9E29-FF56340A0143}" type="presParOf" srcId="{44867E53-1D65-436C-B799-F33F8A2F33D6}" destId="{B2067784-4DBC-4807-B793-EA49978CE13D}" srcOrd="11" destOrd="0" presId="urn:microsoft.com/office/officeart/2005/8/layout/radial1"/>
    <dgm:cxn modelId="{FECFC55D-3EE8-49F7-A799-EFF2EC7993B7}" type="presParOf" srcId="{B2067784-4DBC-4807-B793-EA49978CE13D}" destId="{D571EA3F-7775-4319-83D8-B0DEE11AFFB1}" srcOrd="0" destOrd="0" presId="urn:microsoft.com/office/officeart/2005/8/layout/radial1"/>
    <dgm:cxn modelId="{F024BE30-3FFE-4AF1-9D33-6959F14DDC7C}" type="presParOf" srcId="{44867E53-1D65-436C-B799-F33F8A2F33D6}" destId="{600ECE45-7313-4013-9D5C-5A32043F1452}" srcOrd="12" destOrd="0" presId="urn:microsoft.com/office/officeart/2005/8/layout/radial1"/>
    <dgm:cxn modelId="{CB640F50-0618-467C-B02B-B49A75707334}" type="presParOf" srcId="{44867E53-1D65-436C-B799-F33F8A2F33D6}" destId="{5B565407-DA0B-4DD1-8523-88175AFB571D}" srcOrd="13" destOrd="0" presId="urn:microsoft.com/office/officeart/2005/8/layout/radial1"/>
    <dgm:cxn modelId="{0BC20D33-F5C0-4AEA-B967-60729FE5C41B}" type="presParOf" srcId="{5B565407-DA0B-4DD1-8523-88175AFB571D}" destId="{6EBC8992-3B6A-48C2-A6EB-20000768B450}" srcOrd="0" destOrd="0" presId="urn:microsoft.com/office/officeart/2005/8/layout/radial1"/>
    <dgm:cxn modelId="{6BAEF2DD-5D07-4DB1-80C8-C4D2D9151346}" type="presParOf" srcId="{44867E53-1D65-436C-B799-F33F8A2F33D6}" destId="{713BD3F0-2CD5-4549-A962-AA61D08C9914}" srcOrd="14" destOrd="0" presId="urn:microsoft.com/office/officeart/2005/8/layout/radial1"/>
    <dgm:cxn modelId="{0D59EEAA-F6A9-46AC-AE51-1390E1856499}" type="presParOf" srcId="{44867E53-1D65-436C-B799-F33F8A2F33D6}" destId="{D1FE00D7-E193-45C7-99A2-24FA8EEFAD57}" srcOrd="15" destOrd="0" presId="urn:microsoft.com/office/officeart/2005/8/layout/radial1"/>
    <dgm:cxn modelId="{CCD64001-E8BC-4525-8D3B-DC5A568446DE}" type="presParOf" srcId="{D1FE00D7-E193-45C7-99A2-24FA8EEFAD57}" destId="{D54A8247-E2F0-425A-B030-5B48F3E8186C}" srcOrd="0" destOrd="0" presId="urn:microsoft.com/office/officeart/2005/8/layout/radial1"/>
    <dgm:cxn modelId="{CFBF760C-6EDD-469B-8CDF-CDC037EA43ED}" type="presParOf" srcId="{44867E53-1D65-436C-B799-F33F8A2F33D6}" destId="{6F6F993F-67B0-4920-B461-CA59F87150A5}" srcOrd="16" destOrd="0" presId="urn:microsoft.com/office/officeart/2005/8/layout/radial1"/>
    <dgm:cxn modelId="{C379687F-AEAF-40B4-871B-E0B0B4C4B7A1}" type="presParOf" srcId="{44867E53-1D65-436C-B799-F33F8A2F33D6}" destId="{37F674DC-1759-4892-8452-11EC28A1A5E4}" srcOrd="17" destOrd="0" presId="urn:microsoft.com/office/officeart/2005/8/layout/radial1"/>
    <dgm:cxn modelId="{433589A3-2FA1-4F6E-876A-BD5929533FB4}" type="presParOf" srcId="{37F674DC-1759-4892-8452-11EC28A1A5E4}" destId="{A5012438-7F85-481A-8AB6-C1224899EE03}" srcOrd="0" destOrd="0" presId="urn:microsoft.com/office/officeart/2005/8/layout/radial1"/>
    <dgm:cxn modelId="{9CD0F0AE-A98A-4A9B-8726-87D55E90D2DA}" type="presParOf" srcId="{44867E53-1D65-436C-B799-F33F8A2F33D6}" destId="{231E9D19-5AE8-4ECF-B27C-DE35749EEE87}" srcOrd="1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CDB88A-BD8F-4219-B20E-2AD18BB22BE5}">
      <dsp:nvSpPr>
        <dsp:cNvPr id="0" name=""/>
        <dsp:cNvSpPr/>
      </dsp:nvSpPr>
      <dsp:spPr>
        <a:xfrm>
          <a:off x="2265726" y="2110296"/>
          <a:ext cx="904643" cy="904643"/>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VCS Features</a:t>
          </a:r>
        </a:p>
      </dsp:txBody>
      <dsp:txXfrm>
        <a:off x="2398208" y="2242778"/>
        <a:ext cx="639679" cy="639679"/>
      </dsp:txXfrm>
    </dsp:sp>
    <dsp:sp modelId="{324AB907-6DC0-41C5-95AB-87E48E759F0C}">
      <dsp:nvSpPr>
        <dsp:cNvPr id="0" name=""/>
        <dsp:cNvSpPr/>
      </dsp:nvSpPr>
      <dsp:spPr>
        <a:xfrm rot="16200000">
          <a:off x="2125161" y="1502432"/>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2688403" y="1487765"/>
        <a:ext cx="59288" cy="59288"/>
      </dsp:txXfrm>
    </dsp:sp>
    <dsp:sp modelId="{333C4802-6558-49D0-A383-2F12AD318A67}">
      <dsp:nvSpPr>
        <dsp:cNvPr id="0" name=""/>
        <dsp:cNvSpPr/>
      </dsp:nvSpPr>
      <dsp:spPr>
        <a:xfrm>
          <a:off x="2265726" y="19879"/>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b="1" u="sng" kern="1200" dirty="0"/>
            <a:t>Repository</a:t>
          </a:r>
        </a:p>
      </dsp:txBody>
      <dsp:txXfrm>
        <a:off x="2398208" y="152361"/>
        <a:ext cx="639679" cy="639679"/>
      </dsp:txXfrm>
    </dsp:sp>
    <dsp:sp modelId="{50560BAC-4DD4-4663-9D2C-248F043E7B15}">
      <dsp:nvSpPr>
        <dsp:cNvPr id="0" name=""/>
        <dsp:cNvSpPr/>
      </dsp:nvSpPr>
      <dsp:spPr>
        <a:xfrm rot="18163636">
          <a:off x="2690243" y="166835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253486" y="1653688"/>
        <a:ext cx="59288" cy="59288"/>
      </dsp:txXfrm>
    </dsp:sp>
    <dsp:sp modelId="{47463369-6193-454D-87D0-2E6DCB8ED34F}">
      <dsp:nvSpPr>
        <dsp:cNvPr id="0" name=""/>
        <dsp:cNvSpPr/>
      </dsp:nvSpPr>
      <dsp:spPr>
        <a:xfrm>
          <a:off x="3395890" y="35172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b="1" u="sng" kern="1200" dirty="0"/>
            <a:t>Pull request</a:t>
          </a:r>
        </a:p>
      </dsp:txBody>
      <dsp:txXfrm>
        <a:off x="3528372" y="484207"/>
        <a:ext cx="639679" cy="639679"/>
      </dsp:txXfrm>
    </dsp:sp>
    <dsp:sp modelId="{00A8AF85-F9D2-40CF-BA7E-008F18FAA3CA}">
      <dsp:nvSpPr>
        <dsp:cNvPr id="0" name=""/>
        <dsp:cNvSpPr/>
      </dsp:nvSpPr>
      <dsp:spPr>
        <a:xfrm rot="20127273">
          <a:off x="3075916" y="211344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639158" y="2098778"/>
        <a:ext cx="59288" cy="59288"/>
      </dsp:txXfrm>
    </dsp:sp>
    <dsp:sp modelId="{E42D0E29-01EF-4897-89E9-30D634B39C6F}">
      <dsp:nvSpPr>
        <dsp:cNvPr id="0" name=""/>
        <dsp:cNvSpPr/>
      </dsp:nvSpPr>
      <dsp:spPr>
        <a:xfrm>
          <a:off x="4167236" y="124190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b="1" u="sng" kern="1200" dirty="0"/>
            <a:t>Commit</a:t>
          </a:r>
        </a:p>
      </dsp:txBody>
      <dsp:txXfrm>
        <a:off x="4299718" y="1374387"/>
        <a:ext cx="639679" cy="639679"/>
      </dsp:txXfrm>
    </dsp:sp>
    <dsp:sp modelId="{6E6A34A2-D1C2-4F15-B129-7E4565E44901}">
      <dsp:nvSpPr>
        <dsp:cNvPr id="0" name=""/>
        <dsp:cNvSpPr/>
      </dsp:nvSpPr>
      <dsp:spPr>
        <a:xfrm rot="490909">
          <a:off x="3159731" y="2696389"/>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722973" y="2681722"/>
        <a:ext cx="59288" cy="59288"/>
      </dsp:txXfrm>
    </dsp:sp>
    <dsp:sp modelId="{1AF09E71-88B6-4511-AA64-8E0A25D73A77}">
      <dsp:nvSpPr>
        <dsp:cNvPr id="0" name=""/>
        <dsp:cNvSpPr/>
      </dsp:nvSpPr>
      <dsp:spPr>
        <a:xfrm>
          <a:off x="4334865" y="2407793"/>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b="1" u="sng" kern="1200" dirty="0"/>
            <a:t>Branch</a:t>
          </a:r>
        </a:p>
      </dsp:txBody>
      <dsp:txXfrm>
        <a:off x="4467347" y="2540275"/>
        <a:ext cx="639679" cy="639679"/>
      </dsp:txXfrm>
    </dsp:sp>
    <dsp:sp modelId="{E8C9C7DE-1000-41E0-B71E-2232BCD000B7}">
      <dsp:nvSpPr>
        <dsp:cNvPr id="0" name=""/>
        <dsp:cNvSpPr/>
      </dsp:nvSpPr>
      <dsp:spPr>
        <a:xfrm rot="2454545">
          <a:off x="2915077" y="3232107"/>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478319" y="3217440"/>
        <a:ext cx="59288" cy="59288"/>
      </dsp:txXfrm>
    </dsp:sp>
    <dsp:sp modelId="{0C48A89A-1FD3-42A6-B6AC-856DE602AFD3}">
      <dsp:nvSpPr>
        <dsp:cNvPr id="0" name=""/>
        <dsp:cNvSpPr/>
      </dsp:nvSpPr>
      <dsp:spPr>
        <a:xfrm>
          <a:off x="3845557" y="3479228"/>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b="1" u="sng" kern="1200" dirty="0"/>
            <a:t>Merge</a:t>
          </a:r>
        </a:p>
      </dsp:txBody>
      <dsp:txXfrm>
        <a:off x="3978039" y="3611710"/>
        <a:ext cx="639679" cy="639679"/>
      </dsp:txXfrm>
    </dsp:sp>
    <dsp:sp modelId="{B2067784-4DBC-4807-B793-EA49978CE13D}">
      <dsp:nvSpPr>
        <dsp:cNvPr id="0" name=""/>
        <dsp:cNvSpPr/>
      </dsp:nvSpPr>
      <dsp:spPr>
        <a:xfrm rot="4418182">
          <a:off x="2419630" y="3550511"/>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2982872" y="3535844"/>
        <a:ext cx="59288" cy="59288"/>
      </dsp:txXfrm>
    </dsp:sp>
    <dsp:sp modelId="{600ECE45-7313-4013-9D5C-5A32043F1452}">
      <dsp:nvSpPr>
        <dsp:cNvPr id="0" name=""/>
        <dsp:cNvSpPr/>
      </dsp:nvSpPr>
      <dsp:spPr>
        <a:xfrm>
          <a:off x="2854664" y="4116036"/>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kern="1200" dirty="0"/>
            <a:t>Conflict</a:t>
          </a:r>
        </a:p>
      </dsp:txBody>
      <dsp:txXfrm>
        <a:off x="2987146" y="4248518"/>
        <a:ext cx="639679" cy="639679"/>
      </dsp:txXfrm>
    </dsp:sp>
    <dsp:sp modelId="{5B565407-DA0B-4DD1-8523-88175AFB571D}">
      <dsp:nvSpPr>
        <dsp:cNvPr id="0" name=""/>
        <dsp:cNvSpPr/>
      </dsp:nvSpPr>
      <dsp:spPr>
        <a:xfrm rot="6381818">
          <a:off x="1830692" y="3550511"/>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393934" y="3535844"/>
        <a:ext cx="59288" cy="59288"/>
      </dsp:txXfrm>
    </dsp:sp>
    <dsp:sp modelId="{713BD3F0-2CD5-4549-A962-AA61D08C9914}">
      <dsp:nvSpPr>
        <dsp:cNvPr id="0" name=""/>
        <dsp:cNvSpPr/>
      </dsp:nvSpPr>
      <dsp:spPr>
        <a:xfrm>
          <a:off x="1676787" y="4116036"/>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kern="1200" dirty="0"/>
            <a:t>Checkout</a:t>
          </a:r>
        </a:p>
      </dsp:txBody>
      <dsp:txXfrm>
        <a:off x="1809269" y="4248518"/>
        <a:ext cx="639679" cy="639679"/>
      </dsp:txXfrm>
    </dsp:sp>
    <dsp:sp modelId="{D1FE00D7-E193-45C7-99A2-24FA8EEFAD57}">
      <dsp:nvSpPr>
        <dsp:cNvPr id="0" name=""/>
        <dsp:cNvSpPr/>
      </dsp:nvSpPr>
      <dsp:spPr>
        <a:xfrm rot="8345455">
          <a:off x="1335245" y="3232107"/>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1898487" y="3217440"/>
        <a:ext cx="59288" cy="59288"/>
      </dsp:txXfrm>
    </dsp:sp>
    <dsp:sp modelId="{6F6F993F-67B0-4920-B461-CA59F87150A5}">
      <dsp:nvSpPr>
        <dsp:cNvPr id="0" name=""/>
        <dsp:cNvSpPr/>
      </dsp:nvSpPr>
      <dsp:spPr>
        <a:xfrm>
          <a:off x="685894" y="3479228"/>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kern="1200" dirty="0"/>
            <a:t>Remote</a:t>
          </a:r>
        </a:p>
      </dsp:txBody>
      <dsp:txXfrm>
        <a:off x="818376" y="3611710"/>
        <a:ext cx="639679" cy="639679"/>
      </dsp:txXfrm>
    </dsp:sp>
    <dsp:sp modelId="{37F674DC-1759-4892-8452-11EC28A1A5E4}">
      <dsp:nvSpPr>
        <dsp:cNvPr id="0" name=""/>
        <dsp:cNvSpPr/>
      </dsp:nvSpPr>
      <dsp:spPr>
        <a:xfrm rot="10309091">
          <a:off x="1090591" y="2696389"/>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1653833" y="2681722"/>
        <a:ext cx="59288" cy="59288"/>
      </dsp:txXfrm>
    </dsp:sp>
    <dsp:sp modelId="{231E9D19-5AE8-4ECF-B27C-DE35749EEE87}">
      <dsp:nvSpPr>
        <dsp:cNvPr id="0" name=""/>
        <dsp:cNvSpPr/>
      </dsp:nvSpPr>
      <dsp:spPr>
        <a:xfrm>
          <a:off x="196586" y="2407793"/>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kern="1200" dirty="0"/>
            <a:t>Fork</a:t>
          </a:r>
        </a:p>
      </dsp:txBody>
      <dsp:txXfrm>
        <a:off x="329068" y="2540275"/>
        <a:ext cx="639679" cy="639679"/>
      </dsp:txXfrm>
    </dsp:sp>
    <dsp:sp modelId="{DDA4E687-AD8F-4EDA-92BE-63CFFF2671B7}">
      <dsp:nvSpPr>
        <dsp:cNvPr id="0" name=""/>
        <dsp:cNvSpPr/>
      </dsp:nvSpPr>
      <dsp:spPr>
        <a:xfrm rot="12272727">
          <a:off x="1174406" y="211344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1737648" y="2098778"/>
        <a:ext cx="59288" cy="59288"/>
      </dsp:txXfrm>
    </dsp:sp>
    <dsp:sp modelId="{135B2E2D-9A8F-49E4-B604-730A083E46ED}">
      <dsp:nvSpPr>
        <dsp:cNvPr id="0" name=""/>
        <dsp:cNvSpPr/>
      </dsp:nvSpPr>
      <dsp:spPr>
        <a:xfrm>
          <a:off x="364215" y="124190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kern="1200" dirty="0"/>
            <a:t>Revert</a:t>
          </a:r>
        </a:p>
      </dsp:txBody>
      <dsp:txXfrm>
        <a:off x="496697" y="1374387"/>
        <a:ext cx="639679" cy="639679"/>
      </dsp:txXfrm>
    </dsp:sp>
    <dsp:sp modelId="{E3106EB7-1645-4644-B55F-3F689014C4E3}">
      <dsp:nvSpPr>
        <dsp:cNvPr id="0" name=""/>
        <dsp:cNvSpPr/>
      </dsp:nvSpPr>
      <dsp:spPr>
        <a:xfrm rot="14236364">
          <a:off x="1560078" y="166835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123321" y="1653688"/>
        <a:ext cx="59288" cy="59288"/>
      </dsp:txXfrm>
    </dsp:sp>
    <dsp:sp modelId="{01BA31C1-8EBD-4A1A-86EF-DF460230354E}">
      <dsp:nvSpPr>
        <dsp:cNvPr id="0" name=""/>
        <dsp:cNvSpPr/>
      </dsp:nvSpPr>
      <dsp:spPr>
        <a:xfrm>
          <a:off x="1135561" y="35172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ZA" sz="900" kern="1200" dirty="0"/>
            <a:t>Tag</a:t>
          </a:r>
        </a:p>
      </dsp:txBody>
      <dsp:txXfrm>
        <a:off x="1268043" y="484207"/>
        <a:ext cx="639679" cy="6396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CDB88A-BD8F-4219-B20E-2AD18BB22BE5}">
      <dsp:nvSpPr>
        <dsp:cNvPr id="0" name=""/>
        <dsp:cNvSpPr/>
      </dsp:nvSpPr>
      <dsp:spPr>
        <a:xfrm>
          <a:off x="2265726" y="2110296"/>
          <a:ext cx="904643" cy="904643"/>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VCS Features</a:t>
          </a:r>
        </a:p>
      </dsp:txBody>
      <dsp:txXfrm>
        <a:off x="2398208" y="2242778"/>
        <a:ext cx="639679" cy="639679"/>
      </dsp:txXfrm>
    </dsp:sp>
    <dsp:sp modelId="{324AB907-6DC0-41C5-95AB-87E48E759F0C}">
      <dsp:nvSpPr>
        <dsp:cNvPr id="0" name=""/>
        <dsp:cNvSpPr/>
      </dsp:nvSpPr>
      <dsp:spPr>
        <a:xfrm rot="16200000">
          <a:off x="2125161" y="1502432"/>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2688403" y="1487765"/>
        <a:ext cx="59288" cy="59288"/>
      </dsp:txXfrm>
    </dsp:sp>
    <dsp:sp modelId="{333C4802-6558-49D0-A383-2F12AD318A67}">
      <dsp:nvSpPr>
        <dsp:cNvPr id="0" name=""/>
        <dsp:cNvSpPr/>
      </dsp:nvSpPr>
      <dsp:spPr>
        <a:xfrm>
          <a:off x="2265726" y="19879"/>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kern="1200" dirty="0"/>
            <a:t>Repository</a:t>
          </a:r>
        </a:p>
      </dsp:txBody>
      <dsp:txXfrm>
        <a:off x="2398208" y="152361"/>
        <a:ext cx="639679" cy="639679"/>
      </dsp:txXfrm>
    </dsp:sp>
    <dsp:sp modelId="{50560BAC-4DD4-4663-9D2C-248F043E7B15}">
      <dsp:nvSpPr>
        <dsp:cNvPr id="0" name=""/>
        <dsp:cNvSpPr/>
      </dsp:nvSpPr>
      <dsp:spPr>
        <a:xfrm rot="18163636">
          <a:off x="2690243" y="166835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253486" y="1653688"/>
        <a:ext cx="59288" cy="59288"/>
      </dsp:txXfrm>
    </dsp:sp>
    <dsp:sp modelId="{47463369-6193-454D-87D0-2E6DCB8ED34F}">
      <dsp:nvSpPr>
        <dsp:cNvPr id="0" name=""/>
        <dsp:cNvSpPr/>
      </dsp:nvSpPr>
      <dsp:spPr>
        <a:xfrm>
          <a:off x="3395890" y="35172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kern="1200" dirty="0"/>
            <a:t>Pull request</a:t>
          </a:r>
        </a:p>
      </dsp:txBody>
      <dsp:txXfrm>
        <a:off x="3528372" y="484207"/>
        <a:ext cx="639679" cy="639679"/>
      </dsp:txXfrm>
    </dsp:sp>
    <dsp:sp modelId="{00A8AF85-F9D2-40CF-BA7E-008F18FAA3CA}">
      <dsp:nvSpPr>
        <dsp:cNvPr id="0" name=""/>
        <dsp:cNvSpPr/>
      </dsp:nvSpPr>
      <dsp:spPr>
        <a:xfrm rot="20127273">
          <a:off x="3075916" y="211344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639158" y="2098778"/>
        <a:ext cx="59288" cy="59288"/>
      </dsp:txXfrm>
    </dsp:sp>
    <dsp:sp modelId="{E42D0E29-01EF-4897-89E9-30D634B39C6F}">
      <dsp:nvSpPr>
        <dsp:cNvPr id="0" name=""/>
        <dsp:cNvSpPr/>
      </dsp:nvSpPr>
      <dsp:spPr>
        <a:xfrm>
          <a:off x="4167236" y="124190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kern="1200" dirty="0"/>
            <a:t>Commit</a:t>
          </a:r>
        </a:p>
      </dsp:txBody>
      <dsp:txXfrm>
        <a:off x="4299718" y="1374387"/>
        <a:ext cx="639679" cy="639679"/>
      </dsp:txXfrm>
    </dsp:sp>
    <dsp:sp modelId="{6E6A34A2-D1C2-4F15-B129-7E4565E44901}">
      <dsp:nvSpPr>
        <dsp:cNvPr id="0" name=""/>
        <dsp:cNvSpPr/>
      </dsp:nvSpPr>
      <dsp:spPr>
        <a:xfrm rot="490909">
          <a:off x="3159731" y="2696389"/>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722973" y="2681722"/>
        <a:ext cx="59288" cy="59288"/>
      </dsp:txXfrm>
    </dsp:sp>
    <dsp:sp modelId="{1AF09E71-88B6-4511-AA64-8E0A25D73A77}">
      <dsp:nvSpPr>
        <dsp:cNvPr id="0" name=""/>
        <dsp:cNvSpPr/>
      </dsp:nvSpPr>
      <dsp:spPr>
        <a:xfrm>
          <a:off x="4334865" y="2407793"/>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kern="1200" dirty="0"/>
            <a:t>Branch</a:t>
          </a:r>
        </a:p>
      </dsp:txBody>
      <dsp:txXfrm>
        <a:off x="4467347" y="2540275"/>
        <a:ext cx="639679" cy="639679"/>
      </dsp:txXfrm>
    </dsp:sp>
    <dsp:sp modelId="{E8C9C7DE-1000-41E0-B71E-2232BCD000B7}">
      <dsp:nvSpPr>
        <dsp:cNvPr id="0" name=""/>
        <dsp:cNvSpPr/>
      </dsp:nvSpPr>
      <dsp:spPr>
        <a:xfrm rot="2454545">
          <a:off x="2915077" y="3232107"/>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478319" y="3217440"/>
        <a:ext cx="59288" cy="59288"/>
      </dsp:txXfrm>
    </dsp:sp>
    <dsp:sp modelId="{0C48A89A-1FD3-42A6-B6AC-856DE602AFD3}">
      <dsp:nvSpPr>
        <dsp:cNvPr id="0" name=""/>
        <dsp:cNvSpPr/>
      </dsp:nvSpPr>
      <dsp:spPr>
        <a:xfrm>
          <a:off x="3845557" y="3479228"/>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kern="1200" dirty="0"/>
            <a:t>Merge</a:t>
          </a:r>
        </a:p>
      </dsp:txBody>
      <dsp:txXfrm>
        <a:off x="3978039" y="3611710"/>
        <a:ext cx="639679" cy="639679"/>
      </dsp:txXfrm>
    </dsp:sp>
    <dsp:sp modelId="{B2067784-4DBC-4807-B793-EA49978CE13D}">
      <dsp:nvSpPr>
        <dsp:cNvPr id="0" name=""/>
        <dsp:cNvSpPr/>
      </dsp:nvSpPr>
      <dsp:spPr>
        <a:xfrm rot="4418182">
          <a:off x="2419630" y="3550511"/>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2982872" y="3535844"/>
        <a:ext cx="59288" cy="59288"/>
      </dsp:txXfrm>
    </dsp:sp>
    <dsp:sp modelId="{600ECE45-7313-4013-9D5C-5A32043F1452}">
      <dsp:nvSpPr>
        <dsp:cNvPr id="0" name=""/>
        <dsp:cNvSpPr/>
      </dsp:nvSpPr>
      <dsp:spPr>
        <a:xfrm>
          <a:off x="2854664" y="4116036"/>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b="1" u="sng" kern="1200" dirty="0"/>
            <a:t>Conflict</a:t>
          </a:r>
        </a:p>
      </dsp:txBody>
      <dsp:txXfrm>
        <a:off x="2987146" y="4248518"/>
        <a:ext cx="639679" cy="639679"/>
      </dsp:txXfrm>
    </dsp:sp>
    <dsp:sp modelId="{5B565407-DA0B-4DD1-8523-88175AFB571D}">
      <dsp:nvSpPr>
        <dsp:cNvPr id="0" name=""/>
        <dsp:cNvSpPr/>
      </dsp:nvSpPr>
      <dsp:spPr>
        <a:xfrm rot="6381818">
          <a:off x="1830692" y="3550511"/>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393934" y="3535844"/>
        <a:ext cx="59288" cy="59288"/>
      </dsp:txXfrm>
    </dsp:sp>
    <dsp:sp modelId="{713BD3F0-2CD5-4549-A962-AA61D08C9914}">
      <dsp:nvSpPr>
        <dsp:cNvPr id="0" name=""/>
        <dsp:cNvSpPr/>
      </dsp:nvSpPr>
      <dsp:spPr>
        <a:xfrm>
          <a:off x="1676787" y="4116036"/>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b="1" u="sng" kern="1200" dirty="0"/>
            <a:t>Checkout</a:t>
          </a:r>
        </a:p>
      </dsp:txBody>
      <dsp:txXfrm>
        <a:off x="1809269" y="4248518"/>
        <a:ext cx="639679" cy="639679"/>
      </dsp:txXfrm>
    </dsp:sp>
    <dsp:sp modelId="{D1FE00D7-E193-45C7-99A2-24FA8EEFAD57}">
      <dsp:nvSpPr>
        <dsp:cNvPr id="0" name=""/>
        <dsp:cNvSpPr/>
      </dsp:nvSpPr>
      <dsp:spPr>
        <a:xfrm rot="8345455">
          <a:off x="1335245" y="3232107"/>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1898487" y="3217440"/>
        <a:ext cx="59288" cy="59288"/>
      </dsp:txXfrm>
    </dsp:sp>
    <dsp:sp modelId="{6F6F993F-67B0-4920-B461-CA59F87150A5}">
      <dsp:nvSpPr>
        <dsp:cNvPr id="0" name=""/>
        <dsp:cNvSpPr/>
      </dsp:nvSpPr>
      <dsp:spPr>
        <a:xfrm>
          <a:off x="685894" y="3479228"/>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b="1" u="sng" kern="1200" dirty="0"/>
            <a:t>Remote</a:t>
          </a:r>
        </a:p>
      </dsp:txBody>
      <dsp:txXfrm>
        <a:off x="818376" y="3611710"/>
        <a:ext cx="639679" cy="639679"/>
      </dsp:txXfrm>
    </dsp:sp>
    <dsp:sp modelId="{37F674DC-1759-4892-8452-11EC28A1A5E4}">
      <dsp:nvSpPr>
        <dsp:cNvPr id="0" name=""/>
        <dsp:cNvSpPr/>
      </dsp:nvSpPr>
      <dsp:spPr>
        <a:xfrm rot="10309091">
          <a:off x="1090591" y="2696389"/>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1653833" y="2681722"/>
        <a:ext cx="59288" cy="59288"/>
      </dsp:txXfrm>
    </dsp:sp>
    <dsp:sp modelId="{231E9D19-5AE8-4ECF-B27C-DE35749EEE87}">
      <dsp:nvSpPr>
        <dsp:cNvPr id="0" name=""/>
        <dsp:cNvSpPr/>
      </dsp:nvSpPr>
      <dsp:spPr>
        <a:xfrm>
          <a:off x="196586" y="2407793"/>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b="1" u="sng" kern="1200" dirty="0"/>
            <a:t>Fork</a:t>
          </a:r>
        </a:p>
      </dsp:txBody>
      <dsp:txXfrm>
        <a:off x="329068" y="2540275"/>
        <a:ext cx="639679" cy="639679"/>
      </dsp:txXfrm>
    </dsp:sp>
    <dsp:sp modelId="{DDA4E687-AD8F-4EDA-92BE-63CFFF2671B7}">
      <dsp:nvSpPr>
        <dsp:cNvPr id="0" name=""/>
        <dsp:cNvSpPr/>
      </dsp:nvSpPr>
      <dsp:spPr>
        <a:xfrm rot="12272727">
          <a:off x="1174406" y="211344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1737648" y="2098778"/>
        <a:ext cx="59288" cy="59288"/>
      </dsp:txXfrm>
    </dsp:sp>
    <dsp:sp modelId="{135B2E2D-9A8F-49E4-B604-730A083E46ED}">
      <dsp:nvSpPr>
        <dsp:cNvPr id="0" name=""/>
        <dsp:cNvSpPr/>
      </dsp:nvSpPr>
      <dsp:spPr>
        <a:xfrm>
          <a:off x="364215" y="124190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b="1" u="sng" kern="1200" dirty="0"/>
            <a:t>Revert</a:t>
          </a:r>
        </a:p>
      </dsp:txBody>
      <dsp:txXfrm>
        <a:off x="496697" y="1374387"/>
        <a:ext cx="639679" cy="639679"/>
      </dsp:txXfrm>
    </dsp:sp>
    <dsp:sp modelId="{E3106EB7-1645-4644-B55F-3F689014C4E3}">
      <dsp:nvSpPr>
        <dsp:cNvPr id="0" name=""/>
        <dsp:cNvSpPr/>
      </dsp:nvSpPr>
      <dsp:spPr>
        <a:xfrm rot="14236364">
          <a:off x="1560078" y="1668355"/>
          <a:ext cx="1185773" cy="29954"/>
        </a:xfrm>
        <a:custGeom>
          <a:avLst/>
          <a:gdLst/>
          <a:ahLst/>
          <a:cxnLst/>
          <a:rect l="0" t="0" r="0" b="0"/>
          <a:pathLst>
            <a:path>
              <a:moveTo>
                <a:pt x="0" y="14977"/>
              </a:moveTo>
              <a:lnTo>
                <a:pt x="1185773" y="149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123321" y="1653688"/>
        <a:ext cx="59288" cy="59288"/>
      </dsp:txXfrm>
    </dsp:sp>
    <dsp:sp modelId="{01BA31C1-8EBD-4A1A-86EF-DF460230354E}">
      <dsp:nvSpPr>
        <dsp:cNvPr id="0" name=""/>
        <dsp:cNvSpPr/>
      </dsp:nvSpPr>
      <dsp:spPr>
        <a:xfrm>
          <a:off x="1135561" y="351725"/>
          <a:ext cx="904643" cy="904643"/>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ZA" sz="1000" b="1" u="sng" kern="1200" dirty="0"/>
            <a:t>Tag</a:t>
          </a:r>
        </a:p>
      </dsp:txBody>
      <dsp:txXfrm>
        <a:off x="1268043" y="484207"/>
        <a:ext cx="639679" cy="6396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CDB88A-BD8F-4219-B20E-2AD18BB22BE5}">
      <dsp:nvSpPr>
        <dsp:cNvPr id="0" name=""/>
        <dsp:cNvSpPr/>
      </dsp:nvSpPr>
      <dsp:spPr>
        <a:xfrm>
          <a:off x="3051077" y="2044847"/>
          <a:ext cx="1073965" cy="1073965"/>
        </a:xfrm>
        <a:prstGeom prst="ellipse">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ZA" sz="1400" kern="1200" dirty="0"/>
            <a:t>Best practices</a:t>
          </a:r>
        </a:p>
      </dsp:txBody>
      <dsp:txXfrm>
        <a:off x="3208356" y="2202126"/>
        <a:ext cx="759407" cy="759407"/>
      </dsp:txXfrm>
    </dsp:sp>
    <dsp:sp modelId="{324AB907-6DC0-41C5-95AB-87E48E759F0C}">
      <dsp:nvSpPr>
        <dsp:cNvPr id="0" name=""/>
        <dsp:cNvSpPr/>
      </dsp:nvSpPr>
      <dsp:spPr>
        <a:xfrm rot="16200000">
          <a:off x="3104439" y="1547757"/>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563878" y="1537045"/>
        <a:ext cx="48362" cy="48362"/>
      </dsp:txXfrm>
    </dsp:sp>
    <dsp:sp modelId="{333C4802-6558-49D0-A383-2F12AD318A67}">
      <dsp:nvSpPr>
        <dsp:cNvPr id="0" name=""/>
        <dsp:cNvSpPr/>
      </dsp:nvSpPr>
      <dsp:spPr>
        <a:xfrm>
          <a:off x="3051077" y="3641"/>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i="1" kern="1200" dirty="0">
              <a:solidFill>
                <a:schemeClr val="tx1"/>
              </a:solidFill>
            </a:rPr>
            <a:t>Complete</a:t>
          </a:r>
          <a:r>
            <a:rPr lang="en-ZA" sz="1200" kern="1200" dirty="0">
              <a:solidFill>
                <a:schemeClr val="tx1"/>
              </a:solidFill>
            </a:rPr>
            <a:t> repo setup</a:t>
          </a:r>
        </a:p>
      </dsp:txBody>
      <dsp:txXfrm>
        <a:off x="3208356" y="160920"/>
        <a:ext cx="759407" cy="759407"/>
      </dsp:txXfrm>
    </dsp:sp>
    <dsp:sp modelId="{50560BAC-4DD4-4663-9D2C-248F043E7B15}">
      <dsp:nvSpPr>
        <dsp:cNvPr id="0" name=""/>
        <dsp:cNvSpPr/>
      </dsp:nvSpPr>
      <dsp:spPr>
        <a:xfrm rot="18600000">
          <a:off x="3760470" y="1786533"/>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4219909" y="1775821"/>
        <a:ext cx="48362" cy="48362"/>
      </dsp:txXfrm>
    </dsp:sp>
    <dsp:sp modelId="{47463369-6193-454D-87D0-2E6DCB8ED34F}">
      <dsp:nvSpPr>
        <dsp:cNvPr id="0" name=""/>
        <dsp:cNvSpPr/>
      </dsp:nvSpPr>
      <dsp:spPr>
        <a:xfrm>
          <a:off x="4363139" y="481192"/>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Clear </a:t>
          </a:r>
          <a:r>
            <a:rPr lang="en-ZA" sz="1200" i="1" kern="1200" dirty="0">
              <a:solidFill>
                <a:schemeClr val="tx1"/>
              </a:solidFill>
            </a:rPr>
            <a:t>workflow alignment</a:t>
          </a:r>
        </a:p>
      </dsp:txBody>
      <dsp:txXfrm>
        <a:off x="4520418" y="638471"/>
        <a:ext cx="759407" cy="759407"/>
      </dsp:txXfrm>
    </dsp:sp>
    <dsp:sp modelId="{00A8AF85-F9D2-40CF-BA7E-008F18FAA3CA}">
      <dsp:nvSpPr>
        <dsp:cNvPr id="0" name=""/>
        <dsp:cNvSpPr/>
      </dsp:nvSpPr>
      <dsp:spPr>
        <a:xfrm rot="21000000">
          <a:off x="4109537" y="2391134"/>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4568976" y="2380423"/>
        <a:ext cx="48362" cy="48362"/>
      </dsp:txXfrm>
    </dsp:sp>
    <dsp:sp modelId="{E42D0E29-01EF-4897-89E9-30D634B39C6F}">
      <dsp:nvSpPr>
        <dsp:cNvPr id="0" name=""/>
        <dsp:cNvSpPr/>
      </dsp:nvSpPr>
      <dsp:spPr>
        <a:xfrm>
          <a:off x="5061272" y="1690395"/>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Write clear commit messages</a:t>
          </a:r>
        </a:p>
      </dsp:txBody>
      <dsp:txXfrm>
        <a:off x="5218551" y="1847674"/>
        <a:ext cx="759407" cy="759407"/>
      </dsp:txXfrm>
    </dsp:sp>
    <dsp:sp modelId="{6E6A34A2-D1C2-4F15-B129-7E4565E44901}">
      <dsp:nvSpPr>
        <dsp:cNvPr id="0" name=""/>
        <dsp:cNvSpPr/>
      </dsp:nvSpPr>
      <dsp:spPr>
        <a:xfrm rot="1800000">
          <a:off x="3988307" y="3078662"/>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4447747" y="3067950"/>
        <a:ext cx="48362" cy="48362"/>
      </dsp:txXfrm>
    </dsp:sp>
    <dsp:sp modelId="{1AF09E71-88B6-4511-AA64-8E0A25D73A77}">
      <dsp:nvSpPr>
        <dsp:cNvPr id="0" name=""/>
        <dsp:cNvSpPr/>
      </dsp:nvSpPr>
      <dsp:spPr>
        <a:xfrm>
          <a:off x="4818813" y="3065450"/>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Commit often</a:t>
          </a:r>
        </a:p>
      </dsp:txBody>
      <dsp:txXfrm>
        <a:off x="4976092" y="3222729"/>
        <a:ext cx="759407" cy="759407"/>
      </dsp:txXfrm>
    </dsp:sp>
    <dsp:sp modelId="{E8C9C7DE-1000-41E0-B71E-2232BCD000B7}">
      <dsp:nvSpPr>
        <dsp:cNvPr id="0" name=""/>
        <dsp:cNvSpPr/>
      </dsp:nvSpPr>
      <dsp:spPr>
        <a:xfrm rot="4200000">
          <a:off x="3453506" y="3527413"/>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912945" y="3516702"/>
        <a:ext cx="48362" cy="48362"/>
      </dsp:txXfrm>
    </dsp:sp>
    <dsp:sp modelId="{0C48A89A-1FD3-42A6-B6AC-856DE602AFD3}">
      <dsp:nvSpPr>
        <dsp:cNvPr id="0" name=""/>
        <dsp:cNvSpPr/>
      </dsp:nvSpPr>
      <dsp:spPr>
        <a:xfrm>
          <a:off x="3749210" y="3962953"/>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Test before committing code</a:t>
          </a:r>
        </a:p>
      </dsp:txBody>
      <dsp:txXfrm>
        <a:off x="3906489" y="4120232"/>
        <a:ext cx="759407" cy="759407"/>
      </dsp:txXfrm>
    </dsp:sp>
    <dsp:sp modelId="{B2067784-4DBC-4807-B793-EA49978CE13D}">
      <dsp:nvSpPr>
        <dsp:cNvPr id="0" name=""/>
        <dsp:cNvSpPr/>
      </dsp:nvSpPr>
      <dsp:spPr>
        <a:xfrm rot="6600000">
          <a:off x="2755372" y="3527413"/>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3214812" y="3516702"/>
        <a:ext cx="48362" cy="48362"/>
      </dsp:txXfrm>
    </dsp:sp>
    <dsp:sp modelId="{600ECE45-7313-4013-9D5C-5A32043F1452}">
      <dsp:nvSpPr>
        <dsp:cNvPr id="0" name=""/>
        <dsp:cNvSpPr/>
      </dsp:nvSpPr>
      <dsp:spPr>
        <a:xfrm>
          <a:off x="2352943" y="3962953"/>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Commit code only when ready</a:t>
          </a:r>
        </a:p>
      </dsp:txBody>
      <dsp:txXfrm>
        <a:off x="2510222" y="4120232"/>
        <a:ext cx="759407" cy="759407"/>
      </dsp:txXfrm>
    </dsp:sp>
    <dsp:sp modelId="{5B565407-DA0B-4DD1-8523-88175AFB571D}">
      <dsp:nvSpPr>
        <dsp:cNvPr id="0" name=""/>
        <dsp:cNvSpPr/>
      </dsp:nvSpPr>
      <dsp:spPr>
        <a:xfrm rot="9000000">
          <a:off x="2220571" y="3078662"/>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680010" y="3067950"/>
        <a:ext cx="48362" cy="48362"/>
      </dsp:txXfrm>
    </dsp:sp>
    <dsp:sp modelId="{713BD3F0-2CD5-4549-A962-AA61D08C9914}">
      <dsp:nvSpPr>
        <dsp:cNvPr id="0" name=""/>
        <dsp:cNvSpPr/>
      </dsp:nvSpPr>
      <dsp:spPr>
        <a:xfrm>
          <a:off x="1283341" y="3065450"/>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Avoid </a:t>
          </a:r>
          <a:r>
            <a:rPr lang="en-ZA" sz="1200" i="1" kern="1200" dirty="0">
              <a:solidFill>
                <a:schemeClr val="tx1"/>
              </a:solidFill>
            </a:rPr>
            <a:t>conflicts</a:t>
          </a:r>
        </a:p>
      </dsp:txBody>
      <dsp:txXfrm>
        <a:off x="1440620" y="3222729"/>
        <a:ext cx="759407" cy="759407"/>
      </dsp:txXfrm>
    </dsp:sp>
    <dsp:sp modelId="{D1FE00D7-E193-45C7-99A2-24FA8EEFAD57}">
      <dsp:nvSpPr>
        <dsp:cNvPr id="0" name=""/>
        <dsp:cNvSpPr/>
      </dsp:nvSpPr>
      <dsp:spPr>
        <a:xfrm rot="11400000">
          <a:off x="2099341" y="2391134"/>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558781" y="2380423"/>
        <a:ext cx="48362" cy="48362"/>
      </dsp:txXfrm>
    </dsp:sp>
    <dsp:sp modelId="{6F6F993F-67B0-4920-B461-CA59F87150A5}">
      <dsp:nvSpPr>
        <dsp:cNvPr id="0" name=""/>
        <dsp:cNvSpPr/>
      </dsp:nvSpPr>
      <dsp:spPr>
        <a:xfrm>
          <a:off x="1040881" y="1690395"/>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Limit repo access</a:t>
          </a:r>
        </a:p>
      </dsp:txBody>
      <dsp:txXfrm>
        <a:off x="1198160" y="1847674"/>
        <a:ext cx="759407" cy="759407"/>
      </dsp:txXfrm>
    </dsp:sp>
    <dsp:sp modelId="{37F674DC-1759-4892-8452-11EC28A1A5E4}">
      <dsp:nvSpPr>
        <dsp:cNvPr id="0" name=""/>
        <dsp:cNvSpPr/>
      </dsp:nvSpPr>
      <dsp:spPr>
        <a:xfrm rot="13800000">
          <a:off x="2448408" y="1786533"/>
          <a:ext cx="967240" cy="26938"/>
        </a:xfrm>
        <a:custGeom>
          <a:avLst/>
          <a:gdLst/>
          <a:ahLst/>
          <a:cxnLst/>
          <a:rect l="0" t="0" r="0" b="0"/>
          <a:pathLst>
            <a:path>
              <a:moveTo>
                <a:pt x="0" y="13469"/>
              </a:moveTo>
              <a:lnTo>
                <a:pt x="967240" y="134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rot="10800000">
        <a:off x="2907848" y="1775821"/>
        <a:ext cx="48362" cy="48362"/>
      </dsp:txXfrm>
    </dsp:sp>
    <dsp:sp modelId="{231E9D19-5AE8-4ECF-B27C-DE35749EEE87}">
      <dsp:nvSpPr>
        <dsp:cNvPr id="0" name=""/>
        <dsp:cNvSpPr/>
      </dsp:nvSpPr>
      <dsp:spPr>
        <a:xfrm>
          <a:off x="1739015" y="481192"/>
          <a:ext cx="1073965" cy="1073965"/>
        </a:xfrm>
        <a:prstGeom prst="ellipse">
          <a:avLst/>
        </a:prstGeom>
        <a:solidFill>
          <a:srgbClr val="FE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solidFill>
                <a:schemeClr val="tx1"/>
              </a:solidFill>
            </a:rPr>
            <a:t>Use branches</a:t>
          </a:r>
        </a:p>
      </dsp:txBody>
      <dsp:txXfrm>
        <a:off x="1896294" y="638471"/>
        <a:ext cx="759407" cy="759407"/>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5F629E-DEAC-48C0-2DCA-FBDE58F653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ZA"/>
          </a:p>
        </p:txBody>
      </p:sp>
      <p:sp>
        <p:nvSpPr>
          <p:cNvPr id="3" name="Date Placeholder 2">
            <a:extLst>
              <a:ext uri="{FF2B5EF4-FFF2-40B4-BE49-F238E27FC236}">
                <a16:creationId xmlns:a16="http://schemas.microsoft.com/office/drawing/2014/main" id="{62B62174-60A2-FD62-0D8D-A3E8C1B851F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F153D84-A18A-4BAE-9F10-57636B33BFED}" type="datetimeFigureOut">
              <a:rPr lang="en-ZA"/>
              <a:pPr>
                <a:defRPr/>
              </a:pPr>
              <a:t>2026/02/17</a:t>
            </a:fld>
            <a:endParaRPr lang="en-ZA"/>
          </a:p>
        </p:txBody>
      </p:sp>
      <p:sp>
        <p:nvSpPr>
          <p:cNvPr id="4" name="Slide Image Placeholder 3">
            <a:extLst>
              <a:ext uri="{FF2B5EF4-FFF2-40B4-BE49-F238E27FC236}">
                <a16:creationId xmlns:a16="http://schemas.microsoft.com/office/drawing/2014/main" id="{DAB229DF-27D9-CADC-CB1D-8A5C6271F64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ZA" noProof="0"/>
          </a:p>
        </p:txBody>
      </p:sp>
      <p:sp>
        <p:nvSpPr>
          <p:cNvPr id="5" name="Notes Placeholder 4">
            <a:extLst>
              <a:ext uri="{FF2B5EF4-FFF2-40B4-BE49-F238E27FC236}">
                <a16:creationId xmlns:a16="http://schemas.microsoft.com/office/drawing/2014/main" id="{EEA3F31E-A0CC-3475-963C-03616313F16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ZA" noProof="0"/>
          </a:p>
        </p:txBody>
      </p:sp>
      <p:sp>
        <p:nvSpPr>
          <p:cNvPr id="6" name="Footer Placeholder 5">
            <a:extLst>
              <a:ext uri="{FF2B5EF4-FFF2-40B4-BE49-F238E27FC236}">
                <a16:creationId xmlns:a16="http://schemas.microsoft.com/office/drawing/2014/main" id="{FD128012-A92A-E433-5835-781BFC9B90F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ZA"/>
          </a:p>
        </p:txBody>
      </p:sp>
      <p:sp>
        <p:nvSpPr>
          <p:cNvPr id="7" name="Slide Number Placeholder 6">
            <a:extLst>
              <a:ext uri="{FF2B5EF4-FFF2-40B4-BE49-F238E27FC236}">
                <a16:creationId xmlns:a16="http://schemas.microsoft.com/office/drawing/2014/main" id="{2D8F9196-14E7-6FE6-7FAD-81CCB8236987}"/>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969D768E-C3EC-41DC-8B8B-05D8793498BE}" type="slidenum">
              <a:rPr lang="en-ZA"/>
              <a:pPr>
                <a:defRPr/>
              </a:pPr>
              <a:t>‹#›</a:t>
            </a:fld>
            <a:endParaRPr lang="en-Z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a:t>
            </a:fld>
            <a:endParaRPr lang="en-ZA"/>
          </a:p>
        </p:txBody>
      </p:sp>
    </p:spTree>
    <p:extLst>
      <p:ext uri="{BB962C8B-B14F-4D97-AF65-F5344CB8AC3E}">
        <p14:creationId xmlns:p14="http://schemas.microsoft.com/office/powerpoint/2010/main" val="1351386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08029066-D56B-1000-D667-433F94009F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7AB358E1-5D97-C9EA-17E8-895DB5254036}"/>
              </a:ext>
            </a:extLst>
          </p:cNvPr>
          <p:cNvSpPr>
            <a:spLocks noGrp="1"/>
          </p:cNvSpPr>
          <p:nvPr>
            <p:ph type="body" idx="1"/>
          </p:nvPr>
        </p:nvSpPr>
        <p:spPr/>
        <p:txBody>
          <a:bodyPr/>
          <a:lstStyle/>
          <a:p>
            <a:pPr>
              <a:defRPr/>
            </a:pPr>
            <a:r>
              <a:rPr lang="en-ZA" dirty="0"/>
              <a:t>Features:</a:t>
            </a:r>
          </a:p>
          <a:p>
            <a:pPr marL="171450" indent="-171450">
              <a:buFont typeface="Arial" panose="020B0604020202020204" pitchFamily="34" charset="0"/>
              <a:buChar char="•"/>
              <a:defRPr/>
            </a:pPr>
            <a:r>
              <a:rPr lang="en-ZA" dirty="0"/>
              <a:t>OOP, portability, security</a:t>
            </a:r>
          </a:p>
          <a:p>
            <a:pPr marL="171450" indent="-171450">
              <a:buFont typeface="Arial" panose="020B0604020202020204" pitchFamily="34" charset="0"/>
              <a:buChar char="•"/>
              <a:defRPr/>
            </a:pPr>
            <a:r>
              <a:rPr lang="en-ZA" dirty="0"/>
              <a:t>OOP:</a:t>
            </a:r>
          </a:p>
          <a:p>
            <a:pPr marL="628650" lvl="1" indent="-171450">
              <a:buFont typeface="Arial" panose="020B0604020202020204" pitchFamily="34" charset="0"/>
              <a:buChar char="•"/>
              <a:defRPr/>
            </a:pPr>
            <a:r>
              <a:rPr lang="en-ZA" dirty="0"/>
              <a:t>Supporting concepts like inheritance, encapsulation &amp; polymorphism</a:t>
            </a:r>
          </a:p>
          <a:p>
            <a:pPr marL="171450" indent="-171450">
              <a:buFont typeface="Arial" panose="020B0604020202020204" pitchFamily="34" charset="0"/>
              <a:buChar char="•"/>
              <a:defRPr/>
            </a:pPr>
            <a:r>
              <a:rPr lang="en-ZA" dirty="0"/>
              <a:t>Portability:</a:t>
            </a:r>
          </a:p>
          <a:p>
            <a:pPr marL="628650" lvl="1" indent="-171450">
              <a:buFont typeface="Arial" panose="020B0604020202020204" pitchFamily="34" charset="0"/>
              <a:buChar char="•"/>
              <a:defRPr/>
            </a:pPr>
            <a:r>
              <a:rPr lang="en-ZA" dirty="0"/>
              <a:t>Write once run anywhere concept</a:t>
            </a:r>
          </a:p>
          <a:p>
            <a:pPr marL="171450" indent="-171450">
              <a:buFont typeface="Arial" panose="020B0604020202020204" pitchFamily="34" charset="0"/>
              <a:buChar char="•"/>
              <a:defRPr/>
            </a:pPr>
            <a:r>
              <a:rPr lang="en-ZA" dirty="0"/>
              <a:t>Security:</a:t>
            </a:r>
          </a:p>
          <a:p>
            <a:pPr marL="628650" lvl="1" indent="-171450">
              <a:buFont typeface="Arial" panose="020B0604020202020204" pitchFamily="34" charset="0"/>
              <a:buChar char="•"/>
              <a:defRPr/>
            </a:pPr>
            <a:r>
              <a:rPr lang="en-ZA" dirty="0"/>
              <a:t>Known for its security features</a:t>
            </a:r>
          </a:p>
          <a:p>
            <a:pPr marL="171450" indent="-171450">
              <a:buFont typeface="Arial" panose="020B0604020202020204" pitchFamily="34" charset="0"/>
              <a:buChar char="•"/>
              <a:defRPr/>
            </a:pPr>
            <a:r>
              <a:rPr lang="en-ZA" dirty="0"/>
              <a:t>Multithreading:</a:t>
            </a:r>
          </a:p>
          <a:p>
            <a:pPr marL="628650" lvl="1" indent="-171450">
              <a:buFont typeface="Arial" panose="020B0604020202020204" pitchFamily="34" charset="0"/>
              <a:buChar char="•"/>
              <a:defRPr/>
            </a:pPr>
            <a:r>
              <a:rPr lang="en-ZA" dirty="0"/>
              <a:t>Allows programs to run multiple tasks at the same time</a:t>
            </a:r>
          </a:p>
          <a:p>
            <a:pPr marL="628650" lvl="1" indent="-171450">
              <a:buFont typeface="Arial" panose="020B0604020202020204" pitchFamily="34" charset="0"/>
              <a:buChar char="•"/>
              <a:defRPr/>
            </a:pPr>
            <a:r>
              <a:rPr lang="en-ZA" dirty="0"/>
              <a:t>Improves performance</a:t>
            </a:r>
          </a:p>
          <a:p>
            <a:pPr marL="171450" indent="-171450">
              <a:buFont typeface="Arial" panose="020B0604020202020204" pitchFamily="34" charset="0"/>
              <a:buChar char="•"/>
              <a:defRPr/>
            </a:pPr>
            <a:r>
              <a:rPr lang="en-ZA" dirty="0"/>
              <a:t>Robustness:</a:t>
            </a:r>
          </a:p>
          <a:p>
            <a:pPr marL="628650" lvl="1" indent="-171450">
              <a:buFont typeface="Arial" panose="020B0604020202020204" pitchFamily="34" charset="0"/>
              <a:buChar char="•"/>
              <a:defRPr/>
            </a:pPr>
            <a:r>
              <a:rPr lang="en-ZA" dirty="0"/>
              <a:t>Uses strong memory management &amp; automatic garbage collection</a:t>
            </a:r>
          </a:p>
          <a:p>
            <a:pPr marL="628650" lvl="1" indent="-171450">
              <a:buFont typeface="Arial" panose="020B0604020202020204" pitchFamily="34" charset="0"/>
              <a:buChar char="•"/>
              <a:defRPr/>
            </a:pPr>
            <a:endParaRPr lang="en-ZA" dirty="0"/>
          </a:p>
          <a:p>
            <a:pPr marL="171450" lvl="0" indent="-171450">
              <a:buFont typeface="Arial" panose="020B0604020202020204" pitchFamily="34" charset="0"/>
              <a:buChar char="•"/>
              <a:defRPr/>
            </a:pPr>
            <a:r>
              <a:rPr lang="en-ZA" dirty="0"/>
              <a:t>Ref: </a:t>
            </a:r>
          </a:p>
          <a:p>
            <a:pPr marL="628650" lvl="1" indent="-171450">
              <a:buFont typeface="Arial" panose="020B0604020202020204" pitchFamily="34" charset="0"/>
              <a:buChar char="•"/>
              <a:defRPr/>
            </a:pPr>
            <a:r>
              <a:rPr lang="en-ZA" dirty="0"/>
              <a:t>2024: https://codeworks.me/blog/10-most-in-demand-programming-languages-in-2024/</a:t>
            </a:r>
          </a:p>
          <a:p>
            <a:pPr marL="628650" lvl="1" indent="-171450">
              <a:buFont typeface="Arial" panose="020B0604020202020204" pitchFamily="34" charset="0"/>
              <a:buChar char="•"/>
              <a:defRPr/>
            </a:pPr>
            <a:r>
              <a:rPr lang="en-ZA" dirty="0"/>
              <a:t>2025: https://spectrum.ieee.org/top-programming-languages-2025</a:t>
            </a:r>
          </a:p>
          <a:p>
            <a:pPr marL="628650" lvl="1" indent="-171450">
              <a:buFont typeface="Arial" panose="020B0604020202020204" pitchFamily="34" charset="0"/>
              <a:buChar char="•"/>
              <a:defRPr/>
            </a:pPr>
            <a:r>
              <a:rPr lang="en-ZA" dirty="0"/>
              <a:t>2026: https://www.crossover.com/resources/top-10-in-demand-programming-languages-for-2026-updated</a:t>
            </a:r>
          </a:p>
        </p:txBody>
      </p:sp>
      <p:sp>
        <p:nvSpPr>
          <p:cNvPr id="40964" name="Slide Number Placeholder 3">
            <a:extLst>
              <a:ext uri="{FF2B5EF4-FFF2-40B4-BE49-F238E27FC236}">
                <a16:creationId xmlns:a16="http://schemas.microsoft.com/office/drawing/2014/main" id="{45ABA3CA-3B39-7633-5990-5E0970D4CC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203D687-56CF-4A8E-AA3E-048420449459}" type="slidenum">
              <a:rPr lang="en-ZA" altLang="en-US" smtClean="0"/>
              <a:pPr/>
              <a:t>3</a:t>
            </a:fld>
            <a:endParaRPr lang="en-Z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08029066-D56B-1000-D667-433F94009F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7AB358E1-5D97-C9EA-17E8-895DB5254036}"/>
              </a:ext>
            </a:extLst>
          </p:cNvPr>
          <p:cNvSpPr>
            <a:spLocks noGrp="1"/>
          </p:cNvSpPr>
          <p:nvPr>
            <p:ph type="body" idx="1"/>
          </p:nvPr>
        </p:nvSpPr>
        <p:spPr/>
        <p:txBody>
          <a:bodyPr/>
          <a:lstStyle/>
          <a:p>
            <a:pPr>
              <a:defRPr/>
            </a:pPr>
            <a:endParaRPr lang="en-ZA" dirty="0"/>
          </a:p>
        </p:txBody>
      </p:sp>
      <p:sp>
        <p:nvSpPr>
          <p:cNvPr id="40964" name="Slide Number Placeholder 3">
            <a:extLst>
              <a:ext uri="{FF2B5EF4-FFF2-40B4-BE49-F238E27FC236}">
                <a16:creationId xmlns:a16="http://schemas.microsoft.com/office/drawing/2014/main" id="{45ABA3CA-3B39-7633-5990-5E0970D4CC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203D687-56CF-4A8E-AA3E-048420449459}" type="slidenum">
              <a:rPr lang="en-ZA" altLang="en-US" smtClean="0"/>
              <a:pPr/>
              <a:t>4</a:t>
            </a:fld>
            <a:endParaRPr lang="en-ZA" altLang="en-US"/>
          </a:p>
        </p:txBody>
      </p:sp>
    </p:spTree>
    <p:extLst>
      <p:ext uri="{BB962C8B-B14F-4D97-AF65-F5344CB8AC3E}">
        <p14:creationId xmlns:p14="http://schemas.microsoft.com/office/powerpoint/2010/main" val="3003055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756E9766-E5C6-2ADC-511E-6C5BC702E05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7A4DEA73-AA0D-4848-4728-E3E1FE4EAB7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r>
              <a:rPr lang="en-ZA" altLang="en-US" dirty="0"/>
              <a:t>Source code:</a:t>
            </a:r>
          </a:p>
          <a:p>
            <a:pPr marL="628650" lvl="1" indent="-171450" eaLnBrk="1" hangingPunct="1">
              <a:buFontTx/>
              <a:buChar char="•"/>
            </a:pPr>
            <a:r>
              <a:rPr lang="en-ZA" altLang="en-US" dirty="0"/>
              <a:t>Write source code in java (.java file)</a:t>
            </a:r>
          </a:p>
          <a:p>
            <a:pPr marL="628650" lvl="1" indent="-171450" eaLnBrk="1" hangingPunct="1">
              <a:buFontTx/>
              <a:buChar char="•"/>
            </a:pPr>
            <a:endParaRPr lang="en-ZA" altLang="en-US" dirty="0"/>
          </a:p>
          <a:p>
            <a:pPr marL="171450" indent="-171450" eaLnBrk="1" hangingPunct="1">
              <a:buFontTx/>
              <a:buChar char="•"/>
            </a:pPr>
            <a:r>
              <a:rPr lang="en-ZA" altLang="en-US" dirty="0"/>
              <a:t>Compiler:</a:t>
            </a:r>
          </a:p>
          <a:p>
            <a:pPr marL="628650" lvl="1" indent="-171450" eaLnBrk="1" hangingPunct="1">
              <a:buFontTx/>
              <a:buChar char="•"/>
            </a:pPr>
            <a:r>
              <a:rPr lang="en-ZA" altLang="en-US" dirty="0"/>
              <a:t>Java compiler (</a:t>
            </a:r>
            <a:r>
              <a:rPr lang="en-ZA" altLang="en-US" dirty="0" err="1"/>
              <a:t>javac</a:t>
            </a:r>
            <a:r>
              <a:rPr lang="en-ZA" altLang="en-US" dirty="0"/>
              <a:t>) compiles this source code into bytecode, and that is stored in a .class file</a:t>
            </a:r>
          </a:p>
          <a:p>
            <a:pPr marL="628650" lvl="1" indent="-171450" eaLnBrk="1" hangingPunct="1">
              <a:buFontTx/>
              <a:buChar char="•"/>
            </a:pPr>
            <a:r>
              <a:rPr lang="en-ZA" altLang="en-US" dirty="0"/>
              <a:t>Bytecode is an intermediate, platform-independent representation of your code</a:t>
            </a:r>
          </a:p>
          <a:p>
            <a:pPr marL="171450" indent="-171450" eaLnBrk="1" hangingPunct="1">
              <a:buFontTx/>
              <a:buChar char="•"/>
            </a:pPr>
            <a:r>
              <a:rPr lang="en-ZA" altLang="en-US" dirty="0"/>
              <a:t>Class &amp; library files </a:t>
            </a:r>
            <a:r>
              <a:rPr lang="en-ZA" altLang="en-US" dirty="0">
                <a:sym typeface="Wingdings" panose="05000000000000000000" pitchFamily="2" charset="2"/>
              </a:rPr>
              <a:t> VM:</a:t>
            </a:r>
          </a:p>
          <a:p>
            <a:pPr marL="628650" lvl="1" indent="-171450" eaLnBrk="1" hangingPunct="1">
              <a:buFontTx/>
              <a:buChar char="•"/>
            </a:pPr>
            <a:r>
              <a:rPr lang="en-ZA" altLang="en-US" dirty="0">
                <a:sym typeface="Wingdings" panose="05000000000000000000" pitchFamily="2" charset="2"/>
              </a:rPr>
              <a:t>Content of each class contained in the source file is stored in a separate .class file</a:t>
            </a:r>
          </a:p>
          <a:p>
            <a:pPr marL="628650" lvl="1" indent="-171450" eaLnBrk="1" hangingPunct="1">
              <a:buFontTx/>
              <a:buChar char="•"/>
            </a:pPr>
            <a:r>
              <a:rPr lang="en-ZA" altLang="en-US" dirty="0">
                <a:sym typeface="Wingdings" panose="05000000000000000000" pitchFamily="2" charset="2"/>
              </a:rPr>
              <a:t>Run the Java program, the Java Virtual Machine (JVM) loads the required .class files &amp; that includes your compiled code &amp; any external libraries (from .jar files / std Java libraries)</a:t>
            </a:r>
          </a:p>
          <a:p>
            <a:pPr marL="628650" lvl="1" indent="-171450" eaLnBrk="1" hangingPunct="1">
              <a:buFontTx/>
              <a:buChar char="•"/>
            </a:pPr>
            <a:r>
              <a:rPr lang="en-ZA" altLang="en-US" dirty="0">
                <a:sym typeface="Wingdings" panose="05000000000000000000" pitchFamily="2" charset="2"/>
              </a:rPr>
              <a:t>The </a:t>
            </a:r>
            <a:r>
              <a:rPr lang="en-ZA" altLang="en-US" dirty="0" err="1">
                <a:sym typeface="Wingdings" panose="05000000000000000000" pitchFamily="2" charset="2"/>
              </a:rPr>
              <a:t>ClassLoader</a:t>
            </a:r>
            <a:r>
              <a:rPr lang="en-ZA" altLang="en-US" dirty="0">
                <a:sym typeface="Wingdings" panose="05000000000000000000" pitchFamily="2" charset="2"/>
              </a:rPr>
              <a:t> handles loading these files into memory</a:t>
            </a:r>
          </a:p>
          <a:p>
            <a:pPr marL="628650" lvl="1" indent="-171450" eaLnBrk="1" hangingPunct="1">
              <a:buFontTx/>
              <a:buChar char="•"/>
            </a:pPr>
            <a:r>
              <a:rPr lang="en-ZA" altLang="en-US" dirty="0">
                <a:sym typeface="Wingdings" panose="05000000000000000000" pitchFamily="2" charset="2"/>
              </a:rPr>
              <a:t>JVM checks the bytecode that it is correct and for any security issues</a:t>
            </a:r>
          </a:p>
          <a:p>
            <a:pPr marL="628650" lvl="1" indent="-171450" eaLnBrk="1" hangingPunct="1">
              <a:buFontTx/>
              <a:buChar char="•"/>
            </a:pPr>
            <a:r>
              <a:rPr lang="en-ZA" altLang="en-US" dirty="0">
                <a:sym typeface="Wingdings" panose="05000000000000000000" pitchFamily="2" charset="2"/>
              </a:rPr>
              <a:t>The interpreter reads &amp; executes bytecode line by line</a:t>
            </a:r>
          </a:p>
          <a:p>
            <a:pPr marL="628650" lvl="1" indent="-171450" eaLnBrk="1" hangingPunct="1">
              <a:buFontTx/>
              <a:buChar char="•"/>
            </a:pPr>
            <a:r>
              <a:rPr lang="en-ZA" altLang="en-US" dirty="0">
                <a:sym typeface="Wingdings" panose="05000000000000000000" pitchFamily="2" charset="2"/>
              </a:rPr>
              <a:t>The Just in time (JIT) compiler may compile frequently used bytecode into native machine code for better performance</a:t>
            </a:r>
          </a:p>
          <a:p>
            <a:pPr marL="171450" indent="-171450" eaLnBrk="1" hangingPunct="1">
              <a:buFontTx/>
              <a:buChar char="•"/>
            </a:pPr>
            <a:r>
              <a:rPr lang="en-ZA" altLang="en-US" dirty="0">
                <a:sym typeface="Wingdings" panose="05000000000000000000" pitchFamily="2" charset="2"/>
              </a:rPr>
              <a:t>Running program / execution:</a:t>
            </a:r>
          </a:p>
          <a:p>
            <a:pPr marL="628650" lvl="1" indent="-171450" eaLnBrk="1" hangingPunct="1">
              <a:buFontTx/>
              <a:buChar char="•"/>
            </a:pPr>
            <a:r>
              <a:rPr lang="en-ZA" altLang="en-US" dirty="0">
                <a:sym typeface="Wingdings" panose="05000000000000000000" pitchFamily="2" charset="2"/>
              </a:rPr>
              <a:t>CPU executes native machine code from the JIT compiler</a:t>
            </a:r>
          </a:p>
          <a:p>
            <a:pPr marL="628650" lvl="1" indent="-171450" eaLnBrk="1" hangingPunct="1">
              <a:buFontTx/>
              <a:buChar char="•"/>
            </a:pPr>
            <a:r>
              <a:rPr lang="en-ZA" altLang="en-US" dirty="0">
                <a:sym typeface="Wingdings" panose="05000000000000000000" pitchFamily="2" charset="2"/>
              </a:rPr>
              <a:t>Program interacts with the OS, memory &amp; external resources as it is needed</a:t>
            </a:r>
          </a:p>
        </p:txBody>
      </p:sp>
      <p:sp>
        <p:nvSpPr>
          <p:cNvPr id="43012" name="Slide Number Placeholder 3">
            <a:extLst>
              <a:ext uri="{FF2B5EF4-FFF2-40B4-BE49-F238E27FC236}">
                <a16:creationId xmlns:a16="http://schemas.microsoft.com/office/drawing/2014/main" id="{1525B981-1D00-1C69-D46C-4FF8F225481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DC5B97B-6279-409D-B926-F4DA2E57A571}" type="slidenum">
              <a:rPr lang="en-ZA" altLang="en-US" smtClean="0"/>
              <a:pPr/>
              <a:t>6</a:t>
            </a:fld>
            <a:endParaRPr lang="en-Z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7</a:t>
            </a:fld>
            <a:endParaRPr lang="en-ZA"/>
          </a:p>
        </p:txBody>
      </p:sp>
    </p:spTree>
    <p:extLst>
      <p:ext uri="{BB962C8B-B14F-4D97-AF65-F5344CB8AC3E}">
        <p14:creationId xmlns:p14="http://schemas.microsoft.com/office/powerpoint/2010/main" val="3988768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69308318-F5B5-45E1-F8B7-353FCB12888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75C10778-E22B-6782-06FD-8C95DB3CF0D7}"/>
              </a:ext>
            </a:extLst>
          </p:cNvPr>
          <p:cNvSpPr>
            <a:spLocks noGrp="1"/>
          </p:cNvSpPr>
          <p:nvPr>
            <p:ph type="body" idx="1"/>
          </p:nvPr>
        </p:nvSpPr>
        <p:spPr/>
        <p:txBody>
          <a:bodyPr/>
          <a:lstStyle/>
          <a:p>
            <a:pPr>
              <a:defRPr/>
            </a:pPr>
            <a:r>
              <a:rPr lang="en-US" dirty="0"/>
              <a:t>Inheritance:</a:t>
            </a:r>
          </a:p>
          <a:p>
            <a:pPr marL="171450" indent="-171450">
              <a:buFont typeface="Arial" panose="020B0604020202020204" pitchFamily="34" charset="0"/>
              <a:buChar char="•"/>
              <a:defRPr/>
            </a:pPr>
            <a:r>
              <a:rPr lang="en-US" dirty="0"/>
              <a:t>One class is allowed to inherit the features (fields &amp; methods) of another class</a:t>
            </a:r>
          </a:p>
          <a:p>
            <a:pPr marL="171450" indent="-171450">
              <a:buFont typeface="Arial" panose="020B0604020202020204" pitchFamily="34" charset="0"/>
              <a:buChar char="•"/>
              <a:defRPr/>
            </a:pPr>
            <a:r>
              <a:rPr lang="en-US" dirty="0"/>
              <a:t>Creating new classes based on existing ones</a:t>
            </a:r>
          </a:p>
          <a:p>
            <a:pPr marL="171450" indent="-171450">
              <a:buFont typeface="Arial" panose="020B0604020202020204" pitchFamily="34" charset="0"/>
              <a:buChar char="•"/>
              <a:defRPr/>
            </a:pPr>
            <a:r>
              <a:rPr lang="en-US" dirty="0"/>
              <a:t>Inheriting class can reuse the methods &amp; fields of that class</a:t>
            </a:r>
          </a:p>
          <a:p>
            <a:pPr marL="171450" indent="-171450">
              <a:buFont typeface="Arial" panose="020B0604020202020204" pitchFamily="34" charset="0"/>
              <a:buChar char="•"/>
              <a:defRPr/>
            </a:pPr>
            <a:r>
              <a:rPr lang="en-US" dirty="0"/>
              <a:t>Can still add new methods &amp; fields to new class</a:t>
            </a:r>
          </a:p>
          <a:p>
            <a:pPr>
              <a:defRPr/>
            </a:pPr>
            <a:endParaRPr lang="en-US" dirty="0"/>
          </a:p>
          <a:p>
            <a:pPr>
              <a:defRPr/>
            </a:pPr>
            <a:r>
              <a:rPr lang="en-US" dirty="0"/>
              <a:t>Why?</a:t>
            </a:r>
          </a:p>
          <a:p>
            <a:pPr marL="171450" indent="-171450">
              <a:buFont typeface="Arial" panose="020B0604020202020204" pitchFamily="34" charset="0"/>
              <a:buChar char="•"/>
              <a:defRPr/>
            </a:pPr>
            <a:r>
              <a:rPr lang="en-US" dirty="0"/>
              <a:t>Code reusability (code in superclass is common to all subclasses)</a:t>
            </a:r>
          </a:p>
          <a:p>
            <a:pPr marL="171450" indent="-171450">
              <a:buFont typeface="Arial" panose="020B0604020202020204" pitchFamily="34" charset="0"/>
              <a:buChar char="•"/>
              <a:defRPr/>
            </a:pPr>
            <a:r>
              <a:rPr lang="en-US" dirty="0"/>
              <a:t>Method overriding (only through inheritance, run time polymorphism)</a:t>
            </a:r>
          </a:p>
          <a:p>
            <a:pPr marL="171450" indent="-171450">
              <a:buFont typeface="Arial" panose="020B0604020202020204" pitchFamily="34" charset="0"/>
              <a:buChar char="•"/>
              <a:defRPr/>
            </a:pPr>
            <a:r>
              <a:rPr lang="en-US" dirty="0"/>
              <a:t>Abstraction (do not have to provide all the details, only show the </a:t>
            </a:r>
            <a:r>
              <a:rPr lang="en-US" dirty="0" err="1"/>
              <a:t>func</a:t>
            </a:r>
            <a:r>
              <a:rPr lang="en-US" dirty="0"/>
              <a:t> to user)</a:t>
            </a:r>
          </a:p>
          <a:p>
            <a:pPr>
              <a:defRPr/>
            </a:pPr>
            <a:endParaRPr lang="en-US" dirty="0"/>
          </a:p>
          <a:p>
            <a:pPr marL="171450" indent="-171450">
              <a:buFont typeface="Arial" panose="020B0604020202020204" pitchFamily="34" charset="0"/>
              <a:buChar char="•"/>
              <a:defRPr/>
            </a:pPr>
            <a:r>
              <a:rPr lang="en-US" dirty="0"/>
              <a:t>Java does not support multiple inheritance</a:t>
            </a:r>
          </a:p>
          <a:p>
            <a:pPr marL="171450" indent="-171450">
              <a:buFont typeface="Arial" panose="020B0604020202020204" pitchFamily="34" charset="0"/>
              <a:buChar char="•"/>
              <a:defRPr/>
            </a:pPr>
            <a:r>
              <a:rPr lang="en-US" dirty="0"/>
              <a:t>Class inherits properties of more than one parent class</a:t>
            </a:r>
          </a:p>
          <a:p>
            <a:pPr>
              <a:defRPr/>
            </a:pPr>
            <a:endParaRPr lang="en-US" dirty="0"/>
          </a:p>
          <a:p>
            <a:pPr>
              <a:defRPr/>
            </a:pPr>
            <a:r>
              <a:rPr lang="en-US" dirty="0"/>
              <a:t>Polymorphism:</a:t>
            </a:r>
          </a:p>
          <a:p>
            <a:pPr marL="171450" indent="-171450">
              <a:buFont typeface="Arial" panose="020B0604020202020204" pitchFamily="34" charset="0"/>
              <a:buChar char="•"/>
              <a:defRPr/>
            </a:pPr>
            <a:r>
              <a:rPr lang="en-US" dirty="0"/>
              <a:t>“having many forms”</a:t>
            </a:r>
          </a:p>
          <a:p>
            <a:pPr marL="171450" indent="-171450">
              <a:buFont typeface="Arial" panose="020B0604020202020204" pitchFamily="34" charset="0"/>
              <a:buChar char="•"/>
              <a:defRPr/>
            </a:pPr>
            <a:r>
              <a:rPr lang="en-US" dirty="0"/>
              <a:t>Ability of message to be displayed in more than one form</a:t>
            </a:r>
          </a:p>
          <a:p>
            <a:pPr marL="171450" indent="-171450">
              <a:buFont typeface="Arial" panose="020B0604020202020204" pitchFamily="34" charset="0"/>
              <a:buChar char="•"/>
              <a:defRPr/>
            </a:pPr>
            <a:r>
              <a:rPr lang="en-US" dirty="0"/>
              <a:t>e.g. a person can have different characteristics at the same time (man is a father, a husband &amp; an employee)</a:t>
            </a:r>
          </a:p>
          <a:p>
            <a:pPr marL="171450" indent="-171450">
              <a:buFont typeface="Arial" panose="020B0604020202020204" pitchFamily="34" charset="0"/>
              <a:buChar char="•"/>
              <a:defRPr/>
            </a:pPr>
            <a:r>
              <a:rPr lang="en-US" dirty="0"/>
              <a:t>Same person has different behaviors in different situations</a:t>
            </a:r>
          </a:p>
          <a:p>
            <a:pPr marL="171450" indent="-171450">
              <a:buFont typeface="Arial" panose="020B0604020202020204" pitchFamily="34" charset="0"/>
              <a:buChar char="•"/>
              <a:defRPr/>
            </a:pPr>
            <a:endParaRPr lang="en-US" dirty="0"/>
          </a:p>
          <a:p>
            <a:pPr marL="171450" indent="-171450">
              <a:buFont typeface="Arial" panose="020B0604020202020204" pitchFamily="34" charset="0"/>
              <a:buChar char="•"/>
              <a:defRPr/>
            </a:pPr>
            <a:r>
              <a:rPr lang="en-US" dirty="0"/>
              <a:t>Base class Person – role method</a:t>
            </a:r>
          </a:p>
          <a:p>
            <a:pPr marL="171450" indent="-171450">
              <a:buFont typeface="Arial" panose="020B0604020202020204" pitchFamily="34" charset="0"/>
              <a:buChar char="•"/>
              <a:defRPr/>
            </a:pPr>
            <a:r>
              <a:rPr lang="en-US" dirty="0"/>
              <a:t>But Father that extends person also has its own role method</a:t>
            </a:r>
          </a:p>
          <a:p>
            <a:pPr marL="171450" indent="-171450">
              <a:buFont typeface="Arial" panose="020B0604020202020204" pitchFamily="34" charset="0"/>
              <a:buChar char="•"/>
              <a:defRPr/>
            </a:pPr>
            <a:r>
              <a:rPr lang="en-US" dirty="0"/>
              <a:t>So when you call role of a father it will use the method in the Father class</a:t>
            </a:r>
          </a:p>
          <a:p>
            <a:pPr>
              <a:defRPr/>
            </a:pPr>
            <a:endParaRPr lang="en-ZA" dirty="0"/>
          </a:p>
        </p:txBody>
      </p:sp>
      <p:sp>
        <p:nvSpPr>
          <p:cNvPr id="60420" name="Slide Number Placeholder 3">
            <a:extLst>
              <a:ext uri="{FF2B5EF4-FFF2-40B4-BE49-F238E27FC236}">
                <a16:creationId xmlns:a16="http://schemas.microsoft.com/office/drawing/2014/main" id="{95A82692-3C73-0D0A-7BD4-CE0556AD2A9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7CB6B087-8C1D-4AF7-90AE-656A7CAA897B}" type="slidenum">
              <a:rPr lang="en-ZA" altLang="en-US" smtClean="0"/>
              <a:pPr/>
              <a:t>9</a:t>
            </a:fld>
            <a:endParaRPr lang="en-Z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0F40CD10-7EFD-1F10-9BA0-DA64A92445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1AC6AB38-ADDA-9667-2568-A5C96667A953}"/>
              </a:ext>
            </a:extLst>
          </p:cNvPr>
          <p:cNvSpPr>
            <a:spLocks noGrp="1" noChangeArrowheads="1"/>
          </p:cNvSpPr>
          <p:nvPr>
            <p:ph type="body" idx="1"/>
          </p:nvPr>
        </p:nvSpPr>
        <p:spPr bwMode="auto"/>
        <p:txBody>
          <a:bodyPr wrap="square" numCol="1" anchor="t" anchorCtr="0" compatLnSpc="1">
            <a:prstTxWarp prst="textNoShape">
              <a:avLst/>
            </a:prstTxWarp>
          </a:bodyPr>
          <a:lstStyle/>
          <a:p>
            <a:pPr marL="171450" indent="-171450">
              <a:buFont typeface="Arial" panose="020B0604020202020204" pitchFamily="34" charset="0"/>
              <a:buChar char="•"/>
              <a:defRPr/>
            </a:pPr>
            <a:r>
              <a:rPr lang="en-US" altLang="en-US" dirty="0">
                <a:latin typeface="Avenir Book" pitchFamily="2" charset="0"/>
                <a:ea typeface="ＭＳ Ｐゴシック" panose="020B0600070205080204" pitchFamily="34" charset="-128"/>
              </a:rPr>
              <a:t>Serving as a base class for a tree of sub-classes, providing common </a:t>
            </a:r>
            <a:r>
              <a:rPr lang="en-US" altLang="en-US" dirty="0" err="1">
                <a:latin typeface="Avenir Book" pitchFamily="2" charset="0"/>
                <a:ea typeface="ＭＳ Ｐゴシック" panose="020B0600070205080204" pitchFamily="34" charset="-128"/>
              </a:rPr>
              <a:t>behaviour</a:t>
            </a:r>
            <a:r>
              <a:rPr lang="en-US" altLang="en-US" dirty="0">
                <a:latin typeface="Avenir Book" pitchFamily="2" charset="0"/>
                <a:ea typeface="ＭＳ Ｐゴシック" panose="020B0600070205080204" pitchFamily="34" charset="-128"/>
              </a:rPr>
              <a:t> &amp; properties, e.g., GUI Window/View</a:t>
            </a:r>
          </a:p>
          <a:p>
            <a:pPr marL="171450" indent="-171450">
              <a:buFont typeface="Arial" panose="020B0604020202020204" pitchFamily="34" charset="0"/>
              <a:buChar char="•"/>
              <a:defRPr/>
            </a:pPr>
            <a:r>
              <a:rPr lang="en-US" altLang="en-US" dirty="0">
                <a:latin typeface="Avenir Book" pitchFamily="2" charset="0"/>
                <a:ea typeface="ＭＳ Ｐゴシック" panose="020B0600070205080204" pitchFamily="34" charset="-128"/>
              </a:rPr>
              <a:t>Acting as a specific, base class to be used for polymorphic assignments</a:t>
            </a:r>
          </a:p>
          <a:p>
            <a:pPr marL="171450" indent="-171450">
              <a:buFont typeface="Arial" panose="020B0604020202020204" pitchFamily="34" charset="0"/>
              <a:buChar char="•"/>
              <a:defRPr/>
            </a:pPr>
            <a:r>
              <a:rPr lang="en-US" altLang="en-US" dirty="0">
                <a:latin typeface="Avenir Book" pitchFamily="2" charset="0"/>
                <a:ea typeface="ＭＳ Ｐゴシック" panose="020B0600070205080204" pitchFamily="34" charset="-128"/>
              </a:rPr>
              <a:t>Providing some common code &amp; letting sub-classes complete an implementation for a specific type of class</a:t>
            </a:r>
          </a:p>
          <a:p>
            <a:pPr>
              <a:defRPr/>
            </a:pPr>
            <a:endParaRPr lang="en-ZA" altLang="en-US" dirty="0"/>
          </a:p>
        </p:txBody>
      </p:sp>
      <p:sp>
        <p:nvSpPr>
          <p:cNvPr id="66564" name="Slide Number Placeholder 3">
            <a:extLst>
              <a:ext uri="{FF2B5EF4-FFF2-40B4-BE49-F238E27FC236}">
                <a16:creationId xmlns:a16="http://schemas.microsoft.com/office/drawing/2014/main" id="{58A5427E-7651-1708-B82C-D4E7A8164F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D909AC9-EDB3-45A2-AD50-8AA1FF87B97B}" type="slidenum">
              <a:rPr lang="en-ZA" altLang="en-US" smtClean="0"/>
              <a:pPr/>
              <a:t>14</a:t>
            </a:fld>
            <a:endParaRPr lang="en-ZA"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B5CF4B32-DCB7-93B9-D107-D71E9FA60A1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A43DBF6F-085C-6AC1-F432-B8F0674F593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buFontTx/>
              <a:buChar char="•"/>
            </a:pPr>
            <a:r>
              <a:rPr lang="en-US" altLang="en-US"/>
              <a:t>SalaryPerson interface that extended Person</a:t>
            </a:r>
            <a:endParaRPr lang="en-ZA" altLang="en-US"/>
          </a:p>
        </p:txBody>
      </p:sp>
      <p:sp>
        <p:nvSpPr>
          <p:cNvPr id="72708" name="Slide Number Placeholder 3">
            <a:extLst>
              <a:ext uri="{FF2B5EF4-FFF2-40B4-BE49-F238E27FC236}">
                <a16:creationId xmlns:a16="http://schemas.microsoft.com/office/drawing/2014/main" id="{60CD8F79-432A-7E16-3690-0A09633B737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95A9364-D8A5-4BBF-8BEE-9EEDB9B041A3}" type="slidenum">
              <a:rPr lang="en-ZA" altLang="en-US" smtClean="0"/>
              <a:pPr/>
              <a:t>19</a:t>
            </a:fld>
            <a:endParaRPr lang="en-ZA"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24</a:t>
            </a:fld>
            <a:endParaRPr lang="en-ZA"/>
          </a:p>
        </p:txBody>
      </p:sp>
    </p:spTree>
    <p:extLst>
      <p:ext uri="{BB962C8B-B14F-4D97-AF65-F5344CB8AC3E}">
        <p14:creationId xmlns:p14="http://schemas.microsoft.com/office/powerpoint/2010/main" val="1154842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Developers can work easily together on the same codebase</a:t>
            </a:r>
          </a:p>
          <a:p>
            <a:r>
              <a:rPr lang="en-ZA" dirty="0"/>
              <a:t>Can identify conflicting edits &amp; prevent overwrites</a:t>
            </a:r>
          </a:p>
          <a:p>
            <a:endParaRPr lang="en-ZA" dirty="0"/>
          </a:p>
          <a:p>
            <a:r>
              <a:rPr lang="en-ZA" dirty="0"/>
              <a:t>See more here:</a:t>
            </a:r>
          </a:p>
          <a:p>
            <a:r>
              <a:rPr lang="en-ZA" dirty="0"/>
              <a:t>https://github.com/resources/articles/what-is-version-control</a:t>
            </a:r>
          </a:p>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25</a:t>
            </a:fld>
            <a:endParaRPr lang="en-ZA"/>
          </a:p>
        </p:txBody>
      </p:sp>
    </p:spTree>
    <p:extLst>
      <p:ext uri="{BB962C8B-B14F-4D97-AF65-F5344CB8AC3E}">
        <p14:creationId xmlns:p14="http://schemas.microsoft.com/office/powerpoint/2010/main" val="780386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Tracking code changes: from asynchronous &amp; concurrent work</a:t>
            </a:r>
          </a:p>
          <a:p>
            <a:r>
              <a:rPr lang="en-ZA" dirty="0"/>
              <a:t>Can identify conflicting edits &amp; prevent overwrites</a:t>
            </a:r>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26</a:t>
            </a:fld>
            <a:endParaRPr lang="en-ZA"/>
          </a:p>
        </p:txBody>
      </p:sp>
    </p:spTree>
    <p:extLst>
      <p:ext uri="{BB962C8B-B14F-4D97-AF65-F5344CB8AC3E}">
        <p14:creationId xmlns:p14="http://schemas.microsoft.com/office/powerpoint/2010/main" val="294029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24292F"/>
              </a:solidFill>
              <a:effectLst/>
              <a:latin typeface="Mona San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i="0" dirty="0">
              <a:solidFill>
                <a:srgbClr val="24292F"/>
              </a:solidFill>
              <a:effectLst/>
              <a:latin typeface="Mona Sans"/>
            </a:endParaRPr>
          </a:p>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27</a:t>
            </a:fld>
            <a:endParaRPr lang="en-ZA"/>
          </a:p>
        </p:txBody>
      </p:sp>
    </p:spTree>
    <p:extLst>
      <p:ext uri="{BB962C8B-B14F-4D97-AF65-F5344CB8AC3E}">
        <p14:creationId xmlns:p14="http://schemas.microsoft.com/office/powerpoint/2010/main" val="4063991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Q: Difference between a fork and a branch?</a:t>
            </a:r>
          </a:p>
          <a:p>
            <a:endParaRPr lang="en-ZA"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4292F"/>
                </a:solidFill>
                <a:effectLst/>
                <a:latin typeface="Mona Sans"/>
              </a:rPr>
              <a:t>Fork: A fork is the process of creating a separate and distinct piece of software by copying source code from an existing software package.</a:t>
            </a:r>
          </a:p>
          <a:p>
            <a:endParaRPr lang="en-ZA" dirty="0"/>
          </a:p>
          <a:p>
            <a:r>
              <a:rPr lang="en-US" b="0" i="0" dirty="0">
                <a:solidFill>
                  <a:srgbClr val="24292F"/>
                </a:solidFill>
                <a:effectLst/>
                <a:latin typeface="Mona Sans"/>
              </a:rPr>
              <a:t>Branch: A code branch is a separate, parallel version of the codebase created by developers to work independently on experiments, regression testing, and debugging without changing the main codebase.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i="0" dirty="0">
              <a:solidFill>
                <a:srgbClr val="24292F"/>
              </a:solidFill>
              <a:effectLst/>
              <a:latin typeface="Mona Sans"/>
            </a:endParaRPr>
          </a:p>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28</a:t>
            </a:fld>
            <a:endParaRPr lang="en-ZA"/>
          </a:p>
        </p:txBody>
      </p:sp>
    </p:spTree>
    <p:extLst>
      <p:ext uri="{BB962C8B-B14F-4D97-AF65-F5344CB8AC3E}">
        <p14:creationId xmlns:p14="http://schemas.microsoft.com/office/powerpoint/2010/main" val="996876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Complete: access control, disaster recovery, failover plans</a:t>
            </a:r>
          </a:p>
          <a:p>
            <a:r>
              <a:rPr lang="en-ZA" dirty="0"/>
              <a:t>Workflow alignment: team needs to agree on &amp; be aware of workflow</a:t>
            </a:r>
          </a:p>
          <a:p>
            <a:endParaRPr lang="en-ZA" dirty="0"/>
          </a:p>
          <a:p>
            <a:r>
              <a:rPr lang="en-ZA" dirty="0"/>
              <a:t>How to avoid conflicts?</a:t>
            </a:r>
          </a:p>
          <a:p>
            <a:r>
              <a:rPr lang="en-ZA" dirty="0"/>
              <a:t>* Pull latest version of branch that you branched off of to:	1. get the latest code &amp; 2. see if there are conflicts already pushed up that you can resolve beforehand</a:t>
            </a:r>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29</a:t>
            </a:fld>
            <a:endParaRPr lang="en-ZA"/>
          </a:p>
        </p:txBody>
      </p:sp>
    </p:spTree>
    <p:extLst>
      <p:ext uri="{BB962C8B-B14F-4D97-AF65-F5344CB8AC3E}">
        <p14:creationId xmlns:p14="http://schemas.microsoft.com/office/powerpoint/2010/main" val="2188631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Developers can work easily together on the same codebase</a:t>
            </a:r>
          </a:p>
          <a:p>
            <a:r>
              <a:rPr lang="en-ZA" dirty="0"/>
              <a:t>Can identify conflicting edits &amp; prevent overwrites</a:t>
            </a:r>
          </a:p>
          <a:p>
            <a:endParaRPr lang="en-ZA" dirty="0"/>
          </a:p>
          <a:p>
            <a:r>
              <a:rPr lang="en-ZA" dirty="0"/>
              <a:t>See more here:</a:t>
            </a:r>
          </a:p>
          <a:p>
            <a:r>
              <a:rPr lang="en-ZA" dirty="0"/>
              <a:t>https://github.com/resources/articles/what-is-version-control</a:t>
            </a:r>
          </a:p>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30</a:t>
            </a:fld>
            <a:endParaRPr lang="en-ZA"/>
          </a:p>
        </p:txBody>
      </p:sp>
    </p:spTree>
    <p:extLst>
      <p:ext uri="{BB962C8B-B14F-4D97-AF65-F5344CB8AC3E}">
        <p14:creationId xmlns:p14="http://schemas.microsoft.com/office/powerpoint/2010/main" val="3943997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69D768E-C3EC-41DC-8B8B-05D8793498BE}" type="slidenum">
              <a:rPr lang="en-ZA" smtClean="0"/>
              <a:pPr>
                <a:defRPr/>
              </a:pPr>
              <a:t>31</a:t>
            </a:fld>
            <a:endParaRPr lang="en-ZA"/>
          </a:p>
        </p:txBody>
      </p:sp>
    </p:spTree>
    <p:extLst>
      <p:ext uri="{BB962C8B-B14F-4D97-AF65-F5344CB8AC3E}">
        <p14:creationId xmlns:p14="http://schemas.microsoft.com/office/powerpoint/2010/main" val="39116142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CD4BB4-2F8D-6C42-F4E9-2B180692ED59}"/>
              </a:ext>
            </a:extLst>
          </p:cNvPr>
          <p:cNvSpPr/>
          <p:nvPr userDrawn="1"/>
        </p:nvSpPr>
        <p:spPr>
          <a:xfrm>
            <a:off x="0" y="-1588"/>
            <a:ext cx="9144000" cy="5145088"/>
          </a:xfrm>
          <a:prstGeom prst="rect">
            <a:avLst/>
          </a:prstGeom>
          <a:solidFill>
            <a:srgbClr val="00102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pic>
        <p:nvPicPr>
          <p:cNvPr id="3" name="Picture 5">
            <a:extLst>
              <a:ext uri="{FF2B5EF4-FFF2-40B4-BE49-F238E27FC236}">
                <a16:creationId xmlns:a16="http://schemas.microsoft.com/office/drawing/2014/main" id="{CF85402B-8170-4E09-CFEB-83BA8A50B16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79700" y="744538"/>
            <a:ext cx="378936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611560" y="2787774"/>
            <a:ext cx="7848872" cy="486054"/>
          </a:xfrm>
        </p:spPr>
        <p:txBody>
          <a:bodyPr/>
          <a:lstStyle>
            <a:lvl1pPr algn="ctr">
              <a:defRPr sz="3600">
                <a:solidFill>
                  <a:schemeClr val="bg1"/>
                </a:solidFill>
              </a:defRPr>
            </a:lvl1pPr>
          </a:lstStyle>
          <a:p>
            <a:r>
              <a:rPr lang="en-GB" dirty="0"/>
              <a:t>Click to edit Master title style</a:t>
            </a:r>
          </a:p>
        </p:txBody>
      </p:sp>
      <p:sp>
        <p:nvSpPr>
          <p:cNvPr id="3075" name="Rectangle 3"/>
          <p:cNvSpPr>
            <a:spLocks noGrp="1" noChangeArrowheads="1"/>
          </p:cNvSpPr>
          <p:nvPr>
            <p:ph type="subTitle" idx="1"/>
          </p:nvPr>
        </p:nvSpPr>
        <p:spPr>
          <a:xfrm>
            <a:off x="611560" y="3381840"/>
            <a:ext cx="7848872" cy="1458218"/>
          </a:xfrm>
        </p:spPr>
        <p:txBody>
          <a:bodyPr/>
          <a:lstStyle>
            <a:lvl1pPr marL="0" indent="0" algn="ctr">
              <a:buFont typeface="Wingdings" pitchFamily="2" charset="2"/>
              <a:buNone/>
              <a:defRPr>
                <a:solidFill>
                  <a:schemeClr val="bg1"/>
                </a:solidFill>
              </a:defRPr>
            </a:lvl1pPr>
          </a:lstStyle>
          <a:p>
            <a:r>
              <a:rPr lang="en-GB" dirty="0"/>
              <a:t>Click to edit Master subtitle style</a:t>
            </a:r>
          </a:p>
        </p:txBody>
      </p:sp>
    </p:spTree>
    <p:extLst>
      <p:ext uri="{BB962C8B-B14F-4D97-AF65-F5344CB8AC3E}">
        <p14:creationId xmlns:p14="http://schemas.microsoft.com/office/powerpoint/2010/main" val="300024619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buClr>
                <a:srgbClr val="FEC000"/>
              </a:buClr>
              <a:buSzPct val="80000"/>
              <a:defRPr sz="2000">
                <a:latin typeface="Avenir Book"/>
              </a:defRPr>
            </a:lvl1pPr>
            <a:lvl2pPr>
              <a:buClr>
                <a:srgbClr val="FEC000"/>
              </a:buClr>
              <a:buSzPct val="80000"/>
              <a:defRPr sz="2000">
                <a:latin typeface="Avenir Book"/>
              </a:defRPr>
            </a:lvl2pPr>
            <a:lvl3pPr>
              <a:buClr>
                <a:srgbClr val="FEC000"/>
              </a:buClr>
              <a:buSzPct val="80000"/>
              <a:defRPr sz="2000">
                <a:latin typeface="Avenir Book"/>
              </a:defRPr>
            </a:lvl3pPr>
            <a:lvl4pPr>
              <a:buClr>
                <a:srgbClr val="FEC000"/>
              </a:buClr>
              <a:buSzPct val="80000"/>
              <a:defRPr sz="2000">
                <a:latin typeface="Avenir Book"/>
              </a:defRPr>
            </a:lvl4pPr>
            <a:lvl5pPr>
              <a:buClr>
                <a:srgbClr val="FEC000"/>
              </a:buClr>
              <a:buSzPct val="80000"/>
              <a:defRPr sz="2000">
                <a:latin typeface="Avenir 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3401088"/>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0" i="0" cap="none"/>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07924169"/>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528" y="303498"/>
            <a:ext cx="8352928" cy="594122"/>
          </a:xfrm>
        </p:spPr>
        <p:txBody>
          <a:bodyPr/>
          <a:lstStyle/>
          <a:p>
            <a:r>
              <a:rPr lang="en-US"/>
              <a:t>Click to edit Master title style</a:t>
            </a:r>
          </a:p>
        </p:txBody>
      </p:sp>
      <p:sp>
        <p:nvSpPr>
          <p:cNvPr id="3" name="Content Placeholder 2"/>
          <p:cNvSpPr>
            <a:spLocks noGrp="1"/>
          </p:cNvSpPr>
          <p:nvPr>
            <p:ph sz="half" idx="1"/>
          </p:nvPr>
        </p:nvSpPr>
        <p:spPr>
          <a:xfrm>
            <a:off x="323528" y="1005576"/>
            <a:ext cx="4032572" cy="358904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08501" y="1005576"/>
            <a:ext cx="4176713" cy="358904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28283"/>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4"/>
            <a:ext cx="4040188" cy="700335"/>
          </a:xfrm>
        </p:spPr>
        <p:txBody>
          <a:bodyPr anchor="ctr"/>
          <a:lstStyle>
            <a:lvl1pPr marL="0" indent="0">
              <a:buNone/>
              <a:defRPr sz="2200" b="0" i="0" baseline="0">
                <a:solidFill>
                  <a:srgbClr val="FEC000"/>
                </a:solidFill>
                <a:latin typeface="Avenir Black"/>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51670"/>
            <a:ext cx="4040188" cy="2742952"/>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151334"/>
            <a:ext cx="4041775" cy="700335"/>
          </a:xfrm>
        </p:spPr>
        <p:txBody>
          <a:bodyPr anchor="ctr"/>
          <a:lstStyle>
            <a:lvl1pPr marL="0" indent="0">
              <a:buNone/>
              <a:defRPr sz="2200" b="0" i="0" baseline="0">
                <a:solidFill>
                  <a:srgbClr val="FEC000"/>
                </a:solidFill>
                <a:latin typeface="Avenir Black"/>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51670"/>
            <a:ext cx="4041775" cy="2742952"/>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4623550"/>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6419334"/>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456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9553" y="465516"/>
            <a:ext cx="2877497" cy="819774"/>
          </a:xfrm>
        </p:spPr>
        <p:txBody>
          <a:bodyPr anchor="t"/>
          <a:lstStyle>
            <a:lvl1pPr algn="l">
              <a:defRPr sz="2200" b="1">
                <a:solidFill>
                  <a:srgbClr val="FEC000"/>
                </a:solidFill>
                <a:latin typeface="Avenir Black"/>
              </a:defRPr>
            </a:lvl1pPr>
          </a:lstStyle>
          <a:p>
            <a:r>
              <a:rPr lang="en-US"/>
              <a:t>Click to edit Master title style</a:t>
            </a:r>
          </a:p>
        </p:txBody>
      </p:sp>
      <p:sp>
        <p:nvSpPr>
          <p:cNvPr id="3" name="Content Placeholder 2"/>
          <p:cNvSpPr>
            <a:spLocks noGrp="1"/>
          </p:cNvSpPr>
          <p:nvPr>
            <p:ph idx="1"/>
          </p:nvPr>
        </p:nvSpPr>
        <p:spPr>
          <a:xfrm>
            <a:off x="3714981" y="465517"/>
            <a:ext cx="4889467" cy="412910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552" y="1285291"/>
            <a:ext cx="2877497" cy="330933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2843687"/>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0" i="0" baseline="0">
                <a:solidFill>
                  <a:srgbClr val="FEC000"/>
                </a:solidFill>
                <a:latin typeface="Avenir Black"/>
              </a:defRPr>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38853275"/>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67397" y="303498"/>
            <a:ext cx="8128527" cy="594122"/>
          </a:xfrm>
        </p:spPr>
        <p:txBody>
          <a:bodyPr/>
          <a:lstStyle/>
          <a:p>
            <a:r>
              <a:rPr lang="en-US" dirty="0"/>
              <a:t>Click to edit Master title style</a:t>
            </a:r>
          </a:p>
        </p:txBody>
      </p:sp>
      <p:sp>
        <p:nvSpPr>
          <p:cNvPr id="3" name="Vertical Text Placeholder 2"/>
          <p:cNvSpPr>
            <a:spLocks noGrp="1"/>
          </p:cNvSpPr>
          <p:nvPr>
            <p:ph type="body" orient="vert" idx="1"/>
          </p:nvPr>
        </p:nvSpPr>
        <p:spPr>
          <a:xfrm>
            <a:off x="467545" y="1113589"/>
            <a:ext cx="8136904" cy="3481034"/>
          </a:xfrm>
        </p:spPr>
        <p:txBody>
          <a:bodyPr vert="eaVert"/>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8502750"/>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7905" y="249493"/>
            <a:ext cx="2018551" cy="434513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67546" y="249493"/>
            <a:ext cx="5913947" cy="4345130"/>
          </a:xfrm>
        </p:spPr>
        <p:txBody>
          <a:bodyPr vert="eaVert"/>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5787133"/>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ferenc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340854-2AB0-CB10-64EC-90BE9215D81B}"/>
              </a:ext>
            </a:extLst>
          </p:cNvPr>
          <p:cNvSpPr>
            <a:spLocks noChangeArrowheads="1"/>
          </p:cNvSpPr>
          <p:nvPr userDrawn="1"/>
        </p:nvSpPr>
        <p:spPr bwMode="auto">
          <a:xfrm>
            <a:off x="0" y="-1588"/>
            <a:ext cx="9144000" cy="5191126"/>
          </a:xfrm>
          <a:prstGeom prst="rect">
            <a:avLst/>
          </a:prstGeom>
          <a:solidFill>
            <a:srgbClr val="FEC000"/>
          </a:solidFill>
          <a:ln>
            <a:noFill/>
          </a:ln>
          <a:effectLst>
            <a:outerShdw blurRad="40000" dist="23000" dir="5400000" rotWithShape="0">
              <a:srgbClr val="808080">
                <a:alpha val="34999"/>
              </a:srgbClr>
            </a:outerShdw>
          </a:effectLst>
        </p:spPr>
        <p:txBody>
          <a:bodyPr anchor="ctr"/>
          <a:lstStyle/>
          <a:p>
            <a:pPr algn="ctr" eaLnBrk="1" hangingPunct="1">
              <a:defRPr/>
            </a:pPr>
            <a:endParaRPr lang="en-US" dirty="0">
              <a:solidFill>
                <a:schemeClr val="lt1"/>
              </a:solidFill>
              <a:latin typeface="+mn-lt"/>
              <a:ea typeface="+mn-ea"/>
            </a:endParaRPr>
          </a:p>
        </p:txBody>
      </p:sp>
      <p:sp>
        <p:nvSpPr>
          <p:cNvPr id="4" name="Text Placeholder 8"/>
          <p:cNvSpPr>
            <a:spLocks noGrp="1"/>
          </p:cNvSpPr>
          <p:nvPr>
            <p:ph type="body" sz="quarter" idx="10"/>
          </p:nvPr>
        </p:nvSpPr>
        <p:spPr>
          <a:xfrm>
            <a:off x="2405064" y="239776"/>
            <a:ext cx="4376737" cy="4748870"/>
          </a:xfrm>
          <a:prstGeom prst="rect">
            <a:avLst/>
          </a:prstGeom>
        </p:spPr>
        <p:txBody>
          <a:bodyPr tIns="0" bIns="748800" anchor="ctr" anchorCtr="1"/>
          <a:lstStyle>
            <a:lvl1pPr marL="0" indent="0" algn="l">
              <a:lnSpc>
                <a:spcPct val="100000"/>
              </a:lnSpc>
              <a:spcBef>
                <a:spcPts val="0"/>
              </a:spcBef>
              <a:spcAft>
                <a:spcPts val="0"/>
              </a:spcAft>
              <a:buFontTx/>
              <a:buNone/>
              <a:defRPr>
                <a:solidFill>
                  <a:schemeClr val="bg1"/>
                </a:solidFill>
                <a:latin typeface="Avenir Medium"/>
                <a:cs typeface="Avenir Medium"/>
              </a:defRPr>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273501097"/>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E339C2-10EE-A968-9884-2A9840336F4A}"/>
              </a:ext>
            </a:extLst>
          </p:cNvPr>
          <p:cNvSpPr/>
          <p:nvPr userDrawn="1"/>
        </p:nvSpPr>
        <p:spPr>
          <a:xfrm>
            <a:off x="-339725" y="-192088"/>
            <a:ext cx="9823450" cy="5527676"/>
          </a:xfrm>
          <a:prstGeom prst="rect">
            <a:avLst/>
          </a:prstGeom>
          <a:solidFill>
            <a:srgbClr val="001027"/>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4" name="Text Placeholder 8"/>
          <p:cNvSpPr>
            <a:spLocks noGrp="1"/>
          </p:cNvSpPr>
          <p:nvPr>
            <p:ph type="body" sz="quarter" idx="10"/>
          </p:nvPr>
        </p:nvSpPr>
        <p:spPr>
          <a:xfrm>
            <a:off x="2405064" y="725984"/>
            <a:ext cx="4376737" cy="4262661"/>
          </a:xfrm>
          <a:prstGeom prst="rect">
            <a:avLst/>
          </a:prstGeom>
        </p:spPr>
        <p:txBody>
          <a:bodyPr tIns="0" bIns="748800" anchor="ctr" anchorCtr="1"/>
          <a:lstStyle>
            <a:lvl1pPr marL="0" indent="0" algn="l">
              <a:lnSpc>
                <a:spcPct val="100000"/>
              </a:lnSpc>
              <a:spcBef>
                <a:spcPts val="0"/>
              </a:spcBef>
              <a:spcAft>
                <a:spcPts val="0"/>
              </a:spcAft>
              <a:buFontTx/>
              <a:buNone/>
              <a:defRPr sz="3200">
                <a:solidFill>
                  <a:schemeClr val="bg1"/>
                </a:solidFill>
                <a:latin typeface="Avenir Medium"/>
                <a:cs typeface="Avenir Medium"/>
              </a:defRPr>
            </a:lvl1pPr>
          </a:lstStyle>
          <a:p>
            <a:r>
              <a:rPr lang="en-US" dirty="0"/>
              <a:t>Thank You</a:t>
            </a:r>
            <a:endParaRPr lang="en-GB" dirty="0"/>
          </a:p>
        </p:txBody>
      </p:sp>
    </p:spTree>
    <p:extLst>
      <p:ext uri="{BB962C8B-B14F-4D97-AF65-F5344CB8AC3E}">
        <p14:creationId xmlns:p14="http://schemas.microsoft.com/office/powerpoint/2010/main" val="308201242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4" descr="Slogan Slide (16-9).jpg">
            <a:extLst>
              <a:ext uri="{FF2B5EF4-FFF2-40B4-BE49-F238E27FC236}">
                <a16:creationId xmlns:a16="http://schemas.microsoft.com/office/drawing/2014/main" id="{B81BB40B-38F8-E738-36C0-ECB883458A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450" y="-30163"/>
            <a:ext cx="9240838" cy="520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0509847"/>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NMU Title Slide">
    <p:bg>
      <p:bgPr>
        <a:solidFill>
          <a:srgbClr val="071B2C"/>
        </a:solidFill>
        <a:effectLst/>
      </p:bgPr>
    </p:bg>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015448E5-F638-B1D6-C8DF-532BFBB729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51188" y="792163"/>
            <a:ext cx="28416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28650" y="2601357"/>
            <a:ext cx="7886700" cy="568428"/>
          </a:xfrm>
          <a:prstGeom prst="rect">
            <a:avLst/>
          </a:prstGeom>
        </p:spPr>
        <p:txBody>
          <a:bodyPr>
            <a:normAutofit/>
          </a:bodyPr>
          <a:lstStyle>
            <a:lvl1pPr algn="ctr">
              <a:defRPr sz="2700" b="1">
                <a:solidFill>
                  <a:schemeClr val="bg1"/>
                </a:solidFill>
                <a:latin typeface="Avenir LT 45 Book" panose="020B0503020000020003" pitchFamily="34" charset="0"/>
              </a:defRPr>
            </a:lvl1pPr>
          </a:lstStyle>
          <a:p>
            <a:r>
              <a:rPr lang="en-US"/>
              <a:t>Click to edit Master title style</a:t>
            </a:r>
            <a:endParaRPr lang="en-ZA" dirty="0"/>
          </a:p>
        </p:txBody>
      </p:sp>
      <p:sp>
        <p:nvSpPr>
          <p:cNvPr id="7" name="Text Placeholder 6"/>
          <p:cNvSpPr>
            <a:spLocks noGrp="1"/>
          </p:cNvSpPr>
          <p:nvPr>
            <p:ph type="body" sz="quarter" idx="13"/>
          </p:nvPr>
        </p:nvSpPr>
        <p:spPr>
          <a:xfrm>
            <a:off x="628650" y="3270709"/>
            <a:ext cx="7886700" cy="322319"/>
          </a:xfrm>
          <a:prstGeom prst="rect">
            <a:avLst/>
          </a:prstGeom>
        </p:spPr>
        <p:txBody>
          <a:bodyPr>
            <a:normAutofit/>
          </a:bodyPr>
          <a:lstStyle>
            <a:lvl1pPr marL="0" indent="0" algn="ctr">
              <a:buNone/>
              <a:defRPr sz="1800" b="1">
                <a:solidFill>
                  <a:schemeClr val="bg1"/>
                </a:solidFill>
                <a:latin typeface="Avenir LT 45 Book" panose="020B0503020000020003" pitchFamily="34" charset="0"/>
              </a:defRPr>
            </a:lvl1pPr>
          </a:lstStyle>
          <a:p>
            <a:pPr lvl="0"/>
            <a:r>
              <a:rPr lang="en-US"/>
              <a:t>Edit Master text styles</a:t>
            </a:r>
          </a:p>
        </p:txBody>
      </p:sp>
      <p:sp>
        <p:nvSpPr>
          <p:cNvPr id="11" name="Text Placeholder 10"/>
          <p:cNvSpPr>
            <a:spLocks noGrp="1"/>
          </p:cNvSpPr>
          <p:nvPr>
            <p:ph type="body" sz="quarter" idx="15"/>
          </p:nvPr>
        </p:nvSpPr>
        <p:spPr>
          <a:xfrm>
            <a:off x="628650" y="3763934"/>
            <a:ext cx="7886700" cy="274403"/>
          </a:xfrm>
          <a:prstGeom prst="rect">
            <a:avLst/>
          </a:prstGeom>
        </p:spPr>
        <p:txBody>
          <a:bodyPr/>
          <a:lstStyle>
            <a:lvl1pPr marL="0" indent="0" algn="ctr">
              <a:buNone/>
              <a:defRPr sz="1500">
                <a:solidFill>
                  <a:srgbClr val="FEC000"/>
                </a:solidFill>
                <a:latin typeface="Avenir LT 45 Book" panose="020B0503020000020003" pitchFamily="34" charset="0"/>
              </a:defRPr>
            </a:lvl1pPr>
          </a:lstStyle>
          <a:p>
            <a:pPr lvl="0"/>
            <a:r>
              <a:rPr lang="en-US"/>
              <a:t>Edit Master text styles</a:t>
            </a:r>
          </a:p>
        </p:txBody>
      </p:sp>
      <p:sp>
        <p:nvSpPr>
          <p:cNvPr id="13" name="Text Placeholder 12"/>
          <p:cNvSpPr>
            <a:spLocks noGrp="1"/>
          </p:cNvSpPr>
          <p:nvPr>
            <p:ph type="body" sz="quarter" idx="16"/>
          </p:nvPr>
        </p:nvSpPr>
        <p:spPr>
          <a:xfrm>
            <a:off x="628650" y="4104269"/>
            <a:ext cx="7886700" cy="274403"/>
          </a:xfrm>
          <a:prstGeom prst="rect">
            <a:avLst/>
          </a:prstGeom>
        </p:spPr>
        <p:txBody>
          <a:bodyPr>
            <a:normAutofit/>
          </a:bodyPr>
          <a:lstStyle>
            <a:lvl1pPr marL="0" indent="0" algn="ctr">
              <a:buNone/>
              <a:defRPr sz="1500">
                <a:solidFill>
                  <a:srgbClr val="FEC000"/>
                </a:solidFill>
                <a:latin typeface="Avenir LT 45 Book" panose="020B0503020000020003" pitchFamily="34" charset="0"/>
              </a:defRPr>
            </a:lvl1pPr>
          </a:lstStyle>
          <a:p>
            <a:pPr lvl="0"/>
            <a:r>
              <a:rPr lang="en-US"/>
              <a:t>Edit Master text styles</a:t>
            </a:r>
          </a:p>
        </p:txBody>
      </p:sp>
      <p:sp>
        <p:nvSpPr>
          <p:cNvPr id="14" name="Text Placeholder 12"/>
          <p:cNvSpPr>
            <a:spLocks noGrp="1"/>
          </p:cNvSpPr>
          <p:nvPr>
            <p:ph type="body" sz="quarter" idx="17"/>
          </p:nvPr>
        </p:nvSpPr>
        <p:spPr>
          <a:xfrm>
            <a:off x="628650" y="4444605"/>
            <a:ext cx="7886700" cy="326304"/>
          </a:xfrm>
          <a:prstGeom prst="rect">
            <a:avLst/>
          </a:prstGeom>
        </p:spPr>
        <p:txBody>
          <a:bodyPr>
            <a:normAutofit/>
          </a:bodyPr>
          <a:lstStyle>
            <a:lvl1pPr marL="0" indent="0" algn="ctr">
              <a:buNone/>
              <a:defRPr sz="1800">
                <a:solidFill>
                  <a:schemeClr val="bg1"/>
                </a:solidFill>
                <a:latin typeface="Avenir LT 45 Book" panose="020B0503020000020003" pitchFamily="34" charset="0"/>
              </a:defRPr>
            </a:lvl1pPr>
          </a:lstStyle>
          <a:p>
            <a:pPr lvl="0"/>
            <a:r>
              <a:rPr lang="en-US"/>
              <a:t>Edit Master text styles</a:t>
            </a:r>
          </a:p>
        </p:txBody>
      </p:sp>
    </p:spTree>
    <p:extLst>
      <p:ext uri="{BB962C8B-B14F-4D97-AF65-F5344CB8AC3E}">
        <p14:creationId xmlns:p14="http://schemas.microsoft.com/office/powerpoint/2010/main" val="451679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13668B8-86C9-9421-3159-C823938B6D4D}"/>
              </a:ext>
            </a:extLst>
          </p:cNvPr>
          <p:cNvSpPr>
            <a:spLocks noGrp="1" noChangeArrowheads="1"/>
          </p:cNvSpPr>
          <p:nvPr>
            <p:ph type="title"/>
          </p:nvPr>
        </p:nvSpPr>
        <p:spPr bwMode="auto">
          <a:xfrm>
            <a:off x="323850" y="303213"/>
            <a:ext cx="84963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80CB888D-7791-A522-D910-4377162E8016}"/>
              </a:ext>
            </a:extLst>
          </p:cNvPr>
          <p:cNvSpPr>
            <a:spLocks noGrp="1" noChangeArrowheads="1"/>
          </p:cNvSpPr>
          <p:nvPr>
            <p:ph type="body" idx="1"/>
          </p:nvPr>
        </p:nvSpPr>
        <p:spPr bwMode="auto">
          <a:xfrm>
            <a:off x="323850" y="1112838"/>
            <a:ext cx="8505825" cy="348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p:txBody>
      </p:sp>
      <p:pic>
        <p:nvPicPr>
          <p:cNvPr id="1028" name="Picture 6">
            <a:extLst>
              <a:ext uri="{FF2B5EF4-FFF2-40B4-BE49-F238E27FC236}">
                <a16:creationId xmlns:a16="http://schemas.microsoft.com/office/drawing/2014/main" id="{E93FDCF3-2B47-AE1D-06CC-D555B13F21D7}"/>
              </a:ext>
            </a:extLst>
          </p:cNvPr>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4508500"/>
            <a:ext cx="9144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Lst>
  <p:hf hdr="0" ftr="0" dt="0"/>
  <p:txStyles>
    <p:titleStyle>
      <a:lvl1pPr algn="l" rtl="0" eaLnBrk="0" fontAlgn="base" hangingPunct="0">
        <a:spcBef>
          <a:spcPct val="0"/>
        </a:spcBef>
        <a:spcAft>
          <a:spcPct val="0"/>
        </a:spcAft>
        <a:defRPr sz="4000">
          <a:solidFill>
            <a:srgbClr val="001027"/>
          </a:solidFill>
          <a:latin typeface="Avenir Medium"/>
          <a:ea typeface="ＭＳ Ｐゴシック" charset="0"/>
          <a:cs typeface="+mj-cs"/>
        </a:defRPr>
      </a:lvl1pPr>
      <a:lvl2pPr algn="l" rtl="0" eaLnBrk="0" fontAlgn="base" hangingPunct="0">
        <a:spcBef>
          <a:spcPct val="0"/>
        </a:spcBef>
        <a:spcAft>
          <a:spcPct val="0"/>
        </a:spcAft>
        <a:defRPr sz="4000">
          <a:solidFill>
            <a:srgbClr val="001027"/>
          </a:solidFill>
          <a:latin typeface="Avenir Medium" charset="0"/>
          <a:ea typeface="ＭＳ Ｐゴシック" charset="0"/>
        </a:defRPr>
      </a:lvl2pPr>
      <a:lvl3pPr algn="l" rtl="0" eaLnBrk="0" fontAlgn="base" hangingPunct="0">
        <a:spcBef>
          <a:spcPct val="0"/>
        </a:spcBef>
        <a:spcAft>
          <a:spcPct val="0"/>
        </a:spcAft>
        <a:defRPr sz="4000">
          <a:solidFill>
            <a:srgbClr val="001027"/>
          </a:solidFill>
          <a:latin typeface="Avenir Medium" charset="0"/>
          <a:ea typeface="ＭＳ Ｐゴシック" charset="0"/>
        </a:defRPr>
      </a:lvl3pPr>
      <a:lvl4pPr algn="l" rtl="0" eaLnBrk="0" fontAlgn="base" hangingPunct="0">
        <a:spcBef>
          <a:spcPct val="0"/>
        </a:spcBef>
        <a:spcAft>
          <a:spcPct val="0"/>
        </a:spcAft>
        <a:defRPr sz="4000">
          <a:solidFill>
            <a:srgbClr val="001027"/>
          </a:solidFill>
          <a:latin typeface="Avenir Medium" charset="0"/>
          <a:ea typeface="ＭＳ Ｐゴシック" charset="0"/>
        </a:defRPr>
      </a:lvl4pPr>
      <a:lvl5pPr algn="l" rtl="0" eaLnBrk="0" fontAlgn="base" hangingPunct="0">
        <a:spcBef>
          <a:spcPct val="0"/>
        </a:spcBef>
        <a:spcAft>
          <a:spcPct val="0"/>
        </a:spcAft>
        <a:defRPr sz="4000">
          <a:solidFill>
            <a:srgbClr val="001027"/>
          </a:solidFill>
          <a:latin typeface="Avenir Medium" charset="0"/>
          <a:ea typeface="ＭＳ Ｐゴシック" charset="0"/>
        </a:defRPr>
      </a:lvl5pPr>
      <a:lvl6pPr marL="457200" algn="l" rtl="0" fontAlgn="base">
        <a:spcBef>
          <a:spcPct val="0"/>
        </a:spcBef>
        <a:spcAft>
          <a:spcPct val="0"/>
        </a:spcAft>
        <a:defRPr sz="3200" b="1">
          <a:solidFill>
            <a:schemeClr val="bg1"/>
          </a:solidFill>
          <a:latin typeface="Arial" charset="0"/>
        </a:defRPr>
      </a:lvl6pPr>
      <a:lvl7pPr marL="914400" algn="l" rtl="0" fontAlgn="base">
        <a:spcBef>
          <a:spcPct val="0"/>
        </a:spcBef>
        <a:spcAft>
          <a:spcPct val="0"/>
        </a:spcAft>
        <a:defRPr sz="3200" b="1">
          <a:solidFill>
            <a:schemeClr val="bg1"/>
          </a:solidFill>
          <a:latin typeface="Arial" charset="0"/>
        </a:defRPr>
      </a:lvl7pPr>
      <a:lvl8pPr marL="1371600" algn="l" rtl="0" fontAlgn="base">
        <a:spcBef>
          <a:spcPct val="0"/>
        </a:spcBef>
        <a:spcAft>
          <a:spcPct val="0"/>
        </a:spcAft>
        <a:defRPr sz="3200" b="1">
          <a:solidFill>
            <a:schemeClr val="bg1"/>
          </a:solidFill>
          <a:latin typeface="Arial" charset="0"/>
        </a:defRPr>
      </a:lvl8pPr>
      <a:lvl9pPr marL="1828800" algn="l" rtl="0" fontAlgn="base">
        <a:spcBef>
          <a:spcPct val="0"/>
        </a:spcBef>
        <a:spcAft>
          <a:spcPct val="0"/>
        </a:spcAft>
        <a:defRPr sz="3200" b="1">
          <a:solidFill>
            <a:schemeClr val="bg1"/>
          </a:solidFill>
          <a:latin typeface="Arial" charset="0"/>
        </a:defRPr>
      </a:lvl9pPr>
    </p:titleStyle>
    <p:bodyStyle>
      <a:lvl1pPr marL="173038" indent="-173038" algn="l" rtl="0" eaLnBrk="0" fontAlgn="base" hangingPunct="0">
        <a:spcBef>
          <a:spcPct val="20000"/>
        </a:spcBef>
        <a:spcAft>
          <a:spcPct val="0"/>
        </a:spcAft>
        <a:buClr>
          <a:srgbClr val="FEC000"/>
        </a:buClr>
        <a:buSzPct val="75000"/>
        <a:buFont typeface="Wingdings" panose="05000000000000000000" pitchFamily="2" charset="2"/>
        <a:buChar char="§"/>
        <a:defRPr sz="2000">
          <a:solidFill>
            <a:schemeClr val="tx1"/>
          </a:solidFill>
          <a:latin typeface="Avenir Book"/>
          <a:ea typeface="ＭＳ Ｐゴシック" charset="0"/>
          <a:cs typeface="+mn-cs"/>
        </a:defRPr>
      </a:lvl1pPr>
      <a:lvl2pPr marL="347663" indent="-173038" algn="l" rtl="0" eaLnBrk="0" fontAlgn="base" hangingPunct="0">
        <a:spcBef>
          <a:spcPct val="20000"/>
        </a:spcBef>
        <a:spcAft>
          <a:spcPct val="0"/>
        </a:spcAft>
        <a:buClr>
          <a:srgbClr val="FEC000"/>
        </a:buClr>
        <a:buSzPct val="75000"/>
        <a:buChar char="•"/>
        <a:defRPr sz="2000">
          <a:solidFill>
            <a:schemeClr val="tx1"/>
          </a:solidFill>
          <a:latin typeface="Avenir Book"/>
          <a:ea typeface="ＭＳ Ｐゴシック" charset="0"/>
        </a:defRPr>
      </a:lvl2pPr>
      <a:lvl3pPr marL="547688" indent="-198438" algn="l" rtl="0" eaLnBrk="0" fontAlgn="base" hangingPunct="0">
        <a:spcBef>
          <a:spcPct val="20000"/>
        </a:spcBef>
        <a:spcAft>
          <a:spcPct val="0"/>
        </a:spcAft>
        <a:buClr>
          <a:srgbClr val="FEC000"/>
        </a:buClr>
        <a:buSzPct val="75000"/>
        <a:buFont typeface="Arial" panose="020B0604020202020204" pitchFamily="34" charset="0"/>
        <a:buChar char="-"/>
        <a:defRPr sz="2000">
          <a:solidFill>
            <a:schemeClr val="tx1"/>
          </a:solidFill>
          <a:latin typeface="Avenir Book"/>
          <a:ea typeface="ＭＳ Ｐゴシック" charset="0"/>
        </a:defRPr>
      </a:lvl3pPr>
      <a:lvl4pPr marL="1600200" indent="-228600" algn="l" rtl="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mn-lt"/>
          <a:ea typeface="ＭＳ Ｐゴシック" charset="0"/>
        </a:defRPr>
      </a:lvl4pPr>
      <a:lvl5pPr marL="2057400" indent="-228600" algn="l" rtl="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mn-lt"/>
          <a:ea typeface="ＭＳ Ｐゴシック" charset="0"/>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file:///\\postgrad-new.mandela.ac.za\media\WRPV%20Softwar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6">
            <a:extLst>
              <a:ext uri="{FF2B5EF4-FFF2-40B4-BE49-F238E27FC236}">
                <a16:creationId xmlns:a16="http://schemas.microsoft.com/office/drawing/2014/main" id="{4AA0ABE0-6903-5F9A-268C-90F844063E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itle 1">
            <a:extLst>
              <a:ext uri="{FF2B5EF4-FFF2-40B4-BE49-F238E27FC236}">
                <a16:creationId xmlns:a16="http://schemas.microsoft.com/office/drawing/2014/main" id="{25B10FB9-A15F-F8CA-E0F3-B4914ABDDFA6}"/>
              </a:ext>
            </a:extLst>
          </p:cNvPr>
          <p:cNvSpPr>
            <a:spLocks noGrp="1" noChangeArrowheads="1"/>
          </p:cNvSpPr>
          <p:nvPr>
            <p:ph type="title"/>
          </p:nvPr>
        </p:nvSpPr>
        <p:spPr>
          <a:xfrm>
            <a:off x="611188" y="3867150"/>
            <a:ext cx="7886700" cy="433388"/>
          </a:xfrm>
        </p:spPr>
        <p:txBody>
          <a:bodyPr>
            <a:normAutofit fontScale="90000"/>
          </a:bodyPr>
          <a:lstStyle/>
          <a:p>
            <a:pPr>
              <a:defRPr/>
            </a:pPr>
            <a:r>
              <a:rPr lang="en-US" altLang="en-US" sz="3200" dirty="0">
                <a:ea typeface="ＭＳ Ｐゴシック" panose="020B0600070205080204" pitchFamily="34" charset="-128"/>
              </a:rPr>
              <a:t>Lecture 1: Introduction</a:t>
            </a:r>
            <a:endParaRPr lang="en-ZA" altLang="en-US" sz="3200" dirty="0">
              <a:ea typeface="ＭＳ Ｐゴシック" panose="020B0600070205080204" pitchFamily="34" charset="-128"/>
            </a:endParaRPr>
          </a:p>
        </p:txBody>
      </p:sp>
      <p:sp>
        <p:nvSpPr>
          <p:cNvPr id="18436" name="Text Placeholder 3">
            <a:extLst>
              <a:ext uri="{FF2B5EF4-FFF2-40B4-BE49-F238E27FC236}">
                <a16:creationId xmlns:a16="http://schemas.microsoft.com/office/drawing/2014/main" id="{4FA56CAD-107C-CCF9-44D6-34BF51654181}"/>
              </a:ext>
            </a:extLst>
          </p:cNvPr>
          <p:cNvSpPr>
            <a:spLocks noGrp="1" noChangeArrowheads="1"/>
          </p:cNvSpPr>
          <p:nvPr>
            <p:ph type="body" sz="quarter" idx="15"/>
          </p:nvPr>
        </p:nvSpPr>
        <p:spPr>
          <a:xfrm>
            <a:off x="611188" y="4386263"/>
            <a:ext cx="7886700" cy="273050"/>
          </a:xfrm>
        </p:spPr>
        <p:txBody>
          <a:bodyPr/>
          <a:lstStyle/>
          <a:p>
            <a:r>
              <a:rPr lang="en-US" altLang="en-US" sz="1200">
                <a:ea typeface="ＭＳ Ｐゴシック" panose="020B0600070205080204" pitchFamily="34" charset="-128"/>
              </a:rPr>
              <a:t>WRPV301: Advanced Programming</a:t>
            </a:r>
            <a:endParaRPr lang="en-ZA" altLang="en-US" sz="1200">
              <a:ea typeface="ＭＳ Ｐゴシック" panose="020B0600070205080204" pitchFamily="34" charset="-128"/>
            </a:endParaRPr>
          </a:p>
        </p:txBody>
      </p:sp>
      <p:sp>
        <p:nvSpPr>
          <p:cNvPr id="18437" name="Text Placeholder 5">
            <a:extLst>
              <a:ext uri="{FF2B5EF4-FFF2-40B4-BE49-F238E27FC236}">
                <a16:creationId xmlns:a16="http://schemas.microsoft.com/office/drawing/2014/main" id="{7B434F81-E8A3-A7A9-ADB2-DAC0071210D7}"/>
              </a:ext>
            </a:extLst>
          </p:cNvPr>
          <p:cNvSpPr>
            <a:spLocks noGrp="1" noChangeArrowheads="1"/>
          </p:cNvSpPr>
          <p:nvPr>
            <p:ph type="body" sz="quarter" idx="17"/>
          </p:nvPr>
        </p:nvSpPr>
        <p:spPr>
          <a:xfrm>
            <a:off x="611188" y="4732338"/>
            <a:ext cx="7886700" cy="325437"/>
          </a:xfrm>
        </p:spPr>
        <p:txBody>
          <a:bodyPr/>
          <a:lstStyle/>
          <a:p>
            <a:r>
              <a:rPr lang="en-US" altLang="en-US" sz="1400">
                <a:ea typeface="ＭＳ Ｐゴシック" panose="020B0600070205080204" pitchFamily="34" charset="-128"/>
              </a:rPr>
              <a:t>Dr Simone Beets</a:t>
            </a:r>
            <a:endParaRPr lang="en-ZA" altLang="en-US" sz="1400">
              <a:ea typeface="ＭＳ Ｐゴシック"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spd="slow" p14:dur="2000" advTm="14873"/>
    </mc:Choice>
    <mc:Fallback xmlns="">
      <p:transition spd="slow" advTm="1487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9984F3-4A8C-41E9-8906-722BFDD32DF7}"/>
              </a:ext>
            </a:extLst>
          </p:cNvPr>
          <p:cNvSpPr/>
          <p:nvPr/>
        </p:nvSpPr>
        <p:spPr>
          <a:xfrm>
            <a:off x="0" y="0"/>
            <a:ext cx="6228184"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a:extLst>
              <a:ext uri="{FF2B5EF4-FFF2-40B4-BE49-F238E27FC236}">
                <a16:creationId xmlns:a16="http://schemas.microsoft.com/office/drawing/2014/main" id="{5C1A5F8D-5E28-431E-9C4E-F84AAEA7BB92}"/>
              </a:ext>
            </a:extLst>
          </p:cNvPr>
          <p:cNvSpPr txBox="1"/>
          <p:nvPr/>
        </p:nvSpPr>
        <p:spPr>
          <a:xfrm>
            <a:off x="1121787" y="2156251"/>
            <a:ext cx="2972534" cy="830997"/>
          </a:xfrm>
          <a:prstGeom prst="rect">
            <a:avLst/>
          </a:prstGeom>
          <a:noFill/>
        </p:spPr>
        <p:txBody>
          <a:bodyPr wrap="square" rtlCol="0">
            <a:spAutoFit/>
          </a:bodyPr>
          <a:lstStyle/>
          <a:p>
            <a:r>
              <a:rPr lang="en-ZA" sz="4800" b="1" dirty="0">
                <a:solidFill>
                  <a:schemeClr val="bg1"/>
                </a:solidFill>
                <a:latin typeface="Avenir Medium"/>
              </a:rPr>
              <a:t>Java</a:t>
            </a:r>
          </a:p>
        </p:txBody>
      </p:sp>
      <p:pic>
        <p:nvPicPr>
          <p:cNvPr id="12" name="Picture 11">
            <a:extLst>
              <a:ext uri="{FF2B5EF4-FFF2-40B4-BE49-F238E27FC236}">
                <a16:creationId xmlns:a16="http://schemas.microsoft.com/office/drawing/2014/main" id="{6EE82E14-A166-44DB-AB5D-6F3D32661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9728" y="1296384"/>
            <a:ext cx="2798782" cy="2793315"/>
          </a:xfrm>
          <a:prstGeom prst="rect">
            <a:avLst/>
          </a:prstGeom>
        </p:spPr>
      </p:pic>
    </p:spTree>
    <p:extLst>
      <p:ext uri="{BB962C8B-B14F-4D97-AF65-F5344CB8AC3E}">
        <p14:creationId xmlns:p14="http://schemas.microsoft.com/office/powerpoint/2010/main" val="2490079666"/>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597C4A2-BC0B-CD86-7AAF-A0DD19864A78}"/>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Java</a:t>
            </a:r>
          </a:p>
        </p:txBody>
      </p:sp>
      <p:sp>
        <p:nvSpPr>
          <p:cNvPr id="31747" name="Content Placeholder 2">
            <a:extLst>
              <a:ext uri="{FF2B5EF4-FFF2-40B4-BE49-F238E27FC236}">
                <a16:creationId xmlns:a16="http://schemas.microsoft.com/office/drawing/2014/main" id="{75808973-5E4F-C23D-6436-AE96B3A714E7}"/>
              </a:ext>
            </a:extLst>
          </p:cNvPr>
          <p:cNvSpPr>
            <a:spLocks noGrp="1" noChangeArrowheads="1"/>
          </p:cNvSpPr>
          <p:nvPr>
            <p:ph idx="1"/>
          </p:nvPr>
        </p:nvSpPr>
        <p:spPr>
          <a:xfrm>
            <a:off x="323850" y="915566"/>
            <a:ext cx="4104134" cy="3481387"/>
          </a:xfrm>
        </p:spPr>
        <p:txBody>
          <a:bodyPr/>
          <a:lstStyle/>
          <a:p>
            <a:r>
              <a:rPr lang="en-US" altLang="en-US" dirty="0">
                <a:latin typeface="Avenir Book" pitchFamily="2" charset="0"/>
                <a:ea typeface="ＭＳ Ｐゴシック" panose="020B0600070205080204" pitchFamily="34" charset="-128"/>
              </a:rPr>
              <a:t>Current latest stable version: 25</a:t>
            </a:r>
          </a:p>
          <a:p>
            <a:pPr lvl="1"/>
            <a:r>
              <a:rPr lang="en-US" altLang="en-US" dirty="0">
                <a:latin typeface="Avenir Book" pitchFamily="2" charset="0"/>
                <a:ea typeface="ＭＳ Ｐゴシック" panose="020B0600070205080204" pitchFamily="34" charset="-128"/>
              </a:rPr>
              <a:t>Many interesting language features</a:t>
            </a:r>
          </a:p>
          <a:p>
            <a:pPr lvl="1"/>
            <a:r>
              <a:rPr lang="en-US" altLang="en-US" dirty="0">
                <a:latin typeface="Avenir Book" pitchFamily="2" charset="0"/>
                <a:ea typeface="ＭＳ Ｐゴシック" panose="020B0600070205080204" pitchFamily="34" charset="-128"/>
              </a:rPr>
              <a:t>Started adding functional language-like features around version 9</a:t>
            </a:r>
          </a:p>
        </p:txBody>
      </p:sp>
      <p:graphicFrame>
        <p:nvGraphicFramePr>
          <p:cNvPr id="13" name="Table 12">
            <a:extLst>
              <a:ext uri="{FF2B5EF4-FFF2-40B4-BE49-F238E27FC236}">
                <a16:creationId xmlns:a16="http://schemas.microsoft.com/office/drawing/2014/main" id="{85405419-A65B-FDD3-B87A-2BB1857C2D58}"/>
              </a:ext>
            </a:extLst>
          </p:cNvPr>
          <p:cNvGraphicFramePr>
            <a:graphicFrameLocks noGrp="1"/>
          </p:cNvGraphicFramePr>
          <p:nvPr>
            <p:extLst>
              <p:ext uri="{D42A27DB-BD31-4B8C-83A1-F6EECF244321}">
                <p14:modId xmlns:p14="http://schemas.microsoft.com/office/powerpoint/2010/main" val="1999022229"/>
              </p:ext>
            </p:extLst>
          </p:nvPr>
        </p:nvGraphicFramePr>
        <p:xfrm>
          <a:off x="4427984" y="915566"/>
          <a:ext cx="4611682" cy="3291840"/>
        </p:xfrm>
        <a:graphic>
          <a:graphicData uri="http://schemas.openxmlformats.org/drawingml/2006/table">
            <a:tbl>
              <a:tblPr firstRow="1" bandRow="1">
                <a:tableStyleId>{21E4AEA4-8DFA-4A89-87EB-49C32662AFE0}</a:tableStyleId>
              </a:tblPr>
              <a:tblGrid>
                <a:gridCol w="394006">
                  <a:extLst>
                    <a:ext uri="{9D8B030D-6E8A-4147-A177-3AD203B41FA5}">
                      <a16:colId xmlns:a16="http://schemas.microsoft.com/office/drawing/2014/main" val="1910361087"/>
                    </a:ext>
                  </a:extLst>
                </a:gridCol>
                <a:gridCol w="1060756">
                  <a:extLst>
                    <a:ext uri="{9D8B030D-6E8A-4147-A177-3AD203B41FA5}">
                      <a16:colId xmlns:a16="http://schemas.microsoft.com/office/drawing/2014/main" val="20003"/>
                    </a:ext>
                  </a:extLst>
                </a:gridCol>
                <a:gridCol w="1070027">
                  <a:extLst>
                    <a:ext uri="{9D8B030D-6E8A-4147-A177-3AD203B41FA5}">
                      <a16:colId xmlns:a16="http://schemas.microsoft.com/office/drawing/2014/main" val="2974432420"/>
                    </a:ext>
                  </a:extLst>
                </a:gridCol>
                <a:gridCol w="1070027">
                  <a:extLst>
                    <a:ext uri="{9D8B030D-6E8A-4147-A177-3AD203B41FA5}">
                      <a16:colId xmlns:a16="http://schemas.microsoft.com/office/drawing/2014/main" val="3278967309"/>
                    </a:ext>
                  </a:extLst>
                </a:gridCol>
                <a:gridCol w="1016866">
                  <a:extLst>
                    <a:ext uri="{9D8B030D-6E8A-4147-A177-3AD203B41FA5}">
                      <a16:colId xmlns:a16="http://schemas.microsoft.com/office/drawing/2014/main" val="4293652265"/>
                    </a:ext>
                  </a:extLst>
                </a:gridCol>
              </a:tblGrid>
              <a:tr h="268393">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200" dirty="0"/>
                        <a:t>Most in-demand programming languages </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200" dirty="0"/>
                        <a:t>Most in-demand programming languages </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en-ZA"/>
                    </a:p>
                  </a:txBody>
                  <a:tcPr/>
                </a:tc>
                <a:tc hMerge="1">
                  <a:txBody>
                    <a:bodyPr/>
                    <a:lstStyle/>
                    <a:p>
                      <a:endParaRPr lang="en-ZA"/>
                    </a:p>
                  </a:txBody>
                  <a:tcPr>
                    <a:lnL w="12700" cap="flat" cmpd="sng" algn="ctr">
                      <a:solidFill>
                        <a:schemeClr val="tx1"/>
                      </a:solidFill>
                      <a:prstDash val="solid"/>
                      <a:round/>
                      <a:headEnd type="none" w="med" len="med"/>
                      <a:tailEnd type="none" w="med" len="med"/>
                    </a:lnL>
                  </a:tcPr>
                </a:tc>
                <a:tc hMerge="1">
                  <a:txBody>
                    <a:bodyPr/>
                    <a:lstStyle/>
                    <a:p>
                      <a:pPr algn="ctr"/>
                      <a:endParaRPr lang="en-ZA" sz="1400" dirty="0"/>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268393">
                <a:tc>
                  <a:txBody>
                    <a:bodyPr/>
                    <a:lstStyle/>
                    <a:p>
                      <a:pPr algn="r"/>
                      <a:r>
                        <a:rPr lang="en-ZA" sz="1200" b="1" dirty="0"/>
                        <a: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en-ZA" sz="1200" b="1" dirty="0"/>
                        <a:t>Jan 2023</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b="1" dirty="0"/>
                        <a:t>Jan 2024</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b="1" dirty="0"/>
                        <a:t>Jan 2025</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b="1" dirty="0"/>
                        <a:t>Jan 2026</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8393">
                <a:tc>
                  <a:txBody>
                    <a:bodyPr/>
                    <a:lstStyle/>
                    <a:p>
                      <a:pPr algn="r"/>
                      <a:r>
                        <a:rPr lang="en-ZA" sz="1200" dirty="0"/>
                        <a:t>1</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JavaScript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Python</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Python</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Python</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8393">
                <a:tc>
                  <a:txBody>
                    <a:bodyPr/>
                    <a:lstStyle/>
                    <a:p>
                      <a:pPr algn="r"/>
                      <a:r>
                        <a:rPr lang="en-ZA" sz="1200" dirty="0"/>
                        <a:t>2</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Python</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b="0" dirty="0"/>
                        <a:t>JavaScript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ZA" sz="1200" b="1" dirty="0"/>
                        <a:t>Java</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en-ZA" sz="1200" dirty="0"/>
                        <a:t>JavaScript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68393">
                <a:tc>
                  <a:txBody>
                    <a:bodyPr/>
                    <a:lstStyle/>
                    <a:p>
                      <a:pPr algn="r"/>
                      <a:r>
                        <a:rPr lang="en-ZA" sz="1200" dirty="0"/>
                        <a:t>3</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Go</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b="1" dirty="0"/>
                        <a:t>Java</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en-ZA" sz="1200" dirty="0"/>
                        <a:t>C++</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ZA" sz="1200" b="1" kern="1200" dirty="0">
                          <a:solidFill>
                            <a:schemeClr val="dk1"/>
                          </a:solidFill>
                          <a:latin typeface="+mn-lt"/>
                          <a:ea typeface="+mn-ea"/>
                          <a:cs typeface="+mn-cs"/>
                        </a:rPr>
                        <a:t>Java</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4"/>
                  </a:ext>
                </a:extLst>
              </a:tr>
              <a:tr h="268393">
                <a:tc>
                  <a:txBody>
                    <a:bodyPr/>
                    <a:lstStyle/>
                    <a:p>
                      <a:pPr algn="r"/>
                      <a:r>
                        <a:rPr lang="en-ZA" sz="1200" b="0" dirty="0"/>
                        <a:t>4</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ZA" sz="1200" b="1" dirty="0"/>
                        <a:t>Java</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r>
                        <a:rPr lang="en-ZA" sz="1200" b="0" dirty="0"/>
                        <a:t>C#</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ZA" sz="1200" b="0" dirty="0"/>
                        <a:t>C#</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ZA" sz="1200" b="0" dirty="0"/>
                        <a:t>C#</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68393">
                <a:tc>
                  <a:txBody>
                    <a:bodyPr/>
                    <a:lstStyle/>
                    <a:p>
                      <a:pPr algn="r"/>
                      <a:r>
                        <a:rPr lang="en-ZA" sz="1200" dirty="0"/>
                        <a:t>5</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r>
                        <a:rPr lang="en-ZA" sz="1200" dirty="0"/>
                        <a:t>Kotlin</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r>
                        <a:rPr lang="en-ZA" sz="1200" dirty="0"/>
                        <a:t>Swift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r>
                        <a:rPr lang="en-ZA" sz="1200" dirty="0"/>
                        <a:t>JavaScript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r>
                        <a:rPr lang="en-ZA" sz="1200" dirty="0"/>
                        <a:t>Swift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68393">
                <a:tc>
                  <a:txBody>
                    <a:bodyPr/>
                    <a:lstStyle/>
                    <a:p>
                      <a:pPr algn="r"/>
                      <a:r>
                        <a:rPr lang="en-ZA" sz="1200" dirty="0"/>
                        <a:t>6</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PHP</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TypeScript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TypeScript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TypeScript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6839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ZA" sz="1200" dirty="0"/>
                        <a:t>7</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C#</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PHP</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C</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Kotlin</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6839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ZA" sz="1200" dirty="0"/>
                        <a:t>8</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Swift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Ruby</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Shell</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Ruby</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0">
                <a:tc>
                  <a:txBody>
                    <a:bodyPr/>
                    <a:lstStyle/>
                    <a:p>
                      <a:pPr algn="r"/>
                      <a:r>
                        <a:rPr lang="en-ZA" sz="1200" dirty="0"/>
                        <a:t>9</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dirty="0"/>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dirty="0"/>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Go</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Rust</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68393">
                <a:tc>
                  <a:txBody>
                    <a:bodyPr/>
                    <a:lstStyle/>
                    <a:p>
                      <a:pPr algn="r"/>
                      <a:r>
                        <a:rPr lang="en-ZA" sz="1200" dirty="0"/>
                        <a:t>10</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dirty="0"/>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ZA" sz="1200" dirty="0"/>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R</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ZA" sz="1200" dirty="0"/>
                        <a:t>Go</a:t>
                      </a:r>
                    </a:p>
                  </a:txBody>
                  <a:tcPr marL="91434" marR="914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bl>
          </a:graphicData>
        </a:graphic>
      </p:graphicFrame>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597C4A2-BC0B-CD86-7AAF-A0DD19864A78}"/>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Java</a:t>
            </a:r>
          </a:p>
        </p:txBody>
      </p:sp>
      <p:sp>
        <p:nvSpPr>
          <p:cNvPr id="31747" name="Content Placeholder 2">
            <a:extLst>
              <a:ext uri="{FF2B5EF4-FFF2-40B4-BE49-F238E27FC236}">
                <a16:creationId xmlns:a16="http://schemas.microsoft.com/office/drawing/2014/main" id="{75808973-5E4F-C23D-6436-AE96B3A714E7}"/>
              </a:ext>
            </a:extLst>
          </p:cNvPr>
          <p:cNvSpPr>
            <a:spLocks noGrp="1" noChangeArrowheads="1"/>
          </p:cNvSpPr>
          <p:nvPr>
            <p:ph idx="1"/>
          </p:nvPr>
        </p:nvSpPr>
        <p:spPr>
          <a:xfrm>
            <a:off x="323850" y="915566"/>
            <a:ext cx="3816102" cy="3481387"/>
          </a:xfrm>
        </p:spPr>
        <p:txBody>
          <a:bodyPr/>
          <a:lstStyle/>
          <a:p>
            <a:r>
              <a:rPr lang="en-US" altLang="en-US" dirty="0">
                <a:latin typeface="Avenir Book" pitchFamily="2" charset="0"/>
                <a:ea typeface="ＭＳ Ｐゴシック" panose="020B0600070205080204" pitchFamily="34" charset="-128"/>
              </a:rPr>
              <a:t>We use Java language level 11 for this module</a:t>
            </a:r>
          </a:p>
          <a:p>
            <a:r>
              <a:rPr lang="en-US" altLang="en-US" dirty="0">
                <a:latin typeface="Avenir Book" pitchFamily="2" charset="0"/>
                <a:ea typeface="ＭＳ Ｐゴシック" panose="020B0600070205080204" pitchFamily="34" charset="-128"/>
              </a:rPr>
              <a:t>If installing IntelliJ at home, use the files available in the WRPV software folder </a:t>
            </a:r>
            <a:r>
              <a:rPr lang="en-US" altLang="en-US" dirty="0">
                <a:latin typeface="Avenir Book" pitchFamily="2" charset="0"/>
                <a:ea typeface="ＭＳ Ｐゴシック" panose="020B0600070205080204" pitchFamily="34" charset="-128"/>
                <a:sym typeface="Wingdings" panose="05000000000000000000" pitchFamily="2" charset="2"/>
              </a:rPr>
              <a:t></a:t>
            </a:r>
          </a:p>
          <a:p>
            <a:r>
              <a:rPr lang="en-US" altLang="en-US" dirty="0">
                <a:latin typeface="Avenir Book" pitchFamily="2" charset="0"/>
                <a:ea typeface="ＭＳ Ｐゴシック" panose="020B0600070205080204" pitchFamily="34" charset="-128"/>
                <a:sym typeface="Wingdings" panose="05000000000000000000" pitchFamily="2" charset="2"/>
              </a:rPr>
              <a:t>Use the exact versions as these are the versions that are installed in the CS labs</a:t>
            </a:r>
            <a:endParaRPr lang="en-US" altLang="en-US" dirty="0">
              <a:latin typeface="Avenir Book" pitchFamily="2" charset="0"/>
              <a:ea typeface="ＭＳ Ｐゴシック" panose="020B0600070205080204" pitchFamily="34" charset="-128"/>
            </a:endParaRPr>
          </a:p>
        </p:txBody>
      </p:sp>
      <p:pic>
        <p:nvPicPr>
          <p:cNvPr id="3" name="Picture 2">
            <a:extLst>
              <a:ext uri="{FF2B5EF4-FFF2-40B4-BE49-F238E27FC236}">
                <a16:creationId xmlns:a16="http://schemas.microsoft.com/office/drawing/2014/main" id="{51B15CF4-BB1F-46E4-960D-CE03E3334043}"/>
              </a:ext>
            </a:extLst>
          </p:cNvPr>
          <p:cNvPicPr>
            <a:picLocks noChangeAspect="1"/>
          </p:cNvPicPr>
          <p:nvPr/>
        </p:nvPicPr>
        <p:blipFill>
          <a:blip r:embed="rId3"/>
          <a:stretch>
            <a:fillRect/>
          </a:stretch>
        </p:blipFill>
        <p:spPr>
          <a:xfrm>
            <a:off x="4211960" y="1203598"/>
            <a:ext cx="4447838" cy="2232248"/>
          </a:xfrm>
          <a:prstGeom prst="rect">
            <a:avLst/>
          </a:prstGeom>
        </p:spPr>
      </p:pic>
      <p:sp>
        <p:nvSpPr>
          <p:cNvPr id="7" name="TextBox 6">
            <a:extLst>
              <a:ext uri="{FF2B5EF4-FFF2-40B4-BE49-F238E27FC236}">
                <a16:creationId xmlns:a16="http://schemas.microsoft.com/office/drawing/2014/main" id="{779D177C-B471-49F5-999C-1EDB02C94565}"/>
              </a:ext>
            </a:extLst>
          </p:cNvPr>
          <p:cNvSpPr txBox="1">
            <a:spLocks noChangeArrowheads="1"/>
          </p:cNvSpPr>
          <p:nvPr/>
        </p:nvSpPr>
        <p:spPr bwMode="auto">
          <a:xfrm>
            <a:off x="4211960" y="3469103"/>
            <a:ext cx="44644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EC000"/>
              </a:buClr>
              <a:buSzPct val="75000"/>
              <a:buFont typeface="Wingdings" panose="05000000000000000000" pitchFamily="2" charset="2"/>
              <a:buChar char="§"/>
              <a:defRPr sz="2000">
                <a:solidFill>
                  <a:schemeClr val="tx1"/>
                </a:solidFill>
                <a:latin typeface="Avenir Book" pitchFamily="2" charset="0"/>
                <a:ea typeface="ＭＳ Ｐゴシック" panose="020B0600070205080204" pitchFamily="34" charset="-128"/>
              </a:defRPr>
            </a:lvl1pPr>
            <a:lvl2pPr marL="742950" indent="-285750">
              <a:spcBef>
                <a:spcPct val="20000"/>
              </a:spcBef>
              <a:buClr>
                <a:srgbClr val="FEC000"/>
              </a:buClr>
              <a:buSzPct val="75000"/>
              <a:buChar char="•"/>
              <a:defRPr sz="2000">
                <a:solidFill>
                  <a:schemeClr val="tx1"/>
                </a:solidFill>
                <a:latin typeface="Avenir Book" pitchFamily="2" charset="0"/>
                <a:ea typeface="ＭＳ Ｐゴシック" panose="020B0600070205080204" pitchFamily="34" charset="-128"/>
              </a:defRPr>
            </a:lvl2pPr>
            <a:lvl3pPr marL="1143000" indent="-228600">
              <a:spcBef>
                <a:spcPct val="20000"/>
              </a:spcBef>
              <a:buClr>
                <a:srgbClr val="FEC000"/>
              </a:buClr>
              <a:buSzPct val="75000"/>
              <a:buFont typeface="Arial" panose="020B0604020202020204" pitchFamily="34" charset="0"/>
              <a:buChar char="-"/>
              <a:defRPr sz="2000">
                <a:solidFill>
                  <a:schemeClr val="tx1"/>
                </a:solidFill>
                <a:latin typeface="Avenir Book" pitchFamily="2" charset="0"/>
                <a:ea typeface="ＭＳ Ｐゴシック" panose="020B0600070205080204" pitchFamily="34" charset="-128"/>
              </a:defRPr>
            </a:lvl3pPr>
            <a:lvl4pPr marL="16002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ZA" sz="1800" u="sng" dirty="0">
                <a:hlinkClick r:id="rId4"/>
              </a:rPr>
              <a:t>\\postgrad-new.mandela.ac.za\media\WRPV Software</a:t>
            </a:r>
            <a:endParaRPr lang="en-ZA" altLang="en-US" sz="1600" dirty="0">
              <a:latin typeface="Arial" panose="020B0604020202020204" pitchFamily="34" charset="0"/>
            </a:endParaRPr>
          </a:p>
        </p:txBody>
      </p:sp>
      <p:sp>
        <p:nvSpPr>
          <p:cNvPr id="4" name="Rectangle 3">
            <a:extLst>
              <a:ext uri="{FF2B5EF4-FFF2-40B4-BE49-F238E27FC236}">
                <a16:creationId xmlns:a16="http://schemas.microsoft.com/office/drawing/2014/main" id="{3E39F437-C977-4150-A7A1-E64A24E8C565}"/>
              </a:ext>
            </a:extLst>
          </p:cNvPr>
          <p:cNvSpPr/>
          <p:nvPr/>
        </p:nvSpPr>
        <p:spPr>
          <a:xfrm>
            <a:off x="4427984" y="2427734"/>
            <a:ext cx="2448272" cy="936104"/>
          </a:xfrm>
          <a:prstGeom prst="rect">
            <a:avLst/>
          </a:prstGeom>
          <a:noFill/>
          <a:ln>
            <a:solidFill>
              <a:srgbClr val="FE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62068187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urved Right 3">
            <a:extLst>
              <a:ext uri="{FF2B5EF4-FFF2-40B4-BE49-F238E27FC236}">
                <a16:creationId xmlns:a16="http://schemas.microsoft.com/office/drawing/2014/main" id="{7537857B-9E99-479C-B5DB-45E13F443BC0}"/>
              </a:ext>
            </a:extLst>
          </p:cNvPr>
          <p:cNvSpPr/>
          <p:nvPr/>
        </p:nvSpPr>
        <p:spPr>
          <a:xfrm>
            <a:off x="3543001" y="145625"/>
            <a:ext cx="792088" cy="1260425"/>
          </a:xfrm>
          <a:prstGeom prst="curvedRightArrow">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8" name="Arrow: Curved Right 7">
            <a:extLst>
              <a:ext uri="{FF2B5EF4-FFF2-40B4-BE49-F238E27FC236}">
                <a16:creationId xmlns:a16="http://schemas.microsoft.com/office/drawing/2014/main" id="{8B7ADEC6-8658-4A37-BFC7-20AD8CFC6EDD}"/>
              </a:ext>
            </a:extLst>
          </p:cNvPr>
          <p:cNvSpPr/>
          <p:nvPr/>
        </p:nvSpPr>
        <p:spPr>
          <a:xfrm flipH="1">
            <a:off x="7257183" y="2085553"/>
            <a:ext cx="792088" cy="1260425"/>
          </a:xfrm>
          <a:prstGeom prst="curvedRightArrow">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58370" name="Title 1">
            <a:extLst>
              <a:ext uri="{FF2B5EF4-FFF2-40B4-BE49-F238E27FC236}">
                <a16:creationId xmlns:a16="http://schemas.microsoft.com/office/drawing/2014/main" id="{5F803587-DD65-E7D7-F1CD-0C5D3809DEDD}"/>
              </a:ext>
            </a:extLst>
          </p:cNvPr>
          <p:cNvSpPr>
            <a:spLocks noGrp="1" noChangeArrowheads="1"/>
          </p:cNvSpPr>
          <p:nvPr>
            <p:ph type="title"/>
          </p:nvPr>
        </p:nvSpPr>
        <p:spPr>
          <a:xfrm>
            <a:off x="395536" y="1303065"/>
            <a:ext cx="2807990" cy="2042913"/>
          </a:xfrm>
        </p:spPr>
        <p:txBody>
          <a:bodyPr/>
          <a:lstStyle/>
          <a:p>
            <a:r>
              <a:rPr lang="en-US" altLang="en-US" dirty="0">
                <a:latin typeface="Avenir Medium" pitchFamily="2" charset="0"/>
                <a:ea typeface="ＭＳ Ｐゴシック" panose="020B0600070205080204" pitchFamily="34" charset="-128"/>
              </a:rPr>
              <a:t>Some updates in 2026</a:t>
            </a:r>
          </a:p>
        </p:txBody>
      </p:sp>
      <p:sp>
        <p:nvSpPr>
          <p:cNvPr id="3" name="Rectangle 2">
            <a:extLst>
              <a:ext uri="{FF2B5EF4-FFF2-40B4-BE49-F238E27FC236}">
                <a16:creationId xmlns:a16="http://schemas.microsoft.com/office/drawing/2014/main" id="{9816AB97-724E-4B50-83C1-47C2AACED577}"/>
              </a:ext>
            </a:extLst>
          </p:cNvPr>
          <p:cNvSpPr/>
          <p:nvPr/>
        </p:nvSpPr>
        <p:spPr>
          <a:xfrm>
            <a:off x="4355976" y="145625"/>
            <a:ext cx="2880320" cy="2304256"/>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If you are a returning student, but </a:t>
            </a:r>
            <a:r>
              <a:rPr lang="en-ZA" i="1" dirty="0">
                <a:solidFill>
                  <a:schemeClr val="tx1"/>
                </a:solidFill>
              </a:rPr>
              <a:t>did not </a:t>
            </a:r>
            <a:r>
              <a:rPr lang="en-ZA" dirty="0">
                <a:solidFill>
                  <a:schemeClr val="tx1"/>
                </a:solidFill>
              </a:rPr>
              <a:t>take </a:t>
            </a:r>
            <a:r>
              <a:rPr lang="en-ZA" i="1" dirty="0">
                <a:solidFill>
                  <a:schemeClr val="tx1"/>
                </a:solidFill>
              </a:rPr>
              <a:t>WRAV2</a:t>
            </a:r>
            <a:r>
              <a:rPr lang="en-ZA" dirty="0">
                <a:solidFill>
                  <a:schemeClr val="tx1"/>
                </a:solidFill>
              </a:rPr>
              <a:t> or </a:t>
            </a:r>
            <a:r>
              <a:rPr lang="en-ZA" i="1" dirty="0">
                <a:solidFill>
                  <a:schemeClr val="tx1"/>
                </a:solidFill>
              </a:rPr>
              <a:t>this module </a:t>
            </a:r>
            <a:r>
              <a:rPr lang="en-ZA" dirty="0">
                <a:solidFill>
                  <a:schemeClr val="tx1"/>
                </a:solidFill>
              </a:rPr>
              <a:t>in 2025, please see me to help you catch up on Java</a:t>
            </a:r>
          </a:p>
        </p:txBody>
      </p:sp>
      <p:sp>
        <p:nvSpPr>
          <p:cNvPr id="6" name="Rectangle 5">
            <a:extLst>
              <a:ext uri="{FF2B5EF4-FFF2-40B4-BE49-F238E27FC236}">
                <a16:creationId xmlns:a16="http://schemas.microsoft.com/office/drawing/2014/main" id="{BBFF5EA0-31DE-4858-9D09-A8D286518475}"/>
              </a:ext>
            </a:extLst>
          </p:cNvPr>
          <p:cNvSpPr/>
          <p:nvPr/>
        </p:nvSpPr>
        <p:spPr>
          <a:xfrm>
            <a:off x="4355976" y="2571750"/>
            <a:ext cx="2880320" cy="2304256"/>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For everyone: From last year, Java was also taught in WRAV2, so take a look at the recap slides for some basics</a:t>
            </a:r>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B1258D75-99F5-545F-25F5-FCC90818DEB1}"/>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Java</a:t>
            </a:r>
          </a:p>
        </p:txBody>
      </p:sp>
      <p:sp>
        <p:nvSpPr>
          <p:cNvPr id="3" name="Rectangle 2">
            <a:extLst>
              <a:ext uri="{FF2B5EF4-FFF2-40B4-BE49-F238E27FC236}">
                <a16:creationId xmlns:a16="http://schemas.microsoft.com/office/drawing/2014/main" id="{DBB5382C-109C-8E14-B5CF-F380F8974CF2}"/>
              </a:ext>
            </a:extLst>
          </p:cNvPr>
          <p:cNvSpPr/>
          <p:nvPr/>
        </p:nvSpPr>
        <p:spPr>
          <a:xfrm>
            <a:off x="4211638" y="1104900"/>
            <a:ext cx="1752600" cy="4038600"/>
          </a:xfrm>
          <a:prstGeom prst="rect">
            <a:avLst/>
          </a:prstGeom>
          <a:solidFill>
            <a:schemeClr val="accent5">
              <a:lumMod val="90000"/>
            </a:schemeClr>
          </a:solidFill>
          <a:ln>
            <a:solidFill>
              <a:schemeClr val="accent5">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ZA"/>
          </a:p>
        </p:txBody>
      </p:sp>
      <p:sp>
        <p:nvSpPr>
          <p:cNvPr id="4" name="Rectangle 3">
            <a:extLst>
              <a:ext uri="{FF2B5EF4-FFF2-40B4-BE49-F238E27FC236}">
                <a16:creationId xmlns:a16="http://schemas.microsoft.com/office/drawing/2014/main" id="{D9106CA5-DF65-BEC5-3854-75B210D52ABC}"/>
              </a:ext>
            </a:extLst>
          </p:cNvPr>
          <p:cNvSpPr/>
          <p:nvPr/>
        </p:nvSpPr>
        <p:spPr>
          <a:xfrm>
            <a:off x="198438" y="2019300"/>
            <a:ext cx="914400" cy="6096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dirty="0"/>
              <a:t>Editor</a:t>
            </a:r>
          </a:p>
        </p:txBody>
      </p:sp>
      <p:sp>
        <p:nvSpPr>
          <p:cNvPr id="5" name="Flowchart: Multidocument 4">
            <a:extLst>
              <a:ext uri="{FF2B5EF4-FFF2-40B4-BE49-F238E27FC236}">
                <a16:creationId xmlns:a16="http://schemas.microsoft.com/office/drawing/2014/main" id="{C1F1F85B-BAE5-9805-AC47-E013328296F1}"/>
              </a:ext>
            </a:extLst>
          </p:cNvPr>
          <p:cNvSpPr/>
          <p:nvPr/>
        </p:nvSpPr>
        <p:spPr>
          <a:xfrm>
            <a:off x="4364038" y="1790700"/>
            <a:ext cx="1371600" cy="1066800"/>
          </a:xfrm>
          <a:prstGeom prst="flowChartMultidocumen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dirty="0"/>
              <a:t>Class Files</a:t>
            </a:r>
          </a:p>
        </p:txBody>
      </p:sp>
      <p:sp>
        <p:nvSpPr>
          <p:cNvPr id="6" name="Flowchart: Multidocument 5">
            <a:extLst>
              <a:ext uri="{FF2B5EF4-FFF2-40B4-BE49-F238E27FC236}">
                <a16:creationId xmlns:a16="http://schemas.microsoft.com/office/drawing/2014/main" id="{2B9E6FE7-23FE-EA42-EACA-9EA91BC6FC3B}"/>
              </a:ext>
            </a:extLst>
          </p:cNvPr>
          <p:cNvSpPr/>
          <p:nvPr/>
        </p:nvSpPr>
        <p:spPr>
          <a:xfrm>
            <a:off x="4364038" y="3848100"/>
            <a:ext cx="1371600" cy="1066800"/>
          </a:xfrm>
          <a:prstGeom prst="flowChartMultidocumen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dirty="0"/>
              <a:t>Library Files</a:t>
            </a:r>
          </a:p>
        </p:txBody>
      </p:sp>
      <p:sp>
        <p:nvSpPr>
          <p:cNvPr id="7" name="Rectangle 6">
            <a:extLst>
              <a:ext uri="{FF2B5EF4-FFF2-40B4-BE49-F238E27FC236}">
                <a16:creationId xmlns:a16="http://schemas.microsoft.com/office/drawing/2014/main" id="{63D66958-7EB2-D5C9-1783-D75BB622D5ED}"/>
              </a:ext>
            </a:extLst>
          </p:cNvPr>
          <p:cNvSpPr/>
          <p:nvPr/>
        </p:nvSpPr>
        <p:spPr>
          <a:xfrm>
            <a:off x="6192838" y="2019300"/>
            <a:ext cx="1143000" cy="6096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dirty="0"/>
              <a:t>Virtual Machine</a:t>
            </a:r>
          </a:p>
        </p:txBody>
      </p:sp>
      <p:sp>
        <p:nvSpPr>
          <p:cNvPr id="8" name="Rectangle 7">
            <a:extLst>
              <a:ext uri="{FF2B5EF4-FFF2-40B4-BE49-F238E27FC236}">
                <a16:creationId xmlns:a16="http://schemas.microsoft.com/office/drawing/2014/main" id="{5DCDAA66-4BCE-40DB-A898-96E4CE17B5E4}"/>
              </a:ext>
            </a:extLst>
          </p:cNvPr>
          <p:cNvSpPr/>
          <p:nvPr/>
        </p:nvSpPr>
        <p:spPr>
          <a:xfrm>
            <a:off x="7793038" y="2019300"/>
            <a:ext cx="1143000" cy="6096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dirty="0"/>
              <a:t>Running Program</a:t>
            </a:r>
          </a:p>
        </p:txBody>
      </p:sp>
      <p:cxnSp>
        <p:nvCxnSpPr>
          <p:cNvPr id="9" name="Straight Arrow Connector 8">
            <a:extLst>
              <a:ext uri="{FF2B5EF4-FFF2-40B4-BE49-F238E27FC236}">
                <a16:creationId xmlns:a16="http://schemas.microsoft.com/office/drawing/2014/main" id="{A52B9007-EA8A-F849-18B9-4DC27DF25692}"/>
              </a:ext>
            </a:extLst>
          </p:cNvPr>
          <p:cNvCxnSpPr>
            <a:stCxn id="4" idx="3"/>
            <a:endCxn id="18" idx="1"/>
          </p:cNvCxnSpPr>
          <p:nvPr/>
        </p:nvCxnSpPr>
        <p:spPr>
          <a:xfrm>
            <a:off x="1112838" y="2324100"/>
            <a:ext cx="381000" cy="1588"/>
          </a:xfrm>
          <a:prstGeom prst="straightConnector1">
            <a:avLst/>
          </a:prstGeom>
          <a:ln>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A134822-D87D-7A2F-95CB-2E79D486A37E}"/>
              </a:ext>
            </a:extLst>
          </p:cNvPr>
          <p:cNvCxnSpPr>
            <a:stCxn id="18" idx="3"/>
            <a:endCxn id="22" idx="1"/>
          </p:cNvCxnSpPr>
          <p:nvPr/>
        </p:nvCxnSpPr>
        <p:spPr>
          <a:xfrm>
            <a:off x="2332038" y="2324100"/>
            <a:ext cx="508000" cy="0"/>
          </a:xfrm>
          <a:prstGeom prst="straightConnector1">
            <a:avLst/>
          </a:prstGeom>
          <a:ln>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8ED9812-D34C-1110-31C3-3BE0760A3DCD}"/>
              </a:ext>
            </a:extLst>
          </p:cNvPr>
          <p:cNvCxnSpPr>
            <a:stCxn id="22" idx="3"/>
            <a:endCxn id="5" idx="1"/>
          </p:cNvCxnSpPr>
          <p:nvPr/>
        </p:nvCxnSpPr>
        <p:spPr>
          <a:xfrm>
            <a:off x="3983038" y="2324100"/>
            <a:ext cx="381000" cy="1588"/>
          </a:xfrm>
          <a:prstGeom prst="straightConnector1">
            <a:avLst/>
          </a:prstGeom>
          <a:ln>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7882B19-748F-1CCE-4690-2E5BDB8717EC}"/>
              </a:ext>
            </a:extLst>
          </p:cNvPr>
          <p:cNvCxnSpPr>
            <a:stCxn id="5" idx="3"/>
            <a:endCxn id="7" idx="1"/>
          </p:cNvCxnSpPr>
          <p:nvPr/>
        </p:nvCxnSpPr>
        <p:spPr>
          <a:xfrm>
            <a:off x="5735638" y="2324100"/>
            <a:ext cx="457200" cy="1588"/>
          </a:xfrm>
          <a:prstGeom prst="straightConnector1">
            <a:avLst/>
          </a:prstGeom>
          <a:ln>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B7510D8-A168-2003-0F01-C405A95BEB34}"/>
              </a:ext>
            </a:extLst>
          </p:cNvPr>
          <p:cNvCxnSpPr>
            <a:stCxn id="7" idx="3"/>
            <a:endCxn id="8" idx="1"/>
          </p:cNvCxnSpPr>
          <p:nvPr/>
        </p:nvCxnSpPr>
        <p:spPr>
          <a:xfrm>
            <a:off x="7335838" y="2324100"/>
            <a:ext cx="457200" cy="1588"/>
          </a:xfrm>
          <a:prstGeom prst="straightConnector1">
            <a:avLst/>
          </a:prstGeom>
          <a:ln>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Shape 24">
            <a:extLst>
              <a:ext uri="{FF2B5EF4-FFF2-40B4-BE49-F238E27FC236}">
                <a16:creationId xmlns:a16="http://schemas.microsoft.com/office/drawing/2014/main" id="{46DFDEF1-3134-2421-ED3E-1D55BE75387E}"/>
              </a:ext>
            </a:extLst>
          </p:cNvPr>
          <p:cNvCxnSpPr>
            <a:stCxn id="6" idx="3"/>
            <a:endCxn id="7" idx="2"/>
          </p:cNvCxnSpPr>
          <p:nvPr/>
        </p:nvCxnSpPr>
        <p:spPr>
          <a:xfrm flipV="1">
            <a:off x="5735638" y="2628900"/>
            <a:ext cx="1028700" cy="1752600"/>
          </a:xfrm>
          <a:prstGeom prst="bentConnector2">
            <a:avLst/>
          </a:prstGeom>
          <a:ln>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CC89E57-0B15-12F9-1A54-81A2B05E0304}"/>
              </a:ext>
            </a:extLst>
          </p:cNvPr>
          <p:cNvGrpSpPr/>
          <p:nvPr/>
        </p:nvGrpSpPr>
        <p:grpSpPr>
          <a:xfrm>
            <a:off x="1301398" y="1278523"/>
            <a:ext cx="1542410" cy="1578977"/>
            <a:chOff x="2931135" y="2383423"/>
            <a:chExt cx="1542410" cy="1578977"/>
          </a:xfrm>
          <a:solidFill>
            <a:schemeClr val="accent5">
              <a:lumMod val="50000"/>
            </a:schemeClr>
          </a:solidFill>
        </p:grpSpPr>
        <p:sp>
          <p:nvSpPr>
            <p:cNvPr id="16" name="Flowchart: Card 15">
              <a:extLst>
                <a:ext uri="{FF2B5EF4-FFF2-40B4-BE49-F238E27FC236}">
                  <a16:creationId xmlns:a16="http://schemas.microsoft.com/office/drawing/2014/main" id="{C99A8526-F435-68DE-9824-2FE436A2F388}"/>
                </a:ext>
              </a:extLst>
            </p:cNvPr>
            <p:cNvSpPr/>
            <p:nvPr/>
          </p:nvSpPr>
          <p:spPr>
            <a:xfrm>
              <a:off x="3282984" y="2743200"/>
              <a:ext cx="838200" cy="1066800"/>
            </a:xfrm>
            <a:prstGeom prst="flowChartPunchedCard">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sz="1600" dirty="0"/>
                <a:t>Source Code</a:t>
              </a:r>
            </a:p>
          </p:txBody>
        </p:sp>
        <p:sp>
          <p:nvSpPr>
            <p:cNvPr id="17" name="Flowchart: Card 16">
              <a:extLst>
                <a:ext uri="{FF2B5EF4-FFF2-40B4-BE49-F238E27FC236}">
                  <a16:creationId xmlns:a16="http://schemas.microsoft.com/office/drawing/2014/main" id="{D275BA66-B7D2-08E5-7076-8F6F3DB48DD1}"/>
                </a:ext>
              </a:extLst>
            </p:cNvPr>
            <p:cNvSpPr/>
            <p:nvPr/>
          </p:nvSpPr>
          <p:spPr>
            <a:xfrm>
              <a:off x="3203592" y="2819400"/>
              <a:ext cx="838200" cy="1066800"/>
            </a:xfrm>
            <a:prstGeom prst="flowChartPunchedCard">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sz="1600" dirty="0"/>
                <a:t>Source Code</a:t>
              </a:r>
            </a:p>
          </p:txBody>
        </p:sp>
        <p:sp>
          <p:nvSpPr>
            <p:cNvPr id="18" name="Flowchart: Card 17">
              <a:extLst>
                <a:ext uri="{FF2B5EF4-FFF2-40B4-BE49-F238E27FC236}">
                  <a16:creationId xmlns:a16="http://schemas.microsoft.com/office/drawing/2014/main" id="{A5D6E544-FB52-20E6-A24E-414FD38EB0D7}"/>
                </a:ext>
              </a:extLst>
            </p:cNvPr>
            <p:cNvSpPr/>
            <p:nvPr/>
          </p:nvSpPr>
          <p:spPr>
            <a:xfrm>
              <a:off x="3124200" y="2895600"/>
              <a:ext cx="838200" cy="1066800"/>
            </a:xfrm>
            <a:prstGeom prst="flowChartPunchedCard">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sz="1600" dirty="0"/>
                <a:t>Source Code</a:t>
              </a:r>
            </a:p>
          </p:txBody>
        </p:sp>
        <p:sp>
          <p:nvSpPr>
            <p:cNvPr id="19" name="TextBox 18">
              <a:extLst>
                <a:ext uri="{FF2B5EF4-FFF2-40B4-BE49-F238E27FC236}">
                  <a16:creationId xmlns:a16="http://schemas.microsoft.com/office/drawing/2014/main" id="{DC206915-8ABA-3935-2F09-7B6BB2D7C41D}"/>
                </a:ext>
              </a:extLst>
            </p:cNvPr>
            <p:cNvSpPr txBox="1"/>
            <p:nvPr/>
          </p:nvSpPr>
          <p:spPr>
            <a:xfrm>
              <a:off x="2931135" y="2383423"/>
              <a:ext cx="1542410" cy="338554"/>
            </a:xfrm>
            <a:prstGeom prst="rect">
              <a:avLst/>
            </a:prstGeom>
            <a:noFill/>
          </p:spPr>
          <p:txBody>
            <a:bodyPr wrap="none">
              <a:spAutoFit/>
            </a:bodyPr>
            <a:lstStyle/>
            <a:p>
              <a:pPr>
                <a:defRPr/>
              </a:pPr>
              <a:r>
                <a:rPr lang="en-ZA" sz="1600" dirty="0">
                  <a:latin typeface="Courier New" pitchFamily="49" charset="0"/>
                  <a:cs typeface="Courier New" pitchFamily="49" charset="0"/>
                </a:rPr>
                <a:t>MyProg.java</a:t>
              </a:r>
            </a:p>
          </p:txBody>
        </p:sp>
      </p:grpSp>
      <p:sp>
        <p:nvSpPr>
          <p:cNvPr id="20" name="TextBox 19">
            <a:extLst>
              <a:ext uri="{FF2B5EF4-FFF2-40B4-BE49-F238E27FC236}">
                <a16:creationId xmlns:a16="http://schemas.microsoft.com/office/drawing/2014/main" id="{A14C7951-5A2B-EFD0-25CE-FD98F4E31157}"/>
              </a:ext>
            </a:extLst>
          </p:cNvPr>
          <p:cNvSpPr txBox="1">
            <a:spLocks noChangeArrowheads="1"/>
          </p:cNvSpPr>
          <p:nvPr/>
        </p:nvSpPr>
        <p:spPr bwMode="auto">
          <a:xfrm>
            <a:off x="4273550" y="1409700"/>
            <a:ext cx="1666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EC000"/>
              </a:buClr>
              <a:buSzPct val="75000"/>
              <a:buFont typeface="Wingdings" panose="05000000000000000000" pitchFamily="2" charset="2"/>
              <a:buChar char="§"/>
              <a:defRPr sz="2000">
                <a:solidFill>
                  <a:schemeClr val="tx1"/>
                </a:solidFill>
                <a:latin typeface="Avenir Book" pitchFamily="2" charset="0"/>
                <a:ea typeface="ＭＳ Ｐゴシック" panose="020B0600070205080204" pitchFamily="34" charset="-128"/>
              </a:defRPr>
            </a:lvl1pPr>
            <a:lvl2pPr marL="742950" indent="-285750">
              <a:spcBef>
                <a:spcPct val="20000"/>
              </a:spcBef>
              <a:buClr>
                <a:srgbClr val="FEC000"/>
              </a:buClr>
              <a:buSzPct val="75000"/>
              <a:buChar char="•"/>
              <a:defRPr sz="2000">
                <a:solidFill>
                  <a:schemeClr val="tx1"/>
                </a:solidFill>
                <a:latin typeface="Avenir Book" pitchFamily="2" charset="0"/>
                <a:ea typeface="ＭＳ Ｐゴシック" panose="020B0600070205080204" pitchFamily="34" charset="-128"/>
              </a:defRPr>
            </a:lvl2pPr>
            <a:lvl3pPr marL="1143000" indent="-228600">
              <a:spcBef>
                <a:spcPct val="20000"/>
              </a:spcBef>
              <a:buClr>
                <a:srgbClr val="FEC000"/>
              </a:buClr>
              <a:buSzPct val="75000"/>
              <a:buFont typeface="Arial" panose="020B0604020202020204" pitchFamily="34" charset="0"/>
              <a:buChar char="-"/>
              <a:defRPr sz="2000">
                <a:solidFill>
                  <a:schemeClr val="tx1"/>
                </a:solidFill>
                <a:latin typeface="Avenir Book" pitchFamily="2" charset="0"/>
                <a:ea typeface="ＭＳ Ｐゴシック" panose="020B0600070205080204" pitchFamily="34" charset="-128"/>
              </a:defRPr>
            </a:lvl3pPr>
            <a:lvl4pPr marL="16002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ZA" altLang="en-US" sz="1600">
                <a:latin typeface="Courier New" panose="02070309020205020404" pitchFamily="49" charset="0"/>
                <a:cs typeface="Courier New" panose="02070309020205020404" pitchFamily="49" charset="0"/>
              </a:rPr>
              <a:t>MyProg.class</a:t>
            </a:r>
          </a:p>
        </p:txBody>
      </p:sp>
      <p:grpSp>
        <p:nvGrpSpPr>
          <p:cNvPr id="21" name="Group 20">
            <a:extLst>
              <a:ext uri="{FF2B5EF4-FFF2-40B4-BE49-F238E27FC236}">
                <a16:creationId xmlns:a16="http://schemas.microsoft.com/office/drawing/2014/main" id="{1F9B042D-7E0D-1CFB-0F3B-25F791D3771A}"/>
              </a:ext>
            </a:extLst>
          </p:cNvPr>
          <p:cNvGrpSpPr>
            <a:grpSpLocks/>
          </p:cNvGrpSpPr>
          <p:nvPr/>
        </p:nvGrpSpPr>
        <p:grpSpPr bwMode="auto">
          <a:xfrm>
            <a:off x="2763838" y="2019300"/>
            <a:ext cx="1295400" cy="947738"/>
            <a:chOff x="4191003" y="3124200"/>
            <a:chExt cx="1295547" cy="948154"/>
          </a:xfrm>
        </p:grpSpPr>
        <p:sp>
          <p:nvSpPr>
            <p:cNvPr id="22" name="Rectangle 21">
              <a:extLst>
                <a:ext uri="{FF2B5EF4-FFF2-40B4-BE49-F238E27FC236}">
                  <a16:creationId xmlns:a16="http://schemas.microsoft.com/office/drawing/2014/main" id="{DB93C3B6-F6C1-D64B-6DFB-F79C38C1C1C7}"/>
                </a:ext>
              </a:extLst>
            </p:cNvPr>
            <p:cNvSpPr/>
            <p:nvPr/>
          </p:nvSpPr>
          <p:spPr>
            <a:xfrm>
              <a:off x="4267212" y="3124200"/>
              <a:ext cx="1143130" cy="609868"/>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ZA" dirty="0"/>
                <a:t>Compiler</a:t>
              </a:r>
            </a:p>
          </p:txBody>
        </p:sp>
        <p:sp>
          <p:nvSpPr>
            <p:cNvPr id="42006" name="TextBox 22">
              <a:extLst>
                <a:ext uri="{FF2B5EF4-FFF2-40B4-BE49-F238E27FC236}">
                  <a16:creationId xmlns:a16="http://schemas.microsoft.com/office/drawing/2014/main" id="{9C9658BF-367F-FCD9-2E74-CF1912124752}"/>
                </a:ext>
              </a:extLst>
            </p:cNvPr>
            <p:cNvSpPr txBox="1">
              <a:spLocks noChangeArrowheads="1"/>
            </p:cNvSpPr>
            <p:nvPr/>
          </p:nvSpPr>
          <p:spPr bwMode="auto">
            <a:xfrm>
              <a:off x="4191003" y="3733800"/>
              <a:ext cx="12955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EC000"/>
                </a:buClr>
                <a:buSzPct val="75000"/>
                <a:buFont typeface="Wingdings" panose="05000000000000000000" pitchFamily="2" charset="2"/>
                <a:buChar char="§"/>
                <a:defRPr sz="2000">
                  <a:solidFill>
                    <a:schemeClr val="tx1"/>
                  </a:solidFill>
                  <a:latin typeface="Avenir Book" pitchFamily="2" charset="0"/>
                  <a:ea typeface="ＭＳ Ｐゴシック" panose="020B0600070205080204" pitchFamily="34" charset="-128"/>
                </a:defRPr>
              </a:lvl1pPr>
              <a:lvl2pPr marL="742950" indent="-285750">
                <a:spcBef>
                  <a:spcPct val="20000"/>
                </a:spcBef>
                <a:buClr>
                  <a:srgbClr val="FEC000"/>
                </a:buClr>
                <a:buSzPct val="75000"/>
                <a:buChar char="•"/>
                <a:defRPr sz="2000">
                  <a:solidFill>
                    <a:schemeClr val="tx1"/>
                  </a:solidFill>
                  <a:latin typeface="Avenir Book" pitchFamily="2" charset="0"/>
                  <a:ea typeface="ＭＳ Ｐゴシック" panose="020B0600070205080204" pitchFamily="34" charset="-128"/>
                </a:defRPr>
              </a:lvl2pPr>
              <a:lvl3pPr marL="1143000" indent="-228600">
                <a:spcBef>
                  <a:spcPct val="20000"/>
                </a:spcBef>
                <a:buClr>
                  <a:srgbClr val="FEC000"/>
                </a:buClr>
                <a:buSzPct val="75000"/>
                <a:buFont typeface="Arial" panose="020B0604020202020204" pitchFamily="34" charset="0"/>
                <a:buChar char="-"/>
                <a:defRPr sz="2000">
                  <a:solidFill>
                    <a:schemeClr val="tx1"/>
                  </a:solidFill>
                  <a:latin typeface="Avenir Book" pitchFamily="2" charset="0"/>
                  <a:ea typeface="ＭＳ Ｐゴシック" panose="020B0600070205080204" pitchFamily="34" charset="-128"/>
                </a:defRPr>
              </a:lvl3pPr>
              <a:lvl4pPr marL="16002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ZA" altLang="en-US" sz="1600">
                  <a:latin typeface="Courier New" panose="02070309020205020404" pitchFamily="49" charset="0"/>
                  <a:cs typeface="Courier New" panose="02070309020205020404" pitchFamily="49" charset="0"/>
                </a:rPr>
                <a:t>javac.exe</a:t>
              </a:r>
            </a:p>
          </p:txBody>
        </p:sp>
      </p:grpSp>
      <p:sp>
        <p:nvSpPr>
          <p:cNvPr id="24" name="TextBox 23">
            <a:extLst>
              <a:ext uri="{FF2B5EF4-FFF2-40B4-BE49-F238E27FC236}">
                <a16:creationId xmlns:a16="http://schemas.microsoft.com/office/drawing/2014/main" id="{57CD5C77-1994-A654-2E10-A664232A5976}"/>
              </a:ext>
            </a:extLst>
          </p:cNvPr>
          <p:cNvSpPr txBox="1">
            <a:spLocks noChangeArrowheads="1"/>
          </p:cNvSpPr>
          <p:nvPr/>
        </p:nvSpPr>
        <p:spPr bwMode="auto">
          <a:xfrm>
            <a:off x="122238" y="2705100"/>
            <a:ext cx="11731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EC000"/>
              </a:buClr>
              <a:buSzPct val="75000"/>
              <a:buFont typeface="Wingdings" panose="05000000000000000000" pitchFamily="2" charset="2"/>
              <a:buChar char="§"/>
              <a:defRPr sz="2000">
                <a:solidFill>
                  <a:schemeClr val="tx1"/>
                </a:solidFill>
                <a:latin typeface="Avenir Book" pitchFamily="2" charset="0"/>
                <a:ea typeface="ＭＳ Ｐゴシック" panose="020B0600070205080204" pitchFamily="34" charset="-128"/>
              </a:defRPr>
            </a:lvl1pPr>
            <a:lvl2pPr marL="742950" indent="-285750">
              <a:spcBef>
                <a:spcPct val="20000"/>
              </a:spcBef>
              <a:buClr>
                <a:srgbClr val="FEC000"/>
              </a:buClr>
              <a:buSzPct val="75000"/>
              <a:buChar char="•"/>
              <a:defRPr sz="2000">
                <a:solidFill>
                  <a:schemeClr val="tx1"/>
                </a:solidFill>
                <a:latin typeface="Avenir Book" pitchFamily="2" charset="0"/>
                <a:ea typeface="ＭＳ Ｐゴシック" panose="020B0600070205080204" pitchFamily="34" charset="-128"/>
              </a:defRPr>
            </a:lvl2pPr>
            <a:lvl3pPr marL="1143000" indent="-228600">
              <a:spcBef>
                <a:spcPct val="20000"/>
              </a:spcBef>
              <a:buClr>
                <a:srgbClr val="FEC000"/>
              </a:buClr>
              <a:buSzPct val="75000"/>
              <a:buFont typeface="Arial" panose="020B0604020202020204" pitchFamily="34" charset="0"/>
              <a:buChar char="-"/>
              <a:defRPr sz="2000">
                <a:solidFill>
                  <a:schemeClr val="tx1"/>
                </a:solidFill>
                <a:latin typeface="Avenir Book" pitchFamily="2" charset="0"/>
                <a:ea typeface="ＭＳ Ｐゴシック" panose="020B0600070205080204" pitchFamily="34" charset="-128"/>
              </a:defRPr>
            </a:lvl3pPr>
            <a:lvl4pPr marL="16002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ZA" altLang="en-US" sz="1600" b="1">
                <a:latin typeface="Courier New" panose="02070309020205020404" pitchFamily="49" charset="0"/>
                <a:cs typeface="Courier New" panose="02070309020205020404" pitchFamily="49" charset="0"/>
              </a:rPr>
              <a:t>IntelliJ</a:t>
            </a:r>
          </a:p>
          <a:p>
            <a:pPr>
              <a:spcBef>
                <a:spcPct val="0"/>
              </a:spcBef>
              <a:buClrTx/>
              <a:buSzTx/>
              <a:buFontTx/>
              <a:buNone/>
            </a:pPr>
            <a:r>
              <a:rPr lang="en-ZA" altLang="en-US" sz="1600">
                <a:latin typeface="Courier New" panose="02070309020205020404" pitchFamily="49" charset="0"/>
                <a:cs typeface="Courier New" panose="02070309020205020404" pitchFamily="49" charset="0"/>
              </a:rPr>
              <a:t>Netbeans</a:t>
            </a:r>
          </a:p>
          <a:p>
            <a:pPr>
              <a:spcBef>
                <a:spcPct val="0"/>
              </a:spcBef>
              <a:buClrTx/>
              <a:buSzTx/>
              <a:buFontTx/>
              <a:buNone/>
            </a:pPr>
            <a:r>
              <a:rPr lang="en-ZA" altLang="en-US" sz="1600">
                <a:latin typeface="Courier New" panose="02070309020205020404" pitchFamily="49" charset="0"/>
                <a:cs typeface="Courier New" panose="02070309020205020404" pitchFamily="49" charset="0"/>
              </a:rPr>
              <a:t>Eclipse</a:t>
            </a:r>
          </a:p>
          <a:p>
            <a:pPr>
              <a:spcBef>
                <a:spcPct val="0"/>
              </a:spcBef>
              <a:buClrTx/>
              <a:buSzTx/>
              <a:buFontTx/>
              <a:buNone/>
            </a:pPr>
            <a:r>
              <a:rPr lang="en-ZA" altLang="en-US" sz="1600">
                <a:latin typeface="Courier New" panose="02070309020205020404" pitchFamily="49" charset="0"/>
                <a:cs typeface="Courier New" panose="02070309020205020404" pitchFamily="49" charset="0"/>
              </a:rPr>
              <a:t>Jenuity</a:t>
            </a:r>
          </a:p>
          <a:p>
            <a:pPr>
              <a:spcBef>
                <a:spcPct val="0"/>
              </a:spcBef>
              <a:buClrTx/>
              <a:buSzTx/>
              <a:buFontTx/>
              <a:buNone/>
            </a:pPr>
            <a:r>
              <a:rPr lang="en-ZA" altLang="en-US" sz="1600">
                <a:latin typeface="Courier New" panose="02070309020205020404" pitchFamily="49" charset="0"/>
                <a:cs typeface="Courier New" panose="02070309020205020404" pitchFamily="49" charset="0"/>
              </a:rPr>
              <a:t>Notepad</a:t>
            </a:r>
          </a:p>
          <a:p>
            <a:pPr>
              <a:spcBef>
                <a:spcPct val="0"/>
              </a:spcBef>
              <a:buClrTx/>
              <a:buSzTx/>
              <a:buFontTx/>
              <a:buNone/>
            </a:pPr>
            <a:r>
              <a:rPr lang="en-ZA" altLang="en-US" sz="1600">
                <a:latin typeface="Courier New" panose="02070309020205020404" pitchFamily="49" charset="0"/>
                <a:cs typeface="Courier New" panose="02070309020205020404" pitchFamily="49" charset="0"/>
              </a:rPr>
              <a:t>...</a:t>
            </a:r>
          </a:p>
        </p:txBody>
      </p:sp>
      <p:cxnSp>
        <p:nvCxnSpPr>
          <p:cNvPr id="25" name="Shape 40">
            <a:extLst>
              <a:ext uri="{FF2B5EF4-FFF2-40B4-BE49-F238E27FC236}">
                <a16:creationId xmlns:a16="http://schemas.microsoft.com/office/drawing/2014/main" id="{0F19A1C2-0AC1-5950-5E6E-16BB1DCF0BDC}"/>
              </a:ext>
            </a:extLst>
          </p:cNvPr>
          <p:cNvCxnSpPr>
            <a:endCxn id="3" idx="0"/>
          </p:cNvCxnSpPr>
          <p:nvPr/>
        </p:nvCxnSpPr>
        <p:spPr>
          <a:xfrm rot="10800000" flipV="1">
            <a:off x="5087938" y="342900"/>
            <a:ext cx="1257300" cy="762000"/>
          </a:xfrm>
          <a:prstGeom prst="bentConnector2">
            <a:avLst/>
          </a:prstGeom>
          <a:ln>
            <a:solidFill>
              <a:schemeClr val="accent5">
                <a:lumMod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DE7808B-DE07-1D7A-AA79-96F11D39F255}"/>
              </a:ext>
            </a:extLst>
          </p:cNvPr>
          <p:cNvSpPr txBox="1">
            <a:spLocks noChangeArrowheads="1"/>
          </p:cNvSpPr>
          <p:nvPr/>
        </p:nvSpPr>
        <p:spPr bwMode="auto">
          <a:xfrm>
            <a:off x="6421438" y="114300"/>
            <a:ext cx="2235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EC000"/>
              </a:buClr>
              <a:buSzPct val="75000"/>
              <a:buFont typeface="Wingdings" panose="05000000000000000000" pitchFamily="2" charset="2"/>
              <a:buChar char="§"/>
              <a:defRPr sz="2000">
                <a:solidFill>
                  <a:schemeClr val="tx1"/>
                </a:solidFill>
                <a:latin typeface="Avenir Book" pitchFamily="2" charset="0"/>
                <a:ea typeface="ＭＳ Ｐゴシック" panose="020B0600070205080204" pitchFamily="34" charset="-128"/>
              </a:defRPr>
            </a:lvl1pPr>
            <a:lvl2pPr marL="742950" indent="-285750">
              <a:spcBef>
                <a:spcPct val="20000"/>
              </a:spcBef>
              <a:buClr>
                <a:srgbClr val="FEC000"/>
              </a:buClr>
              <a:buSzPct val="75000"/>
              <a:buChar char="•"/>
              <a:defRPr sz="2000">
                <a:solidFill>
                  <a:schemeClr val="tx1"/>
                </a:solidFill>
                <a:latin typeface="Avenir Book" pitchFamily="2" charset="0"/>
                <a:ea typeface="ＭＳ Ｐゴシック" panose="020B0600070205080204" pitchFamily="34" charset="-128"/>
              </a:defRPr>
            </a:lvl2pPr>
            <a:lvl3pPr marL="1143000" indent="-228600">
              <a:spcBef>
                <a:spcPct val="20000"/>
              </a:spcBef>
              <a:buClr>
                <a:srgbClr val="FEC000"/>
              </a:buClr>
              <a:buSzPct val="75000"/>
              <a:buFont typeface="Arial" panose="020B0604020202020204" pitchFamily="34" charset="0"/>
              <a:buChar char="-"/>
              <a:defRPr sz="2000">
                <a:solidFill>
                  <a:schemeClr val="tx1"/>
                </a:solidFill>
                <a:latin typeface="Avenir Book" pitchFamily="2" charset="0"/>
                <a:ea typeface="ＭＳ Ｐゴシック" panose="020B0600070205080204" pitchFamily="34" charset="-128"/>
              </a:defRPr>
            </a:lvl3pPr>
            <a:lvl4pPr marL="16002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ZA" altLang="en-US" sz="1800" dirty="0">
                <a:latin typeface="Arial" panose="020B0604020202020204" pitchFamily="34" charset="0"/>
              </a:rPr>
              <a:t>Often distributed in</a:t>
            </a:r>
          </a:p>
          <a:p>
            <a:pPr>
              <a:spcBef>
                <a:spcPct val="0"/>
              </a:spcBef>
              <a:buClrTx/>
              <a:buSzTx/>
              <a:buFontTx/>
              <a:buNone/>
            </a:pPr>
            <a:r>
              <a:rPr lang="en-ZA" altLang="en-US" sz="1800" dirty="0">
                <a:latin typeface="Arial" panose="020B0604020202020204" pitchFamily="34" charset="0"/>
              </a:rPr>
              <a:t>a .jar file</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nodeType="afterGroup">
                            <p:stCondLst>
                              <p:cond delay="500"/>
                            </p:stCondLst>
                            <p:childTnLst>
                              <p:par>
                                <p:cTn id="17" presetID="10"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nodeType="afterGroup">
                            <p:stCondLst>
                              <p:cond delay="500"/>
                            </p:stCondLst>
                            <p:childTnLst>
                              <p:par>
                                <p:cTn id="26" presetID="10" presetClass="entr" presetSubtype="0"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par>
                          <p:cTn id="34" fill="hold" nodeType="afterGroup">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par>
                          <p:cTn id="38" fill="hold" nodeType="afterGroup">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par>
                                <p:cTn id="52" presetID="10" presetClass="entr" presetSubtype="0"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nodeType="afterGroup">
                            <p:stCondLst>
                              <p:cond delay="500"/>
                            </p:stCondLst>
                            <p:childTnLst>
                              <p:par>
                                <p:cTn id="56" presetID="10" presetClass="entr" presetSubtype="0" fill="hold" grpId="0" nodeType="after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fade">
                                      <p:cBhvr>
                                        <p:cTn id="58" dur="500"/>
                                        <p:tgtEl>
                                          <p:spTgt spid="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childTnLst>
                          </p:cTn>
                        </p:par>
                        <p:par>
                          <p:cTn id="64" fill="hold" nodeType="afterGroup">
                            <p:stCondLst>
                              <p:cond delay="500"/>
                            </p:stCondLst>
                            <p:childTnLst>
                              <p:par>
                                <p:cTn id="65" presetID="10" presetClass="entr" presetSubtype="0" fill="hold" grpId="0" nodeType="after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fade">
                                      <p:cBhvr>
                                        <p:cTn id="72" dur="500"/>
                                        <p:tgtEl>
                                          <p:spTgt spid="3"/>
                                        </p:tgtEl>
                                      </p:cBhvr>
                                    </p:animEffect>
                                  </p:childTnLst>
                                </p:cTn>
                              </p:par>
                            </p:childTnLst>
                          </p:cTn>
                        </p:par>
                        <p:par>
                          <p:cTn id="73" fill="hold" nodeType="afterGroup">
                            <p:stCondLst>
                              <p:cond delay="500"/>
                            </p:stCondLst>
                            <p:childTnLst>
                              <p:par>
                                <p:cTn id="74" presetID="10" presetClass="entr" presetSubtype="0" fill="hold"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childTnLst>
                          </p:cTn>
                        </p:par>
                        <p:par>
                          <p:cTn id="77" fill="hold" nodeType="afterGroup">
                            <p:stCondLst>
                              <p:cond delay="1000"/>
                            </p:stCondLst>
                            <p:childTnLst>
                              <p:par>
                                <p:cTn id="78" presetID="10" presetClass="entr" presetSubtype="0" fill="hold" grpId="0" nodeType="after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20" grpId="0"/>
      <p:bldP spid="24"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9984F3-4A8C-41E9-8906-722BFDD32DF7}"/>
              </a:ext>
            </a:extLst>
          </p:cNvPr>
          <p:cNvSpPr/>
          <p:nvPr/>
        </p:nvSpPr>
        <p:spPr>
          <a:xfrm>
            <a:off x="0" y="0"/>
            <a:ext cx="6228184"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a:extLst>
              <a:ext uri="{FF2B5EF4-FFF2-40B4-BE49-F238E27FC236}">
                <a16:creationId xmlns:a16="http://schemas.microsoft.com/office/drawing/2014/main" id="{5C1A5F8D-5E28-431E-9C4E-F84AAEA7BB92}"/>
              </a:ext>
            </a:extLst>
          </p:cNvPr>
          <p:cNvSpPr txBox="1"/>
          <p:nvPr/>
        </p:nvSpPr>
        <p:spPr>
          <a:xfrm>
            <a:off x="1109457" y="1786920"/>
            <a:ext cx="2972534" cy="1569660"/>
          </a:xfrm>
          <a:prstGeom prst="rect">
            <a:avLst/>
          </a:prstGeom>
          <a:noFill/>
        </p:spPr>
        <p:txBody>
          <a:bodyPr wrap="square" rtlCol="0">
            <a:spAutoFit/>
          </a:bodyPr>
          <a:lstStyle/>
          <a:p>
            <a:r>
              <a:rPr lang="en-ZA" sz="4800" b="1" dirty="0">
                <a:solidFill>
                  <a:schemeClr val="bg1"/>
                </a:solidFill>
                <a:latin typeface="Avenir Medium"/>
              </a:rPr>
              <a:t>Classes &amp; interfaces</a:t>
            </a:r>
          </a:p>
        </p:txBody>
      </p:sp>
      <p:pic>
        <p:nvPicPr>
          <p:cNvPr id="10" name="Picture 9">
            <a:extLst>
              <a:ext uri="{FF2B5EF4-FFF2-40B4-BE49-F238E27FC236}">
                <a16:creationId xmlns:a16="http://schemas.microsoft.com/office/drawing/2014/main" id="{53F5EC0E-2972-425F-BBBD-15B8DF277F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0645" y="1213130"/>
            <a:ext cx="2798780" cy="2798780"/>
          </a:xfrm>
          <a:prstGeom prst="rect">
            <a:avLst/>
          </a:prstGeom>
        </p:spPr>
      </p:pic>
    </p:spTree>
    <p:extLst>
      <p:ext uri="{BB962C8B-B14F-4D97-AF65-F5344CB8AC3E}">
        <p14:creationId xmlns:p14="http://schemas.microsoft.com/office/powerpoint/2010/main" val="1807056552"/>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5F803587-DD65-E7D7-F1CD-0C5D3809DEDD}"/>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Encapsulation &amp; data hiding</a:t>
            </a:r>
          </a:p>
        </p:txBody>
      </p:sp>
      <p:sp>
        <p:nvSpPr>
          <p:cNvPr id="18435" name="Content Placeholder 2">
            <a:extLst>
              <a:ext uri="{FF2B5EF4-FFF2-40B4-BE49-F238E27FC236}">
                <a16:creationId xmlns:a16="http://schemas.microsoft.com/office/drawing/2014/main" id="{30F30EF9-AD7C-9A2F-74F3-01DABC1B6CFB}"/>
              </a:ext>
            </a:extLst>
          </p:cNvPr>
          <p:cNvSpPr>
            <a:spLocks noGrp="1" noChangeArrowheads="1"/>
          </p:cNvSpPr>
          <p:nvPr>
            <p:ph idx="1"/>
          </p:nvPr>
        </p:nvSpPr>
        <p:spPr>
          <a:xfrm>
            <a:off x="323850" y="1112838"/>
            <a:ext cx="8712646" cy="3481387"/>
          </a:xfrm>
        </p:spPr>
        <p:txBody>
          <a:bodyPr/>
          <a:lstStyle/>
          <a:p>
            <a:pPr>
              <a:defRPr/>
            </a:pPr>
            <a:r>
              <a:rPr lang="en-US" altLang="en-US" dirty="0">
                <a:latin typeface="Avenir Book" pitchFamily="2" charset="0"/>
                <a:ea typeface="ＭＳ Ｐゴシック" panose="020B0600070205080204" pitchFamily="34" charset="-128"/>
              </a:rPr>
              <a:t>See </a:t>
            </a:r>
            <a:r>
              <a:rPr lang="en-US" altLang="en-US" dirty="0">
                <a:solidFill>
                  <a:schemeClr val="accent1">
                    <a:lumMod val="50000"/>
                  </a:schemeClr>
                </a:solidFill>
                <a:latin typeface="Avenir Book" pitchFamily="2" charset="0"/>
                <a:ea typeface="ＭＳ Ｐゴシック" panose="020B0600070205080204" pitchFamily="34" charset="-128"/>
              </a:rPr>
              <a:t>/Example03</a:t>
            </a:r>
          </a:p>
          <a:p>
            <a:pPr>
              <a:defRPr/>
            </a:pPr>
            <a:r>
              <a:rPr lang="en-US" altLang="en-US" dirty="0">
                <a:latin typeface="Avenir Book" pitchFamily="2" charset="0"/>
                <a:ea typeface="ＭＳ Ｐゴシック" panose="020B0600070205080204" pitchFamily="34" charset="-128"/>
              </a:rPr>
              <a:t>Storing all information &amp; methods of an entity in one class is called </a:t>
            </a:r>
            <a:r>
              <a:rPr lang="en-US" altLang="en-US" i="1" dirty="0">
                <a:solidFill>
                  <a:schemeClr val="accent6">
                    <a:lumMod val="60000"/>
                    <a:lumOff val="40000"/>
                  </a:schemeClr>
                </a:solidFill>
                <a:latin typeface="Avenir Book" pitchFamily="2" charset="0"/>
                <a:ea typeface="ＭＳ Ｐゴシック" panose="020B0600070205080204" pitchFamily="34" charset="-128"/>
              </a:rPr>
              <a:t>Encapsulation</a:t>
            </a:r>
          </a:p>
          <a:p>
            <a:pPr>
              <a:defRPr/>
            </a:pPr>
            <a:r>
              <a:rPr lang="en-US" altLang="en-US" dirty="0">
                <a:latin typeface="Avenir Book" pitchFamily="2" charset="0"/>
                <a:ea typeface="ＭＳ Ｐゴシック" panose="020B0600070205080204" pitchFamily="34" charset="-128"/>
              </a:rPr>
              <a:t>Only allowing fields to be edited through get &amp; set methods is an example of </a:t>
            </a:r>
            <a:r>
              <a:rPr lang="en-US" altLang="en-US" i="1" dirty="0">
                <a:solidFill>
                  <a:schemeClr val="accent6">
                    <a:lumMod val="60000"/>
                    <a:lumOff val="40000"/>
                  </a:schemeClr>
                </a:solidFill>
                <a:latin typeface="Avenir Book" pitchFamily="2" charset="0"/>
                <a:ea typeface="ＭＳ Ｐゴシック" panose="020B0600070205080204" pitchFamily="34" charset="-128"/>
              </a:rPr>
              <a:t>Information Hiding</a:t>
            </a:r>
          </a:p>
          <a:p>
            <a:pPr lvl="1">
              <a:defRPr/>
            </a:pPr>
            <a:r>
              <a:rPr lang="en-US" altLang="en-US" dirty="0">
                <a:latin typeface="Avenir Book" pitchFamily="2" charset="0"/>
                <a:ea typeface="ＭＳ Ｐゴシック" panose="020B0600070205080204" pitchFamily="34" charset="-128"/>
              </a:rPr>
              <a:t>Allows for validation of setters before changing a value</a:t>
            </a:r>
          </a:p>
          <a:p>
            <a:pPr lvl="1">
              <a:defRPr/>
            </a:pPr>
            <a:r>
              <a:rPr lang="en-US" altLang="en-US" dirty="0">
                <a:latin typeface="Avenir Book" pitchFamily="2" charset="0"/>
                <a:ea typeface="ＭＳ Ｐゴシック" panose="020B0600070205080204" pitchFamily="34" charset="-128"/>
              </a:rPr>
              <a:t>Allows for formatting of getters before returning a value</a:t>
            </a:r>
          </a:p>
          <a:p>
            <a:pPr>
              <a:defRPr/>
            </a:pPr>
            <a:r>
              <a:rPr lang="en-US" altLang="en-US" dirty="0">
                <a:highlight>
                  <a:srgbClr val="FFFF00"/>
                </a:highlight>
                <a:latin typeface="Avenir Book" pitchFamily="2" charset="0"/>
                <a:ea typeface="ＭＳ Ｐゴシック" panose="020B0600070205080204" pitchFamily="34" charset="-128"/>
              </a:rPr>
              <a:t>Hint:</a:t>
            </a:r>
            <a:r>
              <a:rPr lang="en-US" altLang="en-US" dirty="0">
                <a:latin typeface="Avenir Book" pitchFamily="2" charset="0"/>
                <a:ea typeface="ＭＳ Ｐゴシック" panose="020B0600070205080204" pitchFamily="34" charset="-128"/>
              </a:rPr>
              <a:t> IntelliJ can create constructors, getters &amp; setters, etc., automatically from fields using Code &gt; Generate (</a:t>
            </a:r>
            <a:r>
              <a:rPr lang="en-US" altLang="en-US" dirty="0" err="1">
                <a:latin typeface="Avenir Book" pitchFamily="2" charset="0"/>
                <a:ea typeface="ＭＳ Ｐゴシック" panose="020B0600070205080204" pitchFamily="34" charset="-128"/>
              </a:rPr>
              <a:t>ALT+insert</a:t>
            </a:r>
            <a:r>
              <a:rPr lang="en-US" altLang="en-US" dirty="0">
                <a:latin typeface="Avenir Book" pitchFamily="2" charset="0"/>
                <a:ea typeface="ＭＳ Ｐゴシック" panose="020B0600070205080204" pitchFamily="34" charset="-128"/>
              </a:rPr>
              <a:t>)</a:t>
            </a:r>
          </a:p>
        </p:txBody>
      </p:sp>
    </p:spTree>
    <p:extLst>
      <p:ext uri="{BB962C8B-B14F-4D97-AF65-F5344CB8AC3E}">
        <p14:creationId xmlns:p14="http://schemas.microsoft.com/office/powerpoint/2010/main" val="654889818"/>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3A51E6B-FE63-0023-8D83-C63D03112EEC}"/>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Inheritance &amp; polymorphism</a:t>
            </a:r>
          </a:p>
        </p:txBody>
      </p:sp>
      <p:sp>
        <p:nvSpPr>
          <p:cNvPr id="18435" name="Content Placeholder 2">
            <a:extLst>
              <a:ext uri="{FF2B5EF4-FFF2-40B4-BE49-F238E27FC236}">
                <a16:creationId xmlns:a16="http://schemas.microsoft.com/office/drawing/2014/main" id="{5AD91A3D-FF9E-4120-F8D0-ED21516F2828}"/>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See </a:t>
            </a:r>
            <a:r>
              <a:rPr lang="en-US" altLang="en-US" dirty="0">
                <a:solidFill>
                  <a:schemeClr val="accent5">
                    <a:lumMod val="50000"/>
                  </a:schemeClr>
                </a:solidFill>
                <a:latin typeface="Avenir Book" pitchFamily="2" charset="0"/>
                <a:ea typeface="ＭＳ Ｐゴシック" panose="020B0600070205080204" pitchFamily="34" charset="-128"/>
              </a:rPr>
              <a:t>/Example04</a:t>
            </a:r>
          </a:p>
          <a:p>
            <a:pPr>
              <a:defRPr/>
            </a:pPr>
            <a:r>
              <a:rPr lang="en-US" altLang="en-US" dirty="0">
                <a:latin typeface="Avenir Book" pitchFamily="2" charset="0"/>
                <a:ea typeface="ＭＳ Ｐゴシック" panose="020B0600070205080204" pitchFamily="34" charset="-128"/>
              </a:rPr>
              <a:t>Java supports </a:t>
            </a:r>
            <a:r>
              <a:rPr lang="en-US" altLang="en-US" i="1" dirty="0">
                <a:latin typeface="Avenir Book" pitchFamily="2" charset="0"/>
                <a:ea typeface="ＭＳ Ｐゴシック" panose="020B0600070205080204" pitchFamily="34" charset="-128"/>
              </a:rPr>
              <a:t>single inheritance</a:t>
            </a:r>
            <a:r>
              <a:rPr lang="en-US" altLang="en-US" dirty="0">
                <a:latin typeface="Avenir Book" pitchFamily="2" charset="0"/>
                <a:ea typeface="ＭＳ Ｐゴシック" panose="020B0600070205080204" pitchFamily="34" charset="-128"/>
              </a:rPr>
              <a:t>, but using interfaces, it </a:t>
            </a:r>
            <a:r>
              <a:rPr lang="en-US" altLang="en-US" i="1" dirty="0">
                <a:latin typeface="Avenir Book" pitchFamily="2" charset="0"/>
                <a:ea typeface="ＭＳ Ｐゴシック" panose="020B0600070205080204" pitchFamily="34" charset="-128"/>
              </a:rPr>
              <a:t>is</a:t>
            </a:r>
            <a:r>
              <a:rPr lang="en-US" altLang="en-US" dirty="0">
                <a:latin typeface="Avenir Book" pitchFamily="2" charset="0"/>
                <a:ea typeface="ＭＳ Ｐゴシック" panose="020B0600070205080204" pitchFamily="34" charset="-128"/>
              </a:rPr>
              <a:t> possible to simulate </a:t>
            </a:r>
            <a:r>
              <a:rPr lang="en-US" altLang="en-US" i="1" dirty="0">
                <a:latin typeface="Avenir Book" pitchFamily="2" charset="0"/>
                <a:ea typeface="ＭＳ Ｐゴシック" panose="020B0600070205080204" pitchFamily="34" charset="-128"/>
              </a:rPr>
              <a:t>multiple inheritance </a:t>
            </a:r>
          </a:p>
          <a:p>
            <a:pPr>
              <a:defRPr/>
            </a:pPr>
            <a:r>
              <a:rPr lang="en-US" altLang="en-US" b="1" dirty="0">
                <a:latin typeface="Avenir Book" pitchFamily="2" charset="0"/>
                <a:ea typeface="ＭＳ Ｐゴシック" panose="020B0600070205080204" pitchFamily="34" charset="-128"/>
              </a:rPr>
              <a:t>Student</a:t>
            </a:r>
            <a:r>
              <a:rPr lang="en-US" altLang="en-US" dirty="0">
                <a:latin typeface="Avenir Book" pitchFamily="2" charset="0"/>
                <a:ea typeface="ＭＳ Ｐゴシック" panose="020B0600070205080204" pitchFamily="34" charset="-128"/>
              </a:rPr>
              <a:t> and </a:t>
            </a:r>
            <a:r>
              <a:rPr lang="en-US" altLang="en-US" b="1" dirty="0">
                <a:latin typeface="Avenir Book" pitchFamily="2" charset="0"/>
                <a:ea typeface="ＭＳ Ｐゴシック" panose="020B0600070205080204" pitchFamily="34" charset="-128"/>
              </a:rPr>
              <a:t>Lecturer</a:t>
            </a:r>
            <a:r>
              <a:rPr lang="en-US" altLang="en-US" dirty="0">
                <a:latin typeface="Avenir Book" pitchFamily="2" charset="0"/>
                <a:ea typeface="ＭＳ Ｐゴシック" panose="020B0600070205080204" pitchFamily="34" charset="-128"/>
              </a:rPr>
              <a:t> extend </a:t>
            </a:r>
            <a:r>
              <a:rPr lang="en-US" altLang="en-US" b="1" dirty="0">
                <a:latin typeface="Avenir Book" pitchFamily="2" charset="0"/>
                <a:ea typeface="ＭＳ Ｐゴシック" panose="020B0600070205080204" pitchFamily="34" charset="-128"/>
              </a:rPr>
              <a:t>Person </a:t>
            </a:r>
            <a:r>
              <a:rPr lang="en-US" altLang="en-US" dirty="0">
                <a:latin typeface="Avenir Book" pitchFamily="2" charset="0"/>
                <a:ea typeface="ＭＳ Ｐゴシック" panose="020B0600070205080204" pitchFamily="34" charset="-128"/>
              </a:rPr>
              <a:t>(inheritance: extends keyword)</a:t>
            </a:r>
          </a:p>
          <a:p>
            <a:pPr>
              <a:defRPr/>
            </a:pPr>
            <a:r>
              <a:rPr lang="en-US" altLang="en-US" dirty="0">
                <a:latin typeface="Avenir Book" pitchFamily="2" charset="0"/>
                <a:ea typeface="ＭＳ Ｐゴシック" panose="020B0600070205080204" pitchFamily="34" charset="-128"/>
              </a:rPr>
              <a:t>A </a:t>
            </a:r>
            <a:r>
              <a:rPr lang="en-US" altLang="en-US" b="1" dirty="0">
                <a:latin typeface="Avenir Book" pitchFamily="2" charset="0"/>
                <a:ea typeface="ＭＳ Ｐゴシック" panose="020B0600070205080204" pitchFamily="34" charset="-128"/>
              </a:rPr>
              <a:t>Student</a:t>
            </a:r>
            <a:r>
              <a:rPr lang="en-US" altLang="en-US" dirty="0">
                <a:latin typeface="Avenir Book" pitchFamily="2" charset="0"/>
                <a:ea typeface="ＭＳ Ｐゴシック" panose="020B0600070205080204" pitchFamily="34" charset="-128"/>
              </a:rPr>
              <a:t> or </a:t>
            </a:r>
            <a:r>
              <a:rPr lang="en-US" altLang="en-US" b="1" dirty="0">
                <a:latin typeface="Avenir Book" pitchFamily="2" charset="0"/>
                <a:ea typeface="ＭＳ Ｐゴシック" panose="020B0600070205080204" pitchFamily="34" charset="-128"/>
              </a:rPr>
              <a:t>Lecturer</a:t>
            </a:r>
            <a:r>
              <a:rPr lang="en-US" altLang="en-US" dirty="0">
                <a:latin typeface="Avenir Book" pitchFamily="2" charset="0"/>
                <a:ea typeface="ＭＳ Ｐゴシック" panose="020B0600070205080204" pitchFamily="34" charset="-128"/>
              </a:rPr>
              <a:t> object can be assigned to a </a:t>
            </a:r>
            <a:r>
              <a:rPr lang="en-US" altLang="en-US" b="1" dirty="0">
                <a:latin typeface="Avenir Book" pitchFamily="2" charset="0"/>
                <a:ea typeface="ＭＳ Ｐゴシック" panose="020B0600070205080204" pitchFamily="34" charset="-128"/>
              </a:rPr>
              <a:t>Person</a:t>
            </a:r>
            <a:r>
              <a:rPr lang="en-US" altLang="en-US" dirty="0">
                <a:latin typeface="Avenir Book" pitchFamily="2" charset="0"/>
                <a:ea typeface="ＭＳ Ｐゴシック" panose="020B0600070205080204" pitchFamily="34" charset="-128"/>
              </a:rPr>
              <a:t> reference</a:t>
            </a:r>
          </a:p>
          <a:p>
            <a:pPr>
              <a:defRPr/>
            </a:pPr>
            <a:r>
              <a:rPr lang="en-US" altLang="en-US" dirty="0">
                <a:latin typeface="Avenir Book" pitchFamily="2" charset="0"/>
                <a:ea typeface="ＭＳ Ｐゴシック" panose="020B0600070205080204" pitchFamily="34" charset="-128"/>
              </a:rPr>
              <a:t>Through </a:t>
            </a:r>
            <a:r>
              <a:rPr lang="en-US" altLang="en-US" i="1" dirty="0">
                <a:latin typeface="Avenir Book" pitchFamily="2" charset="0"/>
                <a:ea typeface="ＭＳ Ｐゴシック" panose="020B0600070205080204" pitchFamily="34" charset="-128"/>
              </a:rPr>
              <a:t>polymorphism</a:t>
            </a:r>
            <a:r>
              <a:rPr lang="en-US" altLang="en-US" dirty="0">
                <a:latin typeface="Avenir Book" pitchFamily="2" charset="0"/>
                <a:ea typeface="ＭＳ Ｐゴシック" panose="020B0600070205080204" pitchFamily="34" charset="-128"/>
              </a:rPr>
              <a:t> the correct methods are called</a:t>
            </a:r>
          </a:p>
        </p:txBody>
      </p:sp>
    </p:spTree>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AE3FEFEE-CC30-CA40-AE5F-E078A23467FF}"/>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Overriding</a:t>
            </a:r>
          </a:p>
        </p:txBody>
      </p:sp>
      <p:sp>
        <p:nvSpPr>
          <p:cNvPr id="18435" name="Content Placeholder 2">
            <a:extLst>
              <a:ext uri="{FF2B5EF4-FFF2-40B4-BE49-F238E27FC236}">
                <a16:creationId xmlns:a16="http://schemas.microsoft.com/office/drawing/2014/main" id="{7FE3515C-06B8-C08D-1AFB-CEA05F42F9F9}"/>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See </a:t>
            </a:r>
            <a:r>
              <a:rPr lang="en-US" altLang="en-US" dirty="0">
                <a:solidFill>
                  <a:schemeClr val="accent5">
                    <a:lumMod val="50000"/>
                  </a:schemeClr>
                </a:solidFill>
                <a:latin typeface="Avenir Book" pitchFamily="2" charset="0"/>
                <a:ea typeface="ＭＳ Ｐゴシック" panose="020B0600070205080204" pitchFamily="34" charset="-128"/>
              </a:rPr>
              <a:t>/Example06</a:t>
            </a:r>
          </a:p>
          <a:p>
            <a:pPr>
              <a:defRPr/>
            </a:pPr>
            <a:r>
              <a:rPr lang="en-US" altLang="en-US" b="1" dirty="0">
                <a:latin typeface="Avenir Book" pitchFamily="2" charset="0"/>
                <a:ea typeface="ＭＳ Ｐゴシック" panose="020B0600070205080204" pitchFamily="34" charset="-128"/>
              </a:rPr>
              <a:t>Overriding</a:t>
            </a:r>
            <a:r>
              <a:rPr lang="en-US" altLang="en-US" dirty="0">
                <a:latin typeface="Avenir Book" pitchFamily="2" charset="0"/>
                <a:ea typeface="ＭＳ Ｐゴシック" panose="020B0600070205080204" pitchFamily="34" charset="-128"/>
              </a:rPr>
              <a:t> = new implementation of an inherited method</a:t>
            </a:r>
          </a:p>
          <a:p>
            <a:pPr>
              <a:defRPr/>
            </a:pPr>
            <a:r>
              <a:rPr lang="en-US" altLang="en-US" b="1" dirty="0">
                <a:latin typeface="Avenir Book" pitchFamily="2" charset="0"/>
                <a:ea typeface="ＭＳ Ｐゴシック" panose="020B0600070205080204" pitchFamily="34" charset="-128"/>
              </a:rPr>
              <a:t>Lecturer</a:t>
            </a:r>
            <a:r>
              <a:rPr lang="en-US" altLang="en-US" dirty="0">
                <a:latin typeface="Avenir Book" pitchFamily="2" charset="0"/>
                <a:ea typeface="ＭＳ Ｐゴシック" panose="020B0600070205080204" pitchFamily="34" charset="-128"/>
              </a:rPr>
              <a:t> provides a new implementation for </a:t>
            </a:r>
            <a:r>
              <a:rPr lang="en-US" altLang="en-US" dirty="0" err="1">
                <a:latin typeface="Avenir Book" pitchFamily="2" charset="0"/>
                <a:ea typeface="ＭＳ Ｐゴシック" panose="020B0600070205080204" pitchFamily="34" charset="-128"/>
              </a:rPr>
              <a:t>getName</a:t>
            </a:r>
            <a:r>
              <a:rPr lang="en-US" altLang="en-US" dirty="0">
                <a:latin typeface="Avenir Book" pitchFamily="2" charset="0"/>
                <a:ea typeface="ＭＳ Ｐゴシック" panose="020B0600070205080204" pitchFamily="34" charset="-128"/>
              </a:rPr>
              <a:t>()</a:t>
            </a:r>
          </a:p>
          <a:p>
            <a:pPr>
              <a:defRPr/>
            </a:pPr>
            <a:r>
              <a:rPr lang="en-US" altLang="en-US" dirty="0">
                <a:latin typeface="Avenir Book" pitchFamily="2" charset="0"/>
                <a:ea typeface="ＭＳ Ｐゴシック" panose="020B0600070205080204" pitchFamily="34" charset="-128"/>
              </a:rPr>
              <a:t>This is called </a:t>
            </a:r>
            <a:r>
              <a:rPr lang="en-US" altLang="en-US" i="1" dirty="0">
                <a:solidFill>
                  <a:schemeClr val="accent6">
                    <a:lumMod val="60000"/>
                    <a:lumOff val="40000"/>
                  </a:schemeClr>
                </a:solidFill>
                <a:latin typeface="Avenir Book" pitchFamily="2" charset="0"/>
                <a:ea typeface="ＭＳ Ｐゴシック" panose="020B0600070205080204" pitchFamily="34" charset="-128"/>
              </a:rPr>
              <a:t>overriding</a:t>
            </a:r>
          </a:p>
          <a:p>
            <a:pPr lvl="1">
              <a:defRPr/>
            </a:pPr>
            <a:r>
              <a:rPr lang="en-US" altLang="en-US" sz="1800" dirty="0">
                <a:latin typeface="Avenir Book" pitchFamily="2" charset="0"/>
                <a:ea typeface="ＭＳ Ｐゴシック" panose="020B0600070205080204" pitchFamily="34" charset="-128"/>
              </a:rPr>
              <a:t>No special keyword needed to override an inherited method (unlike C#)</a:t>
            </a:r>
          </a:p>
          <a:p>
            <a:pPr lvl="1">
              <a:defRPr/>
            </a:pPr>
            <a:r>
              <a:rPr lang="en-US" altLang="en-US" sz="1800" dirty="0">
                <a:latin typeface="Avenir Book" pitchFamily="2" charset="0"/>
                <a:ea typeface="ＭＳ Ｐゴシック" panose="020B0600070205080204" pitchFamily="34" charset="-128"/>
              </a:rPr>
              <a:t>Can include a sanity check if you want to by including the @Override annotation before the method signature</a:t>
            </a:r>
          </a:p>
          <a:p>
            <a:pPr lvl="2">
              <a:defRPr/>
            </a:pPr>
            <a:r>
              <a:rPr lang="en-US" altLang="en-US" sz="1800" dirty="0">
                <a:latin typeface="Avenir Book" pitchFamily="2" charset="0"/>
                <a:ea typeface="ＭＳ Ｐゴシック" panose="020B0600070205080204" pitchFamily="34" charset="-128"/>
              </a:rPr>
              <a:t>Forces IntelliJ to check if there </a:t>
            </a:r>
            <a:r>
              <a:rPr lang="en-US" altLang="en-US" sz="1800" i="1" dirty="0">
                <a:latin typeface="Avenir Book" pitchFamily="2" charset="0"/>
                <a:ea typeface="ＭＳ Ｐゴシック" panose="020B0600070205080204" pitchFamily="34" charset="-128"/>
              </a:rPr>
              <a:t>is actually </a:t>
            </a:r>
            <a:r>
              <a:rPr lang="en-US" altLang="en-US" sz="1800" dirty="0">
                <a:latin typeface="Avenir Book" pitchFamily="2" charset="0"/>
                <a:ea typeface="ＭＳ Ｐゴシック" panose="020B0600070205080204" pitchFamily="34" charset="-128"/>
              </a:rPr>
              <a:t>a method with the same name to be overridden</a:t>
            </a:r>
          </a:p>
          <a:p>
            <a:pPr lvl="2">
              <a:defRPr/>
            </a:pPr>
            <a:r>
              <a:rPr lang="en-US" altLang="en-US" sz="1800" dirty="0">
                <a:latin typeface="Avenir Book" pitchFamily="2" charset="0"/>
                <a:ea typeface="ＭＳ Ｐゴシック" panose="020B0600070205080204" pitchFamily="34" charset="-128"/>
              </a:rPr>
              <a:t>If not, an error message is displayed</a:t>
            </a:r>
          </a:p>
        </p:txBody>
      </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3F32AA4B-559E-BDBB-EDA7-AE7EEEA0FFD4}"/>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Overriding (cont.)</a:t>
            </a:r>
          </a:p>
        </p:txBody>
      </p:sp>
      <p:sp>
        <p:nvSpPr>
          <p:cNvPr id="62467" name="Content Placeholder 2">
            <a:extLst>
              <a:ext uri="{FF2B5EF4-FFF2-40B4-BE49-F238E27FC236}">
                <a16:creationId xmlns:a16="http://schemas.microsoft.com/office/drawing/2014/main" id="{192D8E7D-79DE-7915-A5D2-2B0DDCB65D3C}"/>
              </a:ext>
            </a:extLst>
          </p:cNvPr>
          <p:cNvSpPr>
            <a:spLocks noGrp="1" noChangeArrowheads="1"/>
          </p:cNvSpPr>
          <p:nvPr>
            <p:ph idx="1"/>
          </p:nvPr>
        </p:nvSpPr>
        <p:spPr>
          <a:xfrm>
            <a:off x="323850" y="1112838"/>
            <a:ext cx="8712200" cy="3481387"/>
          </a:xfrm>
        </p:spPr>
        <p:txBody>
          <a:bodyPr/>
          <a:lstStyle/>
          <a:p>
            <a:r>
              <a:rPr lang="en-US" altLang="en-US">
                <a:latin typeface="Avenir Book" pitchFamily="2" charset="0"/>
                <a:ea typeface="ＭＳ Ｐゴシック" panose="020B0600070205080204" pitchFamily="34" charset="-128"/>
              </a:rPr>
              <a:t>When a </a:t>
            </a:r>
            <a:r>
              <a:rPr lang="en-US" altLang="en-US" b="1">
                <a:latin typeface="Avenir Book" pitchFamily="2" charset="0"/>
                <a:ea typeface="ＭＳ Ｐゴシック" panose="020B0600070205080204" pitchFamily="34" charset="-128"/>
              </a:rPr>
              <a:t>Lecturer</a:t>
            </a:r>
            <a:r>
              <a:rPr lang="en-US" altLang="en-US">
                <a:latin typeface="Avenir Book" pitchFamily="2" charset="0"/>
                <a:ea typeface="ＭＳ Ｐゴシック" panose="020B0600070205080204" pitchFamily="34" charset="-128"/>
              </a:rPr>
              <a:t> object is assigned to a </a:t>
            </a:r>
            <a:r>
              <a:rPr lang="en-US" altLang="en-US" b="1">
                <a:latin typeface="Avenir Book" pitchFamily="2" charset="0"/>
                <a:ea typeface="ＭＳ Ｐゴシック" panose="020B0600070205080204" pitchFamily="34" charset="-128"/>
              </a:rPr>
              <a:t>Person</a:t>
            </a:r>
            <a:r>
              <a:rPr lang="en-US" altLang="en-US">
                <a:latin typeface="Avenir Book" pitchFamily="2" charset="0"/>
                <a:ea typeface="ＭＳ Ｐゴシック" panose="020B0600070205080204" pitchFamily="34" charset="-128"/>
              </a:rPr>
              <a:t> reference, the correct version of getName() is called</a:t>
            </a:r>
          </a:p>
          <a:p>
            <a:r>
              <a:rPr lang="en-US" altLang="en-US" i="1">
                <a:latin typeface="Avenir Book" pitchFamily="2" charset="0"/>
                <a:ea typeface="ＭＳ Ｐゴシック" panose="020B0600070205080204" pitchFamily="34" charset="-128"/>
              </a:rPr>
              <a:t>That’s why polymorphism is so cool!</a:t>
            </a:r>
          </a:p>
        </p:txBody>
      </p:sp>
    </p:spTree>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17FD6D3E-C09F-B8D2-41FC-3BD73FC181D1}"/>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Constructors &amp; overloading</a:t>
            </a:r>
          </a:p>
        </p:txBody>
      </p:sp>
      <p:sp>
        <p:nvSpPr>
          <p:cNvPr id="18435" name="Content Placeholder 2">
            <a:extLst>
              <a:ext uri="{FF2B5EF4-FFF2-40B4-BE49-F238E27FC236}">
                <a16:creationId xmlns:a16="http://schemas.microsoft.com/office/drawing/2014/main" id="{4CD5687F-A594-56B8-9F64-848AE8DF7FD2}"/>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See </a:t>
            </a:r>
            <a:r>
              <a:rPr lang="en-US" altLang="en-US" dirty="0">
                <a:solidFill>
                  <a:schemeClr val="accent5">
                    <a:lumMod val="50000"/>
                  </a:schemeClr>
                </a:solidFill>
                <a:latin typeface="Avenir Book" pitchFamily="2" charset="0"/>
                <a:ea typeface="ＭＳ Ｐゴシック" panose="020B0600070205080204" pitchFamily="34" charset="-128"/>
              </a:rPr>
              <a:t>/Example05</a:t>
            </a:r>
          </a:p>
          <a:p>
            <a:pPr>
              <a:defRPr/>
            </a:pPr>
            <a:r>
              <a:rPr lang="en-US" altLang="en-US" dirty="0">
                <a:latin typeface="Avenir Book" pitchFamily="2" charset="0"/>
                <a:ea typeface="ＭＳ Ｐゴシック" panose="020B0600070205080204" pitchFamily="34" charset="-128"/>
              </a:rPr>
              <a:t>Different types of constructors</a:t>
            </a:r>
          </a:p>
          <a:p>
            <a:pPr lvl="1">
              <a:defRPr/>
            </a:pPr>
            <a:r>
              <a:rPr lang="en-US" altLang="en-US" dirty="0">
                <a:latin typeface="Avenir Book" pitchFamily="2" charset="0"/>
                <a:ea typeface="ＭＳ Ｐゴシック" panose="020B0600070205080204" pitchFamily="34" charset="-128"/>
              </a:rPr>
              <a:t>Default constructor: accepts no parameters</a:t>
            </a:r>
          </a:p>
          <a:p>
            <a:pPr lvl="1">
              <a:defRPr/>
            </a:pPr>
            <a:r>
              <a:rPr lang="en-US" altLang="en-US" dirty="0" err="1">
                <a:latin typeface="Avenir Book" pitchFamily="2" charset="0"/>
                <a:ea typeface="ＭＳ Ｐゴシック" panose="020B0600070205080204" pitchFamily="34" charset="-128"/>
              </a:rPr>
              <a:t>Parameterised</a:t>
            </a:r>
            <a:r>
              <a:rPr lang="en-US" altLang="en-US" dirty="0">
                <a:latin typeface="Avenir Book" pitchFamily="2" charset="0"/>
                <a:ea typeface="ＭＳ Ｐゴシック" panose="020B0600070205080204" pitchFamily="34" charset="-128"/>
              </a:rPr>
              <a:t> constructor: accepts parameters &amp; uses to </a:t>
            </a:r>
            <a:r>
              <a:rPr lang="en-US" altLang="en-US" dirty="0" err="1">
                <a:latin typeface="Avenir Book" pitchFamily="2" charset="0"/>
                <a:ea typeface="ＭＳ Ｐゴシック" panose="020B0600070205080204" pitchFamily="34" charset="-128"/>
              </a:rPr>
              <a:t>initialise</a:t>
            </a:r>
            <a:r>
              <a:rPr lang="en-US" altLang="en-US" dirty="0">
                <a:latin typeface="Avenir Book" pitchFamily="2" charset="0"/>
                <a:ea typeface="ＭＳ Ｐゴシック" panose="020B0600070205080204" pitchFamily="34" charset="-128"/>
              </a:rPr>
              <a:t> object</a:t>
            </a:r>
          </a:p>
          <a:p>
            <a:pPr lvl="1">
              <a:defRPr/>
            </a:pPr>
            <a:r>
              <a:rPr lang="en-US" altLang="en-US" dirty="0">
                <a:latin typeface="Avenir Book" pitchFamily="2" charset="0"/>
                <a:ea typeface="ＭＳ Ｐゴシック" panose="020B0600070205080204" pitchFamily="34" charset="-128"/>
              </a:rPr>
              <a:t>Copy constructor: accepts object of same type &amp; copies values across</a:t>
            </a:r>
          </a:p>
          <a:p>
            <a:pPr>
              <a:defRPr/>
            </a:pPr>
            <a:r>
              <a:rPr lang="en-US" altLang="en-US" dirty="0">
                <a:latin typeface="Avenir Book" pitchFamily="2" charset="0"/>
                <a:ea typeface="ＭＳ Ｐゴシック" panose="020B0600070205080204" pitchFamily="34" charset="-128"/>
              </a:rPr>
              <a:t>Having two (or more) methods with the same name but different parameters is called </a:t>
            </a:r>
            <a:r>
              <a:rPr lang="en-US" altLang="en-US" i="1" dirty="0">
                <a:solidFill>
                  <a:schemeClr val="accent6">
                    <a:lumMod val="60000"/>
                    <a:lumOff val="40000"/>
                  </a:schemeClr>
                </a:solidFill>
                <a:latin typeface="Avenir Book" pitchFamily="2" charset="0"/>
                <a:ea typeface="ＭＳ Ｐゴシック" panose="020B0600070205080204" pitchFamily="34" charset="-128"/>
              </a:rPr>
              <a:t>overloading</a:t>
            </a:r>
          </a:p>
          <a:p>
            <a:pPr>
              <a:defRPr/>
            </a:pPr>
            <a:endParaRPr lang="en-US" altLang="en-US" dirty="0">
              <a:latin typeface="Avenir Book" pitchFamily="2" charset="0"/>
              <a:ea typeface="ＭＳ Ｐゴシック" panose="020B0600070205080204" pitchFamily="34" charset="-128"/>
            </a:endParaRPr>
          </a:p>
        </p:txBody>
      </p:sp>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A5282480-0427-58EA-AD3E-D10938F245D4}"/>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Abstract classes &amp; methods</a:t>
            </a:r>
          </a:p>
        </p:txBody>
      </p:sp>
      <p:sp>
        <p:nvSpPr>
          <p:cNvPr id="18435" name="Content Placeholder 2">
            <a:extLst>
              <a:ext uri="{FF2B5EF4-FFF2-40B4-BE49-F238E27FC236}">
                <a16:creationId xmlns:a16="http://schemas.microsoft.com/office/drawing/2014/main" id="{6D7C4A2B-27E9-6A43-C773-EB37B720B1F2}"/>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See </a:t>
            </a:r>
            <a:r>
              <a:rPr lang="en-US" altLang="en-US" dirty="0">
                <a:solidFill>
                  <a:schemeClr val="accent5">
                    <a:lumMod val="50000"/>
                  </a:schemeClr>
                </a:solidFill>
                <a:latin typeface="Avenir Book" pitchFamily="2" charset="0"/>
                <a:ea typeface="ＭＳ Ｐゴシック" panose="020B0600070205080204" pitchFamily="34" charset="-128"/>
              </a:rPr>
              <a:t>/Example07</a:t>
            </a:r>
          </a:p>
          <a:p>
            <a:pPr>
              <a:defRPr/>
            </a:pPr>
            <a:r>
              <a:rPr lang="en-US" altLang="en-US" b="1" dirty="0">
                <a:latin typeface="Avenir Book" pitchFamily="2" charset="0"/>
                <a:ea typeface="ＭＳ Ｐゴシック" panose="020B0600070205080204" pitchFamily="34" charset="-128"/>
              </a:rPr>
              <a:t>Abstract class</a:t>
            </a:r>
          </a:p>
          <a:p>
            <a:pPr lvl="1">
              <a:defRPr/>
            </a:pPr>
            <a:r>
              <a:rPr lang="en-US" altLang="en-US" dirty="0">
                <a:latin typeface="Avenir Book" pitchFamily="2" charset="0"/>
                <a:ea typeface="ＭＳ Ｐゴシック" panose="020B0600070205080204" pitchFamily="34" charset="-128"/>
              </a:rPr>
              <a:t>class that cannot be instantiated </a:t>
            </a:r>
          </a:p>
          <a:p>
            <a:pPr lvl="1">
              <a:defRPr/>
            </a:pPr>
            <a:r>
              <a:rPr lang="en-US" altLang="en-US" dirty="0">
                <a:latin typeface="Avenir Book" pitchFamily="2" charset="0"/>
                <a:ea typeface="ＭＳ Ｐゴシック" panose="020B0600070205080204" pitchFamily="34" charset="-128"/>
              </a:rPr>
              <a:t>can be partially implemented though</a:t>
            </a:r>
          </a:p>
          <a:p>
            <a:pPr>
              <a:defRPr/>
            </a:pPr>
            <a:r>
              <a:rPr lang="en-US" altLang="en-US" b="1" dirty="0">
                <a:latin typeface="Avenir Book" pitchFamily="2" charset="0"/>
                <a:ea typeface="ＭＳ Ｐゴシック" panose="020B0600070205080204" pitchFamily="34" charset="-128"/>
              </a:rPr>
              <a:t>Abstract method</a:t>
            </a:r>
          </a:p>
          <a:p>
            <a:pPr lvl="1">
              <a:defRPr/>
            </a:pPr>
            <a:r>
              <a:rPr lang="en-US" altLang="en-US" dirty="0">
                <a:latin typeface="Avenir Book" pitchFamily="2" charset="0"/>
                <a:ea typeface="ＭＳ Ｐゴシック" panose="020B0600070205080204" pitchFamily="34" charset="-128"/>
              </a:rPr>
              <a:t>method that has been declared, but not implemented </a:t>
            </a:r>
          </a:p>
          <a:p>
            <a:pPr lvl="1">
              <a:defRPr/>
            </a:pPr>
            <a:r>
              <a:rPr lang="en-US" altLang="en-US" dirty="0">
                <a:latin typeface="Avenir Book" pitchFamily="2" charset="0"/>
                <a:ea typeface="ＭＳ Ｐゴシック" panose="020B0600070205080204" pitchFamily="34" charset="-128"/>
              </a:rPr>
              <a:t>a class with 1..* abstract methods is abstract</a:t>
            </a:r>
          </a:p>
          <a:p>
            <a:pPr>
              <a:defRPr/>
            </a:pPr>
            <a:r>
              <a:rPr lang="en-US" altLang="en-US" dirty="0">
                <a:latin typeface="Avenir Book" pitchFamily="2" charset="0"/>
                <a:ea typeface="ＭＳ Ｐゴシック" panose="020B0600070205080204" pitchFamily="34" charset="-128"/>
              </a:rPr>
              <a:t>Abstract class </a:t>
            </a:r>
            <a:r>
              <a:rPr lang="en-US" altLang="en-US" b="1" dirty="0">
                <a:latin typeface="Avenir Book" pitchFamily="2" charset="0"/>
                <a:ea typeface="ＭＳ Ｐゴシック" panose="020B0600070205080204" pitchFamily="34" charset="-128"/>
              </a:rPr>
              <a:t>Person</a:t>
            </a:r>
            <a:r>
              <a:rPr lang="en-US" altLang="en-US" dirty="0">
                <a:latin typeface="Avenir Book" pitchFamily="2" charset="0"/>
                <a:ea typeface="ＭＳ Ｐゴシック" panose="020B0600070205080204" pitchFamily="34" charset="-128"/>
              </a:rPr>
              <a:t> and some of its methods have been declared abstract</a:t>
            </a:r>
          </a:p>
        </p:txBody>
      </p:sp>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0883500E-DE5B-7739-331A-8190FFC90E28}"/>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Abstract classes &amp; methods (cont.)</a:t>
            </a:r>
          </a:p>
        </p:txBody>
      </p:sp>
      <p:sp>
        <p:nvSpPr>
          <p:cNvPr id="18435" name="Content Placeholder 2">
            <a:extLst>
              <a:ext uri="{FF2B5EF4-FFF2-40B4-BE49-F238E27FC236}">
                <a16:creationId xmlns:a16="http://schemas.microsoft.com/office/drawing/2014/main" id="{2D4E67FD-1DA0-232F-2737-D676F6E1BB1F}"/>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All these methods </a:t>
            </a:r>
            <a:r>
              <a:rPr lang="en-US" altLang="en-US" u="sng" dirty="0">
                <a:latin typeface="Avenir Book" pitchFamily="2" charset="0"/>
                <a:ea typeface="ＭＳ Ｐゴシック" panose="020B0600070205080204" pitchFamily="34" charset="-128"/>
              </a:rPr>
              <a:t>must</a:t>
            </a:r>
            <a:r>
              <a:rPr lang="en-US" altLang="en-US" dirty="0">
                <a:latin typeface="Avenir Book" pitchFamily="2" charset="0"/>
                <a:ea typeface="ＭＳ Ｐゴシック" panose="020B0600070205080204" pitchFamily="34" charset="-128"/>
              </a:rPr>
              <a:t> be implemented by a subclass before it can be instantiated</a:t>
            </a:r>
          </a:p>
          <a:p>
            <a:pPr lvl="1">
              <a:defRPr/>
            </a:pPr>
            <a:r>
              <a:rPr lang="en-US" altLang="en-US" dirty="0">
                <a:latin typeface="Avenir Book" pitchFamily="2" charset="0"/>
                <a:ea typeface="ＭＳ Ｐゴシック" panose="020B0600070205080204" pitchFamily="34" charset="-128"/>
              </a:rPr>
              <a:t>Implemented in </a:t>
            </a:r>
            <a:r>
              <a:rPr lang="en-US" altLang="en-US" b="1" dirty="0">
                <a:latin typeface="Avenir Book" pitchFamily="2" charset="0"/>
                <a:ea typeface="ＭＳ Ｐゴシック" panose="020B0600070205080204" pitchFamily="34" charset="-128"/>
              </a:rPr>
              <a:t>Student</a:t>
            </a:r>
            <a:r>
              <a:rPr lang="en-US" altLang="en-US" dirty="0">
                <a:latin typeface="Avenir Book" pitchFamily="2" charset="0"/>
                <a:ea typeface="ＭＳ Ｐゴシック" panose="020B0600070205080204" pitchFamily="34" charset="-128"/>
              </a:rPr>
              <a:t> class in example</a:t>
            </a:r>
          </a:p>
          <a:p>
            <a:pPr>
              <a:defRPr/>
            </a:pPr>
            <a:r>
              <a:rPr lang="en-US" altLang="en-US" dirty="0">
                <a:latin typeface="Avenir Book" pitchFamily="2" charset="0"/>
                <a:ea typeface="ＭＳ Ｐゴシック" panose="020B0600070205080204" pitchFamily="34" charset="-128"/>
              </a:rPr>
              <a:t>Cannot instantiate </a:t>
            </a:r>
            <a:r>
              <a:rPr lang="en-US" altLang="en-US" b="1" dirty="0">
                <a:latin typeface="Avenir Book" pitchFamily="2" charset="0"/>
                <a:ea typeface="ＭＳ Ｐゴシック" panose="020B0600070205080204" pitchFamily="34" charset="-128"/>
              </a:rPr>
              <a:t>Person</a:t>
            </a:r>
            <a:r>
              <a:rPr lang="en-US" altLang="en-US" dirty="0">
                <a:latin typeface="Avenir Book" pitchFamily="2" charset="0"/>
                <a:ea typeface="ＭＳ Ｐゴシック" panose="020B0600070205080204" pitchFamily="34" charset="-128"/>
              </a:rPr>
              <a:t> class but can have a Person reference (line 22) - </a:t>
            </a:r>
            <a:r>
              <a:rPr lang="en-US" altLang="en-US" dirty="0">
                <a:solidFill>
                  <a:schemeClr val="accent6">
                    <a:lumMod val="60000"/>
                    <a:lumOff val="40000"/>
                  </a:schemeClr>
                </a:solidFill>
                <a:latin typeface="Avenir Book" pitchFamily="2" charset="0"/>
                <a:ea typeface="ＭＳ Ｐゴシック" panose="020B0600070205080204" pitchFamily="34" charset="-128"/>
              </a:rPr>
              <a:t>polymorphism</a:t>
            </a:r>
            <a:endParaRPr lang="en-US" altLang="en-US" dirty="0">
              <a:latin typeface="Avenir Book" pitchFamily="2" charset="0"/>
              <a:ea typeface="ＭＳ Ｐゴシック" panose="020B0600070205080204" pitchFamily="34" charset="-128"/>
            </a:endParaRPr>
          </a:p>
          <a:p>
            <a:pPr>
              <a:defRPr/>
            </a:pPr>
            <a:r>
              <a:rPr lang="en-US" altLang="en-US" dirty="0">
                <a:latin typeface="Avenir Book" pitchFamily="2" charset="0"/>
                <a:ea typeface="ＭＳ Ｐゴシック" panose="020B0600070205080204" pitchFamily="34" charset="-128"/>
              </a:rPr>
              <a:t>Abstract classes are useful for</a:t>
            </a:r>
          </a:p>
          <a:p>
            <a:pPr lvl="1">
              <a:defRPr/>
            </a:pPr>
            <a:r>
              <a:rPr lang="en-US" altLang="en-US" dirty="0">
                <a:latin typeface="Avenir Book" pitchFamily="2" charset="0"/>
                <a:ea typeface="ＭＳ Ｐゴシック" panose="020B0600070205080204" pitchFamily="34" charset="-128"/>
              </a:rPr>
              <a:t>Serving as a base class for a tree of sub-classes, providing common </a:t>
            </a:r>
            <a:r>
              <a:rPr lang="en-US" altLang="en-US" dirty="0" err="1">
                <a:latin typeface="Avenir Book" pitchFamily="2" charset="0"/>
                <a:ea typeface="ＭＳ Ｐゴシック" panose="020B0600070205080204" pitchFamily="34" charset="-128"/>
              </a:rPr>
              <a:t>behaviour</a:t>
            </a:r>
            <a:r>
              <a:rPr lang="en-US" altLang="en-US" dirty="0">
                <a:latin typeface="Avenir Book" pitchFamily="2" charset="0"/>
                <a:ea typeface="ＭＳ Ｐゴシック" panose="020B0600070205080204" pitchFamily="34" charset="-128"/>
              </a:rPr>
              <a:t> &amp; properties, e.g., GUI Window/View</a:t>
            </a:r>
          </a:p>
          <a:p>
            <a:pPr lvl="1">
              <a:defRPr/>
            </a:pPr>
            <a:r>
              <a:rPr lang="en-US" altLang="en-US" dirty="0">
                <a:latin typeface="Avenir Book" pitchFamily="2" charset="0"/>
                <a:ea typeface="ＭＳ Ｐゴシック" panose="020B0600070205080204" pitchFamily="34" charset="-128"/>
              </a:rPr>
              <a:t>Acting as a specific, base class to be used for polymorphic assignments</a:t>
            </a:r>
          </a:p>
          <a:p>
            <a:pPr lvl="1">
              <a:defRPr/>
            </a:pPr>
            <a:r>
              <a:rPr lang="en-US" altLang="en-US" dirty="0">
                <a:latin typeface="Avenir Book" pitchFamily="2" charset="0"/>
                <a:ea typeface="ＭＳ Ｐゴシック" panose="020B0600070205080204" pitchFamily="34" charset="-128"/>
              </a:rPr>
              <a:t>Providing some common code &amp; letting sub-classes complete an implementation for a specific type of class</a:t>
            </a:r>
          </a:p>
          <a:p>
            <a:pPr>
              <a:defRPr/>
            </a:pPr>
            <a:endParaRPr lang="en-US" altLang="en-US" dirty="0">
              <a:latin typeface="Avenir Book" pitchFamily="2" charset="0"/>
              <a:ea typeface="ＭＳ Ｐゴシック" panose="020B0600070205080204" pitchFamily="34" charset="-128"/>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6D3A2684-9707-180D-ACF8-67DD1725A4C7}"/>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Interfaces</a:t>
            </a:r>
          </a:p>
        </p:txBody>
      </p:sp>
      <p:sp>
        <p:nvSpPr>
          <p:cNvPr id="67587" name="Content Placeholder 2">
            <a:extLst>
              <a:ext uri="{FF2B5EF4-FFF2-40B4-BE49-F238E27FC236}">
                <a16:creationId xmlns:a16="http://schemas.microsoft.com/office/drawing/2014/main" id="{16B13C03-FD88-BECD-39EC-AB66FC555631}"/>
              </a:ext>
            </a:extLst>
          </p:cNvPr>
          <p:cNvSpPr>
            <a:spLocks noGrp="1" noChangeArrowheads="1"/>
          </p:cNvSpPr>
          <p:nvPr>
            <p:ph idx="1"/>
          </p:nvPr>
        </p:nvSpPr>
        <p:spPr>
          <a:xfrm>
            <a:off x="323850" y="1112838"/>
            <a:ext cx="8712200" cy="3481387"/>
          </a:xfrm>
        </p:spPr>
        <p:txBody>
          <a:bodyPr/>
          <a:lstStyle/>
          <a:p>
            <a:r>
              <a:rPr lang="en-US" altLang="en-US" dirty="0">
                <a:latin typeface="Avenir Book" pitchFamily="2" charset="0"/>
                <a:ea typeface="ＭＳ Ｐゴシック" panose="020B0600070205080204" pitchFamily="34" charset="-128"/>
              </a:rPr>
              <a:t>Inheritance hierarchies using </a:t>
            </a:r>
            <a:r>
              <a:rPr lang="en-US" altLang="en-US" b="1" dirty="0">
                <a:latin typeface="Avenir Book" pitchFamily="2" charset="0"/>
                <a:ea typeface="ＭＳ Ｐゴシック" panose="020B0600070205080204" pitchFamily="34" charset="-128"/>
              </a:rPr>
              <a:t>extend</a:t>
            </a:r>
            <a:r>
              <a:rPr lang="en-US" altLang="en-US" dirty="0">
                <a:latin typeface="Avenir Book" pitchFamily="2" charset="0"/>
                <a:ea typeface="ＭＳ Ｐゴシック" panose="020B0600070205080204" pitchFamily="34" charset="-128"/>
              </a:rPr>
              <a:t> are typically deep</a:t>
            </a:r>
          </a:p>
          <a:p>
            <a:r>
              <a:rPr lang="en-US" altLang="en-US" dirty="0">
                <a:latin typeface="Avenir Book" pitchFamily="2" charset="0"/>
                <a:ea typeface="ＭＳ Ｐゴシック" panose="020B0600070205080204" pitchFamily="34" charset="-128"/>
              </a:rPr>
              <a:t>Tightly </a:t>
            </a:r>
            <a:r>
              <a:rPr lang="en-US" altLang="en-US" i="1" dirty="0">
                <a:latin typeface="Avenir Book" pitchFamily="2" charset="0"/>
                <a:ea typeface="ＭＳ Ｐゴシック" panose="020B0600070205080204" pitchFamily="34" charset="-128"/>
              </a:rPr>
              <a:t>coupled</a:t>
            </a:r>
          </a:p>
          <a:p>
            <a:pPr lvl="1"/>
            <a:r>
              <a:rPr lang="en-US" altLang="en-US" dirty="0">
                <a:latin typeface="Avenir Book" pitchFamily="2" charset="0"/>
                <a:ea typeface="ＭＳ Ｐゴシック" panose="020B0600070205080204" pitchFamily="34" charset="-128"/>
              </a:rPr>
              <a:t>What does coupling mean?</a:t>
            </a:r>
          </a:p>
          <a:p>
            <a:pPr lvl="2"/>
            <a:r>
              <a:rPr lang="en-US" altLang="en-US" dirty="0">
                <a:latin typeface="Avenir Book" pitchFamily="2" charset="0"/>
                <a:ea typeface="ＭＳ Ｐゴシック" panose="020B0600070205080204" pitchFamily="34" charset="-128"/>
              </a:rPr>
              <a:t>A measure of how much two classes </a:t>
            </a:r>
            <a:r>
              <a:rPr lang="en-US" altLang="en-US" i="1" dirty="0">
                <a:latin typeface="Avenir Book" pitchFamily="2" charset="0"/>
                <a:ea typeface="ＭＳ Ｐゴシック" panose="020B0600070205080204" pitchFamily="34" charset="-128"/>
              </a:rPr>
              <a:t>know</a:t>
            </a:r>
            <a:r>
              <a:rPr lang="en-US" altLang="en-US" dirty="0">
                <a:latin typeface="Avenir Book" pitchFamily="2" charset="0"/>
                <a:ea typeface="ＭＳ Ｐゴシック" panose="020B0600070205080204" pitchFamily="34" charset="-128"/>
              </a:rPr>
              <a:t> about &amp; </a:t>
            </a:r>
            <a:r>
              <a:rPr lang="en-US" altLang="en-US" i="1" dirty="0">
                <a:latin typeface="Avenir Book" pitchFamily="2" charset="0"/>
                <a:ea typeface="ＭＳ Ｐゴシック" panose="020B0600070205080204" pitchFamily="34" charset="-128"/>
              </a:rPr>
              <a:t>depend</a:t>
            </a:r>
            <a:r>
              <a:rPr lang="en-US" altLang="en-US" dirty="0">
                <a:latin typeface="Avenir Book" pitchFamily="2" charset="0"/>
                <a:ea typeface="ＭＳ Ｐゴシック" panose="020B0600070205080204" pitchFamily="34" charset="-128"/>
              </a:rPr>
              <a:t> on each other</a:t>
            </a:r>
          </a:p>
          <a:p>
            <a:pPr lvl="1"/>
            <a:r>
              <a:rPr lang="en-US" altLang="en-US" dirty="0">
                <a:latin typeface="Avenir Book" pitchFamily="2" charset="0"/>
                <a:ea typeface="ＭＳ Ｐゴシック" panose="020B0600070205080204" pitchFamily="34" charset="-128"/>
              </a:rPr>
              <a:t>Inheritance is tightest form of coupling</a:t>
            </a:r>
          </a:p>
          <a:p>
            <a:r>
              <a:rPr lang="en-US" altLang="en-US" dirty="0">
                <a:latin typeface="Avenir Book" pitchFamily="2" charset="0"/>
                <a:ea typeface="ＭＳ Ｐゴシック" panose="020B0600070205080204" pitchFamily="34" charset="-128"/>
              </a:rPr>
              <a:t>The larger an inheritance hierarchy becomes</a:t>
            </a:r>
          </a:p>
          <a:p>
            <a:pPr lvl="1"/>
            <a:r>
              <a:rPr lang="en-US" altLang="en-US" dirty="0">
                <a:latin typeface="Avenir Book" pitchFamily="2" charset="0"/>
                <a:ea typeface="ＭＳ Ｐゴシック" panose="020B0600070205080204" pitchFamily="34" charset="-128"/>
              </a:rPr>
              <a:t>More “brittle” it becomes to change</a:t>
            </a:r>
          </a:p>
          <a:p>
            <a:pPr lvl="1"/>
            <a:r>
              <a:rPr lang="en-US" altLang="en-US" dirty="0">
                <a:latin typeface="Avenir Book" pitchFamily="2" charset="0"/>
                <a:ea typeface="ＭＳ Ｐゴシック" panose="020B0600070205080204" pitchFamily="34" charset="-128"/>
              </a:rPr>
              <a:t>Changes at top ripple down tree</a:t>
            </a:r>
          </a:p>
          <a:p>
            <a:endParaRPr lang="en-US" altLang="en-US" dirty="0">
              <a:latin typeface="Avenir Book" pitchFamily="2" charset="0"/>
              <a:ea typeface="ＭＳ Ｐゴシック" panose="020B0600070205080204" pitchFamily="34" charset="-128"/>
            </a:endParaRPr>
          </a:p>
          <a:p>
            <a:endParaRPr lang="en-US" altLang="en-US" dirty="0">
              <a:latin typeface="Avenir Book" pitchFamily="2" charset="0"/>
              <a:ea typeface="ＭＳ Ｐゴシック" panose="020B0600070205080204" pitchFamily="34" charset="-128"/>
            </a:endParaRPr>
          </a:p>
        </p:txBody>
      </p:sp>
    </p:spTree>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6ED47C73-8CE6-4730-CE96-6F886C3674D5}"/>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Interfaces</a:t>
            </a:r>
          </a:p>
        </p:txBody>
      </p:sp>
      <p:sp>
        <p:nvSpPr>
          <p:cNvPr id="68611" name="Content Placeholder 2">
            <a:extLst>
              <a:ext uri="{FF2B5EF4-FFF2-40B4-BE49-F238E27FC236}">
                <a16:creationId xmlns:a16="http://schemas.microsoft.com/office/drawing/2014/main" id="{04DFD6B7-BA19-D6A1-F9B6-6CC8D34B9230}"/>
              </a:ext>
            </a:extLst>
          </p:cNvPr>
          <p:cNvSpPr>
            <a:spLocks noGrp="1" noChangeArrowheads="1"/>
          </p:cNvSpPr>
          <p:nvPr>
            <p:ph idx="1"/>
          </p:nvPr>
        </p:nvSpPr>
        <p:spPr>
          <a:xfrm>
            <a:off x="323850" y="1112838"/>
            <a:ext cx="3816350" cy="3481387"/>
          </a:xfrm>
        </p:spPr>
        <p:txBody>
          <a:bodyPr/>
          <a:lstStyle/>
          <a:p>
            <a:r>
              <a:rPr lang="en-US" altLang="en-US" dirty="0">
                <a:latin typeface="Avenir Book" pitchFamily="2" charset="0"/>
                <a:ea typeface="ＭＳ Ｐゴシック" panose="020B0600070205080204" pitchFamily="34" charset="-128"/>
              </a:rPr>
              <a:t>Not Flexible Enough</a:t>
            </a:r>
          </a:p>
          <a:p>
            <a:pPr lvl="1"/>
            <a:r>
              <a:rPr lang="en-US" altLang="en-US" dirty="0">
                <a:latin typeface="Avenir Book" pitchFamily="2" charset="0"/>
                <a:ea typeface="ＭＳ Ｐゴシック" panose="020B0600070205080204" pitchFamily="34" charset="-128"/>
              </a:rPr>
              <a:t>Really????</a:t>
            </a:r>
          </a:p>
          <a:p>
            <a:pPr lvl="1"/>
            <a:r>
              <a:rPr lang="en-US" altLang="en-US" dirty="0">
                <a:latin typeface="Avenir Book" pitchFamily="2" charset="0"/>
                <a:ea typeface="ＭＳ Ｐゴシック" panose="020B0600070205080204" pitchFamily="34" charset="-128"/>
              </a:rPr>
              <a:t>Cannot change easily</a:t>
            </a:r>
          </a:p>
          <a:p>
            <a:pPr lvl="2"/>
            <a:r>
              <a:rPr lang="en-US" altLang="en-US" dirty="0">
                <a:latin typeface="Avenir Book" pitchFamily="2" charset="0"/>
                <a:ea typeface="ＭＳ Ｐゴシック" panose="020B0600070205080204" pitchFamily="34" charset="-128"/>
              </a:rPr>
              <a:t>E.g., what if want a “talking sword” (Sword &amp; NPC)?</a:t>
            </a:r>
          </a:p>
          <a:p>
            <a:pPr lvl="1"/>
            <a:r>
              <a:rPr lang="en-US" altLang="en-US" dirty="0">
                <a:latin typeface="Avenir Book" pitchFamily="2" charset="0"/>
                <a:ea typeface="ＭＳ Ｐゴシック" panose="020B0600070205080204" pitchFamily="34" charset="-128"/>
              </a:rPr>
              <a:t>Multiple inheritance?</a:t>
            </a:r>
          </a:p>
          <a:p>
            <a:pPr lvl="1"/>
            <a:r>
              <a:rPr lang="en-US" altLang="en-US" dirty="0">
                <a:latin typeface="Avenir Book" pitchFamily="2" charset="0"/>
                <a:ea typeface="ＭＳ Ｐゴシック" panose="020B0600070205080204" pitchFamily="34" charset="-128"/>
              </a:rPr>
              <a:t>Can lead to “bloat”</a:t>
            </a:r>
          </a:p>
          <a:p>
            <a:endParaRPr lang="en-US" altLang="en-US" dirty="0">
              <a:latin typeface="Avenir Book" pitchFamily="2" charset="0"/>
              <a:ea typeface="ＭＳ Ｐゴシック" panose="020B0600070205080204" pitchFamily="34" charset="-128"/>
            </a:endParaRPr>
          </a:p>
          <a:p>
            <a:endParaRPr lang="en-US" altLang="en-US" dirty="0">
              <a:latin typeface="Avenir Book" pitchFamily="2" charset="0"/>
              <a:ea typeface="ＭＳ Ｐゴシック" panose="020B0600070205080204" pitchFamily="34" charset="-128"/>
            </a:endParaRPr>
          </a:p>
        </p:txBody>
      </p:sp>
      <p:grpSp>
        <p:nvGrpSpPr>
          <p:cNvPr id="2" name="Group 1">
            <a:extLst>
              <a:ext uri="{FF2B5EF4-FFF2-40B4-BE49-F238E27FC236}">
                <a16:creationId xmlns:a16="http://schemas.microsoft.com/office/drawing/2014/main" id="{31828EDC-01C9-3690-39B6-3F387DDB29D8}"/>
              </a:ext>
            </a:extLst>
          </p:cNvPr>
          <p:cNvGrpSpPr>
            <a:grpSpLocks/>
          </p:cNvGrpSpPr>
          <p:nvPr/>
        </p:nvGrpSpPr>
        <p:grpSpPr bwMode="auto">
          <a:xfrm>
            <a:off x="3780284" y="195263"/>
            <a:ext cx="5256212" cy="4032250"/>
            <a:chOff x="5511646" y="229943"/>
            <a:chExt cx="4742703" cy="3445878"/>
          </a:xfrm>
        </p:grpSpPr>
        <p:pic>
          <p:nvPicPr>
            <p:cNvPr id="3" name="Picture 2">
              <a:extLst>
                <a:ext uri="{FF2B5EF4-FFF2-40B4-BE49-F238E27FC236}">
                  <a16:creationId xmlns:a16="http://schemas.microsoft.com/office/drawing/2014/main" id="{026569BB-4608-6673-56C6-755DE5B1F4CB}"/>
                </a:ext>
              </a:extLst>
            </p:cNvPr>
            <p:cNvPicPr>
              <a:picLocks noChangeAspect="1"/>
            </p:cNvPicPr>
            <p:nvPr/>
          </p:nvPicPr>
          <p:blipFill rotWithShape="1">
            <a:blip r:embed="rId2"/>
            <a:srcRect l="69293" t="45800" r="17320" b="22001"/>
            <a:stretch/>
          </p:blipFill>
          <p:spPr>
            <a:xfrm>
              <a:off x="5606185" y="229943"/>
              <a:ext cx="4648164" cy="31447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8614" name="TextBox 3">
              <a:extLst>
                <a:ext uri="{FF2B5EF4-FFF2-40B4-BE49-F238E27FC236}">
                  <a16:creationId xmlns:a16="http://schemas.microsoft.com/office/drawing/2014/main" id="{AA7D3B2A-5902-EE36-D46B-05FAE5B7C7AA}"/>
                </a:ext>
              </a:extLst>
            </p:cNvPr>
            <p:cNvSpPr txBox="1">
              <a:spLocks noChangeArrowheads="1"/>
            </p:cNvSpPr>
            <p:nvPr/>
          </p:nvSpPr>
          <p:spPr bwMode="auto">
            <a:xfrm>
              <a:off x="5511646" y="3414211"/>
              <a:ext cx="217880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EC000"/>
                </a:buClr>
                <a:buSzPct val="75000"/>
                <a:buFont typeface="Wingdings" panose="05000000000000000000" pitchFamily="2" charset="2"/>
                <a:buChar char="§"/>
                <a:defRPr sz="2000">
                  <a:solidFill>
                    <a:schemeClr val="tx1"/>
                  </a:solidFill>
                  <a:latin typeface="Avenir Book" pitchFamily="2" charset="0"/>
                  <a:ea typeface="ＭＳ Ｐゴシック" panose="020B0600070205080204" pitchFamily="34" charset="-128"/>
                </a:defRPr>
              </a:lvl1pPr>
              <a:lvl2pPr marL="742950" indent="-285750">
                <a:spcBef>
                  <a:spcPct val="20000"/>
                </a:spcBef>
                <a:buClr>
                  <a:srgbClr val="FEC000"/>
                </a:buClr>
                <a:buSzPct val="75000"/>
                <a:buChar char="•"/>
                <a:defRPr sz="2000">
                  <a:solidFill>
                    <a:schemeClr val="tx1"/>
                  </a:solidFill>
                  <a:latin typeface="Avenir Book" pitchFamily="2" charset="0"/>
                  <a:ea typeface="ＭＳ Ｐゴシック" panose="020B0600070205080204" pitchFamily="34" charset="-128"/>
                </a:defRPr>
              </a:lvl2pPr>
              <a:lvl3pPr marL="1143000" indent="-228600">
                <a:spcBef>
                  <a:spcPct val="20000"/>
                </a:spcBef>
                <a:buClr>
                  <a:srgbClr val="FEC000"/>
                </a:buClr>
                <a:buSzPct val="75000"/>
                <a:buFont typeface="Arial" panose="020B0604020202020204" pitchFamily="34" charset="0"/>
                <a:buChar char="-"/>
                <a:defRPr sz="2000">
                  <a:solidFill>
                    <a:schemeClr val="tx1"/>
                  </a:solidFill>
                  <a:latin typeface="Avenir Book" pitchFamily="2" charset="0"/>
                  <a:ea typeface="ＭＳ Ｐゴシック" panose="020B0600070205080204" pitchFamily="34" charset="-128"/>
                </a:defRPr>
              </a:lvl3pPr>
              <a:lvl4pPr marL="16002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3057"/>
                </a:buClr>
                <a:buFont typeface="Wingdings" panose="05000000000000000000" pitchFamily="2" charset="2"/>
                <a:buChar char="§"/>
                <a:defRPr sz="2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ZA" altLang="en-US" sz="1100" b="1">
                  <a:latin typeface="Arial" panose="020B0604020202020204" pitchFamily="34" charset="0"/>
                </a:rPr>
                <a:t>Figure from WVRV402 module</a:t>
              </a:r>
            </a:p>
          </p:txBody>
        </p:sp>
      </p:grpSp>
      <p:sp>
        <p:nvSpPr>
          <p:cNvPr id="4" name="Arrow: Down 3">
            <a:extLst>
              <a:ext uri="{FF2B5EF4-FFF2-40B4-BE49-F238E27FC236}">
                <a16:creationId xmlns:a16="http://schemas.microsoft.com/office/drawing/2014/main" id="{317B7346-3B75-4728-9959-CE188C4DD667}"/>
              </a:ext>
            </a:extLst>
          </p:cNvPr>
          <p:cNvSpPr/>
          <p:nvPr/>
        </p:nvSpPr>
        <p:spPr>
          <a:xfrm flipV="1">
            <a:off x="5400234" y="2319722"/>
            <a:ext cx="504056" cy="504056"/>
          </a:xfrm>
          <a:prstGeom prst="downArrow">
            <a:avLst/>
          </a:prstGeom>
          <a:solidFill>
            <a:srgbClr val="FEC000"/>
          </a:solidFill>
          <a:ln>
            <a:solidFill>
              <a:srgbClr val="FE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Arrow: Down 7">
            <a:extLst>
              <a:ext uri="{FF2B5EF4-FFF2-40B4-BE49-F238E27FC236}">
                <a16:creationId xmlns:a16="http://schemas.microsoft.com/office/drawing/2014/main" id="{778FD46E-07CE-45E3-BA1F-951B140E4A5F}"/>
              </a:ext>
            </a:extLst>
          </p:cNvPr>
          <p:cNvSpPr/>
          <p:nvPr/>
        </p:nvSpPr>
        <p:spPr>
          <a:xfrm flipV="1">
            <a:off x="8172400" y="3120128"/>
            <a:ext cx="504056" cy="504056"/>
          </a:xfrm>
          <a:prstGeom prst="downArrow">
            <a:avLst/>
          </a:prstGeom>
          <a:solidFill>
            <a:srgbClr val="FEC000"/>
          </a:solidFill>
          <a:ln>
            <a:solidFill>
              <a:srgbClr val="FE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3CCE2D08-E4FD-C5C7-DCD5-A106E18ED145}"/>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Interfaces</a:t>
            </a:r>
          </a:p>
        </p:txBody>
      </p:sp>
      <p:sp>
        <p:nvSpPr>
          <p:cNvPr id="69635" name="Content Placeholder 2">
            <a:extLst>
              <a:ext uri="{FF2B5EF4-FFF2-40B4-BE49-F238E27FC236}">
                <a16:creationId xmlns:a16="http://schemas.microsoft.com/office/drawing/2014/main" id="{B6FA4E45-D817-2AD7-B01E-10F405D7523F}"/>
              </a:ext>
            </a:extLst>
          </p:cNvPr>
          <p:cNvSpPr>
            <a:spLocks noGrp="1" noChangeArrowheads="1"/>
          </p:cNvSpPr>
          <p:nvPr>
            <p:ph idx="1"/>
          </p:nvPr>
        </p:nvSpPr>
        <p:spPr>
          <a:xfrm>
            <a:off x="323850" y="1112838"/>
            <a:ext cx="4895850" cy="3481387"/>
          </a:xfrm>
        </p:spPr>
        <p:txBody>
          <a:bodyPr/>
          <a:lstStyle/>
          <a:p>
            <a:r>
              <a:rPr lang="en-US" altLang="en-US">
                <a:latin typeface="Avenir Book" pitchFamily="2" charset="0"/>
                <a:ea typeface="ＭＳ Ｐゴシック" panose="020B0600070205080204" pitchFamily="34" charset="-128"/>
              </a:rPr>
              <a:t>Interface = a set of method definitions (and/or constants) that a class implements</a:t>
            </a:r>
          </a:p>
          <a:p>
            <a:r>
              <a:rPr lang="en-US" altLang="en-US">
                <a:latin typeface="Avenir Book" pitchFamily="2" charset="0"/>
                <a:ea typeface="ＭＳ Ｐゴシック" panose="020B0600070205080204" pitchFamily="34" charset="-128"/>
              </a:rPr>
              <a:t>An interface cannot be instantiated</a:t>
            </a:r>
          </a:p>
          <a:p>
            <a:r>
              <a:rPr lang="en-US" altLang="en-US">
                <a:latin typeface="Avenir Book" pitchFamily="2" charset="0"/>
                <a:ea typeface="ＭＳ Ｐゴシック" panose="020B0600070205080204" pitchFamily="34" charset="-128"/>
              </a:rPr>
              <a:t>Interfaces do not provide implementations (except default ones)</a:t>
            </a:r>
          </a:p>
          <a:p>
            <a:r>
              <a:rPr lang="en-US" altLang="en-US">
                <a:latin typeface="Avenir Book" pitchFamily="2" charset="0"/>
                <a:ea typeface="ＭＳ Ｐゴシック" panose="020B0600070205080204" pitchFamily="34" charset="-128"/>
              </a:rPr>
              <a:t>Method/constants are public by default</a:t>
            </a:r>
          </a:p>
          <a:p>
            <a:r>
              <a:rPr lang="en-US" altLang="en-US">
                <a:latin typeface="Avenir Book" pitchFamily="2" charset="0"/>
                <a:ea typeface="ＭＳ Ｐゴシック" panose="020B0600070205080204" pitchFamily="34" charset="-128"/>
              </a:rPr>
              <a:t>Any class implementing an interface can be treated as the interface (polymorphism)</a:t>
            </a:r>
          </a:p>
          <a:p>
            <a:r>
              <a:rPr lang="en-US" altLang="en-US">
                <a:latin typeface="Avenir Book" pitchFamily="2" charset="0"/>
                <a:ea typeface="ＭＳ Ｐゴシック" panose="020B0600070205080204" pitchFamily="34" charset="-128"/>
              </a:rPr>
              <a:t>Interface inheritance tends to be broader</a:t>
            </a:r>
          </a:p>
          <a:p>
            <a:r>
              <a:rPr lang="en-US" altLang="en-US">
                <a:latin typeface="Avenir Book" pitchFamily="2" charset="0"/>
                <a:ea typeface="ＭＳ Ｐゴシック" panose="020B0600070205080204" pitchFamily="34" charset="-128"/>
              </a:rPr>
              <a:t>Typically use a combination of inheritances</a:t>
            </a:r>
          </a:p>
        </p:txBody>
      </p:sp>
      <p:pic>
        <p:nvPicPr>
          <p:cNvPr id="2" name="Picture 1">
            <a:extLst>
              <a:ext uri="{FF2B5EF4-FFF2-40B4-BE49-F238E27FC236}">
                <a16:creationId xmlns:a16="http://schemas.microsoft.com/office/drawing/2014/main" id="{30323563-485F-4B03-D562-2BF480FBB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1825" y="12700"/>
            <a:ext cx="4672013"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1ED25789-E605-FCFF-236C-735D18A5B56B}"/>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Interfaces</a:t>
            </a:r>
          </a:p>
        </p:txBody>
      </p:sp>
      <p:sp>
        <p:nvSpPr>
          <p:cNvPr id="18435" name="Content Placeholder 2">
            <a:extLst>
              <a:ext uri="{FF2B5EF4-FFF2-40B4-BE49-F238E27FC236}">
                <a16:creationId xmlns:a16="http://schemas.microsoft.com/office/drawing/2014/main" id="{C132204A-92B7-B46D-B831-5B70ED820ACB}"/>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Extend &amp; Implement cardinalities:</a:t>
            </a:r>
          </a:p>
          <a:p>
            <a:pPr lvl="1">
              <a:defRPr/>
            </a:pPr>
            <a:r>
              <a:rPr lang="en-US" altLang="en-US" dirty="0">
                <a:latin typeface="Avenir Book" pitchFamily="2" charset="0"/>
                <a:ea typeface="ＭＳ Ｐゴシック" panose="020B0600070205080204" pitchFamily="34" charset="-128"/>
              </a:rPr>
              <a:t>Extend (maximum one superclass), e.g. public class A extends B</a:t>
            </a:r>
          </a:p>
          <a:p>
            <a:pPr lvl="1">
              <a:defRPr/>
            </a:pPr>
            <a:r>
              <a:rPr lang="en-US" altLang="en-US" dirty="0">
                <a:latin typeface="Avenir Book" pitchFamily="2" charset="0"/>
                <a:ea typeface="ＭＳ Ｐゴシック" panose="020B0600070205080204" pitchFamily="34" charset="-128"/>
              </a:rPr>
              <a:t>Implements (many interfaces), e.g. public class A implements I, J, K, L</a:t>
            </a:r>
          </a:p>
          <a:p>
            <a:pPr>
              <a:defRPr/>
            </a:pPr>
            <a:r>
              <a:rPr lang="en-US" altLang="en-US" dirty="0">
                <a:latin typeface="Avenir Book" pitchFamily="2" charset="0"/>
                <a:ea typeface="ＭＳ Ｐゴシック" panose="020B0600070205080204" pitchFamily="34" charset="-128"/>
              </a:rPr>
              <a:t>Example</a:t>
            </a:r>
          </a:p>
          <a:p>
            <a:pPr lvl="1">
              <a:defRPr/>
            </a:pPr>
            <a:r>
              <a:rPr lang="en-US" altLang="en-US" dirty="0">
                <a:latin typeface="Avenir Book" pitchFamily="2" charset="0"/>
                <a:ea typeface="ＭＳ Ｐゴシック" panose="020B0600070205080204" pitchFamily="34" charset="-128"/>
              </a:rPr>
              <a:t>See </a:t>
            </a:r>
            <a:r>
              <a:rPr lang="en-US" altLang="en-US" dirty="0">
                <a:solidFill>
                  <a:schemeClr val="accent5">
                    <a:lumMod val="50000"/>
                  </a:schemeClr>
                </a:solidFill>
                <a:latin typeface="Avenir Book" pitchFamily="2" charset="0"/>
                <a:ea typeface="ＭＳ Ｐゴシック" panose="020B0600070205080204" pitchFamily="34" charset="-128"/>
              </a:rPr>
              <a:t>/Example08</a:t>
            </a:r>
          </a:p>
          <a:p>
            <a:pPr lvl="1">
              <a:defRPr/>
            </a:pPr>
            <a:r>
              <a:rPr lang="en-US" altLang="en-US" dirty="0">
                <a:latin typeface="Avenir Book" pitchFamily="2" charset="0"/>
                <a:ea typeface="ＭＳ Ｐゴシック" panose="020B0600070205080204" pitchFamily="34" charset="-128"/>
              </a:rPr>
              <a:t>We would like to create class </a:t>
            </a:r>
            <a:r>
              <a:rPr lang="en-US" altLang="en-US" b="1" dirty="0">
                <a:latin typeface="Avenir Book" pitchFamily="2" charset="0"/>
                <a:ea typeface="ＭＳ Ｐゴシック" panose="020B0600070205080204" pitchFamily="34" charset="-128"/>
              </a:rPr>
              <a:t>Demi</a:t>
            </a:r>
            <a:r>
              <a:rPr lang="en-US" altLang="en-US" dirty="0">
                <a:latin typeface="Avenir Book" pitchFamily="2" charset="0"/>
                <a:ea typeface="ＭＳ Ｐゴシック" panose="020B0600070205080204" pitchFamily="34" charset="-128"/>
              </a:rPr>
              <a:t> that extends both </a:t>
            </a:r>
            <a:r>
              <a:rPr lang="en-US" altLang="en-US" b="1" dirty="0">
                <a:latin typeface="Avenir Book" pitchFamily="2" charset="0"/>
                <a:ea typeface="ＭＳ Ｐゴシック" panose="020B0600070205080204" pitchFamily="34" charset="-128"/>
              </a:rPr>
              <a:t>Student</a:t>
            </a:r>
            <a:r>
              <a:rPr lang="en-US" altLang="en-US" dirty="0">
                <a:latin typeface="Avenir Book" pitchFamily="2" charset="0"/>
                <a:ea typeface="ＭＳ Ｐゴシック" panose="020B0600070205080204" pitchFamily="34" charset="-128"/>
              </a:rPr>
              <a:t> &amp; </a:t>
            </a:r>
            <a:r>
              <a:rPr lang="en-US" altLang="en-US" b="1" dirty="0">
                <a:latin typeface="Avenir Book" pitchFamily="2" charset="0"/>
                <a:ea typeface="ＭＳ Ｐゴシック" panose="020B0600070205080204" pitchFamily="34" charset="-128"/>
              </a:rPr>
              <a:t>Lecturer</a:t>
            </a:r>
          </a:p>
          <a:p>
            <a:pPr lvl="1">
              <a:defRPr/>
            </a:pPr>
            <a:r>
              <a:rPr lang="en-US" altLang="en-US" dirty="0">
                <a:latin typeface="Avenir Book" pitchFamily="2" charset="0"/>
                <a:ea typeface="ＭＳ Ｐゴシック" panose="020B0600070205080204" pitchFamily="34" charset="-128"/>
              </a:rPr>
              <a:t>Possible Solution: Create interface </a:t>
            </a:r>
            <a:r>
              <a:rPr lang="en-US" altLang="en-US" b="1" dirty="0" err="1">
                <a:latin typeface="Avenir Book" pitchFamily="2" charset="0"/>
                <a:ea typeface="ＭＳ Ｐゴシック" panose="020B0600070205080204" pitchFamily="34" charset="-128"/>
              </a:rPr>
              <a:t>SalaryPerson</a:t>
            </a:r>
            <a:r>
              <a:rPr lang="en-US" altLang="en-US" dirty="0">
                <a:latin typeface="Avenir Book" pitchFamily="2" charset="0"/>
                <a:ea typeface="ＭＳ Ｐゴシック" panose="020B0600070205080204" pitchFamily="34" charset="-128"/>
              </a:rPr>
              <a:t> &amp; let both </a:t>
            </a:r>
            <a:r>
              <a:rPr lang="en-US" altLang="en-US" b="1" dirty="0">
                <a:latin typeface="Avenir Book" pitchFamily="2" charset="0"/>
                <a:ea typeface="ＭＳ Ｐゴシック" panose="020B0600070205080204" pitchFamily="34" charset="-128"/>
              </a:rPr>
              <a:t>Demi</a:t>
            </a:r>
            <a:r>
              <a:rPr lang="en-US" altLang="en-US" dirty="0">
                <a:latin typeface="Avenir Book" pitchFamily="2" charset="0"/>
                <a:ea typeface="ＭＳ Ｐゴシック" panose="020B0600070205080204" pitchFamily="34" charset="-128"/>
              </a:rPr>
              <a:t> and </a:t>
            </a:r>
            <a:r>
              <a:rPr lang="en-US" altLang="en-US" b="1" dirty="0">
                <a:latin typeface="Avenir Book" pitchFamily="2" charset="0"/>
                <a:ea typeface="ＭＳ Ｐゴシック" panose="020B0600070205080204" pitchFamily="34" charset="-128"/>
              </a:rPr>
              <a:t>Lecturer</a:t>
            </a:r>
            <a:r>
              <a:rPr lang="en-US" altLang="en-US" dirty="0">
                <a:latin typeface="Avenir Book" pitchFamily="2" charset="0"/>
                <a:ea typeface="ＭＳ Ｐゴシック" panose="020B0600070205080204" pitchFamily="34" charset="-128"/>
              </a:rPr>
              <a:t> implement </a:t>
            </a:r>
            <a:r>
              <a:rPr lang="en-US" altLang="en-US" b="1" dirty="0" err="1">
                <a:latin typeface="Avenir Book" pitchFamily="2" charset="0"/>
                <a:ea typeface="ＭＳ Ｐゴシック" panose="020B0600070205080204" pitchFamily="34" charset="-128"/>
              </a:rPr>
              <a:t>SalaryPerson</a:t>
            </a:r>
            <a:endParaRPr lang="en-US" altLang="en-US" b="1" dirty="0">
              <a:latin typeface="Avenir Book" pitchFamily="2" charset="0"/>
              <a:ea typeface="ＭＳ Ｐゴシック" panose="020B0600070205080204" pitchFamily="34" charset="-128"/>
            </a:endParaRPr>
          </a:p>
          <a:p>
            <a:pPr lvl="1">
              <a:defRPr/>
            </a:pPr>
            <a:r>
              <a:rPr lang="en-US" altLang="en-US" b="1" dirty="0" err="1">
                <a:latin typeface="Avenir Book" pitchFamily="2" charset="0"/>
                <a:ea typeface="ＭＳ Ｐゴシック" panose="020B0600070205080204" pitchFamily="34" charset="-128"/>
              </a:rPr>
              <a:t>SalaryPerson</a:t>
            </a:r>
            <a:r>
              <a:rPr lang="en-US" altLang="en-US" dirty="0">
                <a:latin typeface="Avenir Book" pitchFamily="2" charset="0"/>
                <a:ea typeface="ＭＳ Ｐゴシック" panose="020B0600070205080204" pitchFamily="34" charset="-128"/>
              </a:rPr>
              <a:t> cannot be instantiated but can be used as a reference to a subclass</a:t>
            </a:r>
          </a:p>
          <a:p>
            <a:pPr>
              <a:defRPr/>
            </a:pPr>
            <a:endParaRPr lang="en-US" altLang="en-US" dirty="0">
              <a:latin typeface="Avenir Book" pitchFamily="2" charset="0"/>
              <a:ea typeface="ＭＳ Ｐゴシック" panose="020B0600070205080204" pitchFamily="34" charset="-128"/>
            </a:endParaRPr>
          </a:p>
        </p:txBody>
      </p:sp>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F90B8F93-92BF-2373-64D2-DC3DA4BF43A9}"/>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Interfaces</a:t>
            </a:r>
          </a:p>
        </p:txBody>
      </p:sp>
      <p:sp>
        <p:nvSpPr>
          <p:cNvPr id="18435" name="Content Placeholder 2">
            <a:extLst>
              <a:ext uri="{FF2B5EF4-FFF2-40B4-BE49-F238E27FC236}">
                <a16:creationId xmlns:a16="http://schemas.microsoft.com/office/drawing/2014/main" id="{E91CF156-7D56-7A6F-16C1-7243DC963E4D}"/>
              </a:ext>
            </a:extLst>
          </p:cNvPr>
          <p:cNvSpPr>
            <a:spLocks noGrp="1" noChangeArrowheads="1"/>
          </p:cNvSpPr>
          <p:nvPr>
            <p:ph idx="1"/>
          </p:nvPr>
        </p:nvSpPr>
        <p:spPr>
          <a:xfrm>
            <a:off x="323850" y="1112838"/>
            <a:ext cx="8712200" cy="3481387"/>
          </a:xfrm>
        </p:spPr>
        <p:txBody>
          <a:bodyPr/>
          <a:lstStyle/>
          <a:p>
            <a:pPr>
              <a:defRPr/>
            </a:pPr>
            <a:r>
              <a:rPr lang="en-US" altLang="en-US" dirty="0">
                <a:latin typeface="Avenir Book" pitchFamily="2" charset="0"/>
                <a:ea typeface="ＭＳ Ｐゴシック" panose="020B0600070205080204" pitchFamily="34" charset="-128"/>
              </a:rPr>
              <a:t>An interface </a:t>
            </a:r>
            <a:r>
              <a:rPr lang="en-US" altLang="en-US" i="1" dirty="0">
                <a:latin typeface="Avenir Book" pitchFamily="2" charset="0"/>
                <a:ea typeface="ＭＳ Ｐゴシック" panose="020B0600070205080204" pitchFamily="34" charset="-128"/>
              </a:rPr>
              <a:t>may</a:t>
            </a:r>
            <a:r>
              <a:rPr lang="en-US" altLang="en-US" dirty="0">
                <a:latin typeface="Avenir Book" pitchFamily="2" charset="0"/>
                <a:ea typeface="ＭＳ Ｐゴシック" panose="020B0600070205080204" pitchFamily="34" charset="-128"/>
              </a:rPr>
              <a:t> extend another interface using the extend keyword</a:t>
            </a:r>
          </a:p>
          <a:p>
            <a:pPr>
              <a:defRPr/>
            </a:pPr>
            <a:r>
              <a:rPr lang="en-US" altLang="en-US" dirty="0">
                <a:latin typeface="Avenir Book" pitchFamily="2" charset="0"/>
                <a:ea typeface="ＭＳ Ｐゴシック" panose="020B0600070205080204" pitchFamily="34" charset="-128"/>
              </a:rPr>
              <a:t>A default “inherited” method may be altered in the sub-interface</a:t>
            </a:r>
          </a:p>
          <a:p>
            <a:pPr lvl="1">
              <a:defRPr/>
            </a:pPr>
            <a:r>
              <a:rPr lang="en-US" altLang="en-US" dirty="0">
                <a:latin typeface="Avenir Book" pitchFamily="2" charset="0"/>
                <a:ea typeface="ＭＳ Ｐゴシック" panose="020B0600070205080204" pitchFamily="34" charset="-128"/>
              </a:rPr>
              <a:t>May use the default implementation provided by the parent-interface when doing so</a:t>
            </a:r>
          </a:p>
          <a:p>
            <a:pPr>
              <a:defRPr/>
            </a:pPr>
            <a:r>
              <a:rPr lang="en-US" altLang="en-US" dirty="0">
                <a:latin typeface="Avenir Book" pitchFamily="2" charset="0"/>
                <a:ea typeface="ＭＳ Ｐゴシック" panose="020B0600070205080204" pitchFamily="34" charset="-128"/>
              </a:rPr>
              <a:t>If name clashes with default method provided by multiple interfaces, then implementing class needs to specify which to use</a:t>
            </a:r>
          </a:p>
          <a:p>
            <a:pPr>
              <a:defRPr/>
            </a:pPr>
            <a:r>
              <a:rPr lang="en-US" altLang="en-US" dirty="0">
                <a:latin typeface="Avenir Book" pitchFamily="2" charset="0"/>
                <a:ea typeface="ＭＳ Ｐゴシック" panose="020B0600070205080204" pitchFamily="34" charset="-128"/>
              </a:rPr>
              <a:t>See </a:t>
            </a:r>
            <a:r>
              <a:rPr lang="en-US" altLang="en-US" dirty="0">
                <a:solidFill>
                  <a:schemeClr val="accent5">
                    <a:lumMod val="50000"/>
                  </a:schemeClr>
                </a:solidFill>
                <a:latin typeface="Avenir Book" pitchFamily="2" charset="0"/>
                <a:ea typeface="ＭＳ Ｐゴシック" panose="020B0600070205080204" pitchFamily="34" charset="-128"/>
              </a:rPr>
              <a:t>/Example09</a:t>
            </a:r>
          </a:p>
          <a:p>
            <a:pPr>
              <a:defRPr/>
            </a:pPr>
            <a:endParaRPr lang="en-US" altLang="en-US" dirty="0">
              <a:latin typeface="Avenir Book" pitchFamily="2" charset="0"/>
              <a:ea typeface="ＭＳ Ｐゴシック" panose="020B0600070205080204" pitchFamily="34" charset="-128"/>
            </a:endParaRPr>
          </a:p>
        </p:txBody>
      </p:sp>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008D42A4-49D6-B92B-81D7-525FABB72CA7}"/>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Some Java keywords not seen in C#?</a:t>
            </a:r>
          </a:p>
        </p:txBody>
      </p:sp>
      <p:sp>
        <p:nvSpPr>
          <p:cNvPr id="73731" name="Content Placeholder 2">
            <a:extLst>
              <a:ext uri="{FF2B5EF4-FFF2-40B4-BE49-F238E27FC236}">
                <a16:creationId xmlns:a16="http://schemas.microsoft.com/office/drawing/2014/main" id="{58491D68-2A39-0B29-4739-81F9DFAF49E8}"/>
              </a:ext>
            </a:extLst>
          </p:cNvPr>
          <p:cNvSpPr>
            <a:spLocks noGrp="1" noChangeArrowheads="1"/>
          </p:cNvSpPr>
          <p:nvPr>
            <p:ph idx="1"/>
          </p:nvPr>
        </p:nvSpPr>
        <p:spPr>
          <a:xfrm>
            <a:off x="323850" y="1112838"/>
            <a:ext cx="8712200" cy="3481387"/>
          </a:xfrm>
        </p:spPr>
        <p:txBody>
          <a:bodyPr/>
          <a:lstStyle/>
          <a:p>
            <a:r>
              <a:rPr lang="en-US" altLang="en-US" sz="1800" dirty="0">
                <a:latin typeface="Courier New" panose="02070309020205020404" pitchFamily="49" charset="0"/>
                <a:ea typeface="ＭＳ Ｐゴシック" panose="020B0600070205080204" pitchFamily="34" charset="-128"/>
                <a:cs typeface="Courier New" panose="02070309020205020404" pitchFamily="49" charset="0"/>
              </a:rPr>
              <a:t>abstract</a:t>
            </a:r>
          </a:p>
          <a:p>
            <a:pPr lvl="1"/>
            <a:r>
              <a:rPr lang="en-US" altLang="en-US" sz="1600" i="1" dirty="0">
                <a:latin typeface="Avenir Book" pitchFamily="2" charset="0"/>
                <a:ea typeface="ＭＳ Ｐゴシック" panose="020B0600070205080204" pitchFamily="34" charset="-128"/>
              </a:rPr>
              <a:t>Class: </a:t>
            </a:r>
            <a:r>
              <a:rPr lang="en-US" altLang="en-US" sz="1600" dirty="0">
                <a:latin typeface="Avenir Book" pitchFamily="2" charset="0"/>
                <a:ea typeface="ＭＳ Ｐゴシック" panose="020B0600070205080204" pitchFamily="34" charset="-128"/>
              </a:rPr>
              <a:t>Cannot be instantiated. Only its subclasses can be instantiated</a:t>
            </a:r>
          </a:p>
          <a:p>
            <a:pPr lvl="1"/>
            <a:r>
              <a:rPr lang="en-US" altLang="en-US" sz="1600" i="1" dirty="0">
                <a:latin typeface="Avenir Book" pitchFamily="2" charset="0"/>
                <a:ea typeface="ＭＳ Ｐゴシック" panose="020B0600070205080204" pitchFamily="34" charset="-128"/>
              </a:rPr>
              <a:t>Method:</a:t>
            </a:r>
            <a:r>
              <a:rPr lang="en-US" altLang="en-US" sz="1600" dirty="0">
                <a:latin typeface="Avenir Book" pitchFamily="2" charset="0"/>
                <a:ea typeface="ＭＳ Ｐゴシック" panose="020B0600070205080204" pitchFamily="34" charset="-128"/>
              </a:rPr>
              <a:t> No method body. Must be overridden in non-abstract subclasses. Class must also be declared abstract.</a:t>
            </a:r>
          </a:p>
          <a:p>
            <a:r>
              <a:rPr lang="en-US" altLang="en-US" sz="1800" dirty="0">
                <a:latin typeface="Courier New" panose="02070309020205020404" pitchFamily="49" charset="0"/>
                <a:ea typeface="ＭＳ Ｐゴシック" panose="020B0600070205080204" pitchFamily="34" charset="-128"/>
                <a:cs typeface="Courier New" panose="02070309020205020404" pitchFamily="49" charset="0"/>
              </a:rPr>
              <a:t>static</a:t>
            </a:r>
          </a:p>
          <a:p>
            <a:pPr lvl="1"/>
            <a:r>
              <a:rPr lang="en-US" altLang="en-US" sz="1600" i="1" dirty="0">
                <a:latin typeface="Avenir Book" pitchFamily="2" charset="0"/>
                <a:ea typeface="ＭＳ Ｐゴシック" panose="020B0600070205080204" pitchFamily="34" charset="-128"/>
              </a:rPr>
              <a:t>Class: </a:t>
            </a:r>
            <a:r>
              <a:rPr lang="en-US" altLang="en-US" sz="1600" dirty="0">
                <a:latin typeface="Avenir Book" pitchFamily="2" charset="0"/>
                <a:ea typeface="ＭＳ Ｐゴシック" panose="020B0600070205080204" pitchFamily="34" charset="-128"/>
              </a:rPr>
              <a:t>Only useful for inner-classes (in a later lecture)</a:t>
            </a:r>
          </a:p>
          <a:p>
            <a:pPr lvl="1"/>
            <a:r>
              <a:rPr lang="en-US" altLang="en-US" sz="1600" i="1" dirty="0">
                <a:latin typeface="Avenir Book" pitchFamily="2" charset="0"/>
                <a:ea typeface="ＭＳ Ｐゴシック" panose="020B0600070205080204" pitchFamily="34" charset="-128"/>
              </a:rPr>
              <a:t>Field:</a:t>
            </a:r>
            <a:r>
              <a:rPr lang="en-US" altLang="en-US" sz="1600" dirty="0">
                <a:latin typeface="Avenir Book" pitchFamily="2" charset="0"/>
                <a:ea typeface="ＭＳ Ｐゴシック" panose="020B0600070205080204" pitchFamily="34" charset="-128"/>
              </a:rPr>
              <a:t> Field belongs to class, not object. There is only one instance of the field. May be accessed using the class. Can be thought of as being “shared” by all instances of the class.</a:t>
            </a:r>
          </a:p>
          <a:p>
            <a:pPr lvl="1"/>
            <a:r>
              <a:rPr lang="en-US" altLang="en-US" sz="1600" i="1" dirty="0">
                <a:latin typeface="Avenir Book" pitchFamily="2" charset="0"/>
                <a:ea typeface="ＭＳ Ｐゴシック" panose="020B0600070205080204" pitchFamily="34" charset="-128"/>
              </a:rPr>
              <a:t>Method:</a:t>
            </a:r>
            <a:r>
              <a:rPr lang="en-US" altLang="en-US" sz="1600" dirty="0">
                <a:latin typeface="Avenir Book" pitchFamily="2" charset="0"/>
                <a:ea typeface="ＭＳ Ｐゴシック" panose="020B0600070205080204" pitchFamily="34" charset="-128"/>
              </a:rPr>
              <a:t> Method belongs to class, not object. May only use other static methods or fields (because all belong to the class).</a:t>
            </a:r>
          </a:p>
          <a:p>
            <a:r>
              <a:rPr lang="en-US" altLang="en-US" sz="1800" dirty="0">
                <a:latin typeface="Courier New" panose="02070309020205020404" pitchFamily="49" charset="0"/>
                <a:ea typeface="ＭＳ Ｐゴシック" panose="020B0600070205080204" pitchFamily="34" charset="-128"/>
                <a:cs typeface="Courier New" panose="02070309020205020404" pitchFamily="49" charset="0"/>
              </a:rPr>
              <a:t>this</a:t>
            </a:r>
          </a:p>
          <a:p>
            <a:pPr lvl="1"/>
            <a:r>
              <a:rPr lang="en-US" altLang="en-US" sz="1600" dirty="0">
                <a:latin typeface="Avenir Book" pitchFamily="2" charset="0"/>
                <a:ea typeface="ＭＳ Ｐゴシック" panose="020B0600070205080204" pitchFamily="34" charset="-128"/>
              </a:rPr>
              <a:t>Reference to the instantiated class passed to every non static method</a:t>
            </a:r>
          </a:p>
          <a:p>
            <a:endParaRPr lang="en-US" altLang="en-US" dirty="0">
              <a:latin typeface="Avenir Book" pitchFamily="2" charset="0"/>
              <a:ea typeface="ＭＳ Ｐゴシック" panose="020B0600070205080204" pitchFamily="34" charset="-128"/>
            </a:endParaRPr>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5C482338-BD28-7D02-BDB5-7E0048764462}"/>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Some Java keywords not seen in C#?</a:t>
            </a:r>
          </a:p>
        </p:txBody>
      </p:sp>
      <p:sp>
        <p:nvSpPr>
          <p:cNvPr id="74755" name="Content Placeholder 2">
            <a:extLst>
              <a:ext uri="{FF2B5EF4-FFF2-40B4-BE49-F238E27FC236}">
                <a16:creationId xmlns:a16="http://schemas.microsoft.com/office/drawing/2014/main" id="{C162164C-1F02-947D-E323-8EC95D6FAB40}"/>
              </a:ext>
            </a:extLst>
          </p:cNvPr>
          <p:cNvSpPr>
            <a:spLocks noGrp="1" noChangeArrowheads="1"/>
          </p:cNvSpPr>
          <p:nvPr>
            <p:ph idx="1"/>
          </p:nvPr>
        </p:nvSpPr>
        <p:spPr>
          <a:xfrm>
            <a:off x="323850" y="1112838"/>
            <a:ext cx="8712200" cy="3481387"/>
          </a:xfrm>
        </p:spPr>
        <p:txBody>
          <a:bodyPr/>
          <a:lstStyle/>
          <a:p>
            <a:r>
              <a:rPr lang="en-US" altLang="en-US" sz="1800" dirty="0">
                <a:latin typeface="Courier New" panose="02070309020205020404" pitchFamily="49" charset="0"/>
                <a:ea typeface="ＭＳ Ｐゴシック" panose="020B0600070205080204" pitchFamily="34" charset="-128"/>
                <a:cs typeface="Courier New" panose="02070309020205020404" pitchFamily="49" charset="0"/>
              </a:rPr>
              <a:t>final</a:t>
            </a:r>
          </a:p>
          <a:p>
            <a:pPr lvl="1"/>
            <a:r>
              <a:rPr lang="en-US" altLang="en-US" sz="1600" i="1" dirty="0">
                <a:latin typeface="Avenir Book" pitchFamily="2" charset="0"/>
                <a:ea typeface="ＭＳ Ｐゴシック" panose="020B0600070205080204" pitchFamily="34" charset="-128"/>
              </a:rPr>
              <a:t>Class: </a:t>
            </a:r>
            <a:r>
              <a:rPr lang="en-US" altLang="en-US" sz="1600" dirty="0">
                <a:latin typeface="Avenir Book" pitchFamily="2" charset="0"/>
                <a:ea typeface="ＭＳ Ｐゴシック" panose="020B0600070205080204" pitchFamily="34" charset="-128"/>
              </a:rPr>
              <a:t>Cannot be extended</a:t>
            </a:r>
          </a:p>
          <a:p>
            <a:pPr lvl="1"/>
            <a:r>
              <a:rPr lang="en-US" altLang="en-US" sz="1600" i="1" dirty="0">
                <a:latin typeface="Avenir Book" pitchFamily="2" charset="0"/>
                <a:ea typeface="ＭＳ Ｐゴシック" panose="020B0600070205080204" pitchFamily="34" charset="-128"/>
              </a:rPr>
              <a:t>Field: </a:t>
            </a:r>
            <a:r>
              <a:rPr lang="en-US" altLang="en-US" sz="1600" dirty="0">
                <a:latin typeface="Avenir Book" pitchFamily="2" charset="0"/>
                <a:ea typeface="ＭＳ Ｐゴシック" panose="020B0600070205080204" pitchFamily="34" charset="-128"/>
              </a:rPr>
              <a:t>Value cannot change once set</a:t>
            </a:r>
          </a:p>
          <a:p>
            <a:pPr lvl="1"/>
            <a:r>
              <a:rPr lang="en-US" altLang="en-US" sz="1600" i="1" dirty="0">
                <a:latin typeface="Avenir Book" pitchFamily="2" charset="0"/>
                <a:ea typeface="ＭＳ Ｐゴシック" panose="020B0600070205080204" pitchFamily="34" charset="-128"/>
              </a:rPr>
              <a:t>Method: </a:t>
            </a:r>
            <a:r>
              <a:rPr lang="en-US" altLang="en-US" sz="1600" dirty="0">
                <a:latin typeface="Avenir Book" pitchFamily="2" charset="0"/>
                <a:ea typeface="ＭＳ Ｐゴシック" panose="020B0600070205080204" pitchFamily="34" charset="-128"/>
              </a:rPr>
              <a:t>Cannot be overridden</a:t>
            </a:r>
          </a:p>
          <a:p>
            <a:r>
              <a:rPr lang="en-US" altLang="en-US" sz="1800" dirty="0">
                <a:latin typeface="Courier New" panose="02070309020205020404" pitchFamily="49" charset="0"/>
                <a:ea typeface="ＭＳ Ｐゴシック" panose="020B0600070205080204" pitchFamily="34" charset="-128"/>
                <a:cs typeface="Courier New" panose="02070309020205020404" pitchFamily="49" charset="0"/>
              </a:rPr>
              <a:t>super</a:t>
            </a:r>
          </a:p>
          <a:p>
            <a:pPr lvl="1"/>
            <a:r>
              <a:rPr lang="en-US" altLang="en-US" sz="1600" dirty="0">
                <a:latin typeface="Avenir Book" pitchFamily="2" charset="0"/>
                <a:ea typeface="ＭＳ Ｐゴシック" panose="020B0600070205080204" pitchFamily="34" charset="-128"/>
              </a:rPr>
              <a:t>Refers to the inherited members of the parent class</a:t>
            </a: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14A575C1-D3B3-928E-304A-3CB667297888}"/>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Important classes</a:t>
            </a:r>
          </a:p>
        </p:txBody>
      </p:sp>
      <p:sp>
        <p:nvSpPr>
          <p:cNvPr id="75779" name="Content Placeholder 2">
            <a:extLst>
              <a:ext uri="{FF2B5EF4-FFF2-40B4-BE49-F238E27FC236}">
                <a16:creationId xmlns:a16="http://schemas.microsoft.com/office/drawing/2014/main" id="{7142CE85-FA6F-633C-981D-708CBA256DA5}"/>
              </a:ext>
            </a:extLst>
          </p:cNvPr>
          <p:cNvSpPr>
            <a:spLocks noGrp="1" noChangeArrowheads="1"/>
          </p:cNvSpPr>
          <p:nvPr>
            <p:ph idx="1"/>
          </p:nvPr>
        </p:nvSpPr>
        <p:spPr>
          <a:xfrm>
            <a:off x="323850" y="1112838"/>
            <a:ext cx="8712200" cy="3481387"/>
          </a:xfrm>
        </p:spPr>
        <p:txBody>
          <a:bodyPr/>
          <a:lstStyle/>
          <a:p>
            <a:r>
              <a:rPr lang="en-US" altLang="en-US" sz="1800" dirty="0">
                <a:latin typeface="Courier New" panose="02070309020205020404" pitchFamily="49" charset="0"/>
                <a:ea typeface="ＭＳ Ｐゴシック" panose="020B0600070205080204" pitchFamily="34" charset="-128"/>
                <a:cs typeface="Courier New" panose="02070309020205020404" pitchFamily="49" charset="0"/>
              </a:rPr>
              <a:t>Object</a:t>
            </a:r>
          </a:p>
          <a:p>
            <a:pPr lvl="1"/>
            <a:r>
              <a:rPr lang="en-US" altLang="en-US" sz="1600" dirty="0" err="1">
                <a:latin typeface="Courier New" panose="02070309020205020404" pitchFamily="49" charset="0"/>
                <a:ea typeface="ＭＳ Ｐゴシック" panose="020B0600070205080204" pitchFamily="34" charset="-128"/>
                <a:cs typeface="Courier New" panose="02070309020205020404" pitchFamily="49" charset="0"/>
              </a:rPr>
              <a:t>boolean</a:t>
            </a:r>
            <a:r>
              <a:rPr lang="en-US" altLang="en-US" sz="1600" dirty="0">
                <a:latin typeface="Courier New" panose="02070309020205020404" pitchFamily="49" charset="0"/>
                <a:ea typeface="ＭＳ Ｐゴシック" panose="020B0600070205080204" pitchFamily="34" charset="-128"/>
                <a:cs typeface="Courier New" panose="02070309020205020404" pitchFamily="49" charset="0"/>
              </a:rPr>
              <a:t> equals(Object obj)</a:t>
            </a:r>
          </a:p>
          <a:p>
            <a:pPr lvl="2"/>
            <a:r>
              <a:rPr lang="en-US" altLang="en-US" sz="1800" dirty="0">
                <a:latin typeface="Avenir Book" pitchFamily="2" charset="0"/>
                <a:ea typeface="ＭＳ Ｐゴシック" panose="020B0600070205080204" pitchFamily="34" charset="-128"/>
              </a:rPr>
              <a:t>Indicates whether obj is “equal to” this one</a:t>
            </a:r>
          </a:p>
          <a:p>
            <a:pPr lvl="1"/>
            <a:r>
              <a:rPr lang="en-US" altLang="en-US" sz="1600" dirty="0">
                <a:latin typeface="Courier New" panose="02070309020205020404" pitchFamily="49" charset="0"/>
                <a:ea typeface="ＭＳ Ｐゴシック" panose="020B0600070205080204" pitchFamily="34" charset="-128"/>
                <a:cs typeface="Courier New" panose="02070309020205020404" pitchFamily="49" charset="0"/>
              </a:rPr>
              <a:t>Class </a:t>
            </a:r>
            <a:r>
              <a:rPr lang="en-US" altLang="en-US" sz="1600" dirty="0" err="1">
                <a:latin typeface="Courier New" panose="02070309020205020404" pitchFamily="49" charset="0"/>
                <a:ea typeface="ＭＳ Ｐゴシック" panose="020B0600070205080204" pitchFamily="34" charset="-128"/>
                <a:cs typeface="Courier New" panose="02070309020205020404" pitchFamily="49" charset="0"/>
              </a:rPr>
              <a:t>getClass</a:t>
            </a:r>
            <a:r>
              <a:rPr lang="en-US" altLang="en-US" sz="1600" dirty="0">
                <a:latin typeface="Courier New" panose="02070309020205020404" pitchFamily="49" charset="0"/>
                <a:ea typeface="ＭＳ Ｐゴシック" panose="020B0600070205080204" pitchFamily="34" charset="-128"/>
                <a:cs typeface="Courier New" panose="02070309020205020404" pitchFamily="49" charset="0"/>
              </a:rPr>
              <a:t>()</a:t>
            </a:r>
          </a:p>
          <a:p>
            <a:pPr lvl="2"/>
            <a:r>
              <a:rPr lang="en-US" altLang="en-US" sz="1800" dirty="0">
                <a:latin typeface="Avenir Book" pitchFamily="2" charset="0"/>
                <a:ea typeface="ＭＳ Ｐゴシック" panose="020B0600070205080204" pitchFamily="34" charset="-128"/>
              </a:rPr>
              <a:t>Returns the runtime class of this object</a:t>
            </a:r>
          </a:p>
          <a:p>
            <a:pPr lvl="2"/>
            <a:r>
              <a:rPr lang="en-US" altLang="en-US" sz="1800" dirty="0">
                <a:latin typeface="Avenir Book" pitchFamily="2" charset="0"/>
                <a:ea typeface="ＭＳ Ｐゴシック" panose="020B0600070205080204" pitchFamily="34" charset="-128"/>
              </a:rPr>
              <a:t>Allows reflection (later lecture)</a:t>
            </a:r>
          </a:p>
          <a:p>
            <a:pPr lvl="1"/>
            <a:r>
              <a:rPr lang="en-US" altLang="en-US" sz="1600" dirty="0">
                <a:latin typeface="Courier New" panose="02070309020205020404" pitchFamily="49" charset="0"/>
                <a:ea typeface="ＭＳ Ｐゴシック" panose="020B0600070205080204" pitchFamily="34" charset="-128"/>
                <a:cs typeface="Courier New" panose="02070309020205020404" pitchFamily="49" charset="0"/>
              </a:rPr>
              <a:t>String </a:t>
            </a:r>
            <a:r>
              <a:rPr lang="en-US" altLang="en-US" sz="1600" dirty="0" err="1">
                <a:latin typeface="Courier New" panose="02070309020205020404" pitchFamily="49" charset="0"/>
                <a:ea typeface="ＭＳ Ｐゴシック" panose="020B0600070205080204" pitchFamily="34" charset="-128"/>
                <a:cs typeface="Courier New" panose="02070309020205020404" pitchFamily="49" charset="0"/>
              </a:rPr>
              <a:t>toString</a:t>
            </a:r>
            <a:r>
              <a:rPr lang="en-US" altLang="en-US" sz="1600" dirty="0">
                <a:latin typeface="Courier New" panose="02070309020205020404" pitchFamily="49" charset="0"/>
                <a:ea typeface="ＭＳ Ｐゴシック" panose="020B0600070205080204" pitchFamily="34" charset="-128"/>
                <a:cs typeface="Courier New" panose="02070309020205020404" pitchFamily="49" charset="0"/>
              </a:rPr>
              <a:t>()</a:t>
            </a:r>
          </a:p>
          <a:p>
            <a:pPr lvl="2"/>
            <a:r>
              <a:rPr lang="en-US" altLang="en-US" sz="1800" dirty="0">
                <a:latin typeface="Avenir Book" pitchFamily="2" charset="0"/>
                <a:ea typeface="ＭＳ Ｐゴシック" panose="020B0600070205080204" pitchFamily="34" charset="-128"/>
              </a:rPr>
              <a:t>Returns a string representing the object</a:t>
            </a:r>
          </a:p>
        </p:txBody>
      </p:sp>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AA511F6-0F8C-A736-B838-A1245BAD4327}"/>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Important classes</a:t>
            </a:r>
          </a:p>
        </p:txBody>
      </p:sp>
      <p:sp>
        <p:nvSpPr>
          <p:cNvPr id="76803" name="Content Placeholder 2">
            <a:extLst>
              <a:ext uri="{FF2B5EF4-FFF2-40B4-BE49-F238E27FC236}">
                <a16:creationId xmlns:a16="http://schemas.microsoft.com/office/drawing/2014/main" id="{630BA2A3-73F0-36A2-FD6F-CA1C7ADDF3B6}"/>
              </a:ext>
            </a:extLst>
          </p:cNvPr>
          <p:cNvSpPr>
            <a:spLocks noGrp="1" noChangeArrowheads="1"/>
          </p:cNvSpPr>
          <p:nvPr>
            <p:ph idx="1"/>
          </p:nvPr>
        </p:nvSpPr>
        <p:spPr>
          <a:xfrm>
            <a:off x="323850" y="1112838"/>
            <a:ext cx="8712200" cy="3481387"/>
          </a:xfrm>
        </p:spPr>
        <p:txBody>
          <a:bodyPr/>
          <a:lstStyle/>
          <a:p>
            <a:r>
              <a:rPr lang="en-US" altLang="en-US" sz="1800">
                <a:latin typeface="Courier New" panose="02070309020205020404" pitchFamily="49" charset="0"/>
                <a:ea typeface="ＭＳ Ｐゴシック" panose="020B0600070205080204" pitchFamily="34" charset="-128"/>
                <a:cs typeface="Courier New" panose="02070309020205020404" pitchFamily="49" charset="0"/>
              </a:rPr>
              <a:t>Class</a:t>
            </a:r>
          </a:p>
          <a:p>
            <a:pPr lvl="1"/>
            <a:r>
              <a:rPr lang="en-US" altLang="en-US" sz="1600">
                <a:latin typeface="Courier New" panose="02070309020205020404" pitchFamily="49" charset="0"/>
                <a:ea typeface="ＭＳ Ｐゴシック" panose="020B0600070205080204" pitchFamily="34" charset="-128"/>
                <a:cs typeface="Courier New" panose="02070309020205020404" pitchFamily="49" charset="0"/>
              </a:rPr>
              <a:t>Class forName(String className)</a:t>
            </a:r>
          </a:p>
          <a:p>
            <a:pPr lvl="2"/>
            <a:r>
              <a:rPr lang="en-US" altLang="en-US" sz="1800">
                <a:latin typeface="Avenir Book" pitchFamily="2" charset="0"/>
                <a:ea typeface="ＭＳ Ｐゴシック" panose="020B0600070205080204" pitchFamily="34" charset="-128"/>
              </a:rPr>
              <a:t>Initializes the class with the given string name</a:t>
            </a:r>
          </a:p>
          <a:p>
            <a:pPr lvl="1"/>
            <a:r>
              <a:rPr lang="en-US" altLang="en-US" sz="1600">
                <a:latin typeface="Courier New" panose="02070309020205020404" pitchFamily="49" charset="0"/>
                <a:ea typeface="ＭＳ Ｐゴシック" panose="020B0600070205080204" pitchFamily="34" charset="-128"/>
                <a:cs typeface="Courier New" panose="02070309020205020404" pitchFamily="49" charset="0"/>
              </a:rPr>
              <a:t>String getName()</a:t>
            </a:r>
          </a:p>
          <a:p>
            <a:pPr lvl="2"/>
            <a:r>
              <a:rPr lang="en-US" altLang="en-US" sz="1800">
                <a:latin typeface="Avenir Book" pitchFamily="2" charset="0"/>
                <a:ea typeface="ＭＳ Ｐゴシック" panose="020B0600070205080204" pitchFamily="34" charset="-128"/>
              </a:rPr>
              <a:t>Returns the name of the entity represented by this Class object, as a String</a:t>
            </a:r>
          </a:p>
          <a:p>
            <a:pPr lvl="1"/>
            <a:r>
              <a:rPr lang="en-US" altLang="en-US" sz="1600">
                <a:latin typeface="Courier New" panose="02070309020205020404" pitchFamily="49" charset="0"/>
                <a:ea typeface="ＭＳ Ｐゴシック" panose="020B0600070205080204" pitchFamily="34" charset="-128"/>
                <a:cs typeface="Courier New" panose="02070309020205020404" pitchFamily="49" charset="0"/>
              </a:rPr>
              <a:t>boolean isInstance(Object obj)</a:t>
            </a:r>
          </a:p>
          <a:p>
            <a:pPr lvl="2"/>
            <a:r>
              <a:rPr lang="en-US" altLang="en-US" sz="1800">
                <a:latin typeface="Avenir Book" pitchFamily="2" charset="0"/>
                <a:ea typeface="ＭＳ Ｐゴシック" panose="020B0600070205080204" pitchFamily="34" charset="-128"/>
              </a:rPr>
              <a:t>Determines if </a:t>
            </a:r>
            <a:r>
              <a:rPr lang="en-US" altLang="en-US" sz="1800">
                <a:latin typeface="Courier New" panose="02070309020205020404" pitchFamily="49" charset="0"/>
                <a:ea typeface="ＭＳ Ｐゴシック" panose="020B0600070205080204" pitchFamily="34" charset="-128"/>
                <a:cs typeface="Courier New" panose="02070309020205020404" pitchFamily="49" charset="0"/>
              </a:rPr>
              <a:t>obj</a:t>
            </a:r>
            <a:r>
              <a:rPr lang="en-US" altLang="en-US" sz="1800">
                <a:latin typeface="Avenir Book" pitchFamily="2" charset="0"/>
                <a:ea typeface="ＭＳ Ｐゴシック" panose="020B0600070205080204" pitchFamily="34" charset="-128"/>
              </a:rPr>
              <a:t> is assignment compatible with the class represented by the Class </a:t>
            </a:r>
            <a:r>
              <a:rPr lang="en-US" altLang="en-US" sz="1800">
                <a:latin typeface="Courier New" panose="02070309020205020404" pitchFamily="49" charset="0"/>
                <a:ea typeface="ＭＳ Ｐゴシック" panose="020B0600070205080204" pitchFamily="34" charset="-128"/>
                <a:cs typeface="Courier New" panose="02070309020205020404" pitchFamily="49" charset="0"/>
              </a:rPr>
              <a:t>Object</a:t>
            </a:r>
          </a:p>
        </p:txBody>
      </p:sp>
    </p:spTree>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9984F3-4A8C-41E9-8906-722BFDD32DF7}"/>
              </a:ext>
            </a:extLst>
          </p:cNvPr>
          <p:cNvSpPr/>
          <p:nvPr/>
        </p:nvSpPr>
        <p:spPr>
          <a:xfrm>
            <a:off x="0" y="0"/>
            <a:ext cx="6228184"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5">
            <a:extLst>
              <a:ext uri="{FF2B5EF4-FFF2-40B4-BE49-F238E27FC236}">
                <a16:creationId xmlns:a16="http://schemas.microsoft.com/office/drawing/2014/main" id="{1955AFC0-84A3-49C2-B732-3F51F61BB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1131590"/>
            <a:ext cx="3075990" cy="3075990"/>
          </a:xfrm>
          <a:prstGeom prst="rect">
            <a:avLst/>
          </a:prstGeom>
        </p:spPr>
      </p:pic>
      <p:sp>
        <p:nvSpPr>
          <p:cNvPr id="8" name="TextBox 7">
            <a:extLst>
              <a:ext uri="{FF2B5EF4-FFF2-40B4-BE49-F238E27FC236}">
                <a16:creationId xmlns:a16="http://schemas.microsoft.com/office/drawing/2014/main" id="{5C1A5F8D-5E28-431E-9C4E-F84AAEA7BB92}"/>
              </a:ext>
            </a:extLst>
          </p:cNvPr>
          <p:cNvSpPr txBox="1"/>
          <p:nvPr/>
        </p:nvSpPr>
        <p:spPr>
          <a:xfrm>
            <a:off x="1109457" y="1786920"/>
            <a:ext cx="2972534" cy="1569660"/>
          </a:xfrm>
          <a:prstGeom prst="rect">
            <a:avLst/>
          </a:prstGeom>
          <a:noFill/>
        </p:spPr>
        <p:txBody>
          <a:bodyPr wrap="square" rtlCol="0">
            <a:spAutoFit/>
          </a:bodyPr>
          <a:lstStyle/>
          <a:p>
            <a:r>
              <a:rPr lang="en-ZA" sz="4800" b="1" dirty="0">
                <a:solidFill>
                  <a:schemeClr val="bg1"/>
                </a:solidFill>
                <a:latin typeface="Avenir Medium"/>
              </a:rPr>
              <a:t>Version Control</a:t>
            </a:r>
          </a:p>
        </p:txBody>
      </p:sp>
    </p:spTree>
    <p:extLst>
      <p:ext uri="{BB962C8B-B14F-4D97-AF65-F5344CB8AC3E}">
        <p14:creationId xmlns:p14="http://schemas.microsoft.com/office/powerpoint/2010/main" val="2250186648"/>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Version control</a:t>
            </a:r>
          </a:p>
        </p:txBody>
      </p:sp>
      <p:sp>
        <p:nvSpPr>
          <p:cNvPr id="81923" name="Content Placeholder 2">
            <a:extLst>
              <a:ext uri="{FF2B5EF4-FFF2-40B4-BE49-F238E27FC236}">
                <a16:creationId xmlns:a16="http://schemas.microsoft.com/office/drawing/2014/main" id="{5C6BFA09-EEC3-E74B-06BD-B7D47D876082}"/>
              </a:ext>
            </a:extLst>
          </p:cNvPr>
          <p:cNvSpPr>
            <a:spLocks noGrp="1" noChangeArrowheads="1"/>
          </p:cNvSpPr>
          <p:nvPr>
            <p:ph idx="1"/>
          </p:nvPr>
        </p:nvSpPr>
        <p:spPr>
          <a:xfrm>
            <a:off x="323850" y="1112838"/>
            <a:ext cx="4536182" cy="3481387"/>
          </a:xfrm>
        </p:spPr>
        <p:txBody>
          <a:bodyPr/>
          <a:lstStyle/>
          <a:p>
            <a:r>
              <a:rPr lang="en-US" altLang="en-US" dirty="0">
                <a:latin typeface="Avenir Book" pitchFamily="2" charset="0"/>
                <a:ea typeface="ＭＳ Ｐゴシック" panose="020B0600070205080204" pitchFamily="34" charset="-128"/>
              </a:rPr>
              <a:t>Facilitates </a:t>
            </a:r>
            <a:r>
              <a:rPr lang="en-US" altLang="en-US" i="1" u="sng" dirty="0">
                <a:latin typeface="Avenir Book" pitchFamily="2" charset="0"/>
                <a:ea typeface="ＭＳ Ｐゴシック" panose="020B0600070205080204" pitchFamily="34" charset="-128"/>
              </a:rPr>
              <a:t>continuous</a:t>
            </a:r>
            <a:r>
              <a:rPr lang="en-US" altLang="en-US" dirty="0">
                <a:latin typeface="Avenir Book" pitchFamily="2" charset="0"/>
                <a:ea typeface="ＭＳ Ｐゴシック" panose="020B0600070205080204" pitchFamily="34" charset="-128"/>
              </a:rPr>
              <a:t> software development workflows</a:t>
            </a:r>
          </a:p>
          <a:p>
            <a:r>
              <a:rPr lang="en-US" altLang="en-US" dirty="0">
                <a:latin typeface="Avenir Book" pitchFamily="2" charset="0"/>
                <a:ea typeface="ＭＳ Ｐゴシック" panose="020B0600070205080204" pitchFamily="34" charset="-128"/>
              </a:rPr>
              <a:t>Keeps a historical record of software changes in </a:t>
            </a:r>
            <a:r>
              <a:rPr lang="en-US" altLang="en-US" dirty="0" err="1">
                <a:latin typeface="Avenir Book" pitchFamily="2" charset="0"/>
                <a:ea typeface="ＭＳ Ｐゴシック" panose="020B0600070205080204" pitchFamily="34" charset="-128"/>
              </a:rPr>
              <a:t>specialised</a:t>
            </a:r>
            <a:r>
              <a:rPr lang="en-US" altLang="en-US" dirty="0">
                <a:latin typeface="Avenir Book" pitchFamily="2" charset="0"/>
                <a:ea typeface="ＭＳ Ｐゴシック" panose="020B0600070205080204" pitchFamily="34" charset="-128"/>
              </a:rPr>
              <a:t> </a:t>
            </a:r>
            <a:r>
              <a:rPr lang="en-US" altLang="en-US" dirty="0" err="1">
                <a:latin typeface="Avenir Book" pitchFamily="2" charset="0"/>
                <a:ea typeface="ＭＳ Ｐゴシック" panose="020B0600070205080204" pitchFamily="34" charset="-128"/>
              </a:rPr>
              <a:t>db</a:t>
            </a:r>
            <a:endParaRPr lang="en-US" altLang="en-US" dirty="0">
              <a:latin typeface="Avenir Book" pitchFamily="2" charset="0"/>
              <a:ea typeface="ＭＳ Ｐゴシック" panose="020B0600070205080204" pitchFamily="34" charset="-128"/>
            </a:endParaRPr>
          </a:p>
          <a:p>
            <a:r>
              <a:rPr lang="en-US" altLang="en-US" dirty="0">
                <a:latin typeface="Avenir Book" pitchFamily="2" charset="0"/>
                <a:ea typeface="ＭＳ Ｐゴシック" panose="020B0600070205080204" pitchFamily="34" charset="-128"/>
              </a:rPr>
              <a:t>Logs edits made by individual developers in this </a:t>
            </a:r>
            <a:r>
              <a:rPr lang="en-US" altLang="en-US" dirty="0" err="1">
                <a:latin typeface="Avenir Book" pitchFamily="2" charset="0"/>
                <a:ea typeface="ＭＳ Ｐゴシック" panose="020B0600070205080204" pitchFamily="34" charset="-128"/>
              </a:rPr>
              <a:t>db</a:t>
            </a:r>
            <a:endParaRPr lang="en-US" altLang="en-US" dirty="0">
              <a:latin typeface="Avenir Book" pitchFamily="2" charset="0"/>
              <a:ea typeface="ＭＳ Ｐゴシック" panose="020B0600070205080204" pitchFamily="34" charset="-128"/>
            </a:endParaRPr>
          </a:p>
          <a:p>
            <a:r>
              <a:rPr lang="en-US" altLang="en-US" dirty="0">
                <a:latin typeface="Avenir Book" pitchFamily="2" charset="0"/>
                <a:ea typeface="ＭＳ Ｐゴシック" panose="020B0600070205080204" pitchFamily="34" charset="-128"/>
              </a:rPr>
              <a:t>Shows any conflicts in the code of changes made by different developers</a:t>
            </a:r>
          </a:p>
          <a:p>
            <a:pPr lvl="1"/>
            <a:r>
              <a:rPr lang="en-US" altLang="en-US" i="1" u="sng" dirty="0">
                <a:latin typeface="Avenir Book" pitchFamily="2" charset="0"/>
                <a:ea typeface="ＭＳ Ｐゴシック" panose="020B0600070205080204" pitchFamily="34" charset="-128"/>
              </a:rPr>
              <a:t>Conflicts</a:t>
            </a:r>
            <a:r>
              <a:rPr lang="en-US" altLang="en-US" dirty="0">
                <a:latin typeface="Avenir Book" pitchFamily="2" charset="0"/>
                <a:ea typeface="ＭＳ Ｐゴシック" panose="020B0600070205080204" pitchFamily="34" charset="-128"/>
              </a:rPr>
              <a:t> can then be resolved by the developers</a:t>
            </a:r>
          </a:p>
        </p:txBody>
      </p:sp>
      <p:pic>
        <p:nvPicPr>
          <p:cNvPr id="3" name="Picture 2">
            <a:extLst>
              <a:ext uri="{FF2B5EF4-FFF2-40B4-BE49-F238E27FC236}">
                <a16:creationId xmlns:a16="http://schemas.microsoft.com/office/drawing/2014/main" id="{473F050C-E8DF-47D8-A8C3-3B4443976E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4140" y="600197"/>
            <a:ext cx="3867894" cy="3867894"/>
          </a:xfrm>
          <a:prstGeom prst="rect">
            <a:avLst/>
          </a:prstGeom>
        </p:spPr>
      </p:pic>
    </p:spTree>
    <p:extLst>
      <p:ext uri="{BB962C8B-B14F-4D97-AF65-F5344CB8AC3E}">
        <p14:creationId xmlns:p14="http://schemas.microsoft.com/office/powerpoint/2010/main" val="3895139264"/>
      </p:ext>
    </p:extLst>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Version control systems (VCSs)</a:t>
            </a:r>
          </a:p>
        </p:txBody>
      </p:sp>
      <p:sp>
        <p:nvSpPr>
          <p:cNvPr id="81923" name="Content Placeholder 2">
            <a:extLst>
              <a:ext uri="{FF2B5EF4-FFF2-40B4-BE49-F238E27FC236}">
                <a16:creationId xmlns:a16="http://schemas.microsoft.com/office/drawing/2014/main" id="{5C6BFA09-EEC3-E74B-06BD-B7D47D876082}"/>
              </a:ext>
            </a:extLst>
          </p:cNvPr>
          <p:cNvSpPr>
            <a:spLocks noGrp="1" noChangeArrowheads="1"/>
          </p:cNvSpPr>
          <p:nvPr>
            <p:ph idx="1"/>
          </p:nvPr>
        </p:nvSpPr>
        <p:spPr>
          <a:xfrm>
            <a:off x="323850" y="1112838"/>
            <a:ext cx="8496300" cy="3619152"/>
          </a:xfrm>
        </p:spPr>
        <p:txBody>
          <a:bodyPr/>
          <a:lstStyle/>
          <a:p>
            <a:r>
              <a:rPr lang="en-US" altLang="en-US" dirty="0">
                <a:latin typeface="Avenir Book" pitchFamily="2" charset="0"/>
                <a:ea typeface="ＭＳ Ｐゴシック" panose="020B0600070205080204" pitchFamily="34" charset="-128"/>
              </a:rPr>
              <a:t>A VCS provides visibility to code history </a:t>
            </a:r>
          </a:p>
          <a:p>
            <a:r>
              <a:rPr lang="en-US" altLang="en-US" dirty="0">
                <a:latin typeface="Avenir Book" pitchFamily="2" charset="0"/>
                <a:ea typeface="ＭＳ Ｐゴシック" panose="020B0600070205080204" pitchFamily="34" charset="-128"/>
              </a:rPr>
              <a:t>Also provides a single source of documentation for all files, folders &amp; messages</a:t>
            </a:r>
          </a:p>
          <a:p>
            <a:r>
              <a:rPr lang="en-US" altLang="en-US" dirty="0">
                <a:latin typeface="Avenir Book" pitchFamily="2" charset="0"/>
                <a:ea typeface="ＭＳ Ｐゴシック" panose="020B0600070205080204" pitchFamily="34" charset="-128"/>
              </a:rPr>
              <a:t>Advantages?</a:t>
            </a:r>
          </a:p>
          <a:p>
            <a:pPr lvl="1"/>
            <a:r>
              <a:rPr lang="en-US" altLang="en-US" b="1" dirty="0">
                <a:latin typeface="Avenir Book" pitchFamily="2" charset="0"/>
                <a:ea typeface="ＭＳ Ｐゴシック" panose="020B0600070205080204" pitchFamily="34" charset="-128"/>
              </a:rPr>
              <a:t>Improves productivity </a:t>
            </a:r>
            <a:r>
              <a:rPr lang="en-US" altLang="en-US" dirty="0">
                <a:latin typeface="Avenir Book" pitchFamily="2" charset="0"/>
                <a:ea typeface="ＭＳ Ｐゴシック" panose="020B0600070205080204" pitchFamily="34" charset="-128"/>
              </a:rPr>
              <a:t>by streamlining software development lifecycle (SDLC)</a:t>
            </a:r>
          </a:p>
          <a:p>
            <a:pPr lvl="1"/>
            <a:r>
              <a:rPr lang="en-US" altLang="en-US" b="1" dirty="0">
                <a:latin typeface="Avenir Book" pitchFamily="2" charset="0"/>
                <a:ea typeface="ＭＳ Ｐゴシック" panose="020B0600070205080204" pitchFamily="34" charset="-128"/>
              </a:rPr>
              <a:t>Reduces the chance of lost work &amp; time </a:t>
            </a:r>
            <a:r>
              <a:rPr lang="en-US" altLang="en-US" dirty="0">
                <a:latin typeface="Avenir Book" pitchFamily="2" charset="0"/>
                <a:ea typeface="ＭＳ Ｐゴシック" panose="020B0600070205080204" pitchFamily="34" charset="-128"/>
              </a:rPr>
              <a:t>by </a:t>
            </a:r>
            <a:r>
              <a:rPr lang="en-US" altLang="en-US" i="1" u="sng" dirty="0">
                <a:latin typeface="Avenir Book" pitchFamily="2" charset="0"/>
                <a:ea typeface="ＭＳ Ｐゴシック" panose="020B0600070205080204" pitchFamily="34" charset="-128"/>
              </a:rPr>
              <a:t>tracking code changes</a:t>
            </a:r>
          </a:p>
          <a:p>
            <a:pPr lvl="1"/>
            <a:r>
              <a:rPr lang="en-US" altLang="en-US" b="1" dirty="0">
                <a:latin typeface="Avenir Book" pitchFamily="2" charset="0"/>
                <a:ea typeface="ＭＳ Ｐゴシック" panose="020B0600070205080204" pitchFamily="34" charset="-128"/>
              </a:rPr>
              <a:t>Helps to improve code quality </a:t>
            </a:r>
            <a:r>
              <a:rPr lang="en-US" altLang="en-US" dirty="0">
                <a:latin typeface="Avenir Book" pitchFamily="2" charset="0"/>
                <a:ea typeface="ＭＳ Ｐゴシック" panose="020B0600070205080204" pitchFamily="34" charset="-128"/>
              </a:rPr>
              <a:t>(developers need to follow best practices)</a:t>
            </a:r>
          </a:p>
          <a:p>
            <a:pPr lvl="1"/>
            <a:r>
              <a:rPr lang="en-US" altLang="en-US" b="1" dirty="0">
                <a:latin typeface="Avenir Book" pitchFamily="2" charset="0"/>
                <a:ea typeface="ＭＳ Ｐゴシック" panose="020B0600070205080204" pitchFamily="34" charset="-128"/>
              </a:rPr>
              <a:t>Reduces errors </a:t>
            </a:r>
            <a:r>
              <a:rPr lang="en-US" altLang="en-US" dirty="0">
                <a:latin typeface="Avenir Book" pitchFamily="2" charset="0"/>
                <a:ea typeface="ＭＳ Ｐゴシック" panose="020B0600070205080204" pitchFamily="34" charset="-128"/>
              </a:rPr>
              <a:t>(finding errors faster, rolling back)</a:t>
            </a:r>
          </a:p>
          <a:p>
            <a:pPr lvl="1"/>
            <a:r>
              <a:rPr lang="en-US" altLang="en-US" b="1" dirty="0">
                <a:latin typeface="Avenir Book" pitchFamily="2" charset="0"/>
                <a:ea typeface="ＭＳ Ｐゴシック" panose="020B0600070205080204" pitchFamily="34" charset="-128"/>
              </a:rPr>
              <a:t>Improves the recovery process </a:t>
            </a:r>
            <a:r>
              <a:rPr lang="en-US" altLang="en-US" dirty="0">
                <a:latin typeface="Avenir Book" pitchFamily="2" charset="0"/>
                <a:ea typeface="ＭＳ Ｐゴシック" panose="020B0600070205080204" pitchFamily="34" charset="-128"/>
              </a:rPr>
              <a:t>(by keeping </a:t>
            </a:r>
            <a:r>
              <a:rPr lang="en-US" altLang="en-US" i="1" u="sng" dirty="0">
                <a:latin typeface="Avenir Book" pitchFamily="2" charset="0"/>
                <a:ea typeface="ＭＳ Ｐゴシック" panose="020B0600070205080204" pitchFamily="34" charset="-128"/>
              </a:rPr>
              <a:t>track of changes </a:t>
            </a:r>
            <a:r>
              <a:rPr lang="en-US" altLang="en-US" dirty="0">
                <a:latin typeface="Avenir Book" pitchFamily="2" charset="0"/>
                <a:ea typeface="ＭＳ Ｐゴシック" panose="020B0600070205080204" pitchFamily="34" charset="-128"/>
              </a:rPr>
              <a:t>&amp; reverting changes that contain issues)</a:t>
            </a:r>
          </a:p>
          <a:p>
            <a:pPr lvl="1"/>
            <a:r>
              <a:rPr lang="en-US" altLang="en-US" b="1" dirty="0">
                <a:latin typeface="Avenir Book" pitchFamily="2" charset="0"/>
                <a:ea typeface="ＭＳ Ｐゴシック" panose="020B0600070205080204" pitchFamily="34" charset="-128"/>
              </a:rPr>
              <a:t>Automates tasks </a:t>
            </a:r>
            <a:r>
              <a:rPr lang="en-US" altLang="en-US" dirty="0">
                <a:latin typeface="Avenir Book" pitchFamily="2" charset="0"/>
                <a:ea typeface="ＭＳ Ｐゴシック" panose="020B0600070205080204" pitchFamily="34" charset="-128"/>
              </a:rPr>
              <a:t>like testing, analysis &amp; deployment</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2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2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2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E5FA52-2843-4B58-BB10-68BD91ED7712}"/>
              </a:ext>
            </a:extLst>
          </p:cNvPr>
          <p:cNvSpPr/>
          <p:nvPr/>
        </p:nvSpPr>
        <p:spPr>
          <a:xfrm>
            <a:off x="0" y="4299942"/>
            <a:ext cx="9144000" cy="8435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3" name="Diagram 2">
            <a:extLst>
              <a:ext uri="{FF2B5EF4-FFF2-40B4-BE49-F238E27FC236}">
                <a16:creationId xmlns:a16="http://schemas.microsoft.com/office/drawing/2014/main" id="{610B1AA2-3397-4A19-9A7B-2B8729CD8D39}"/>
              </a:ext>
            </a:extLst>
          </p:cNvPr>
          <p:cNvGraphicFramePr/>
          <p:nvPr>
            <p:extLst>
              <p:ext uri="{D42A27DB-BD31-4B8C-83A1-F6EECF244321}">
                <p14:modId xmlns:p14="http://schemas.microsoft.com/office/powerpoint/2010/main" val="1306787941"/>
              </p:ext>
            </p:extLst>
          </p:nvPr>
        </p:nvGraphicFramePr>
        <p:xfrm>
          <a:off x="0" y="51470"/>
          <a:ext cx="5436096"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5E19D15D-806F-4DF0-A6FF-B5FEDC26B528}"/>
              </a:ext>
            </a:extLst>
          </p:cNvPr>
          <p:cNvSpPr/>
          <p:nvPr/>
        </p:nvSpPr>
        <p:spPr>
          <a:xfrm>
            <a:off x="4355976" y="51470"/>
            <a:ext cx="4680520" cy="792088"/>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Repository or repo: </a:t>
            </a:r>
            <a:r>
              <a:rPr lang="en-ZA" sz="1600" dirty="0">
                <a:solidFill>
                  <a:schemeClr val="tx1"/>
                </a:solidFill>
              </a:rPr>
              <a:t>the centralised </a:t>
            </a:r>
            <a:r>
              <a:rPr lang="en-ZA" sz="1600" dirty="0" err="1">
                <a:solidFill>
                  <a:schemeClr val="tx1"/>
                </a:solidFill>
              </a:rPr>
              <a:t>db</a:t>
            </a:r>
            <a:r>
              <a:rPr lang="en-ZA" sz="1600" dirty="0">
                <a:solidFill>
                  <a:schemeClr val="tx1"/>
                </a:solidFill>
              </a:rPr>
              <a:t> where the files &amp; folders &amp; revision history for a codebase are stored</a:t>
            </a:r>
          </a:p>
        </p:txBody>
      </p:sp>
      <p:sp>
        <p:nvSpPr>
          <p:cNvPr id="6" name="Rectangle 5">
            <a:extLst>
              <a:ext uri="{FF2B5EF4-FFF2-40B4-BE49-F238E27FC236}">
                <a16:creationId xmlns:a16="http://schemas.microsoft.com/office/drawing/2014/main" id="{8AD2B3F8-7648-485E-B688-9E74D2C78A5C}"/>
              </a:ext>
            </a:extLst>
          </p:cNvPr>
          <p:cNvSpPr/>
          <p:nvPr/>
        </p:nvSpPr>
        <p:spPr>
          <a:xfrm>
            <a:off x="5092296" y="981808"/>
            <a:ext cx="3944199" cy="792088"/>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Pull request: </a:t>
            </a:r>
            <a:r>
              <a:rPr lang="en-ZA" sz="1600" dirty="0">
                <a:solidFill>
                  <a:schemeClr val="tx1"/>
                </a:solidFill>
              </a:rPr>
              <a:t>how a dev proposes or reviews changes to the codebase before merging. Also called a merge request.</a:t>
            </a:r>
          </a:p>
        </p:txBody>
      </p:sp>
      <p:sp>
        <p:nvSpPr>
          <p:cNvPr id="7" name="Rectangle 6">
            <a:extLst>
              <a:ext uri="{FF2B5EF4-FFF2-40B4-BE49-F238E27FC236}">
                <a16:creationId xmlns:a16="http://schemas.microsoft.com/office/drawing/2014/main" id="{415EFB14-B409-47E2-9BC3-3FE7C89A29F4}"/>
              </a:ext>
            </a:extLst>
          </p:cNvPr>
          <p:cNvSpPr/>
          <p:nvPr/>
        </p:nvSpPr>
        <p:spPr>
          <a:xfrm>
            <a:off x="5306471" y="1923678"/>
            <a:ext cx="3730024" cy="1008112"/>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Commit: </a:t>
            </a:r>
            <a:r>
              <a:rPr lang="en-ZA" sz="1600" dirty="0">
                <a:solidFill>
                  <a:schemeClr val="tx1"/>
                </a:solidFill>
              </a:rPr>
              <a:t>a snapshot of changes that identifies proposed changes. Usually uses specific notation for the message (describes the changes).</a:t>
            </a:r>
          </a:p>
        </p:txBody>
      </p:sp>
      <p:sp>
        <p:nvSpPr>
          <p:cNvPr id="8" name="Rectangle 7">
            <a:extLst>
              <a:ext uri="{FF2B5EF4-FFF2-40B4-BE49-F238E27FC236}">
                <a16:creationId xmlns:a16="http://schemas.microsoft.com/office/drawing/2014/main" id="{CED694DE-93A8-462C-8732-9691C8BF3FF7}"/>
              </a:ext>
            </a:extLst>
          </p:cNvPr>
          <p:cNvSpPr/>
          <p:nvPr/>
        </p:nvSpPr>
        <p:spPr>
          <a:xfrm>
            <a:off x="5239543" y="3069118"/>
            <a:ext cx="3796952" cy="1008112"/>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Branch: </a:t>
            </a:r>
            <a:r>
              <a:rPr lang="en-ZA" sz="1600" dirty="0">
                <a:solidFill>
                  <a:schemeClr val="tx1"/>
                </a:solidFill>
              </a:rPr>
              <a:t>a parallel version of the codebase for a dev to work independently without changing the main code.</a:t>
            </a:r>
          </a:p>
        </p:txBody>
      </p:sp>
      <p:sp>
        <p:nvSpPr>
          <p:cNvPr id="9" name="Rectangle 8">
            <a:extLst>
              <a:ext uri="{FF2B5EF4-FFF2-40B4-BE49-F238E27FC236}">
                <a16:creationId xmlns:a16="http://schemas.microsoft.com/office/drawing/2014/main" id="{AD82F95B-CB59-4B13-A94A-EE401590A791}"/>
              </a:ext>
            </a:extLst>
          </p:cNvPr>
          <p:cNvSpPr/>
          <p:nvPr/>
        </p:nvSpPr>
        <p:spPr>
          <a:xfrm>
            <a:off x="4716016" y="4227012"/>
            <a:ext cx="4320479" cy="792088"/>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Merge: </a:t>
            </a:r>
            <a:r>
              <a:rPr lang="en-ZA" sz="1600" dirty="0">
                <a:solidFill>
                  <a:schemeClr val="tx1"/>
                </a:solidFill>
              </a:rPr>
              <a:t>where </a:t>
            </a:r>
            <a:r>
              <a:rPr lang="en-ZA" sz="1600" dirty="0" err="1">
                <a:solidFill>
                  <a:schemeClr val="tx1"/>
                </a:solidFill>
              </a:rPr>
              <a:t>devs</a:t>
            </a:r>
            <a:r>
              <a:rPr lang="en-ZA" sz="1600" dirty="0">
                <a:solidFill>
                  <a:schemeClr val="tx1"/>
                </a:solidFill>
              </a:rPr>
              <a:t> combine code changes to integrate them from one branch to another or the main codebase.</a:t>
            </a:r>
          </a:p>
        </p:txBody>
      </p:sp>
    </p:spTree>
    <p:extLst>
      <p:ext uri="{BB962C8B-B14F-4D97-AF65-F5344CB8AC3E}">
        <p14:creationId xmlns:p14="http://schemas.microsoft.com/office/powerpoint/2010/main" val="284264497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graphicEl>
                                              <a:dgm id="{5BCDB88A-BD8F-4219-B20E-2AD18BB22BE5}"/>
                                            </p:graphicEl>
                                          </p:spTgt>
                                        </p:tgtEl>
                                      </p:cBhvr>
                                    </p:animEffect>
                                    <p:animScale>
                                      <p:cBhvr>
                                        <p:cTn id="7" dur="250" autoRev="1" fill="hold"/>
                                        <p:tgtEl>
                                          <p:spTgt spid="3">
                                            <p:graphicEl>
                                              <a:dgm id="{5BCDB88A-BD8F-4219-B20E-2AD18BB22BE5}"/>
                                            </p:graphic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
                                            <p:graphicEl>
                                              <a:dgm id="{324AB907-6DC0-41C5-95AB-87E48E759F0C}"/>
                                            </p:graphicEl>
                                          </p:spTgt>
                                        </p:tgtEl>
                                      </p:cBhvr>
                                    </p:animEffect>
                                    <p:animScale>
                                      <p:cBhvr>
                                        <p:cTn id="12" dur="250" autoRev="1" fill="hold"/>
                                        <p:tgtEl>
                                          <p:spTgt spid="3">
                                            <p:graphicEl>
                                              <a:dgm id="{324AB907-6DC0-41C5-95AB-87E48E759F0C}"/>
                                            </p:graphicEl>
                                          </p:spTgt>
                                        </p:tgtEl>
                                      </p:cBhvr>
                                      <p:by x="105000" y="105000"/>
                                    </p:animScale>
                                  </p:childTnLst>
                                </p:cTn>
                              </p:par>
                              <p:par>
                                <p:cTn id="13" presetID="26" presetClass="emph" presetSubtype="0" fill="hold" grpId="0" nodeType="withEffect">
                                  <p:stCondLst>
                                    <p:cond delay="0"/>
                                  </p:stCondLst>
                                  <p:childTnLst>
                                    <p:animEffect transition="out" filter="fade">
                                      <p:cBhvr>
                                        <p:cTn id="14" dur="500" tmFilter="0, 0; .2, .5; .8, .5; 1, 0"/>
                                        <p:tgtEl>
                                          <p:spTgt spid="3">
                                            <p:graphicEl>
                                              <a:dgm id="{333C4802-6558-49D0-A383-2F12AD318A67}"/>
                                            </p:graphicEl>
                                          </p:spTgt>
                                        </p:tgtEl>
                                      </p:cBhvr>
                                    </p:animEffect>
                                    <p:animScale>
                                      <p:cBhvr>
                                        <p:cTn id="15" dur="250" autoRev="1" fill="hold"/>
                                        <p:tgtEl>
                                          <p:spTgt spid="3">
                                            <p:graphicEl>
                                              <a:dgm id="{333C4802-6558-49D0-A383-2F12AD318A67}"/>
                                            </p:graphicEl>
                                          </p:spTgt>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3">
                                            <p:graphicEl>
                                              <a:dgm id="{50560BAC-4DD4-4663-9D2C-248F043E7B15}"/>
                                            </p:graphicEl>
                                          </p:spTgt>
                                        </p:tgtEl>
                                      </p:cBhvr>
                                    </p:animEffect>
                                    <p:animScale>
                                      <p:cBhvr>
                                        <p:cTn id="24" dur="250" autoRev="1" fill="hold"/>
                                        <p:tgtEl>
                                          <p:spTgt spid="3">
                                            <p:graphicEl>
                                              <a:dgm id="{50560BAC-4DD4-4663-9D2C-248F043E7B15}"/>
                                            </p:graphicEl>
                                          </p:spTgt>
                                        </p:tgtEl>
                                      </p:cBhvr>
                                      <p:by x="105000" y="105000"/>
                                    </p:animScale>
                                  </p:childTnLst>
                                </p:cTn>
                              </p:par>
                              <p:par>
                                <p:cTn id="25" presetID="26" presetClass="emph" presetSubtype="0" fill="hold" grpId="0" nodeType="withEffect">
                                  <p:stCondLst>
                                    <p:cond delay="0"/>
                                  </p:stCondLst>
                                  <p:childTnLst>
                                    <p:animEffect transition="out" filter="fade">
                                      <p:cBhvr>
                                        <p:cTn id="26" dur="500" tmFilter="0, 0; .2, .5; .8, .5; 1, 0"/>
                                        <p:tgtEl>
                                          <p:spTgt spid="3">
                                            <p:graphicEl>
                                              <a:dgm id="{47463369-6193-454D-87D0-2E6DCB8ED34F}"/>
                                            </p:graphicEl>
                                          </p:spTgt>
                                        </p:tgtEl>
                                      </p:cBhvr>
                                    </p:animEffect>
                                    <p:animScale>
                                      <p:cBhvr>
                                        <p:cTn id="27" dur="250" autoRev="1" fill="hold"/>
                                        <p:tgtEl>
                                          <p:spTgt spid="3">
                                            <p:graphicEl>
                                              <a:dgm id="{47463369-6193-454D-87D0-2E6DCB8ED34F}"/>
                                            </p:graphicEl>
                                          </p:spTgt>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6" presetClass="emph" presetSubtype="0" fill="hold" grpId="0" nodeType="clickEffect">
                                  <p:stCondLst>
                                    <p:cond delay="0"/>
                                  </p:stCondLst>
                                  <p:childTnLst>
                                    <p:animEffect transition="out" filter="fade">
                                      <p:cBhvr>
                                        <p:cTn id="35" dur="500" tmFilter="0, 0; .2, .5; .8, .5; 1, 0"/>
                                        <p:tgtEl>
                                          <p:spTgt spid="3">
                                            <p:graphicEl>
                                              <a:dgm id="{00A8AF85-F9D2-40CF-BA7E-008F18FAA3CA}"/>
                                            </p:graphicEl>
                                          </p:spTgt>
                                        </p:tgtEl>
                                      </p:cBhvr>
                                    </p:animEffect>
                                    <p:animScale>
                                      <p:cBhvr>
                                        <p:cTn id="36" dur="250" autoRev="1" fill="hold"/>
                                        <p:tgtEl>
                                          <p:spTgt spid="3">
                                            <p:graphicEl>
                                              <a:dgm id="{00A8AF85-F9D2-40CF-BA7E-008F18FAA3CA}"/>
                                            </p:graphicEl>
                                          </p:spTgt>
                                        </p:tgtEl>
                                      </p:cBhvr>
                                      <p:by x="105000" y="105000"/>
                                    </p:animScale>
                                  </p:childTnLst>
                                </p:cTn>
                              </p:par>
                              <p:par>
                                <p:cTn id="37" presetID="26" presetClass="emph" presetSubtype="0" fill="hold" grpId="0" nodeType="withEffect">
                                  <p:stCondLst>
                                    <p:cond delay="0"/>
                                  </p:stCondLst>
                                  <p:childTnLst>
                                    <p:animEffect transition="out" filter="fade">
                                      <p:cBhvr>
                                        <p:cTn id="38" dur="500" tmFilter="0, 0; .2, .5; .8, .5; 1, 0"/>
                                        <p:tgtEl>
                                          <p:spTgt spid="3">
                                            <p:graphicEl>
                                              <a:dgm id="{E42D0E29-01EF-4897-89E9-30D634B39C6F}"/>
                                            </p:graphicEl>
                                          </p:spTgt>
                                        </p:tgtEl>
                                      </p:cBhvr>
                                    </p:animEffect>
                                    <p:animScale>
                                      <p:cBhvr>
                                        <p:cTn id="39" dur="250" autoRev="1" fill="hold"/>
                                        <p:tgtEl>
                                          <p:spTgt spid="3">
                                            <p:graphicEl>
                                              <a:dgm id="{E42D0E29-01EF-4897-89E9-30D634B39C6F}"/>
                                            </p:graphicEl>
                                          </p:spTgt>
                                        </p:tgtEl>
                                      </p:cBhvr>
                                      <p:by x="105000" y="105000"/>
                                    </p:animScale>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6" presetClass="emph" presetSubtype="0" fill="hold" grpId="0" nodeType="clickEffect">
                                  <p:stCondLst>
                                    <p:cond delay="0"/>
                                  </p:stCondLst>
                                  <p:childTnLst>
                                    <p:animEffect transition="out" filter="fade">
                                      <p:cBhvr>
                                        <p:cTn id="47" dur="500" tmFilter="0, 0; .2, .5; .8, .5; 1, 0"/>
                                        <p:tgtEl>
                                          <p:spTgt spid="3">
                                            <p:graphicEl>
                                              <a:dgm id="{6E6A34A2-D1C2-4F15-B129-7E4565E44901}"/>
                                            </p:graphicEl>
                                          </p:spTgt>
                                        </p:tgtEl>
                                      </p:cBhvr>
                                    </p:animEffect>
                                    <p:animScale>
                                      <p:cBhvr>
                                        <p:cTn id="48" dur="250" autoRev="1" fill="hold"/>
                                        <p:tgtEl>
                                          <p:spTgt spid="3">
                                            <p:graphicEl>
                                              <a:dgm id="{6E6A34A2-D1C2-4F15-B129-7E4565E44901}"/>
                                            </p:graphicEl>
                                          </p:spTgt>
                                        </p:tgtEl>
                                      </p:cBhvr>
                                      <p:by x="105000" y="105000"/>
                                    </p:animScale>
                                  </p:childTnLst>
                                </p:cTn>
                              </p:par>
                              <p:par>
                                <p:cTn id="49" presetID="26" presetClass="emph" presetSubtype="0" fill="hold" grpId="0" nodeType="withEffect">
                                  <p:stCondLst>
                                    <p:cond delay="0"/>
                                  </p:stCondLst>
                                  <p:childTnLst>
                                    <p:animEffect transition="out" filter="fade">
                                      <p:cBhvr>
                                        <p:cTn id="50" dur="500" tmFilter="0, 0; .2, .5; .8, .5; 1, 0"/>
                                        <p:tgtEl>
                                          <p:spTgt spid="3">
                                            <p:graphicEl>
                                              <a:dgm id="{1AF09E71-88B6-4511-AA64-8E0A25D73A77}"/>
                                            </p:graphicEl>
                                          </p:spTgt>
                                        </p:tgtEl>
                                      </p:cBhvr>
                                    </p:animEffect>
                                    <p:animScale>
                                      <p:cBhvr>
                                        <p:cTn id="51" dur="250" autoRev="1" fill="hold"/>
                                        <p:tgtEl>
                                          <p:spTgt spid="3">
                                            <p:graphicEl>
                                              <a:dgm id="{1AF09E71-88B6-4511-AA64-8E0A25D73A77}"/>
                                            </p:graphicEl>
                                          </p:spTgt>
                                        </p:tgtEl>
                                      </p:cBhvr>
                                      <p:by x="105000" y="105000"/>
                                    </p:animScale>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6" presetClass="emph" presetSubtype="0" fill="hold" grpId="0" nodeType="clickEffect">
                                  <p:stCondLst>
                                    <p:cond delay="0"/>
                                  </p:stCondLst>
                                  <p:childTnLst>
                                    <p:animEffect transition="out" filter="fade">
                                      <p:cBhvr>
                                        <p:cTn id="59" dur="500" tmFilter="0, 0; .2, .5; .8, .5; 1, 0"/>
                                        <p:tgtEl>
                                          <p:spTgt spid="3">
                                            <p:graphicEl>
                                              <a:dgm id="{E8C9C7DE-1000-41E0-B71E-2232BCD000B7}"/>
                                            </p:graphicEl>
                                          </p:spTgt>
                                        </p:tgtEl>
                                      </p:cBhvr>
                                    </p:animEffect>
                                    <p:animScale>
                                      <p:cBhvr>
                                        <p:cTn id="60" dur="250" autoRev="1" fill="hold"/>
                                        <p:tgtEl>
                                          <p:spTgt spid="3">
                                            <p:graphicEl>
                                              <a:dgm id="{E8C9C7DE-1000-41E0-B71E-2232BCD000B7}"/>
                                            </p:graphicEl>
                                          </p:spTgt>
                                        </p:tgtEl>
                                      </p:cBhvr>
                                      <p:by x="105000" y="105000"/>
                                    </p:animScale>
                                  </p:childTnLst>
                                </p:cTn>
                              </p:par>
                              <p:par>
                                <p:cTn id="61" presetID="26" presetClass="emph" presetSubtype="0" fill="hold" grpId="0" nodeType="withEffect">
                                  <p:stCondLst>
                                    <p:cond delay="0"/>
                                  </p:stCondLst>
                                  <p:childTnLst>
                                    <p:animEffect transition="out" filter="fade">
                                      <p:cBhvr>
                                        <p:cTn id="62" dur="500" tmFilter="0, 0; .2, .5; .8, .5; 1, 0"/>
                                        <p:tgtEl>
                                          <p:spTgt spid="3">
                                            <p:graphicEl>
                                              <a:dgm id="{0C48A89A-1FD3-42A6-B6AC-856DE602AFD3}"/>
                                            </p:graphicEl>
                                          </p:spTgt>
                                        </p:tgtEl>
                                      </p:cBhvr>
                                    </p:animEffect>
                                    <p:animScale>
                                      <p:cBhvr>
                                        <p:cTn id="63" dur="250" autoRev="1" fill="hold"/>
                                        <p:tgtEl>
                                          <p:spTgt spid="3">
                                            <p:graphicEl>
                                              <a:dgm id="{0C48A89A-1FD3-42A6-B6AC-856DE602AFD3}"/>
                                            </p:graphicEl>
                                          </p:spTgt>
                                        </p:tgtEl>
                                      </p:cBhvr>
                                      <p:by x="105000" y="105000"/>
                                    </p:animScale>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lvlOne"/>
        </p:bldSub>
      </p:bldGraphic>
      <p:bldP spid="5" grpId="0" animBg="1"/>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C87A5E2-BBD7-478F-9F05-1F36078571B4}"/>
              </a:ext>
            </a:extLst>
          </p:cNvPr>
          <p:cNvSpPr/>
          <p:nvPr/>
        </p:nvSpPr>
        <p:spPr>
          <a:xfrm>
            <a:off x="0" y="4299942"/>
            <a:ext cx="9144000" cy="8435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3" name="Diagram 2">
            <a:extLst>
              <a:ext uri="{FF2B5EF4-FFF2-40B4-BE49-F238E27FC236}">
                <a16:creationId xmlns:a16="http://schemas.microsoft.com/office/drawing/2014/main" id="{610B1AA2-3397-4A19-9A7B-2B8729CD8D39}"/>
              </a:ext>
            </a:extLst>
          </p:cNvPr>
          <p:cNvGraphicFramePr/>
          <p:nvPr>
            <p:extLst>
              <p:ext uri="{D42A27DB-BD31-4B8C-83A1-F6EECF244321}">
                <p14:modId xmlns:p14="http://schemas.microsoft.com/office/powerpoint/2010/main" val="3352494918"/>
              </p:ext>
            </p:extLst>
          </p:nvPr>
        </p:nvGraphicFramePr>
        <p:xfrm>
          <a:off x="3672408" y="51470"/>
          <a:ext cx="5436096"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a:extLst>
              <a:ext uri="{FF2B5EF4-FFF2-40B4-BE49-F238E27FC236}">
                <a16:creationId xmlns:a16="http://schemas.microsoft.com/office/drawing/2014/main" id="{0AC8DB7C-3168-48C2-A350-4EA9BF4163DA}"/>
              </a:ext>
            </a:extLst>
          </p:cNvPr>
          <p:cNvSpPr/>
          <p:nvPr/>
        </p:nvSpPr>
        <p:spPr>
          <a:xfrm>
            <a:off x="64966" y="4443958"/>
            <a:ext cx="5155105" cy="57606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Conflict: </a:t>
            </a:r>
            <a:r>
              <a:rPr lang="en-ZA" sz="1600" dirty="0">
                <a:solidFill>
                  <a:schemeClr val="tx1"/>
                </a:solidFill>
              </a:rPr>
              <a:t>changes made to the same code by two or more </a:t>
            </a:r>
            <a:r>
              <a:rPr lang="en-ZA" sz="1600" dirty="0" err="1">
                <a:solidFill>
                  <a:schemeClr val="tx1"/>
                </a:solidFill>
              </a:rPr>
              <a:t>devs</a:t>
            </a:r>
            <a:r>
              <a:rPr lang="en-ZA" sz="1600" dirty="0">
                <a:solidFill>
                  <a:schemeClr val="tx1"/>
                </a:solidFill>
              </a:rPr>
              <a:t> are shown as a conflict.</a:t>
            </a:r>
          </a:p>
        </p:txBody>
      </p:sp>
      <p:sp>
        <p:nvSpPr>
          <p:cNvPr id="11" name="Rectangle 10">
            <a:extLst>
              <a:ext uri="{FF2B5EF4-FFF2-40B4-BE49-F238E27FC236}">
                <a16:creationId xmlns:a16="http://schemas.microsoft.com/office/drawing/2014/main" id="{44256648-CF42-4482-8758-CA7E2124EFA2}"/>
              </a:ext>
            </a:extLst>
          </p:cNvPr>
          <p:cNvSpPr/>
          <p:nvPr/>
        </p:nvSpPr>
        <p:spPr>
          <a:xfrm>
            <a:off x="64966" y="3723878"/>
            <a:ext cx="4219002" cy="57606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Checkout: </a:t>
            </a:r>
            <a:r>
              <a:rPr lang="en-ZA" sz="1600" dirty="0">
                <a:solidFill>
                  <a:schemeClr val="tx1"/>
                </a:solidFill>
              </a:rPr>
              <a:t>how a dev retrieves a file from the VCS.</a:t>
            </a:r>
          </a:p>
        </p:txBody>
      </p:sp>
      <p:sp>
        <p:nvSpPr>
          <p:cNvPr id="12" name="Rectangle 11">
            <a:extLst>
              <a:ext uri="{FF2B5EF4-FFF2-40B4-BE49-F238E27FC236}">
                <a16:creationId xmlns:a16="http://schemas.microsoft.com/office/drawing/2014/main" id="{DC728681-07F0-4001-8D24-0EFF6F11F73D}"/>
              </a:ext>
            </a:extLst>
          </p:cNvPr>
          <p:cNvSpPr/>
          <p:nvPr/>
        </p:nvSpPr>
        <p:spPr>
          <a:xfrm>
            <a:off x="64966" y="2787774"/>
            <a:ext cx="3786954" cy="792088"/>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Remote: </a:t>
            </a:r>
            <a:r>
              <a:rPr lang="en-ZA" sz="1600" dirty="0" err="1">
                <a:solidFill>
                  <a:schemeClr val="tx1"/>
                </a:solidFill>
              </a:rPr>
              <a:t>devs</a:t>
            </a:r>
            <a:r>
              <a:rPr lang="en-ZA" sz="1600" dirty="0">
                <a:solidFill>
                  <a:schemeClr val="tx1"/>
                </a:solidFill>
              </a:rPr>
              <a:t> can work locally (on their desktop), on a company server or on the cloud using VC.</a:t>
            </a:r>
          </a:p>
        </p:txBody>
      </p:sp>
      <p:sp>
        <p:nvSpPr>
          <p:cNvPr id="13" name="Rectangle 12">
            <a:extLst>
              <a:ext uri="{FF2B5EF4-FFF2-40B4-BE49-F238E27FC236}">
                <a16:creationId xmlns:a16="http://schemas.microsoft.com/office/drawing/2014/main" id="{D37A8671-8B3E-49F1-884E-9DB26F9B9FA2}"/>
              </a:ext>
            </a:extLst>
          </p:cNvPr>
          <p:cNvSpPr/>
          <p:nvPr/>
        </p:nvSpPr>
        <p:spPr>
          <a:xfrm>
            <a:off x="64966" y="1851670"/>
            <a:ext cx="3786954" cy="792089"/>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Fork: </a:t>
            </a:r>
            <a:r>
              <a:rPr lang="en-ZA" sz="1600" dirty="0">
                <a:solidFill>
                  <a:schemeClr val="tx1"/>
                </a:solidFill>
              </a:rPr>
              <a:t>where a separate &amp; distinct copy of the source code is made from an existing codebase.</a:t>
            </a:r>
          </a:p>
        </p:txBody>
      </p:sp>
      <p:sp>
        <p:nvSpPr>
          <p:cNvPr id="14" name="Rectangle 13">
            <a:extLst>
              <a:ext uri="{FF2B5EF4-FFF2-40B4-BE49-F238E27FC236}">
                <a16:creationId xmlns:a16="http://schemas.microsoft.com/office/drawing/2014/main" id="{16667F1F-BB36-43C8-A9D5-0FB879841675}"/>
              </a:ext>
            </a:extLst>
          </p:cNvPr>
          <p:cNvSpPr/>
          <p:nvPr/>
        </p:nvSpPr>
        <p:spPr>
          <a:xfrm>
            <a:off x="64966" y="411510"/>
            <a:ext cx="4723058" cy="57606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Tag: </a:t>
            </a:r>
            <a:r>
              <a:rPr lang="en-ZA" sz="1600" dirty="0">
                <a:solidFill>
                  <a:schemeClr val="tx1"/>
                </a:solidFill>
              </a:rPr>
              <a:t>a marker used as a label to identify a specific point in the code history, e.g., release date.</a:t>
            </a:r>
          </a:p>
        </p:txBody>
      </p:sp>
      <p:sp>
        <p:nvSpPr>
          <p:cNvPr id="15" name="Rectangle 14">
            <a:extLst>
              <a:ext uri="{FF2B5EF4-FFF2-40B4-BE49-F238E27FC236}">
                <a16:creationId xmlns:a16="http://schemas.microsoft.com/office/drawing/2014/main" id="{257B003B-EC09-4708-BECD-D9C5631D38C2}"/>
              </a:ext>
            </a:extLst>
          </p:cNvPr>
          <p:cNvSpPr/>
          <p:nvPr/>
        </p:nvSpPr>
        <p:spPr>
          <a:xfrm>
            <a:off x="68977" y="1131590"/>
            <a:ext cx="3926959" cy="57606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600" b="1" dirty="0">
                <a:solidFill>
                  <a:schemeClr val="tx1"/>
                </a:solidFill>
              </a:rPr>
              <a:t>Revert: </a:t>
            </a:r>
            <a:r>
              <a:rPr lang="en-ZA" sz="1600" dirty="0">
                <a:solidFill>
                  <a:schemeClr val="tx1"/>
                </a:solidFill>
              </a:rPr>
              <a:t>when </a:t>
            </a:r>
            <a:r>
              <a:rPr lang="en-ZA" sz="1600" dirty="0" err="1">
                <a:solidFill>
                  <a:schemeClr val="tx1"/>
                </a:solidFill>
              </a:rPr>
              <a:t>devs</a:t>
            </a:r>
            <a:r>
              <a:rPr lang="en-ZA" sz="1600" dirty="0">
                <a:solidFill>
                  <a:schemeClr val="tx1"/>
                </a:solidFill>
              </a:rPr>
              <a:t> undo or revert a change to a previous version.</a:t>
            </a:r>
          </a:p>
        </p:txBody>
      </p:sp>
    </p:spTree>
    <p:extLst>
      <p:ext uri="{BB962C8B-B14F-4D97-AF65-F5344CB8AC3E}">
        <p14:creationId xmlns:p14="http://schemas.microsoft.com/office/powerpoint/2010/main" val="126947638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graphicEl>
                                              <a:dgm id="{B2067784-4DBC-4807-B793-EA49978CE13D}"/>
                                            </p:graphicEl>
                                          </p:spTgt>
                                        </p:tgtEl>
                                      </p:cBhvr>
                                    </p:animEffect>
                                    <p:animScale>
                                      <p:cBhvr>
                                        <p:cTn id="7" dur="250" autoRev="1" fill="hold"/>
                                        <p:tgtEl>
                                          <p:spTgt spid="3">
                                            <p:graphicEl>
                                              <a:dgm id="{B2067784-4DBC-4807-B793-EA49978CE13D}"/>
                                            </p:graphicEl>
                                          </p:spTgt>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
                                            <p:graphicEl>
                                              <a:dgm id="{600ECE45-7313-4013-9D5C-5A32043F1452}"/>
                                            </p:graphicEl>
                                          </p:spTgt>
                                        </p:tgtEl>
                                      </p:cBhvr>
                                    </p:animEffect>
                                    <p:animScale>
                                      <p:cBhvr>
                                        <p:cTn id="10" dur="250" autoRev="1" fill="hold"/>
                                        <p:tgtEl>
                                          <p:spTgt spid="3">
                                            <p:graphicEl>
                                              <a:dgm id="{600ECE45-7313-4013-9D5C-5A32043F1452}"/>
                                            </p:graphicEl>
                                          </p:spTgt>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3">
                                            <p:graphicEl>
                                              <a:dgm id="{5B565407-DA0B-4DD1-8523-88175AFB571D}"/>
                                            </p:graphicEl>
                                          </p:spTgt>
                                        </p:tgtEl>
                                      </p:cBhvr>
                                    </p:animEffect>
                                    <p:animScale>
                                      <p:cBhvr>
                                        <p:cTn id="19" dur="250" autoRev="1" fill="hold"/>
                                        <p:tgtEl>
                                          <p:spTgt spid="3">
                                            <p:graphicEl>
                                              <a:dgm id="{5B565407-DA0B-4DD1-8523-88175AFB571D}"/>
                                            </p:graphicEl>
                                          </p:spTgt>
                                        </p:tgtEl>
                                      </p:cBhvr>
                                      <p:by x="105000" y="105000"/>
                                    </p:animScale>
                                  </p:childTnLst>
                                </p:cTn>
                              </p:par>
                              <p:par>
                                <p:cTn id="20" presetID="26" presetClass="emph" presetSubtype="0" fill="hold" grpId="0" nodeType="withEffect">
                                  <p:stCondLst>
                                    <p:cond delay="0"/>
                                  </p:stCondLst>
                                  <p:childTnLst>
                                    <p:animEffect transition="out" filter="fade">
                                      <p:cBhvr>
                                        <p:cTn id="21" dur="500" tmFilter="0, 0; .2, .5; .8, .5; 1, 0"/>
                                        <p:tgtEl>
                                          <p:spTgt spid="3">
                                            <p:graphicEl>
                                              <a:dgm id="{713BD3F0-2CD5-4549-A962-AA61D08C9914}"/>
                                            </p:graphicEl>
                                          </p:spTgt>
                                        </p:tgtEl>
                                      </p:cBhvr>
                                    </p:animEffect>
                                    <p:animScale>
                                      <p:cBhvr>
                                        <p:cTn id="22" dur="250" autoRev="1" fill="hold"/>
                                        <p:tgtEl>
                                          <p:spTgt spid="3">
                                            <p:graphicEl>
                                              <a:dgm id="{713BD3F0-2CD5-4549-A962-AA61D08C9914}"/>
                                            </p:graphic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3">
                                            <p:graphicEl>
                                              <a:dgm id="{D1FE00D7-E193-45C7-99A2-24FA8EEFAD57}"/>
                                            </p:graphicEl>
                                          </p:spTgt>
                                        </p:tgtEl>
                                      </p:cBhvr>
                                    </p:animEffect>
                                    <p:animScale>
                                      <p:cBhvr>
                                        <p:cTn id="31" dur="250" autoRev="1" fill="hold"/>
                                        <p:tgtEl>
                                          <p:spTgt spid="3">
                                            <p:graphicEl>
                                              <a:dgm id="{D1FE00D7-E193-45C7-99A2-24FA8EEFAD57}"/>
                                            </p:graphicEl>
                                          </p:spTgt>
                                        </p:tgtEl>
                                      </p:cBhvr>
                                      <p:by x="105000" y="105000"/>
                                    </p:animScale>
                                  </p:childTnLst>
                                </p:cTn>
                              </p:par>
                              <p:par>
                                <p:cTn id="32" presetID="26" presetClass="emph" presetSubtype="0" fill="hold" grpId="0" nodeType="withEffect">
                                  <p:stCondLst>
                                    <p:cond delay="0"/>
                                  </p:stCondLst>
                                  <p:childTnLst>
                                    <p:animEffect transition="out" filter="fade">
                                      <p:cBhvr>
                                        <p:cTn id="33" dur="500" tmFilter="0, 0; .2, .5; .8, .5; 1, 0"/>
                                        <p:tgtEl>
                                          <p:spTgt spid="3">
                                            <p:graphicEl>
                                              <a:dgm id="{6F6F993F-67B0-4920-B461-CA59F87150A5}"/>
                                            </p:graphicEl>
                                          </p:spTgt>
                                        </p:tgtEl>
                                      </p:cBhvr>
                                    </p:animEffect>
                                    <p:animScale>
                                      <p:cBhvr>
                                        <p:cTn id="34" dur="250" autoRev="1" fill="hold"/>
                                        <p:tgtEl>
                                          <p:spTgt spid="3">
                                            <p:graphicEl>
                                              <a:dgm id="{6F6F993F-67B0-4920-B461-CA59F87150A5}"/>
                                            </p:graphicEl>
                                          </p:spTgt>
                                        </p:tgtEl>
                                      </p:cBhvr>
                                      <p:by x="105000" y="105000"/>
                                    </p:animScale>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3">
                                            <p:graphicEl>
                                              <a:dgm id="{37F674DC-1759-4892-8452-11EC28A1A5E4}"/>
                                            </p:graphicEl>
                                          </p:spTgt>
                                        </p:tgtEl>
                                      </p:cBhvr>
                                    </p:animEffect>
                                    <p:animScale>
                                      <p:cBhvr>
                                        <p:cTn id="43" dur="250" autoRev="1" fill="hold"/>
                                        <p:tgtEl>
                                          <p:spTgt spid="3">
                                            <p:graphicEl>
                                              <a:dgm id="{37F674DC-1759-4892-8452-11EC28A1A5E4}"/>
                                            </p:graphicEl>
                                          </p:spTgt>
                                        </p:tgtEl>
                                      </p:cBhvr>
                                      <p:by x="105000" y="105000"/>
                                    </p:animScale>
                                  </p:childTnLst>
                                </p:cTn>
                              </p:par>
                              <p:par>
                                <p:cTn id="44" presetID="26" presetClass="emph" presetSubtype="0" fill="hold" grpId="0" nodeType="withEffect">
                                  <p:stCondLst>
                                    <p:cond delay="0"/>
                                  </p:stCondLst>
                                  <p:childTnLst>
                                    <p:animEffect transition="out" filter="fade">
                                      <p:cBhvr>
                                        <p:cTn id="45" dur="500" tmFilter="0, 0; .2, .5; .8, .5; 1, 0"/>
                                        <p:tgtEl>
                                          <p:spTgt spid="3">
                                            <p:graphicEl>
                                              <a:dgm id="{231E9D19-5AE8-4ECF-B27C-DE35749EEE87}"/>
                                            </p:graphicEl>
                                          </p:spTgt>
                                        </p:tgtEl>
                                      </p:cBhvr>
                                    </p:animEffect>
                                    <p:animScale>
                                      <p:cBhvr>
                                        <p:cTn id="46" dur="250" autoRev="1" fill="hold"/>
                                        <p:tgtEl>
                                          <p:spTgt spid="3">
                                            <p:graphicEl>
                                              <a:dgm id="{231E9D19-5AE8-4ECF-B27C-DE35749EEE87}"/>
                                            </p:graphicEl>
                                          </p:spTgt>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3">
                                            <p:graphicEl>
                                              <a:dgm id="{DDA4E687-AD8F-4EDA-92BE-63CFFF2671B7}"/>
                                            </p:graphicEl>
                                          </p:spTgt>
                                        </p:tgtEl>
                                      </p:cBhvr>
                                    </p:animEffect>
                                    <p:animScale>
                                      <p:cBhvr>
                                        <p:cTn id="55" dur="250" autoRev="1" fill="hold"/>
                                        <p:tgtEl>
                                          <p:spTgt spid="3">
                                            <p:graphicEl>
                                              <a:dgm id="{DDA4E687-AD8F-4EDA-92BE-63CFFF2671B7}"/>
                                            </p:graphicEl>
                                          </p:spTgt>
                                        </p:tgtEl>
                                      </p:cBhvr>
                                      <p:by x="105000" y="105000"/>
                                    </p:animScale>
                                  </p:childTnLst>
                                </p:cTn>
                              </p:par>
                              <p:par>
                                <p:cTn id="56" presetID="26" presetClass="emph" presetSubtype="0" fill="hold" grpId="0" nodeType="withEffect">
                                  <p:stCondLst>
                                    <p:cond delay="0"/>
                                  </p:stCondLst>
                                  <p:childTnLst>
                                    <p:animEffect transition="out" filter="fade">
                                      <p:cBhvr>
                                        <p:cTn id="57" dur="500" tmFilter="0, 0; .2, .5; .8, .5; 1, 0"/>
                                        <p:tgtEl>
                                          <p:spTgt spid="3">
                                            <p:graphicEl>
                                              <a:dgm id="{135B2E2D-9A8F-49E4-B604-730A083E46ED}"/>
                                            </p:graphicEl>
                                          </p:spTgt>
                                        </p:tgtEl>
                                      </p:cBhvr>
                                    </p:animEffect>
                                    <p:animScale>
                                      <p:cBhvr>
                                        <p:cTn id="58" dur="250" autoRev="1" fill="hold"/>
                                        <p:tgtEl>
                                          <p:spTgt spid="3">
                                            <p:graphicEl>
                                              <a:dgm id="{135B2E2D-9A8F-49E4-B604-730A083E46ED}"/>
                                            </p:graphicEl>
                                          </p:spTgt>
                                        </p:tgtEl>
                                      </p:cBhvr>
                                      <p:by x="105000" y="105000"/>
                                    </p:animScale>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3">
                                            <p:graphicEl>
                                              <a:dgm id="{E3106EB7-1645-4644-B55F-3F689014C4E3}"/>
                                            </p:graphicEl>
                                          </p:spTgt>
                                        </p:tgtEl>
                                      </p:cBhvr>
                                    </p:animEffect>
                                    <p:animScale>
                                      <p:cBhvr>
                                        <p:cTn id="67" dur="250" autoRev="1" fill="hold"/>
                                        <p:tgtEl>
                                          <p:spTgt spid="3">
                                            <p:graphicEl>
                                              <a:dgm id="{E3106EB7-1645-4644-B55F-3F689014C4E3}"/>
                                            </p:graphicEl>
                                          </p:spTgt>
                                        </p:tgtEl>
                                      </p:cBhvr>
                                      <p:by x="105000" y="105000"/>
                                    </p:animScale>
                                  </p:childTnLst>
                                </p:cTn>
                              </p:par>
                              <p:par>
                                <p:cTn id="68" presetID="26" presetClass="emph" presetSubtype="0" fill="hold" grpId="0" nodeType="withEffect">
                                  <p:stCondLst>
                                    <p:cond delay="0"/>
                                  </p:stCondLst>
                                  <p:childTnLst>
                                    <p:animEffect transition="out" filter="fade">
                                      <p:cBhvr>
                                        <p:cTn id="69" dur="500" tmFilter="0, 0; .2, .5; .8, .5; 1, 0"/>
                                        <p:tgtEl>
                                          <p:spTgt spid="3">
                                            <p:graphicEl>
                                              <a:dgm id="{01BA31C1-8EBD-4A1A-86EF-DF460230354E}"/>
                                            </p:graphicEl>
                                          </p:spTgt>
                                        </p:tgtEl>
                                      </p:cBhvr>
                                    </p:animEffect>
                                    <p:animScale>
                                      <p:cBhvr>
                                        <p:cTn id="70" dur="250" autoRev="1" fill="hold"/>
                                        <p:tgtEl>
                                          <p:spTgt spid="3">
                                            <p:graphicEl>
                                              <a:dgm id="{01BA31C1-8EBD-4A1A-86EF-DF460230354E}"/>
                                            </p:graphicEl>
                                          </p:spTgt>
                                        </p:tgtEl>
                                      </p:cBhvr>
                                      <p:by x="105000" y="105000"/>
                                    </p:animScale>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lvlOne"/>
        </p:bldSub>
      </p:bldGraphic>
      <p:bldP spid="10" grpId="0" animBg="1"/>
      <p:bldP spid="11" grpId="0" animBg="1"/>
      <p:bldP spid="12" grpId="0" animBg="1"/>
      <p:bldP spid="13" grpId="0" animBg="1"/>
      <p:bldP spid="14"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a:xfrm>
            <a:off x="539552" y="2067694"/>
            <a:ext cx="3024336" cy="593725"/>
          </a:xfrm>
        </p:spPr>
        <p:txBody>
          <a:bodyPr/>
          <a:lstStyle/>
          <a:p>
            <a:r>
              <a:rPr lang="en-US" altLang="en-US" dirty="0">
                <a:latin typeface="Avenir Medium" pitchFamily="2" charset="0"/>
                <a:ea typeface="ＭＳ Ｐゴシック" panose="020B0600070205080204" pitchFamily="34" charset="-128"/>
              </a:rPr>
              <a:t>VC Best practices</a:t>
            </a:r>
          </a:p>
        </p:txBody>
      </p:sp>
      <p:graphicFrame>
        <p:nvGraphicFramePr>
          <p:cNvPr id="3" name="Diagram 2">
            <a:extLst>
              <a:ext uri="{FF2B5EF4-FFF2-40B4-BE49-F238E27FC236}">
                <a16:creationId xmlns:a16="http://schemas.microsoft.com/office/drawing/2014/main" id="{610B1AA2-3397-4A19-9A7B-2B8729CD8D39}"/>
              </a:ext>
            </a:extLst>
          </p:cNvPr>
          <p:cNvGraphicFramePr/>
          <p:nvPr>
            <p:extLst>
              <p:ext uri="{D42A27DB-BD31-4B8C-83A1-F6EECF244321}">
                <p14:modId xmlns:p14="http://schemas.microsoft.com/office/powerpoint/2010/main" val="290726056"/>
              </p:ext>
            </p:extLst>
          </p:nvPr>
        </p:nvGraphicFramePr>
        <p:xfrm>
          <a:off x="2483768" y="51470"/>
          <a:ext cx="7176120"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008052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5BCDB88A-BD8F-4219-B20E-2AD18BB22BE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324AB907-6DC0-41C5-95AB-87E48E759F0C}"/>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333C4802-6558-49D0-A383-2F12AD318A67}"/>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graphicEl>
                                              <a:dgm id="{50560BAC-4DD4-4663-9D2C-248F043E7B15}"/>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graphicEl>
                                              <a:dgm id="{47463369-6193-454D-87D0-2E6DCB8ED34F}"/>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00A8AF85-F9D2-40CF-BA7E-008F18FAA3CA}"/>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graphicEl>
                                              <a:dgm id="{E42D0E29-01EF-4897-89E9-30D634B39C6F}"/>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graphicEl>
                                              <a:dgm id="{6E6A34A2-D1C2-4F15-B129-7E4565E44901}"/>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graphicEl>
                                              <a:dgm id="{1AF09E71-88B6-4511-AA64-8E0A25D73A77}"/>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graphicEl>
                                              <a:dgm id="{E8C9C7DE-1000-41E0-B71E-2232BCD000B7}"/>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graphicEl>
                                              <a:dgm id="{0C48A89A-1FD3-42A6-B6AC-856DE602AFD3}"/>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graphicEl>
                                              <a:dgm id="{B2067784-4DBC-4807-B793-EA49978CE13D}"/>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graphicEl>
                                              <a:dgm id="{600ECE45-7313-4013-9D5C-5A32043F1452}"/>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graphicEl>
                                              <a:dgm id="{5B565407-DA0B-4DD1-8523-88175AFB571D}"/>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graphicEl>
                                              <a:dgm id="{713BD3F0-2CD5-4549-A962-AA61D08C9914}"/>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graphicEl>
                                              <a:dgm id="{D1FE00D7-E193-45C7-99A2-24FA8EEFAD57}"/>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graphicEl>
                                              <a:dgm id="{6F6F993F-67B0-4920-B461-CA59F87150A5}"/>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graphicEl>
                                              <a:dgm id="{37F674DC-1759-4892-8452-11EC28A1A5E4}"/>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graphicEl>
                                              <a:dgm id="{231E9D19-5AE8-4ECF-B27C-DE35749EEE8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p:txBody>
          <a:bodyPr/>
          <a:lstStyle/>
          <a:p>
            <a:r>
              <a:rPr lang="en-US" altLang="en-US" dirty="0">
                <a:latin typeface="Avenir Medium" pitchFamily="2" charset="0"/>
                <a:ea typeface="ＭＳ Ｐゴシック" panose="020B0600070205080204" pitchFamily="34" charset="-128"/>
              </a:rPr>
              <a:t>GitHub</a:t>
            </a:r>
          </a:p>
        </p:txBody>
      </p:sp>
      <p:sp>
        <p:nvSpPr>
          <p:cNvPr id="81923" name="Content Placeholder 2">
            <a:extLst>
              <a:ext uri="{FF2B5EF4-FFF2-40B4-BE49-F238E27FC236}">
                <a16:creationId xmlns:a16="http://schemas.microsoft.com/office/drawing/2014/main" id="{5C6BFA09-EEC3-E74B-06BD-B7D47D876082}"/>
              </a:ext>
            </a:extLst>
          </p:cNvPr>
          <p:cNvSpPr>
            <a:spLocks noGrp="1" noChangeArrowheads="1"/>
          </p:cNvSpPr>
          <p:nvPr>
            <p:ph idx="1"/>
          </p:nvPr>
        </p:nvSpPr>
        <p:spPr>
          <a:xfrm>
            <a:off x="323850" y="1112838"/>
            <a:ext cx="5760318" cy="3481387"/>
          </a:xfrm>
        </p:spPr>
        <p:txBody>
          <a:bodyPr/>
          <a:lstStyle/>
          <a:p>
            <a:r>
              <a:rPr lang="en-US" altLang="en-US" dirty="0">
                <a:latin typeface="Avenir Book" pitchFamily="2" charset="0"/>
                <a:ea typeface="ＭＳ Ｐゴシック" panose="020B0600070205080204" pitchFamily="34" charset="-128"/>
              </a:rPr>
              <a:t>Cloud-based platform that allows you to store, share &amp; collaborate to write code</a:t>
            </a:r>
          </a:p>
          <a:p>
            <a:r>
              <a:rPr lang="en-US" altLang="en-US" dirty="0">
                <a:latin typeface="Avenir Book" pitchFamily="2" charset="0"/>
                <a:ea typeface="ＭＳ Ｐゴシック" panose="020B0600070205080204" pitchFamily="34" charset="-128"/>
              </a:rPr>
              <a:t>Collaboration made possible by Git</a:t>
            </a:r>
          </a:p>
          <a:p>
            <a:pPr lvl="1"/>
            <a:r>
              <a:rPr lang="en-US" altLang="en-US" dirty="0">
                <a:latin typeface="Avenir Book" pitchFamily="2" charset="0"/>
                <a:ea typeface="ＭＳ Ｐゴシック" panose="020B0600070205080204" pitchFamily="34" charset="-128"/>
              </a:rPr>
              <a:t>What is Git?</a:t>
            </a:r>
          </a:p>
          <a:p>
            <a:pPr lvl="2"/>
            <a:r>
              <a:rPr lang="en-US" altLang="en-US" dirty="0">
                <a:latin typeface="Avenir Book" pitchFamily="2" charset="0"/>
                <a:ea typeface="ＭＳ Ｐゴシック" panose="020B0600070205080204" pitchFamily="34" charset="-128"/>
              </a:rPr>
              <a:t>Open source software on which GitHub is built</a:t>
            </a:r>
          </a:p>
          <a:p>
            <a:pPr lvl="2"/>
            <a:r>
              <a:rPr lang="en-US" altLang="en-US" dirty="0">
                <a:latin typeface="Avenir Book" pitchFamily="2" charset="0"/>
                <a:ea typeface="ＭＳ Ｐゴシック" panose="020B0600070205080204" pitchFamily="34" charset="-128"/>
              </a:rPr>
              <a:t>VCS that tracks changes in files</a:t>
            </a:r>
          </a:p>
          <a:p>
            <a:r>
              <a:rPr lang="en-US" altLang="en-US" dirty="0">
                <a:latin typeface="Avenir Book" pitchFamily="2" charset="0"/>
                <a:ea typeface="ＭＳ Ｐゴシック" panose="020B0600070205080204" pitchFamily="34" charset="-128"/>
              </a:rPr>
              <a:t>When uploading files to GitHub, they are stored in a Git repo</a:t>
            </a:r>
          </a:p>
          <a:p>
            <a:r>
              <a:rPr lang="en-US" altLang="en-US" dirty="0">
                <a:latin typeface="Avenir Book" pitchFamily="2" charset="0"/>
                <a:ea typeface="ＭＳ Ｐゴシック" panose="020B0600070205080204" pitchFamily="34" charset="-128"/>
              </a:rPr>
              <a:t>So: Git helps to track &amp; merge code changes, GitHub helps to manage the flow (e.g., using pull requests)</a:t>
            </a:r>
          </a:p>
        </p:txBody>
      </p:sp>
      <p:pic>
        <p:nvPicPr>
          <p:cNvPr id="4" name="Picture 3">
            <a:extLst>
              <a:ext uri="{FF2B5EF4-FFF2-40B4-BE49-F238E27FC236}">
                <a16:creationId xmlns:a16="http://schemas.microsoft.com/office/drawing/2014/main" id="{F5BA79A9-B4BE-4E3A-8C1F-38DF7C785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7193" y="1347614"/>
            <a:ext cx="2892822" cy="2892822"/>
          </a:xfrm>
          <a:prstGeom prst="rect">
            <a:avLst/>
          </a:prstGeom>
        </p:spPr>
      </p:pic>
    </p:spTree>
    <p:extLst>
      <p:ext uri="{BB962C8B-B14F-4D97-AF65-F5344CB8AC3E}">
        <p14:creationId xmlns:p14="http://schemas.microsoft.com/office/powerpoint/2010/main" val="34132338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2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2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2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192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9984F3-4A8C-41E9-8906-722BFDD32DF7}"/>
              </a:ext>
            </a:extLst>
          </p:cNvPr>
          <p:cNvSpPr/>
          <p:nvPr/>
        </p:nvSpPr>
        <p:spPr>
          <a:xfrm>
            <a:off x="0" y="0"/>
            <a:ext cx="6228184"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a:extLst>
              <a:ext uri="{FF2B5EF4-FFF2-40B4-BE49-F238E27FC236}">
                <a16:creationId xmlns:a16="http://schemas.microsoft.com/office/drawing/2014/main" id="{5C1A5F8D-5E28-431E-9C4E-F84AAEA7BB92}"/>
              </a:ext>
            </a:extLst>
          </p:cNvPr>
          <p:cNvSpPr txBox="1"/>
          <p:nvPr/>
        </p:nvSpPr>
        <p:spPr>
          <a:xfrm>
            <a:off x="1109456" y="1786920"/>
            <a:ext cx="3174511" cy="1569660"/>
          </a:xfrm>
          <a:prstGeom prst="rect">
            <a:avLst/>
          </a:prstGeom>
          <a:noFill/>
        </p:spPr>
        <p:txBody>
          <a:bodyPr wrap="square" rtlCol="0">
            <a:spAutoFit/>
          </a:bodyPr>
          <a:lstStyle/>
          <a:p>
            <a:r>
              <a:rPr lang="en-ZA" sz="4800" b="1" dirty="0">
                <a:solidFill>
                  <a:schemeClr val="bg1"/>
                </a:solidFill>
                <a:latin typeface="Avenir Medium"/>
              </a:rPr>
              <a:t>Assignment info</a:t>
            </a:r>
          </a:p>
        </p:txBody>
      </p:sp>
      <p:pic>
        <p:nvPicPr>
          <p:cNvPr id="3" name="Picture 2">
            <a:extLst>
              <a:ext uri="{FF2B5EF4-FFF2-40B4-BE49-F238E27FC236}">
                <a16:creationId xmlns:a16="http://schemas.microsoft.com/office/drawing/2014/main" id="{7C971BF6-360B-4A4A-9472-D21C0B187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823" y="1131590"/>
            <a:ext cx="2942796" cy="2942796"/>
          </a:xfrm>
          <a:prstGeom prst="rect">
            <a:avLst/>
          </a:prstGeom>
        </p:spPr>
      </p:pic>
    </p:spTree>
    <p:extLst>
      <p:ext uri="{BB962C8B-B14F-4D97-AF65-F5344CB8AC3E}">
        <p14:creationId xmlns:p14="http://schemas.microsoft.com/office/powerpoint/2010/main" val="3436736296"/>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5BFE1D5-329E-BB29-CE8A-ED38134D0C16}"/>
              </a:ext>
            </a:extLst>
          </p:cNvPr>
          <p:cNvSpPr>
            <a:spLocks noGrp="1" noChangeArrowheads="1"/>
          </p:cNvSpPr>
          <p:nvPr>
            <p:ph type="title"/>
          </p:nvPr>
        </p:nvSpPr>
        <p:spPr/>
        <p:txBody>
          <a:bodyPr/>
          <a:lstStyle/>
          <a:p>
            <a:r>
              <a:rPr lang="en-US" altLang="en-US">
                <a:latin typeface="Avenir Medium" pitchFamily="2" charset="0"/>
                <a:ea typeface="ＭＳ Ｐゴシック" panose="020B0600070205080204" pitchFamily="34" charset="-128"/>
              </a:rPr>
              <a:t>Assignment 1</a:t>
            </a:r>
          </a:p>
        </p:txBody>
      </p:sp>
      <p:sp>
        <p:nvSpPr>
          <p:cNvPr id="81923" name="Content Placeholder 2">
            <a:extLst>
              <a:ext uri="{FF2B5EF4-FFF2-40B4-BE49-F238E27FC236}">
                <a16:creationId xmlns:a16="http://schemas.microsoft.com/office/drawing/2014/main" id="{5C6BFA09-EEC3-E74B-06BD-B7D47D876082}"/>
              </a:ext>
            </a:extLst>
          </p:cNvPr>
          <p:cNvSpPr>
            <a:spLocks noGrp="1" noChangeArrowheads="1"/>
          </p:cNvSpPr>
          <p:nvPr>
            <p:ph idx="1"/>
          </p:nvPr>
        </p:nvSpPr>
        <p:spPr>
          <a:xfrm>
            <a:off x="323850" y="1112838"/>
            <a:ext cx="8496300" cy="3481387"/>
          </a:xfrm>
        </p:spPr>
        <p:txBody>
          <a:bodyPr/>
          <a:lstStyle/>
          <a:p>
            <a:r>
              <a:rPr lang="en-US" altLang="en-US">
                <a:latin typeface="Avenir Book" pitchFamily="2" charset="0"/>
                <a:ea typeface="ＭＳ Ｐゴシック" panose="020B0600070205080204" pitchFamily="34" charset="-128"/>
              </a:rPr>
              <a:t>Will be uploaded to Funda by tomorrow</a:t>
            </a:r>
          </a:p>
          <a:p>
            <a:r>
              <a:rPr lang="en-US" altLang="en-US">
                <a:latin typeface="Avenir Book" pitchFamily="2" charset="0"/>
                <a:ea typeface="ＭＳ Ｐゴシック" panose="020B0600070205080204" pitchFamily="34" charset="-128"/>
              </a:rPr>
              <a:t>Not due next week (check the schedule)</a:t>
            </a:r>
          </a:p>
          <a:p>
            <a:endParaRPr lang="en-US" altLang="en-US">
              <a:latin typeface="Avenir Book" pitchFamily="2" charset="0"/>
              <a:ea typeface="ＭＳ Ｐゴシック" panose="020B0600070205080204" pitchFamily="34" charset="-128"/>
            </a:endParaRPr>
          </a:p>
        </p:txBody>
      </p:sp>
    </p:spTree>
    <p:extLst>
      <p:ext uri="{BB962C8B-B14F-4D97-AF65-F5344CB8AC3E}">
        <p14:creationId xmlns:p14="http://schemas.microsoft.com/office/powerpoint/2010/main" val="2981323922"/>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push dir="u"/>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16732</TotalTime>
  <Words>2550</Words>
  <Application>Microsoft Office PowerPoint</Application>
  <PresentationFormat>On-screen Show (16:9)</PresentationFormat>
  <Paragraphs>388</Paragraphs>
  <Slides>33</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Aptos</vt:lpstr>
      <vt:lpstr>Arial</vt:lpstr>
      <vt:lpstr>Avenir Black</vt:lpstr>
      <vt:lpstr>Avenir Book</vt:lpstr>
      <vt:lpstr>Avenir LT 45 Book</vt:lpstr>
      <vt:lpstr>Avenir Medium</vt:lpstr>
      <vt:lpstr>Courier New</vt:lpstr>
      <vt:lpstr>Mona Sans</vt:lpstr>
      <vt:lpstr>Wingdings</vt:lpstr>
      <vt:lpstr>Default Design</vt:lpstr>
      <vt:lpstr>Lecture 1: Introduction</vt:lpstr>
      <vt:lpstr>PowerPoint Presentation</vt:lpstr>
      <vt:lpstr>Java</vt:lpstr>
      <vt:lpstr>Java</vt:lpstr>
      <vt:lpstr>Some updates in 2026</vt:lpstr>
      <vt:lpstr>Java</vt:lpstr>
      <vt:lpstr>PowerPoint Presentation</vt:lpstr>
      <vt:lpstr>Encapsulation &amp; data hiding</vt:lpstr>
      <vt:lpstr>Inheritance &amp; polymorphism</vt:lpstr>
      <vt:lpstr>Overriding</vt:lpstr>
      <vt:lpstr>Overriding (cont.)</vt:lpstr>
      <vt:lpstr>Constructors &amp; overloading</vt:lpstr>
      <vt:lpstr>Abstract classes &amp; methods</vt:lpstr>
      <vt:lpstr>Abstract classes &amp; methods (cont.)</vt:lpstr>
      <vt:lpstr>Interfaces</vt:lpstr>
      <vt:lpstr>Interfaces</vt:lpstr>
      <vt:lpstr>Interfaces</vt:lpstr>
      <vt:lpstr>Interfaces</vt:lpstr>
      <vt:lpstr>Interfaces</vt:lpstr>
      <vt:lpstr>Some Java keywords not seen in C#?</vt:lpstr>
      <vt:lpstr>Some Java keywords not seen in C#?</vt:lpstr>
      <vt:lpstr>Important classes</vt:lpstr>
      <vt:lpstr>Important classes</vt:lpstr>
      <vt:lpstr>PowerPoint Presentation</vt:lpstr>
      <vt:lpstr>Version control</vt:lpstr>
      <vt:lpstr>Version control systems (VCSs)</vt:lpstr>
      <vt:lpstr>PowerPoint Presentation</vt:lpstr>
      <vt:lpstr>PowerPoint Presentation</vt:lpstr>
      <vt:lpstr>VC Best practices</vt:lpstr>
      <vt:lpstr>GitHub</vt:lpstr>
      <vt:lpstr>PowerPoint Presentation</vt:lpstr>
      <vt:lpstr>Assignment 1</vt:lpstr>
      <vt:lpstr>PowerPoint Presentation</vt:lpstr>
    </vt:vector>
  </TitlesOfParts>
  <Company>NMMU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CSchonknecht</dc:creator>
  <cp:lastModifiedBy>Simone</cp:lastModifiedBy>
  <cp:revision>123</cp:revision>
  <dcterms:created xsi:type="dcterms:W3CDTF">2006-12-05T12:30:39Z</dcterms:created>
  <dcterms:modified xsi:type="dcterms:W3CDTF">2026-02-17T19:36:16Z</dcterms:modified>
</cp:coreProperties>
</file>