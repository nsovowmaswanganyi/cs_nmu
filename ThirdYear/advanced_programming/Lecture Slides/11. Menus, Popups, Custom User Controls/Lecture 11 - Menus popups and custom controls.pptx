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1" r:id="rId2"/>
    <p:sldId id="419" r:id="rId3"/>
    <p:sldId id="422" r:id="rId4"/>
    <p:sldId id="341" r:id="rId5"/>
    <p:sldId id="445" r:id="rId6"/>
    <p:sldId id="491" r:id="rId7"/>
    <p:sldId id="493" r:id="rId8"/>
    <p:sldId id="504" r:id="rId9"/>
    <p:sldId id="494" r:id="rId10"/>
    <p:sldId id="495" r:id="rId11"/>
    <p:sldId id="496" r:id="rId12"/>
    <p:sldId id="497" r:id="rId13"/>
    <p:sldId id="498" r:id="rId14"/>
    <p:sldId id="505" r:id="rId15"/>
    <p:sldId id="499" r:id="rId16"/>
    <p:sldId id="500" r:id="rId17"/>
    <p:sldId id="501" r:id="rId18"/>
    <p:sldId id="502" r:id="rId19"/>
    <p:sldId id="503" r:id="rId20"/>
    <p:sldId id="269" r:id="rId21"/>
  </p:sldIdLst>
  <p:sldSz cx="9144000" cy="5143500" type="screen16x9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C000"/>
    <a:srgbClr val="00CC00"/>
    <a:srgbClr val="F14F12"/>
    <a:srgbClr val="FFFFFF"/>
    <a:srgbClr val="001027"/>
    <a:srgbClr val="003057"/>
    <a:srgbClr val="9B221F"/>
    <a:srgbClr val="57BC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85" autoAdjust="0"/>
    <p:restoredTop sz="76271" autoAdjust="0"/>
  </p:normalViewPr>
  <p:slideViewPr>
    <p:cSldViewPr>
      <p:cViewPr varScale="1">
        <p:scale>
          <a:sx n="114" d="100"/>
          <a:sy n="114" d="100"/>
        </p:scale>
        <p:origin x="1380" y="6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e Beets" userId="5adb261a4dd6137b" providerId="LiveId" clId="{25369803-5672-417C-BBDE-524FBD1231AC}"/>
    <pc:docChg chg="undo custSel addSld delSld modSld sldOrd">
      <pc:chgData name="Simone Beets" userId="5adb261a4dd6137b" providerId="LiveId" clId="{25369803-5672-417C-BBDE-524FBD1231AC}" dt="2025-04-07T13:33:03.499" v="5900" actId="6549"/>
      <pc:docMkLst>
        <pc:docMk/>
      </pc:docMkLst>
      <pc:sldChg chg="modSp mod">
        <pc:chgData name="Simone Beets" userId="5adb261a4dd6137b" providerId="LiveId" clId="{25369803-5672-417C-BBDE-524FBD1231AC}" dt="2025-04-07T03:15:01.995" v="9" actId="20577"/>
        <pc:sldMkLst>
          <pc:docMk/>
          <pc:sldMk cId="0" sldId="271"/>
        </pc:sldMkLst>
        <pc:spChg chg="mod">
          <ac:chgData name="Simone Beets" userId="5adb261a4dd6137b" providerId="LiveId" clId="{25369803-5672-417C-BBDE-524FBD1231AC}" dt="2025-04-07T03:15:01.995" v="9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del">
        <pc:chgData name="Simone Beets" userId="5adb261a4dd6137b" providerId="LiveId" clId="{25369803-5672-417C-BBDE-524FBD1231AC}" dt="2025-04-07T06:51:37.096" v="5305" actId="47"/>
        <pc:sldMkLst>
          <pc:docMk/>
          <pc:sldMk cId="0" sldId="321"/>
        </pc:sldMkLst>
      </pc:sldChg>
      <pc:sldChg chg="addSp delSp modSp mod modNotesTx">
        <pc:chgData name="Simone Beets" userId="5adb261a4dd6137b" providerId="LiveId" clId="{25369803-5672-417C-BBDE-524FBD1231AC}" dt="2025-04-07T06:56:42.020" v="5812" actId="20577"/>
        <pc:sldMkLst>
          <pc:docMk/>
          <pc:sldMk cId="465305782" sldId="323"/>
        </pc:sldMkLst>
      </pc:sldChg>
      <pc:sldChg chg="del">
        <pc:chgData name="Simone Beets" userId="5adb261a4dd6137b" providerId="LiveId" clId="{25369803-5672-417C-BBDE-524FBD1231AC}" dt="2025-04-07T06:25:00.632" v="5180" actId="47"/>
        <pc:sldMkLst>
          <pc:docMk/>
          <pc:sldMk cId="2369434495" sldId="324"/>
        </pc:sldMkLst>
      </pc:sldChg>
      <pc:sldChg chg="modSp mod ord modAnim modNotesTx">
        <pc:chgData name="Simone Beets" userId="5adb261a4dd6137b" providerId="LiveId" clId="{25369803-5672-417C-BBDE-524FBD1231AC}" dt="2025-04-07T05:54:07.733" v="2783" actId="12"/>
        <pc:sldMkLst>
          <pc:docMk/>
          <pc:sldMk cId="1762635146" sldId="339"/>
        </pc:sldMkLst>
      </pc:sldChg>
      <pc:sldChg chg="modSp del mod">
        <pc:chgData name="Simone Beets" userId="5adb261a4dd6137b" providerId="LiveId" clId="{25369803-5672-417C-BBDE-524FBD1231AC}" dt="2025-04-07T06:26:31.807" v="5182" actId="2696"/>
        <pc:sldMkLst>
          <pc:docMk/>
          <pc:sldMk cId="2049952096" sldId="340"/>
        </pc:sldMkLst>
      </pc:sldChg>
      <pc:sldChg chg="del">
        <pc:chgData name="Simone Beets" userId="5adb261a4dd6137b" providerId="LiveId" clId="{25369803-5672-417C-BBDE-524FBD1231AC}" dt="2025-04-07T06:51:24.670" v="5285" actId="47"/>
        <pc:sldMkLst>
          <pc:docMk/>
          <pc:sldMk cId="583071382" sldId="352"/>
        </pc:sldMkLst>
      </pc:sldChg>
      <pc:sldChg chg="del">
        <pc:chgData name="Simone Beets" userId="5adb261a4dd6137b" providerId="LiveId" clId="{25369803-5672-417C-BBDE-524FBD1231AC}" dt="2025-04-07T03:23:58.977" v="19" actId="47"/>
        <pc:sldMkLst>
          <pc:docMk/>
          <pc:sldMk cId="3867261677" sldId="364"/>
        </pc:sldMkLst>
      </pc:sldChg>
      <pc:sldChg chg="del">
        <pc:chgData name="Simone Beets" userId="5adb261a4dd6137b" providerId="LiveId" clId="{25369803-5672-417C-BBDE-524FBD1231AC}" dt="2025-04-07T06:51:25.649" v="5286" actId="47"/>
        <pc:sldMkLst>
          <pc:docMk/>
          <pc:sldMk cId="1679562004" sldId="368"/>
        </pc:sldMkLst>
      </pc:sldChg>
      <pc:sldChg chg="del">
        <pc:chgData name="Simone Beets" userId="5adb261a4dd6137b" providerId="LiveId" clId="{25369803-5672-417C-BBDE-524FBD1231AC}" dt="2025-04-07T06:51:20.415" v="5280" actId="47"/>
        <pc:sldMkLst>
          <pc:docMk/>
          <pc:sldMk cId="2684210106" sldId="390"/>
        </pc:sldMkLst>
      </pc:sldChg>
      <pc:sldChg chg="del">
        <pc:chgData name="Simone Beets" userId="5adb261a4dd6137b" providerId="LiveId" clId="{25369803-5672-417C-BBDE-524FBD1231AC}" dt="2025-04-07T06:51:26.374" v="5288" actId="47"/>
        <pc:sldMkLst>
          <pc:docMk/>
          <pc:sldMk cId="422397288" sldId="391"/>
        </pc:sldMkLst>
      </pc:sldChg>
      <pc:sldChg chg="del">
        <pc:chgData name="Simone Beets" userId="5adb261a4dd6137b" providerId="LiveId" clId="{25369803-5672-417C-BBDE-524FBD1231AC}" dt="2025-04-07T06:51:21.481" v="5281" actId="47"/>
        <pc:sldMkLst>
          <pc:docMk/>
          <pc:sldMk cId="1662032250" sldId="393"/>
        </pc:sldMkLst>
      </pc:sldChg>
      <pc:sldChg chg="del">
        <pc:chgData name="Simone Beets" userId="5adb261a4dd6137b" providerId="LiveId" clId="{25369803-5672-417C-BBDE-524FBD1231AC}" dt="2025-04-07T06:51:21.953" v="5282" actId="47"/>
        <pc:sldMkLst>
          <pc:docMk/>
          <pc:sldMk cId="226156491" sldId="394"/>
        </pc:sldMkLst>
      </pc:sldChg>
      <pc:sldChg chg="del">
        <pc:chgData name="Simone Beets" userId="5adb261a4dd6137b" providerId="LiveId" clId="{25369803-5672-417C-BBDE-524FBD1231AC}" dt="2025-04-07T06:51:22.433" v="5283" actId="47"/>
        <pc:sldMkLst>
          <pc:docMk/>
          <pc:sldMk cId="920287109" sldId="396"/>
        </pc:sldMkLst>
      </pc:sldChg>
      <pc:sldChg chg="addSp delSp modSp mod ord modAnim modNotesTx">
        <pc:chgData name="Simone Beets" userId="5adb261a4dd6137b" providerId="LiveId" clId="{25369803-5672-417C-BBDE-524FBD1231AC}" dt="2025-04-07T06:31:06.775" v="5258" actId="1076"/>
        <pc:sldMkLst>
          <pc:docMk/>
          <pc:sldMk cId="1427072437" sldId="397"/>
        </pc:sldMkLst>
      </pc:sldChg>
      <pc:sldChg chg="del">
        <pc:chgData name="Simone Beets" userId="5adb261a4dd6137b" providerId="LiveId" clId="{25369803-5672-417C-BBDE-524FBD1231AC}" dt="2025-04-07T06:51:26.043" v="5287" actId="47"/>
        <pc:sldMkLst>
          <pc:docMk/>
          <pc:sldMk cId="536390260" sldId="399"/>
        </pc:sldMkLst>
      </pc:sldChg>
      <pc:sldChg chg="del">
        <pc:chgData name="Simone Beets" userId="5adb261a4dd6137b" providerId="LiveId" clId="{25369803-5672-417C-BBDE-524FBD1231AC}" dt="2025-04-07T06:51:27.338" v="5289" actId="47"/>
        <pc:sldMkLst>
          <pc:docMk/>
          <pc:sldMk cId="1928756358" sldId="401"/>
        </pc:sldMkLst>
      </pc:sldChg>
      <pc:sldChg chg="del">
        <pc:chgData name="Simone Beets" userId="5adb261a4dd6137b" providerId="LiveId" clId="{25369803-5672-417C-BBDE-524FBD1231AC}" dt="2025-04-07T06:51:27.772" v="5290" actId="47"/>
        <pc:sldMkLst>
          <pc:docMk/>
          <pc:sldMk cId="2581493560" sldId="402"/>
        </pc:sldMkLst>
      </pc:sldChg>
      <pc:sldChg chg="del">
        <pc:chgData name="Simone Beets" userId="5adb261a4dd6137b" providerId="LiveId" clId="{25369803-5672-417C-BBDE-524FBD1231AC}" dt="2025-04-07T06:51:28.735" v="5291" actId="47"/>
        <pc:sldMkLst>
          <pc:docMk/>
          <pc:sldMk cId="2548823524" sldId="403"/>
        </pc:sldMkLst>
      </pc:sldChg>
      <pc:sldChg chg="del">
        <pc:chgData name="Simone Beets" userId="5adb261a4dd6137b" providerId="LiveId" clId="{25369803-5672-417C-BBDE-524FBD1231AC}" dt="2025-04-07T06:51:29.266" v="5292" actId="47"/>
        <pc:sldMkLst>
          <pc:docMk/>
          <pc:sldMk cId="741803763" sldId="404"/>
        </pc:sldMkLst>
      </pc:sldChg>
      <pc:sldChg chg="del">
        <pc:chgData name="Simone Beets" userId="5adb261a4dd6137b" providerId="LiveId" clId="{25369803-5672-417C-BBDE-524FBD1231AC}" dt="2025-04-07T06:51:30.193" v="5293" actId="47"/>
        <pc:sldMkLst>
          <pc:docMk/>
          <pc:sldMk cId="1601805029" sldId="405"/>
        </pc:sldMkLst>
      </pc:sldChg>
      <pc:sldChg chg="del">
        <pc:chgData name="Simone Beets" userId="5adb261a4dd6137b" providerId="LiveId" clId="{25369803-5672-417C-BBDE-524FBD1231AC}" dt="2025-04-07T06:51:30.685" v="5294" actId="47"/>
        <pc:sldMkLst>
          <pc:docMk/>
          <pc:sldMk cId="4220622377" sldId="406"/>
        </pc:sldMkLst>
      </pc:sldChg>
      <pc:sldChg chg="del">
        <pc:chgData name="Simone Beets" userId="5adb261a4dd6137b" providerId="LiveId" clId="{25369803-5672-417C-BBDE-524FBD1231AC}" dt="2025-04-07T06:51:33.596" v="5299" actId="47"/>
        <pc:sldMkLst>
          <pc:docMk/>
          <pc:sldMk cId="2242960218" sldId="407"/>
        </pc:sldMkLst>
      </pc:sldChg>
      <pc:sldChg chg="del">
        <pc:chgData name="Simone Beets" userId="5adb261a4dd6137b" providerId="LiveId" clId="{25369803-5672-417C-BBDE-524FBD1231AC}" dt="2025-04-07T06:51:31.126" v="5295" actId="47"/>
        <pc:sldMkLst>
          <pc:docMk/>
          <pc:sldMk cId="976054929" sldId="408"/>
        </pc:sldMkLst>
      </pc:sldChg>
      <pc:sldChg chg="del">
        <pc:chgData name="Simone Beets" userId="5adb261a4dd6137b" providerId="LiveId" clId="{25369803-5672-417C-BBDE-524FBD1231AC}" dt="2025-04-07T06:51:32" v="5296" actId="47"/>
        <pc:sldMkLst>
          <pc:docMk/>
          <pc:sldMk cId="246443275" sldId="410"/>
        </pc:sldMkLst>
      </pc:sldChg>
      <pc:sldChg chg="del">
        <pc:chgData name="Simone Beets" userId="5adb261a4dd6137b" providerId="LiveId" clId="{25369803-5672-417C-BBDE-524FBD1231AC}" dt="2025-04-07T06:51:32.374" v="5297" actId="47"/>
        <pc:sldMkLst>
          <pc:docMk/>
          <pc:sldMk cId="852655609" sldId="411"/>
        </pc:sldMkLst>
      </pc:sldChg>
      <pc:sldChg chg="del">
        <pc:chgData name="Simone Beets" userId="5adb261a4dd6137b" providerId="LiveId" clId="{25369803-5672-417C-BBDE-524FBD1231AC}" dt="2025-04-07T06:51:32.710" v="5298" actId="47"/>
        <pc:sldMkLst>
          <pc:docMk/>
          <pc:sldMk cId="395443802" sldId="412"/>
        </pc:sldMkLst>
      </pc:sldChg>
      <pc:sldChg chg="del">
        <pc:chgData name="Simone Beets" userId="5adb261a4dd6137b" providerId="LiveId" clId="{25369803-5672-417C-BBDE-524FBD1231AC}" dt="2025-04-07T06:51:33.974" v="5300" actId="47"/>
        <pc:sldMkLst>
          <pc:docMk/>
          <pc:sldMk cId="438604043" sldId="413"/>
        </pc:sldMkLst>
      </pc:sldChg>
      <pc:sldChg chg="del">
        <pc:chgData name="Simone Beets" userId="5adb261a4dd6137b" providerId="LiveId" clId="{25369803-5672-417C-BBDE-524FBD1231AC}" dt="2025-04-07T06:51:34.255" v="5301" actId="47"/>
        <pc:sldMkLst>
          <pc:docMk/>
          <pc:sldMk cId="3096865357" sldId="414"/>
        </pc:sldMkLst>
      </pc:sldChg>
      <pc:sldChg chg="del">
        <pc:chgData name="Simone Beets" userId="5adb261a4dd6137b" providerId="LiveId" clId="{25369803-5672-417C-BBDE-524FBD1231AC}" dt="2025-04-07T06:51:35.107" v="5302" actId="47"/>
        <pc:sldMkLst>
          <pc:docMk/>
          <pc:sldMk cId="3654530391" sldId="415"/>
        </pc:sldMkLst>
      </pc:sldChg>
      <pc:sldChg chg="del">
        <pc:chgData name="Simone Beets" userId="5adb261a4dd6137b" providerId="LiveId" clId="{25369803-5672-417C-BBDE-524FBD1231AC}" dt="2025-04-07T06:51:35.489" v="5303" actId="47"/>
        <pc:sldMkLst>
          <pc:docMk/>
          <pc:sldMk cId="3180297522" sldId="416"/>
        </pc:sldMkLst>
      </pc:sldChg>
      <pc:sldChg chg="del">
        <pc:chgData name="Simone Beets" userId="5adb261a4dd6137b" providerId="LiveId" clId="{25369803-5672-417C-BBDE-524FBD1231AC}" dt="2025-04-07T06:51:36.133" v="5304" actId="47"/>
        <pc:sldMkLst>
          <pc:docMk/>
          <pc:sldMk cId="2083726452" sldId="417"/>
        </pc:sldMkLst>
      </pc:sldChg>
      <pc:sldChg chg="modSp add del mod">
        <pc:chgData name="Simone Beets" userId="5adb261a4dd6137b" providerId="LiveId" clId="{25369803-5672-417C-BBDE-524FBD1231AC}" dt="2025-04-07T06:52:47.139" v="5554" actId="6549"/>
        <pc:sldMkLst>
          <pc:docMk/>
          <pc:sldMk cId="3637301509" sldId="418"/>
        </pc:sldMkLst>
      </pc:sldChg>
      <pc:sldChg chg="del">
        <pc:chgData name="Simone Beets" userId="5adb261a4dd6137b" providerId="LiveId" clId="{25369803-5672-417C-BBDE-524FBD1231AC}" dt="2025-04-07T03:24:01.249" v="20" actId="47"/>
        <pc:sldMkLst>
          <pc:docMk/>
          <pc:sldMk cId="4218234025" sldId="419"/>
        </pc:sldMkLst>
      </pc:sldChg>
      <pc:sldChg chg="del">
        <pc:chgData name="Simone Beets" userId="5adb261a4dd6137b" providerId="LiveId" clId="{25369803-5672-417C-BBDE-524FBD1231AC}" dt="2025-04-07T03:24:05.399" v="22" actId="47"/>
        <pc:sldMkLst>
          <pc:docMk/>
          <pc:sldMk cId="2673821010" sldId="420"/>
        </pc:sldMkLst>
      </pc:sldChg>
      <pc:sldChg chg="del">
        <pc:chgData name="Simone Beets" userId="5adb261a4dd6137b" providerId="LiveId" clId="{25369803-5672-417C-BBDE-524FBD1231AC}" dt="2025-04-07T03:24:03.914" v="21" actId="47"/>
        <pc:sldMkLst>
          <pc:docMk/>
          <pc:sldMk cId="3254186665" sldId="421"/>
        </pc:sldMkLst>
      </pc:sldChg>
      <pc:sldChg chg="add del">
        <pc:chgData name="Simone Beets" userId="5adb261a4dd6137b" providerId="LiveId" clId="{25369803-5672-417C-BBDE-524FBD1231AC}" dt="2025-04-07T06:25:02.573" v="5181" actId="47"/>
        <pc:sldMkLst>
          <pc:docMk/>
          <pc:sldMk cId="751052856" sldId="422"/>
        </pc:sldMkLst>
      </pc:sldChg>
      <pc:sldChg chg="modSp add del mod ord modAnim">
        <pc:chgData name="Simone Beets" userId="5adb261a4dd6137b" providerId="LiveId" clId="{25369803-5672-417C-BBDE-524FBD1231AC}" dt="2025-04-07T03:49:36.978" v="1795" actId="2696"/>
        <pc:sldMkLst>
          <pc:docMk/>
          <pc:sldMk cId="2930686077" sldId="423"/>
        </pc:sldMkLst>
      </pc:sldChg>
      <pc:sldChg chg="addSp delSp modSp add mod ord modAnim modNotesTx">
        <pc:chgData name="Simone Beets" userId="5adb261a4dd6137b" providerId="LiveId" clId="{25369803-5672-417C-BBDE-524FBD1231AC}" dt="2025-04-07T04:14:55.931" v="2168"/>
        <pc:sldMkLst>
          <pc:docMk/>
          <pc:sldMk cId="520474740" sldId="424"/>
        </pc:sldMkLst>
      </pc:sldChg>
      <pc:sldChg chg="addSp modSp add mod modAnim modNotesTx">
        <pc:chgData name="Simone Beets" userId="5adb261a4dd6137b" providerId="LiveId" clId="{25369803-5672-417C-BBDE-524FBD1231AC}" dt="2025-04-07T13:33:03.499" v="5900" actId="6549"/>
        <pc:sldMkLst>
          <pc:docMk/>
          <pc:sldMk cId="811755344" sldId="425"/>
        </pc:sldMkLst>
      </pc:sldChg>
      <pc:sldChg chg="addSp delSp modSp add mod modAnim modNotesTx">
        <pc:chgData name="Simone Beets" userId="5adb261a4dd6137b" providerId="LiveId" clId="{25369803-5672-417C-BBDE-524FBD1231AC}" dt="2025-04-07T13:33:00.491" v="5899" actId="6549"/>
        <pc:sldMkLst>
          <pc:docMk/>
          <pc:sldMk cId="1516093415" sldId="426"/>
        </pc:sldMkLst>
      </pc:sldChg>
      <pc:sldChg chg="addSp delSp modSp add mod modAnim modNotesTx">
        <pc:chgData name="Simone Beets" userId="5adb261a4dd6137b" providerId="LiveId" clId="{25369803-5672-417C-BBDE-524FBD1231AC}" dt="2025-04-07T13:32:57.692" v="5898" actId="6549"/>
        <pc:sldMkLst>
          <pc:docMk/>
          <pc:sldMk cId="2853028284" sldId="427"/>
        </pc:sldMkLst>
      </pc:sldChg>
      <pc:sldChg chg="addSp delSp modSp add mod modAnim modNotesTx">
        <pc:chgData name="Simone Beets" userId="5adb261a4dd6137b" providerId="LiveId" clId="{25369803-5672-417C-BBDE-524FBD1231AC}" dt="2025-04-07T04:07:14.694" v="2121" actId="20577"/>
        <pc:sldMkLst>
          <pc:docMk/>
          <pc:sldMk cId="372974515" sldId="428"/>
        </pc:sldMkLst>
      </pc:sldChg>
      <pc:sldChg chg="addSp delSp modSp add mod modAnim modNotesTx">
        <pc:chgData name="Simone Beets" userId="5adb261a4dd6137b" providerId="LiveId" clId="{25369803-5672-417C-BBDE-524FBD1231AC}" dt="2025-04-07T13:32:49.739" v="5897" actId="478"/>
        <pc:sldMkLst>
          <pc:docMk/>
          <pc:sldMk cId="9013570" sldId="429"/>
        </pc:sldMkLst>
      </pc:sldChg>
      <pc:sldChg chg="addSp delSp modSp add mod delAnim modAnim modNotesTx">
        <pc:chgData name="Simone Beets" userId="5adb261a4dd6137b" providerId="LiveId" clId="{25369803-5672-417C-BBDE-524FBD1231AC}" dt="2025-04-07T04:12:14.545" v="2145" actId="14100"/>
        <pc:sldMkLst>
          <pc:docMk/>
          <pc:sldMk cId="444318415" sldId="430"/>
        </pc:sldMkLst>
      </pc:sldChg>
      <pc:sldChg chg="add del">
        <pc:chgData name="Simone Beets" userId="5adb261a4dd6137b" providerId="LiveId" clId="{25369803-5672-417C-BBDE-524FBD1231AC}" dt="2025-04-07T06:51:23.723" v="5284" actId="47"/>
        <pc:sldMkLst>
          <pc:docMk/>
          <pc:sldMk cId="2524585363" sldId="431"/>
        </pc:sldMkLst>
      </pc:sldChg>
      <pc:sldChg chg="addSp delSp modSp add mod ord delAnim modAnim modNotesTx">
        <pc:chgData name="Simone Beets" userId="5adb261a4dd6137b" providerId="LiveId" clId="{25369803-5672-417C-BBDE-524FBD1231AC}" dt="2025-04-07T13:32:37.971" v="5896" actId="478"/>
        <pc:sldMkLst>
          <pc:docMk/>
          <pc:sldMk cId="3476499561" sldId="432"/>
        </pc:sldMkLst>
      </pc:sldChg>
      <pc:sldChg chg="addSp delSp modSp add mod delAnim modAnim modNotesTx">
        <pc:chgData name="Simone Beets" userId="5adb261a4dd6137b" providerId="LiveId" clId="{25369803-5672-417C-BBDE-524FBD1231AC}" dt="2025-04-07T06:23:59.793" v="5179" actId="20577"/>
        <pc:sldMkLst>
          <pc:docMk/>
          <pc:sldMk cId="1971915231" sldId="433"/>
        </pc:sldMkLst>
      </pc:sldChg>
      <pc:sldChg chg="delSp modSp add mod ord delAnim modAnim modNotesTx">
        <pc:chgData name="Simone Beets" userId="5adb261a4dd6137b" providerId="LiveId" clId="{25369803-5672-417C-BBDE-524FBD1231AC}" dt="2025-04-07T06:44:45.045" v="5277" actId="20577"/>
        <pc:sldMkLst>
          <pc:docMk/>
          <pc:sldMk cId="1868818267" sldId="434"/>
        </pc:sldMkLst>
      </pc:sldChg>
      <pc:sldChg chg="modSp add mod modAnim modNotesTx">
        <pc:chgData name="Simone Beets" userId="5adb261a4dd6137b" providerId="LiveId" clId="{25369803-5672-417C-BBDE-524FBD1231AC}" dt="2025-04-07T06:13:02.960" v="4454" actId="20577"/>
        <pc:sldMkLst>
          <pc:docMk/>
          <pc:sldMk cId="4170340479" sldId="435"/>
        </pc:sldMkLst>
      </pc:sldChg>
      <pc:sldChg chg="modSp add mod modAnim modNotesTx">
        <pc:chgData name="Simone Beets" userId="5adb261a4dd6137b" providerId="LiveId" clId="{25369803-5672-417C-BBDE-524FBD1231AC}" dt="2025-04-07T06:08:26.659" v="3881" actId="20577"/>
        <pc:sldMkLst>
          <pc:docMk/>
          <pc:sldMk cId="3084068710" sldId="436"/>
        </pc:sldMkLst>
      </pc:sldChg>
      <pc:sldChg chg="addSp delSp modSp add mod ord modAnim modNotesTx">
        <pc:chgData name="Simone Beets" userId="5adb261a4dd6137b" providerId="LiveId" clId="{25369803-5672-417C-BBDE-524FBD1231AC}" dt="2025-04-07T06:14:35.367" v="4518"/>
        <pc:sldMkLst>
          <pc:docMk/>
          <pc:sldMk cId="979744591" sldId="437"/>
        </pc:sldMkLst>
      </pc:sldChg>
      <pc:sldChg chg="add del">
        <pc:chgData name="Simone Beets" userId="5adb261a4dd6137b" providerId="LiveId" clId="{25369803-5672-417C-BBDE-524FBD1231AC}" dt="2025-04-07T06:50:45.445" v="5279" actId="2696"/>
        <pc:sldMkLst>
          <pc:docMk/>
          <pc:sldMk cId="3205619888" sldId="438"/>
        </pc:sldMkLst>
      </pc:sldChg>
      <pc:sldChg chg="addSp delSp modSp add mod ord modAnim modNotesTx">
        <pc:chgData name="Simone Beets" userId="5adb261a4dd6137b" providerId="LiveId" clId="{25369803-5672-417C-BBDE-524FBD1231AC}" dt="2025-04-07T06:14:47.433" v="4519"/>
        <pc:sldMkLst>
          <pc:docMk/>
          <pc:sldMk cId="849858529" sldId="439"/>
        </pc:sldMkLst>
      </pc:sldChg>
      <pc:sldChg chg="add modNotesTx">
        <pc:chgData name="Simone Beets" userId="5adb261a4dd6137b" providerId="LiveId" clId="{25369803-5672-417C-BBDE-524FBD1231AC}" dt="2025-04-07T06:48:45.342" v="5278"/>
        <pc:sldMkLst>
          <pc:docMk/>
          <pc:sldMk cId="916888293" sldId="440"/>
        </pc:sldMkLst>
      </pc:sldChg>
      <pc:sldChg chg="add">
        <pc:chgData name="Simone Beets" userId="5adb261a4dd6137b" providerId="LiveId" clId="{25369803-5672-417C-BBDE-524FBD1231AC}" dt="2025-04-07T06:13:34.437" v="4502" actId="2890"/>
        <pc:sldMkLst>
          <pc:docMk/>
          <pc:sldMk cId="941566685" sldId="441"/>
        </pc:sldMkLst>
      </pc:sldChg>
    </pc:docChg>
  </pc:docChgLst>
  <pc:docChgLst>
    <pc:chgData name="Simone Beets" userId="5adb261a4dd6137b" providerId="LiveId" clId="{081DF2E0-BFFF-4188-83E2-E633C5DC6939}"/>
    <pc:docChg chg="undo custSel addSld delSld modSld sldOrd">
      <pc:chgData name="Simone Beets" userId="5adb261a4dd6137b" providerId="LiveId" clId="{081DF2E0-BFFF-4188-83E2-E633C5DC6939}" dt="2025-04-14T10:29:41.928" v="6756" actId="15"/>
      <pc:docMkLst>
        <pc:docMk/>
      </pc:docMkLst>
      <pc:sldChg chg="modSp mod modNotesTx">
        <pc:chgData name="Simone Beets" userId="5adb261a4dd6137b" providerId="LiveId" clId="{081DF2E0-BFFF-4188-83E2-E633C5DC6939}" dt="2025-04-13T21:02:25.191" v="348"/>
        <pc:sldMkLst>
          <pc:docMk/>
          <pc:sldMk cId="0" sldId="271"/>
        </pc:sldMkLst>
        <pc:spChg chg="mod">
          <ac:chgData name="Simone Beets" userId="5adb261a4dd6137b" providerId="LiveId" clId="{081DF2E0-BFFF-4188-83E2-E633C5DC6939}" dt="2025-04-13T21:01:50.743" v="347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addSp delSp modSp mod modAnim modNotesTx">
        <pc:chgData name="Simone Beets" userId="5adb261a4dd6137b" providerId="LiveId" clId="{081DF2E0-BFFF-4188-83E2-E633C5DC6939}" dt="2025-04-14T05:47:37.074" v="5601" actId="6549"/>
        <pc:sldMkLst>
          <pc:docMk/>
          <pc:sldMk cId="465305782" sldId="323"/>
        </pc:sldMkLst>
      </pc:sldChg>
      <pc:sldChg chg="del">
        <pc:chgData name="Simone Beets" userId="5adb261a4dd6137b" providerId="LiveId" clId="{081DF2E0-BFFF-4188-83E2-E633C5DC6939}" dt="2025-04-14T05:33:22.705" v="4491" actId="47"/>
        <pc:sldMkLst>
          <pc:docMk/>
          <pc:sldMk cId="1762635146" sldId="339"/>
        </pc:sldMkLst>
      </pc:sldChg>
      <pc:sldChg chg="modSp add mod modAnim">
        <pc:chgData name="Simone Beets" userId="5adb261a4dd6137b" providerId="LiveId" clId="{081DF2E0-BFFF-4188-83E2-E633C5DC6939}" dt="2025-04-14T04:28:48.753" v="553" actId="20577"/>
        <pc:sldMkLst>
          <pc:docMk/>
          <pc:sldMk cId="2049952096" sldId="340"/>
        </pc:sldMkLst>
        <pc:spChg chg="mod">
          <ac:chgData name="Simone Beets" userId="5adb261a4dd6137b" providerId="LiveId" clId="{081DF2E0-BFFF-4188-83E2-E633C5DC6939}" dt="2025-04-14T04:28:13.626" v="547" actId="14100"/>
          <ac:spMkLst>
            <pc:docMk/>
            <pc:sldMk cId="2049952096" sldId="340"/>
            <ac:spMk id="3" creationId="{5FC41105-4403-E8F4-410C-2D4F041B0E3A}"/>
          </ac:spMkLst>
        </pc:spChg>
        <pc:spChg chg="mod">
          <ac:chgData name="Simone Beets" userId="5adb261a4dd6137b" providerId="LiveId" clId="{081DF2E0-BFFF-4188-83E2-E633C5DC6939}" dt="2025-04-14T04:27:20.661" v="439" actId="1076"/>
          <ac:spMkLst>
            <pc:docMk/>
            <pc:sldMk cId="2049952096" sldId="340"/>
            <ac:spMk id="6" creationId="{94729AF2-8103-6153-03E4-036FBFCE6ABA}"/>
          </ac:spMkLst>
        </pc:spChg>
      </pc:sldChg>
      <pc:sldChg chg="del">
        <pc:chgData name="Simone Beets" userId="5adb261a4dd6137b" providerId="LiveId" clId="{081DF2E0-BFFF-4188-83E2-E633C5DC6939}" dt="2025-04-14T05:33:02.260" v="4477" actId="47"/>
        <pc:sldMkLst>
          <pc:docMk/>
          <pc:sldMk cId="1427072437" sldId="397"/>
        </pc:sldMkLst>
      </pc:sldChg>
      <pc:sldChg chg="modSp mod">
        <pc:chgData name="Simone Beets" userId="5adb261a4dd6137b" providerId="LiveId" clId="{081DF2E0-BFFF-4188-83E2-E633C5DC6939}" dt="2025-04-14T05:33:55.180" v="4509" actId="20577"/>
        <pc:sldMkLst>
          <pc:docMk/>
          <pc:sldMk cId="3637301509" sldId="418"/>
        </pc:sldMkLst>
      </pc:sldChg>
      <pc:sldChg chg="del">
        <pc:chgData name="Simone Beets" userId="5adb261a4dd6137b" providerId="LiveId" clId="{081DF2E0-BFFF-4188-83E2-E633C5DC6939}" dt="2025-04-14T05:33:13.304" v="4484" actId="47"/>
        <pc:sldMkLst>
          <pc:docMk/>
          <pc:sldMk cId="520474740" sldId="424"/>
        </pc:sldMkLst>
      </pc:sldChg>
      <pc:sldChg chg="addSp delSp modSp mod ord delAnim modAnim modNotesTx">
        <pc:chgData name="Simone Beets" userId="5adb261a4dd6137b" providerId="LiveId" clId="{081DF2E0-BFFF-4188-83E2-E633C5DC6939}" dt="2025-04-14T10:24:32.868" v="6661" actId="114"/>
        <pc:sldMkLst>
          <pc:docMk/>
          <pc:sldMk cId="811755344" sldId="425"/>
        </pc:sldMkLst>
      </pc:sldChg>
      <pc:sldChg chg="del">
        <pc:chgData name="Simone Beets" userId="5adb261a4dd6137b" providerId="LiveId" clId="{081DF2E0-BFFF-4188-83E2-E633C5DC6939}" dt="2025-04-14T05:33:04.295" v="4479" actId="47"/>
        <pc:sldMkLst>
          <pc:docMk/>
          <pc:sldMk cId="1516093415" sldId="426"/>
        </pc:sldMkLst>
      </pc:sldChg>
      <pc:sldChg chg="del">
        <pc:chgData name="Simone Beets" userId="5adb261a4dd6137b" providerId="LiveId" clId="{081DF2E0-BFFF-4188-83E2-E633C5DC6939}" dt="2025-04-14T05:33:05.470" v="4480" actId="47"/>
        <pc:sldMkLst>
          <pc:docMk/>
          <pc:sldMk cId="2853028284" sldId="427"/>
        </pc:sldMkLst>
      </pc:sldChg>
      <pc:sldChg chg="del">
        <pc:chgData name="Simone Beets" userId="5adb261a4dd6137b" providerId="LiveId" clId="{081DF2E0-BFFF-4188-83E2-E633C5DC6939}" dt="2025-04-14T05:33:07.106" v="4481" actId="47"/>
        <pc:sldMkLst>
          <pc:docMk/>
          <pc:sldMk cId="372974515" sldId="428"/>
        </pc:sldMkLst>
      </pc:sldChg>
      <pc:sldChg chg="del">
        <pc:chgData name="Simone Beets" userId="5adb261a4dd6137b" providerId="LiveId" clId="{081DF2E0-BFFF-4188-83E2-E633C5DC6939}" dt="2025-04-14T05:33:08.090" v="4482" actId="47"/>
        <pc:sldMkLst>
          <pc:docMk/>
          <pc:sldMk cId="9013570" sldId="429"/>
        </pc:sldMkLst>
      </pc:sldChg>
      <pc:sldChg chg="del">
        <pc:chgData name="Simone Beets" userId="5adb261a4dd6137b" providerId="LiveId" clId="{081DF2E0-BFFF-4188-83E2-E633C5DC6939}" dt="2025-04-14T05:33:08.775" v="4483" actId="47"/>
        <pc:sldMkLst>
          <pc:docMk/>
          <pc:sldMk cId="444318415" sldId="430"/>
        </pc:sldMkLst>
      </pc:sldChg>
      <pc:sldChg chg="del">
        <pc:chgData name="Simone Beets" userId="5adb261a4dd6137b" providerId="LiveId" clId="{081DF2E0-BFFF-4188-83E2-E633C5DC6939}" dt="2025-04-14T05:33:14.795" v="4485" actId="47"/>
        <pc:sldMkLst>
          <pc:docMk/>
          <pc:sldMk cId="3476499561" sldId="432"/>
        </pc:sldMkLst>
      </pc:sldChg>
      <pc:sldChg chg="del">
        <pc:chgData name="Simone Beets" userId="5adb261a4dd6137b" providerId="LiveId" clId="{081DF2E0-BFFF-4188-83E2-E633C5DC6939}" dt="2025-04-14T05:33:16.110" v="4486" actId="47"/>
        <pc:sldMkLst>
          <pc:docMk/>
          <pc:sldMk cId="1971915231" sldId="433"/>
        </pc:sldMkLst>
      </pc:sldChg>
      <pc:sldChg chg="del">
        <pc:chgData name="Simone Beets" userId="5adb261a4dd6137b" providerId="LiveId" clId="{081DF2E0-BFFF-4188-83E2-E633C5DC6939}" dt="2025-04-14T05:33:17.331" v="4487" actId="47"/>
        <pc:sldMkLst>
          <pc:docMk/>
          <pc:sldMk cId="1868818267" sldId="434"/>
        </pc:sldMkLst>
      </pc:sldChg>
      <pc:sldChg chg="del">
        <pc:chgData name="Simone Beets" userId="5adb261a4dd6137b" providerId="LiveId" clId="{081DF2E0-BFFF-4188-83E2-E633C5DC6939}" dt="2025-04-14T05:33:18.347" v="4488" actId="47"/>
        <pc:sldMkLst>
          <pc:docMk/>
          <pc:sldMk cId="4170340479" sldId="435"/>
        </pc:sldMkLst>
      </pc:sldChg>
      <pc:sldChg chg="del">
        <pc:chgData name="Simone Beets" userId="5adb261a4dd6137b" providerId="LiveId" clId="{081DF2E0-BFFF-4188-83E2-E633C5DC6939}" dt="2025-04-14T05:33:29.579" v="4494" actId="47"/>
        <pc:sldMkLst>
          <pc:docMk/>
          <pc:sldMk cId="3084068710" sldId="436"/>
        </pc:sldMkLst>
      </pc:sldChg>
      <pc:sldChg chg="del">
        <pc:chgData name="Simone Beets" userId="5adb261a4dd6137b" providerId="LiveId" clId="{081DF2E0-BFFF-4188-83E2-E633C5DC6939}" dt="2025-04-14T05:33:19.757" v="4489" actId="47"/>
        <pc:sldMkLst>
          <pc:docMk/>
          <pc:sldMk cId="979744591" sldId="437"/>
        </pc:sldMkLst>
      </pc:sldChg>
      <pc:sldChg chg="del">
        <pc:chgData name="Simone Beets" userId="5adb261a4dd6137b" providerId="LiveId" clId="{081DF2E0-BFFF-4188-83E2-E633C5DC6939}" dt="2025-04-14T05:33:21.562" v="4490" actId="47"/>
        <pc:sldMkLst>
          <pc:docMk/>
          <pc:sldMk cId="849858529" sldId="439"/>
        </pc:sldMkLst>
      </pc:sldChg>
      <pc:sldChg chg="del">
        <pc:chgData name="Simone Beets" userId="5adb261a4dd6137b" providerId="LiveId" clId="{081DF2E0-BFFF-4188-83E2-E633C5DC6939}" dt="2025-04-14T05:33:24.345" v="4492" actId="47"/>
        <pc:sldMkLst>
          <pc:docMk/>
          <pc:sldMk cId="916888293" sldId="440"/>
        </pc:sldMkLst>
      </pc:sldChg>
      <pc:sldChg chg="del">
        <pc:chgData name="Simone Beets" userId="5adb261a4dd6137b" providerId="LiveId" clId="{081DF2E0-BFFF-4188-83E2-E633C5DC6939}" dt="2025-04-14T05:33:28.811" v="4493" actId="47"/>
        <pc:sldMkLst>
          <pc:docMk/>
          <pc:sldMk cId="941566685" sldId="441"/>
        </pc:sldMkLst>
      </pc:sldChg>
      <pc:sldChg chg="delSp modSp add mod ord modNotesTx">
        <pc:chgData name="Simone Beets" userId="5adb261a4dd6137b" providerId="LiveId" clId="{081DF2E0-BFFF-4188-83E2-E633C5DC6939}" dt="2025-04-14T10:25:06.204" v="6662" actId="6549"/>
        <pc:sldMkLst>
          <pc:docMk/>
          <pc:sldMk cId="244380026" sldId="442"/>
        </pc:sldMkLst>
        <pc:spChg chg="mod">
          <ac:chgData name="Simone Beets" userId="5adb261a4dd6137b" providerId="LiveId" clId="{081DF2E0-BFFF-4188-83E2-E633C5DC6939}" dt="2025-04-13T18:23:57.301" v="39" actId="1076"/>
          <ac:spMkLst>
            <pc:docMk/>
            <pc:sldMk cId="244380026" sldId="442"/>
            <ac:spMk id="3" creationId="{19B1ACD8-DDF9-5B3F-1BA1-98739E948141}"/>
          </ac:spMkLst>
        </pc:spChg>
      </pc:sldChg>
      <pc:sldChg chg="addSp delSp modSp add mod delAnim modAnim modNotesTx">
        <pc:chgData name="Simone Beets" userId="5adb261a4dd6137b" providerId="LiveId" clId="{081DF2E0-BFFF-4188-83E2-E633C5DC6939}" dt="2025-04-14T07:03:47.412" v="6439" actId="20577"/>
        <pc:sldMkLst>
          <pc:docMk/>
          <pc:sldMk cId="2028940021" sldId="443"/>
        </pc:sldMkLst>
      </pc:sldChg>
      <pc:sldChg chg="add del">
        <pc:chgData name="Simone Beets" userId="5adb261a4dd6137b" providerId="LiveId" clId="{081DF2E0-BFFF-4188-83E2-E633C5DC6939}" dt="2025-04-14T05:33:03.744" v="4478" actId="47"/>
        <pc:sldMkLst>
          <pc:docMk/>
          <pc:sldMk cId="118793838" sldId="444"/>
        </pc:sldMkLst>
      </pc:sldChg>
      <pc:sldChg chg="add del">
        <pc:chgData name="Simone Beets" userId="5adb261a4dd6137b" providerId="LiveId" clId="{081DF2E0-BFFF-4188-83E2-E633C5DC6939}" dt="2025-04-14T04:26:41.046" v="395" actId="47"/>
        <pc:sldMkLst>
          <pc:docMk/>
          <pc:sldMk cId="4112816814" sldId="444"/>
        </pc:sldMkLst>
      </pc:sldChg>
      <pc:sldChg chg="add ord modAnim modNotesTx">
        <pc:chgData name="Simone Beets" userId="5adb261a4dd6137b" providerId="LiveId" clId="{081DF2E0-BFFF-4188-83E2-E633C5DC6939}" dt="2025-04-14T04:39:09.192" v="907"/>
        <pc:sldMkLst>
          <pc:docMk/>
          <pc:sldMk cId="3254395611" sldId="445"/>
        </pc:sldMkLst>
      </pc:sldChg>
      <pc:sldChg chg="addSp modSp add mod modAnim modNotesTx">
        <pc:chgData name="Simone Beets" userId="5adb261a4dd6137b" providerId="LiveId" clId="{081DF2E0-BFFF-4188-83E2-E633C5DC6939}" dt="2025-04-14T05:55:19.423" v="5637"/>
        <pc:sldMkLst>
          <pc:docMk/>
          <pc:sldMk cId="276270174" sldId="446"/>
        </pc:sldMkLst>
      </pc:sldChg>
      <pc:sldChg chg="add del">
        <pc:chgData name="Simone Beets" userId="5adb261a4dd6137b" providerId="LiveId" clId="{081DF2E0-BFFF-4188-83E2-E633C5DC6939}" dt="2025-04-14T05:02:32.717" v="2305" actId="47"/>
        <pc:sldMkLst>
          <pc:docMk/>
          <pc:sldMk cId="816165736" sldId="447"/>
        </pc:sldMkLst>
      </pc:sldChg>
      <pc:sldChg chg="add del">
        <pc:chgData name="Simone Beets" userId="5adb261a4dd6137b" providerId="LiveId" clId="{081DF2E0-BFFF-4188-83E2-E633C5DC6939}" dt="2025-04-14T05:33:01.189" v="4476" actId="47"/>
        <pc:sldMkLst>
          <pc:docMk/>
          <pc:sldMk cId="4234348023" sldId="447"/>
        </pc:sldMkLst>
      </pc:sldChg>
      <pc:sldChg chg="delSp modSp add mod ord delAnim modAnim modNotesTx">
        <pc:chgData name="Simone Beets" userId="5adb261a4dd6137b" providerId="LiveId" clId="{081DF2E0-BFFF-4188-83E2-E633C5DC6939}" dt="2025-04-14T05:17:56.861" v="4082" actId="20577"/>
        <pc:sldMkLst>
          <pc:docMk/>
          <pc:sldMk cId="2903611770" sldId="448"/>
        </pc:sldMkLst>
      </pc:sldChg>
      <pc:sldChg chg="modSp add del mod modAnim">
        <pc:chgData name="Simone Beets" userId="5adb261a4dd6137b" providerId="LiveId" clId="{081DF2E0-BFFF-4188-83E2-E633C5DC6939}" dt="2025-04-14T05:19:27.652" v="4136" actId="47"/>
        <pc:sldMkLst>
          <pc:docMk/>
          <pc:sldMk cId="3076009830" sldId="449"/>
        </pc:sldMkLst>
      </pc:sldChg>
      <pc:sldChg chg="modSp add modAnim modNotesTx">
        <pc:chgData name="Simone Beets" userId="5adb261a4dd6137b" providerId="LiveId" clId="{081DF2E0-BFFF-4188-83E2-E633C5DC6939}" dt="2025-04-14T06:02:24.432" v="6058" actId="20577"/>
        <pc:sldMkLst>
          <pc:docMk/>
          <pc:sldMk cId="3925703631" sldId="450"/>
        </pc:sldMkLst>
      </pc:sldChg>
      <pc:sldChg chg="addSp modSp add mod modAnim">
        <pc:chgData name="Simone Beets" userId="5adb261a4dd6137b" providerId="LiveId" clId="{081DF2E0-BFFF-4188-83E2-E633C5DC6939}" dt="2025-04-14T06:03:17.840" v="6060" actId="20577"/>
        <pc:sldMkLst>
          <pc:docMk/>
          <pc:sldMk cId="2194690210" sldId="451"/>
        </pc:sldMkLst>
      </pc:sldChg>
      <pc:sldChg chg="addSp delSp modSp add mod modAnim modNotesTx">
        <pc:chgData name="Simone Beets" userId="5adb261a4dd6137b" providerId="LiveId" clId="{081DF2E0-BFFF-4188-83E2-E633C5DC6939}" dt="2025-04-14T07:20:55.633" v="6660" actId="20577"/>
        <pc:sldMkLst>
          <pc:docMk/>
          <pc:sldMk cId="1982727569" sldId="452"/>
        </pc:sldMkLst>
      </pc:sldChg>
      <pc:sldChg chg="delSp modSp add mod modAnim">
        <pc:chgData name="Simone Beets" userId="5adb261a4dd6137b" providerId="LiveId" clId="{081DF2E0-BFFF-4188-83E2-E633C5DC6939}" dt="2025-04-14T06:22:00.056" v="6233" actId="114"/>
        <pc:sldMkLst>
          <pc:docMk/>
          <pc:sldMk cId="3443735419" sldId="453"/>
        </pc:sldMkLst>
      </pc:sldChg>
      <pc:sldChg chg="modSp add modAnim">
        <pc:chgData name="Simone Beets" userId="5adb261a4dd6137b" providerId="LiveId" clId="{081DF2E0-BFFF-4188-83E2-E633C5DC6939}" dt="2025-04-14T05:25:25.315" v="4276" actId="20577"/>
        <pc:sldMkLst>
          <pc:docMk/>
          <pc:sldMk cId="4291348502" sldId="454"/>
        </pc:sldMkLst>
      </pc:sldChg>
      <pc:sldChg chg="modSp add mod modAnim">
        <pc:chgData name="Simone Beets" userId="5adb261a4dd6137b" providerId="LiveId" clId="{081DF2E0-BFFF-4188-83E2-E633C5DC6939}" dt="2025-04-14T06:10:23.992" v="6193" actId="20577"/>
        <pc:sldMkLst>
          <pc:docMk/>
          <pc:sldMk cId="1251566926" sldId="455"/>
        </pc:sldMkLst>
      </pc:sldChg>
      <pc:sldChg chg="addSp modSp add mod modAnim">
        <pc:chgData name="Simone Beets" userId="5adb261a4dd6137b" providerId="LiveId" clId="{081DF2E0-BFFF-4188-83E2-E633C5DC6939}" dt="2025-04-14T06:10:53.751" v="6194" actId="20577"/>
        <pc:sldMkLst>
          <pc:docMk/>
          <pc:sldMk cId="537521088" sldId="456"/>
        </pc:sldMkLst>
      </pc:sldChg>
      <pc:sldChg chg="addSp delSp modSp add mod modAnim">
        <pc:chgData name="Simone Beets" userId="5adb261a4dd6137b" providerId="LiveId" clId="{081DF2E0-BFFF-4188-83E2-E633C5DC6939}" dt="2025-04-14T06:12:42.191" v="6207" actId="20577"/>
        <pc:sldMkLst>
          <pc:docMk/>
          <pc:sldMk cId="2678204417" sldId="457"/>
        </pc:sldMkLst>
      </pc:sldChg>
      <pc:sldChg chg="delSp modSp add mod modAnim">
        <pc:chgData name="Simone Beets" userId="5adb261a4dd6137b" providerId="LiveId" clId="{081DF2E0-BFFF-4188-83E2-E633C5DC6939}" dt="2025-04-14T06:50:30.563" v="6242" actId="478"/>
        <pc:sldMkLst>
          <pc:docMk/>
          <pc:sldMk cId="2238009784" sldId="458"/>
        </pc:sldMkLst>
      </pc:sldChg>
      <pc:sldChg chg="delSp modSp add mod ord modAnim">
        <pc:chgData name="Simone Beets" userId="5adb261a4dd6137b" providerId="LiveId" clId="{081DF2E0-BFFF-4188-83E2-E633C5DC6939}" dt="2025-04-14T06:14:31.687" v="6213" actId="20577"/>
        <pc:sldMkLst>
          <pc:docMk/>
          <pc:sldMk cId="1749086728" sldId="459"/>
        </pc:sldMkLst>
      </pc:sldChg>
      <pc:sldChg chg="delSp modSp add mod ord modAnim">
        <pc:chgData name="Simone Beets" userId="5adb261a4dd6137b" providerId="LiveId" clId="{081DF2E0-BFFF-4188-83E2-E633C5DC6939}" dt="2025-04-14T06:18:35.238" v="6227" actId="114"/>
        <pc:sldMkLst>
          <pc:docMk/>
          <pc:sldMk cId="53913516" sldId="460"/>
        </pc:sldMkLst>
      </pc:sldChg>
      <pc:sldChg chg="addSp delSp modSp add modAnim">
        <pc:chgData name="Simone Beets" userId="5adb261a4dd6137b" providerId="LiveId" clId="{081DF2E0-BFFF-4188-83E2-E633C5DC6939}" dt="2025-04-14T06:15:48.078" v="6216"/>
        <pc:sldMkLst>
          <pc:docMk/>
          <pc:sldMk cId="2995512110" sldId="461"/>
        </pc:sldMkLst>
      </pc:sldChg>
      <pc:sldChg chg="addSp delSp modSp add mod ord delAnim modAnim modNotesTx">
        <pc:chgData name="Simone Beets" userId="5adb261a4dd6137b" providerId="LiveId" clId="{081DF2E0-BFFF-4188-83E2-E633C5DC6939}" dt="2025-04-14T07:13:30.555" v="6525" actId="20577"/>
        <pc:sldMkLst>
          <pc:docMk/>
          <pc:sldMk cId="835226338" sldId="462"/>
        </pc:sldMkLst>
      </pc:sldChg>
      <pc:sldChg chg="addSp delSp modSp add mod modAnim">
        <pc:chgData name="Simone Beets" userId="5adb261a4dd6137b" providerId="LiveId" clId="{081DF2E0-BFFF-4188-83E2-E633C5DC6939}" dt="2025-04-14T05:35:59.715" v="4576" actId="20577"/>
        <pc:sldMkLst>
          <pc:docMk/>
          <pc:sldMk cId="1929359625" sldId="463"/>
        </pc:sldMkLst>
      </pc:sldChg>
      <pc:sldChg chg="addSp delSp modSp add mod modNotesTx">
        <pc:chgData name="Simone Beets" userId="5adb261a4dd6137b" providerId="LiveId" clId="{081DF2E0-BFFF-4188-83E2-E633C5DC6939}" dt="2025-04-14T10:29:41.928" v="6756" actId="15"/>
        <pc:sldMkLst>
          <pc:docMk/>
          <pc:sldMk cId="1804291163" sldId="464"/>
        </pc:sldMkLst>
      </pc:sldChg>
      <pc:sldChg chg="delSp modSp add mod modAnim">
        <pc:chgData name="Simone Beets" userId="5adb261a4dd6137b" providerId="LiveId" clId="{081DF2E0-BFFF-4188-83E2-E633C5DC6939}" dt="2025-04-14T06:50:27.767" v="6241" actId="478"/>
        <pc:sldMkLst>
          <pc:docMk/>
          <pc:sldMk cId="3226213347" sldId="465"/>
        </pc:sldMkLst>
      </pc:sldChg>
      <pc:sldChg chg="addSp delSp modSp add mod delAnim modNotesTx">
        <pc:chgData name="Simone Beets" userId="5adb261a4dd6137b" providerId="LiveId" clId="{081DF2E0-BFFF-4188-83E2-E633C5DC6939}" dt="2025-04-14T10:28:39.864" v="6748" actId="20577"/>
        <pc:sldMkLst>
          <pc:docMk/>
          <pc:sldMk cId="252068716" sldId="466"/>
        </pc:sldMkLst>
      </pc:sldChg>
      <pc:sldChg chg="addSp delSp modSp add mod modNotesTx">
        <pc:chgData name="Simone Beets" userId="5adb261a4dd6137b" providerId="LiveId" clId="{081DF2E0-BFFF-4188-83E2-E633C5DC6939}" dt="2025-04-14T10:28:44.854" v="6749"/>
        <pc:sldMkLst>
          <pc:docMk/>
          <pc:sldMk cId="3925491160" sldId="467"/>
        </pc:sldMkLst>
      </pc:sldChg>
      <pc:sldChg chg="addSp delSp modSp add mod modNotesTx">
        <pc:chgData name="Simone Beets" userId="5adb261a4dd6137b" providerId="LiveId" clId="{081DF2E0-BFFF-4188-83E2-E633C5DC6939}" dt="2025-04-14T10:28:47.598" v="6750"/>
        <pc:sldMkLst>
          <pc:docMk/>
          <pc:sldMk cId="1919941849" sldId="468"/>
        </pc:sldMkLst>
      </pc:sldChg>
      <pc:sldChg chg="addSp delSp modSp add mod modNotesTx">
        <pc:chgData name="Simone Beets" userId="5adb261a4dd6137b" providerId="LiveId" clId="{081DF2E0-BFFF-4188-83E2-E633C5DC6939}" dt="2025-04-14T10:28:50.700" v="6751"/>
        <pc:sldMkLst>
          <pc:docMk/>
          <pc:sldMk cId="1143944041" sldId="469"/>
        </pc:sldMkLst>
      </pc:sldChg>
    </pc:docChg>
  </pc:docChgLst>
  <pc:docChgLst>
    <pc:chgData name="Beets, Simone (Dr) (Summerstrand Campus South)" userId="a9ed24f3-f7e1-440a-a32f-a1285e0bd405" providerId="ADAL" clId="{0D983215-CD8B-464C-93B1-F82FF2AF8FB9}"/>
    <pc:docChg chg="custSel addSld delSld modSld sldOrd">
      <pc:chgData name="Beets, Simone (Dr) (Summerstrand Campus South)" userId="a9ed24f3-f7e1-440a-a32f-a1285e0bd405" providerId="ADAL" clId="{0D983215-CD8B-464C-93B1-F82FF2AF8FB9}" dt="2026-05-06T12:26:49.488" v="439" actId="20577"/>
      <pc:docMkLst>
        <pc:docMk/>
      </pc:docMkLst>
      <pc:sldChg chg="del">
        <pc:chgData name="Beets, Simone (Dr) (Summerstrand Campus South)" userId="a9ed24f3-f7e1-440a-a32f-a1285e0bd405" providerId="ADAL" clId="{0D983215-CD8B-464C-93B1-F82FF2AF8FB9}" dt="2026-05-03T21:03:32.100" v="151" actId="47"/>
        <pc:sldMkLst>
          <pc:docMk/>
          <pc:sldMk cId="2049952096" sldId="340"/>
        </pc:sldMkLst>
      </pc:sldChg>
      <pc:sldChg chg="addSp delSp modSp add mod">
        <pc:chgData name="Beets, Simone (Dr) (Summerstrand Campus South)" userId="a9ed24f3-f7e1-440a-a32f-a1285e0bd405" providerId="ADAL" clId="{0D983215-CD8B-464C-93B1-F82FF2AF8FB9}" dt="2026-05-03T21:11:14.698" v="191" actId="1036"/>
        <pc:sldMkLst>
          <pc:docMk/>
          <pc:sldMk cId="333441223" sldId="341"/>
        </pc:sldMkLst>
        <pc:spChg chg="mod">
          <ac:chgData name="Beets, Simone (Dr) (Summerstrand Campus South)" userId="a9ed24f3-f7e1-440a-a32f-a1285e0bd405" providerId="ADAL" clId="{0D983215-CD8B-464C-93B1-F82FF2AF8FB9}" dt="2026-05-03T21:02:35.015" v="128" actId="20577"/>
          <ac:spMkLst>
            <pc:docMk/>
            <pc:sldMk cId="333441223" sldId="341"/>
            <ac:spMk id="8" creationId="{5C1A5F8D-5E28-431E-9C4E-F84AAEA7BB92}"/>
          </ac:spMkLst>
        </pc:spChg>
        <pc:picChg chg="add mod">
          <ac:chgData name="Beets, Simone (Dr) (Summerstrand Campus South)" userId="a9ed24f3-f7e1-440a-a32f-a1285e0bd405" providerId="ADAL" clId="{0D983215-CD8B-464C-93B1-F82FF2AF8FB9}" dt="2026-05-03T21:11:14.698" v="191" actId="1036"/>
          <ac:picMkLst>
            <pc:docMk/>
            <pc:sldMk cId="333441223" sldId="341"/>
            <ac:picMk id="3" creationId="{1520FC1D-75C1-4880-86AD-072A03327087}"/>
          </ac:picMkLst>
        </pc:picChg>
        <pc:picChg chg="del">
          <ac:chgData name="Beets, Simone (Dr) (Summerstrand Campus South)" userId="a9ed24f3-f7e1-440a-a32f-a1285e0bd405" providerId="ADAL" clId="{0D983215-CD8B-464C-93B1-F82FF2AF8FB9}" dt="2026-05-03T21:11:12.541" v="187" actId="478"/>
          <ac:picMkLst>
            <pc:docMk/>
            <pc:sldMk cId="333441223" sldId="341"/>
            <ac:picMk id="4" creationId="{EC54B7BD-3863-436A-8D2B-66E5BF942031}"/>
          </ac:picMkLst>
        </pc:picChg>
      </pc:sldChg>
      <pc:sldChg chg="modSp add mod ord modNotesTx">
        <pc:chgData name="Beets, Simone (Dr) (Summerstrand Campus South)" userId="a9ed24f3-f7e1-440a-a32f-a1285e0bd405" providerId="ADAL" clId="{0D983215-CD8B-464C-93B1-F82FF2AF8FB9}" dt="2026-05-06T12:26:49.488" v="439" actId="20577"/>
        <pc:sldMkLst>
          <pc:docMk/>
          <pc:sldMk cId="4218234025" sldId="419"/>
        </pc:sldMkLst>
        <pc:spChg chg="mod">
          <ac:chgData name="Beets, Simone (Dr) (Summerstrand Campus South)" userId="a9ed24f3-f7e1-440a-a32f-a1285e0bd405" providerId="ADAL" clId="{0D983215-CD8B-464C-93B1-F82FF2AF8FB9}" dt="2026-05-03T21:44:33.530" v="325" actId="14100"/>
          <ac:spMkLst>
            <pc:docMk/>
            <pc:sldMk cId="4218234025" sldId="419"/>
            <ac:spMk id="20483" creationId="{9A7B29A4-7300-698E-D7F3-DAF0F358051B}"/>
          </ac:spMkLst>
        </pc:spChg>
      </pc:sldChg>
      <pc:sldChg chg="addSp delSp modSp add mod ord">
        <pc:chgData name="Beets, Simone (Dr) (Summerstrand Campus South)" userId="a9ed24f3-f7e1-440a-a32f-a1285e0bd405" providerId="ADAL" clId="{0D983215-CD8B-464C-93B1-F82FF2AF8FB9}" dt="2026-05-03T21:17:29.872" v="238" actId="20577"/>
        <pc:sldMkLst>
          <pc:docMk/>
          <pc:sldMk cId="2761568037" sldId="422"/>
        </pc:sldMkLst>
        <pc:spChg chg="add del mod">
          <ac:chgData name="Beets, Simone (Dr) (Summerstrand Campus South)" userId="a9ed24f3-f7e1-440a-a32f-a1285e0bd405" providerId="ADAL" clId="{0D983215-CD8B-464C-93B1-F82FF2AF8FB9}" dt="2026-05-03T21:17:22.332" v="228"/>
          <ac:spMkLst>
            <pc:docMk/>
            <pc:sldMk cId="2761568037" sldId="422"/>
            <ac:spMk id="7" creationId="{61A5FBD3-B063-4462-8080-A465217A0E28}"/>
          </ac:spMkLst>
        </pc:spChg>
        <pc:spChg chg="add mod">
          <ac:chgData name="Beets, Simone (Dr) (Summerstrand Campus South)" userId="a9ed24f3-f7e1-440a-a32f-a1285e0bd405" providerId="ADAL" clId="{0D983215-CD8B-464C-93B1-F82FF2AF8FB9}" dt="2026-05-03T21:17:29.872" v="238" actId="20577"/>
          <ac:spMkLst>
            <pc:docMk/>
            <pc:sldMk cId="2761568037" sldId="422"/>
            <ac:spMk id="8" creationId="{1592A272-E29E-4186-9A7E-A2EF1DA05546}"/>
          </ac:spMkLst>
        </pc:spChg>
        <pc:spChg chg="del mod">
          <ac:chgData name="Beets, Simone (Dr) (Summerstrand Campus South)" userId="a9ed24f3-f7e1-440a-a32f-a1285e0bd405" providerId="ADAL" clId="{0D983215-CD8B-464C-93B1-F82FF2AF8FB9}" dt="2026-05-03T21:17:24.147" v="229" actId="478"/>
          <ac:spMkLst>
            <pc:docMk/>
            <pc:sldMk cId="2761568037" sldId="422"/>
            <ac:spMk id="10" creationId="{89F067E5-8F4D-47E1-84B1-BCA5AC4CCF74}"/>
          </ac:spMkLst>
        </pc:spChg>
        <pc:graphicFrameChg chg="mod">
          <ac:chgData name="Beets, Simone (Dr) (Summerstrand Campus South)" userId="a9ed24f3-f7e1-440a-a32f-a1285e0bd405" providerId="ADAL" clId="{0D983215-CD8B-464C-93B1-F82FF2AF8FB9}" dt="2026-05-03T21:03:13.440" v="142" actId="20577"/>
          <ac:graphicFrameMkLst>
            <pc:docMk/>
            <pc:sldMk cId="2761568037" sldId="422"/>
            <ac:graphicFrameMk id="3" creationId="{E879C09E-7A09-4578-9916-3452CF8B517A}"/>
          </ac:graphicFrameMkLst>
        </pc:graphicFrameChg>
        <pc:picChg chg="add mod">
          <ac:chgData name="Beets, Simone (Dr) (Summerstrand Campus South)" userId="a9ed24f3-f7e1-440a-a32f-a1285e0bd405" providerId="ADAL" clId="{0D983215-CD8B-464C-93B1-F82FF2AF8FB9}" dt="2026-05-03T21:16:57.280" v="226" actId="1036"/>
          <ac:picMkLst>
            <pc:docMk/>
            <pc:sldMk cId="2761568037" sldId="422"/>
            <ac:picMk id="4" creationId="{7648E7E3-6BD8-4591-A28B-2A8860F3CF5A}"/>
          </ac:picMkLst>
        </pc:picChg>
        <pc:picChg chg="del">
          <ac:chgData name="Beets, Simone (Dr) (Summerstrand Campus South)" userId="a9ed24f3-f7e1-440a-a32f-a1285e0bd405" providerId="ADAL" clId="{0D983215-CD8B-464C-93B1-F82FF2AF8FB9}" dt="2026-05-03T21:16:47.060" v="208" actId="478"/>
          <ac:picMkLst>
            <pc:docMk/>
            <pc:sldMk cId="2761568037" sldId="422"/>
            <ac:picMk id="5" creationId="{763FBA1F-0547-46AE-A849-70A1BD095CD6}"/>
          </ac:picMkLst>
        </pc:picChg>
      </pc:sldChg>
      <pc:sldChg chg="del">
        <pc:chgData name="Beets, Simone (Dr) (Summerstrand Campus South)" userId="a9ed24f3-f7e1-440a-a32f-a1285e0bd405" providerId="ADAL" clId="{0D983215-CD8B-464C-93B1-F82FF2AF8FB9}" dt="2026-05-03T21:02:09.275" v="122" actId="47"/>
        <pc:sldMkLst>
          <pc:docMk/>
          <pc:sldMk cId="244380026" sldId="442"/>
        </pc:sldMkLst>
      </pc:sldChg>
      <pc:sldChg chg="modAnim">
        <pc:chgData name="Beets, Simone (Dr) (Summerstrand Campus South)" userId="a9ed24f3-f7e1-440a-a32f-a1285e0bd405" providerId="ADAL" clId="{0D983215-CD8B-464C-93B1-F82FF2AF8FB9}" dt="2026-05-03T21:45:53.971" v="329"/>
        <pc:sldMkLst>
          <pc:docMk/>
          <pc:sldMk cId="3254395611" sldId="445"/>
        </pc:sldMkLst>
      </pc:sldChg>
      <pc:sldChg chg="modSp modAnim">
        <pc:chgData name="Beets, Simone (Dr) (Summerstrand Campus South)" userId="a9ed24f3-f7e1-440a-a32f-a1285e0bd405" providerId="ADAL" clId="{0D983215-CD8B-464C-93B1-F82FF2AF8FB9}" dt="2026-05-03T21:21:08.653" v="294" actId="20577"/>
        <pc:sldMkLst>
          <pc:docMk/>
          <pc:sldMk cId="604304610" sldId="491"/>
        </pc:sldMkLst>
        <pc:spChg chg="mod">
          <ac:chgData name="Beets, Simone (Dr) (Summerstrand Campus South)" userId="a9ed24f3-f7e1-440a-a32f-a1285e0bd405" providerId="ADAL" clId="{0D983215-CD8B-464C-93B1-F82FF2AF8FB9}" dt="2026-05-03T21:21:08.653" v="294" actId="20577"/>
          <ac:spMkLst>
            <pc:docMk/>
            <pc:sldMk cId="604304610" sldId="491"/>
            <ac:spMk id="20483" creationId="{77BA1AF0-9F48-B449-5F98-49FEEDF27A4D}"/>
          </ac:spMkLst>
        </pc:spChg>
      </pc:sldChg>
      <pc:sldChg chg="modSp mod">
        <pc:chgData name="Beets, Simone (Dr) (Summerstrand Campus South)" userId="a9ed24f3-f7e1-440a-a32f-a1285e0bd405" providerId="ADAL" clId="{0D983215-CD8B-464C-93B1-F82FF2AF8FB9}" dt="2026-05-03T21:21:25.227" v="296" actId="1037"/>
        <pc:sldMkLst>
          <pc:docMk/>
          <pc:sldMk cId="4076522587" sldId="493"/>
        </pc:sldMkLst>
        <pc:picChg chg="mod">
          <ac:chgData name="Beets, Simone (Dr) (Summerstrand Campus South)" userId="a9ed24f3-f7e1-440a-a32f-a1285e0bd405" providerId="ADAL" clId="{0D983215-CD8B-464C-93B1-F82FF2AF8FB9}" dt="2026-05-03T21:21:25.227" v="296" actId="1037"/>
          <ac:picMkLst>
            <pc:docMk/>
            <pc:sldMk cId="4076522587" sldId="493"/>
            <ac:picMk id="5" creationId="{1073B28C-D58B-10FF-7897-4D0550E9E0BD}"/>
          </ac:picMkLst>
        </pc:picChg>
      </pc:sldChg>
      <pc:sldChg chg="modSp">
        <pc:chgData name="Beets, Simone (Dr) (Summerstrand Campus South)" userId="a9ed24f3-f7e1-440a-a32f-a1285e0bd405" providerId="ADAL" clId="{0D983215-CD8B-464C-93B1-F82FF2AF8FB9}" dt="2026-05-03T21:21:41.405" v="302" actId="20577"/>
        <pc:sldMkLst>
          <pc:docMk/>
          <pc:sldMk cId="4235326373" sldId="494"/>
        </pc:sldMkLst>
        <pc:spChg chg="mod">
          <ac:chgData name="Beets, Simone (Dr) (Summerstrand Campus South)" userId="a9ed24f3-f7e1-440a-a32f-a1285e0bd405" providerId="ADAL" clId="{0D983215-CD8B-464C-93B1-F82FF2AF8FB9}" dt="2026-05-03T21:21:41.405" v="302" actId="20577"/>
          <ac:spMkLst>
            <pc:docMk/>
            <pc:sldMk cId="4235326373" sldId="494"/>
            <ac:spMk id="20483" creationId="{F179C5DA-A8B7-CF73-3629-ADF33AFD5D95}"/>
          </ac:spMkLst>
        </pc:spChg>
      </pc:sldChg>
      <pc:sldChg chg="modSp">
        <pc:chgData name="Beets, Simone (Dr) (Summerstrand Campus South)" userId="a9ed24f3-f7e1-440a-a32f-a1285e0bd405" providerId="ADAL" clId="{0D983215-CD8B-464C-93B1-F82FF2AF8FB9}" dt="2026-05-03T21:22:03.574" v="304" actId="20577"/>
        <pc:sldMkLst>
          <pc:docMk/>
          <pc:sldMk cId="2450083800" sldId="495"/>
        </pc:sldMkLst>
        <pc:spChg chg="mod">
          <ac:chgData name="Beets, Simone (Dr) (Summerstrand Campus South)" userId="a9ed24f3-f7e1-440a-a32f-a1285e0bd405" providerId="ADAL" clId="{0D983215-CD8B-464C-93B1-F82FF2AF8FB9}" dt="2026-05-03T21:22:03.574" v="304" actId="20577"/>
          <ac:spMkLst>
            <pc:docMk/>
            <pc:sldMk cId="2450083800" sldId="495"/>
            <ac:spMk id="20483" creationId="{95057ED2-B581-B7B7-A053-CD14E5D3E5D8}"/>
          </ac:spMkLst>
        </pc:spChg>
      </pc:sldChg>
      <pc:sldChg chg="modSp mod">
        <pc:chgData name="Beets, Simone (Dr) (Summerstrand Campus South)" userId="a9ed24f3-f7e1-440a-a32f-a1285e0bd405" providerId="ADAL" clId="{0D983215-CD8B-464C-93B1-F82FF2AF8FB9}" dt="2026-05-03T21:05:43.745" v="183" actId="20577"/>
        <pc:sldMkLst>
          <pc:docMk/>
          <pc:sldMk cId="3931386628" sldId="497"/>
        </pc:sldMkLst>
        <pc:spChg chg="mod">
          <ac:chgData name="Beets, Simone (Dr) (Summerstrand Campus South)" userId="a9ed24f3-f7e1-440a-a32f-a1285e0bd405" providerId="ADAL" clId="{0D983215-CD8B-464C-93B1-F82FF2AF8FB9}" dt="2026-05-03T21:05:43.745" v="183" actId="20577"/>
          <ac:spMkLst>
            <pc:docMk/>
            <pc:sldMk cId="3931386628" sldId="497"/>
            <ac:spMk id="20482" creationId="{E747E45E-45FA-7D38-01A9-95BC9C6C710F}"/>
          </ac:spMkLst>
        </pc:spChg>
      </pc:sldChg>
      <pc:sldChg chg="modAnim">
        <pc:chgData name="Beets, Simone (Dr) (Summerstrand Campus South)" userId="a9ed24f3-f7e1-440a-a32f-a1285e0bd405" providerId="ADAL" clId="{0D983215-CD8B-464C-93B1-F82FF2AF8FB9}" dt="2026-05-03T21:50:13.432" v="334"/>
        <pc:sldMkLst>
          <pc:docMk/>
          <pc:sldMk cId="1551794753" sldId="499"/>
        </pc:sldMkLst>
      </pc:sldChg>
      <pc:sldChg chg="modAnim">
        <pc:chgData name="Beets, Simone (Dr) (Summerstrand Campus South)" userId="a9ed24f3-f7e1-440a-a32f-a1285e0bd405" providerId="ADAL" clId="{0D983215-CD8B-464C-93B1-F82FF2AF8FB9}" dt="2026-05-03T21:51:32.965" v="340"/>
        <pc:sldMkLst>
          <pc:docMk/>
          <pc:sldMk cId="1773631141" sldId="500"/>
        </pc:sldMkLst>
      </pc:sldChg>
      <pc:sldChg chg="modSp modAnim">
        <pc:chgData name="Beets, Simone (Dr) (Summerstrand Campus South)" userId="a9ed24f3-f7e1-440a-a32f-a1285e0bd405" providerId="ADAL" clId="{0D983215-CD8B-464C-93B1-F82FF2AF8FB9}" dt="2026-05-03T21:50:58.935" v="336"/>
        <pc:sldMkLst>
          <pc:docMk/>
          <pc:sldMk cId="3348058523" sldId="501"/>
        </pc:sldMkLst>
        <pc:spChg chg="mod">
          <ac:chgData name="Beets, Simone (Dr) (Summerstrand Campus South)" userId="a9ed24f3-f7e1-440a-a32f-a1285e0bd405" providerId="ADAL" clId="{0D983215-CD8B-464C-93B1-F82FF2AF8FB9}" dt="2026-05-03T21:24:13.109" v="313" actId="20577"/>
          <ac:spMkLst>
            <pc:docMk/>
            <pc:sldMk cId="3348058523" sldId="501"/>
            <ac:spMk id="20483" creationId="{1D71A625-2C10-F0C1-A0B9-EAF77C4DBC1A}"/>
          </ac:spMkLst>
        </pc:spChg>
      </pc:sldChg>
      <pc:sldChg chg="modSp modAnim">
        <pc:chgData name="Beets, Simone (Dr) (Summerstrand Campus South)" userId="a9ed24f3-f7e1-440a-a32f-a1285e0bd405" providerId="ADAL" clId="{0D983215-CD8B-464C-93B1-F82FF2AF8FB9}" dt="2026-05-03T21:53:23.521" v="354" actId="20577"/>
        <pc:sldMkLst>
          <pc:docMk/>
          <pc:sldMk cId="2828392473" sldId="503"/>
        </pc:sldMkLst>
        <pc:spChg chg="mod">
          <ac:chgData name="Beets, Simone (Dr) (Summerstrand Campus South)" userId="a9ed24f3-f7e1-440a-a32f-a1285e0bd405" providerId="ADAL" clId="{0D983215-CD8B-464C-93B1-F82FF2AF8FB9}" dt="2026-05-03T21:53:23.521" v="354" actId="20577"/>
          <ac:spMkLst>
            <pc:docMk/>
            <pc:sldMk cId="2828392473" sldId="503"/>
            <ac:spMk id="20483" creationId="{07597B69-456D-CCD4-FC2E-61CE4922AF62}"/>
          </ac:spMkLst>
        </pc:spChg>
      </pc:sldChg>
      <pc:sldChg chg="addSp delSp modSp add mod ord">
        <pc:chgData name="Beets, Simone (Dr) (Summerstrand Campus South)" userId="a9ed24f3-f7e1-440a-a32f-a1285e0bd405" providerId="ADAL" clId="{0D983215-CD8B-464C-93B1-F82FF2AF8FB9}" dt="2026-05-03T21:12:39.273" v="195" actId="478"/>
        <pc:sldMkLst>
          <pc:docMk/>
          <pc:sldMk cId="1709226666" sldId="504"/>
        </pc:sldMkLst>
        <pc:spChg chg="mod">
          <ac:chgData name="Beets, Simone (Dr) (Summerstrand Campus South)" userId="a9ed24f3-f7e1-440a-a32f-a1285e0bd405" providerId="ADAL" clId="{0D983215-CD8B-464C-93B1-F82FF2AF8FB9}" dt="2026-05-03T21:03:56.007" v="162" actId="20577"/>
          <ac:spMkLst>
            <pc:docMk/>
            <pc:sldMk cId="1709226666" sldId="504"/>
            <ac:spMk id="8" creationId="{5C1A5F8D-5E28-431E-9C4E-F84AAEA7BB92}"/>
          </ac:spMkLst>
        </pc:spChg>
        <pc:picChg chg="add mod">
          <ac:chgData name="Beets, Simone (Dr) (Summerstrand Campus South)" userId="a9ed24f3-f7e1-440a-a32f-a1285e0bd405" providerId="ADAL" clId="{0D983215-CD8B-464C-93B1-F82FF2AF8FB9}" dt="2026-05-03T21:12:37.399" v="194" actId="1076"/>
          <ac:picMkLst>
            <pc:docMk/>
            <pc:sldMk cId="1709226666" sldId="504"/>
            <ac:picMk id="3" creationId="{1DD066EE-5B45-49E0-B33C-4609D4CEEFE3}"/>
          </ac:picMkLst>
        </pc:picChg>
        <pc:picChg chg="del">
          <ac:chgData name="Beets, Simone (Dr) (Summerstrand Campus South)" userId="a9ed24f3-f7e1-440a-a32f-a1285e0bd405" providerId="ADAL" clId="{0D983215-CD8B-464C-93B1-F82FF2AF8FB9}" dt="2026-05-03T21:12:39.273" v="195" actId="478"/>
          <ac:picMkLst>
            <pc:docMk/>
            <pc:sldMk cId="1709226666" sldId="504"/>
            <ac:picMk id="4" creationId="{EC54B7BD-3863-436A-8D2B-66E5BF942031}"/>
          </ac:picMkLst>
        </pc:picChg>
      </pc:sldChg>
      <pc:sldChg chg="addSp delSp modSp add mod ord">
        <pc:chgData name="Beets, Simone (Dr) (Summerstrand Campus South)" userId="a9ed24f3-f7e1-440a-a32f-a1285e0bd405" providerId="ADAL" clId="{0D983215-CD8B-464C-93B1-F82FF2AF8FB9}" dt="2026-05-03T21:15:19.274" v="204" actId="1035"/>
        <pc:sldMkLst>
          <pc:docMk/>
          <pc:sldMk cId="1891871136" sldId="505"/>
        </pc:sldMkLst>
        <pc:spChg chg="mod">
          <ac:chgData name="Beets, Simone (Dr) (Summerstrand Campus South)" userId="a9ed24f3-f7e1-440a-a32f-a1285e0bd405" providerId="ADAL" clId="{0D983215-CD8B-464C-93B1-F82FF2AF8FB9}" dt="2026-05-03T21:04:18.857" v="181" actId="1076"/>
          <ac:spMkLst>
            <pc:docMk/>
            <pc:sldMk cId="1891871136" sldId="505"/>
            <ac:spMk id="8" creationId="{5C1A5F8D-5E28-431E-9C4E-F84AAEA7BB92}"/>
          </ac:spMkLst>
        </pc:spChg>
        <pc:picChg chg="add mod">
          <ac:chgData name="Beets, Simone (Dr) (Summerstrand Campus South)" userId="a9ed24f3-f7e1-440a-a32f-a1285e0bd405" providerId="ADAL" clId="{0D983215-CD8B-464C-93B1-F82FF2AF8FB9}" dt="2026-05-03T21:15:19.274" v="204" actId="1035"/>
          <ac:picMkLst>
            <pc:docMk/>
            <pc:sldMk cId="1891871136" sldId="505"/>
            <ac:picMk id="3" creationId="{AF9AB034-D4DC-4136-899A-7A140FC5FDC0}"/>
          </ac:picMkLst>
        </pc:picChg>
        <pc:picChg chg="del">
          <ac:chgData name="Beets, Simone (Dr) (Summerstrand Campus South)" userId="a9ed24f3-f7e1-440a-a32f-a1285e0bd405" providerId="ADAL" clId="{0D983215-CD8B-464C-93B1-F82FF2AF8FB9}" dt="2026-05-03T21:15:00.786" v="199" actId="478"/>
          <ac:picMkLst>
            <pc:docMk/>
            <pc:sldMk cId="1891871136" sldId="505"/>
            <ac:picMk id="4" creationId="{EC54B7BD-3863-436A-8D2B-66E5BF942031}"/>
          </ac:picMkLst>
        </pc:picChg>
      </pc:sldChg>
    </pc:docChg>
  </pc:docChgLst>
  <pc:docChgLst>
    <pc:chgData name="Simone Beets" userId="5adb261a4dd6137b" providerId="LiveId" clId="{8E40C75F-2910-4AF8-AED2-E5C88E90B87F}"/>
    <pc:docChg chg="undo custSel addSld delSld modSld sldOrd">
      <pc:chgData name="Simone Beets" userId="5adb261a4dd6137b" providerId="LiveId" clId="{8E40C75F-2910-4AF8-AED2-E5C88E90B87F}" dt="2025-03-10T07:50:44.542" v="9130" actId="20577"/>
      <pc:docMkLst>
        <pc:docMk/>
      </pc:docMkLst>
      <pc:sldChg chg="addSp delSp modSp mod ord delAnim modAnim modNotesTx">
        <pc:chgData name="Simone Beets" userId="5adb261a4dd6137b" providerId="LiveId" clId="{8E40C75F-2910-4AF8-AED2-E5C88E90B87F}" dt="2025-03-09T17:13:56.735" v="2402" actId="20577"/>
        <pc:sldMkLst>
          <pc:docMk/>
          <pc:sldMk cId="0" sldId="257"/>
        </pc:sldMkLst>
      </pc:sldChg>
      <pc:sldChg chg="modSp mod">
        <pc:chgData name="Simone Beets" userId="5adb261a4dd6137b" providerId="LiveId" clId="{8E40C75F-2910-4AF8-AED2-E5C88E90B87F}" dt="2025-03-09T16:11:02.485" v="37" actId="20577"/>
        <pc:sldMkLst>
          <pc:docMk/>
          <pc:sldMk cId="0" sldId="271"/>
        </pc:sldMkLst>
        <pc:spChg chg="mod">
          <ac:chgData name="Simone Beets" userId="5adb261a4dd6137b" providerId="LiveId" clId="{8E40C75F-2910-4AF8-AED2-E5C88E90B87F}" dt="2025-03-09T16:11:02.485" v="37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modSp mod">
        <pc:chgData name="Simone Beets" userId="5adb261a4dd6137b" providerId="LiveId" clId="{8E40C75F-2910-4AF8-AED2-E5C88E90B87F}" dt="2025-03-09T19:23:08.922" v="7695" actId="20577"/>
        <pc:sldMkLst>
          <pc:docMk/>
          <pc:sldMk cId="0" sldId="321"/>
        </pc:sldMkLst>
      </pc:sldChg>
      <pc:sldChg chg="modNotesTx">
        <pc:chgData name="Simone Beets" userId="5adb261a4dd6137b" providerId="LiveId" clId="{8E40C75F-2910-4AF8-AED2-E5C88E90B87F}" dt="2025-03-09T16:40:05.977" v="570" actId="6549"/>
        <pc:sldMkLst>
          <pc:docMk/>
          <pc:sldMk cId="465305782" sldId="323"/>
        </pc:sldMkLst>
      </pc:sldChg>
      <pc:sldChg chg="del">
        <pc:chgData name="Simone Beets" userId="5adb261a4dd6137b" providerId="LiveId" clId="{8E40C75F-2910-4AF8-AED2-E5C88E90B87F}" dt="2025-03-09T16:40:31.578" v="571" actId="2696"/>
        <pc:sldMkLst>
          <pc:docMk/>
          <pc:sldMk cId="2369434495" sldId="324"/>
        </pc:sldMkLst>
      </pc:sldChg>
      <pc:sldChg chg="del">
        <pc:chgData name="Simone Beets" userId="5adb261a4dd6137b" providerId="LiveId" clId="{8E40C75F-2910-4AF8-AED2-E5C88E90B87F}" dt="2025-03-09T19:22:21.231" v="7568" actId="47"/>
        <pc:sldMkLst>
          <pc:docMk/>
          <pc:sldMk cId="1526733309" sldId="325"/>
        </pc:sldMkLst>
      </pc:sldChg>
      <pc:sldChg chg="del">
        <pc:chgData name="Simone Beets" userId="5adb261a4dd6137b" providerId="LiveId" clId="{8E40C75F-2910-4AF8-AED2-E5C88E90B87F}" dt="2025-03-09T19:22:15.259" v="7562" actId="47"/>
        <pc:sldMkLst>
          <pc:docMk/>
          <pc:sldMk cId="4035415485" sldId="326"/>
        </pc:sldMkLst>
      </pc:sldChg>
      <pc:sldChg chg="modSp mod modAnim modNotesTx">
        <pc:chgData name="Simone Beets" userId="5adb261a4dd6137b" providerId="LiveId" clId="{8E40C75F-2910-4AF8-AED2-E5C88E90B87F}" dt="2025-03-09T18:54:06.054" v="6596" actId="15"/>
        <pc:sldMkLst>
          <pc:docMk/>
          <pc:sldMk cId="1762635146" sldId="339"/>
        </pc:sldMkLst>
      </pc:sldChg>
      <pc:sldChg chg="addSp delSp modSp mod delAnim modAnim modNotesTx">
        <pc:chgData name="Simone Beets" userId="5adb261a4dd6137b" providerId="LiveId" clId="{8E40C75F-2910-4AF8-AED2-E5C88E90B87F}" dt="2025-03-09T18:52:31.868" v="6462" actId="20577"/>
        <pc:sldMkLst>
          <pc:docMk/>
          <pc:sldMk cId="2049952096" sldId="340"/>
        </pc:sldMkLst>
      </pc:sldChg>
      <pc:sldChg chg="del">
        <pc:chgData name="Simone Beets" userId="5adb261a4dd6137b" providerId="LiveId" clId="{8E40C75F-2910-4AF8-AED2-E5C88E90B87F}" dt="2025-03-09T19:22:14.279" v="7561" actId="47"/>
        <pc:sldMkLst>
          <pc:docMk/>
          <pc:sldMk cId="2150004531" sldId="341"/>
        </pc:sldMkLst>
      </pc:sldChg>
      <pc:sldChg chg="del">
        <pc:chgData name="Simone Beets" userId="5adb261a4dd6137b" providerId="LiveId" clId="{8E40C75F-2910-4AF8-AED2-E5C88E90B87F}" dt="2025-03-09T19:22:12.992" v="7560" actId="47"/>
        <pc:sldMkLst>
          <pc:docMk/>
          <pc:sldMk cId="4071039046" sldId="343"/>
        </pc:sldMkLst>
      </pc:sldChg>
      <pc:sldChg chg="del">
        <pc:chgData name="Simone Beets" userId="5adb261a4dd6137b" providerId="LiveId" clId="{8E40C75F-2910-4AF8-AED2-E5C88E90B87F}" dt="2025-03-09T19:22:16.417" v="7563" actId="47"/>
        <pc:sldMkLst>
          <pc:docMk/>
          <pc:sldMk cId="2320920587" sldId="345"/>
        </pc:sldMkLst>
      </pc:sldChg>
      <pc:sldChg chg="addSp modSp mod ord modAnim">
        <pc:chgData name="Simone Beets" userId="5adb261a4dd6137b" providerId="LiveId" clId="{8E40C75F-2910-4AF8-AED2-E5C88E90B87F}" dt="2025-03-09T18:55:27.924" v="6717" actId="1076"/>
        <pc:sldMkLst>
          <pc:docMk/>
          <pc:sldMk cId="4249415124" sldId="346"/>
        </pc:sldMkLst>
      </pc:sldChg>
      <pc:sldChg chg="addSp modSp mod ord modAnim">
        <pc:chgData name="Simone Beets" userId="5adb261a4dd6137b" providerId="LiveId" clId="{8E40C75F-2910-4AF8-AED2-E5C88E90B87F}" dt="2025-03-09T18:58:28.264" v="6956"/>
        <pc:sldMkLst>
          <pc:docMk/>
          <pc:sldMk cId="4247069512" sldId="348"/>
        </pc:sldMkLst>
      </pc:sldChg>
      <pc:sldChg chg="del">
        <pc:chgData name="Simone Beets" userId="5adb261a4dd6137b" providerId="LiveId" clId="{8E40C75F-2910-4AF8-AED2-E5C88E90B87F}" dt="2025-03-09T19:22:17.663" v="7564" actId="47"/>
        <pc:sldMkLst>
          <pc:docMk/>
          <pc:sldMk cId="2920933396" sldId="349"/>
        </pc:sldMkLst>
      </pc:sldChg>
      <pc:sldChg chg="del">
        <pc:chgData name="Simone Beets" userId="5adb261a4dd6137b" providerId="LiveId" clId="{8E40C75F-2910-4AF8-AED2-E5C88E90B87F}" dt="2025-03-09T19:22:18.616" v="7565" actId="47"/>
        <pc:sldMkLst>
          <pc:docMk/>
          <pc:sldMk cId="4172721415" sldId="350"/>
        </pc:sldMkLst>
      </pc:sldChg>
      <pc:sldChg chg="del">
        <pc:chgData name="Simone Beets" userId="5adb261a4dd6137b" providerId="LiveId" clId="{8E40C75F-2910-4AF8-AED2-E5C88E90B87F}" dt="2025-03-09T19:22:19.450" v="7566" actId="47"/>
        <pc:sldMkLst>
          <pc:docMk/>
          <pc:sldMk cId="3808169131" sldId="351"/>
        </pc:sldMkLst>
      </pc:sldChg>
      <pc:sldChg chg="del">
        <pc:chgData name="Simone Beets" userId="5adb261a4dd6137b" providerId="LiveId" clId="{8E40C75F-2910-4AF8-AED2-E5C88E90B87F}" dt="2025-03-09T19:22:20.328" v="7567" actId="47"/>
        <pc:sldMkLst>
          <pc:docMk/>
          <pc:sldMk cId="583071382" sldId="352"/>
        </pc:sldMkLst>
      </pc:sldChg>
      <pc:sldChg chg="del">
        <pc:chgData name="Simone Beets" userId="5adb261a4dd6137b" providerId="LiveId" clId="{8E40C75F-2910-4AF8-AED2-E5C88E90B87F}" dt="2025-03-09T19:22:22.314" v="7569" actId="47"/>
        <pc:sldMkLst>
          <pc:docMk/>
          <pc:sldMk cId="2567004572" sldId="354"/>
        </pc:sldMkLst>
      </pc:sldChg>
      <pc:sldChg chg="del">
        <pc:chgData name="Simone Beets" userId="5adb261a4dd6137b" providerId="LiveId" clId="{8E40C75F-2910-4AF8-AED2-E5C88E90B87F}" dt="2025-03-09T19:22:25.312" v="7572" actId="47"/>
        <pc:sldMkLst>
          <pc:docMk/>
          <pc:sldMk cId="1094026494" sldId="355"/>
        </pc:sldMkLst>
      </pc:sldChg>
      <pc:sldChg chg="del">
        <pc:chgData name="Simone Beets" userId="5adb261a4dd6137b" providerId="LiveId" clId="{8E40C75F-2910-4AF8-AED2-E5C88E90B87F}" dt="2025-03-09T19:22:24.350" v="7571" actId="47"/>
        <pc:sldMkLst>
          <pc:docMk/>
          <pc:sldMk cId="3907085252" sldId="357"/>
        </pc:sldMkLst>
      </pc:sldChg>
      <pc:sldChg chg="del">
        <pc:chgData name="Simone Beets" userId="5adb261a4dd6137b" providerId="LiveId" clId="{8E40C75F-2910-4AF8-AED2-E5C88E90B87F}" dt="2025-03-09T19:22:26.417" v="7573" actId="47"/>
        <pc:sldMkLst>
          <pc:docMk/>
          <pc:sldMk cId="1528914622" sldId="358"/>
        </pc:sldMkLst>
      </pc:sldChg>
      <pc:sldChg chg="del">
        <pc:chgData name="Simone Beets" userId="5adb261a4dd6137b" providerId="LiveId" clId="{8E40C75F-2910-4AF8-AED2-E5C88E90B87F}" dt="2025-03-09T19:22:27.202" v="7574" actId="47"/>
        <pc:sldMkLst>
          <pc:docMk/>
          <pc:sldMk cId="4062962358" sldId="359"/>
        </pc:sldMkLst>
      </pc:sldChg>
      <pc:sldChg chg="del">
        <pc:chgData name="Simone Beets" userId="5adb261a4dd6137b" providerId="LiveId" clId="{8E40C75F-2910-4AF8-AED2-E5C88E90B87F}" dt="2025-03-09T19:22:27.727" v="7575" actId="47"/>
        <pc:sldMkLst>
          <pc:docMk/>
          <pc:sldMk cId="1615067123" sldId="360"/>
        </pc:sldMkLst>
      </pc:sldChg>
      <pc:sldChg chg="del">
        <pc:chgData name="Simone Beets" userId="5adb261a4dd6137b" providerId="LiveId" clId="{8E40C75F-2910-4AF8-AED2-E5C88E90B87F}" dt="2025-03-09T19:22:28.505" v="7576" actId="47"/>
        <pc:sldMkLst>
          <pc:docMk/>
          <pc:sldMk cId="2854956525" sldId="361"/>
        </pc:sldMkLst>
      </pc:sldChg>
      <pc:sldChg chg="del">
        <pc:chgData name="Simone Beets" userId="5adb261a4dd6137b" providerId="LiveId" clId="{8E40C75F-2910-4AF8-AED2-E5C88E90B87F}" dt="2025-03-09T19:22:29.541" v="7577" actId="47"/>
        <pc:sldMkLst>
          <pc:docMk/>
          <pc:sldMk cId="2845008166" sldId="362"/>
        </pc:sldMkLst>
      </pc:sldChg>
      <pc:sldChg chg="del">
        <pc:chgData name="Simone Beets" userId="5adb261a4dd6137b" providerId="LiveId" clId="{8E40C75F-2910-4AF8-AED2-E5C88E90B87F}" dt="2025-03-09T19:22:23.377" v="7570" actId="47"/>
        <pc:sldMkLst>
          <pc:docMk/>
          <pc:sldMk cId="2331509468" sldId="363"/>
        </pc:sldMkLst>
      </pc:sldChg>
      <pc:sldChg chg="addSp modSp add mod ord modClrScheme modAnim chgLayout modNotesTx">
        <pc:chgData name="Simone Beets" userId="5adb261a4dd6137b" providerId="LiveId" clId="{8E40C75F-2910-4AF8-AED2-E5C88E90B87F}" dt="2025-03-09T16:21:18.937" v="413" actId="14100"/>
        <pc:sldMkLst>
          <pc:docMk/>
          <pc:sldMk cId="3867261677" sldId="364"/>
        </pc:sldMkLst>
      </pc:sldChg>
      <pc:sldChg chg="delSp add del mod">
        <pc:chgData name="Simone Beets" userId="5adb261a4dd6137b" providerId="LiveId" clId="{8E40C75F-2910-4AF8-AED2-E5C88E90B87F}" dt="2025-03-09T16:13:00.310" v="40" actId="2696"/>
        <pc:sldMkLst>
          <pc:docMk/>
          <pc:sldMk cId="4193560391" sldId="364"/>
        </pc:sldMkLst>
      </pc:sldChg>
      <pc:sldChg chg="addSp modSp add mod modAnim">
        <pc:chgData name="Simone Beets" userId="5adb261a4dd6137b" providerId="LiveId" clId="{8E40C75F-2910-4AF8-AED2-E5C88E90B87F}" dt="2025-03-09T19:23:47.146" v="7696"/>
        <pc:sldMkLst>
          <pc:docMk/>
          <pc:sldMk cId="745339609" sldId="365"/>
        </pc:sldMkLst>
      </pc:sldChg>
      <pc:sldChg chg="addSp delSp modSp add mod ord modAnim">
        <pc:chgData name="Simone Beets" userId="5adb261a4dd6137b" providerId="LiveId" clId="{8E40C75F-2910-4AF8-AED2-E5C88E90B87F}" dt="2025-03-09T17:40:55.756" v="2637"/>
        <pc:sldMkLst>
          <pc:docMk/>
          <pc:sldMk cId="193908100" sldId="366"/>
        </pc:sldMkLst>
      </pc:sldChg>
      <pc:sldChg chg="addSp delSp modSp add mod delAnim modAnim modNotesTx">
        <pc:chgData name="Simone Beets" userId="5adb261a4dd6137b" providerId="LiveId" clId="{8E40C75F-2910-4AF8-AED2-E5C88E90B87F}" dt="2025-03-09T16:56:55.056" v="1400" actId="20577"/>
        <pc:sldMkLst>
          <pc:docMk/>
          <pc:sldMk cId="1943306920" sldId="367"/>
        </pc:sldMkLst>
      </pc:sldChg>
      <pc:sldChg chg="addSp delSp modSp add mod modAnim">
        <pc:chgData name="Simone Beets" userId="5adb261a4dd6137b" providerId="LiveId" clId="{8E40C75F-2910-4AF8-AED2-E5C88E90B87F}" dt="2025-03-09T18:51:03.120" v="6354"/>
        <pc:sldMkLst>
          <pc:docMk/>
          <pc:sldMk cId="1679562004" sldId="368"/>
        </pc:sldMkLst>
      </pc:sldChg>
      <pc:sldChg chg="addSp delSp modSp add mod delAnim modAnim">
        <pc:chgData name="Simone Beets" userId="5adb261a4dd6137b" providerId="LiveId" clId="{8E40C75F-2910-4AF8-AED2-E5C88E90B87F}" dt="2025-03-09T17:44:04.295" v="2711" actId="207"/>
        <pc:sldMkLst>
          <pc:docMk/>
          <pc:sldMk cId="1853407" sldId="369"/>
        </pc:sldMkLst>
      </pc:sldChg>
      <pc:sldChg chg="addSp delSp modSp add mod delAnim modAnim modNotesTx">
        <pc:chgData name="Simone Beets" userId="5adb261a4dd6137b" providerId="LiveId" clId="{8E40C75F-2910-4AF8-AED2-E5C88E90B87F}" dt="2025-03-09T18:49:19.247" v="6351"/>
        <pc:sldMkLst>
          <pc:docMk/>
          <pc:sldMk cId="681711374" sldId="370"/>
        </pc:sldMkLst>
      </pc:sldChg>
      <pc:sldChg chg="addSp modSp add mod ord modAnim modNotesTx">
        <pc:chgData name="Simone Beets" userId="5adb261a4dd6137b" providerId="LiveId" clId="{8E40C75F-2910-4AF8-AED2-E5C88E90B87F}" dt="2025-03-09T18:28:44.241" v="5448"/>
        <pc:sldMkLst>
          <pc:docMk/>
          <pc:sldMk cId="1043982446" sldId="371"/>
        </pc:sldMkLst>
      </pc:sldChg>
      <pc:sldChg chg="add del">
        <pc:chgData name="Simone Beets" userId="5adb261a4dd6137b" providerId="LiveId" clId="{8E40C75F-2910-4AF8-AED2-E5C88E90B87F}" dt="2025-03-09T18:41:45.859" v="5885" actId="47"/>
        <pc:sldMkLst>
          <pc:docMk/>
          <pc:sldMk cId="3239395616" sldId="372"/>
        </pc:sldMkLst>
      </pc:sldChg>
      <pc:sldChg chg="delSp modSp add mod delAnim modAnim modNotesTx">
        <pc:chgData name="Simone Beets" userId="5adb261a4dd6137b" providerId="LiveId" clId="{8E40C75F-2910-4AF8-AED2-E5C88E90B87F}" dt="2025-03-09T18:48:55.160" v="6345"/>
        <pc:sldMkLst>
          <pc:docMk/>
          <pc:sldMk cId="734426289" sldId="373"/>
        </pc:sldMkLst>
      </pc:sldChg>
      <pc:sldChg chg="addSp modSp add mod modAnim modNotesTx">
        <pc:chgData name="Simone Beets" userId="5adb261a4dd6137b" providerId="LiveId" clId="{8E40C75F-2910-4AF8-AED2-E5C88E90B87F}" dt="2025-03-09T18:30:45.812" v="5453"/>
        <pc:sldMkLst>
          <pc:docMk/>
          <pc:sldMk cId="4232052156" sldId="374"/>
        </pc:sldMkLst>
      </pc:sldChg>
      <pc:sldChg chg="delSp modSp add mod delAnim modAnim modNotesTx">
        <pc:chgData name="Simone Beets" userId="5adb261a4dd6137b" providerId="LiveId" clId="{8E40C75F-2910-4AF8-AED2-E5C88E90B87F}" dt="2025-03-09T18:35:48.250" v="5803" actId="313"/>
        <pc:sldMkLst>
          <pc:docMk/>
          <pc:sldMk cId="1470916720" sldId="375"/>
        </pc:sldMkLst>
      </pc:sldChg>
      <pc:sldChg chg="delSp modSp add mod delAnim modAnim modNotesTx">
        <pc:chgData name="Simone Beets" userId="5adb261a4dd6137b" providerId="LiveId" clId="{8E40C75F-2910-4AF8-AED2-E5C88E90B87F}" dt="2025-03-09T18:33:22.810" v="5487" actId="6549"/>
        <pc:sldMkLst>
          <pc:docMk/>
          <pc:sldMk cId="558122889" sldId="376"/>
        </pc:sldMkLst>
      </pc:sldChg>
      <pc:sldChg chg="addSp delSp modSp add mod modAnim">
        <pc:chgData name="Simone Beets" userId="5adb261a4dd6137b" providerId="LiveId" clId="{8E40C75F-2910-4AF8-AED2-E5C88E90B87F}" dt="2025-03-09T18:40:10.182" v="5851"/>
        <pc:sldMkLst>
          <pc:docMk/>
          <pc:sldMk cId="1978091042" sldId="377"/>
        </pc:sldMkLst>
      </pc:sldChg>
      <pc:sldChg chg="delSp modSp add mod ord modAnim modNotesTx">
        <pc:chgData name="Simone Beets" userId="5adb261a4dd6137b" providerId="LiveId" clId="{8E40C75F-2910-4AF8-AED2-E5C88E90B87F}" dt="2025-03-09T19:09:11.875" v="7217" actId="478"/>
        <pc:sldMkLst>
          <pc:docMk/>
          <pc:sldMk cId="3002671383" sldId="378"/>
        </pc:sldMkLst>
      </pc:sldChg>
      <pc:sldChg chg="modSp add mod ord modAnim">
        <pc:chgData name="Simone Beets" userId="5adb261a4dd6137b" providerId="LiveId" clId="{8E40C75F-2910-4AF8-AED2-E5C88E90B87F}" dt="2025-03-09T18:52:18.910" v="6460" actId="20577"/>
        <pc:sldMkLst>
          <pc:docMk/>
          <pc:sldMk cId="4237056731" sldId="379"/>
        </pc:sldMkLst>
      </pc:sldChg>
      <pc:sldChg chg="addSp delSp modSp add mod delAnim modAnim">
        <pc:chgData name="Simone Beets" userId="5adb261a4dd6137b" providerId="LiveId" clId="{8E40C75F-2910-4AF8-AED2-E5C88E90B87F}" dt="2025-03-09T19:01:17.432" v="6993" actId="207"/>
        <pc:sldMkLst>
          <pc:docMk/>
          <pc:sldMk cId="2112352835" sldId="380"/>
        </pc:sldMkLst>
      </pc:sldChg>
      <pc:sldChg chg="delSp modSp add mod modAnim">
        <pc:chgData name="Simone Beets" userId="5adb261a4dd6137b" providerId="LiveId" clId="{8E40C75F-2910-4AF8-AED2-E5C88E90B87F}" dt="2025-03-09T19:03:13.364" v="7048" actId="20577"/>
        <pc:sldMkLst>
          <pc:docMk/>
          <pc:sldMk cId="3520987890" sldId="381"/>
        </pc:sldMkLst>
      </pc:sldChg>
      <pc:sldChg chg="addSp delSp modSp add mod ord modAnim">
        <pc:chgData name="Simone Beets" userId="5adb261a4dd6137b" providerId="LiveId" clId="{8E40C75F-2910-4AF8-AED2-E5C88E90B87F}" dt="2025-03-09T19:06:00.115" v="7084" actId="14100"/>
        <pc:sldMkLst>
          <pc:docMk/>
          <pc:sldMk cId="1482955239" sldId="382"/>
        </pc:sldMkLst>
      </pc:sldChg>
      <pc:sldChg chg="addSp delSp modSp add mod delAnim modAnim modNotesTx">
        <pc:chgData name="Simone Beets" userId="5adb261a4dd6137b" providerId="LiveId" clId="{8E40C75F-2910-4AF8-AED2-E5C88E90B87F}" dt="2025-03-10T07:50:44.542" v="9130" actId="20577"/>
        <pc:sldMkLst>
          <pc:docMk/>
          <pc:sldMk cId="2193058390" sldId="383"/>
        </pc:sldMkLst>
      </pc:sldChg>
      <pc:sldChg chg="addSp modSp add mod ord modAnim">
        <pc:chgData name="Simone Beets" userId="5adb261a4dd6137b" providerId="LiveId" clId="{8E40C75F-2910-4AF8-AED2-E5C88E90B87F}" dt="2025-03-09T19:17:54.413" v="7391"/>
        <pc:sldMkLst>
          <pc:docMk/>
          <pc:sldMk cId="2755305679" sldId="384"/>
        </pc:sldMkLst>
      </pc:sldChg>
      <pc:sldChg chg="modSp add mod modAnim modNotesTx">
        <pc:chgData name="Simone Beets" userId="5adb261a4dd6137b" providerId="LiveId" clId="{8E40C75F-2910-4AF8-AED2-E5C88E90B87F}" dt="2025-03-09T19:18:02.248" v="7392" actId="14100"/>
        <pc:sldMkLst>
          <pc:docMk/>
          <pc:sldMk cId="3435839152" sldId="385"/>
        </pc:sldMkLst>
      </pc:sldChg>
      <pc:sldChg chg="modSp add mod modAnim modNotesTx">
        <pc:chgData name="Simone Beets" userId="5adb261a4dd6137b" providerId="LiveId" clId="{8E40C75F-2910-4AF8-AED2-E5C88E90B87F}" dt="2025-03-09T19:18:52.759" v="7449" actId="20577"/>
        <pc:sldMkLst>
          <pc:docMk/>
          <pc:sldMk cId="2665890241" sldId="386"/>
        </pc:sldMkLst>
      </pc:sldChg>
      <pc:sldChg chg="modSp add mod modAnim">
        <pc:chgData name="Simone Beets" userId="5adb261a4dd6137b" providerId="LiveId" clId="{8E40C75F-2910-4AF8-AED2-E5C88E90B87F}" dt="2025-03-09T19:28:56.451" v="7702"/>
        <pc:sldMkLst>
          <pc:docMk/>
          <pc:sldMk cId="2929070598" sldId="387"/>
        </pc:sldMkLst>
      </pc:sldChg>
      <pc:sldChg chg="delSp modSp add mod delAnim modAnim">
        <pc:chgData name="Simone Beets" userId="5adb261a4dd6137b" providerId="LiveId" clId="{8E40C75F-2910-4AF8-AED2-E5C88E90B87F}" dt="2025-03-09T19:29:31.978" v="7703"/>
        <pc:sldMkLst>
          <pc:docMk/>
          <pc:sldMk cId="3566379816" sldId="388"/>
        </pc:sldMkLst>
      </pc:sldChg>
    </pc:docChg>
  </pc:docChgLst>
  <pc:docChgLst>
    <pc:chgData name="Simone Beets" userId="5adb261a4dd6137b" providerId="LiveId" clId="{6FD60872-E12B-4E6B-8F28-919482ECC911}"/>
    <pc:docChg chg="modSld">
      <pc:chgData name="Simone Beets" userId="5adb261a4dd6137b" providerId="LiveId" clId="{6FD60872-E12B-4E6B-8F28-919482ECC911}" dt="2025-05-27T03:51:47.717" v="20" actId="20577"/>
      <pc:docMkLst>
        <pc:docMk/>
      </pc:docMkLst>
      <pc:sldChg chg="modNotesTx">
        <pc:chgData name="Simone Beets" userId="5adb261a4dd6137b" providerId="LiveId" clId="{6FD60872-E12B-4E6B-8F28-919482ECC911}" dt="2025-05-26T06:56:36.467" v="16" actId="20577"/>
        <pc:sldMkLst>
          <pc:docMk/>
          <pc:sldMk cId="244380026" sldId="442"/>
        </pc:sldMkLst>
      </pc:sldChg>
      <pc:sldChg chg="modSp mod">
        <pc:chgData name="Simone Beets" userId="5adb261a4dd6137b" providerId="LiveId" clId="{6FD60872-E12B-4E6B-8F28-919482ECC911}" dt="2025-05-27T03:51:27.615" v="19" actId="207"/>
        <pc:sldMkLst>
          <pc:docMk/>
          <pc:sldMk cId="3254395611" sldId="445"/>
        </pc:sldMkLst>
        <pc:spChg chg="mod">
          <ac:chgData name="Simone Beets" userId="5adb261a4dd6137b" providerId="LiveId" clId="{6FD60872-E12B-4E6B-8F28-919482ECC911}" dt="2025-05-27T03:51:21.561" v="17" actId="207"/>
          <ac:spMkLst>
            <pc:docMk/>
            <pc:sldMk cId="3254395611" sldId="445"/>
            <ac:spMk id="7" creationId="{F6B4B52F-E20D-8AD6-A92F-0048E4A9128D}"/>
          </ac:spMkLst>
        </pc:spChg>
        <pc:spChg chg="mod">
          <ac:chgData name="Simone Beets" userId="5adb261a4dd6137b" providerId="LiveId" clId="{6FD60872-E12B-4E6B-8F28-919482ECC911}" dt="2025-05-27T03:51:24.637" v="18" actId="207"/>
          <ac:spMkLst>
            <pc:docMk/>
            <pc:sldMk cId="3254395611" sldId="445"/>
            <ac:spMk id="10" creationId="{873752CE-485A-3DF5-E956-572406AB1C07}"/>
          </ac:spMkLst>
        </pc:spChg>
        <pc:spChg chg="mod">
          <ac:chgData name="Simone Beets" userId="5adb261a4dd6137b" providerId="LiveId" clId="{6FD60872-E12B-4E6B-8F28-919482ECC911}" dt="2025-05-27T03:51:27.615" v="19" actId="207"/>
          <ac:spMkLst>
            <pc:docMk/>
            <pc:sldMk cId="3254395611" sldId="445"/>
            <ac:spMk id="13" creationId="{7B99A8F8-F7FB-A493-4C18-399BE27A1AED}"/>
          </ac:spMkLst>
        </pc:spChg>
      </pc:sldChg>
      <pc:sldChg chg="modSp mod">
        <pc:chgData name="Simone Beets" userId="5adb261a4dd6137b" providerId="LiveId" clId="{6FD60872-E12B-4E6B-8F28-919482ECC911}" dt="2025-05-26T06:56:15.183" v="5" actId="207"/>
        <pc:sldMkLst>
          <pc:docMk/>
          <pc:sldMk cId="4076522587" sldId="493"/>
        </pc:sldMkLst>
        <pc:spChg chg="mod">
          <ac:chgData name="Simone Beets" userId="5adb261a4dd6137b" providerId="LiveId" clId="{6FD60872-E12B-4E6B-8F28-919482ECC911}" dt="2025-05-26T06:56:15.183" v="5" actId="207"/>
          <ac:spMkLst>
            <pc:docMk/>
            <pc:sldMk cId="4076522587" sldId="493"/>
            <ac:spMk id="20482" creationId="{6E2B8549-F3A1-EB65-5C41-C16A0850BE45}"/>
          </ac:spMkLst>
        </pc:spChg>
      </pc:sldChg>
      <pc:sldChg chg="modSp">
        <pc:chgData name="Simone Beets" userId="5adb261a4dd6137b" providerId="LiveId" clId="{6FD60872-E12B-4E6B-8F28-919482ECC911}" dt="2025-05-27T03:51:47.717" v="20" actId="20577"/>
        <pc:sldMkLst>
          <pc:docMk/>
          <pc:sldMk cId="1551794753" sldId="499"/>
        </pc:sldMkLst>
        <pc:spChg chg="mod">
          <ac:chgData name="Simone Beets" userId="5adb261a4dd6137b" providerId="LiveId" clId="{6FD60872-E12B-4E6B-8F28-919482ECC911}" dt="2025-05-27T03:51:47.717" v="20" actId="20577"/>
          <ac:spMkLst>
            <pc:docMk/>
            <pc:sldMk cId="1551794753" sldId="499"/>
            <ac:spMk id="20483" creationId="{3F6E99EB-8D74-3174-EFB5-C2101552ECCE}"/>
          </ac:spMkLst>
        </pc:spChg>
      </pc:sldChg>
      <pc:sldChg chg="modSp mod">
        <pc:chgData name="Simone Beets" userId="5adb261a4dd6137b" providerId="LiveId" clId="{6FD60872-E12B-4E6B-8F28-919482ECC911}" dt="2025-05-26T06:55:54.618" v="4" actId="207"/>
        <pc:sldMkLst>
          <pc:docMk/>
          <pc:sldMk cId="3348058523" sldId="501"/>
        </pc:sldMkLst>
        <pc:spChg chg="mod">
          <ac:chgData name="Simone Beets" userId="5adb261a4dd6137b" providerId="LiveId" clId="{6FD60872-E12B-4E6B-8F28-919482ECC911}" dt="2025-05-26T06:55:54.618" v="4" actId="207"/>
          <ac:spMkLst>
            <pc:docMk/>
            <pc:sldMk cId="3348058523" sldId="501"/>
            <ac:spMk id="20482" creationId="{2E0B7EFD-4D55-C822-714E-DF28981BFF6C}"/>
          </ac:spMkLst>
        </pc:spChg>
      </pc:sldChg>
      <pc:sldChg chg="modSp mod">
        <pc:chgData name="Simone Beets" userId="5adb261a4dd6137b" providerId="LiveId" clId="{6FD60872-E12B-4E6B-8F28-919482ECC911}" dt="2025-05-26T06:55:51.176" v="3" actId="207"/>
        <pc:sldMkLst>
          <pc:docMk/>
          <pc:sldMk cId="4186540622" sldId="502"/>
        </pc:sldMkLst>
        <pc:spChg chg="mod">
          <ac:chgData name="Simone Beets" userId="5adb261a4dd6137b" providerId="LiveId" clId="{6FD60872-E12B-4E6B-8F28-919482ECC911}" dt="2025-05-26T06:55:51.176" v="3" actId="207"/>
          <ac:spMkLst>
            <pc:docMk/>
            <pc:sldMk cId="4186540622" sldId="502"/>
            <ac:spMk id="20482" creationId="{6AA7E853-8FD9-416E-226E-A20019B69D64}"/>
          </ac:spMkLst>
        </pc:spChg>
        <pc:spChg chg="mod">
          <ac:chgData name="Simone Beets" userId="5adb261a4dd6137b" providerId="LiveId" clId="{6FD60872-E12B-4E6B-8F28-919482ECC911}" dt="2025-05-26T04:55:16.717" v="1" actId="14100"/>
          <ac:spMkLst>
            <pc:docMk/>
            <pc:sldMk cId="4186540622" sldId="502"/>
            <ac:spMk id="20483" creationId="{B3FF46F8-0FC4-139C-9ECA-98C5130CA053}"/>
          </ac:spMkLst>
        </pc:spChg>
      </pc:sldChg>
      <pc:sldChg chg="modSp mod">
        <pc:chgData name="Simone Beets" userId="5adb261a4dd6137b" providerId="LiveId" clId="{6FD60872-E12B-4E6B-8F28-919482ECC911}" dt="2025-05-26T06:55:47.285" v="2" actId="207"/>
        <pc:sldMkLst>
          <pc:docMk/>
          <pc:sldMk cId="2828392473" sldId="503"/>
        </pc:sldMkLst>
        <pc:spChg chg="mod">
          <ac:chgData name="Simone Beets" userId="5adb261a4dd6137b" providerId="LiveId" clId="{6FD60872-E12B-4E6B-8F28-919482ECC911}" dt="2025-05-26T06:55:47.285" v="2" actId="207"/>
          <ac:spMkLst>
            <pc:docMk/>
            <pc:sldMk cId="2828392473" sldId="503"/>
            <ac:spMk id="20482" creationId="{3036F6A8-B48E-E48A-74E3-17871D70A034}"/>
          </ac:spMkLst>
        </pc:spChg>
        <pc:spChg chg="mod">
          <ac:chgData name="Simone Beets" userId="5adb261a4dd6137b" providerId="LiveId" clId="{6FD60872-E12B-4E6B-8F28-919482ECC911}" dt="2025-05-26T04:55:11.693" v="0" actId="14100"/>
          <ac:spMkLst>
            <pc:docMk/>
            <pc:sldMk cId="2828392473" sldId="503"/>
            <ac:spMk id="20483" creationId="{07597B69-456D-CCD4-FC2E-61CE4922AF62}"/>
          </ac:spMkLst>
        </pc:spChg>
      </pc:sldChg>
    </pc:docChg>
  </pc:docChgLst>
  <pc:docChgLst>
    <pc:chgData name="Simone Beets" userId="5adb261a4dd6137b" providerId="LiveId" clId="{2E605C81-788B-49FC-9EB8-A9A661C59BD6}"/>
    <pc:docChg chg="undo custSel addSld delSld modSld sldOrd">
      <pc:chgData name="Simone Beets" userId="5adb261a4dd6137b" providerId="LiveId" clId="{2E605C81-788B-49FC-9EB8-A9A661C59BD6}" dt="2025-05-26T04:41:05.918" v="1941" actId="47"/>
      <pc:docMkLst>
        <pc:docMk/>
      </pc:docMkLst>
      <pc:sldChg chg="modSp mod">
        <pc:chgData name="Simone Beets" userId="5adb261a4dd6137b" providerId="LiveId" clId="{2E605C81-788B-49FC-9EB8-A9A661C59BD6}" dt="2025-05-26T03:58:23.171" v="33" actId="20577"/>
        <pc:sldMkLst>
          <pc:docMk/>
          <pc:sldMk cId="0" sldId="271"/>
        </pc:sldMkLst>
        <pc:spChg chg="mod">
          <ac:chgData name="Simone Beets" userId="5adb261a4dd6137b" providerId="LiveId" clId="{2E605C81-788B-49FC-9EB8-A9A661C59BD6}" dt="2025-05-26T03:58:23.171" v="33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modSp modAnim">
        <pc:chgData name="Simone Beets" userId="5adb261a4dd6137b" providerId="LiveId" clId="{2E605C81-788B-49FC-9EB8-A9A661C59BD6}" dt="2025-05-26T03:59:29.421" v="106" actId="20577"/>
        <pc:sldMkLst>
          <pc:docMk/>
          <pc:sldMk cId="2049952096" sldId="340"/>
        </pc:sldMkLst>
        <pc:spChg chg="mod">
          <ac:chgData name="Simone Beets" userId="5adb261a4dd6137b" providerId="LiveId" clId="{2E605C81-788B-49FC-9EB8-A9A661C59BD6}" dt="2025-05-26T03:59:29.421" v="106" actId="20577"/>
          <ac:spMkLst>
            <pc:docMk/>
            <pc:sldMk cId="2049952096" sldId="340"/>
            <ac:spMk id="3" creationId="{5FC41105-4403-E8F4-410C-2D4F041B0E3A}"/>
          </ac:spMkLst>
        </pc:spChg>
      </pc:sldChg>
      <pc:sldChg chg="del">
        <pc:chgData name="Simone Beets" userId="5adb261a4dd6137b" providerId="LiveId" clId="{2E605C81-788B-49FC-9EB8-A9A661C59BD6}" dt="2025-05-26T04:39:01.624" v="1939" actId="47"/>
        <pc:sldMkLst>
          <pc:docMk/>
          <pc:sldMk cId="3637301509" sldId="418"/>
        </pc:sldMkLst>
      </pc:sldChg>
      <pc:sldChg chg="modNotesTx">
        <pc:chgData name="Simone Beets" userId="5adb261a4dd6137b" providerId="LiveId" clId="{2E605C81-788B-49FC-9EB8-A9A661C59BD6}" dt="2025-05-26T03:58:30.255" v="34" actId="6549"/>
        <pc:sldMkLst>
          <pc:docMk/>
          <pc:sldMk cId="244380026" sldId="442"/>
        </pc:sldMkLst>
      </pc:sldChg>
      <pc:sldChg chg="addSp delSp modSp mod ord delAnim modAnim">
        <pc:chgData name="Simone Beets" userId="5adb261a4dd6137b" providerId="LiveId" clId="{2E605C81-788B-49FC-9EB8-A9A661C59BD6}" dt="2025-05-26T04:03:42.519" v="392"/>
        <pc:sldMkLst>
          <pc:docMk/>
          <pc:sldMk cId="3254395611" sldId="445"/>
        </pc:sldMkLst>
        <pc:spChg chg="del">
          <ac:chgData name="Simone Beets" userId="5adb261a4dd6137b" providerId="LiveId" clId="{2E605C81-788B-49FC-9EB8-A9A661C59BD6}" dt="2025-05-26T04:00:59.644" v="117" actId="478"/>
          <ac:spMkLst>
            <pc:docMk/>
            <pc:sldMk cId="3254395611" sldId="445"/>
            <ac:spMk id="3" creationId="{A1070D13-36F2-A51C-7B48-01B83038CB9D}"/>
          </ac:spMkLst>
        </pc:spChg>
        <pc:spChg chg="del">
          <ac:chgData name="Simone Beets" userId="5adb261a4dd6137b" providerId="LiveId" clId="{2E605C81-788B-49FC-9EB8-A9A661C59BD6}" dt="2025-05-26T04:00:58.795" v="116" actId="478"/>
          <ac:spMkLst>
            <pc:docMk/>
            <pc:sldMk cId="3254395611" sldId="445"/>
            <ac:spMk id="4" creationId="{32416F93-0A9E-8986-F448-B36564F1D3F2}"/>
          </ac:spMkLst>
        </pc:spChg>
        <pc:spChg chg="add mod">
          <ac:chgData name="Simone Beets" userId="5adb261a4dd6137b" providerId="LiveId" clId="{2E605C81-788B-49FC-9EB8-A9A661C59BD6}" dt="2025-05-26T04:01:06.619" v="119"/>
          <ac:spMkLst>
            <pc:docMk/>
            <pc:sldMk cId="3254395611" sldId="445"/>
            <ac:spMk id="7" creationId="{F6B4B52F-E20D-8AD6-A92F-0048E4A9128D}"/>
          </ac:spMkLst>
        </pc:spChg>
        <pc:spChg chg="add mod">
          <ac:chgData name="Simone Beets" userId="5adb261a4dd6137b" providerId="LiveId" clId="{2E605C81-788B-49FC-9EB8-A9A661C59BD6}" dt="2025-05-26T04:01:12.869" v="121"/>
          <ac:spMkLst>
            <pc:docMk/>
            <pc:sldMk cId="3254395611" sldId="445"/>
            <ac:spMk id="10" creationId="{873752CE-485A-3DF5-E956-572406AB1C07}"/>
          </ac:spMkLst>
        </pc:spChg>
        <pc:spChg chg="add mod">
          <ac:chgData name="Simone Beets" userId="5adb261a4dd6137b" providerId="LiveId" clId="{2E605C81-788B-49FC-9EB8-A9A661C59BD6}" dt="2025-05-26T04:01:20.682" v="123"/>
          <ac:spMkLst>
            <pc:docMk/>
            <pc:sldMk cId="3254395611" sldId="445"/>
            <ac:spMk id="13" creationId="{7B99A8F8-F7FB-A493-4C18-399BE27A1AED}"/>
          </ac:spMkLst>
        </pc:spChg>
        <pc:spChg chg="add mod">
          <ac:chgData name="Simone Beets" userId="5adb261a4dd6137b" providerId="LiveId" clId="{2E605C81-788B-49FC-9EB8-A9A661C59BD6}" dt="2025-05-26T04:02:32.492" v="271" actId="20577"/>
          <ac:spMkLst>
            <pc:docMk/>
            <pc:sldMk cId="3254395611" sldId="445"/>
            <ac:spMk id="14" creationId="{070D1BB6-BAF8-8941-BFB9-92AD527800DC}"/>
          </ac:spMkLst>
        </pc:spChg>
        <pc:spChg chg="add mod">
          <ac:chgData name="Simone Beets" userId="5adb261a4dd6137b" providerId="LiveId" clId="{2E605C81-788B-49FC-9EB8-A9A661C59BD6}" dt="2025-05-26T04:03:13.665" v="381" actId="14100"/>
          <ac:spMkLst>
            <pc:docMk/>
            <pc:sldMk cId="3254395611" sldId="445"/>
            <ac:spMk id="15" creationId="{76CE2513-8914-4CA3-1B07-7C3F164BA346}"/>
          </ac:spMkLst>
        </pc:spChg>
        <pc:spChg chg="mod">
          <ac:chgData name="Simone Beets" userId="5adb261a4dd6137b" providerId="LiveId" clId="{2E605C81-788B-49FC-9EB8-A9A661C59BD6}" dt="2025-05-26T04:00:50.204" v="114" actId="20577"/>
          <ac:spMkLst>
            <pc:docMk/>
            <pc:sldMk cId="3254395611" sldId="445"/>
            <ac:spMk id="20482" creationId="{62A76376-C20A-74C5-AEFF-D1FCBF990F45}"/>
          </ac:spMkLst>
        </pc:spChg>
        <pc:spChg chg="mod">
          <ac:chgData name="Simone Beets" userId="5adb261a4dd6137b" providerId="LiveId" clId="{2E605C81-788B-49FC-9EB8-A9A661C59BD6}" dt="2025-05-26T04:02:10.782" v="194" actId="122"/>
          <ac:spMkLst>
            <pc:docMk/>
            <pc:sldMk cId="3254395611" sldId="445"/>
            <ac:spMk id="20483" creationId="{9BAD2B09-5AAF-5254-AC57-8E4B08C44C0A}"/>
          </ac:spMkLst>
        </pc:spChg>
        <pc:grpChg chg="add mod">
          <ac:chgData name="Simone Beets" userId="5adb261a4dd6137b" providerId="LiveId" clId="{2E605C81-788B-49FC-9EB8-A9A661C59BD6}" dt="2025-05-26T04:01:31.704" v="125" actId="1076"/>
          <ac:grpSpMkLst>
            <pc:docMk/>
            <pc:sldMk cId="3254395611" sldId="445"/>
            <ac:grpSpMk id="5" creationId="{3E368464-7D4A-0E23-B890-5E5846E5CFE7}"/>
          </ac:grpSpMkLst>
        </pc:grpChg>
        <pc:grpChg chg="add mod">
          <ac:chgData name="Simone Beets" userId="5adb261a4dd6137b" providerId="LiveId" clId="{2E605C81-788B-49FC-9EB8-A9A661C59BD6}" dt="2025-05-26T04:01:34.465" v="126" actId="1076"/>
          <ac:grpSpMkLst>
            <pc:docMk/>
            <pc:sldMk cId="3254395611" sldId="445"/>
            <ac:grpSpMk id="8" creationId="{84CE0B8A-3513-998A-E8B0-0571A4979C8F}"/>
          </ac:grpSpMkLst>
        </pc:grpChg>
        <pc:grpChg chg="add mod">
          <ac:chgData name="Simone Beets" userId="5adb261a4dd6137b" providerId="LiveId" clId="{2E605C81-788B-49FC-9EB8-A9A661C59BD6}" dt="2025-05-26T04:01:38.386" v="127" actId="1076"/>
          <ac:grpSpMkLst>
            <pc:docMk/>
            <pc:sldMk cId="3254395611" sldId="445"/>
            <ac:grpSpMk id="11" creationId="{3391F1FD-A383-6AC0-8005-339E60519D3B}"/>
          </ac:grpSpMkLst>
        </pc:grpChg>
        <pc:picChg chg="del">
          <ac:chgData name="Simone Beets" userId="5adb261a4dd6137b" providerId="LiveId" clId="{2E605C81-788B-49FC-9EB8-A9A661C59BD6}" dt="2025-05-26T04:00:55.872" v="115" actId="478"/>
          <ac:picMkLst>
            <pc:docMk/>
            <pc:sldMk cId="3254395611" sldId="445"/>
            <ac:picMk id="2" creationId="{FC37E283-161C-7AE3-1194-97C38F4AC16D}"/>
          </ac:picMkLst>
        </pc:picChg>
        <pc:picChg chg="add mod">
          <ac:chgData name="Simone Beets" userId="5adb261a4dd6137b" providerId="LiveId" clId="{2E605C81-788B-49FC-9EB8-A9A661C59BD6}" dt="2025-05-26T04:01:06.619" v="119"/>
          <ac:picMkLst>
            <pc:docMk/>
            <pc:sldMk cId="3254395611" sldId="445"/>
            <ac:picMk id="6" creationId="{A16936BA-045F-9D62-8BBC-8FA7ED8FA46A}"/>
          </ac:picMkLst>
        </pc:picChg>
        <pc:picChg chg="add mod">
          <ac:chgData name="Simone Beets" userId="5adb261a4dd6137b" providerId="LiveId" clId="{2E605C81-788B-49FC-9EB8-A9A661C59BD6}" dt="2025-05-26T04:01:12.869" v="121"/>
          <ac:picMkLst>
            <pc:docMk/>
            <pc:sldMk cId="3254395611" sldId="445"/>
            <ac:picMk id="9" creationId="{CCD59D86-3709-C72C-DE4C-1CFAA8990AD0}"/>
          </ac:picMkLst>
        </pc:picChg>
        <pc:picChg chg="add mod">
          <ac:chgData name="Simone Beets" userId="5adb261a4dd6137b" providerId="LiveId" clId="{2E605C81-788B-49FC-9EB8-A9A661C59BD6}" dt="2025-05-26T04:01:20.682" v="123"/>
          <ac:picMkLst>
            <pc:docMk/>
            <pc:sldMk cId="3254395611" sldId="445"/>
            <ac:picMk id="12" creationId="{100AF313-6825-9109-35A4-A849FCA080EF}"/>
          </ac:picMkLst>
        </pc:picChg>
      </pc:sldChg>
      <pc:sldChg chg="del">
        <pc:chgData name="Simone Beets" userId="5adb261a4dd6137b" providerId="LiveId" clId="{2E605C81-788B-49FC-9EB8-A9A661C59BD6}" dt="2025-05-26T04:38:53.342" v="1927" actId="47"/>
        <pc:sldMkLst>
          <pc:docMk/>
          <pc:sldMk cId="1574057065" sldId="466"/>
        </pc:sldMkLst>
      </pc:sldChg>
      <pc:sldChg chg="del">
        <pc:chgData name="Simone Beets" userId="5adb261a4dd6137b" providerId="LiveId" clId="{2E605C81-788B-49FC-9EB8-A9A661C59BD6}" dt="2025-05-26T04:41:05.918" v="1941" actId="47"/>
        <pc:sldMkLst>
          <pc:docMk/>
          <pc:sldMk cId="2379305927" sldId="479"/>
        </pc:sldMkLst>
      </pc:sldChg>
      <pc:sldChg chg="del">
        <pc:chgData name="Simone Beets" userId="5adb261a4dd6137b" providerId="LiveId" clId="{2E605C81-788B-49FC-9EB8-A9A661C59BD6}" dt="2025-05-26T04:38:54.194" v="1928" actId="47"/>
        <pc:sldMkLst>
          <pc:docMk/>
          <pc:sldMk cId="50033510" sldId="480"/>
        </pc:sldMkLst>
      </pc:sldChg>
      <pc:sldChg chg="del">
        <pc:chgData name="Simone Beets" userId="5adb261a4dd6137b" providerId="LiveId" clId="{2E605C81-788B-49FC-9EB8-A9A661C59BD6}" dt="2025-05-26T04:38:55.389" v="1930" actId="47"/>
        <pc:sldMkLst>
          <pc:docMk/>
          <pc:sldMk cId="1068450208" sldId="481"/>
        </pc:sldMkLst>
      </pc:sldChg>
      <pc:sldChg chg="del">
        <pc:chgData name="Simone Beets" userId="5adb261a4dd6137b" providerId="LiveId" clId="{2E605C81-788B-49FC-9EB8-A9A661C59BD6}" dt="2025-05-26T04:38:54.981" v="1929" actId="47"/>
        <pc:sldMkLst>
          <pc:docMk/>
          <pc:sldMk cId="2281522289" sldId="482"/>
        </pc:sldMkLst>
      </pc:sldChg>
      <pc:sldChg chg="del">
        <pc:chgData name="Simone Beets" userId="5adb261a4dd6137b" providerId="LiveId" clId="{2E605C81-788B-49FC-9EB8-A9A661C59BD6}" dt="2025-05-26T04:38:55.847" v="1931" actId="47"/>
        <pc:sldMkLst>
          <pc:docMk/>
          <pc:sldMk cId="2226155253" sldId="483"/>
        </pc:sldMkLst>
      </pc:sldChg>
      <pc:sldChg chg="del">
        <pc:chgData name="Simone Beets" userId="5adb261a4dd6137b" providerId="LiveId" clId="{2E605C81-788B-49FC-9EB8-A9A661C59BD6}" dt="2025-05-26T04:38:56.258" v="1932" actId="47"/>
        <pc:sldMkLst>
          <pc:docMk/>
          <pc:sldMk cId="4152693905" sldId="484"/>
        </pc:sldMkLst>
      </pc:sldChg>
      <pc:sldChg chg="del">
        <pc:chgData name="Simone Beets" userId="5adb261a4dd6137b" providerId="LiveId" clId="{2E605C81-788B-49FC-9EB8-A9A661C59BD6}" dt="2025-05-26T04:38:56.676" v="1933" actId="47"/>
        <pc:sldMkLst>
          <pc:docMk/>
          <pc:sldMk cId="2600509550" sldId="485"/>
        </pc:sldMkLst>
      </pc:sldChg>
      <pc:sldChg chg="del">
        <pc:chgData name="Simone Beets" userId="5adb261a4dd6137b" providerId="LiveId" clId="{2E605C81-788B-49FC-9EB8-A9A661C59BD6}" dt="2025-05-26T04:38:57.978" v="1935" actId="47"/>
        <pc:sldMkLst>
          <pc:docMk/>
          <pc:sldMk cId="36184238" sldId="486"/>
        </pc:sldMkLst>
      </pc:sldChg>
      <pc:sldChg chg="del">
        <pc:chgData name="Simone Beets" userId="5adb261a4dd6137b" providerId="LiveId" clId="{2E605C81-788B-49FC-9EB8-A9A661C59BD6}" dt="2025-05-26T04:38:57.254" v="1934" actId="47"/>
        <pc:sldMkLst>
          <pc:docMk/>
          <pc:sldMk cId="355148996" sldId="487"/>
        </pc:sldMkLst>
      </pc:sldChg>
      <pc:sldChg chg="del">
        <pc:chgData name="Simone Beets" userId="5adb261a4dd6137b" providerId="LiveId" clId="{2E605C81-788B-49FC-9EB8-A9A661C59BD6}" dt="2025-05-26T04:38:59.099" v="1936" actId="47"/>
        <pc:sldMkLst>
          <pc:docMk/>
          <pc:sldMk cId="2798877767" sldId="488"/>
        </pc:sldMkLst>
      </pc:sldChg>
      <pc:sldChg chg="del">
        <pc:chgData name="Simone Beets" userId="5adb261a4dd6137b" providerId="LiveId" clId="{2E605C81-788B-49FC-9EB8-A9A661C59BD6}" dt="2025-05-26T04:38:59.557" v="1937" actId="47"/>
        <pc:sldMkLst>
          <pc:docMk/>
          <pc:sldMk cId="3775108204" sldId="489"/>
        </pc:sldMkLst>
      </pc:sldChg>
      <pc:sldChg chg="del">
        <pc:chgData name="Simone Beets" userId="5adb261a4dd6137b" providerId="LiveId" clId="{2E605C81-788B-49FC-9EB8-A9A661C59BD6}" dt="2025-05-26T04:39:00.529" v="1938" actId="47"/>
        <pc:sldMkLst>
          <pc:docMk/>
          <pc:sldMk cId="4284405685" sldId="490"/>
        </pc:sldMkLst>
      </pc:sldChg>
      <pc:sldChg chg="delSp modSp add mod ord delAnim modAnim">
        <pc:chgData name="Simone Beets" userId="5adb261a4dd6137b" providerId="LiveId" clId="{2E605C81-788B-49FC-9EB8-A9A661C59BD6}" dt="2025-05-26T04:06:05.839" v="841" actId="313"/>
        <pc:sldMkLst>
          <pc:docMk/>
          <pc:sldMk cId="604304610" sldId="491"/>
        </pc:sldMkLst>
        <pc:spChg chg="del">
          <ac:chgData name="Simone Beets" userId="5adb261a4dd6137b" providerId="LiveId" clId="{2E605C81-788B-49FC-9EB8-A9A661C59BD6}" dt="2025-05-26T04:04:11.955" v="429" actId="478"/>
          <ac:spMkLst>
            <pc:docMk/>
            <pc:sldMk cId="604304610" sldId="491"/>
            <ac:spMk id="3" creationId="{F06F6B85-1A85-8740-C8E2-015F9F79B042}"/>
          </ac:spMkLst>
        </pc:spChg>
        <pc:spChg chg="del">
          <ac:chgData name="Simone Beets" userId="5adb261a4dd6137b" providerId="LiveId" clId="{2E605C81-788B-49FC-9EB8-A9A661C59BD6}" dt="2025-05-26T04:04:12.739" v="430" actId="478"/>
          <ac:spMkLst>
            <pc:docMk/>
            <pc:sldMk cId="604304610" sldId="491"/>
            <ac:spMk id="4" creationId="{14B12335-9E8B-C337-3DAA-37B9119A5D58}"/>
          </ac:spMkLst>
        </pc:spChg>
        <pc:spChg chg="mod">
          <ac:chgData name="Simone Beets" userId="5adb261a4dd6137b" providerId="LiveId" clId="{2E605C81-788B-49FC-9EB8-A9A661C59BD6}" dt="2025-05-26T04:04:06.419" v="427" actId="20577"/>
          <ac:spMkLst>
            <pc:docMk/>
            <pc:sldMk cId="604304610" sldId="491"/>
            <ac:spMk id="20482" creationId="{BB12834D-CE08-16CC-9888-6A12B39FCE8D}"/>
          </ac:spMkLst>
        </pc:spChg>
        <pc:spChg chg="mod">
          <ac:chgData name="Simone Beets" userId="5adb261a4dd6137b" providerId="LiveId" clId="{2E605C81-788B-49FC-9EB8-A9A661C59BD6}" dt="2025-05-26T04:06:05.839" v="841" actId="313"/>
          <ac:spMkLst>
            <pc:docMk/>
            <pc:sldMk cId="604304610" sldId="491"/>
            <ac:spMk id="20483" creationId="{77BA1AF0-9F48-B449-5F98-49FEEDF27A4D}"/>
          </ac:spMkLst>
        </pc:spChg>
        <pc:picChg chg="del">
          <ac:chgData name="Simone Beets" userId="5adb261a4dd6137b" providerId="LiveId" clId="{2E605C81-788B-49FC-9EB8-A9A661C59BD6}" dt="2025-05-26T04:04:09.243" v="428" actId="478"/>
          <ac:picMkLst>
            <pc:docMk/>
            <pc:sldMk cId="604304610" sldId="491"/>
            <ac:picMk id="2" creationId="{71FB9952-ABCF-8293-5ACA-7D8DC8F6B887}"/>
          </ac:picMkLst>
        </pc:picChg>
      </pc:sldChg>
      <pc:sldChg chg="add del">
        <pc:chgData name="Simone Beets" userId="5adb261a4dd6137b" providerId="LiveId" clId="{2E605C81-788B-49FC-9EB8-A9A661C59BD6}" dt="2025-05-26T04:38:52.471" v="1926" actId="47"/>
        <pc:sldMkLst>
          <pc:docMk/>
          <pc:sldMk cId="1551720354" sldId="492"/>
        </pc:sldMkLst>
      </pc:sldChg>
      <pc:sldChg chg="addSp delSp modSp add mod ord delAnim modAnim">
        <pc:chgData name="Simone Beets" userId="5adb261a4dd6137b" providerId="LiveId" clId="{2E605C81-788B-49FC-9EB8-A9A661C59BD6}" dt="2025-05-26T04:07:10.719" v="877" actId="6549"/>
        <pc:sldMkLst>
          <pc:docMk/>
          <pc:sldMk cId="4076522587" sldId="493"/>
        </pc:sldMkLst>
        <pc:spChg chg="del">
          <ac:chgData name="Simone Beets" userId="5adb261a4dd6137b" providerId="LiveId" clId="{2E605C81-788B-49FC-9EB8-A9A661C59BD6}" dt="2025-05-26T04:06:43.428" v="867" actId="478"/>
          <ac:spMkLst>
            <pc:docMk/>
            <pc:sldMk cId="4076522587" sldId="493"/>
            <ac:spMk id="3" creationId="{3A8A626C-664E-3627-ED83-BC3D1E762DE3}"/>
          </ac:spMkLst>
        </pc:spChg>
        <pc:spChg chg="del">
          <ac:chgData name="Simone Beets" userId="5adb261a4dd6137b" providerId="LiveId" clId="{2E605C81-788B-49FC-9EB8-A9A661C59BD6}" dt="2025-05-26T04:06:46.743" v="870" actId="478"/>
          <ac:spMkLst>
            <pc:docMk/>
            <pc:sldMk cId="4076522587" sldId="493"/>
            <ac:spMk id="4" creationId="{C8C1E65F-56BA-03E5-2224-4BB46836FF96}"/>
          </ac:spMkLst>
        </pc:spChg>
        <pc:spChg chg="add mod">
          <ac:chgData name="Simone Beets" userId="5adb261a4dd6137b" providerId="LiveId" clId="{2E605C81-788B-49FC-9EB8-A9A661C59BD6}" dt="2025-05-26T04:06:44.052" v="868" actId="478"/>
          <ac:spMkLst>
            <pc:docMk/>
            <pc:sldMk cId="4076522587" sldId="493"/>
            <ac:spMk id="6" creationId="{D2FFF01C-1E72-15CC-1A40-F4455A751898}"/>
          </ac:spMkLst>
        </pc:spChg>
        <pc:spChg chg="mod">
          <ac:chgData name="Simone Beets" userId="5adb261a4dd6137b" providerId="LiveId" clId="{2E605C81-788B-49FC-9EB8-A9A661C59BD6}" dt="2025-05-26T04:06:30.614" v="862" actId="20577"/>
          <ac:spMkLst>
            <pc:docMk/>
            <pc:sldMk cId="4076522587" sldId="493"/>
            <ac:spMk id="20482" creationId="{6E2B8549-F3A1-EB65-5C41-C16A0850BE45}"/>
          </ac:spMkLst>
        </pc:spChg>
        <pc:spChg chg="add del mod">
          <ac:chgData name="Simone Beets" userId="5adb261a4dd6137b" providerId="LiveId" clId="{2E605C81-788B-49FC-9EB8-A9A661C59BD6}" dt="2025-05-26T04:07:10.719" v="877" actId="6549"/>
          <ac:spMkLst>
            <pc:docMk/>
            <pc:sldMk cId="4076522587" sldId="493"/>
            <ac:spMk id="20483" creationId="{5BB14CCB-D4DC-79FE-5E32-0740D0B2E3BA}"/>
          </ac:spMkLst>
        </pc:spChg>
        <pc:picChg chg="del">
          <ac:chgData name="Simone Beets" userId="5adb261a4dd6137b" providerId="LiveId" clId="{2E605C81-788B-49FC-9EB8-A9A661C59BD6}" dt="2025-05-26T04:06:35.499" v="863" actId="478"/>
          <ac:picMkLst>
            <pc:docMk/>
            <pc:sldMk cId="4076522587" sldId="493"/>
            <ac:picMk id="2" creationId="{F1250AAA-FDA7-AA05-9154-86532BAE7AF2}"/>
          </ac:picMkLst>
        </pc:picChg>
        <pc:picChg chg="add mod">
          <ac:chgData name="Simone Beets" userId="5adb261a4dd6137b" providerId="LiveId" clId="{2E605C81-788B-49FC-9EB8-A9A661C59BD6}" dt="2025-05-26T04:06:41.584" v="866" actId="14100"/>
          <ac:picMkLst>
            <pc:docMk/>
            <pc:sldMk cId="4076522587" sldId="493"/>
            <ac:picMk id="5" creationId="{1073B28C-D58B-10FF-7897-4D0550E9E0BD}"/>
          </ac:picMkLst>
        </pc:picChg>
      </pc:sldChg>
      <pc:sldChg chg="addSp delSp modSp add mod modAnim">
        <pc:chgData name="Simone Beets" userId="5adb261a4dd6137b" providerId="LiveId" clId="{2E605C81-788B-49FC-9EB8-A9A661C59BD6}" dt="2025-05-26T04:39:54.301" v="1940" actId="478"/>
        <pc:sldMkLst>
          <pc:docMk/>
          <pc:sldMk cId="4235326373" sldId="494"/>
        </pc:sldMkLst>
        <pc:spChg chg="add del mod">
          <ac:chgData name="Simone Beets" userId="5adb261a4dd6137b" providerId="LiveId" clId="{2E605C81-788B-49FC-9EB8-A9A661C59BD6}" dt="2025-05-26T04:39:54.301" v="1940" actId="478"/>
          <ac:spMkLst>
            <pc:docMk/>
            <pc:sldMk cId="4235326373" sldId="494"/>
            <ac:spMk id="3" creationId="{22943092-6D28-8382-4392-1B1570F5F8D9}"/>
          </ac:spMkLst>
        </pc:spChg>
        <pc:spChg chg="mod">
          <ac:chgData name="Simone Beets" userId="5adb261a4dd6137b" providerId="LiveId" clId="{2E605C81-788B-49FC-9EB8-A9A661C59BD6}" dt="2025-05-26T04:07:43.169" v="884" actId="20577"/>
          <ac:spMkLst>
            <pc:docMk/>
            <pc:sldMk cId="4235326373" sldId="494"/>
            <ac:spMk id="20482" creationId="{CDB2D434-EFA5-C2E1-E0C5-A0933F8C8570}"/>
          </ac:spMkLst>
        </pc:spChg>
        <pc:spChg chg="mod">
          <ac:chgData name="Simone Beets" userId="5adb261a4dd6137b" providerId="LiveId" clId="{2E605C81-788B-49FC-9EB8-A9A661C59BD6}" dt="2025-05-26T04:09:21.167" v="1142" actId="14100"/>
          <ac:spMkLst>
            <pc:docMk/>
            <pc:sldMk cId="4235326373" sldId="494"/>
            <ac:spMk id="20483" creationId="{F179C5DA-A8B7-CF73-3629-ADF33AFD5D95}"/>
          </ac:spMkLst>
        </pc:spChg>
        <pc:picChg chg="add mod">
          <ac:chgData name="Simone Beets" userId="5adb261a4dd6137b" providerId="LiveId" clId="{2E605C81-788B-49FC-9EB8-A9A661C59BD6}" dt="2025-05-26T04:09:23.537" v="1143" actId="14100"/>
          <ac:picMkLst>
            <pc:docMk/>
            <pc:sldMk cId="4235326373" sldId="494"/>
            <ac:picMk id="2" creationId="{027E20DD-D71A-D62A-23B8-1799A8C820D2}"/>
          </ac:picMkLst>
        </pc:picChg>
        <pc:picChg chg="del">
          <ac:chgData name="Simone Beets" userId="5adb261a4dd6137b" providerId="LiveId" clId="{2E605C81-788B-49FC-9EB8-A9A661C59BD6}" dt="2025-05-26T04:07:46.532" v="885" actId="478"/>
          <ac:picMkLst>
            <pc:docMk/>
            <pc:sldMk cId="4235326373" sldId="494"/>
            <ac:picMk id="5" creationId="{6D4865A1-EFB3-F98D-F0E5-23895571F03E}"/>
          </ac:picMkLst>
        </pc:picChg>
      </pc:sldChg>
      <pc:sldChg chg="modSp add mod modAnim">
        <pc:chgData name="Simone Beets" userId="5adb261a4dd6137b" providerId="LiveId" clId="{2E605C81-788B-49FC-9EB8-A9A661C59BD6}" dt="2025-05-26T04:11:26.627" v="1467" actId="20577"/>
        <pc:sldMkLst>
          <pc:docMk/>
          <pc:sldMk cId="2450083800" sldId="495"/>
        </pc:sldMkLst>
        <pc:spChg chg="mod">
          <ac:chgData name="Simone Beets" userId="5adb261a4dd6137b" providerId="LiveId" clId="{2E605C81-788B-49FC-9EB8-A9A661C59BD6}" dt="2025-05-26T04:10:32.223" v="1280" actId="21"/>
          <ac:spMkLst>
            <pc:docMk/>
            <pc:sldMk cId="2450083800" sldId="495"/>
            <ac:spMk id="3" creationId="{2CC793AC-7D6A-5B0F-5E9F-319027DD945E}"/>
          </ac:spMkLst>
        </pc:spChg>
        <pc:spChg chg="mod">
          <ac:chgData name="Simone Beets" userId="5adb261a4dd6137b" providerId="LiveId" clId="{2E605C81-788B-49FC-9EB8-A9A661C59BD6}" dt="2025-05-26T04:11:26.627" v="1467" actId="20577"/>
          <ac:spMkLst>
            <pc:docMk/>
            <pc:sldMk cId="2450083800" sldId="495"/>
            <ac:spMk id="20483" creationId="{95057ED2-B581-B7B7-A053-CD14E5D3E5D8}"/>
          </ac:spMkLst>
        </pc:spChg>
      </pc:sldChg>
      <pc:sldChg chg="addSp delSp modSp add mod modAnim">
        <pc:chgData name="Simone Beets" userId="5adb261a4dd6137b" providerId="LiveId" clId="{2E605C81-788B-49FC-9EB8-A9A661C59BD6}" dt="2025-05-26T04:29:47.804" v="1718" actId="14100"/>
        <pc:sldMkLst>
          <pc:docMk/>
          <pc:sldMk cId="3583654222" sldId="496"/>
        </pc:sldMkLst>
        <pc:spChg chg="del">
          <ac:chgData name="Simone Beets" userId="5adb261a4dd6137b" providerId="LiveId" clId="{2E605C81-788B-49FC-9EB8-A9A661C59BD6}" dt="2025-05-26T04:12:49.084" v="1496" actId="478"/>
          <ac:spMkLst>
            <pc:docMk/>
            <pc:sldMk cId="3583654222" sldId="496"/>
            <ac:spMk id="3" creationId="{50CB27F4-1892-B818-5E74-6A583AFABCB1}"/>
          </ac:spMkLst>
        </pc:spChg>
        <pc:spChg chg="add del mod">
          <ac:chgData name="Simone Beets" userId="5adb261a4dd6137b" providerId="LiveId" clId="{2E605C81-788B-49FC-9EB8-A9A661C59BD6}" dt="2025-05-26T04:12:35.996" v="1495" actId="478"/>
          <ac:spMkLst>
            <pc:docMk/>
            <pc:sldMk cId="3583654222" sldId="496"/>
            <ac:spMk id="4" creationId="{B48247AC-953A-FA5E-3565-4101B3443870}"/>
          </ac:spMkLst>
        </pc:spChg>
        <pc:spChg chg="add del mod">
          <ac:chgData name="Simone Beets" userId="5adb261a4dd6137b" providerId="LiveId" clId="{2E605C81-788B-49FC-9EB8-A9A661C59BD6}" dt="2025-05-26T04:20:34.933" v="1631" actId="478"/>
          <ac:spMkLst>
            <pc:docMk/>
            <pc:sldMk cId="3583654222" sldId="496"/>
            <ac:spMk id="7" creationId="{8454705C-9E87-7C05-79C1-271199514510}"/>
          </ac:spMkLst>
        </pc:spChg>
        <pc:spChg chg="add del mod">
          <ac:chgData name="Simone Beets" userId="5adb261a4dd6137b" providerId="LiveId" clId="{2E605C81-788B-49FC-9EB8-A9A661C59BD6}" dt="2025-05-26T04:20:34.933" v="1631" actId="478"/>
          <ac:spMkLst>
            <pc:docMk/>
            <pc:sldMk cId="3583654222" sldId="496"/>
            <ac:spMk id="8" creationId="{9381345A-8564-66B3-5483-E68F0A6BF9FE}"/>
          </ac:spMkLst>
        </pc:spChg>
        <pc:spChg chg="add del mod">
          <ac:chgData name="Simone Beets" userId="5adb261a4dd6137b" providerId="LiveId" clId="{2E605C81-788B-49FC-9EB8-A9A661C59BD6}" dt="2025-05-26T04:20:34.933" v="1631" actId="478"/>
          <ac:spMkLst>
            <pc:docMk/>
            <pc:sldMk cId="3583654222" sldId="496"/>
            <ac:spMk id="10" creationId="{42AEC163-1A96-B713-2757-D116AE8844BA}"/>
          </ac:spMkLst>
        </pc:spChg>
        <pc:spChg chg="add del mod">
          <ac:chgData name="Simone Beets" userId="5adb261a4dd6137b" providerId="LiveId" clId="{2E605C81-788B-49FC-9EB8-A9A661C59BD6}" dt="2025-05-26T04:20:34.933" v="1631" actId="478"/>
          <ac:spMkLst>
            <pc:docMk/>
            <pc:sldMk cId="3583654222" sldId="496"/>
            <ac:spMk id="11" creationId="{EF58310C-6D56-B749-3B71-60BFB09C70FB}"/>
          </ac:spMkLst>
        </pc:spChg>
        <pc:spChg chg="add del mod">
          <ac:chgData name="Simone Beets" userId="5adb261a4dd6137b" providerId="LiveId" clId="{2E605C81-788B-49FC-9EB8-A9A661C59BD6}" dt="2025-05-26T04:20:34.933" v="1631" actId="478"/>
          <ac:spMkLst>
            <pc:docMk/>
            <pc:sldMk cId="3583654222" sldId="496"/>
            <ac:spMk id="15" creationId="{BE57A042-48C5-8899-C1FB-B95EFBEE3B68}"/>
          </ac:spMkLst>
        </pc:spChg>
        <pc:spChg chg="add mod">
          <ac:chgData name="Simone Beets" userId="5adb261a4dd6137b" providerId="LiveId" clId="{2E605C81-788B-49FC-9EB8-A9A661C59BD6}" dt="2025-05-26T04:29:47.804" v="1718" actId="14100"/>
          <ac:spMkLst>
            <pc:docMk/>
            <pc:sldMk cId="3583654222" sldId="496"/>
            <ac:spMk id="18" creationId="{DCA20791-47D4-5B78-6A71-9E7EB9B90E28}"/>
          </ac:spMkLst>
        </pc:spChg>
        <pc:spChg chg="add mod">
          <ac:chgData name="Simone Beets" userId="5adb261a4dd6137b" providerId="LiveId" clId="{2E605C81-788B-49FC-9EB8-A9A661C59BD6}" dt="2025-05-26T04:22:40.971" v="1669" actId="1037"/>
          <ac:spMkLst>
            <pc:docMk/>
            <pc:sldMk cId="3583654222" sldId="496"/>
            <ac:spMk id="19" creationId="{71E1FA74-8331-45C8-3F46-A06584A4DECA}"/>
          </ac:spMkLst>
        </pc:spChg>
        <pc:spChg chg="add mod">
          <ac:chgData name="Simone Beets" userId="5adb261a4dd6137b" providerId="LiveId" clId="{2E605C81-788B-49FC-9EB8-A9A661C59BD6}" dt="2025-05-26T04:21:36.164" v="1665" actId="1036"/>
          <ac:spMkLst>
            <pc:docMk/>
            <pc:sldMk cId="3583654222" sldId="496"/>
            <ac:spMk id="21" creationId="{6D54E16B-2504-61F2-7974-6A7B30E9C593}"/>
          </ac:spMkLst>
        </pc:spChg>
        <pc:spChg chg="add mod">
          <ac:chgData name="Simone Beets" userId="5adb261a4dd6137b" providerId="LiveId" clId="{2E605C81-788B-49FC-9EB8-A9A661C59BD6}" dt="2025-05-26T04:21:18.005" v="1656" actId="1038"/>
          <ac:spMkLst>
            <pc:docMk/>
            <pc:sldMk cId="3583654222" sldId="496"/>
            <ac:spMk id="22" creationId="{42FBCA86-68CF-3486-AAEB-179C41DCA205}"/>
          </ac:spMkLst>
        </pc:spChg>
        <pc:spChg chg="add mod">
          <ac:chgData name="Simone Beets" userId="5adb261a4dd6137b" providerId="LiveId" clId="{2E605C81-788B-49FC-9EB8-A9A661C59BD6}" dt="2025-05-26T04:29:41.377" v="1716" actId="1076"/>
          <ac:spMkLst>
            <pc:docMk/>
            <pc:sldMk cId="3583654222" sldId="496"/>
            <ac:spMk id="26" creationId="{39506A69-920F-9198-5CB1-0248A62579B8}"/>
          </ac:spMkLst>
        </pc:spChg>
        <pc:spChg chg="add mod ord">
          <ac:chgData name="Simone Beets" userId="5adb261a4dd6137b" providerId="LiveId" clId="{2E605C81-788B-49FC-9EB8-A9A661C59BD6}" dt="2025-05-26T04:21:31.756" v="1659" actId="167"/>
          <ac:spMkLst>
            <pc:docMk/>
            <pc:sldMk cId="3583654222" sldId="496"/>
            <ac:spMk id="27" creationId="{E995147C-366D-184B-B3A1-1942183CF796}"/>
          </ac:spMkLst>
        </pc:spChg>
        <pc:spChg chg="mod">
          <ac:chgData name="Simone Beets" userId="5adb261a4dd6137b" providerId="LiveId" clId="{2E605C81-788B-49FC-9EB8-A9A661C59BD6}" dt="2025-05-26T04:20:39.308" v="1634" actId="1035"/>
          <ac:spMkLst>
            <pc:docMk/>
            <pc:sldMk cId="3583654222" sldId="496"/>
            <ac:spMk id="20482" creationId="{49BBA155-BC8C-94AF-5DCB-0A7629E536D5}"/>
          </ac:spMkLst>
        </pc:spChg>
        <pc:spChg chg="del">
          <ac:chgData name="Simone Beets" userId="5adb261a4dd6137b" providerId="LiveId" clId="{2E605C81-788B-49FC-9EB8-A9A661C59BD6}" dt="2025-05-26T04:12:33.771" v="1494" actId="478"/>
          <ac:spMkLst>
            <pc:docMk/>
            <pc:sldMk cId="3583654222" sldId="496"/>
            <ac:spMk id="20483" creationId="{AFEA42D8-123F-BBF6-FE18-99B41D28C2C9}"/>
          </ac:spMkLst>
        </pc:spChg>
        <pc:picChg chg="del">
          <ac:chgData name="Simone Beets" userId="5adb261a4dd6137b" providerId="LiveId" clId="{2E605C81-788B-49FC-9EB8-A9A661C59BD6}" dt="2025-05-26T04:12:29.428" v="1493" actId="478"/>
          <ac:picMkLst>
            <pc:docMk/>
            <pc:sldMk cId="3583654222" sldId="496"/>
            <ac:picMk id="2" creationId="{4D75FC6D-7D7B-347E-0EAC-7BC4B05CE5B5}"/>
          </ac:picMkLst>
        </pc:picChg>
        <pc:picChg chg="add del mod">
          <ac:chgData name="Simone Beets" userId="5adb261a4dd6137b" providerId="LiveId" clId="{2E605C81-788B-49FC-9EB8-A9A661C59BD6}" dt="2025-05-26T04:20:34.933" v="1631" actId="478"/>
          <ac:picMkLst>
            <pc:docMk/>
            <pc:sldMk cId="3583654222" sldId="496"/>
            <ac:picMk id="5" creationId="{F8CB1DB4-BE94-7E8A-C206-A7D830B7999D}"/>
          </ac:picMkLst>
        </pc:picChg>
        <pc:picChg chg="add del mod">
          <ac:chgData name="Simone Beets" userId="5adb261a4dd6137b" providerId="LiveId" clId="{2E605C81-788B-49FC-9EB8-A9A661C59BD6}" dt="2025-05-26T04:20:34.933" v="1631" actId="478"/>
          <ac:picMkLst>
            <pc:docMk/>
            <pc:sldMk cId="3583654222" sldId="496"/>
            <ac:picMk id="6" creationId="{91AF4598-E378-6396-28D7-72AEE7307224}"/>
          </ac:picMkLst>
        </pc:picChg>
        <pc:picChg chg="add del mod">
          <ac:chgData name="Simone Beets" userId="5adb261a4dd6137b" providerId="LiveId" clId="{2E605C81-788B-49FC-9EB8-A9A661C59BD6}" dt="2025-05-26T04:20:34.933" v="1631" actId="478"/>
          <ac:picMkLst>
            <pc:docMk/>
            <pc:sldMk cId="3583654222" sldId="496"/>
            <ac:picMk id="9" creationId="{FA027791-C9AA-C8CD-08C9-8FCCE3A07C0D}"/>
          </ac:picMkLst>
        </pc:picChg>
        <pc:picChg chg="add del mod">
          <ac:chgData name="Simone Beets" userId="5adb261a4dd6137b" providerId="LiveId" clId="{2E605C81-788B-49FC-9EB8-A9A661C59BD6}" dt="2025-05-26T04:20:34.933" v="1631" actId="478"/>
          <ac:picMkLst>
            <pc:docMk/>
            <pc:sldMk cId="3583654222" sldId="496"/>
            <ac:picMk id="12" creationId="{9F6FDA9D-DB26-96BE-69C1-5367C6C18856}"/>
          </ac:picMkLst>
        </pc:picChg>
        <pc:picChg chg="add del mod">
          <ac:chgData name="Simone Beets" userId="5adb261a4dd6137b" providerId="LiveId" clId="{2E605C81-788B-49FC-9EB8-A9A661C59BD6}" dt="2025-05-26T04:20:34.933" v="1631" actId="478"/>
          <ac:picMkLst>
            <pc:docMk/>
            <pc:sldMk cId="3583654222" sldId="496"/>
            <ac:picMk id="14" creationId="{59DC4C68-0421-7C2F-ECEB-8FD4F13757FA}"/>
          </ac:picMkLst>
        </pc:picChg>
        <pc:picChg chg="add mod">
          <ac:chgData name="Simone Beets" userId="5adb261a4dd6137b" providerId="LiveId" clId="{2E605C81-788B-49FC-9EB8-A9A661C59BD6}" dt="2025-05-26T04:26:04.493" v="1682" actId="1038"/>
          <ac:picMkLst>
            <pc:docMk/>
            <pc:sldMk cId="3583654222" sldId="496"/>
            <ac:picMk id="16" creationId="{859D120B-7B65-06D4-C5C4-2DB755562805}"/>
          </ac:picMkLst>
        </pc:picChg>
        <pc:picChg chg="add mod">
          <ac:chgData name="Simone Beets" userId="5adb261a4dd6137b" providerId="LiveId" clId="{2E605C81-788B-49FC-9EB8-A9A661C59BD6}" dt="2025-05-26T04:21:18.005" v="1656" actId="1038"/>
          <ac:picMkLst>
            <pc:docMk/>
            <pc:sldMk cId="3583654222" sldId="496"/>
            <ac:picMk id="17" creationId="{87453B04-5AF1-243E-0F9F-5DF11F498EEA}"/>
          </ac:picMkLst>
        </pc:picChg>
        <pc:picChg chg="add mod">
          <ac:chgData name="Simone Beets" userId="5adb261a4dd6137b" providerId="LiveId" clId="{2E605C81-788B-49FC-9EB8-A9A661C59BD6}" dt="2025-05-26T04:26:04.493" v="1682" actId="1038"/>
          <ac:picMkLst>
            <pc:docMk/>
            <pc:sldMk cId="3583654222" sldId="496"/>
            <ac:picMk id="20" creationId="{24BA5314-4640-E488-CC00-750BE7C2A31B}"/>
          </ac:picMkLst>
        </pc:picChg>
        <pc:picChg chg="add mod">
          <ac:chgData name="Simone Beets" userId="5adb261a4dd6137b" providerId="LiveId" clId="{2E605C81-788B-49FC-9EB8-A9A661C59BD6}" dt="2025-05-26T04:24:28.669" v="1672" actId="1037"/>
          <ac:picMkLst>
            <pc:docMk/>
            <pc:sldMk cId="3583654222" sldId="496"/>
            <ac:picMk id="23" creationId="{8F2EA6D2-4492-DD68-2A4A-DB2E3A9AC82C}"/>
          </ac:picMkLst>
        </pc:picChg>
        <pc:picChg chg="mod">
          <ac:chgData name="Simone Beets" userId="5adb261a4dd6137b" providerId="LiveId" clId="{2E605C81-788B-49FC-9EB8-A9A661C59BD6}" dt="2025-05-26T04:27:25.755" v="1695" actId="1037"/>
          <ac:picMkLst>
            <pc:docMk/>
            <pc:sldMk cId="3583654222" sldId="496"/>
            <ac:picMk id="24" creationId="{54B88DF7-699B-9883-0FA3-8D8E8958E124}"/>
          </ac:picMkLst>
        </pc:picChg>
        <pc:picChg chg="add mod">
          <ac:chgData name="Simone Beets" userId="5adb261a4dd6137b" providerId="LiveId" clId="{2E605C81-788B-49FC-9EB8-A9A661C59BD6}" dt="2025-05-26T04:29:08.446" v="1712" actId="1076"/>
          <ac:picMkLst>
            <pc:docMk/>
            <pc:sldMk cId="3583654222" sldId="496"/>
            <ac:picMk id="25" creationId="{BBD236A4-67D4-4341-7F0B-4D2E85D41BD8}"/>
          </ac:picMkLst>
        </pc:picChg>
      </pc:sldChg>
      <pc:sldChg chg="addSp delSp modSp add mod ord modAnim">
        <pc:chgData name="Simone Beets" userId="5adb261a4dd6137b" providerId="LiveId" clId="{2E605C81-788B-49FC-9EB8-A9A661C59BD6}" dt="2025-05-26T04:16:35.988" v="1549" actId="14100"/>
        <pc:sldMkLst>
          <pc:docMk/>
          <pc:sldMk cId="3931386628" sldId="497"/>
        </pc:sldMkLst>
        <pc:spChg chg="add mod">
          <ac:chgData name="Simone Beets" userId="5adb261a4dd6137b" providerId="LiveId" clId="{2E605C81-788B-49FC-9EB8-A9A661C59BD6}" dt="2025-05-26T04:15:56.374" v="1543" actId="1076"/>
          <ac:spMkLst>
            <pc:docMk/>
            <pc:sldMk cId="3931386628" sldId="497"/>
            <ac:spMk id="3" creationId="{8A0CD125-E10F-CE70-5DEE-50EB08777C29}"/>
          </ac:spMkLst>
        </pc:spChg>
        <pc:spChg chg="add mod">
          <ac:chgData name="Simone Beets" userId="5adb261a4dd6137b" providerId="LiveId" clId="{2E605C81-788B-49FC-9EB8-A9A661C59BD6}" dt="2025-05-26T04:14:34.638" v="1523"/>
          <ac:spMkLst>
            <pc:docMk/>
            <pc:sldMk cId="3931386628" sldId="497"/>
            <ac:spMk id="6" creationId="{609E10DC-7755-3D6C-4141-B06BEA86C2AD}"/>
          </ac:spMkLst>
        </pc:spChg>
        <pc:spChg chg="add mod">
          <ac:chgData name="Simone Beets" userId="5adb261a4dd6137b" providerId="LiveId" clId="{2E605C81-788B-49FC-9EB8-A9A661C59BD6}" dt="2025-05-26T04:14:34.638" v="1523"/>
          <ac:spMkLst>
            <pc:docMk/>
            <pc:sldMk cId="3931386628" sldId="497"/>
            <ac:spMk id="7" creationId="{342B2461-7A00-EFC8-8EEC-B80B480F3BA7}"/>
          </ac:spMkLst>
        </pc:spChg>
        <pc:spChg chg="mod">
          <ac:chgData name="Simone Beets" userId="5adb261a4dd6137b" providerId="LiveId" clId="{2E605C81-788B-49FC-9EB8-A9A661C59BD6}" dt="2025-05-26T04:14:25.501" v="1521" actId="20577"/>
          <ac:spMkLst>
            <pc:docMk/>
            <pc:sldMk cId="3931386628" sldId="497"/>
            <ac:spMk id="20482" creationId="{E747E45E-45FA-7D38-01A9-95BC9C6C710F}"/>
          </ac:spMkLst>
        </pc:spChg>
        <pc:spChg chg="mod">
          <ac:chgData name="Simone Beets" userId="5adb261a4dd6137b" providerId="LiveId" clId="{2E605C81-788B-49FC-9EB8-A9A661C59BD6}" dt="2025-05-26T04:15:24.139" v="1535" actId="14100"/>
          <ac:spMkLst>
            <pc:docMk/>
            <pc:sldMk cId="3931386628" sldId="497"/>
            <ac:spMk id="20483" creationId="{954B21DA-2AE8-95BC-FCE6-F9991F4DFC2B}"/>
          </ac:spMkLst>
        </pc:spChg>
        <pc:grpChg chg="add mod">
          <ac:chgData name="Simone Beets" userId="5adb261a4dd6137b" providerId="LiveId" clId="{2E605C81-788B-49FC-9EB8-A9A661C59BD6}" dt="2025-05-26T04:16:35.988" v="1549" actId="14100"/>
          <ac:grpSpMkLst>
            <pc:docMk/>
            <pc:sldMk cId="3931386628" sldId="497"/>
            <ac:grpSpMk id="4" creationId="{1DDAEFC3-E5FC-33B4-7867-8F6CF9171727}"/>
          </ac:grpSpMkLst>
        </pc:grpChg>
        <pc:picChg chg="add mod">
          <ac:chgData name="Simone Beets" userId="5adb261a4dd6137b" providerId="LiveId" clId="{2E605C81-788B-49FC-9EB8-A9A661C59BD6}" dt="2025-05-26T04:14:38.249" v="1524" actId="1076"/>
          <ac:picMkLst>
            <pc:docMk/>
            <pc:sldMk cId="3931386628" sldId="497"/>
            <ac:picMk id="2" creationId="{F0FA72EC-ABF5-6FE4-1F94-09CE9D23EA1E}"/>
          </ac:picMkLst>
        </pc:picChg>
        <pc:picChg chg="del">
          <ac:chgData name="Simone Beets" userId="5adb261a4dd6137b" providerId="LiveId" clId="{2E605C81-788B-49FC-9EB8-A9A661C59BD6}" dt="2025-05-26T04:14:34.195" v="1522" actId="478"/>
          <ac:picMkLst>
            <pc:docMk/>
            <pc:sldMk cId="3931386628" sldId="497"/>
            <ac:picMk id="5" creationId="{A23B1064-C653-9FA6-1B1E-74CB9E703529}"/>
          </ac:picMkLst>
        </pc:picChg>
      </pc:sldChg>
      <pc:sldChg chg="addSp delSp modSp add mod delAnim modAnim">
        <pc:chgData name="Simone Beets" userId="5adb261a4dd6137b" providerId="LiveId" clId="{2E605C81-788B-49FC-9EB8-A9A661C59BD6}" dt="2025-05-26T04:30:49.544" v="1726" actId="208"/>
        <pc:sldMkLst>
          <pc:docMk/>
          <pc:sldMk cId="2326012150" sldId="498"/>
        </pc:sldMkLst>
        <pc:spChg chg="del">
          <ac:chgData name="Simone Beets" userId="5adb261a4dd6137b" providerId="LiveId" clId="{2E605C81-788B-49FC-9EB8-A9A661C59BD6}" dt="2025-05-26T04:17:26.316" v="1554" actId="478"/>
          <ac:spMkLst>
            <pc:docMk/>
            <pc:sldMk cId="2326012150" sldId="498"/>
            <ac:spMk id="3" creationId="{6707A9E0-0963-6B12-E6C7-21CD0BAD9132}"/>
          </ac:spMkLst>
        </pc:spChg>
        <pc:spChg chg="add del mod">
          <ac:chgData name="Simone Beets" userId="5adb261a4dd6137b" providerId="LiveId" clId="{2E605C81-788B-49FC-9EB8-A9A661C59BD6}" dt="2025-05-26T04:17:23.390" v="1552" actId="478"/>
          <ac:spMkLst>
            <pc:docMk/>
            <pc:sldMk cId="2326012150" sldId="498"/>
            <ac:spMk id="5" creationId="{26084DE3-D215-AE27-DF7B-F287ACB4EFC1}"/>
          </ac:spMkLst>
        </pc:spChg>
        <pc:spChg chg="add mod">
          <ac:chgData name="Simone Beets" userId="5adb261a4dd6137b" providerId="LiveId" clId="{2E605C81-788B-49FC-9EB8-A9A661C59BD6}" dt="2025-05-26T04:30:34.080" v="1722" actId="207"/>
          <ac:spMkLst>
            <pc:docMk/>
            <pc:sldMk cId="2326012150" sldId="498"/>
            <ac:spMk id="8" creationId="{27BDA12D-FF0E-2C3E-BF02-8F71B81EC21D}"/>
          </ac:spMkLst>
        </pc:spChg>
        <pc:spChg chg="add mod">
          <ac:chgData name="Simone Beets" userId="5adb261a4dd6137b" providerId="LiveId" clId="{2E605C81-788B-49FC-9EB8-A9A661C59BD6}" dt="2025-05-26T04:18:02.399" v="1605" actId="1035"/>
          <ac:spMkLst>
            <pc:docMk/>
            <pc:sldMk cId="2326012150" sldId="498"/>
            <ac:spMk id="9" creationId="{34BF315B-4C9D-45E6-926D-B3CA276A420F}"/>
          </ac:spMkLst>
        </pc:spChg>
        <pc:spChg chg="add mod">
          <ac:chgData name="Simone Beets" userId="5adb261a4dd6137b" providerId="LiveId" clId="{2E605C81-788B-49FC-9EB8-A9A661C59BD6}" dt="2025-05-26T04:30:42.643" v="1725" actId="208"/>
          <ac:spMkLst>
            <pc:docMk/>
            <pc:sldMk cId="2326012150" sldId="498"/>
            <ac:spMk id="10" creationId="{E7029BEC-CFA0-5C7E-2110-E08076E13E83}"/>
          </ac:spMkLst>
        </pc:spChg>
        <pc:spChg chg="add mod">
          <ac:chgData name="Simone Beets" userId="5adb261a4dd6137b" providerId="LiveId" clId="{2E605C81-788B-49FC-9EB8-A9A661C59BD6}" dt="2025-05-26T04:18:02.399" v="1605" actId="1035"/>
          <ac:spMkLst>
            <pc:docMk/>
            <pc:sldMk cId="2326012150" sldId="498"/>
            <ac:spMk id="11" creationId="{E3A87932-C8C3-670F-95F5-45F6EA59457D}"/>
          </ac:spMkLst>
        </pc:spChg>
        <pc:spChg chg="add mod">
          <ac:chgData name="Simone Beets" userId="5adb261a4dd6137b" providerId="LiveId" clId="{2E605C81-788B-49FC-9EB8-A9A661C59BD6}" dt="2025-05-26T04:30:49.544" v="1726" actId="208"/>
          <ac:spMkLst>
            <pc:docMk/>
            <pc:sldMk cId="2326012150" sldId="498"/>
            <ac:spMk id="13" creationId="{14F5178C-E6C8-AAD6-CD76-3743B133DDC4}"/>
          </ac:spMkLst>
        </pc:spChg>
        <pc:spChg chg="add mod">
          <ac:chgData name="Simone Beets" userId="5adb261a4dd6137b" providerId="LiveId" clId="{2E605C81-788B-49FC-9EB8-A9A661C59BD6}" dt="2025-05-26T04:18:02.399" v="1605" actId="1035"/>
          <ac:spMkLst>
            <pc:docMk/>
            <pc:sldMk cId="2326012150" sldId="498"/>
            <ac:spMk id="14" creationId="{5027BC3C-D00D-BEF9-D37C-974A8032BF00}"/>
          </ac:spMkLst>
        </pc:spChg>
        <pc:spChg chg="add mod">
          <ac:chgData name="Simone Beets" userId="5adb261a4dd6137b" providerId="LiveId" clId="{2E605C81-788B-49FC-9EB8-A9A661C59BD6}" dt="2025-05-26T04:18:02.399" v="1605" actId="1035"/>
          <ac:spMkLst>
            <pc:docMk/>
            <pc:sldMk cId="2326012150" sldId="498"/>
            <ac:spMk id="15" creationId="{1EA59B0F-F24D-A448-4A86-447424E81D35}"/>
          </ac:spMkLst>
        </pc:spChg>
        <pc:spChg chg="add mod">
          <ac:chgData name="Simone Beets" userId="5adb261a4dd6137b" providerId="LiveId" clId="{2E605C81-788B-49FC-9EB8-A9A661C59BD6}" dt="2025-05-26T04:18:02.399" v="1605" actId="1035"/>
          <ac:spMkLst>
            <pc:docMk/>
            <pc:sldMk cId="2326012150" sldId="498"/>
            <ac:spMk id="16" creationId="{7068CD5E-5819-7F63-DFE7-2E64B11A06F2}"/>
          </ac:spMkLst>
        </pc:spChg>
        <pc:spChg chg="add mod">
          <ac:chgData name="Simone Beets" userId="5adb261a4dd6137b" providerId="LiveId" clId="{2E605C81-788B-49FC-9EB8-A9A661C59BD6}" dt="2025-05-26T04:18:02.399" v="1605" actId="1035"/>
          <ac:spMkLst>
            <pc:docMk/>
            <pc:sldMk cId="2326012150" sldId="498"/>
            <ac:spMk id="17" creationId="{D821F040-6107-E184-B4F3-8CAB3E2BAC07}"/>
          </ac:spMkLst>
        </pc:spChg>
        <pc:spChg chg="add mod">
          <ac:chgData name="Simone Beets" userId="5adb261a4dd6137b" providerId="LiveId" clId="{2E605C81-788B-49FC-9EB8-A9A661C59BD6}" dt="2025-05-26T04:19:08.291" v="1626" actId="1037"/>
          <ac:spMkLst>
            <pc:docMk/>
            <pc:sldMk cId="2326012150" sldId="498"/>
            <ac:spMk id="18" creationId="{00C02AE6-6EBF-B749-D354-88784F0E503F}"/>
          </ac:spMkLst>
        </pc:spChg>
        <pc:spChg chg="add mod ord">
          <ac:chgData name="Simone Beets" userId="5adb261a4dd6137b" providerId="LiveId" clId="{2E605C81-788B-49FC-9EB8-A9A661C59BD6}" dt="2025-05-26T04:20:18.643" v="1630" actId="167"/>
          <ac:spMkLst>
            <pc:docMk/>
            <pc:sldMk cId="2326012150" sldId="498"/>
            <ac:spMk id="19" creationId="{3E9CF37B-AB2A-EC36-EE5F-480D6694F416}"/>
          </ac:spMkLst>
        </pc:spChg>
        <pc:spChg chg="mod">
          <ac:chgData name="Simone Beets" userId="5adb261a4dd6137b" providerId="LiveId" clId="{2E605C81-788B-49FC-9EB8-A9A661C59BD6}" dt="2025-05-26T04:17:57.527" v="1602" actId="1035"/>
          <ac:spMkLst>
            <pc:docMk/>
            <pc:sldMk cId="2326012150" sldId="498"/>
            <ac:spMk id="20482" creationId="{20E72D05-178C-BF23-6749-B535113B839B}"/>
          </ac:spMkLst>
        </pc:spChg>
        <pc:spChg chg="del">
          <ac:chgData name="Simone Beets" userId="5adb261a4dd6137b" providerId="LiveId" clId="{2E605C81-788B-49FC-9EB8-A9A661C59BD6}" dt="2025-05-26T04:17:21.754" v="1551" actId="478"/>
          <ac:spMkLst>
            <pc:docMk/>
            <pc:sldMk cId="2326012150" sldId="498"/>
            <ac:spMk id="20483" creationId="{23177C75-9F47-16DB-2545-075DB5B39C96}"/>
          </ac:spMkLst>
        </pc:spChg>
        <pc:grpChg chg="del">
          <ac:chgData name="Simone Beets" userId="5adb261a4dd6137b" providerId="LiveId" clId="{2E605C81-788B-49FC-9EB8-A9A661C59BD6}" dt="2025-05-26T04:17:25.316" v="1553" actId="478"/>
          <ac:grpSpMkLst>
            <pc:docMk/>
            <pc:sldMk cId="2326012150" sldId="498"/>
            <ac:grpSpMk id="4" creationId="{2F318614-8A29-BCDA-977F-BAF126138E97}"/>
          </ac:grpSpMkLst>
        </pc:grpChg>
        <pc:picChg chg="del">
          <ac:chgData name="Simone Beets" userId="5adb261a4dd6137b" providerId="LiveId" clId="{2E605C81-788B-49FC-9EB8-A9A661C59BD6}" dt="2025-05-26T04:17:25.316" v="1553" actId="478"/>
          <ac:picMkLst>
            <pc:docMk/>
            <pc:sldMk cId="2326012150" sldId="498"/>
            <ac:picMk id="2" creationId="{EFBE8257-C3F2-CBA5-4170-DEDAA488C904}"/>
          </ac:picMkLst>
        </pc:picChg>
      </pc:sldChg>
      <pc:sldChg chg="addSp delSp modSp add mod ord modAnim">
        <pc:chgData name="Simone Beets" userId="5adb261a4dd6137b" providerId="LiveId" clId="{2E605C81-788B-49FC-9EB8-A9A661C59BD6}" dt="2025-05-26T04:33:32.271" v="1783" actId="114"/>
        <pc:sldMkLst>
          <pc:docMk/>
          <pc:sldMk cId="1551794753" sldId="499"/>
        </pc:sldMkLst>
        <pc:spChg chg="mod">
          <ac:chgData name="Simone Beets" userId="5adb261a4dd6137b" providerId="LiveId" clId="{2E605C81-788B-49FC-9EB8-A9A661C59BD6}" dt="2025-05-26T04:31:08.957" v="1741" actId="20577"/>
          <ac:spMkLst>
            <pc:docMk/>
            <pc:sldMk cId="1551794753" sldId="499"/>
            <ac:spMk id="20482" creationId="{89096370-B5B2-10E5-CCC1-3AC295421648}"/>
          </ac:spMkLst>
        </pc:spChg>
        <pc:spChg chg="mod">
          <ac:chgData name="Simone Beets" userId="5adb261a4dd6137b" providerId="LiveId" clId="{2E605C81-788B-49FC-9EB8-A9A661C59BD6}" dt="2025-05-26T04:33:32.271" v="1783" actId="114"/>
          <ac:spMkLst>
            <pc:docMk/>
            <pc:sldMk cId="1551794753" sldId="499"/>
            <ac:spMk id="20483" creationId="{3F6E99EB-8D74-3174-EFB5-C2101552ECCE}"/>
          </ac:spMkLst>
        </pc:spChg>
        <pc:picChg chg="del">
          <ac:chgData name="Simone Beets" userId="5adb261a4dd6137b" providerId="LiveId" clId="{2E605C81-788B-49FC-9EB8-A9A661C59BD6}" dt="2025-05-26T04:31:15.348" v="1742" actId="478"/>
          <ac:picMkLst>
            <pc:docMk/>
            <pc:sldMk cId="1551794753" sldId="499"/>
            <ac:picMk id="2" creationId="{B5F991A6-6D5F-E7F3-C200-67BAD3637C12}"/>
          </ac:picMkLst>
        </pc:picChg>
        <pc:picChg chg="add mod">
          <ac:chgData name="Simone Beets" userId="5adb261a4dd6137b" providerId="LiveId" clId="{2E605C81-788B-49FC-9EB8-A9A661C59BD6}" dt="2025-05-26T04:32:00.245" v="1759" actId="1076"/>
          <ac:picMkLst>
            <pc:docMk/>
            <pc:sldMk cId="1551794753" sldId="499"/>
            <ac:picMk id="4" creationId="{8E2F64BD-ADD4-D35B-DAF4-833D8522369F}"/>
          </ac:picMkLst>
        </pc:picChg>
        <pc:picChg chg="add mod">
          <ac:chgData name="Simone Beets" userId="5adb261a4dd6137b" providerId="LiveId" clId="{2E605C81-788B-49FC-9EB8-A9A661C59BD6}" dt="2025-05-26T04:31:53.893" v="1757" actId="1076"/>
          <ac:picMkLst>
            <pc:docMk/>
            <pc:sldMk cId="1551794753" sldId="499"/>
            <ac:picMk id="5" creationId="{E66C51C3-416E-F809-092E-37887CF179D2}"/>
          </ac:picMkLst>
        </pc:picChg>
        <pc:picChg chg="add mod">
          <ac:chgData name="Simone Beets" userId="5adb261a4dd6137b" providerId="LiveId" clId="{2E605C81-788B-49FC-9EB8-A9A661C59BD6}" dt="2025-05-26T04:31:50.465" v="1756" actId="1076"/>
          <ac:picMkLst>
            <pc:docMk/>
            <pc:sldMk cId="1551794753" sldId="499"/>
            <ac:picMk id="6" creationId="{2608EF62-87C9-F66A-D589-760109EEFC6B}"/>
          </ac:picMkLst>
        </pc:picChg>
        <pc:picChg chg="add mod">
          <ac:chgData name="Simone Beets" userId="5adb261a4dd6137b" providerId="LiveId" clId="{2E605C81-788B-49FC-9EB8-A9A661C59BD6}" dt="2025-05-26T04:31:45.613" v="1755" actId="1076"/>
          <ac:picMkLst>
            <pc:docMk/>
            <pc:sldMk cId="1551794753" sldId="499"/>
            <ac:picMk id="7" creationId="{4A09D90F-B495-77F1-A8C1-11B9670EBADC}"/>
          </ac:picMkLst>
        </pc:picChg>
      </pc:sldChg>
      <pc:sldChg chg="modSp add modAnim">
        <pc:chgData name="Simone Beets" userId="5adb261a4dd6137b" providerId="LiveId" clId="{2E605C81-788B-49FC-9EB8-A9A661C59BD6}" dt="2025-05-26T04:33:57.484" v="1801" actId="20577"/>
        <pc:sldMkLst>
          <pc:docMk/>
          <pc:sldMk cId="1773631141" sldId="500"/>
        </pc:sldMkLst>
        <pc:spChg chg="mod">
          <ac:chgData name="Simone Beets" userId="5adb261a4dd6137b" providerId="LiveId" clId="{2E605C81-788B-49FC-9EB8-A9A661C59BD6}" dt="2025-05-26T04:33:57.484" v="1801" actId="20577"/>
          <ac:spMkLst>
            <pc:docMk/>
            <pc:sldMk cId="1773631141" sldId="500"/>
            <ac:spMk id="20483" creationId="{CDF42973-AB4B-7D53-2997-082694643ED2}"/>
          </ac:spMkLst>
        </pc:spChg>
      </pc:sldChg>
      <pc:sldChg chg="addSp delSp modSp add mod delAnim modAnim">
        <pc:chgData name="Simone Beets" userId="5adb261a4dd6137b" providerId="LiveId" clId="{2E605C81-788B-49FC-9EB8-A9A661C59BD6}" dt="2025-05-26T04:36:18.910" v="1868" actId="121"/>
        <pc:sldMkLst>
          <pc:docMk/>
          <pc:sldMk cId="3348058523" sldId="501"/>
        </pc:sldMkLst>
        <pc:spChg chg="del">
          <ac:chgData name="Simone Beets" userId="5adb261a4dd6137b" providerId="LiveId" clId="{2E605C81-788B-49FC-9EB8-A9A661C59BD6}" dt="2025-05-26T04:35:22.943" v="1851" actId="478"/>
          <ac:spMkLst>
            <pc:docMk/>
            <pc:sldMk cId="3348058523" sldId="501"/>
            <ac:spMk id="3" creationId="{B4D01747-E5D2-156D-84FE-4AB995AE3C73}"/>
          </ac:spMkLst>
        </pc:spChg>
        <pc:spChg chg="add mod ord">
          <ac:chgData name="Simone Beets" userId="5adb261a4dd6137b" providerId="LiveId" clId="{2E605C81-788B-49FC-9EB8-A9A661C59BD6}" dt="2025-05-26T04:35:58.557" v="1863" actId="167"/>
          <ac:spMkLst>
            <pc:docMk/>
            <pc:sldMk cId="3348058523" sldId="501"/>
            <ac:spMk id="8" creationId="{24CC2F8C-F1CC-E172-65F8-398BB83D3C76}"/>
          </ac:spMkLst>
        </pc:spChg>
        <pc:spChg chg="add mod">
          <ac:chgData name="Simone Beets" userId="5adb261a4dd6137b" providerId="LiveId" clId="{2E605C81-788B-49FC-9EB8-A9A661C59BD6}" dt="2025-05-26T04:36:18.910" v="1868" actId="121"/>
          <ac:spMkLst>
            <pc:docMk/>
            <pc:sldMk cId="3348058523" sldId="501"/>
            <ac:spMk id="9" creationId="{9406F12C-5477-9E01-D70D-CE5AEC964764}"/>
          </ac:spMkLst>
        </pc:spChg>
        <pc:spChg chg="mod">
          <ac:chgData name="Simone Beets" userId="5adb261a4dd6137b" providerId="LiveId" clId="{2E605C81-788B-49FC-9EB8-A9A661C59BD6}" dt="2025-05-26T04:34:33.581" v="1837" actId="20577"/>
          <ac:spMkLst>
            <pc:docMk/>
            <pc:sldMk cId="3348058523" sldId="501"/>
            <ac:spMk id="20482" creationId="{2E0B7EFD-4D55-C822-714E-DF28981BFF6C}"/>
          </ac:spMkLst>
        </pc:spChg>
        <pc:spChg chg="mod">
          <ac:chgData name="Simone Beets" userId="5adb261a4dd6137b" providerId="LiveId" clId="{2E605C81-788B-49FC-9EB8-A9A661C59BD6}" dt="2025-05-26T04:36:01.164" v="1864" actId="20577"/>
          <ac:spMkLst>
            <pc:docMk/>
            <pc:sldMk cId="3348058523" sldId="501"/>
            <ac:spMk id="20483" creationId="{1D71A625-2C10-F0C1-A0B9-EAF77C4DBC1A}"/>
          </ac:spMkLst>
        </pc:spChg>
        <pc:picChg chg="add mod">
          <ac:chgData name="Simone Beets" userId="5adb261a4dd6137b" providerId="LiveId" clId="{2E605C81-788B-49FC-9EB8-A9A661C59BD6}" dt="2025-05-26T04:35:48.136" v="1861" actId="1076"/>
          <ac:picMkLst>
            <pc:docMk/>
            <pc:sldMk cId="3348058523" sldId="501"/>
            <ac:picMk id="2" creationId="{1C49165D-A9B7-9B3B-62A9-35045C3116D0}"/>
          </ac:picMkLst>
        </pc:picChg>
        <pc:picChg chg="del">
          <ac:chgData name="Simone Beets" userId="5adb261a4dd6137b" providerId="LiveId" clId="{2E605C81-788B-49FC-9EB8-A9A661C59BD6}" dt="2025-05-26T04:34:26.678" v="1824" actId="478"/>
          <ac:picMkLst>
            <pc:docMk/>
            <pc:sldMk cId="3348058523" sldId="501"/>
            <ac:picMk id="4" creationId="{AC60A816-907F-856B-7F65-5EB7E2511527}"/>
          </ac:picMkLst>
        </pc:picChg>
        <pc:picChg chg="del">
          <ac:chgData name="Simone Beets" userId="5adb261a4dd6137b" providerId="LiveId" clId="{2E605C81-788B-49FC-9EB8-A9A661C59BD6}" dt="2025-05-26T04:34:24.863" v="1823" actId="478"/>
          <ac:picMkLst>
            <pc:docMk/>
            <pc:sldMk cId="3348058523" sldId="501"/>
            <ac:picMk id="5" creationId="{CB667BE4-5E72-4222-312A-F24879EF45F6}"/>
          </ac:picMkLst>
        </pc:picChg>
        <pc:picChg chg="del">
          <ac:chgData name="Simone Beets" userId="5adb261a4dd6137b" providerId="LiveId" clId="{2E605C81-788B-49FC-9EB8-A9A661C59BD6}" dt="2025-05-26T04:34:27.509" v="1825" actId="478"/>
          <ac:picMkLst>
            <pc:docMk/>
            <pc:sldMk cId="3348058523" sldId="501"/>
            <ac:picMk id="6" creationId="{BE066870-81BD-1DB6-32BD-F81D358517B5}"/>
          </ac:picMkLst>
        </pc:picChg>
        <pc:picChg chg="del">
          <ac:chgData name="Simone Beets" userId="5adb261a4dd6137b" providerId="LiveId" clId="{2E605C81-788B-49FC-9EB8-A9A661C59BD6}" dt="2025-05-26T04:34:27.956" v="1826" actId="478"/>
          <ac:picMkLst>
            <pc:docMk/>
            <pc:sldMk cId="3348058523" sldId="501"/>
            <ac:picMk id="7" creationId="{428A790A-834C-73BF-7601-E1B986EFF31E}"/>
          </ac:picMkLst>
        </pc:picChg>
      </pc:sldChg>
      <pc:sldChg chg="addSp delSp modSp add mod delAnim modAnim">
        <pc:chgData name="Simone Beets" userId="5adb261a4dd6137b" providerId="LiveId" clId="{2E605C81-788B-49FC-9EB8-A9A661C59BD6}" dt="2025-05-26T04:37:48.091" v="1906" actId="20577"/>
        <pc:sldMkLst>
          <pc:docMk/>
          <pc:sldMk cId="4186540622" sldId="502"/>
        </pc:sldMkLst>
        <pc:spChg chg="add mod ord">
          <ac:chgData name="Simone Beets" userId="5adb261a4dd6137b" providerId="LiveId" clId="{2E605C81-788B-49FC-9EB8-A9A661C59BD6}" dt="2025-05-26T04:37:45.222" v="1905" actId="167"/>
          <ac:spMkLst>
            <pc:docMk/>
            <pc:sldMk cId="4186540622" sldId="502"/>
            <ac:spMk id="3" creationId="{DB926702-81A9-6E36-97BA-D5425056F011}"/>
          </ac:spMkLst>
        </pc:spChg>
        <pc:spChg chg="del">
          <ac:chgData name="Simone Beets" userId="5adb261a4dd6137b" providerId="LiveId" clId="{2E605C81-788B-49FC-9EB8-A9A661C59BD6}" dt="2025-05-26T04:36:51.884" v="1882" actId="478"/>
          <ac:spMkLst>
            <pc:docMk/>
            <pc:sldMk cId="4186540622" sldId="502"/>
            <ac:spMk id="8" creationId="{087D4B1A-2831-7EF6-04C2-3EEEE8C4C28F}"/>
          </ac:spMkLst>
        </pc:spChg>
        <pc:spChg chg="del">
          <ac:chgData name="Simone Beets" userId="5adb261a4dd6137b" providerId="LiveId" clId="{2E605C81-788B-49FC-9EB8-A9A661C59BD6}" dt="2025-05-26T04:36:55.934" v="1884" actId="478"/>
          <ac:spMkLst>
            <pc:docMk/>
            <pc:sldMk cId="4186540622" sldId="502"/>
            <ac:spMk id="9" creationId="{496A177D-DDB6-836B-0AC5-FCCA3A2C006E}"/>
          </ac:spMkLst>
        </pc:spChg>
        <pc:spChg chg="mod">
          <ac:chgData name="Simone Beets" userId="5adb261a4dd6137b" providerId="LiveId" clId="{2E605C81-788B-49FC-9EB8-A9A661C59BD6}" dt="2025-05-26T04:37:48.091" v="1906" actId="20577"/>
          <ac:spMkLst>
            <pc:docMk/>
            <pc:sldMk cId="4186540622" sldId="502"/>
            <ac:spMk id="20483" creationId="{B3FF46F8-0FC4-139C-9ECA-98C5130CA053}"/>
          </ac:spMkLst>
        </pc:spChg>
        <pc:picChg chg="del">
          <ac:chgData name="Simone Beets" userId="5adb261a4dd6137b" providerId="LiveId" clId="{2E605C81-788B-49FC-9EB8-A9A661C59BD6}" dt="2025-05-26T04:36:53.687" v="1883" actId="478"/>
          <ac:picMkLst>
            <pc:docMk/>
            <pc:sldMk cId="4186540622" sldId="502"/>
            <ac:picMk id="2" creationId="{6744FB78-9F05-4253-9CEE-86123237E457}"/>
          </ac:picMkLst>
        </pc:picChg>
      </pc:sldChg>
      <pc:sldChg chg="delSp modSp add mod modAnim">
        <pc:chgData name="Simone Beets" userId="5adb261a4dd6137b" providerId="LiveId" clId="{2E605C81-788B-49FC-9EB8-A9A661C59BD6}" dt="2025-05-26T04:38:26.133" v="1925" actId="478"/>
        <pc:sldMkLst>
          <pc:docMk/>
          <pc:sldMk cId="2828392473" sldId="503"/>
        </pc:sldMkLst>
        <pc:spChg chg="del">
          <ac:chgData name="Simone Beets" userId="5adb261a4dd6137b" providerId="LiveId" clId="{2E605C81-788B-49FC-9EB8-A9A661C59BD6}" dt="2025-05-26T04:38:26.133" v="1925" actId="478"/>
          <ac:spMkLst>
            <pc:docMk/>
            <pc:sldMk cId="2828392473" sldId="503"/>
            <ac:spMk id="3" creationId="{10E7602A-01A3-1F36-418D-FCF58CE3B248}"/>
          </ac:spMkLst>
        </pc:spChg>
        <pc:spChg chg="mod">
          <ac:chgData name="Simone Beets" userId="5adb261a4dd6137b" providerId="LiveId" clId="{2E605C81-788B-49FC-9EB8-A9A661C59BD6}" dt="2025-05-26T04:38:04.206" v="1922" actId="20577"/>
          <ac:spMkLst>
            <pc:docMk/>
            <pc:sldMk cId="2828392473" sldId="503"/>
            <ac:spMk id="20482" creationId="{3036F6A8-B48E-E48A-74E3-17871D70A034}"/>
          </ac:spMkLst>
        </pc:spChg>
        <pc:spChg chg="mod">
          <ac:chgData name="Simone Beets" userId="5adb261a4dd6137b" providerId="LiveId" clId="{2E605C81-788B-49FC-9EB8-A9A661C59BD6}" dt="2025-05-26T04:38:09.879" v="1924"/>
          <ac:spMkLst>
            <pc:docMk/>
            <pc:sldMk cId="2828392473" sldId="503"/>
            <ac:spMk id="20483" creationId="{07597B69-456D-CCD4-FC2E-61CE4922AF62}"/>
          </ac:spMkLst>
        </pc:spChg>
      </pc:sldChg>
    </pc:docChg>
  </pc:docChgLst>
  <pc:docChgLst>
    <pc:chgData name="Simone Beets" userId="5adb261a4dd6137b" providerId="LiveId" clId="{5622D2CA-130E-490A-952A-3E9DD0BAA9CD}"/>
    <pc:docChg chg="undo redo custSel addSld delSld modSld sldOrd">
      <pc:chgData name="Simone Beets" userId="5adb261a4dd6137b" providerId="LiveId" clId="{5622D2CA-130E-490A-952A-3E9DD0BAA9CD}" dt="2025-03-03T07:56:46.227" v="6019" actId="20577"/>
      <pc:docMkLst>
        <pc:docMk/>
      </pc:docMkLst>
      <pc:sldChg chg="modSp mod ord modAnim">
        <pc:chgData name="Simone Beets" userId="5adb261a4dd6137b" providerId="LiveId" clId="{5622D2CA-130E-490A-952A-3E9DD0BAA9CD}" dt="2025-03-02T10:50:17.022" v="5505"/>
        <pc:sldMkLst>
          <pc:docMk/>
          <pc:sldMk cId="0" sldId="257"/>
        </pc:sldMkLst>
      </pc:sldChg>
      <pc:sldChg chg="modSp mod">
        <pc:chgData name="Simone Beets" userId="5adb261a4dd6137b" providerId="LiveId" clId="{5622D2CA-130E-490A-952A-3E9DD0BAA9CD}" dt="2025-03-02T07:20:58.435" v="18" actId="20577"/>
        <pc:sldMkLst>
          <pc:docMk/>
          <pc:sldMk cId="0" sldId="271"/>
        </pc:sldMkLst>
        <pc:spChg chg="mod">
          <ac:chgData name="Simone Beets" userId="5adb261a4dd6137b" providerId="LiveId" clId="{5622D2CA-130E-490A-952A-3E9DD0BAA9CD}" dt="2025-03-02T07:20:58.435" v="18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del">
        <pc:chgData name="Simone Beets" userId="5adb261a4dd6137b" providerId="LiveId" clId="{5622D2CA-130E-490A-952A-3E9DD0BAA9CD}" dt="2025-03-02T10:16:12.549" v="4819" actId="47"/>
        <pc:sldMkLst>
          <pc:docMk/>
          <pc:sldMk cId="0" sldId="274"/>
        </pc:sldMkLst>
      </pc:sldChg>
      <pc:sldChg chg="del">
        <pc:chgData name="Simone Beets" userId="5adb261a4dd6137b" providerId="LiveId" clId="{5622D2CA-130E-490A-952A-3E9DD0BAA9CD}" dt="2025-03-02T10:16:20.630" v="4824" actId="47"/>
        <pc:sldMkLst>
          <pc:docMk/>
          <pc:sldMk cId="0" sldId="276"/>
        </pc:sldMkLst>
      </pc:sldChg>
      <pc:sldChg chg="del">
        <pc:chgData name="Simone Beets" userId="5adb261a4dd6137b" providerId="LiveId" clId="{5622D2CA-130E-490A-952A-3E9DD0BAA9CD}" dt="2025-03-02T10:16:21.770" v="4825" actId="47"/>
        <pc:sldMkLst>
          <pc:docMk/>
          <pc:sldMk cId="0" sldId="277"/>
        </pc:sldMkLst>
      </pc:sldChg>
      <pc:sldChg chg="delSp modSp mod">
        <pc:chgData name="Simone Beets" userId="5adb261a4dd6137b" providerId="LiveId" clId="{5622D2CA-130E-490A-952A-3E9DD0BAA9CD}" dt="2025-03-03T06:45:08.386" v="5654" actId="20577"/>
        <pc:sldMkLst>
          <pc:docMk/>
          <pc:sldMk cId="0" sldId="321"/>
        </pc:sldMkLst>
      </pc:sldChg>
      <pc:sldChg chg="modNotesTx">
        <pc:chgData name="Simone Beets" userId="5adb261a4dd6137b" providerId="LiveId" clId="{5622D2CA-130E-490A-952A-3E9DD0BAA9CD}" dt="2025-03-03T07:56:46.227" v="6019" actId="20577"/>
        <pc:sldMkLst>
          <pc:docMk/>
          <pc:sldMk cId="465305782" sldId="323"/>
        </pc:sldMkLst>
      </pc:sldChg>
      <pc:sldChg chg="addSp delSp modSp mod modNotesTx">
        <pc:chgData name="Simone Beets" userId="5adb261a4dd6137b" providerId="LiveId" clId="{5622D2CA-130E-490A-952A-3E9DD0BAA9CD}" dt="2025-03-02T10:19:31.737" v="4921" actId="20577"/>
        <pc:sldMkLst>
          <pc:docMk/>
          <pc:sldMk cId="2369434495" sldId="324"/>
        </pc:sldMkLst>
      </pc:sldChg>
      <pc:sldChg chg="delSp modSp mod ord delAnim modAnim modNotesTx">
        <pc:chgData name="Simone Beets" userId="5adb261a4dd6137b" providerId="LiveId" clId="{5622D2CA-130E-490A-952A-3E9DD0BAA9CD}" dt="2025-03-02T10:52:45.737" v="5524"/>
        <pc:sldMkLst>
          <pc:docMk/>
          <pc:sldMk cId="1526733309" sldId="325"/>
        </pc:sldMkLst>
      </pc:sldChg>
      <pc:sldChg chg="addSp modSp mod ord modNotesTx">
        <pc:chgData name="Simone Beets" userId="5adb261a4dd6137b" providerId="LiveId" clId="{5622D2CA-130E-490A-952A-3E9DD0BAA9CD}" dt="2025-03-02T08:40:56.383" v="2189"/>
        <pc:sldMkLst>
          <pc:docMk/>
          <pc:sldMk cId="4035415485" sldId="326"/>
        </pc:sldMkLst>
      </pc:sldChg>
      <pc:sldChg chg="del">
        <pc:chgData name="Simone Beets" userId="5adb261a4dd6137b" providerId="LiveId" clId="{5622D2CA-130E-490A-952A-3E9DD0BAA9CD}" dt="2025-03-02T10:16:01.270" v="4812" actId="47"/>
        <pc:sldMkLst>
          <pc:docMk/>
          <pc:sldMk cId="349174243" sldId="327"/>
        </pc:sldMkLst>
      </pc:sldChg>
      <pc:sldChg chg="del">
        <pc:chgData name="Simone Beets" userId="5adb261a4dd6137b" providerId="LiveId" clId="{5622D2CA-130E-490A-952A-3E9DD0BAA9CD}" dt="2025-03-02T10:16:02.434" v="4813" actId="47"/>
        <pc:sldMkLst>
          <pc:docMk/>
          <pc:sldMk cId="1334398919" sldId="328"/>
        </pc:sldMkLst>
      </pc:sldChg>
      <pc:sldChg chg="del">
        <pc:chgData name="Simone Beets" userId="5adb261a4dd6137b" providerId="LiveId" clId="{5622D2CA-130E-490A-952A-3E9DD0BAA9CD}" dt="2025-03-02T10:16:03.984" v="4814" actId="47"/>
        <pc:sldMkLst>
          <pc:docMk/>
          <pc:sldMk cId="3603584948" sldId="329"/>
        </pc:sldMkLst>
      </pc:sldChg>
      <pc:sldChg chg="del">
        <pc:chgData name="Simone Beets" userId="5adb261a4dd6137b" providerId="LiveId" clId="{5622D2CA-130E-490A-952A-3E9DD0BAA9CD}" dt="2025-03-02T10:16:04.681" v="4815" actId="47"/>
        <pc:sldMkLst>
          <pc:docMk/>
          <pc:sldMk cId="853854565" sldId="330"/>
        </pc:sldMkLst>
      </pc:sldChg>
      <pc:sldChg chg="del">
        <pc:chgData name="Simone Beets" userId="5adb261a4dd6137b" providerId="LiveId" clId="{5622D2CA-130E-490A-952A-3E9DD0BAA9CD}" dt="2025-03-02T10:16:05.318" v="4816" actId="47"/>
        <pc:sldMkLst>
          <pc:docMk/>
          <pc:sldMk cId="3484037023" sldId="331"/>
        </pc:sldMkLst>
      </pc:sldChg>
      <pc:sldChg chg="del">
        <pc:chgData name="Simone Beets" userId="5adb261a4dd6137b" providerId="LiveId" clId="{5622D2CA-130E-490A-952A-3E9DD0BAA9CD}" dt="2025-03-02T10:16:06.288" v="4817" actId="47"/>
        <pc:sldMkLst>
          <pc:docMk/>
          <pc:sldMk cId="3083429794" sldId="332"/>
        </pc:sldMkLst>
      </pc:sldChg>
      <pc:sldChg chg="del">
        <pc:chgData name="Simone Beets" userId="5adb261a4dd6137b" providerId="LiveId" clId="{5622D2CA-130E-490A-952A-3E9DD0BAA9CD}" dt="2025-03-02T10:16:07.165" v="4818" actId="47"/>
        <pc:sldMkLst>
          <pc:docMk/>
          <pc:sldMk cId="911306211" sldId="333"/>
        </pc:sldMkLst>
      </pc:sldChg>
      <pc:sldChg chg="del">
        <pc:chgData name="Simone Beets" userId="5adb261a4dd6137b" providerId="LiveId" clId="{5622D2CA-130E-490A-952A-3E9DD0BAA9CD}" dt="2025-03-02T10:16:14.324" v="4820" actId="47"/>
        <pc:sldMkLst>
          <pc:docMk/>
          <pc:sldMk cId="1550497282" sldId="335"/>
        </pc:sldMkLst>
      </pc:sldChg>
      <pc:sldChg chg="del">
        <pc:chgData name="Simone Beets" userId="5adb261a4dd6137b" providerId="LiveId" clId="{5622D2CA-130E-490A-952A-3E9DD0BAA9CD}" dt="2025-03-02T10:16:15.460" v="4821" actId="47"/>
        <pc:sldMkLst>
          <pc:docMk/>
          <pc:sldMk cId="2128091170" sldId="336"/>
        </pc:sldMkLst>
      </pc:sldChg>
      <pc:sldChg chg="del">
        <pc:chgData name="Simone Beets" userId="5adb261a4dd6137b" providerId="LiveId" clId="{5622D2CA-130E-490A-952A-3E9DD0BAA9CD}" dt="2025-03-02T10:16:16.428" v="4822" actId="47"/>
        <pc:sldMkLst>
          <pc:docMk/>
          <pc:sldMk cId="3352296232" sldId="337"/>
        </pc:sldMkLst>
      </pc:sldChg>
      <pc:sldChg chg="del">
        <pc:chgData name="Simone Beets" userId="5adb261a4dd6137b" providerId="LiveId" clId="{5622D2CA-130E-490A-952A-3E9DD0BAA9CD}" dt="2025-03-02T10:16:17.304" v="4823" actId="47"/>
        <pc:sldMkLst>
          <pc:docMk/>
          <pc:sldMk cId="2679042903" sldId="338"/>
        </pc:sldMkLst>
      </pc:sldChg>
      <pc:sldChg chg="addSp modSp add mod modAnim modNotesTx">
        <pc:chgData name="Simone Beets" userId="5adb261a4dd6137b" providerId="LiveId" clId="{5622D2CA-130E-490A-952A-3E9DD0BAA9CD}" dt="2025-03-03T05:50:57.208" v="5650" actId="12"/>
        <pc:sldMkLst>
          <pc:docMk/>
          <pc:sldMk cId="1762635146" sldId="339"/>
        </pc:sldMkLst>
      </pc:sldChg>
      <pc:sldChg chg="addSp delSp modSp add mod modAnim modNotesTx">
        <pc:chgData name="Simone Beets" userId="5adb261a4dd6137b" providerId="LiveId" clId="{5622D2CA-130E-490A-952A-3E9DD0BAA9CD}" dt="2025-03-02T08:01:59.787" v="888"/>
        <pc:sldMkLst>
          <pc:docMk/>
          <pc:sldMk cId="2049952096" sldId="340"/>
        </pc:sldMkLst>
      </pc:sldChg>
      <pc:sldChg chg="modSp add mod ord modNotesTx">
        <pc:chgData name="Simone Beets" userId="5adb261a4dd6137b" providerId="LiveId" clId="{5622D2CA-130E-490A-952A-3E9DD0BAA9CD}" dt="2025-03-02T10:21:09.838" v="4922" actId="20577"/>
        <pc:sldMkLst>
          <pc:docMk/>
          <pc:sldMk cId="2150004531" sldId="341"/>
        </pc:sldMkLst>
      </pc:sldChg>
      <pc:sldChg chg="addSp delSp modSp add del mod">
        <pc:chgData name="Simone Beets" userId="5adb261a4dd6137b" providerId="LiveId" clId="{5622D2CA-130E-490A-952A-3E9DD0BAA9CD}" dt="2025-03-02T09:38:41.224" v="4233" actId="2696"/>
        <pc:sldMkLst>
          <pc:docMk/>
          <pc:sldMk cId="2276303544" sldId="342"/>
        </pc:sldMkLst>
      </pc:sldChg>
      <pc:sldChg chg="add del">
        <pc:chgData name="Simone Beets" userId="5adb261a4dd6137b" providerId="LiveId" clId="{5622D2CA-130E-490A-952A-3E9DD0BAA9CD}" dt="2025-03-02T08:15:09.380" v="1030" actId="2890"/>
        <pc:sldMkLst>
          <pc:docMk/>
          <pc:sldMk cId="2719054179" sldId="342"/>
        </pc:sldMkLst>
      </pc:sldChg>
      <pc:sldChg chg="addSp delSp modSp add mod ord modAnim modNotesTx">
        <pc:chgData name="Simone Beets" userId="5adb261a4dd6137b" providerId="LiveId" clId="{5622D2CA-130E-490A-952A-3E9DD0BAA9CD}" dt="2025-03-02T08:42:07.677" v="2196" actId="1076"/>
        <pc:sldMkLst>
          <pc:docMk/>
          <pc:sldMk cId="4071039046" sldId="343"/>
        </pc:sldMkLst>
      </pc:sldChg>
      <pc:sldChg chg="add del">
        <pc:chgData name="Simone Beets" userId="5adb261a4dd6137b" providerId="LiveId" clId="{5622D2CA-130E-490A-952A-3E9DD0BAA9CD}" dt="2025-03-02T10:15:58.156" v="4810" actId="2696"/>
        <pc:sldMkLst>
          <pc:docMk/>
          <pc:sldMk cId="1942782805" sldId="344"/>
        </pc:sldMkLst>
      </pc:sldChg>
      <pc:sldChg chg="addSp delSp modSp add mod ord modAnim modNotesTx">
        <pc:chgData name="Simone Beets" userId="5adb261a4dd6137b" providerId="LiveId" clId="{5622D2CA-130E-490A-952A-3E9DD0BAA9CD}" dt="2025-03-02T08:59:53.573" v="3251" actId="20577"/>
        <pc:sldMkLst>
          <pc:docMk/>
          <pc:sldMk cId="2320920587" sldId="345"/>
        </pc:sldMkLst>
      </pc:sldChg>
      <pc:sldChg chg="modSp add mod ord modAnim modNotesTx">
        <pc:chgData name="Simone Beets" userId="5adb261a4dd6137b" providerId="LiveId" clId="{5622D2CA-130E-490A-952A-3E9DD0BAA9CD}" dt="2025-03-02T10:50:35.501" v="5506"/>
        <pc:sldMkLst>
          <pc:docMk/>
          <pc:sldMk cId="4249415124" sldId="346"/>
        </pc:sldMkLst>
      </pc:sldChg>
      <pc:sldChg chg="modSp add del mod">
        <pc:chgData name="Simone Beets" userId="5adb261a4dd6137b" providerId="LiveId" clId="{5622D2CA-130E-490A-952A-3E9DD0BAA9CD}" dt="2025-03-02T09:04:54.025" v="3321" actId="47"/>
        <pc:sldMkLst>
          <pc:docMk/>
          <pc:sldMk cId="2658726820" sldId="347"/>
        </pc:sldMkLst>
      </pc:sldChg>
      <pc:sldChg chg="modSp add mod modAnim">
        <pc:chgData name="Simone Beets" userId="5adb261a4dd6137b" providerId="LiveId" clId="{5622D2CA-130E-490A-952A-3E9DD0BAA9CD}" dt="2025-03-02T10:50:43.962" v="5507"/>
        <pc:sldMkLst>
          <pc:docMk/>
          <pc:sldMk cId="4247069512" sldId="348"/>
        </pc:sldMkLst>
      </pc:sldChg>
      <pc:sldChg chg="addSp modSp add mod modAnim modNotesTx">
        <pc:chgData name="Simone Beets" userId="5adb261a4dd6137b" providerId="LiveId" clId="{5622D2CA-130E-490A-952A-3E9DD0BAA9CD}" dt="2025-03-02T10:54:41.041" v="5529"/>
        <pc:sldMkLst>
          <pc:docMk/>
          <pc:sldMk cId="2920933396" sldId="349"/>
        </pc:sldMkLst>
      </pc:sldChg>
      <pc:sldChg chg="addSp delSp modSp add mod delAnim modAnim modNotesTx">
        <pc:chgData name="Simone Beets" userId="5adb261a4dd6137b" providerId="LiveId" clId="{5622D2CA-130E-490A-952A-3E9DD0BAA9CD}" dt="2025-03-02T10:55:28.053" v="5532"/>
        <pc:sldMkLst>
          <pc:docMk/>
          <pc:sldMk cId="4172721415" sldId="350"/>
        </pc:sldMkLst>
      </pc:sldChg>
      <pc:sldChg chg="addSp delSp modSp add mod modAnim">
        <pc:chgData name="Simone Beets" userId="5adb261a4dd6137b" providerId="LiveId" clId="{5622D2CA-130E-490A-952A-3E9DD0BAA9CD}" dt="2025-03-02T10:56:00.022" v="5533" actId="6549"/>
        <pc:sldMkLst>
          <pc:docMk/>
          <pc:sldMk cId="3808169131" sldId="351"/>
        </pc:sldMkLst>
      </pc:sldChg>
      <pc:sldChg chg="addSp delSp modSp add mod ord addAnim delAnim modAnim modNotesTx">
        <pc:chgData name="Simone Beets" userId="5adb261a4dd6137b" providerId="LiveId" clId="{5622D2CA-130E-490A-952A-3E9DD0BAA9CD}" dt="2025-03-02T09:37:42.894" v="4231" actId="20577"/>
        <pc:sldMkLst>
          <pc:docMk/>
          <pc:sldMk cId="583071382" sldId="352"/>
        </pc:sldMkLst>
      </pc:sldChg>
      <pc:sldChg chg="add del">
        <pc:chgData name="Simone Beets" userId="5adb261a4dd6137b" providerId="LiveId" clId="{5622D2CA-130E-490A-952A-3E9DD0BAA9CD}" dt="2025-03-02T10:15:59.877" v="4811" actId="47"/>
        <pc:sldMkLst>
          <pc:docMk/>
          <pc:sldMk cId="282828493" sldId="353"/>
        </pc:sldMkLst>
      </pc:sldChg>
      <pc:sldChg chg="add del ord">
        <pc:chgData name="Simone Beets" userId="5adb261a4dd6137b" providerId="LiveId" clId="{5622D2CA-130E-490A-952A-3E9DD0BAA9CD}" dt="2025-03-02T09:38:36.357" v="4232" actId="2696"/>
        <pc:sldMkLst>
          <pc:docMk/>
          <pc:sldMk cId="3330617832" sldId="353"/>
        </pc:sldMkLst>
      </pc:sldChg>
      <pc:sldChg chg="modSp add mod modNotesTx">
        <pc:chgData name="Simone Beets" userId="5adb261a4dd6137b" providerId="LiveId" clId="{5622D2CA-130E-490A-952A-3E9DD0BAA9CD}" dt="2025-03-02T10:31:06.831" v="5086" actId="6549"/>
        <pc:sldMkLst>
          <pc:docMk/>
          <pc:sldMk cId="2567004572" sldId="354"/>
        </pc:sldMkLst>
      </pc:sldChg>
      <pc:sldChg chg="addSp delSp modSp add mod ord delAnim modAnim modNotesTx">
        <pc:chgData name="Simone Beets" userId="5adb261a4dd6137b" providerId="LiveId" clId="{5622D2CA-130E-490A-952A-3E9DD0BAA9CD}" dt="2025-03-03T06:07:38.982" v="5651" actId="6549"/>
        <pc:sldMkLst>
          <pc:docMk/>
          <pc:sldMk cId="1094026494" sldId="355"/>
        </pc:sldMkLst>
      </pc:sldChg>
      <pc:sldChg chg="addSp delSp modSp add del mod ord delAnim modAnim">
        <pc:chgData name="Simone Beets" userId="5adb261a4dd6137b" providerId="LiveId" clId="{5622D2CA-130E-490A-952A-3E9DD0BAA9CD}" dt="2025-03-02T09:56:51.297" v="4506" actId="2696"/>
        <pc:sldMkLst>
          <pc:docMk/>
          <pc:sldMk cId="3434173093" sldId="356"/>
        </pc:sldMkLst>
      </pc:sldChg>
      <pc:sldChg chg="addSp delSp modSp add mod delAnim modAnim">
        <pc:chgData name="Simone Beets" userId="5adb261a4dd6137b" providerId="LiveId" clId="{5622D2CA-130E-490A-952A-3E9DD0BAA9CD}" dt="2025-03-02T10:33:17.815" v="5119" actId="20577"/>
        <pc:sldMkLst>
          <pc:docMk/>
          <pc:sldMk cId="3907085252" sldId="357"/>
        </pc:sldMkLst>
      </pc:sldChg>
      <pc:sldChg chg="delSp modSp add mod ord delAnim modAnim modNotesTx">
        <pc:chgData name="Simone Beets" userId="5adb261a4dd6137b" providerId="LiveId" clId="{5622D2CA-130E-490A-952A-3E9DD0BAA9CD}" dt="2025-03-02T10:52:55.564" v="5525"/>
        <pc:sldMkLst>
          <pc:docMk/>
          <pc:sldMk cId="1528914622" sldId="358"/>
        </pc:sldMkLst>
      </pc:sldChg>
      <pc:sldChg chg="add del">
        <pc:chgData name="Simone Beets" userId="5adb261a4dd6137b" providerId="LiveId" clId="{5622D2CA-130E-490A-952A-3E9DD0BAA9CD}" dt="2025-03-02T10:01:01.787" v="4565" actId="47"/>
        <pc:sldMkLst>
          <pc:docMk/>
          <pc:sldMk cId="1544276434" sldId="358"/>
        </pc:sldMkLst>
      </pc:sldChg>
      <pc:sldChg chg="addSp delSp modSp add mod delAnim modAnim modNotesTx">
        <pc:chgData name="Simone Beets" userId="5adb261a4dd6137b" providerId="LiveId" clId="{5622D2CA-130E-490A-952A-3E9DD0BAA9CD}" dt="2025-03-02T10:48:22.059" v="5503" actId="1036"/>
        <pc:sldMkLst>
          <pc:docMk/>
          <pc:sldMk cId="4062962358" sldId="359"/>
        </pc:sldMkLst>
      </pc:sldChg>
      <pc:sldChg chg="modSp add mod ord modAnim modNotesTx">
        <pc:chgData name="Simone Beets" userId="5adb261a4dd6137b" providerId="LiveId" clId="{5622D2CA-130E-490A-952A-3E9DD0BAA9CD}" dt="2025-03-02T10:53:04.710" v="5526"/>
        <pc:sldMkLst>
          <pc:docMk/>
          <pc:sldMk cId="1615067123" sldId="360"/>
        </pc:sldMkLst>
      </pc:sldChg>
      <pc:sldChg chg="addSp modSp add mod modAnim modNotesTx">
        <pc:chgData name="Simone Beets" userId="5adb261a4dd6137b" providerId="LiveId" clId="{5622D2CA-130E-490A-952A-3E9DD0BAA9CD}" dt="2025-03-02T10:14:53.273" v="4762" actId="6549"/>
        <pc:sldMkLst>
          <pc:docMk/>
          <pc:sldMk cId="2854956525" sldId="361"/>
        </pc:sldMkLst>
      </pc:sldChg>
      <pc:sldChg chg="modSp add mod ord modNotesTx">
        <pc:chgData name="Simone Beets" userId="5adb261a4dd6137b" providerId="LiveId" clId="{5622D2CA-130E-490A-952A-3E9DD0BAA9CD}" dt="2025-03-02T11:08:21.324" v="5648" actId="20577"/>
        <pc:sldMkLst>
          <pc:docMk/>
          <pc:sldMk cId="2845008166" sldId="362"/>
        </pc:sldMkLst>
      </pc:sldChg>
      <pc:sldChg chg="addSp delSp modSp add mod modAnim">
        <pc:chgData name="Simone Beets" userId="5adb261a4dd6137b" providerId="LiveId" clId="{5622D2CA-130E-490A-952A-3E9DD0BAA9CD}" dt="2025-03-02T10:32:12.287" v="5116" actId="1076"/>
        <pc:sldMkLst>
          <pc:docMk/>
          <pc:sldMk cId="2331509468" sldId="363"/>
        </pc:sldMkLst>
      </pc:sldChg>
    </pc:docChg>
  </pc:docChgLst>
  <pc:docChgLst>
    <pc:chgData name="Simone Beets" userId="5adb261a4dd6137b" providerId="LiveId" clId="{73E76A6F-86C1-47C7-88F2-1E4EF9849B9F}"/>
    <pc:docChg chg="undo custSel addSld delSld modSld sldOrd">
      <pc:chgData name="Simone Beets" userId="5adb261a4dd6137b" providerId="LiveId" clId="{73E76A6F-86C1-47C7-88F2-1E4EF9849B9F}" dt="2025-05-19T05:03:50.929" v="1085" actId="14100"/>
      <pc:docMkLst>
        <pc:docMk/>
      </pc:docMkLst>
      <pc:sldChg chg="modSp mod modNotesTx">
        <pc:chgData name="Simone Beets" userId="5adb261a4dd6137b" providerId="LiveId" clId="{73E76A6F-86C1-47C7-88F2-1E4EF9849B9F}" dt="2025-05-19T04:15:57.318" v="56" actId="6549"/>
        <pc:sldMkLst>
          <pc:docMk/>
          <pc:sldMk cId="0" sldId="271"/>
        </pc:sldMkLst>
        <pc:spChg chg="mod">
          <ac:chgData name="Simone Beets" userId="5adb261a4dd6137b" providerId="LiveId" clId="{73E76A6F-86C1-47C7-88F2-1E4EF9849B9F}" dt="2025-05-19T04:15:53.949" v="55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modSp mod ord modAnim">
        <pc:chgData name="Simone Beets" userId="5adb261a4dd6137b" providerId="LiveId" clId="{73E76A6F-86C1-47C7-88F2-1E4EF9849B9F}" dt="2025-05-19T04:17:55.957" v="176" actId="20577"/>
        <pc:sldMkLst>
          <pc:docMk/>
          <pc:sldMk cId="2049952096" sldId="340"/>
        </pc:sldMkLst>
        <pc:spChg chg="mod">
          <ac:chgData name="Simone Beets" userId="5adb261a4dd6137b" providerId="LiveId" clId="{73E76A6F-86C1-47C7-88F2-1E4EF9849B9F}" dt="2025-05-19T04:17:55.957" v="176" actId="20577"/>
          <ac:spMkLst>
            <pc:docMk/>
            <pc:sldMk cId="2049952096" sldId="340"/>
            <ac:spMk id="3" creationId="{5FC41105-4403-E8F4-410C-2D4F041B0E3A}"/>
          </ac:spMkLst>
        </pc:spChg>
        <pc:spChg chg="mod">
          <ac:chgData name="Simone Beets" userId="5adb261a4dd6137b" providerId="LiveId" clId="{73E76A6F-86C1-47C7-88F2-1E4EF9849B9F}" dt="2025-05-19T04:16:18.147" v="65" actId="20577"/>
          <ac:spMkLst>
            <pc:docMk/>
            <pc:sldMk cId="2049952096" sldId="340"/>
            <ac:spMk id="6" creationId="{94729AF2-8103-6153-03E4-036FBFCE6ABA}"/>
          </ac:spMkLst>
        </pc:spChg>
      </pc:sldChg>
      <pc:sldChg chg="modSp mod">
        <pc:chgData name="Simone Beets" userId="5adb261a4dd6137b" providerId="LiveId" clId="{73E76A6F-86C1-47C7-88F2-1E4EF9849B9F}" dt="2025-05-19T05:03:50.929" v="1085" actId="14100"/>
        <pc:sldMkLst>
          <pc:docMk/>
          <pc:sldMk cId="3637301509" sldId="418"/>
        </pc:sldMkLst>
      </pc:sldChg>
      <pc:sldChg chg="addSp modSp mod modAnim">
        <pc:chgData name="Simone Beets" userId="5adb261a4dd6137b" providerId="LiveId" clId="{73E76A6F-86C1-47C7-88F2-1E4EF9849B9F}" dt="2025-05-19T04:26:28.769" v="490" actId="1076"/>
        <pc:sldMkLst>
          <pc:docMk/>
          <pc:sldMk cId="3254395611" sldId="445"/>
        </pc:sldMkLst>
        <pc:spChg chg="mod">
          <ac:chgData name="Simone Beets" userId="5adb261a4dd6137b" providerId="LiveId" clId="{73E76A6F-86C1-47C7-88F2-1E4EF9849B9F}" dt="2025-05-19T04:24:18.943" v="461" actId="6549"/>
          <ac:spMkLst>
            <pc:docMk/>
            <pc:sldMk cId="3254395611" sldId="445"/>
            <ac:spMk id="20482" creationId="{62A76376-C20A-74C5-AEFF-D1FCBF990F45}"/>
          </ac:spMkLst>
        </pc:spChg>
        <pc:spChg chg="mod">
          <ac:chgData name="Simone Beets" userId="5adb261a4dd6137b" providerId="LiveId" clId="{73E76A6F-86C1-47C7-88F2-1E4EF9849B9F}" dt="2025-05-19T04:25:37.628" v="474" actId="14100"/>
          <ac:spMkLst>
            <pc:docMk/>
            <pc:sldMk cId="3254395611" sldId="445"/>
            <ac:spMk id="20483" creationId="{9BAD2B09-5AAF-5254-AC57-8E4B08C44C0A}"/>
          </ac:spMkLst>
        </pc:spChg>
      </pc:sldChg>
      <pc:sldChg chg="del">
        <pc:chgData name="Simone Beets" userId="5adb261a4dd6137b" providerId="LiveId" clId="{73E76A6F-86C1-47C7-88F2-1E4EF9849B9F}" dt="2025-05-19T04:55:35.897" v="1038" actId="47"/>
        <pc:sldMkLst>
          <pc:docMk/>
          <pc:sldMk cId="276270174" sldId="446"/>
        </pc:sldMkLst>
      </pc:sldChg>
      <pc:sldChg chg="del">
        <pc:chgData name="Simone Beets" userId="5adb261a4dd6137b" providerId="LiveId" clId="{73E76A6F-86C1-47C7-88F2-1E4EF9849B9F}" dt="2025-05-19T04:55:34.369" v="1037" actId="47"/>
        <pc:sldMkLst>
          <pc:docMk/>
          <pc:sldMk cId="1929359625" sldId="463"/>
        </pc:sldMkLst>
      </pc:sldChg>
      <pc:sldChg chg="addSp delSp modSp mod modAnim">
        <pc:chgData name="Simone Beets" userId="5adb261a4dd6137b" providerId="LiveId" clId="{73E76A6F-86C1-47C7-88F2-1E4EF9849B9F}" dt="2025-05-19T04:28:49.330" v="510" actId="114"/>
        <pc:sldMkLst>
          <pc:docMk/>
          <pc:sldMk cId="1574057065" sldId="466"/>
        </pc:sldMkLst>
      </pc:sldChg>
      <pc:sldChg chg="del">
        <pc:chgData name="Simone Beets" userId="5adb261a4dd6137b" providerId="LiveId" clId="{73E76A6F-86C1-47C7-88F2-1E4EF9849B9F}" dt="2025-05-19T04:45:41.944" v="864" actId="47"/>
        <pc:sldMkLst>
          <pc:docMk/>
          <pc:sldMk cId="3175637596" sldId="467"/>
        </pc:sldMkLst>
      </pc:sldChg>
      <pc:sldChg chg="del">
        <pc:chgData name="Simone Beets" userId="5adb261a4dd6137b" providerId="LiveId" clId="{73E76A6F-86C1-47C7-88F2-1E4EF9849B9F}" dt="2025-05-19T04:55:31.988" v="1035" actId="47"/>
        <pc:sldMkLst>
          <pc:docMk/>
          <pc:sldMk cId="3360349297" sldId="468"/>
        </pc:sldMkLst>
      </pc:sldChg>
      <pc:sldChg chg="del">
        <pc:chgData name="Simone Beets" userId="5adb261a4dd6137b" providerId="LiveId" clId="{73E76A6F-86C1-47C7-88F2-1E4EF9849B9F}" dt="2025-05-19T04:55:32.846" v="1036" actId="47"/>
        <pc:sldMkLst>
          <pc:docMk/>
          <pc:sldMk cId="3641775799" sldId="469"/>
        </pc:sldMkLst>
      </pc:sldChg>
      <pc:sldChg chg="del">
        <pc:chgData name="Simone Beets" userId="5adb261a4dd6137b" providerId="LiveId" clId="{73E76A6F-86C1-47C7-88F2-1E4EF9849B9F}" dt="2025-05-19T04:55:37.840" v="1040" actId="47"/>
        <pc:sldMkLst>
          <pc:docMk/>
          <pc:sldMk cId="846918527" sldId="470"/>
        </pc:sldMkLst>
      </pc:sldChg>
      <pc:sldChg chg="del">
        <pc:chgData name="Simone Beets" userId="5adb261a4dd6137b" providerId="LiveId" clId="{73E76A6F-86C1-47C7-88F2-1E4EF9849B9F}" dt="2025-05-19T04:55:38.878" v="1041" actId="47"/>
        <pc:sldMkLst>
          <pc:docMk/>
          <pc:sldMk cId="1344400379" sldId="471"/>
        </pc:sldMkLst>
      </pc:sldChg>
      <pc:sldChg chg="del">
        <pc:chgData name="Simone Beets" userId="5adb261a4dd6137b" providerId="LiveId" clId="{73E76A6F-86C1-47C7-88F2-1E4EF9849B9F}" dt="2025-05-19T04:55:40.478" v="1043" actId="47"/>
        <pc:sldMkLst>
          <pc:docMk/>
          <pc:sldMk cId="2781384769" sldId="472"/>
        </pc:sldMkLst>
      </pc:sldChg>
      <pc:sldChg chg="del">
        <pc:chgData name="Simone Beets" userId="5adb261a4dd6137b" providerId="LiveId" clId="{73E76A6F-86C1-47C7-88F2-1E4EF9849B9F}" dt="2025-05-19T04:55:41.119" v="1044" actId="47"/>
        <pc:sldMkLst>
          <pc:docMk/>
          <pc:sldMk cId="4093388334" sldId="473"/>
        </pc:sldMkLst>
      </pc:sldChg>
      <pc:sldChg chg="del">
        <pc:chgData name="Simone Beets" userId="5adb261a4dd6137b" providerId="LiveId" clId="{73E76A6F-86C1-47C7-88F2-1E4EF9849B9F}" dt="2025-05-19T04:55:42.151" v="1045" actId="47"/>
        <pc:sldMkLst>
          <pc:docMk/>
          <pc:sldMk cId="216997997" sldId="474"/>
        </pc:sldMkLst>
      </pc:sldChg>
      <pc:sldChg chg="del">
        <pc:chgData name="Simone Beets" userId="5adb261a4dd6137b" providerId="LiveId" clId="{73E76A6F-86C1-47C7-88F2-1E4EF9849B9F}" dt="2025-05-19T04:55:42.985" v="1046" actId="47"/>
        <pc:sldMkLst>
          <pc:docMk/>
          <pc:sldMk cId="3237138947" sldId="475"/>
        </pc:sldMkLst>
      </pc:sldChg>
      <pc:sldChg chg="del">
        <pc:chgData name="Simone Beets" userId="5adb261a4dd6137b" providerId="LiveId" clId="{73E76A6F-86C1-47C7-88F2-1E4EF9849B9F}" dt="2025-05-19T04:55:44.163" v="1047" actId="47"/>
        <pc:sldMkLst>
          <pc:docMk/>
          <pc:sldMk cId="729117134" sldId="476"/>
        </pc:sldMkLst>
      </pc:sldChg>
      <pc:sldChg chg="del">
        <pc:chgData name="Simone Beets" userId="5adb261a4dd6137b" providerId="LiveId" clId="{73E76A6F-86C1-47C7-88F2-1E4EF9849B9F}" dt="2025-05-19T04:55:36.670" v="1039" actId="47"/>
        <pc:sldMkLst>
          <pc:docMk/>
          <pc:sldMk cId="3899279044" sldId="477"/>
        </pc:sldMkLst>
      </pc:sldChg>
      <pc:sldChg chg="del">
        <pc:chgData name="Simone Beets" userId="5adb261a4dd6137b" providerId="LiveId" clId="{73E76A6F-86C1-47C7-88F2-1E4EF9849B9F}" dt="2025-05-19T04:55:39.599" v="1042" actId="47"/>
        <pc:sldMkLst>
          <pc:docMk/>
          <pc:sldMk cId="851870427" sldId="478"/>
        </pc:sldMkLst>
      </pc:sldChg>
      <pc:sldChg chg="del">
        <pc:chgData name="Simone Beets" userId="5adb261a4dd6137b" providerId="LiveId" clId="{73E76A6F-86C1-47C7-88F2-1E4EF9849B9F}" dt="2025-05-19T04:16:06.565" v="57" actId="47"/>
        <pc:sldMkLst>
          <pc:docMk/>
          <pc:sldMk cId="1869374830" sldId="479"/>
        </pc:sldMkLst>
      </pc:sldChg>
      <pc:sldChg chg="addSp delSp modSp add mod ord modAnim">
        <pc:chgData name="Simone Beets" userId="5adb261a4dd6137b" providerId="LiveId" clId="{73E76A6F-86C1-47C7-88F2-1E4EF9849B9F}" dt="2025-05-19T04:23:48.428" v="457" actId="14734"/>
        <pc:sldMkLst>
          <pc:docMk/>
          <pc:sldMk cId="2379305927" sldId="479"/>
        </pc:sldMkLst>
      </pc:sldChg>
      <pc:sldChg chg="modSp add modAnim">
        <pc:chgData name="Simone Beets" userId="5adb261a4dd6137b" providerId="LiveId" clId="{73E76A6F-86C1-47C7-88F2-1E4EF9849B9F}" dt="2025-05-19T04:29:33.338" v="513" actId="114"/>
        <pc:sldMkLst>
          <pc:docMk/>
          <pc:sldMk cId="50033510" sldId="480"/>
        </pc:sldMkLst>
      </pc:sldChg>
      <pc:sldChg chg="addSp modSp add mod modAnim">
        <pc:chgData name="Simone Beets" userId="5adb261a4dd6137b" providerId="LiveId" clId="{73E76A6F-86C1-47C7-88F2-1E4EF9849B9F}" dt="2025-05-19T04:34:46.869" v="608" actId="207"/>
        <pc:sldMkLst>
          <pc:docMk/>
          <pc:sldMk cId="1068450208" sldId="481"/>
        </pc:sldMkLst>
      </pc:sldChg>
      <pc:sldChg chg="addSp delSp modSp add mod ord modAnim">
        <pc:chgData name="Simone Beets" userId="5adb261a4dd6137b" providerId="LiveId" clId="{73E76A6F-86C1-47C7-88F2-1E4EF9849B9F}" dt="2025-05-19T04:55:24.537" v="1034"/>
        <pc:sldMkLst>
          <pc:docMk/>
          <pc:sldMk cId="2281522289" sldId="482"/>
        </pc:sldMkLst>
      </pc:sldChg>
      <pc:sldChg chg="modSp add mod ord modAnim">
        <pc:chgData name="Simone Beets" userId="5adb261a4dd6137b" providerId="LiveId" clId="{73E76A6F-86C1-47C7-88F2-1E4EF9849B9F}" dt="2025-05-19T04:36:48.543" v="659" actId="20577"/>
        <pc:sldMkLst>
          <pc:docMk/>
          <pc:sldMk cId="2226155253" sldId="483"/>
        </pc:sldMkLst>
      </pc:sldChg>
      <pc:sldChg chg="addSp delSp modSp add mod ord delAnim modAnim">
        <pc:chgData name="Simone Beets" userId="5adb261a4dd6137b" providerId="LiveId" clId="{73E76A6F-86C1-47C7-88F2-1E4EF9849B9F}" dt="2025-05-19T04:38:02.975" v="682" actId="122"/>
        <pc:sldMkLst>
          <pc:docMk/>
          <pc:sldMk cId="4152693905" sldId="484"/>
        </pc:sldMkLst>
      </pc:sldChg>
      <pc:sldChg chg="addSp delSp modSp add mod delAnim modAnim">
        <pc:chgData name="Simone Beets" userId="5adb261a4dd6137b" providerId="LiveId" clId="{73E76A6F-86C1-47C7-88F2-1E4EF9849B9F}" dt="2025-05-19T04:41:33.379" v="793" actId="14100"/>
        <pc:sldMkLst>
          <pc:docMk/>
          <pc:sldMk cId="2600509550" sldId="485"/>
        </pc:sldMkLst>
      </pc:sldChg>
      <pc:sldChg chg="modSp add mod ord modAnim">
        <pc:chgData name="Simone Beets" userId="5adb261a4dd6137b" providerId="LiveId" clId="{73E76A6F-86C1-47C7-88F2-1E4EF9849B9F}" dt="2025-05-19T04:45:04.372" v="850"/>
        <pc:sldMkLst>
          <pc:docMk/>
          <pc:sldMk cId="36184238" sldId="486"/>
        </pc:sldMkLst>
      </pc:sldChg>
      <pc:sldChg chg="addSp delSp modSp add mod ord delAnim modAnim">
        <pc:chgData name="Simone Beets" userId="5adb261a4dd6137b" providerId="LiveId" clId="{73E76A6F-86C1-47C7-88F2-1E4EF9849B9F}" dt="2025-05-19T04:55:21.124" v="1032"/>
        <pc:sldMkLst>
          <pc:docMk/>
          <pc:sldMk cId="355148996" sldId="487"/>
        </pc:sldMkLst>
      </pc:sldChg>
      <pc:sldChg chg="addSp delSp modSp add mod ord delAnim modAnim">
        <pc:chgData name="Simone Beets" userId="5adb261a4dd6137b" providerId="LiveId" clId="{73E76A6F-86C1-47C7-88F2-1E4EF9849B9F}" dt="2025-05-19T04:55:16.083" v="1030"/>
        <pc:sldMkLst>
          <pc:docMk/>
          <pc:sldMk cId="2798877767" sldId="488"/>
        </pc:sldMkLst>
      </pc:sldChg>
      <pc:sldChg chg="addSp delSp modSp add mod delAnim modAnim">
        <pc:chgData name="Simone Beets" userId="5adb261a4dd6137b" providerId="LiveId" clId="{73E76A6F-86C1-47C7-88F2-1E4EF9849B9F}" dt="2025-05-19T04:52:58.799" v="975" actId="113"/>
        <pc:sldMkLst>
          <pc:docMk/>
          <pc:sldMk cId="3775108204" sldId="489"/>
        </pc:sldMkLst>
      </pc:sldChg>
      <pc:sldChg chg="add del">
        <pc:chgData name="Simone Beets" userId="5adb261a4dd6137b" providerId="LiveId" clId="{73E76A6F-86C1-47C7-88F2-1E4EF9849B9F}" dt="2025-05-19T04:53:19.914" v="977" actId="2890"/>
        <pc:sldMkLst>
          <pc:docMk/>
          <pc:sldMk cId="581308320" sldId="490"/>
        </pc:sldMkLst>
      </pc:sldChg>
      <pc:sldChg chg="addSp delSp modSp add mod delAnim modAnim">
        <pc:chgData name="Simone Beets" userId="5adb261a4dd6137b" providerId="LiveId" clId="{73E76A6F-86C1-47C7-88F2-1E4EF9849B9F}" dt="2025-05-19T04:54:54.858" v="1029"/>
        <pc:sldMkLst>
          <pc:docMk/>
          <pc:sldMk cId="4284405685" sldId="490"/>
        </pc:sldMkLst>
      </pc:sldChg>
    </pc:docChg>
  </pc:docChgLst>
  <pc:docChgLst>
    <pc:chgData name="Simone Beets" userId="5adb261a4dd6137b" providerId="LiveId" clId="{E07A07D7-04D8-437C-9542-FAFF4F775B6E}"/>
    <pc:docChg chg="undo custSel addSld delSld modSld sldOrd">
      <pc:chgData name="Simone Beets" userId="5adb261a4dd6137b" providerId="LiveId" clId="{E07A07D7-04D8-437C-9542-FAFF4F775B6E}" dt="2025-05-16T08:34:56.614" v="9217" actId="14861"/>
      <pc:docMkLst>
        <pc:docMk/>
      </pc:docMkLst>
      <pc:sldChg chg="modSp mod modNotesTx">
        <pc:chgData name="Simone Beets" userId="5adb261a4dd6137b" providerId="LiveId" clId="{E07A07D7-04D8-437C-9542-FAFF4F775B6E}" dt="2025-05-07T11:32:53.826" v="9216"/>
        <pc:sldMkLst>
          <pc:docMk/>
          <pc:sldMk cId="0" sldId="271"/>
        </pc:sldMkLst>
        <pc:spChg chg="mod">
          <ac:chgData name="Simone Beets" userId="5adb261a4dd6137b" providerId="LiveId" clId="{E07A07D7-04D8-437C-9542-FAFF4F775B6E}" dt="2025-05-05T04:17:02.213" v="7858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del">
        <pc:chgData name="Simone Beets" userId="5adb261a4dd6137b" providerId="LiveId" clId="{E07A07D7-04D8-437C-9542-FAFF4F775B6E}" dt="2025-05-05T02:19:49.544" v="347" actId="47"/>
        <pc:sldMkLst>
          <pc:docMk/>
          <pc:sldMk cId="465305782" sldId="323"/>
        </pc:sldMkLst>
      </pc:sldChg>
      <pc:sldChg chg="delSp modSp mod modAnim modNotesTx">
        <pc:chgData name="Simone Beets" userId="5adb261a4dd6137b" providerId="LiveId" clId="{E07A07D7-04D8-437C-9542-FAFF4F775B6E}" dt="2025-05-05T06:53:16.066" v="8244" actId="6549"/>
        <pc:sldMkLst>
          <pc:docMk/>
          <pc:sldMk cId="2049952096" sldId="340"/>
        </pc:sldMkLst>
        <pc:spChg chg="mod">
          <ac:chgData name="Simone Beets" userId="5adb261a4dd6137b" providerId="LiveId" clId="{E07A07D7-04D8-437C-9542-FAFF4F775B6E}" dt="2025-05-05T02:21:27.392" v="502" actId="20577"/>
          <ac:spMkLst>
            <pc:docMk/>
            <pc:sldMk cId="2049952096" sldId="340"/>
            <ac:spMk id="3" creationId="{5FC41105-4403-E8F4-410C-2D4F041B0E3A}"/>
          </ac:spMkLst>
        </pc:spChg>
        <pc:spChg chg="mod">
          <ac:chgData name="Simone Beets" userId="5adb261a4dd6137b" providerId="LiveId" clId="{E07A07D7-04D8-437C-9542-FAFF4F775B6E}" dt="2025-05-05T02:21:43.560" v="513" actId="1038"/>
          <ac:spMkLst>
            <pc:docMk/>
            <pc:sldMk cId="2049952096" sldId="340"/>
            <ac:spMk id="6" creationId="{94729AF2-8103-6153-03E4-036FBFCE6ABA}"/>
          </ac:spMkLst>
        </pc:spChg>
      </pc:sldChg>
      <pc:sldChg chg="addSp delSp modSp mod">
        <pc:chgData name="Simone Beets" userId="5adb261a4dd6137b" providerId="LiveId" clId="{E07A07D7-04D8-437C-9542-FAFF4F775B6E}" dt="2025-05-05T03:39:25.949" v="6954" actId="207"/>
        <pc:sldMkLst>
          <pc:docMk/>
          <pc:sldMk cId="3637301509" sldId="418"/>
        </pc:sldMkLst>
      </pc:sldChg>
      <pc:sldChg chg="del">
        <pc:chgData name="Simone Beets" userId="5adb261a4dd6137b" providerId="LiveId" clId="{E07A07D7-04D8-437C-9542-FAFF4F775B6E}" dt="2025-05-05T03:37:53.578" v="6902" actId="47"/>
        <pc:sldMkLst>
          <pc:docMk/>
          <pc:sldMk cId="811755344" sldId="425"/>
        </pc:sldMkLst>
      </pc:sldChg>
      <pc:sldChg chg="modSp mod modNotesTx">
        <pc:chgData name="Simone Beets" userId="5adb261a4dd6137b" providerId="LiveId" clId="{E07A07D7-04D8-437C-9542-FAFF4F775B6E}" dt="2025-05-05T04:43:53.951" v="7947" actId="20577"/>
        <pc:sldMkLst>
          <pc:docMk/>
          <pc:sldMk cId="244380026" sldId="442"/>
        </pc:sldMkLst>
        <pc:spChg chg="mod">
          <ac:chgData name="Simone Beets" userId="5adb261a4dd6137b" providerId="LiveId" clId="{E07A07D7-04D8-437C-9542-FAFF4F775B6E}" dt="2025-05-05T02:17:36.298" v="29" actId="20577"/>
          <ac:spMkLst>
            <pc:docMk/>
            <pc:sldMk cId="244380026" sldId="442"/>
            <ac:spMk id="3" creationId="{19B1ACD8-DDF9-5B3F-1BA1-98739E948141}"/>
          </ac:spMkLst>
        </pc:spChg>
      </pc:sldChg>
      <pc:sldChg chg="del">
        <pc:chgData name="Simone Beets" userId="5adb261a4dd6137b" providerId="LiveId" clId="{E07A07D7-04D8-437C-9542-FAFF4F775B6E}" dt="2025-05-05T02:19:51.183" v="348" actId="47"/>
        <pc:sldMkLst>
          <pc:docMk/>
          <pc:sldMk cId="2028940021" sldId="443"/>
        </pc:sldMkLst>
      </pc:sldChg>
      <pc:sldChg chg="modSp mod ord modAnim modNotesTx">
        <pc:chgData name="Simone Beets" userId="5adb261a4dd6137b" providerId="LiveId" clId="{E07A07D7-04D8-437C-9542-FAFF4F775B6E}" dt="2025-05-05T04:17:18.744" v="7859" actId="6549"/>
        <pc:sldMkLst>
          <pc:docMk/>
          <pc:sldMk cId="3254395611" sldId="445"/>
        </pc:sldMkLst>
        <pc:spChg chg="mod">
          <ac:chgData name="Simone Beets" userId="5adb261a4dd6137b" providerId="LiveId" clId="{E07A07D7-04D8-437C-9542-FAFF4F775B6E}" dt="2025-05-05T02:22:11.961" v="539" actId="20577"/>
          <ac:spMkLst>
            <pc:docMk/>
            <pc:sldMk cId="3254395611" sldId="445"/>
            <ac:spMk id="20482" creationId="{62A76376-C20A-74C5-AEFF-D1FCBF990F45}"/>
          </ac:spMkLst>
        </pc:spChg>
        <pc:spChg chg="mod">
          <ac:chgData name="Simone Beets" userId="5adb261a4dd6137b" providerId="LiveId" clId="{E07A07D7-04D8-437C-9542-FAFF4F775B6E}" dt="2025-05-05T02:24:42.835" v="1013" actId="113"/>
          <ac:spMkLst>
            <pc:docMk/>
            <pc:sldMk cId="3254395611" sldId="445"/>
            <ac:spMk id="20483" creationId="{9BAD2B09-5AAF-5254-AC57-8E4B08C44C0A}"/>
          </ac:spMkLst>
        </pc:spChg>
      </pc:sldChg>
      <pc:sldChg chg="addSp delSp modSp mod ord modAnim modNotesTx">
        <pc:chgData name="Simone Beets" userId="5adb261a4dd6137b" providerId="LiveId" clId="{E07A07D7-04D8-437C-9542-FAFF4F775B6E}" dt="2025-05-05T04:07:19.518" v="7851"/>
        <pc:sldMkLst>
          <pc:docMk/>
          <pc:sldMk cId="276270174" sldId="446"/>
        </pc:sldMkLst>
      </pc:sldChg>
      <pc:sldChg chg="del">
        <pc:chgData name="Simone Beets" userId="5adb261a4dd6137b" providerId="LiveId" clId="{E07A07D7-04D8-437C-9542-FAFF4F775B6E}" dt="2025-05-05T03:37:54.163" v="6903" actId="47"/>
        <pc:sldMkLst>
          <pc:docMk/>
          <pc:sldMk cId="2903611770" sldId="448"/>
        </pc:sldMkLst>
      </pc:sldChg>
      <pc:sldChg chg="del">
        <pc:chgData name="Simone Beets" userId="5adb261a4dd6137b" providerId="LiveId" clId="{E07A07D7-04D8-437C-9542-FAFF4F775B6E}" dt="2025-05-05T03:37:55.516" v="6904" actId="47"/>
        <pc:sldMkLst>
          <pc:docMk/>
          <pc:sldMk cId="3925703631" sldId="450"/>
        </pc:sldMkLst>
      </pc:sldChg>
      <pc:sldChg chg="del">
        <pc:chgData name="Simone Beets" userId="5adb261a4dd6137b" providerId="LiveId" clId="{E07A07D7-04D8-437C-9542-FAFF4F775B6E}" dt="2025-05-05T03:37:55.984" v="6905" actId="47"/>
        <pc:sldMkLst>
          <pc:docMk/>
          <pc:sldMk cId="2194690210" sldId="451"/>
        </pc:sldMkLst>
      </pc:sldChg>
      <pc:sldChg chg="del">
        <pc:chgData name="Simone Beets" userId="5adb261a4dd6137b" providerId="LiveId" clId="{E07A07D7-04D8-437C-9542-FAFF4F775B6E}" dt="2025-05-05T03:37:57.037" v="6906" actId="47"/>
        <pc:sldMkLst>
          <pc:docMk/>
          <pc:sldMk cId="1982727569" sldId="452"/>
        </pc:sldMkLst>
      </pc:sldChg>
      <pc:sldChg chg="del">
        <pc:chgData name="Simone Beets" userId="5adb261a4dd6137b" providerId="LiveId" clId="{E07A07D7-04D8-437C-9542-FAFF4F775B6E}" dt="2025-05-05T03:37:57.474" v="6907" actId="47"/>
        <pc:sldMkLst>
          <pc:docMk/>
          <pc:sldMk cId="3443735419" sldId="453"/>
        </pc:sldMkLst>
      </pc:sldChg>
      <pc:sldChg chg="del">
        <pc:chgData name="Simone Beets" userId="5adb261a4dd6137b" providerId="LiveId" clId="{E07A07D7-04D8-437C-9542-FAFF4F775B6E}" dt="2025-05-05T03:37:58.041" v="6908" actId="47"/>
        <pc:sldMkLst>
          <pc:docMk/>
          <pc:sldMk cId="4291348502" sldId="454"/>
        </pc:sldMkLst>
      </pc:sldChg>
      <pc:sldChg chg="del">
        <pc:chgData name="Simone Beets" userId="5adb261a4dd6137b" providerId="LiveId" clId="{E07A07D7-04D8-437C-9542-FAFF4F775B6E}" dt="2025-05-05T03:37:58.708" v="6909" actId="47"/>
        <pc:sldMkLst>
          <pc:docMk/>
          <pc:sldMk cId="1251566926" sldId="455"/>
        </pc:sldMkLst>
      </pc:sldChg>
      <pc:sldChg chg="del">
        <pc:chgData name="Simone Beets" userId="5adb261a4dd6137b" providerId="LiveId" clId="{E07A07D7-04D8-437C-9542-FAFF4F775B6E}" dt="2025-05-05T03:37:59.333" v="6910" actId="47"/>
        <pc:sldMkLst>
          <pc:docMk/>
          <pc:sldMk cId="537521088" sldId="456"/>
        </pc:sldMkLst>
      </pc:sldChg>
      <pc:sldChg chg="del">
        <pc:chgData name="Simone Beets" userId="5adb261a4dd6137b" providerId="LiveId" clId="{E07A07D7-04D8-437C-9542-FAFF4F775B6E}" dt="2025-05-05T03:38:00.445" v="6911" actId="47"/>
        <pc:sldMkLst>
          <pc:docMk/>
          <pc:sldMk cId="2678204417" sldId="457"/>
        </pc:sldMkLst>
      </pc:sldChg>
      <pc:sldChg chg="del">
        <pc:chgData name="Simone Beets" userId="5adb261a4dd6137b" providerId="LiveId" clId="{E07A07D7-04D8-437C-9542-FAFF4F775B6E}" dt="2025-05-05T03:38:00.885" v="6912" actId="47"/>
        <pc:sldMkLst>
          <pc:docMk/>
          <pc:sldMk cId="2238009784" sldId="458"/>
        </pc:sldMkLst>
      </pc:sldChg>
      <pc:sldChg chg="del">
        <pc:chgData name="Simone Beets" userId="5adb261a4dd6137b" providerId="LiveId" clId="{E07A07D7-04D8-437C-9542-FAFF4F775B6E}" dt="2025-05-05T03:38:02.075" v="6914" actId="47"/>
        <pc:sldMkLst>
          <pc:docMk/>
          <pc:sldMk cId="1749086728" sldId="459"/>
        </pc:sldMkLst>
      </pc:sldChg>
      <pc:sldChg chg="del">
        <pc:chgData name="Simone Beets" userId="5adb261a4dd6137b" providerId="LiveId" clId="{E07A07D7-04D8-437C-9542-FAFF4F775B6E}" dt="2025-05-05T03:38:02.647" v="6915" actId="47"/>
        <pc:sldMkLst>
          <pc:docMk/>
          <pc:sldMk cId="53913516" sldId="460"/>
        </pc:sldMkLst>
      </pc:sldChg>
      <pc:sldChg chg="del">
        <pc:chgData name="Simone Beets" userId="5adb261a4dd6137b" providerId="LiveId" clId="{E07A07D7-04D8-437C-9542-FAFF4F775B6E}" dt="2025-05-05T03:38:03.360" v="6916" actId="47"/>
        <pc:sldMkLst>
          <pc:docMk/>
          <pc:sldMk cId="2995512110" sldId="461"/>
        </pc:sldMkLst>
      </pc:sldChg>
      <pc:sldChg chg="del">
        <pc:chgData name="Simone Beets" userId="5adb261a4dd6137b" providerId="LiveId" clId="{E07A07D7-04D8-437C-9542-FAFF4F775B6E}" dt="2025-05-05T03:38:04.202" v="6917" actId="47"/>
        <pc:sldMkLst>
          <pc:docMk/>
          <pc:sldMk cId="835226338" sldId="462"/>
        </pc:sldMkLst>
      </pc:sldChg>
      <pc:sldChg chg="modSp mod">
        <pc:chgData name="Simone Beets" userId="5adb261a4dd6137b" providerId="LiveId" clId="{E07A07D7-04D8-437C-9542-FAFF4F775B6E}" dt="2025-05-05T02:35:50.598" v="2231" actId="20577"/>
        <pc:sldMkLst>
          <pc:docMk/>
          <pc:sldMk cId="1929359625" sldId="463"/>
        </pc:sldMkLst>
      </pc:sldChg>
      <pc:sldChg chg="del">
        <pc:chgData name="Simone Beets" userId="5adb261a4dd6137b" providerId="LiveId" clId="{E07A07D7-04D8-437C-9542-FAFF4F775B6E}" dt="2025-05-05T02:35:58.144" v="2232" actId="47"/>
        <pc:sldMkLst>
          <pc:docMk/>
          <pc:sldMk cId="1804291163" sldId="464"/>
        </pc:sldMkLst>
      </pc:sldChg>
      <pc:sldChg chg="del">
        <pc:chgData name="Simone Beets" userId="5adb261a4dd6137b" providerId="LiveId" clId="{E07A07D7-04D8-437C-9542-FAFF4F775B6E}" dt="2025-05-05T03:38:01.298" v="6913" actId="47"/>
        <pc:sldMkLst>
          <pc:docMk/>
          <pc:sldMk cId="3226213347" sldId="465"/>
        </pc:sldMkLst>
      </pc:sldChg>
      <pc:sldChg chg="del">
        <pc:chgData name="Simone Beets" userId="5adb261a4dd6137b" providerId="LiveId" clId="{E07A07D7-04D8-437C-9542-FAFF4F775B6E}" dt="2025-05-05T02:19:52.625" v="349" actId="47"/>
        <pc:sldMkLst>
          <pc:docMk/>
          <pc:sldMk cId="252068716" sldId="466"/>
        </pc:sldMkLst>
      </pc:sldChg>
      <pc:sldChg chg="addSp delSp modSp add mod delAnim modAnim modNotesTx">
        <pc:chgData name="Simone Beets" userId="5adb261a4dd6137b" providerId="LiveId" clId="{E07A07D7-04D8-437C-9542-FAFF4F775B6E}" dt="2025-05-05T04:17:22.134" v="7860" actId="6549"/>
        <pc:sldMkLst>
          <pc:docMk/>
          <pc:sldMk cId="1574057065" sldId="466"/>
        </pc:sldMkLst>
      </pc:sldChg>
      <pc:sldChg chg="addSp delSp modSp add mod modAnim modNotesTx">
        <pc:chgData name="Simone Beets" userId="5adb261a4dd6137b" providerId="LiveId" clId="{E07A07D7-04D8-437C-9542-FAFF4F775B6E}" dt="2025-05-05T04:17:25.287" v="7861" actId="6549"/>
        <pc:sldMkLst>
          <pc:docMk/>
          <pc:sldMk cId="3175637596" sldId="467"/>
        </pc:sldMkLst>
      </pc:sldChg>
      <pc:sldChg chg="del">
        <pc:chgData name="Simone Beets" userId="5adb261a4dd6137b" providerId="LiveId" clId="{E07A07D7-04D8-437C-9542-FAFF4F775B6E}" dt="2025-05-05T02:19:53.152" v="350" actId="47"/>
        <pc:sldMkLst>
          <pc:docMk/>
          <pc:sldMk cId="3925491160" sldId="467"/>
        </pc:sldMkLst>
      </pc:sldChg>
      <pc:sldChg chg="del">
        <pc:chgData name="Simone Beets" userId="5adb261a4dd6137b" providerId="LiveId" clId="{E07A07D7-04D8-437C-9542-FAFF4F775B6E}" dt="2025-05-05T02:19:54.102" v="351" actId="47"/>
        <pc:sldMkLst>
          <pc:docMk/>
          <pc:sldMk cId="1919941849" sldId="468"/>
        </pc:sldMkLst>
      </pc:sldChg>
      <pc:sldChg chg="delSp modSp add mod ord delAnim modAnim modNotesTx">
        <pc:chgData name="Simone Beets" userId="5adb261a4dd6137b" providerId="LiveId" clId="{E07A07D7-04D8-437C-9542-FAFF4F775B6E}" dt="2025-05-05T04:17:28.262" v="7862" actId="6549"/>
        <pc:sldMkLst>
          <pc:docMk/>
          <pc:sldMk cId="3360349297" sldId="468"/>
        </pc:sldMkLst>
      </pc:sldChg>
      <pc:sldChg chg="del">
        <pc:chgData name="Simone Beets" userId="5adb261a4dd6137b" providerId="LiveId" clId="{E07A07D7-04D8-437C-9542-FAFF4F775B6E}" dt="2025-05-05T02:19:54.812" v="352" actId="47"/>
        <pc:sldMkLst>
          <pc:docMk/>
          <pc:sldMk cId="1143944041" sldId="469"/>
        </pc:sldMkLst>
      </pc:sldChg>
      <pc:sldChg chg="addSp modSp add mod modClrScheme modAnim chgLayout modNotesTx">
        <pc:chgData name="Simone Beets" userId="5adb261a4dd6137b" providerId="LiveId" clId="{E07A07D7-04D8-437C-9542-FAFF4F775B6E}" dt="2025-05-16T08:34:56.614" v="9217" actId="14861"/>
        <pc:sldMkLst>
          <pc:docMk/>
          <pc:sldMk cId="3641775799" sldId="469"/>
        </pc:sldMkLst>
      </pc:sldChg>
      <pc:sldChg chg="addSp delSp modSp add mod ord delAnim modAnim modNotesTx">
        <pc:chgData name="Simone Beets" userId="5adb261a4dd6137b" providerId="LiveId" clId="{E07A07D7-04D8-437C-9542-FAFF4F775B6E}" dt="2025-05-05T04:17:38.551" v="7865" actId="6549"/>
        <pc:sldMkLst>
          <pc:docMk/>
          <pc:sldMk cId="846918527" sldId="470"/>
        </pc:sldMkLst>
      </pc:sldChg>
      <pc:sldChg chg="addSp delSp modSp add mod ord addAnim delAnim modAnim modNotesTx">
        <pc:chgData name="Simone Beets" userId="5adb261a4dd6137b" providerId="LiveId" clId="{E07A07D7-04D8-437C-9542-FAFF4F775B6E}" dt="2025-05-05T04:17:41.430" v="7866" actId="6549"/>
        <pc:sldMkLst>
          <pc:docMk/>
          <pc:sldMk cId="1344400379" sldId="471"/>
        </pc:sldMkLst>
      </pc:sldChg>
      <pc:sldChg chg="addSp delSp modSp add mod delAnim modAnim modNotesTx">
        <pc:chgData name="Simone Beets" userId="5adb261a4dd6137b" providerId="LiveId" clId="{E07A07D7-04D8-437C-9542-FAFF4F775B6E}" dt="2025-05-05T04:17:46.933" v="7868" actId="6549"/>
        <pc:sldMkLst>
          <pc:docMk/>
          <pc:sldMk cId="2781384769" sldId="472"/>
        </pc:sldMkLst>
      </pc:sldChg>
      <pc:sldChg chg="addSp modSp add mod modAnim modNotesTx">
        <pc:chgData name="Simone Beets" userId="5adb261a4dd6137b" providerId="LiveId" clId="{E07A07D7-04D8-437C-9542-FAFF4F775B6E}" dt="2025-05-05T03:56:46.161" v="7652" actId="6549"/>
        <pc:sldMkLst>
          <pc:docMk/>
          <pc:sldMk cId="4093388334" sldId="473"/>
        </pc:sldMkLst>
      </pc:sldChg>
      <pc:sldChg chg="addSp delSp modSp add mod addAnim delAnim modAnim modNotesTx">
        <pc:chgData name="Simone Beets" userId="5adb261a4dd6137b" providerId="LiveId" clId="{E07A07D7-04D8-437C-9542-FAFF4F775B6E}" dt="2025-05-05T04:17:51.791" v="7869" actId="6549"/>
        <pc:sldMkLst>
          <pc:docMk/>
          <pc:sldMk cId="216997997" sldId="474"/>
        </pc:sldMkLst>
      </pc:sldChg>
      <pc:sldChg chg="addSp delSp modSp add mod delAnim modAnim modNotesTx">
        <pc:chgData name="Simone Beets" userId="5adb261a4dd6137b" providerId="LiveId" clId="{E07A07D7-04D8-437C-9542-FAFF4F775B6E}" dt="2025-05-05T04:17:54.533" v="7870" actId="6549"/>
        <pc:sldMkLst>
          <pc:docMk/>
          <pc:sldMk cId="3237138947" sldId="475"/>
        </pc:sldMkLst>
      </pc:sldChg>
      <pc:sldChg chg="addSp delSp modSp add mod delAnim modAnim modNotesTx">
        <pc:chgData name="Simone Beets" userId="5adb261a4dd6137b" providerId="LiveId" clId="{E07A07D7-04D8-437C-9542-FAFF4F775B6E}" dt="2025-05-05T04:17:57.390" v="7871" actId="6549"/>
        <pc:sldMkLst>
          <pc:docMk/>
          <pc:sldMk cId="729117134" sldId="476"/>
        </pc:sldMkLst>
      </pc:sldChg>
      <pc:sldChg chg="addSp delSp modSp add mod ord delAnim modAnim modNotesTx">
        <pc:chgData name="Simone Beets" userId="5adb261a4dd6137b" providerId="LiveId" clId="{E07A07D7-04D8-437C-9542-FAFF4F775B6E}" dt="2025-05-05T04:17:35.566" v="7864" actId="6549"/>
        <pc:sldMkLst>
          <pc:docMk/>
          <pc:sldMk cId="3899279044" sldId="477"/>
        </pc:sldMkLst>
      </pc:sldChg>
      <pc:sldChg chg="delSp modSp add modAnim modNotesTx">
        <pc:chgData name="Simone Beets" userId="5adb261a4dd6137b" providerId="LiveId" clId="{E07A07D7-04D8-437C-9542-FAFF4F775B6E}" dt="2025-05-05T04:17:44.111" v="7867" actId="6549"/>
        <pc:sldMkLst>
          <pc:docMk/>
          <pc:sldMk cId="851870427" sldId="478"/>
        </pc:sldMkLst>
      </pc:sldChg>
      <pc:sldChg chg="addSp delSp modSp add mod modNotesTx">
        <pc:chgData name="Simone Beets" userId="5adb261a4dd6137b" providerId="LiveId" clId="{E07A07D7-04D8-437C-9542-FAFF4F775B6E}" dt="2025-05-05T07:17:05.336" v="9214" actId="5793"/>
        <pc:sldMkLst>
          <pc:docMk/>
          <pc:sldMk cId="1869374830" sldId="479"/>
        </pc:sldMkLst>
      </pc:sldChg>
    </pc:docChg>
  </pc:docChgLst>
  <pc:docChgLst>
    <pc:chgData name="Simone Beets" userId="5adb261a4dd6137b" providerId="LiveId" clId="{1F3AC849-F215-41EC-84EC-A04449DBE6BC}"/>
    <pc:docChg chg="undo redo custSel addSld delSld modSld sldOrd">
      <pc:chgData name="Simone Beets" userId="5adb261a4dd6137b" providerId="LiveId" clId="{1F3AC849-F215-41EC-84EC-A04449DBE6BC}" dt="2025-03-17T18:28:03.640" v="5646" actId="5793"/>
      <pc:docMkLst>
        <pc:docMk/>
      </pc:docMkLst>
      <pc:sldChg chg="del">
        <pc:chgData name="Simone Beets" userId="5adb261a4dd6137b" providerId="LiveId" clId="{1F3AC849-F215-41EC-84EC-A04449DBE6BC}" dt="2025-03-16T06:48:20.676" v="107" actId="2696"/>
        <pc:sldMkLst>
          <pc:docMk/>
          <pc:sldMk cId="0" sldId="257"/>
        </pc:sldMkLst>
      </pc:sldChg>
      <pc:sldChg chg="modSp mod">
        <pc:chgData name="Simone Beets" userId="5adb261a4dd6137b" providerId="LiveId" clId="{1F3AC849-F215-41EC-84EC-A04449DBE6BC}" dt="2025-03-16T10:29:55.197" v="3962" actId="20577"/>
        <pc:sldMkLst>
          <pc:docMk/>
          <pc:sldMk cId="0" sldId="271"/>
        </pc:sldMkLst>
        <pc:spChg chg="mod">
          <ac:chgData name="Simone Beets" userId="5adb261a4dd6137b" providerId="LiveId" clId="{1F3AC849-F215-41EC-84EC-A04449DBE6BC}" dt="2025-03-16T10:29:55.197" v="3962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modSp mod ord modNotesTx">
        <pc:chgData name="Simone Beets" userId="5adb261a4dd6137b" providerId="LiveId" clId="{1F3AC849-F215-41EC-84EC-A04449DBE6BC}" dt="2025-03-17T18:27:55.911" v="5644" actId="20577"/>
        <pc:sldMkLst>
          <pc:docMk/>
          <pc:sldMk cId="0" sldId="321"/>
        </pc:sldMkLst>
      </pc:sldChg>
      <pc:sldChg chg="modNotesTx">
        <pc:chgData name="Simone Beets" userId="5adb261a4dd6137b" providerId="LiveId" clId="{1F3AC849-F215-41EC-84EC-A04449DBE6BC}" dt="2025-03-17T06:36:57.181" v="5505" actId="20577"/>
        <pc:sldMkLst>
          <pc:docMk/>
          <pc:sldMk cId="465305782" sldId="323"/>
        </pc:sldMkLst>
      </pc:sldChg>
      <pc:sldChg chg="modSp add mod">
        <pc:chgData name="Simone Beets" userId="5adb261a4dd6137b" providerId="LiveId" clId="{1F3AC849-F215-41EC-84EC-A04449DBE6BC}" dt="2025-03-16T08:13:58.126" v="1975" actId="1076"/>
        <pc:sldMkLst>
          <pc:docMk/>
          <pc:sldMk cId="2369434495" sldId="324"/>
        </pc:sldMkLst>
      </pc:sldChg>
      <pc:sldChg chg="modSp mod ord modAnim modNotesTx">
        <pc:chgData name="Simone Beets" userId="5adb261a4dd6137b" providerId="LiveId" clId="{1F3AC849-F215-41EC-84EC-A04449DBE6BC}" dt="2025-03-16T08:05:44.324" v="1663" actId="12"/>
        <pc:sldMkLst>
          <pc:docMk/>
          <pc:sldMk cId="1762635146" sldId="339"/>
        </pc:sldMkLst>
      </pc:sldChg>
      <pc:sldChg chg="addSp delSp modSp mod modAnim">
        <pc:chgData name="Simone Beets" userId="5adb261a4dd6137b" providerId="LiveId" clId="{1F3AC849-F215-41EC-84EC-A04449DBE6BC}" dt="2025-03-16T08:14:38.139" v="1984" actId="21"/>
        <pc:sldMkLst>
          <pc:docMk/>
          <pc:sldMk cId="2049952096" sldId="340"/>
        </pc:sldMkLst>
      </pc:sldChg>
      <pc:sldChg chg="del">
        <pc:chgData name="Simone Beets" userId="5adb261a4dd6137b" providerId="LiveId" clId="{1F3AC849-F215-41EC-84EC-A04449DBE6BC}" dt="2025-03-16T09:53:46.195" v="3924" actId="47"/>
        <pc:sldMkLst>
          <pc:docMk/>
          <pc:sldMk cId="4249415124" sldId="346"/>
        </pc:sldMkLst>
      </pc:sldChg>
      <pc:sldChg chg="del">
        <pc:chgData name="Simone Beets" userId="5adb261a4dd6137b" providerId="LiveId" clId="{1F3AC849-F215-41EC-84EC-A04449DBE6BC}" dt="2025-03-16T09:53:46.931" v="3925" actId="47"/>
        <pc:sldMkLst>
          <pc:docMk/>
          <pc:sldMk cId="4247069512" sldId="348"/>
        </pc:sldMkLst>
      </pc:sldChg>
      <pc:sldChg chg="addSp delSp modSp add mod ord delAnim modAnim modNotesTx">
        <pc:chgData name="Simone Beets" userId="5adb261a4dd6137b" providerId="LiveId" clId="{1F3AC849-F215-41EC-84EC-A04449DBE6BC}" dt="2025-03-17T04:48:18.964" v="5109" actId="20577"/>
        <pc:sldMkLst>
          <pc:docMk/>
          <pc:sldMk cId="583071382" sldId="352"/>
        </pc:sldMkLst>
      </pc:sldChg>
      <pc:sldChg chg="delSp modSp mod modAnim modNotesTx">
        <pc:chgData name="Simone Beets" userId="5adb261a4dd6137b" providerId="LiveId" clId="{1F3AC849-F215-41EC-84EC-A04449DBE6BC}" dt="2025-03-17T18:26:01.563" v="5566" actId="20577"/>
        <pc:sldMkLst>
          <pc:docMk/>
          <pc:sldMk cId="3867261677" sldId="364"/>
        </pc:sldMkLst>
      </pc:sldChg>
      <pc:sldChg chg="del">
        <pc:chgData name="Simone Beets" userId="5adb261a4dd6137b" providerId="LiveId" clId="{1F3AC849-F215-41EC-84EC-A04449DBE6BC}" dt="2025-03-16T04:46:13.043" v="28" actId="2696"/>
        <pc:sldMkLst>
          <pc:docMk/>
          <pc:sldMk cId="745339609" sldId="365"/>
        </pc:sldMkLst>
      </pc:sldChg>
      <pc:sldChg chg="del">
        <pc:chgData name="Simone Beets" userId="5adb261a4dd6137b" providerId="LiveId" clId="{1F3AC849-F215-41EC-84EC-A04449DBE6BC}" dt="2025-03-16T09:53:33.205" v="3911" actId="2696"/>
        <pc:sldMkLst>
          <pc:docMk/>
          <pc:sldMk cId="193908100" sldId="366"/>
        </pc:sldMkLst>
      </pc:sldChg>
      <pc:sldChg chg="del">
        <pc:chgData name="Simone Beets" userId="5adb261a4dd6137b" providerId="LiveId" clId="{1F3AC849-F215-41EC-84EC-A04449DBE6BC}" dt="2025-03-16T06:48:16.533" v="106" actId="2696"/>
        <pc:sldMkLst>
          <pc:docMk/>
          <pc:sldMk cId="1943306920" sldId="367"/>
        </pc:sldMkLst>
      </pc:sldChg>
      <pc:sldChg chg="addSp delSp modSp mod ord delAnim modAnim modNotesTx">
        <pc:chgData name="Simone Beets" userId="5adb261a4dd6137b" providerId="LiveId" clId="{1F3AC849-F215-41EC-84EC-A04449DBE6BC}" dt="2025-03-16T10:30:25.255" v="3964" actId="20577"/>
        <pc:sldMkLst>
          <pc:docMk/>
          <pc:sldMk cId="1679562004" sldId="368"/>
        </pc:sldMkLst>
      </pc:sldChg>
      <pc:sldChg chg="del">
        <pc:chgData name="Simone Beets" userId="5adb261a4dd6137b" providerId="LiveId" clId="{1F3AC849-F215-41EC-84EC-A04449DBE6BC}" dt="2025-03-16T09:53:35.482" v="3913" actId="47"/>
        <pc:sldMkLst>
          <pc:docMk/>
          <pc:sldMk cId="1853407" sldId="369"/>
        </pc:sldMkLst>
      </pc:sldChg>
      <pc:sldChg chg="del">
        <pc:chgData name="Simone Beets" userId="5adb261a4dd6137b" providerId="LiveId" clId="{1F3AC849-F215-41EC-84EC-A04449DBE6BC}" dt="2025-03-16T09:53:36.320" v="3914" actId="47"/>
        <pc:sldMkLst>
          <pc:docMk/>
          <pc:sldMk cId="681711374" sldId="370"/>
        </pc:sldMkLst>
      </pc:sldChg>
      <pc:sldChg chg="del">
        <pc:chgData name="Simone Beets" userId="5adb261a4dd6137b" providerId="LiveId" clId="{1F3AC849-F215-41EC-84EC-A04449DBE6BC}" dt="2025-03-16T09:53:36.975" v="3915" actId="47"/>
        <pc:sldMkLst>
          <pc:docMk/>
          <pc:sldMk cId="1043982446" sldId="371"/>
        </pc:sldMkLst>
      </pc:sldChg>
      <pc:sldChg chg="modSp del mod ord modAnim">
        <pc:chgData name="Simone Beets" userId="5adb261a4dd6137b" providerId="LiveId" clId="{1F3AC849-F215-41EC-84EC-A04449DBE6BC}" dt="2025-03-16T08:04:14.113" v="1655" actId="2696"/>
        <pc:sldMkLst>
          <pc:docMk/>
          <pc:sldMk cId="734426289" sldId="373"/>
        </pc:sldMkLst>
      </pc:sldChg>
      <pc:sldChg chg="del">
        <pc:chgData name="Simone Beets" userId="5adb261a4dd6137b" providerId="LiveId" clId="{1F3AC849-F215-41EC-84EC-A04449DBE6BC}" dt="2025-03-16T09:53:38.712" v="3917" actId="47"/>
        <pc:sldMkLst>
          <pc:docMk/>
          <pc:sldMk cId="4232052156" sldId="374"/>
        </pc:sldMkLst>
      </pc:sldChg>
      <pc:sldChg chg="del">
        <pc:chgData name="Simone Beets" userId="5adb261a4dd6137b" providerId="LiveId" clId="{1F3AC849-F215-41EC-84EC-A04449DBE6BC}" dt="2025-03-16T09:53:40.062" v="3918" actId="47"/>
        <pc:sldMkLst>
          <pc:docMk/>
          <pc:sldMk cId="1470916720" sldId="375"/>
        </pc:sldMkLst>
      </pc:sldChg>
      <pc:sldChg chg="del">
        <pc:chgData name="Simone Beets" userId="5adb261a4dd6137b" providerId="LiveId" clId="{1F3AC849-F215-41EC-84EC-A04449DBE6BC}" dt="2025-03-16T09:53:41.266" v="3919" actId="47"/>
        <pc:sldMkLst>
          <pc:docMk/>
          <pc:sldMk cId="558122889" sldId="376"/>
        </pc:sldMkLst>
      </pc:sldChg>
      <pc:sldChg chg="del">
        <pc:chgData name="Simone Beets" userId="5adb261a4dd6137b" providerId="LiveId" clId="{1F3AC849-F215-41EC-84EC-A04449DBE6BC}" dt="2025-03-16T09:53:42.313" v="3920" actId="47"/>
        <pc:sldMkLst>
          <pc:docMk/>
          <pc:sldMk cId="1978091042" sldId="377"/>
        </pc:sldMkLst>
      </pc:sldChg>
      <pc:sldChg chg="del">
        <pc:chgData name="Simone Beets" userId="5adb261a4dd6137b" providerId="LiveId" clId="{1F3AC849-F215-41EC-84EC-A04449DBE6BC}" dt="2025-03-16T09:53:43.150" v="3921" actId="47"/>
        <pc:sldMkLst>
          <pc:docMk/>
          <pc:sldMk cId="3002671383" sldId="378"/>
        </pc:sldMkLst>
      </pc:sldChg>
      <pc:sldChg chg="del">
        <pc:chgData name="Simone Beets" userId="5adb261a4dd6137b" providerId="LiveId" clId="{1F3AC849-F215-41EC-84EC-A04449DBE6BC}" dt="2025-03-16T09:53:44.333" v="3922" actId="47"/>
        <pc:sldMkLst>
          <pc:docMk/>
          <pc:sldMk cId="4237056731" sldId="379"/>
        </pc:sldMkLst>
      </pc:sldChg>
      <pc:sldChg chg="del">
        <pc:chgData name="Simone Beets" userId="5adb261a4dd6137b" providerId="LiveId" clId="{1F3AC849-F215-41EC-84EC-A04449DBE6BC}" dt="2025-03-16T09:53:47.734" v="3926" actId="47"/>
        <pc:sldMkLst>
          <pc:docMk/>
          <pc:sldMk cId="2112352835" sldId="380"/>
        </pc:sldMkLst>
      </pc:sldChg>
      <pc:sldChg chg="del">
        <pc:chgData name="Simone Beets" userId="5adb261a4dd6137b" providerId="LiveId" clId="{1F3AC849-F215-41EC-84EC-A04449DBE6BC}" dt="2025-03-16T09:53:48.990" v="3927" actId="47"/>
        <pc:sldMkLst>
          <pc:docMk/>
          <pc:sldMk cId="3520987890" sldId="381"/>
        </pc:sldMkLst>
      </pc:sldChg>
      <pc:sldChg chg="del">
        <pc:chgData name="Simone Beets" userId="5adb261a4dd6137b" providerId="LiveId" clId="{1F3AC849-F215-41EC-84EC-A04449DBE6BC}" dt="2025-03-16T09:53:49.871" v="3928" actId="47"/>
        <pc:sldMkLst>
          <pc:docMk/>
          <pc:sldMk cId="1482955239" sldId="382"/>
        </pc:sldMkLst>
      </pc:sldChg>
      <pc:sldChg chg="del">
        <pc:chgData name="Simone Beets" userId="5adb261a4dd6137b" providerId="LiveId" clId="{1F3AC849-F215-41EC-84EC-A04449DBE6BC}" dt="2025-03-16T09:53:50.620" v="3929" actId="47"/>
        <pc:sldMkLst>
          <pc:docMk/>
          <pc:sldMk cId="2193058390" sldId="383"/>
        </pc:sldMkLst>
      </pc:sldChg>
      <pc:sldChg chg="del">
        <pc:chgData name="Simone Beets" userId="5adb261a4dd6137b" providerId="LiveId" clId="{1F3AC849-F215-41EC-84EC-A04449DBE6BC}" dt="2025-03-16T09:53:51.623" v="3930" actId="47"/>
        <pc:sldMkLst>
          <pc:docMk/>
          <pc:sldMk cId="2755305679" sldId="384"/>
        </pc:sldMkLst>
      </pc:sldChg>
      <pc:sldChg chg="del">
        <pc:chgData name="Simone Beets" userId="5adb261a4dd6137b" providerId="LiveId" clId="{1F3AC849-F215-41EC-84EC-A04449DBE6BC}" dt="2025-03-16T09:53:52.250" v="3931" actId="47"/>
        <pc:sldMkLst>
          <pc:docMk/>
          <pc:sldMk cId="3435839152" sldId="385"/>
        </pc:sldMkLst>
      </pc:sldChg>
      <pc:sldChg chg="del">
        <pc:chgData name="Simone Beets" userId="5adb261a4dd6137b" providerId="LiveId" clId="{1F3AC849-F215-41EC-84EC-A04449DBE6BC}" dt="2025-03-16T09:53:53.137" v="3932" actId="47"/>
        <pc:sldMkLst>
          <pc:docMk/>
          <pc:sldMk cId="2665890241" sldId="386"/>
        </pc:sldMkLst>
      </pc:sldChg>
      <pc:sldChg chg="del">
        <pc:chgData name="Simone Beets" userId="5adb261a4dd6137b" providerId="LiveId" clId="{1F3AC849-F215-41EC-84EC-A04449DBE6BC}" dt="2025-03-16T09:53:54.033" v="3933" actId="47"/>
        <pc:sldMkLst>
          <pc:docMk/>
          <pc:sldMk cId="2929070598" sldId="387"/>
        </pc:sldMkLst>
      </pc:sldChg>
      <pc:sldChg chg="del">
        <pc:chgData name="Simone Beets" userId="5adb261a4dd6137b" providerId="LiveId" clId="{1F3AC849-F215-41EC-84EC-A04449DBE6BC}" dt="2025-03-16T09:53:54.698" v="3934" actId="47"/>
        <pc:sldMkLst>
          <pc:docMk/>
          <pc:sldMk cId="3566379816" sldId="388"/>
        </pc:sldMkLst>
      </pc:sldChg>
      <pc:sldChg chg="add del">
        <pc:chgData name="Simone Beets" userId="5adb261a4dd6137b" providerId="LiveId" clId="{1F3AC849-F215-41EC-84EC-A04449DBE6BC}" dt="2025-03-16T09:53:45.507" v="3923" actId="47"/>
        <pc:sldMkLst>
          <pc:docMk/>
          <pc:sldMk cId="3090960088" sldId="389"/>
        </pc:sldMkLst>
      </pc:sldChg>
      <pc:sldChg chg="modSp add mod modAnim modNotesTx">
        <pc:chgData name="Simone Beets" userId="5adb261a4dd6137b" providerId="LiveId" clId="{1F3AC849-F215-41EC-84EC-A04449DBE6BC}" dt="2025-03-16T08:11:57.016" v="1958" actId="12"/>
        <pc:sldMkLst>
          <pc:docMk/>
          <pc:sldMk cId="2684210106" sldId="390"/>
        </pc:sldMkLst>
      </pc:sldChg>
      <pc:sldChg chg="modSp add mod ord modAnim modNotesTx">
        <pc:chgData name="Simone Beets" userId="5adb261a4dd6137b" providerId="LiveId" clId="{1F3AC849-F215-41EC-84EC-A04449DBE6BC}" dt="2025-03-16T08:46:09.879" v="2584" actId="6549"/>
        <pc:sldMkLst>
          <pc:docMk/>
          <pc:sldMk cId="422397288" sldId="391"/>
        </pc:sldMkLst>
      </pc:sldChg>
      <pc:sldChg chg="addSp delSp modSp add del mod modAnim modNotesTx">
        <pc:chgData name="Simone Beets" userId="5adb261a4dd6137b" providerId="LiveId" clId="{1F3AC849-F215-41EC-84EC-A04449DBE6BC}" dt="2025-03-16T07:38:42.637" v="1217" actId="2696"/>
        <pc:sldMkLst>
          <pc:docMk/>
          <pc:sldMk cId="3668451241" sldId="392"/>
        </pc:sldMkLst>
      </pc:sldChg>
      <pc:sldChg chg="addSp modSp add mod modAnim">
        <pc:chgData name="Simone Beets" userId="5adb261a4dd6137b" providerId="LiveId" clId="{1F3AC849-F215-41EC-84EC-A04449DBE6BC}" dt="2025-03-17T04:36:47.367" v="5105" actId="1076"/>
        <pc:sldMkLst>
          <pc:docMk/>
          <pc:sldMk cId="1662032250" sldId="393"/>
        </pc:sldMkLst>
      </pc:sldChg>
      <pc:sldChg chg="addSp delSp modSp add mod addAnim delAnim modAnim modNotesTx">
        <pc:chgData name="Simone Beets" userId="5adb261a4dd6137b" providerId="LiveId" clId="{1F3AC849-F215-41EC-84EC-A04449DBE6BC}" dt="2025-03-17T04:46:05.441" v="5108" actId="6549"/>
        <pc:sldMkLst>
          <pc:docMk/>
          <pc:sldMk cId="226156491" sldId="394"/>
        </pc:sldMkLst>
      </pc:sldChg>
      <pc:sldChg chg="modSp add del mod ord modAnim">
        <pc:chgData name="Simone Beets" userId="5adb261a4dd6137b" providerId="LiveId" clId="{1F3AC849-F215-41EC-84EC-A04449DBE6BC}" dt="2025-03-16T08:00:28.692" v="1586" actId="2696"/>
        <pc:sldMkLst>
          <pc:docMk/>
          <pc:sldMk cId="2179254168" sldId="395"/>
        </pc:sldMkLst>
      </pc:sldChg>
      <pc:sldChg chg="addSp delSp modSp add mod delAnim modAnim modNotesTx">
        <pc:chgData name="Simone Beets" userId="5adb261a4dd6137b" providerId="LiveId" clId="{1F3AC849-F215-41EC-84EC-A04449DBE6BC}" dt="2025-03-17T04:36:56.714" v="5107"/>
        <pc:sldMkLst>
          <pc:docMk/>
          <pc:sldMk cId="920287109" sldId="396"/>
        </pc:sldMkLst>
      </pc:sldChg>
      <pc:sldChg chg="modSp add mod ord modAnim modNotesTx">
        <pc:chgData name="Simone Beets" userId="5adb261a4dd6137b" providerId="LiveId" clId="{1F3AC849-F215-41EC-84EC-A04449DBE6BC}" dt="2025-03-16T08:08:44.451" v="1941" actId="20577"/>
        <pc:sldMkLst>
          <pc:docMk/>
          <pc:sldMk cId="1427072437" sldId="397"/>
        </pc:sldMkLst>
      </pc:sldChg>
      <pc:sldChg chg="add del">
        <pc:chgData name="Simone Beets" userId="5adb261a4dd6137b" providerId="LiveId" clId="{1F3AC849-F215-41EC-84EC-A04449DBE6BC}" dt="2025-03-16T09:53:34.820" v="3912" actId="47"/>
        <pc:sldMkLst>
          <pc:docMk/>
          <pc:sldMk cId="4288141710" sldId="398"/>
        </pc:sldMkLst>
      </pc:sldChg>
      <pc:sldChg chg="delSp modSp add mod delAnim modAnim modNotesTx">
        <pc:chgData name="Simone Beets" userId="5adb261a4dd6137b" providerId="LiveId" clId="{1F3AC849-F215-41EC-84EC-A04449DBE6BC}" dt="2025-03-16T08:44:45.655" v="2552" actId="20577"/>
        <pc:sldMkLst>
          <pc:docMk/>
          <pc:sldMk cId="536390260" sldId="399"/>
        </pc:sldMkLst>
      </pc:sldChg>
      <pc:sldChg chg="add del">
        <pc:chgData name="Simone Beets" userId="5adb261a4dd6137b" providerId="LiveId" clId="{1F3AC849-F215-41EC-84EC-A04449DBE6BC}" dt="2025-03-16T09:53:37.636" v="3916" actId="47"/>
        <pc:sldMkLst>
          <pc:docMk/>
          <pc:sldMk cId="753274260" sldId="400"/>
        </pc:sldMkLst>
      </pc:sldChg>
      <pc:sldChg chg="modSp add mod modAnim">
        <pc:chgData name="Simone Beets" userId="5adb261a4dd6137b" providerId="LiveId" clId="{1F3AC849-F215-41EC-84EC-A04449DBE6BC}" dt="2025-03-16T08:49:46.815" v="2689" actId="20577"/>
        <pc:sldMkLst>
          <pc:docMk/>
          <pc:sldMk cId="1928756358" sldId="401"/>
        </pc:sldMkLst>
      </pc:sldChg>
      <pc:sldChg chg="addSp delSp modSp add mod delAnim modAnim">
        <pc:chgData name="Simone Beets" userId="5adb261a4dd6137b" providerId="LiveId" clId="{1F3AC849-F215-41EC-84EC-A04449DBE6BC}" dt="2025-03-16T10:23:05.876" v="3950"/>
        <pc:sldMkLst>
          <pc:docMk/>
          <pc:sldMk cId="2581493560" sldId="402"/>
        </pc:sldMkLst>
      </pc:sldChg>
      <pc:sldChg chg="addSp delSp modSp add mod addAnim delAnim modAnim modNotesTx">
        <pc:chgData name="Simone Beets" userId="5adb261a4dd6137b" providerId="LiveId" clId="{1F3AC849-F215-41EC-84EC-A04449DBE6BC}" dt="2025-03-17T18:27:10.480" v="5570" actId="20577"/>
        <pc:sldMkLst>
          <pc:docMk/>
          <pc:sldMk cId="2548823524" sldId="403"/>
        </pc:sldMkLst>
      </pc:sldChg>
      <pc:sldChg chg="modSp add mod ord modAnim modNotesTx">
        <pc:chgData name="Simone Beets" userId="5adb261a4dd6137b" providerId="LiveId" clId="{1F3AC849-F215-41EC-84EC-A04449DBE6BC}" dt="2025-03-17T04:53:13.090" v="5110" actId="20577"/>
        <pc:sldMkLst>
          <pc:docMk/>
          <pc:sldMk cId="741803763" sldId="404"/>
        </pc:sldMkLst>
      </pc:sldChg>
      <pc:sldChg chg="addSp delSp modSp add mod delAnim modAnim modNotesTx">
        <pc:chgData name="Simone Beets" userId="5adb261a4dd6137b" providerId="LiveId" clId="{1F3AC849-F215-41EC-84EC-A04449DBE6BC}" dt="2025-03-16T10:30:45.426" v="3965" actId="6549"/>
        <pc:sldMkLst>
          <pc:docMk/>
          <pc:sldMk cId="1601805029" sldId="405"/>
        </pc:sldMkLst>
      </pc:sldChg>
      <pc:sldChg chg="modSp add mod ord modAnim modNotesTx">
        <pc:chgData name="Simone Beets" userId="5adb261a4dd6137b" providerId="LiveId" clId="{1F3AC849-F215-41EC-84EC-A04449DBE6BC}" dt="2025-03-16T10:31:29.418" v="3970" actId="20577"/>
        <pc:sldMkLst>
          <pc:docMk/>
          <pc:sldMk cId="4220622377" sldId="406"/>
        </pc:sldMkLst>
      </pc:sldChg>
      <pc:sldChg chg="modSp add ord modAnim modNotesTx">
        <pc:chgData name="Simone Beets" userId="5adb261a4dd6137b" providerId="LiveId" clId="{1F3AC849-F215-41EC-84EC-A04449DBE6BC}" dt="2025-03-16T10:31:49.149" v="3974" actId="6549"/>
        <pc:sldMkLst>
          <pc:docMk/>
          <pc:sldMk cId="2242960218" sldId="407"/>
        </pc:sldMkLst>
      </pc:sldChg>
      <pc:sldChg chg="addSp delSp modSp add mod delAnim modAnim modNotesTx">
        <pc:chgData name="Simone Beets" userId="5adb261a4dd6137b" providerId="LiveId" clId="{1F3AC849-F215-41EC-84EC-A04449DBE6BC}" dt="2025-03-16T10:30:52.501" v="3966"/>
        <pc:sldMkLst>
          <pc:docMk/>
          <pc:sldMk cId="976054929" sldId="408"/>
        </pc:sldMkLst>
      </pc:sldChg>
      <pc:sldChg chg="add del">
        <pc:chgData name="Simone Beets" userId="5adb261a4dd6137b" providerId="LiveId" clId="{1F3AC849-F215-41EC-84EC-A04449DBE6BC}" dt="2025-03-16T09:15:46.771" v="3586" actId="47"/>
        <pc:sldMkLst>
          <pc:docMk/>
          <pc:sldMk cId="1278055312" sldId="408"/>
        </pc:sldMkLst>
      </pc:sldChg>
      <pc:sldChg chg="add del">
        <pc:chgData name="Simone Beets" userId="5adb261a4dd6137b" providerId="LiveId" clId="{1F3AC849-F215-41EC-84EC-A04449DBE6BC}" dt="2025-03-16T09:28:02.304" v="3677" actId="47"/>
        <pc:sldMkLst>
          <pc:docMk/>
          <pc:sldMk cId="3871225136" sldId="409"/>
        </pc:sldMkLst>
      </pc:sldChg>
      <pc:sldChg chg="addSp modSp add mod modAnim modNotesTx">
        <pc:chgData name="Simone Beets" userId="5adb261a4dd6137b" providerId="LiveId" clId="{1F3AC849-F215-41EC-84EC-A04449DBE6BC}" dt="2025-03-16T10:31:38.901" v="3971" actId="6549"/>
        <pc:sldMkLst>
          <pc:docMk/>
          <pc:sldMk cId="246443275" sldId="410"/>
        </pc:sldMkLst>
      </pc:sldChg>
      <pc:sldChg chg="delSp modSp add mod modAnim modNotesTx">
        <pc:chgData name="Simone Beets" userId="5adb261a4dd6137b" providerId="LiveId" clId="{1F3AC849-F215-41EC-84EC-A04449DBE6BC}" dt="2025-03-16T10:31:42.100" v="3972" actId="6549"/>
        <pc:sldMkLst>
          <pc:docMk/>
          <pc:sldMk cId="852655609" sldId="411"/>
        </pc:sldMkLst>
      </pc:sldChg>
      <pc:sldChg chg="delSp modSp add mod ord modAnim modNotesTx">
        <pc:chgData name="Simone Beets" userId="5adb261a4dd6137b" providerId="LiveId" clId="{1F3AC849-F215-41EC-84EC-A04449DBE6BC}" dt="2025-03-16T10:31:44.604" v="3973" actId="6549"/>
        <pc:sldMkLst>
          <pc:docMk/>
          <pc:sldMk cId="395443802" sldId="412"/>
        </pc:sldMkLst>
      </pc:sldChg>
      <pc:sldChg chg="modSp add mod modAnim modNotesTx">
        <pc:chgData name="Simone Beets" userId="5adb261a4dd6137b" providerId="LiveId" clId="{1F3AC849-F215-41EC-84EC-A04449DBE6BC}" dt="2025-03-16T10:31:51.981" v="3975" actId="6549"/>
        <pc:sldMkLst>
          <pc:docMk/>
          <pc:sldMk cId="438604043" sldId="413"/>
        </pc:sldMkLst>
      </pc:sldChg>
      <pc:sldChg chg="modSp add mod modAnim modNotesTx">
        <pc:chgData name="Simone Beets" userId="5adb261a4dd6137b" providerId="LiveId" clId="{1F3AC849-F215-41EC-84EC-A04449DBE6BC}" dt="2025-03-16T10:31:55.431" v="3976" actId="6549"/>
        <pc:sldMkLst>
          <pc:docMk/>
          <pc:sldMk cId="3096865357" sldId="414"/>
        </pc:sldMkLst>
      </pc:sldChg>
      <pc:sldChg chg="modSp add mod modAnim modNotesTx">
        <pc:chgData name="Simone Beets" userId="5adb261a4dd6137b" providerId="LiveId" clId="{1F3AC849-F215-41EC-84EC-A04449DBE6BC}" dt="2025-03-16T10:36:49.868" v="4468" actId="20577"/>
        <pc:sldMkLst>
          <pc:docMk/>
          <pc:sldMk cId="3654530391" sldId="415"/>
        </pc:sldMkLst>
      </pc:sldChg>
      <pc:sldChg chg="modSp add modAnim modNotesTx">
        <pc:chgData name="Simone Beets" userId="5adb261a4dd6137b" providerId="LiveId" clId="{1F3AC849-F215-41EC-84EC-A04449DBE6BC}" dt="2025-03-16T10:33:08.804" v="4076" actId="20577"/>
        <pc:sldMkLst>
          <pc:docMk/>
          <pc:sldMk cId="3180297522" sldId="416"/>
        </pc:sldMkLst>
      </pc:sldChg>
      <pc:sldChg chg="modSp add mod ord modNotesTx">
        <pc:chgData name="Simone Beets" userId="5adb261a4dd6137b" providerId="LiveId" clId="{1F3AC849-F215-41EC-84EC-A04449DBE6BC}" dt="2025-03-17T18:28:03.640" v="5646" actId="5793"/>
        <pc:sldMkLst>
          <pc:docMk/>
          <pc:sldMk cId="2083726452" sldId="417"/>
        </pc:sldMkLst>
      </pc:sldChg>
      <pc:sldChg chg="add">
        <pc:chgData name="Simone Beets" userId="5adb261a4dd6137b" providerId="LiveId" clId="{1F3AC849-F215-41EC-84EC-A04449DBE6BC}" dt="2025-03-16T10:20:13.543" v="3935" actId="2890"/>
        <pc:sldMkLst>
          <pc:docMk/>
          <pc:sldMk cId="3637301509" sldId="418"/>
        </pc:sldMkLst>
      </pc:sldChg>
      <pc:sldChg chg="add modNotesTx">
        <pc:chgData name="Simone Beets" userId="5adb261a4dd6137b" providerId="LiveId" clId="{1F3AC849-F215-41EC-84EC-A04449DBE6BC}" dt="2025-03-17T18:26:30.771" v="5568" actId="20577"/>
        <pc:sldMkLst>
          <pc:docMk/>
          <pc:sldMk cId="4218234025" sldId="419"/>
        </pc:sldMkLst>
      </pc:sldChg>
      <pc:sldChg chg="addSp delSp modSp add mod ord modAnim">
        <pc:chgData name="Simone Beets" userId="5adb261a4dd6137b" providerId="LiveId" clId="{1F3AC849-F215-41EC-84EC-A04449DBE6BC}" dt="2025-03-17T06:36:50.868" v="5504"/>
        <pc:sldMkLst>
          <pc:docMk/>
          <pc:sldMk cId="2673821010" sldId="420"/>
        </pc:sldMkLst>
      </pc:sldChg>
      <pc:sldChg chg="modSp add mod ord modAnim">
        <pc:chgData name="Simone Beets" userId="5adb261a4dd6137b" providerId="LiveId" clId="{1F3AC849-F215-41EC-84EC-A04449DBE6BC}" dt="2025-03-17T06:39:04.103" v="5564" actId="20577"/>
        <pc:sldMkLst>
          <pc:docMk/>
          <pc:sldMk cId="3254186665" sldId="421"/>
        </pc:sldMkLst>
      </pc:sldChg>
    </pc:docChg>
  </pc:docChgLst>
  <pc:docChgLst>
    <pc:chgData name="Simone Beets" userId="5adb261a4dd6137b" providerId="LiveId" clId="{737403A7-CBCD-479B-BA12-77557D72448E}"/>
    <pc:docChg chg="undo custSel addSld delSld modSld sldOrd">
      <pc:chgData name="Simone Beets" userId="5adb261a4dd6137b" providerId="LiveId" clId="{737403A7-CBCD-479B-BA12-77557D72448E}" dt="2025-02-25T08:23:09.708" v="5143" actId="6549"/>
      <pc:docMkLst>
        <pc:docMk/>
      </pc:docMkLst>
      <pc:sldChg chg="delSp modSp mod ord modNotesTx">
        <pc:chgData name="Simone Beets" userId="5adb261a4dd6137b" providerId="LiveId" clId="{737403A7-CBCD-479B-BA12-77557D72448E}" dt="2025-02-24T08:11:07.535" v="5130" actId="478"/>
        <pc:sldMkLst>
          <pc:docMk/>
          <pc:sldMk cId="0" sldId="257"/>
        </pc:sldMkLst>
      </pc:sldChg>
      <pc:sldChg chg="del">
        <pc:chgData name="Simone Beets" userId="5adb261a4dd6137b" providerId="LiveId" clId="{737403A7-CBCD-479B-BA12-77557D72448E}" dt="2025-02-23T20:51:18.554" v="3509" actId="47"/>
        <pc:sldMkLst>
          <pc:docMk/>
          <pc:sldMk cId="0" sldId="258"/>
        </pc:sldMkLst>
      </pc:sldChg>
      <pc:sldChg chg="del">
        <pc:chgData name="Simone Beets" userId="5adb261a4dd6137b" providerId="LiveId" clId="{737403A7-CBCD-479B-BA12-77557D72448E}" dt="2025-02-23T20:50:45.434" v="3499" actId="47"/>
        <pc:sldMkLst>
          <pc:docMk/>
          <pc:sldMk cId="0" sldId="267"/>
        </pc:sldMkLst>
      </pc:sldChg>
      <pc:sldChg chg="modSp mod">
        <pc:chgData name="Simone Beets" userId="5adb261a4dd6137b" providerId="LiveId" clId="{737403A7-CBCD-479B-BA12-77557D72448E}" dt="2025-02-23T19:44:28.298" v="50" actId="20577"/>
        <pc:sldMkLst>
          <pc:docMk/>
          <pc:sldMk cId="0" sldId="271"/>
        </pc:sldMkLst>
      </pc:sldChg>
      <pc:sldChg chg="addSp delSp modSp del mod">
        <pc:chgData name="Simone Beets" userId="5adb261a4dd6137b" providerId="LiveId" clId="{737403A7-CBCD-479B-BA12-77557D72448E}" dt="2025-02-23T20:54:00.747" v="3656" actId="2696"/>
        <pc:sldMkLst>
          <pc:docMk/>
          <pc:sldMk cId="0" sldId="272"/>
        </pc:sldMkLst>
      </pc:sldChg>
      <pc:sldChg chg="del">
        <pc:chgData name="Simone Beets" userId="5adb261a4dd6137b" providerId="LiveId" clId="{737403A7-CBCD-479B-BA12-77557D72448E}" dt="2025-02-23T20:46:22.389" v="3388" actId="47"/>
        <pc:sldMkLst>
          <pc:docMk/>
          <pc:sldMk cId="0" sldId="273"/>
        </pc:sldMkLst>
      </pc:sldChg>
      <pc:sldChg chg="addSp delSp modSp mod ord modTransition modNotesTx">
        <pc:chgData name="Simone Beets" userId="5adb261a4dd6137b" providerId="LiveId" clId="{737403A7-CBCD-479B-BA12-77557D72448E}" dt="2025-02-23T22:06:24.558" v="5023" actId="20577"/>
        <pc:sldMkLst>
          <pc:docMk/>
          <pc:sldMk cId="0" sldId="274"/>
        </pc:sldMkLst>
      </pc:sldChg>
      <pc:sldChg chg="del">
        <pc:chgData name="Simone Beets" userId="5adb261a4dd6137b" providerId="LiveId" clId="{737403A7-CBCD-479B-BA12-77557D72448E}" dt="2025-02-23T20:46:24.091" v="3389" actId="47"/>
        <pc:sldMkLst>
          <pc:docMk/>
          <pc:sldMk cId="0" sldId="275"/>
        </pc:sldMkLst>
      </pc:sldChg>
      <pc:sldChg chg="modSp mod">
        <pc:chgData name="Simone Beets" userId="5adb261a4dd6137b" providerId="LiveId" clId="{737403A7-CBCD-479B-BA12-77557D72448E}" dt="2025-02-23T21:44:55.874" v="4929" actId="15"/>
        <pc:sldMkLst>
          <pc:docMk/>
          <pc:sldMk cId="0" sldId="276"/>
        </pc:sldMkLst>
      </pc:sldChg>
      <pc:sldChg chg="modSp mod">
        <pc:chgData name="Simone Beets" userId="5adb261a4dd6137b" providerId="LiveId" clId="{737403A7-CBCD-479B-BA12-77557D72448E}" dt="2025-02-24T08:10:47.210" v="5127"/>
        <pc:sldMkLst>
          <pc:docMk/>
          <pc:sldMk cId="0" sldId="277"/>
        </pc:sldMkLst>
      </pc:sldChg>
      <pc:sldChg chg="del">
        <pc:chgData name="Simone Beets" userId="5adb261a4dd6137b" providerId="LiveId" clId="{737403A7-CBCD-479B-BA12-77557D72448E}" dt="2025-02-23T20:51:05.557" v="3506" actId="47"/>
        <pc:sldMkLst>
          <pc:docMk/>
          <pc:sldMk cId="0" sldId="278"/>
        </pc:sldMkLst>
      </pc:sldChg>
      <pc:sldChg chg="del">
        <pc:chgData name="Simone Beets" userId="5adb261a4dd6137b" providerId="LiveId" clId="{737403A7-CBCD-479B-BA12-77557D72448E}" dt="2025-02-23T20:50:47.073" v="3500" actId="47"/>
        <pc:sldMkLst>
          <pc:docMk/>
          <pc:sldMk cId="0" sldId="280"/>
        </pc:sldMkLst>
      </pc:sldChg>
      <pc:sldChg chg="del">
        <pc:chgData name="Simone Beets" userId="5adb261a4dd6137b" providerId="LiveId" clId="{737403A7-CBCD-479B-BA12-77557D72448E}" dt="2025-02-23T20:50:47.694" v="3501" actId="47"/>
        <pc:sldMkLst>
          <pc:docMk/>
          <pc:sldMk cId="0" sldId="281"/>
        </pc:sldMkLst>
      </pc:sldChg>
      <pc:sldChg chg="del">
        <pc:chgData name="Simone Beets" userId="5adb261a4dd6137b" providerId="LiveId" clId="{737403A7-CBCD-479B-BA12-77557D72448E}" dt="2025-02-23T20:50:54.496" v="3502" actId="47"/>
        <pc:sldMkLst>
          <pc:docMk/>
          <pc:sldMk cId="0" sldId="282"/>
        </pc:sldMkLst>
      </pc:sldChg>
      <pc:sldChg chg="del">
        <pc:chgData name="Simone Beets" userId="5adb261a4dd6137b" providerId="LiveId" clId="{737403A7-CBCD-479B-BA12-77557D72448E}" dt="2025-02-23T20:51:00.268" v="3503" actId="47"/>
        <pc:sldMkLst>
          <pc:docMk/>
          <pc:sldMk cId="0" sldId="283"/>
        </pc:sldMkLst>
      </pc:sldChg>
      <pc:sldChg chg="del">
        <pc:chgData name="Simone Beets" userId="5adb261a4dd6137b" providerId="LiveId" clId="{737403A7-CBCD-479B-BA12-77557D72448E}" dt="2025-02-23T20:51:04.504" v="3505" actId="47"/>
        <pc:sldMkLst>
          <pc:docMk/>
          <pc:sldMk cId="0" sldId="284"/>
        </pc:sldMkLst>
      </pc:sldChg>
      <pc:sldChg chg="del">
        <pc:chgData name="Simone Beets" userId="5adb261a4dd6137b" providerId="LiveId" clId="{737403A7-CBCD-479B-BA12-77557D72448E}" dt="2025-02-23T20:51:15.542" v="3507" actId="47"/>
        <pc:sldMkLst>
          <pc:docMk/>
          <pc:sldMk cId="0" sldId="285"/>
        </pc:sldMkLst>
      </pc:sldChg>
      <pc:sldChg chg="del">
        <pc:chgData name="Simone Beets" userId="5adb261a4dd6137b" providerId="LiveId" clId="{737403A7-CBCD-479B-BA12-77557D72448E}" dt="2025-02-23T20:51:19.628" v="3510" actId="47"/>
        <pc:sldMkLst>
          <pc:docMk/>
          <pc:sldMk cId="0" sldId="286"/>
        </pc:sldMkLst>
      </pc:sldChg>
      <pc:sldChg chg="del">
        <pc:chgData name="Simone Beets" userId="5adb261a4dd6137b" providerId="LiveId" clId="{737403A7-CBCD-479B-BA12-77557D72448E}" dt="2025-02-23T20:51:17.251" v="3508" actId="47"/>
        <pc:sldMkLst>
          <pc:docMk/>
          <pc:sldMk cId="0" sldId="287"/>
        </pc:sldMkLst>
      </pc:sldChg>
      <pc:sldChg chg="del">
        <pc:chgData name="Simone Beets" userId="5adb261a4dd6137b" providerId="LiveId" clId="{737403A7-CBCD-479B-BA12-77557D72448E}" dt="2025-02-23T20:51:24.649" v="3515" actId="47"/>
        <pc:sldMkLst>
          <pc:docMk/>
          <pc:sldMk cId="0" sldId="289"/>
        </pc:sldMkLst>
      </pc:sldChg>
      <pc:sldChg chg="del">
        <pc:chgData name="Simone Beets" userId="5adb261a4dd6137b" providerId="LiveId" clId="{737403A7-CBCD-479B-BA12-77557D72448E}" dt="2025-02-23T20:51:21.360" v="3512" actId="47"/>
        <pc:sldMkLst>
          <pc:docMk/>
          <pc:sldMk cId="0" sldId="290"/>
        </pc:sldMkLst>
      </pc:sldChg>
      <pc:sldChg chg="del">
        <pc:chgData name="Simone Beets" userId="5adb261a4dd6137b" providerId="LiveId" clId="{737403A7-CBCD-479B-BA12-77557D72448E}" dt="2025-02-23T20:51:20.530" v="3511" actId="47"/>
        <pc:sldMkLst>
          <pc:docMk/>
          <pc:sldMk cId="0" sldId="291"/>
        </pc:sldMkLst>
      </pc:sldChg>
      <pc:sldChg chg="del">
        <pc:chgData name="Simone Beets" userId="5adb261a4dd6137b" providerId="LiveId" clId="{737403A7-CBCD-479B-BA12-77557D72448E}" dt="2025-02-23T20:51:22.551" v="3513" actId="47"/>
        <pc:sldMkLst>
          <pc:docMk/>
          <pc:sldMk cId="0" sldId="292"/>
        </pc:sldMkLst>
      </pc:sldChg>
      <pc:sldChg chg="del">
        <pc:chgData name="Simone Beets" userId="5adb261a4dd6137b" providerId="LiveId" clId="{737403A7-CBCD-479B-BA12-77557D72448E}" dt="2025-02-23T20:51:23.729" v="3514" actId="47"/>
        <pc:sldMkLst>
          <pc:docMk/>
          <pc:sldMk cId="0" sldId="293"/>
        </pc:sldMkLst>
      </pc:sldChg>
      <pc:sldChg chg="del">
        <pc:chgData name="Simone Beets" userId="5adb261a4dd6137b" providerId="LiveId" clId="{737403A7-CBCD-479B-BA12-77557D72448E}" dt="2025-02-23T20:51:25.272" v="3516" actId="47"/>
        <pc:sldMkLst>
          <pc:docMk/>
          <pc:sldMk cId="0" sldId="294"/>
        </pc:sldMkLst>
      </pc:sldChg>
      <pc:sldChg chg="del">
        <pc:chgData name="Simone Beets" userId="5adb261a4dd6137b" providerId="LiveId" clId="{737403A7-CBCD-479B-BA12-77557D72448E}" dt="2025-02-23T20:51:26.690" v="3518" actId="47"/>
        <pc:sldMkLst>
          <pc:docMk/>
          <pc:sldMk cId="0" sldId="295"/>
        </pc:sldMkLst>
      </pc:sldChg>
      <pc:sldChg chg="del">
        <pc:chgData name="Simone Beets" userId="5adb261a4dd6137b" providerId="LiveId" clId="{737403A7-CBCD-479B-BA12-77557D72448E}" dt="2025-02-23T20:51:27.506" v="3519" actId="47"/>
        <pc:sldMkLst>
          <pc:docMk/>
          <pc:sldMk cId="0" sldId="296"/>
        </pc:sldMkLst>
      </pc:sldChg>
      <pc:sldChg chg="del">
        <pc:chgData name="Simone Beets" userId="5adb261a4dd6137b" providerId="LiveId" clId="{737403A7-CBCD-479B-BA12-77557D72448E}" dt="2025-02-23T20:51:28.018" v="3520" actId="47"/>
        <pc:sldMkLst>
          <pc:docMk/>
          <pc:sldMk cId="0" sldId="297"/>
        </pc:sldMkLst>
      </pc:sldChg>
      <pc:sldChg chg="del">
        <pc:chgData name="Simone Beets" userId="5adb261a4dd6137b" providerId="LiveId" clId="{737403A7-CBCD-479B-BA12-77557D72448E}" dt="2025-02-23T20:51:29.508" v="3521" actId="47"/>
        <pc:sldMkLst>
          <pc:docMk/>
          <pc:sldMk cId="0" sldId="298"/>
        </pc:sldMkLst>
      </pc:sldChg>
      <pc:sldChg chg="del">
        <pc:chgData name="Simone Beets" userId="5adb261a4dd6137b" providerId="LiveId" clId="{737403A7-CBCD-479B-BA12-77557D72448E}" dt="2025-02-23T20:51:30.775" v="3522" actId="47"/>
        <pc:sldMkLst>
          <pc:docMk/>
          <pc:sldMk cId="0" sldId="299"/>
        </pc:sldMkLst>
      </pc:sldChg>
      <pc:sldChg chg="del">
        <pc:chgData name="Simone Beets" userId="5adb261a4dd6137b" providerId="LiveId" clId="{737403A7-CBCD-479B-BA12-77557D72448E}" dt="2025-02-23T20:51:31.281" v="3523" actId="47"/>
        <pc:sldMkLst>
          <pc:docMk/>
          <pc:sldMk cId="0" sldId="300"/>
        </pc:sldMkLst>
      </pc:sldChg>
      <pc:sldChg chg="del">
        <pc:chgData name="Simone Beets" userId="5adb261a4dd6137b" providerId="LiveId" clId="{737403A7-CBCD-479B-BA12-77557D72448E}" dt="2025-02-23T20:51:32.505" v="3524" actId="47"/>
        <pc:sldMkLst>
          <pc:docMk/>
          <pc:sldMk cId="0" sldId="301"/>
        </pc:sldMkLst>
      </pc:sldChg>
      <pc:sldChg chg="del">
        <pc:chgData name="Simone Beets" userId="5adb261a4dd6137b" providerId="LiveId" clId="{737403A7-CBCD-479B-BA12-77557D72448E}" dt="2025-02-23T20:51:33.484" v="3525" actId="47"/>
        <pc:sldMkLst>
          <pc:docMk/>
          <pc:sldMk cId="0" sldId="302"/>
        </pc:sldMkLst>
      </pc:sldChg>
      <pc:sldChg chg="del">
        <pc:chgData name="Simone Beets" userId="5adb261a4dd6137b" providerId="LiveId" clId="{737403A7-CBCD-479B-BA12-77557D72448E}" dt="2025-02-23T20:51:34.442" v="3526" actId="47"/>
        <pc:sldMkLst>
          <pc:docMk/>
          <pc:sldMk cId="0" sldId="303"/>
        </pc:sldMkLst>
      </pc:sldChg>
      <pc:sldChg chg="del">
        <pc:chgData name="Simone Beets" userId="5adb261a4dd6137b" providerId="LiveId" clId="{737403A7-CBCD-479B-BA12-77557D72448E}" dt="2025-02-23T20:51:34.922" v="3527" actId="47"/>
        <pc:sldMkLst>
          <pc:docMk/>
          <pc:sldMk cId="0" sldId="304"/>
        </pc:sldMkLst>
      </pc:sldChg>
      <pc:sldChg chg="del">
        <pc:chgData name="Simone Beets" userId="5adb261a4dd6137b" providerId="LiveId" clId="{737403A7-CBCD-479B-BA12-77557D72448E}" dt="2025-02-23T20:51:35.866" v="3528" actId="47"/>
        <pc:sldMkLst>
          <pc:docMk/>
          <pc:sldMk cId="0" sldId="305"/>
        </pc:sldMkLst>
      </pc:sldChg>
      <pc:sldChg chg="del">
        <pc:chgData name="Simone Beets" userId="5adb261a4dd6137b" providerId="LiveId" clId="{737403A7-CBCD-479B-BA12-77557D72448E}" dt="2025-02-23T20:51:36.388" v="3529" actId="47"/>
        <pc:sldMkLst>
          <pc:docMk/>
          <pc:sldMk cId="0" sldId="306"/>
        </pc:sldMkLst>
      </pc:sldChg>
      <pc:sldChg chg="del">
        <pc:chgData name="Simone Beets" userId="5adb261a4dd6137b" providerId="LiveId" clId="{737403A7-CBCD-479B-BA12-77557D72448E}" dt="2025-02-23T20:51:37.321" v="3530" actId="47"/>
        <pc:sldMkLst>
          <pc:docMk/>
          <pc:sldMk cId="0" sldId="307"/>
        </pc:sldMkLst>
      </pc:sldChg>
      <pc:sldChg chg="del">
        <pc:chgData name="Simone Beets" userId="5adb261a4dd6137b" providerId="LiveId" clId="{737403A7-CBCD-479B-BA12-77557D72448E}" dt="2025-02-23T20:51:37.763" v="3531" actId="47"/>
        <pc:sldMkLst>
          <pc:docMk/>
          <pc:sldMk cId="0" sldId="308"/>
        </pc:sldMkLst>
      </pc:sldChg>
      <pc:sldChg chg="del">
        <pc:chgData name="Simone Beets" userId="5adb261a4dd6137b" providerId="LiveId" clId="{737403A7-CBCD-479B-BA12-77557D72448E}" dt="2025-02-23T20:51:38.954" v="3532" actId="47"/>
        <pc:sldMkLst>
          <pc:docMk/>
          <pc:sldMk cId="0" sldId="309"/>
        </pc:sldMkLst>
      </pc:sldChg>
      <pc:sldChg chg="del">
        <pc:chgData name="Simone Beets" userId="5adb261a4dd6137b" providerId="LiveId" clId="{737403A7-CBCD-479B-BA12-77557D72448E}" dt="2025-02-23T20:51:39.284" v="3533" actId="47"/>
        <pc:sldMkLst>
          <pc:docMk/>
          <pc:sldMk cId="0" sldId="310"/>
        </pc:sldMkLst>
      </pc:sldChg>
      <pc:sldChg chg="del">
        <pc:chgData name="Simone Beets" userId="5adb261a4dd6137b" providerId="LiveId" clId="{737403A7-CBCD-479B-BA12-77557D72448E}" dt="2025-02-23T20:51:41.146" v="3535" actId="47"/>
        <pc:sldMkLst>
          <pc:docMk/>
          <pc:sldMk cId="0" sldId="311"/>
        </pc:sldMkLst>
      </pc:sldChg>
      <pc:sldChg chg="del">
        <pc:chgData name="Simone Beets" userId="5adb261a4dd6137b" providerId="LiveId" clId="{737403A7-CBCD-479B-BA12-77557D72448E}" dt="2025-02-23T20:51:42.219" v="3536" actId="47"/>
        <pc:sldMkLst>
          <pc:docMk/>
          <pc:sldMk cId="0" sldId="313"/>
        </pc:sldMkLst>
      </pc:sldChg>
      <pc:sldChg chg="del">
        <pc:chgData name="Simone Beets" userId="5adb261a4dd6137b" providerId="LiveId" clId="{737403A7-CBCD-479B-BA12-77557D72448E}" dt="2025-02-23T20:51:40.498" v="3534" actId="47"/>
        <pc:sldMkLst>
          <pc:docMk/>
          <pc:sldMk cId="0" sldId="314"/>
        </pc:sldMkLst>
      </pc:sldChg>
      <pc:sldChg chg="del">
        <pc:chgData name="Simone Beets" userId="5adb261a4dd6137b" providerId="LiveId" clId="{737403A7-CBCD-479B-BA12-77557D72448E}" dt="2025-02-23T20:51:42.756" v="3537" actId="47"/>
        <pc:sldMkLst>
          <pc:docMk/>
          <pc:sldMk cId="0" sldId="315"/>
        </pc:sldMkLst>
      </pc:sldChg>
      <pc:sldChg chg="del">
        <pc:chgData name="Simone Beets" userId="5adb261a4dd6137b" providerId="LiveId" clId="{737403A7-CBCD-479B-BA12-77557D72448E}" dt="2025-02-23T20:51:43.974" v="3538" actId="47"/>
        <pc:sldMkLst>
          <pc:docMk/>
          <pc:sldMk cId="0" sldId="316"/>
        </pc:sldMkLst>
      </pc:sldChg>
      <pc:sldChg chg="del">
        <pc:chgData name="Simone Beets" userId="5adb261a4dd6137b" providerId="LiveId" clId="{737403A7-CBCD-479B-BA12-77557D72448E}" dt="2025-02-23T20:46:25.308" v="3390" actId="47"/>
        <pc:sldMkLst>
          <pc:docMk/>
          <pc:sldMk cId="0" sldId="317"/>
        </pc:sldMkLst>
      </pc:sldChg>
      <pc:sldChg chg="del">
        <pc:chgData name="Simone Beets" userId="5adb261a4dd6137b" providerId="LiveId" clId="{737403A7-CBCD-479B-BA12-77557D72448E}" dt="2025-02-23T20:50:44.898" v="3498" actId="47"/>
        <pc:sldMkLst>
          <pc:docMk/>
          <pc:sldMk cId="0" sldId="319"/>
        </pc:sldMkLst>
      </pc:sldChg>
      <pc:sldChg chg="del">
        <pc:chgData name="Simone Beets" userId="5adb261a4dd6137b" providerId="LiveId" clId="{737403A7-CBCD-479B-BA12-77557D72448E}" dt="2025-02-23T20:51:26.209" v="3517" actId="47"/>
        <pc:sldMkLst>
          <pc:docMk/>
          <pc:sldMk cId="0" sldId="320"/>
        </pc:sldMkLst>
      </pc:sldChg>
      <pc:sldChg chg="addSp modSp mod">
        <pc:chgData name="Simone Beets" userId="5adb261a4dd6137b" providerId="LiveId" clId="{737403A7-CBCD-479B-BA12-77557D72448E}" dt="2025-02-23T20:53:40.959" v="3655" actId="20577"/>
        <pc:sldMkLst>
          <pc:docMk/>
          <pc:sldMk cId="0" sldId="321"/>
        </pc:sldMkLst>
      </pc:sldChg>
      <pc:sldChg chg="del">
        <pc:chgData name="Simone Beets" userId="5adb261a4dd6137b" providerId="LiveId" clId="{737403A7-CBCD-479B-BA12-77557D72448E}" dt="2025-02-23T20:51:03.025" v="3504" actId="47"/>
        <pc:sldMkLst>
          <pc:docMk/>
          <pc:sldMk cId="0" sldId="322"/>
        </pc:sldMkLst>
      </pc:sldChg>
      <pc:sldChg chg="addSp delSp modSp add mod modAnim modNotesTx">
        <pc:chgData name="Simone Beets" userId="5adb261a4dd6137b" providerId="LiveId" clId="{737403A7-CBCD-479B-BA12-77557D72448E}" dt="2025-02-24T08:11:03.536" v="5128" actId="478"/>
        <pc:sldMkLst>
          <pc:docMk/>
          <pc:sldMk cId="465305782" sldId="323"/>
        </pc:sldMkLst>
      </pc:sldChg>
      <pc:sldChg chg="addSp delSp modSp add modAnim modNotesTx">
        <pc:chgData name="Simone Beets" userId="5adb261a4dd6137b" providerId="LiveId" clId="{737403A7-CBCD-479B-BA12-77557D72448E}" dt="2025-02-24T08:11:05.903" v="5129" actId="478"/>
        <pc:sldMkLst>
          <pc:docMk/>
          <pc:sldMk cId="2369434495" sldId="324"/>
        </pc:sldMkLst>
      </pc:sldChg>
      <pc:sldChg chg="addSp delSp modSp add mod addAnim delAnim modAnim modNotesTx">
        <pc:chgData name="Simone Beets" userId="5adb261a4dd6137b" providerId="LiveId" clId="{737403A7-CBCD-479B-BA12-77557D72448E}" dt="2025-02-25T08:23:09.708" v="5143" actId="6549"/>
        <pc:sldMkLst>
          <pc:docMk/>
          <pc:sldMk cId="1526733309" sldId="325"/>
        </pc:sldMkLst>
      </pc:sldChg>
      <pc:sldChg chg="addSp delSp modSp add mod delAnim modNotesTx">
        <pc:chgData name="Simone Beets" userId="5adb261a4dd6137b" providerId="LiveId" clId="{737403A7-CBCD-479B-BA12-77557D72448E}" dt="2025-02-24T08:11:10.880" v="5132" actId="478"/>
        <pc:sldMkLst>
          <pc:docMk/>
          <pc:sldMk cId="4035415485" sldId="326"/>
        </pc:sldMkLst>
      </pc:sldChg>
      <pc:sldChg chg="delSp modSp add mod ord delAnim modNotesTx">
        <pc:chgData name="Simone Beets" userId="5adb261a4dd6137b" providerId="LiveId" clId="{737403A7-CBCD-479B-BA12-77557D72448E}" dt="2025-02-24T08:11:12.271" v="5133" actId="478"/>
        <pc:sldMkLst>
          <pc:docMk/>
          <pc:sldMk cId="349174243" sldId="327"/>
        </pc:sldMkLst>
      </pc:sldChg>
      <pc:sldChg chg="delSp modSp add mod modNotesTx">
        <pc:chgData name="Simone Beets" userId="5adb261a4dd6137b" providerId="LiveId" clId="{737403A7-CBCD-479B-BA12-77557D72448E}" dt="2025-02-24T08:11:14.575" v="5134" actId="478"/>
        <pc:sldMkLst>
          <pc:docMk/>
          <pc:sldMk cId="1334398919" sldId="328"/>
        </pc:sldMkLst>
      </pc:sldChg>
      <pc:sldChg chg="delSp modSp add mod modNotesTx">
        <pc:chgData name="Simone Beets" userId="5adb261a4dd6137b" providerId="LiveId" clId="{737403A7-CBCD-479B-BA12-77557D72448E}" dt="2025-02-24T08:11:16.622" v="5135" actId="478"/>
        <pc:sldMkLst>
          <pc:docMk/>
          <pc:sldMk cId="3603584948" sldId="329"/>
        </pc:sldMkLst>
      </pc:sldChg>
      <pc:sldChg chg="delSp modSp add mod modNotesTx">
        <pc:chgData name="Simone Beets" userId="5adb261a4dd6137b" providerId="LiveId" clId="{737403A7-CBCD-479B-BA12-77557D72448E}" dt="2025-02-24T08:11:17.983" v="5136" actId="478"/>
        <pc:sldMkLst>
          <pc:docMk/>
          <pc:sldMk cId="853854565" sldId="330"/>
        </pc:sldMkLst>
      </pc:sldChg>
      <pc:sldChg chg="delSp modSp add mod modNotesTx">
        <pc:chgData name="Simone Beets" userId="5adb261a4dd6137b" providerId="LiveId" clId="{737403A7-CBCD-479B-BA12-77557D72448E}" dt="2025-02-24T08:11:19.263" v="5137" actId="478"/>
        <pc:sldMkLst>
          <pc:docMk/>
          <pc:sldMk cId="3484037023" sldId="331"/>
        </pc:sldMkLst>
      </pc:sldChg>
      <pc:sldChg chg="delSp modSp add mod modNotesTx">
        <pc:chgData name="Simone Beets" userId="5adb261a4dd6137b" providerId="LiveId" clId="{737403A7-CBCD-479B-BA12-77557D72448E}" dt="2025-02-24T08:11:20.688" v="5138" actId="478"/>
        <pc:sldMkLst>
          <pc:docMk/>
          <pc:sldMk cId="3083429794" sldId="332"/>
        </pc:sldMkLst>
      </pc:sldChg>
      <pc:sldChg chg="addSp delSp modSp add mod addAnim delAnim modAnim modNotesTx">
        <pc:chgData name="Simone Beets" userId="5adb261a4dd6137b" providerId="LiveId" clId="{737403A7-CBCD-479B-BA12-77557D72448E}" dt="2025-02-24T08:11:23.534" v="5139" actId="478"/>
        <pc:sldMkLst>
          <pc:docMk/>
          <pc:sldMk cId="911306211" sldId="333"/>
        </pc:sldMkLst>
      </pc:sldChg>
      <pc:sldChg chg="add del">
        <pc:chgData name="Simone Beets" userId="5adb261a4dd6137b" providerId="LiveId" clId="{737403A7-CBCD-479B-BA12-77557D72448E}" dt="2025-02-23T20:46:21.811" v="3387" actId="47"/>
        <pc:sldMkLst>
          <pc:docMk/>
          <pc:sldMk cId="1424463807" sldId="334"/>
        </pc:sldMkLst>
      </pc:sldChg>
      <pc:sldChg chg="modSp add mod modTransition modNotesTx">
        <pc:chgData name="Simone Beets" userId="5adb261a4dd6137b" providerId="LiveId" clId="{737403A7-CBCD-479B-BA12-77557D72448E}" dt="2025-02-23T22:06:27.819" v="5024" actId="20577"/>
        <pc:sldMkLst>
          <pc:docMk/>
          <pc:sldMk cId="1550497282" sldId="335"/>
        </pc:sldMkLst>
      </pc:sldChg>
      <pc:sldChg chg="modSp add mod modTransition modNotesTx">
        <pc:chgData name="Simone Beets" userId="5adb261a4dd6137b" providerId="LiveId" clId="{737403A7-CBCD-479B-BA12-77557D72448E}" dt="2025-02-23T22:06:29.629" v="5025" actId="20577"/>
        <pc:sldMkLst>
          <pc:docMk/>
          <pc:sldMk cId="2128091170" sldId="336"/>
        </pc:sldMkLst>
      </pc:sldChg>
      <pc:sldChg chg="modSp add mod modTransition modNotesTx">
        <pc:chgData name="Simone Beets" userId="5adb261a4dd6137b" providerId="LiveId" clId="{737403A7-CBCD-479B-BA12-77557D72448E}" dt="2025-02-23T22:06:31.306" v="5026" actId="20577"/>
        <pc:sldMkLst>
          <pc:docMk/>
          <pc:sldMk cId="3352296232" sldId="337"/>
        </pc:sldMkLst>
      </pc:sldChg>
      <pc:sldChg chg="modSp add mod modTransition modNotesTx">
        <pc:chgData name="Simone Beets" userId="5adb261a4dd6137b" providerId="LiveId" clId="{737403A7-CBCD-479B-BA12-77557D72448E}" dt="2025-02-23T21:43:07.283" v="4926" actId="20577"/>
        <pc:sldMkLst>
          <pc:docMk/>
          <pc:sldMk cId="2679042903" sldId="338"/>
        </pc:sldMkLst>
      </pc:sldChg>
    </pc:docChg>
  </pc:docChgLst>
  <pc:docChgLst>
    <pc:chgData name="Simone" userId="a9ed24f3-f7e1-440a-a32f-a1285e0bd405" providerId="ADAL" clId="{0DE893AC-DC49-40B6-A6E7-5D855935427B}"/>
    <pc:docChg chg="modSld">
      <pc:chgData name="Simone" userId="a9ed24f3-f7e1-440a-a32f-a1285e0bd405" providerId="ADAL" clId="{0DE893AC-DC49-40B6-A6E7-5D855935427B}" dt="2026-05-03T20:57:01.078" v="0" actId="20577"/>
      <pc:docMkLst>
        <pc:docMk/>
      </pc:docMkLst>
      <pc:sldChg chg="modSp mod">
        <pc:chgData name="Simone" userId="a9ed24f3-f7e1-440a-a32f-a1285e0bd405" providerId="ADAL" clId="{0DE893AC-DC49-40B6-A6E7-5D855935427B}" dt="2026-05-03T20:57:01.078" v="0" actId="20577"/>
        <pc:sldMkLst>
          <pc:docMk/>
          <pc:sldMk cId="0" sldId="271"/>
        </pc:sldMkLst>
        <pc:spChg chg="mod">
          <ac:chgData name="Simone" userId="a9ed24f3-f7e1-440a-a32f-a1285e0bd405" providerId="ADAL" clId="{0DE893AC-DC49-40B6-A6E7-5D855935427B}" dt="2026-05-03T20:57:01.078" v="0" actId="20577"/>
          <ac:spMkLst>
            <pc:docMk/>
            <pc:sldMk cId="0" sldId="271"/>
            <ac:spMk id="17411" creationId="{25B10FB9-A15F-F8CA-E0F3-B4914ABDDFA6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1E4CDE-FA9F-4F8B-9056-535E8922050D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2ED1690C-86AD-49F3-9538-D6C2B8A0C404}">
      <dgm:prSet phldrT="[Text]"/>
      <dgm:spPr>
        <a:solidFill>
          <a:srgbClr val="002060"/>
        </a:solidFill>
      </dgm:spPr>
      <dgm:t>
        <a:bodyPr/>
        <a:lstStyle/>
        <a:p>
          <a:r>
            <a:rPr lang="en-US" altLang="en-US" dirty="0"/>
            <a:t>Menus &amp; different types</a:t>
          </a:r>
          <a:endParaRPr lang="en-ZA" dirty="0"/>
        </a:p>
      </dgm:t>
    </dgm:pt>
    <dgm:pt modelId="{D0409BE9-5284-493C-83A6-9D44E207E085}" type="parTrans" cxnId="{42DF5689-5BE4-4C74-B508-676739928364}">
      <dgm:prSet/>
      <dgm:spPr/>
      <dgm:t>
        <a:bodyPr/>
        <a:lstStyle/>
        <a:p>
          <a:endParaRPr lang="en-ZA"/>
        </a:p>
      </dgm:t>
    </dgm:pt>
    <dgm:pt modelId="{98A44B05-3F0A-412C-8074-A7639B0FE630}" type="sibTrans" cxnId="{42DF5689-5BE4-4C74-B508-676739928364}">
      <dgm:prSet/>
      <dgm:spPr>
        <a:ln w="38100"/>
      </dgm:spPr>
      <dgm:t>
        <a:bodyPr/>
        <a:lstStyle/>
        <a:p>
          <a:endParaRPr lang="en-ZA"/>
        </a:p>
      </dgm:t>
    </dgm:pt>
    <dgm:pt modelId="{73A99919-AD61-4670-9B05-0210C47991AF}">
      <dgm:prSet phldrT="[Text]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altLang="en-US" dirty="0"/>
            <a:t>Popups &amp; tooltips</a:t>
          </a:r>
          <a:endParaRPr lang="en-ZA" dirty="0"/>
        </a:p>
      </dgm:t>
    </dgm:pt>
    <dgm:pt modelId="{E69543CA-5898-41D7-9788-098ACD5FE61A}" type="parTrans" cxnId="{2A2C4BB5-25ED-4B2F-B99D-9E1F652D0586}">
      <dgm:prSet/>
      <dgm:spPr/>
      <dgm:t>
        <a:bodyPr/>
        <a:lstStyle/>
        <a:p>
          <a:endParaRPr lang="en-ZA"/>
        </a:p>
      </dgm:t>
    </dgm:pt>
    <dgm:pt modelId="{1FD8B6A4-956B-4945-A99B-D84C1C8AAE69}" type="sibTrans" cxnId="{2A2C4BB5-25ED-4B2F-B99D-9E1F652D0586}">
      <dgm:prSet/>
      <dgm:spPr>
        <a:ln w="38100"/>
      </dgm:spPr>
      <dgm:t>
        <a:bodyPr/>
        <a:lstStyle/>
        <a:p>
          <a:endParaRPr lang="en-ZA"/>
        </a:p>
      </dgm:t>
    </dgm:pt>
    <dgm:pt modelId="{EE9858C2-B6F8-493C-92E8-E5A3071DAAD0}">
      <dgm:prSet phldrT="[Text]"/>
      <dgm:spPr>
        <a:solidFill>
          <a:srgbClr val="FEC000"/>
        </a:solidFill>
      </dgm:spPr>
      <dgm:t>
        <a:bodyPr/>
        <a:lstStyle/>
        <a:p>
          <a:r>
            <a:rPr lang="en-US" altLang="en-US" dirty="0"/>
            <a:t>Custom controls &amp; animations</a:t>
          </a:r>
          <a:endParaRPr lang="en-ZA" dirty="0"/>
        </a:p>
      </dgm:t>
    </dgm:pt>
    <dgm:pt modelId="{2073C8E3-6578-4200-9DC5-D932E52CE430}" type="parTrans" cxnId="{742A21BA-BB85-4622-ADCF-FBB07D3177CD}">
      <dgm:prSet/>
      <dgm:spPr/>
      <dgm:t>
        <a:bodyPr/>
        <a:lstStyle/>
        <a:p>
          <a:endParaRPr lang="en-ZA"/>
        </a:p>
      </dgm:t>
    </dgm:pt>
    <dgm:pt modelId="{9F606F67-BB12-4C32-87FD-D17F9B7E51C2}" type="sibTrans" cxnId="{742A21BA-BB85-4622-ADCF-FBB07D3177CD}">
      <dgm:prSet/>
      <dgm:spPr>
        <a:ln w="38100"/>
      </dgm:spPr>
      <dgm:t>
        <a:bodyPr/>
        <a:lstStyle/>
        <a:p>
          <a:endParaRPr lang="en-ZA"/>
        </a:p>
      </dgm:t>
    </dgm:pt>
    <dgm:pt modelId="{BE3333E3-9C0A-49DC-88B9-5E5A093241BF}" type="pres">
      <dgm:prSet presAssocID="{891E4CDE-FA9F-4F8B-9056-535E8922050D}" presName="cycle" presStyleCnt="0">
        <dgm:presLayoutVars>
          <dgm:dir/>
          <dgm:resizeHandles val="exact"/>
        </dgm:presLayoutVars>
      </dgm:prSet>
      <dgm:spPr/>
    </dgm:pt>
    <dgm:pt modelId="{D035851A-8A4E-475E-9188-5B31C1B70B79}" type="pres">
      <dgm:prSet presAssocID="{2ED1690C-86AD-49F3-9538-D6C2B8A0C404}" presName="node" presStyleLbl="node1" presStyleIdx="0" presStyleCnt="3">
        <dgm:presLayoutVars>
          <dgm:bulletEnabled val="1"/>
        </dgm:presLayoutVars>
      </dgm:prSet>
      <dgm:spPr/>
    </dgm:pt>
    <dgm:pt modelId="{F6FFA7ED-5112-4FAE-9B1A-4D0868155091}" type="pres">
      <dgm:prSet presAssocID="{2ED1690C-86AD-49F3-9538-D6C2B8A0C404}" presName="spNode" presStyleCnt="0"/>
      <dgm:spPr/>
    </dgm:pt>
    <dgm:pt modelId="{DB9AC7CA-B93B-4333-BF04-C1BD9A039100}" type="pres">
      <dgm:prSet presAssocID="{98A44B05-3F0A-412C-8074-A7639B0FE630}" presName="sibTrans" presStyleLbl="sibTrans1D1" presStyleIdx="0" presStyleCnt="3"/>
      <dgm:spPr/>
    </dgm:pt>
    <dgm:pt modelId="{3F3A6CD5-F362-440E-B19C-B89B5623E073}" type="pres">
      <dgm:prSet presAssocID="{73A99919-AD61-4670-9B05-0210C47991AF}" presName="node" presStyleLbl="node1" presStyleIdx="1" presStyleCnt="3">
        <dgm:presLayoutVars>
          <dgm:bulletEnabled val="1"/>
        </dgm:presLayoutVars>
      </dgm:prSet>
      <dgm:spPr/>
    </dgm:pt>
    <dgm:pt modelId="{1DCCC1E4-BE5E-4A79-B070-26E1DA4E7CBB}" type="pres">
      <dgm:prSet presAssocID="{73A99919-AD61-4670-9B05-0210C47991AF}" presName="spNode" presStyleCnt="0"/>
      <dgm:spPr/>
    </dgm:pt>
    <dgm:pt modelId="{C837092B-EBC7-4778-B5DD-CAC5E49940DF}" type="pres">
      <dgm:prSet presAssocID="{1FD8B6A4-956B-4945-A99B-D84C1C8AAE69}" presName="sibTrans" presStyleLbl="sibTrans1D1" presStyleIdx="1" presStyleCnt="3"/>
      <dgm:spPr/>
    </dgm:pt>
    <dgm:pt modelId="{94DCAA6F-F5B1-4468-96D7-D867BFC6EBCD}" type="pres">
      <dgm:prSet presAssocID="{EE9858C2-B6F8-493C-92E8-E5A3071DAAD0}" presName="node" presStyleLbl="node1" presStyleIdx="2" presStyleCnt="3">
        <dgm:presLayoutVars>
          <dgm:bulletEnabled val="1"/>
        </dgm:presLayoutVars>
      </dgm:prSet>
      <dgm:spPr/>
    </dgm:pt>
    <dgm:pt modelId="{8D97A059-F0D4-4BEC-8199-DB32DAE9AC57}" type="pres">
      <dgm:prSet presAssocID="{EE9858C2-B6F8-493C-92E8-E5A3071DAAD0}" presName="spNode" presStyleCnt="0"/>
      <dgm:spPr/>
    </dgm:pt>
    <dgm:pt modelId="{75B56427-5788-464F-9BED-37B12FC30975}" type="pres">
      <dgm:prSet presAssocID="{9F606F67-BB12-4C32-87FD-D17F9B7E51C2}" presName="sibTrans" presStyleLbl="sibTrans1D1" presStyleIdx="2" presStyleCnt="3"/>
      <dgm:spPr/>
    </dgm:pt>
  </dgm:ptLst>
  <dgm:cxnLst>
    <dgm:cxn modelId="{9353D427-5CAB-44B7-AA89-C8855E464363}" type="presOf" srcId="{2ED1690C-86AD-49F3-9538-D6C2B8A0C404}" destId="{D035851A-8A4E-475E-9188-5B31C1B70B79}" srcOrd="0" destOrd="0" presId="urn:microsoft.com/office/officeart/2005/8/layout/cycle6"/>
    <dgm:cxn modelId="{C0A78265-A62B-4363-A964-18FF4446E825}" type="presOf" srcId="{9F606F67-BB12-4C32-87FD-D17F9B7E51C2}" destId="{75B56427-5788-464F-9BED-37B12FC30975}" srcOrd="0" destOrd="0" presId="urn:microsoft.com/office/officeart/2005/8/layout/cycle6"/>
    <dgm:cxn modelId="{42DF5689-5BE4-4C74-B508-676739928364}" srcId="{891E4CDE-FA9F-4F8B-9056-535E8922050D}" destId="{2ED1690C-86AD-49F3-9538-D6C2B8A0C404}" srcOrd="0" destOrd="0" parTransId="{D0409BE9-5284-493C-83A6-9D44E207E085}" sibTransId="{98A44B05-3F0A-412C-8074-A7639B0FE630}"/>
    <dgm:cxn modelId="{F81B4AAA-6832-4E19-AE27-49E97728DB71}" type="presOf" srcId="{98A44B05-3F0A-412C-8074-A7639B0FE630}" destId="{DB9AC7CA-B93B-4333-BF04-C1BD9A039100}" srcOrd="0" destOrd="0" presId="urn:microsoft.com/office/officeart/2005/8/layout/cycle6"/>
    <dgm:cxn modelId="{5EFA8CAB-4436-4D81-A705-BEA05BE58D38}" type="presOf" srcId="{73A99919-AD61-4670-9B05-0210C47991AF}" destId="{3F3A6CD5-F362-440E-B19C-B89B5623E073}" srcOrd="0" destOrd="0" presId="urn:microsoft.com/office/officeart/2005/8/layout/cycle6"/>
    <dgm:cxn modelId="{2A2C4BB5-25ED-4B2F-B99D-9E1F652D0586}" srcId="{891E4CDE-FA9F-4F8B-9056-535E8922050D}" destId="{73A99919-AD61-4670-9B05-0210C47991AF}" srcOrd="1" destOrd="0" parTransId="{E69543CA-5898-41D7-9788-098ACD5FE61A}" sibTransId="{1FD8B6A4-956B-4945-A99B-D84C1C8AAE69}"/>
    <dgm:cxn modelId="{742A21BA-BB85-4622-ADCF-FBB07D3177CD}" srcId="{891E4CDE-FA9F-4F8B-9056-535E8922050D}" destId="{EE9858C2-B6F8-493C-92E8-E5A3071DAAD0}" srcOrd="2" destOrd="0" parTransId="{2073C8E3-6578-4200-9DC5-D932E52CE430}" sibTransId="{9F606F67-BB12-4C32-87FD-D17F9B7E51C2}"/>
    <dgm:cxn modelId="{8441E5BE-B168-4977-8D9F-E1BD01B9AF6E}" type="presOf" srcId="{891E4CDE-FA9F-4F8B-9056-535E8922050D}" destId="{BE3333E3-9C0A-49DC-88B9-5E5A093241BF}" srcOrd="0" destOrd="0" presId="urn:microsoft.com/office/officeart/2005/8/layout/cycle6"/>
    <dgm:cxn modelId="{9C995DC3-6797-4512-B95F-76620F0E5759}" type="presOf" srcId="{EE9858C2-B6F8-493C-92E8-E5A3071DAAD0}" destId="{94DCAA6F-F5B1-4468-96D7-D867BFC6EBCD}" srcOrd="0" destOrd="0" presId="urn:microsoft.com/office/officeart/2005/8/layout/cycle6"/>
    <dgm:cxn modelId="{ACA250F0-F814-48D2-8300-B4E5077A7C28}" type="presOf" srcId="{1FD8B6A4-956B-4945-A99B-D84C1C8AAE69}" destId="{C837092B-EBC7-4778-B5DD-CAC5E49940DF}" srcOrd="0" destOrd="0" presId="urn:microsoft.com/office/officeart/2005/8/layout/cycle6"/>
    <dgm:cxn modelId="{B6298D00-6CCA-4794-8C38-DF30E69F0F57}" type="presParOf" srcId="{BE3333E3-9C0A-49DC-88B9-5E5A093241BF}" destId="{D035851A-8A4E-475E-9188-5B31C1B70B79}" srcOrd="0" destOrd="0" presId="urn:microsoft.com/office/officeart/2005/8/layout/cycle6"/>
    <dgm:cxn modelId="{2E8D2758-B364-45E7-AA83-E20E0CC13EF0}" type="presParOf" srcId="{BE3333E3-9C0A-49DC-88B9-5E5A093241BF}" destId="{F6FFA7ED-5112-4FAE-9B1A-4D0868155091}" srcOrd="1" destOrd="0" presId="urn:microsoft.com/office/officeart/2005/8/layout/cycle6"/>
    <dgm:cxn modelId="{57ADB1BF-CCD0-4B84-AF76-A018612B27FE}" type="presParOf" srcId="{BE3333E3-9C0A-49DC-88B9-5E5A093241BF}" destId="{DB9AC7CA-B93B-4333-BF04-C1BD9A039100}" srcOrd="2" destOrd="0" presId="urn:microsoft.com/office/officeart/2005/8/layout/cycle6"/>
    <dgm:cxn modelId="{69B2F41C-06B7-42FE-B864-AA0916B262F9}" type="presParOf" srcId="{BE3333E3-9C0A-49DC-88B9-5E5A093241BF}" destId="{3F3A6CD5-F362-440E-B19C-B89B5623E073}" srcOrd="3" destOrd="0" presId="urn:microsoft.com/office/officeart/2005/8/layout/cycle6"/>
    <dgm:cxn modelId="{2A4AFEA5-9CB1-487C-8023-31F896BED142}" type="presParOf" srcId="{BE3333E3-9C0A-49DC-88B9-5E5A093241BF}" destId="{1DCCC1E4-BE5E-4A79-B070-26E1DA4E7CBB}" srcOrd="4" destOrd="0" presId="urn:microsoft.com/office/officeart/2005/8/layout/cycle6"/>
    <dgm:cxn modelId="{2D4253AC-D5D3-4659-B927-1F23698FD8C4}" type="presParOf" srcId="{BE3333E3-9C0A-49DC-88B9-5E5A093241BF}" destId="{C837092B-EBC7-4778-B5DD-CAC5E49940DF}" srcOrd="5" destOrd="0" presId="urn:microsoft.com/office/officeart/2005/8/layout/cycle6"/>
    <dgm:cxn modelId="{87E4236B-238C-4BE7-8B95-11EEBE29D59D}" type="presParOf" srcId="{BE3333E3-9C0A-49DC-88B9-5E5A093241BF}" destId="{94DCAA6F-F5B1-4468-96D7-D867BFC6EBCD}" srcOrd="6" destOrd="0" presId="urn:microsoft.com/office/officeart/2005/8/layout/cycle6"/>
    <dgm:cxn modelId="{3C29C903-301D-47B4-A377-4EA56DEDA1A9}" type="presParOf" srcId="{BE3333E3-9C0A-49DC-88B9-5E5A093241BF}" destId="{8D97A059-F0D4-4BEC-8199-DB32DAE9AC57}" srcOrd="7" destOrd="0" presId="urn:microsoft.com/office/officeart/2005/8/layout/cycle6"/>
    <dgm:cxn modelId="{ADF8B1EF-3F6E-4BF6-9F47-032C399589F8}" type="presParOf" srcId="{BE3333E3-9C0A-49DC-88B9-5E5A093241BF}" destId="{75B56427-5788-464F-9BED-37B12FC30975}" srcOrd="8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35851A-8A4E-475E-9188-5B31C1B70B79}">
      <dsp:nvSpPr>
        <dsp:cNvPr id="0" name=""/>
        <dsp:cNvSpPr/>
      </dsp:nvSpPr>
      <dsp:spPr>
        <a:xfrm>
          <a:off x="2466747" y="2070"/>
          <a:ext cx="2146952" cy="1395518"/>
        </a:xfrm>
        <a:prstGeom prst="roundRect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600" kern="1200" dirty="0"/>
            <a:t>Menus &amp; different types</a:t>
          </a:r>
          <a:endParaRPr lang="en-ZA" sz="2600" kern="1200" dirty="0"/>
        </a:p>
      </dsp:txBody>
      <dsp:txXfrm>
        <a:off x="2534871" y="70194"/>
        <a:ext cx="2010704" cy="1259270"/>
      </dsp:txXfrm>
    </dsp:sp>
    <dsp:sp modelId="{DB9AC7CA-B93B-4333-BF04-C1BD9A039100}">
      <dsp:nvSpPr>
        <dsp:cNvPr id="0" name=""/>
        <dsp:cNvSpPr/>
      </dsp:nvSpPr>
      <dsp:spPr>
        <a:xfrm>
          <a:off x="1679731" y="699830"/>
          <a:ext cx="3720984" cy="3720984"/>
        </a:xfrm>
        <a:custGeom>
          <a:avLst/>
          <a:gdLst/>
          <a:ahLst/>
          <a:cxnLst/>
          <a:rect l="0" t="0" r="0" b="0"/>
          <a:pathLst>
            <a:path>
              <a:moveTo>
                <a:pt x="2949550" y="352054"/>
              </a:moveTo>
              <a:arcTo wR="1860492" hR="1860492" stAng="18349706" swAng="3645620"/>
            </a:path>
          </a:pathLst>
        </a:custGeom>
        <a:noFill/>
        <a:ln w="3810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3A6CD5-F362-440E-B19C-B89B5623E073}">
      <dsp:nvSpPr>
        <dsp:cNvPr id="0" name=""/>
        <dsp:cNvSpPr/>
      </dsp:nvSpPr>
      <dsp:spPr>
        <a:xfrm>
          <a:off x="4077981" y="2792809"/>
          <a:ext cx="2146952" cy="1395518"/>
        </a:xfrm>
        <a:prstGeom prst="roundRect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600" kern="1200" dirty="0"/>
            <a:t>Popups &amp; tooltips</a:t>
          </a:r>
          <a:endParaRPr lang="en-ZA" sz="2600" kern="1200" dirty="0"/>
        </a:p>
      </dsp:txBody>
      <dsp:txXfrm>
        <a:off x="4146105" y="2860933"/>
        <a:ext cx="2010704" cy="1259270"/>
      </dsp:txXfrm>
    </dsp:sp>
    <dsp:sp modelId="{C837092B-EBC7-4778-B5DD-CAC5E49940DF}">
      <dsp:nvSpPr>
        <dsp:cNvPr id="0" name=""/>
        <dsp:cNvSpPr/>
      </dsp:nvSpPr>
      <dsp:spPr>
        <a:xfrm>
          <a:off x="1679731" y="699830"/>
          <a:ext cx="3720984" cy="3720984"/>
        </a:xfrm>
        <a:custGeom>
          <a:avLst/>
          <a:gdLst/>
          <a:ahLst/>
          <a:cxnLst/>
          <a:rect l="0" t="0" r="0" b="0"/>
          <a:pathLst>
            <a:path>
              <a:moveTo>
                <a:pt x="2745261" y="3497140"/>
              </a:moveTo>
              <a:arcTo wR="1860492" hR="1860492" stAng="3696265" swAng="3407470"/>
            </a:path>
          </a:pathLst>
        </a:custGeom>
        <a:noFill/>
        <a:ln w="3810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DCAA6F-F5B1-4468-96D7-D867BFC6EBCD}">
      <dsp:nvSpPr>
        <dsp:cNvPr id="0" name=""/>
        <dsp:cNvSpPr/>
      </dsp:nvSpPr>
      <dsp:spPr>
        <a:xfrm>
          <a:off x="855514" y="2792809"/>
          <a:ext cx="2146952" cy="1395518"/>
        </a:xfrm>
        <a:prstGeom prst="roundRect">
          <a:avLst/>
        </a:prstGeom>
        <a:solidFill>
          <a:srgbClr val="FE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600" kern="1200" dirty="0"/>
            <a:t>Custom controls &amp; animations</a:t>
          </a:r>
          <a:endParaRPr lang="en-ZA" sz="2600" kern="1200" dirty="0"/>
        </a:p>
      </dsp:txBody>
      <dsp:txXfrm>
        <a:off x="923638" y="2860933"/>
        <a:ext cx="2010704" cy="1259270"/>
      </dsp:txXfrm>
    </dsp:sp>
    <dsp:sp modelId="{75B56427-5788-464F-9BED-37B12FC30975}">
      <dsp:nvSpPr>
        <dsp:cNvPr id="0" name=""/>
        <dsp:cNvSpPr/>
      </dsp:nvSpPr>
      <dsp:spPr>
        <a:xfrm>
          <a:off x="1679731" y="699830"/>
          <a:ext cx="3720984" cy="3720984"/>
        </a:xfrm>
        <a:custGeom>
          <a:avLst/>
          <a:gdLst/>
          <a:ahLst/>
          <a:cxnLst/>
          <a:rect l="0" t="0" r="0" b="0"/>
          <a:pathLst>
            <a:path>
              <a:moveTo>
                <a:pt x="12288" y="2073969"/>
              </a:moveTo>
              <a:arcTo wR="1860492" hR="1860492" stAng="10404674" swAng="3645620"/>
            </a:path>
          </a:pathLst>
        </a:custGeom>
        <a:noFill/>
        <a:ln w="3810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5F629E-DEAC-48C0-2DCA-FBDE58F653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B62174-60A2-FD62-0D8D-A3E8C1B851F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153D84-A18A-4BAE-9F10-57636B33BFED}" type="datetimeFigureOut">
              <a:rPr lang="en-ZA"/>
              <a:pPr>
                <a:defRPr/>
              </a:pPr>
              <a:t>2026/05/06</a:t>
            </a:fld>
            <a:endParaRPr lang="en-ZA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AB229DF-27D9-CADC-CB1D-8A5C6271F6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ZA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EA3F31E-A0CC-3475-963C-03616313F1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ZA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28012-A92A-E433-5835-781BFC9B90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F9196-14E7-6FE6-7FAD-81CCB8236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69D768E-C3EC-41DC-8B8B-05D8793498BE}" type="slidenum">
              <a:rPr lang="en-ZA"/>
              <a:pPr>
                <a:defRPr/>
              </a:pPr>
              <a:t>‹#›</a:t>
            </a:fld>
            <a:endParaRPr lang="en-Z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14376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F3777-D4F6-B7E1-D26E-D373B4CC4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F90900-A5C6-6385-9D73-90FBADB70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831B3C-379E-0474-7A76-BBFD2BD24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Test 1 marks – just received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Concession?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Code vs </a:t>
            </a:r>
            <a:r>
              <a:rPr lang="en-ZA" dirty="0" err="1"/>
              <a:t>SceneBuilder</a:t>
            </a:r>
            <a:r>
              <a:rPr lang="en-ZA" dirty="0"/>
              <a:t> – </a:t>
            </a:r>
            <a:r>
              <a:rPr lang="en-ZA" dirty="0" err="1"/>
              <a:t>SceneBuilder</a:t>
            </a:r>
            <a:r>
              <a:rPr lang="en-ZA" dirty="0"/>
              <a:t> not for this test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22C3EF-3EC1-46C0-20B7-596EB09199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37321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5986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0776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D21AD-56D1-32FD-0679-38D4250C9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BADCE2-1220-2222-0774-7F4EE658D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8F223-DA58-C263-63BE-B1F5AA866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D9D79-9847-B624-0FCC-5A7D3C725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6985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BEBB0-3C0D-BCD1-9F39-F37ED632C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9B821C-81A7-7DD8-E606-873899B3F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73C32B-A02C-63A9-9536-29281D9F2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A48E0-F908-898D-0A19-9371B22C60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10967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113DD-EAA5-1D0A-C454-35BB8D4FB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AC83E8-8287-2942-C89F-1208F1847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181C5-C655-713D-B2EF-AEA749218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79CB0-FFAC-B7C9-E59F-F5E89BB89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3201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71638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76297-FCDC-431A-8DA9-89A396322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E8A77B-4CE0-59AF-6625-A072F61D9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B6AB81-294E-F286-7BCB-E020CD838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FAABF-5F14-C0BE-9BA8-73155BD504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424930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5B15B-9DB4-428F-0215-200A9ECBC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1AB91-E8D3-5DF2-5B4F-835C14B3EF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93A360-E8FE-14E4-FF50-D3513BAD5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B5420-56A4-F93F-752B-5C59217ED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806379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64BF8-4B98-95DB-ED2C-D0026D051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B78912-1308-1FD3-4629-0CC32AD3B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58460D-DC41-94C6-FC5C-4AA36C535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DAD46-D076-E2C9-8208-3F14D07439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76566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5BEF5-8AF3-922C-8AB4-1AD7F9B67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3B9CB6-6399-B052-4773-CEBAB23391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D1D760-8548-F74A-D9A3-B67F641A0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07C96-E84D-C30B-ECAA-B34C22C03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07320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1D5B8-1425-8095-2CD5-F86B84995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3EDED2-8896-71F4-AA1D-ADAC2F97AD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D50173-6B25-0292-5F09-3299ED6F24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F3B58-EE1A-502E-90A1-EEEB4C504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854941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59949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FB3BA-9D5E-3BF8-99A9-9E6D3AFB7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9AEDB7-3D37-C1EE-8127-19E0AAB1C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268F26-3E53-ECAC-1A5D-53DA639B4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3089B-0342-98AC-EF3D-35FAEE4842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569720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90A99-59A2-B30D-F057-DA549B3D5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B73C1E-C0C5-3397-AA9F-439E7CD0D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9372B0-03E4-D8FB-95C4-0A917C345E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81987-D4D8-2B7F-4F73-ADBDBF009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244944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C6C60-FD2F-A509-853B-08FCFAB09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8CE39-E2B5-177A-9189-D5332E6E70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B990A-0D4A-1B23-873F-7CDC41D48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1B317-3E60-B2EF-8CD5-C9C9E1FAC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982944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99DBD-46D6-545F-6699-8DD2E9CBE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E03C87-4DD9-D098-4CD7-0E0908364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864BFF-33D7-68BA-6B78-B0DEA4936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C13BB-4E30-20D7-63BA-1903D2D41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486859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61853-EAFF-C06A-E421-72D852764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2A40DB-7351-FD75-F369-B3519CF09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B45E9-1B93-A9FE-6B23-94E970BDC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A52FD-E9AA-4E0B-FA15-054960C11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938527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10202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CD4BB4-2F8D-6C42-F4E9-2B180692ED59}"/>
              </a:ext>
            </a:extLst>
          </p:cNvPr>
          <p:cNvSpPr/>
          <p:nvPr userDrawn="1"/>
        </p:nvSpPr>
        <p:spPr>
          <a:xfrm>
            <a:off x="0" y="-1588"/>
            <a:ext cx="9144000" cy="5145088"/>
          </a:xfrm>
          <a:prstGeom prst="rect">
            <a:avLst/>
          </a:prstGeom>
          <a:solidFill>
            <a:srgbClr val="001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CF85402B-8170-4E09-CFEB-83BA8A50B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700" y="744538"/>
            <a:ext cx="3789363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2787774"/>
            <a:ext cx="7848872" cy="486054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11560" y="3381840"/>
            <a:ext cx="7848872" cy="145821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0024619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FEC000"/>
              </a:buClr>
              <a:buSzPct val="80000"/>
              <a:defRPr sz="2000">
                <a:latin typeface="Avenir Book"/>
              </a:defRPr>
            </a:lvl1pPr>
            <a:lvl2pPr>
              <a:buClr>
                <a:srgbClr val="FEC000"/>
              </a:buClr>
              <a:buSzPct val="80000"/>
              <a:defRPr sz="2000">
                <a:latin typeface="Avenir Book"/>
              </a:defRPr>
            </a:lvl2pPr>
            <a:lvl3pPr>
              <a:buClr>
                <a:srgbClr val="FEC000"/>
              </a:buClr>
              <a:buSzPct val="80000"/>
              <a:defRPr sz="2000">
                <a:latin typeface="Avenir Book"/>
              </a:defRPr>
            </a:lvl3pPr>
            <a:lvl4pPr>
              <a:buClr>
                <a:srgbClr val="FEC000"/>
              </a:buClr>
              <a:buSzPct val="80000"/>
              <a:defRPr sz="2000">
                <a:latin typeface="Avenir Book"/>
              </a:defRPr>
            </a:lvl4pPr>
            <a:lvl5pPr>
              <a:buClr>
                <a:srgbClr val="FEC000"/>
              </a:buClr>
              <a:buSzPct val="80000"/>
              <a:defRPr sz="2000">
                <a:latin typeface="Avenir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3401088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0" i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7924169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303498"/>
            <a:ext cx="8352928" cy="5941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528" y="1005576"/>
            <a:ext cx="4032572" cy="358904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8501" y="1005576"/>
            <a:ext cx="4176713" cy="358904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28283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4"/>
            <a:ext cx="4040188" cy="700335"/>
          </a:xfrm>
        </p:spPr>
        <p:txBody>
          <a:bodyPr anchor="ctr"/>
          <a:lstStyle>
            <a:lvl1pPr marL="0" indent="0">
              <a:buNone/>
              <a:defRPr sz="2200" b="0" i="0" baseline="0">
                <a:solidFill>
                  <a:srgbClr val="FEC000"/>
                </a:solidFill>
                <a:latin typeface="Avenir Black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51670"/>
            <a:ext cx="4040188" cy="2742952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4"/>
            <a:ext cx="4041775" cy="700335"/>
          </a:xfrm>
        </p:spPr>
        <p:txBody>
          <a:bodyPr anchor="ctr"/>
          <a:lstStyle>
            <a:lvl1pPr marL="0" indent="0">
              <a:buNone/>
              <a:defRPr sz="2200" b="0" i="0" baseline="0">
                <a:solidFill>
                  <a:srgbClr val="FEC000"/>
                </a:solidFill>
                <a:latin typeface="Avenir Black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51670"/>
            <a:ext cx="4041775" cy="2742952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4623550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6419334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2456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3" y="465516"/>
            <a:ext cx="2877497" cy="819774"/>
          </a:xfrm>
        </p:spPr>
        <p:txBody>
          <a:bodyPr anchor="t"/>
          <a:lstStyle>
            <a:lvl1pPr algn="l">
              <a:defRPr sz="2200" b="1">
                <a:solidFill>
                  <a:srgbClr val="FEC000"/>
                </a:solidFill>
                <a:latin typeface="Avenir Black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981" y="465517"/>
            <a:ext cx="4889467" cy="412910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9552" y="1285291"/>
            <a:ext cx="2877497" cy="330933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43687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0" i="0" baseline="0">
                <a:solidFill>
                  <a:srgbClr val="FEC000"/>
                </a:solidFill>
                <a:latin typeface="Avenir Black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8853275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397" y="303498"/>
            <a:ext cx="8128527" cy="59412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545" y="1113589"/>
            <a:ext cx="8136904" cy="3481034"/>
          </a:xfrm>
        </p:spPr>
        <p:txBody>
          <a:bodyPr vert="eaVert"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8502750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7905" y="249493"/>
            <a:ext cx="2018551" cy="43451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546" y="249493"/>
            <a:ext cx="5913947" cy="4345130"/>
          </a:xfrm>
        </p:spPr>
        <p:txBody>
          <a:bodyPr vert="eaVert"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5787133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340854-2AB0-CB10-64EC-90BE9215D8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1588"/>
            <a:ext cx="9144000" cy="5191126"/>
          </a:xfrm>
          <a:prstGeom prst="rect">
            <a:avLst/>
          </a:prstGeom>
          <a:solidFill>
            <a:srgbClr val="FEC000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405064" y="239776"/>
            <a:ext cx="4376737" cy="4748870"/>
          </a:xfrm>
          <a:prstGeom prst="rect">
            <a:avLst/>
          </a:prstGeom>
        </p:spPr>
        <p:txBody>
          <a:bodyPr tIns="0" bIns="748800" anchor="ctr" anchorCtr="1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solidFill>
                  <a:schemeClr val="bg1"/>
                </a:solidFill>
                <a:latin typeface="Avenir Medium"/>
                <a:cs typeface="Avenir Medium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73501097"/>
      </p:ext>
    </p:extLst>
  </p:cSld>
  <p:clrMapOvr>
    <a:masterClrMapping/>
  </p:clrMapOvr>
  <p:transition spd="slow"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E339C2-10EE-A968-9884-2A9840336F4A}"/>
              </a:ext>
            </a:extLst>
          </p:cNvPr>
          <p:cNvSpPr/>
          <p:nvPr userDrawn="1"/>
        </p:nvSpPr>
        <p:spPr>
          <a:xfrm>
            <a:off x="-339725" y="-192088"/>
            <a:ext cx="9823450" cy="5527676"/>
          </a:xfrm>
          <a:prstGeom prst="rect">
            <a:avLst/>
          </a:prstGeom>
          <a:solidFill>
            <a:srgbClr val="00102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405064" y="725984"/>
            <a:ext cx="4376737" cy="4262661"/>
          </a:xfrm>
          <a:prstGeom prst="rect">
            <a:avLst/>
          </a:prstGeom>
        </p:spPr>
        <p:txBody>
          <a:bodyPr tIns="0" bIns="748800" anchor="ctr" anchorCtr="1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200">
                <a:solidFill>
                  <a:schemeClr val="bg1"/>
                </a:solidFill>
                <a:latin typeface="Avenir Medium"/>
                <a:cs typeface="Avenir Medium"/>
              </a:defRPr>
            </a:lvl1pPr>
          </a:lstStyle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2012429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Slogan Slide (16-9).jpg">
            <a:extLst>
              <a:ext uri="{FF2B5EF4-FFF2-40B4-BE49-F238E27FC236}">
                <a16:creationId xmlns:a16="http://schemas.microsoft.com/office/drawing/2014/main" id="{B81BB40B-38F8-E738-36C0-ECB883458A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450" y="-30163"/>
            <a:ext cx="9240838" cy="5203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0509847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MU Title Slide"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015448E5-F638-B1D6-C8DF-532BFBB729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188" y="792163"/>
            <a:ext cx="284162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601357"/>
            <a:ext cx="7886700" cy="56842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700" b="1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28650" y="3270709"/>
            <a:ext cx="7886700" cy="322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628650" y="3763934"/>
            <a:ext cx="7886700" cy="27440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>
                <a:solidFill>
                  <a:srgbClr val="FEC000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28650" y="4104269"/>
            <a:ext cx="7886700" cy="2744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rgbClr val="FEC000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628650" y="4444605"/>
            <a:ext cx="7886700" cy="3263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1679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13668B8-86C9-9421-3159-C823938B6D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303213"/>
            <a:ext cx="84963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0CB888D-7791-A522-D910-4377162E80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112838"/>
            <a:ext cx="8505825" cy="348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</p:txBody>
      </p:sp>
      <p:pic>
        <p:nvPicPr>
          <p:cNvPr id="1028" name="Picture 6">
            <a:extLst>
              <a:ext uri="{FF2B5EF4-FFF2-40B4-BE49-F238E27FC236}">
                <a16:creationId xmlns:a16="http://schemas.microsoft.com/office/drawing/2014/main" id="{E93FDCF3-2B47-AE1D-06CC-D555B13F21D7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08500"/>
            <a:ext cx="91440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  <p:sldLayoutId id="2147483956" r:id="rId4"/>
    <p:sldLayoutId id="2147483957" r:id="rId5"/>
    <p:sldLayoutId id="2147483958" r:id="rId6"/>
    <p:sldLayoutId id="2147483959" r:id="rId7"/>
    <p:sldLayoutId id="2147483960" r:id="rId8"/>
    <p:sldLayoutId id="2147483961" r:id="rId9"/>
    <p:sldLayoutId id="2147483962" r:id="rId10"/>
    <p:sldLayoutId id="2147483963" r:id="rId11"/>
    <p:sldLayoutId id="2147483964" r:id="rId12"/>
    <p:sldLayoutId id="2147483965" r:id="rId13"/>
    <p:sldLayoutId id="2147483966" r:id="rId14"/>
    <p:sldLayoutId id="2147483967" r:id="rId1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9pPr>
    </p:titleStyle>
    <p:bodyStyle>
      <a:lvl1pPr marL="173038" indent="-1730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Avenir Book"/>
          <a:ea typeface="ＭＳ Ｐゴシック" charset="0"/>
          <a:cs typeface="+mn-cs"/>
        </a:defRPr>
      </a:lvl1pPr>
      <a:lvl2pPr marL="347663" indent="-1730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Char char="•"/>
        <a:defRPr sz="2000">
          <a:solidFill>
            <a:schemeClr val="tx1"/>
          </a:solidFill>
          <a:latin typeface="Avenir Book"/>
          <a:ea typeface="ＭＳ Ｐゴシック" charset="0"/>
        </a:defRPr>
      </a:lvl2pPr>
      <a:lvl3pPr marL="547688" indent="-1984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Font typeface="Arial" panose="020B0604020202020204" pitchFamily="34" charset="0"/>
        <a:buChar char="-"/>
        <a:defRPr sz="2000">
          <a:solidFill>
            <a:schemeClr val="tx1"/>
          </a:solidFill>
          <a:latin typeface="Avenir Book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3057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3057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fxexperience.com/controlsfx/" TargetMode="Externa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docs.oracle.com/javafx/2/animations/jfxpub-animations.htm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6">
            <a:extLst>
              <a:ext uri="{FF2B5EF4-FFF2-40B4-BE49-F238E27FC236}">
                <a16:creationId xmlns:a16="http://schemas.microsoft.com/office/drawing/2014/main" id="{4AA0ABE0-6903-5F9A-268C-90F844063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itle 1">
            <a:extLst>
              <a:ext uri="{FF2B5EF4-FFF2-40B4-BE49-F238E27FC236}">
                <a16:creationId xmlns:a16="http://schemas.microsoft.com/office/drawing/2014/main" id="{25B10FB9-A15F-F8CA-E0F3-B4914ABDD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67150"/>
            <a:ext cx="9144000" cy="43338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3200" dirty="0">
                <a:ea typeface="ＭＳ Ｐゴシック" panose="020B0600070205080204" pitchFamily="34" charset="-128"/>
              </a:rPr>
              <a:t>Lecture 11: Menus, popups &amp; custom controls</a:t>
            </a:r>
            <a:endParaRPr lang="en-ZA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18436" name="Text Placeholder 3">
            <a:extLst>
              <a:ext uri="{FF2B5EF4-FFF2-40B4-BE49-F238E27FC236}">
                <a16:creationId xmlns:a16="http://schemas.microsoft.com/office/drawing/2014/main" id="{4FA56CAD-107C-CCF9-44D6-34BF51654181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>
          <a:xfrm>
            <a:off x="611188" y="4386263"/>
            <a:ext cx="7886700" cy="273050"/>
          </a:xfrm>
        </p:spPr>
        <p:txBody>
          <a:bodyPr/>
          <a:lstStyle/>
          <a:p>
            <a:r>
              <a:rPr lang="en-US" altLang="en-US" sz="1200">
                <a:ea typeface="ＭＳ Ｐゴシック" panose="020B0600070205080204" pitchFamily="34" charset="-128"/>
              </a:rPr>
              <a:t>WRPV301: Advanced Programming</a:t>
            </a:r>
            <a:endParaRPr lang="en-ZA" altLang="en-US" sz="1200">
              <a:ea typeface="ＭＳ Ｐゴシック" panose="020B0600070205080204" pitchFamily="34" charset="-128"/>
            </a:endParaRPr>
          </a:p>
        </p:txBody>
      </p:sp>
      <p:sp>
        <p:nvSpPr>
          <p:cNvPr id="18437" name="Text Placeholder 5">
            <a:extLst>
              <a:ext uri="{FF2B5EF4-FFF2-40B4-BE49-F238E27FC236}">
                <a16:creationId xmlns:a16="http://schemas.microsoft.com/office/drawing/2014/main" id="{7B434F81-E8A3-A7A9-ADB2-DAC0071210D7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>
          <a:xfrm>
            <a:off x="611188" y="4732338"/>
            <a:ext cx="7886700" cy="325437"/>
          </a:xfrm>
        </p:spPr>
        <p:txBody>
          <a:bodyPr/>
          <a:lstStyle/>
          <a:p>
            <a:r>
              <a:rPr lang="en-US" altLang="en-US" sz="1400">
                <a:ea typeface="ＭＳ Ｐゴシック" panose="020B0600070205080204" pitchFamily="34" charset="-128"/>
              </a:rPr>
              <a:t>Dr Simone Beets</a:t>
            </a:r>
            <a:endParaRPr lang="en-ZA" altLang="en-US" sz="14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D8251-4565-CC08-BA8B-D4069A2AE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4AED0E54-5882-AA22-EDB7-87A30FFEDA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303498"/>
            <a:ext cx="8352928" cy="594122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400" dirty="0"/>
              <a:t>Upcoming test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9A7B29A4-7300-698E-D7F3-DAF0F358051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79512" y="1005576"/>
            <a:ext cx="4680519" cy="3589046"/>
          </a:xfrm>
        </p:spPr>
        <p:txBody>
          <a:bodyPr wrap="square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Will set the test this week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If changes, will confirm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About 30% theory, 10% applied answers, 60% practical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Need to prep all content after XML, including today’s work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Cheat sheet only allowed for practical section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3 hours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Start at 09:00, Saturday 16 May 2026, Labs 3 &amp; 4</a:t>
            </a:r>
          </a:p>
        </p:txBody>
      </p:sp>
      <p:pic>
        <p:nvPicPr>
          <p:cNvPr id="3" name="Picture 2" descr="A paper with writing on it&#10;&#10;AI-generated content may be incorrect.">
            <a:extLst>
              <a:ext uri="{FF2B5EF4-FFF2-40B4-BE49-F238E27FC236}">
                <a16:creationId xmlns:a16="http://schemas.microsoft.com/office/drawing/2014/main" id="{7518028E-57F5-2B18-CE11-9010ED0B79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14072"/>
          <a:stretch/>
        </p:blipFill>
        <p:spPr>
          <a:xfrm>
            <a:off x="4779505" y="1116912"/>
            <a:ext cx="3917580" cy="33663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18234025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879C09E-7A09-4578-9916-3452CF8B51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1833088"/>
              </p:ext>
            </p:extLst>
          </p:nvPr>
        </p:nvGraphicFramePr>
        <p:xfrm>
          <a:off x="1524000" y="123478"/>
          <a:ext cx="7080448" cy="468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648E7E3-6BD8-4591-A28B-2A8860F3CF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1582812"/>
            <a:ext cx="2069058" cy="20690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92A272-E29E-4186-9A7E-A2EF1DA05546}"/>
              </a:ext>
            </a:extLst>
          </p:cNvPr>
          <p:cNvSpPr txBox="1"/>
          <p:nvPr/>
        </p:nvSpPr>
        <p:spPr>
          <a:xfrm>
            <a:off x="107504" y="1131590"/>
            <a:ext cx="2808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venir Medium"/>
                <a:ea typeface="ＭＳ Ｐゴシック" panose="020B0600070205080204" pitchFamily="34" charset="-128"/>
                <a:cs typeface="+mn-cs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761568037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9984F3-4A8C-41E9-8906-722BFDD32DF7}"/>
              </a:ext>
            </a:extLst>
          </p:cNvPr>
          <p:cNvSpPr/>
          <p:nvPr/>
        </p:nvSpPr>
        <p:spPr>
          <a:xfrm>
            <a:off x="0" y="0"/>
            <a:ext cx="6228184" cy="5143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A5F8D-5E28-431E-9C4E-F84AAEA7BB92}"/>
              </a:ext>
            </a:extLst>
          </p:cNvPr>
          <p:cNvSpPr txBox="1"/>
          <p:nvPr/>
        </p:nvSpPr>
        <p:spPr>
          <a:xfrm>
            <a:off x="1043608" y="2156251"/>
            <a:ext cx="3707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Medium"/>
                <a:ea typeface="ＭＳ Ｐゴシック" panose="020B0600070205080204" pitchFamily="34" charset="-128"/>
                <a:cs typeface="+mn-cs"/>
              </a:rPr>
              <a:t>Menus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20FC1D-75C1-4880-86AD-072A033270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1690663"/>
            <a:ext cx="2249239" cy="224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1223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A561D-E2B3-7250-77BD-B51A4A8C1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62A76376-C20A-74C5-AEFF-D1FCBF990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Menus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9BAD2B09-5AAF-5254-AC57-8E4B08C44C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504" y="3391135"/>
            <a:ext cx="3024336" cy="112483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Strip that displays menus at the top of the stage (typically)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E368464-7D4A-0E23-B890-5E5846E5CFE7}"/>
              </a:ext>
            </a:extLst>
          </p:cNvPr>
          <p:cNvGrpSpPr/>
          <p:nvPr/>
        </p:nvGrpSpPr>
        <p:grpSpPr>
          <a:xfrm>
            <a:off x="323850" y="731819"/>
            <a:ext cx="2664835" cy="2501422"/>
            <a:chOff x="8584659" y="51277"/>
            <a:chExt cx="2664835" cy="250142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16936BA-045F-9D62-8BBC-8FA7ED8FA4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0389" t="17391" r="33744" b="58230"/>
            <a:stretch/>
          </p:blipFill>
          <p:spPr>
            <a:xfrm>
              <a:off x="8584659" y="359054"/>
              <a:ext cx="2538293" cy="2193645"/>
            </a:xfrm>
            <a:prstGeom prst="round2DiagRect">
              <a:avLst>
                <a:gd name="adj1" fmla="val 16667"/>
                <a:gd name="adj2" fmla="val 0"/>
              </a:avLst>
            </a:prstGeom>
            <a:ln w="38100" cap="sq">
              <a:solidFill>
                <a:srgbClr val="FFFFFF"/>
              </a:solidFill>
              <a:miter lim="800000"/>
            </a:ln>
            <a:effectLst>
              <a:outerShdw blurRad="254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6B4B52F-E20D-8AD6-A92F-0048E4A9128D}"/>
                </a:ext>
              </a:extLst>
            </p:cNvPr>
            <p:cNvSpPr txBox="1"/>
            <p:nvPr/>
          </p:nvSpPr>
          <p:spPr>
            <a:xfrm>
              <a:off x="10248899" y="51277"/>
              <a:ext cx="10005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1400" b="1" dirty="0">
                  <a:solidFill>
                    <a:srgbClr val="FEC000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Menu Bar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4CE0B8A-3513-998A-E8B0-0571A4979C8F}"/>
              </a:ext>
            </a:extLst>
          </p:cNvPr>
          <p:cNvGrpSpPr/>
          <p:nvPr/>
        </p:nvGrpSpPr>
        <p:grpSpPr>
          <a:xfrm>
            <a:off x="3700435" y="1054831"/>
            <a:ext cx="1771984" cy="1851649"/>
            <a:chOff x="9064056" y="2584884"/>
            <a:chExt cx="1771984" cy="185164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CD59D86-3709-C72C-DE4C-1CFAA8990A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5122" t="20931" r="33831" b="60019"/>
            <a:stretch/>
          </p:blipFill>
          <p:spPr>
            <a:xfrm>
              <a:off x="9064056" y="2904419"/>
              <a:ext cx="1579499" cy="1532114"/>
            </a:xfrm>
            <a:prstGeom prst="round2DiagRect">
              <a:avLst>
                <a:gd name="adj1" fmla="val 16667"/>
                <a:gd name="adj2" fmla="val 0"/>
              </a:avLst>
            </a:prstGeom>
            <a:ln w="38100" cap="sq">
              <a:solidFill>
                <a:srgbClr val="FFFFFF"/>
              </a:solidFill>
              <a:miter lim="800000"/>
            </a:ln>
            <a:effectLst>
              <a:outerShdw blurRad="254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73752CE-485A-3DF5-E956-572406AB1C07}"/>
                </a:ext>
              </a:extLst>
            </p:cNvPr>
            <p:cNvSpPr txBox="1"/>
            <p:nvPr/>
          </p:nvSpPr>
          <p:spPr>
            <a:xfrm>
              <a:off x="9559729" y="2584884"/>
              <a:ext cx="12763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1400" b="1" dirty="0">
                  <a:solidFill>
                    <a:srgbClr val="FEC000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Menu Button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91F1FD-A383-6AC0-8005-339E60519D3B}"/>
              </a:ext>
            </a:extLst>
          </p:cNvPr>
          <p:cNvGrpSpPr/>
          <p:nvPr/>
        </p:nvGrpSpPr>
        <p:grpSpPr>
          <a:xfrm>
            <a:off x="5940152" y="930247"/>
            <a:ext cx="3007448" cy="2084522"/>
            <a:chOff x="8417574" y="4458504"/>
            <a:chExt cx="3007448" cy="208452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00AF313-6825-9109-35A4-A849FCA080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52591" t="30934" r="27749" b="47715"/>
            <a:stretch/>
          </p:blipFill>
          <p:spPr>
            <a:xfrm>
              <a:off x="8417574" y="4788253"/>
              <a:ext cx="2872462" cy="1754773"/>
            </a:xfrm>
            <a:prstGeom prst="round2DiagRect">
              <a:avLst>
                <a:gd name="adj1" fmla="val 16667"/>
                <a:gd name="adj2" fmla="val 0"/>
              </a:avLst>
            </a:prstGeom>
            <a:ln w="38100" cap="sq">
              <a:solidFill>
                <a:srgbClr val="FFFFFF"/>
              </a:solidFill>
              <a:miter lim="800000"/>
            </a:ln>
            <a:effectLst>
              <a:outerShdw blurRad="254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B99A8F8-F7FB-A493-4C18-399BE27A1AED}"/>
                </a:ext>
              </a:extLst>
            </p:cNvPr>
            <p:cNvSpPr txBox="1"/>
            <p:nvPr/>
          </p:nvSpPr>
          <p:spPr>
            <a:xfrm>
              <a:off x="10058942" y="4458504"/>
              <a:ext cx="13660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1400" b="1" dirty="0">
                  <a:solidFill>
                    <a:srgbClr val="FEC000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a:rPr>
                <a:t>Context Menu</a:t>
              </a:r>
            </a:p>
          </p:txBody>
        </p: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0D1BB6-BAF8-8941-BFB9-92AD527800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832" y="3377827"/>
            <a:ext cx="2664296" cy="112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kern="0" dirty="0"/>
              <a:t>Button that displays a menu when clicked on, i.e., a multi-action button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6CE2513-8914-4CA3-1B07-7C3F164BA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128" y="3391135"/>
            <a:ext cx="3344441" cy="112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kern="0" dirty="0"/>
              <a:t>Popup menu that appears when right-click a control</a:t>
            </a:r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en-US" kern="0" dirty="0"/>
              <a:t>Different context menu appears for different controls</a:t>
            </a:r>
          </a:p>
        </p:txBody>
      </p:sp>
    </p:spTree>
    <p:extLst>
      <p:ext uri="{BB962C8B-B14F-4D97-AF65-F5344CB8AC3E}">
        <p14:creationId xmlns:p14="http://schemas.microsoft.com/office/powerpoint/2010/main" val="325439561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14" grpId="0" build="p"/>
      <p:bldP spid="15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56913-3A1C-74B6-7402-1217D617A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BB12834D-CE08-16CC-9888-6A12B39FC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Naming conventions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77BA1AF0-9F48-B449-5F98-49FEEDF27A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059582"/>
            <a:ext cx="8496300" cy="3481387"/>
          </a:xfrm>
        </p:spPr>
        <p:txBody>
          <a:bodyPr/>
          <a:lstStyle/>
          <a:p>
            <a:r>
              <a:rPr lang="en-US" dirty="0"/>
              <a:t>“…” after name, e.g., “New…”, implies that a dialogue will appear when selected</a:t>
            </a:r>
          </a:p>
          <a:p>
            <a:r>
              <a:rPr lang="en-US" dirty="0"/>
              <a:t>Nothing after the name, e.g., “Close Project”, implies action will take place immediately</a:t>
            </a:r>
          </a:p>
          <a:p>
            <a:r>
              <a:rPr lang="en-US" dirty="0"/>
              <a:t>Name is typically “verb [object]”</a:t>
            </a:r>
          </a:p>
          <a:p>
            <a:pPr lvl="1"/>
            <a:r>
              <a:rPr lang="en-US" dirty="0"/>
              <a:t>e.g., “New…”, “Import Settings…”, “Cut”, etc.</a:t>
            </a:r>
          </a:p>
          <a:p>
            <a:pPr lvl="1"/>
            <a:r>
              <a:rPr lang="en-US" dirty="0"/>
              <a:t>Unless the menu to which the option belongs is a verb, then the menu item may only be an object, e.g., “View </a:t>
            </a:r>
            <a:r>
              <a:rPr lang="en-US" dirty="0">
                <a:sym typeface="Wingdings" panose="05000000000000000000" pitchFamily="2" charset="2"/>
              </a:rPr>
              <a:t> Recent Documents”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30461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FE628-47A0-363A-C0B6-22AF66A25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6E2B8549-F3A1-EB65-5C41-C16A0850BE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Menus </a:t>
            </a:r>
            <a:r>
              <a:rPr lang="en-US" altLang="en-US" dirty="0">
                <a:solidFill>
                  <a:srgbClr val="FEC000"/>
                </a:solidFill>
                <a:latin typeface="Avenir Medium" pitchFamily="2" charset="0"/>
                <a:ea typeface="ＭＳ Ｐゴシック" panose="020B0600070205080204" pitchFamily="34" charset="-128"/>
              </a:rPr>
              <a:t>/Example01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5BB14CCB-D4DC-79FE-5E32-0740D0B2E3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059582"/>
            <a:ext cx="4248150" cy="3481387"/>
          </a:xfrm>
        </p:spPr>
        <p:txBody>
          <a:bodyPr/>
          <a:lstStyle/>
          <a:p>
            <a:r>
              <a:rPr lang="en-US" dirty="0"/>
              <a:t>Constructing menu structure similar for all types of menus</a:t>
            </a:r>
          </a:p>
          <a:p>
            <a:r>
              <a:rPr lang="en-US" dirty="0"/>
              <a:t>What attached to (root) makes biggest difference</a:t>
            </a:r>
          </a:p>
          <a:p>
            <a:r>
              <a:rPr lang="en-US" dirty="0"/>
              <a:t>If using image resources, must mark folder as “resources”</a:t>
            </a:r>
          </a:p>
          <a:p>
            <a:endParaRPr lang="en-ZA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73B28C-D58B-10FF-7897-4D0550E9E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60490" t="11563" r="4844" b="47708"/>
          <a:stretch>
            <a:fillRect/>
          </a:stretch>
        </p:blipFill>
        <p:spPr bwMode="auto">
          <a:xfrm>
            <a:off x="4572000" y="699542"/>
            <a:ext cx="4397060" cy="387451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652258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9984F3-4A8C-41E9-8906-722BFDD32DF7}"/>
              </a:ext>
            </a:extLst>
          </p:cNvPr>
          <p:cNvSpPr/>
          <p:nvPr/>
        </p:nvSpPr>
        <p:spPr>
          <a:xfrm>
            <a:off x="0" y="0"/>
            <a:ext cx="6228184" cy="5143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A5F8D-5E28-431E-9C4E-F84AAEA7BB92}"/>
              </a:ext>
            </a:extLst>
          </p:cNvPr>
          <p:cNvSpPr txBox="1"/>
          <p:nvPr/>
        </p:nvSpPr>
        <p:spPr>
          <a:xfrm>
            <a:off x="1043608" y="2156251"/>
            <a:ext cx="3707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Medium"/>
                <a:ea typeface="ＭＳ Ｐゴシック" panose="020B0600070205080204" pitchFamily="34" charset="-128"/>
                <a:cs typeface="+mn-cs"/>
              </a:rPr>
              <a:t>Popups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D066EE-5B45-49E0-B33C-4609D4CEEF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645" y="1779662"/>
            <a:ext cx="2022597" cy="202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226666"/>
      </p:ext>
    </p:extLst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5A484-A8CD-49B5-8E2A-2C0E33906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CDB2D434-EFA5-C2E1-E0C5-A0933F8C85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Popups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F179C5DA-A8B7-CF73-3629-ADF33AFD5D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059582"/>
            <a:ext cx="5112246" cy="3481387"/>
          </a:xfrm>
        </p:spPr>
        <p:txBody>
          <a:bodyPr/>
          <a:lstStyle/>
          <a:p>
            <a:r>
              <a:rPr lang="en-US" dirty="0"/>
              <a:t>Sometimes, we want additional information but not using a separate stage</a:t>
            </a:r>
          </a:p>
          <a:p>
            <a:r>
              <a:rPr lang="en-US" dirty="0"/>
              <a:t>Popup</a:t>
            </a:r>
          </a:p>
          <a:p>
            <a:pPr lvl="1"/>
            <a:r>
              <a:rPr lang="en-US" dirty="0"/>
              <a:t>Node that appears on top of all the nodes in a scene</a:t>
            </a:r>
          </a:p>
          <a:p>
            <a:pPr lvl="1"/>
            <a:r>
              <a:rPr lang="en-US" dirty="0"/>
              <a:t>Does not get affected by the current layouts, i.e., moving stages does not necessarily move the popup</a:t>
            </a:r>
          </a:p>
          <a:p>
            <a:endParaRPr lang="en-ZA" dirty="0"/>
          </a:p>
          <a:p>
            <a:pPr lvl="1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7E20DD-D71A-D62A-23B8-1799A8C820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13" r="1671"/>
          <a:stretch/>
        </p:blipFill>
        <p:spPr>
          <a:xfrm rot="696516">
            <a:off x="5434931" y="324531"/>
            <a:ext cx="3510093" cy="2538585"/>
          </a:xfrm>
          <a:prstGeom prst="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3532637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03528-2D5B-783B-19F4-B9DBB010D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40902D8F-1710-9767-EF76-1E42D9DDB4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Popups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95057ED2-B581-B7B7-A053-CD14E5D3E5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059582"/>
            <a:ext cx="5112246" cy="3481387"/>
          </a:xfrm>
        </p:spPr>
        <p:txBody>
          <a:bodyPr/>
          <a:lstStyle/>
          <a:p>
            <a:r>
              <a:rPr lang="en-ZA" dirty="0"/>
              <a:t>Can create custom Popups </a:t>
            </a:r>
          </a:p>
          <a:p>
            <a:pPr lvl="1"/>
            <a:r>
              <a:rPr lang="en-ZA" dirty="0">
                <a:sym typeface="Wingdings" panose="05000000000000000000" pitchFamily="2" charset="2"/>
              </a:rPr>
              <a:t>The popup is not a modal, i.e., can still interact with the rest of the application</a:t>
            </a:r>
          </a:p>
          <a:p>
            <a:r>
              <a:rPr lang="en-ZA" dirty="0">
                <a:sym typeface="Wingdings" panose="05000000000000000000" pitchFamily="2" charset="2"/>
              </a:rPr>
              <a:t>User interaction</a:t>
            </a:r>
          </a:p>
          <a:p>
            <a:pPr lvl="1"/>
            <a:r>
              <a:rPr lang="en-ZA" dirty="0">
                <a:sym typeface="Wingdings" panose="05000000000000000000" pitchFamily="2" charset="2"/>
              </a:rPr>
              <a:t>When creating a custom control, consider what the user will do to interact with it &amp; the sequence</a:t>
            </a:r>
          </a:p>
          <a:p>
            <a:pPr lvl="1"/>
            <a:r>
              <a:rPr lang="en-ZA" dirty="0">
                <a:sym typeface="Wingdings" panose="05000000000000000000" pitchFamily="2" charset="2"/>
              </a:rPr>
              <a:t>E.g., what happens when mouse over, left/right mouse down/up, etc.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E750B9-1940-5A1F-306B-99BF11A4E1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13" r="1671"/>
          <a:stretch/>
        </p:blipFill>
        <p:spPr>
          <a:xfrm rot="696516">
            <a:off x="5434931" y="324531"/>
            <a:ext cx="3510093" cy="2538585"/>
          </a:xfrm>
          <a:prstGeom prst="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793AC-7D6A-5B0F-5E9F-319027DD9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723878"/>
            <a:ext cx="8640638" cy="348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45008380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E1AE5-60C7-6C74-153B-8297BCD4C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995147C-366D-184B-B3A1-1942183CF796}"/>
              </a:ext>
            </a:extLst>
          </p:cNvPr>
          <p:cNvSpPr/>
          <p:nvPr/>
        </p:nvSpPr>
        <p:spPr>
          <a:xfrm>
            <a:off x="0" y="4385293"/>
            <a:ext cx="9144000" cy="7582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49BBA155-BC8C-94AF-5DCB-0A7629E536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23478"/>
            <a:ext cx="8496300" cy="593725"/>
          </a:xfrm>
        </p:spPr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Mouse dragging </a:t>
            </a:r>
            <a:r>
              <a:rPr lang="en-US" altLang="en-US" dirty="0" err="1">
                <a:latin typeface="Avenir Medium" pitchFamily="2" charset="0"/>
                <a:ea typeface="ＭＳ Ｐゴシック" panose="020B0600070205080204" pitchFamily="34" charset="-128"/>
              </a:rPr>
              <a:t>behaviour</a:t>
            </a:r>
            <a:endParaRPr lang="en-US" altLang="en-US" dirty="0">
              <a:latin typeface="Avenir Medium" pitchFamily="2" charset="0"/>
              <a:ea typeface="ＭＳ Ｐゴシック" panose="020B0600070205080204" pitchFamily="34" charset="-128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59D120B-7B65-06D4-C5C4-2DB7555628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8" y="1064670"/>
            <a:ext cx="1219048" cy="12190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7453B04-5AF1-243E-0F9F-5DF11F498E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91" y="1533421"/>
            <a:ext cx="1219048" cy="121904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CA20791-47D4-5B78-6A71-9E7EB9B90E28}"/>
              </a:ext>
            </a:extLst>
          </p:cNvPr>
          <p:cNvSpPr/>
          <p:nvPr/>
        </p:nvSpPr>
        <p:spPr>
          <a:xfrm>
            <a:off x="4346421" y="699543"/>
            <a:ext cx="4797579" cy="443545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E1FA74-8331-45C8-3F46-A06584A4DECA}"/>
              </a:ext>
            </a:extLst>
          </p:cNvPr>
          <p:cNvSpPr/>
          <p:nvPr/>
        </p:nvSpPr>
        <p:spPr>
          <a:xfrm>
            <a:off x="5436096" y="1851670"/>
            <a:ext cx="889853" cy="889853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BA5314-4640-E488-CC00-750BE7C2A3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687" y="1466998"/>
            <a:ext cx="414393" cy="41439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D54E16B-2504-61F2-7974-6A7B30E9C593}"/>
              </a:ext>
            </a:extLst>
          </p:cNvPr>
          <p:cNvSpPr txBox="1"/>
          <p:nvPr/>
        </p:nvSpPr>
        <p:spPr>
          <a:xfrm>
            <a:off x="0" y="3686710"/>
            <a:ext cx="416812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mouse move</a:t>
            </a:r>
          </a:p>
          <a:p>
            <a:r>
              <a:rPr lang="en-ZA" dirty="0"/>
              <a:t>mouse button down (left)</a:t>
            </a:r>
          </a:p>
          <a:p>
            <a:r>
              <a:rPr lang="en-ZA" dirty="0"/>
              <a:t>drag mouse (move while button down)</a:t>
            </a:r>
          </a:p>
          <a:p>
            <a:r>
              <a:rPr lang="en-ZA" dirty="0"/>
              <a:t>mouse button released (left)</a:t>
            </a:r>
          </a:p>
          <a:p>
            <a:r>
              <a:rPr lang="en-ZA" dirty="0"/>
              <a:t>mouse move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FBCA86-68CF-3486-AAEB-179C41DCA205}"/>
              </a:ext>
            </a:extLst>
          </p:cNvPr>
          <p:cNvSpPr txBox="1"/>
          <p:nvPr/>
        </p:nvSpPr>
        <p:spPr>
          <a:xfrm>
            <a:off x="4481748" y="4488667"/>
            <a:ext cx="1988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3600" b="1" dirty="0">
                <a:solidFill>
                  <a:schemeClr val="bg1"/>
                </a:solidFill>
              </a:rPr>
              <a:t>dragging</a:t>
            </a:r>
            <a:endParaRPr lang="en-ZA" b="1" dirty="0">
              <a:solidFill>
                <a:schemeClr val="bg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F2EA6D2-4492-DD68-2A4A-DB2E3A9AC8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1503429"/>
            <a:ext cx="1219048" cy="121904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4B88DF7-699B-9883-0FA3-8D8E8958E1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2067694"/>
            <a:ext cx="414476" cy="41447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BD236A4-67D4-4341-7F0B-4D2E85D41B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4377" y="2067694"/>
            <a:ext cx="414476" cy="41447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9506A69-920F-9198-5CB1-0248A62579B8}"/>
              </a:ext>
            </a:extLst>
          </p:cNvPr>
          <p:cNvSpPr txBox="1"/>
          <p:nvPr/>
        </p:nvSpPr>
        <p:spPr>
          <a:xfrm>
            <a:off x="7399197" y="631077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screen</a:t>
            </a:r>
          </a:p>
        </p:txBody>
      </p:sp>
    </p:spTree>
    <p:extLst>
      <p:ext uri="{BB962C8B-B14F-4D97-AF65-F5344CB8AC3E}">
        <p14:creationId xmlns:p14="http://schemas.microsoft.com/office/powerpoint/2010/main" val="358365422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2.71605E-6 L 0.0835 0.09568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67" y="4784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1.35802E-6 L 0.08298 0.11358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49" y="56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8 -0.00371 C 0.00104 0.04938 0.00434 0.12345 0.01632 0.12222 C 0.03351 0.12222 0.03489 -0.12562 0.05538 -0.12655 C 0.07378 -0.12655 0.06389 0.09012 0.08177 0.08919 C 0.10017 0.08919 0.09028 -0.0676 0.11024 -0.0676 C 0.12812 -0.0676 0.11805 0.03827 0.13403 0.03827 C 0.1493 0.03827 0.14132 -0.0426 0.15521 -0.0426 C 0.16319 -0.0426 0.16371 -0.02068 0.16441 -0.00371 " pathEditMode="relative" rAng="0" ptsTypes="AAAAAAAA">
                                      <p:cBhvr>
                                        <p:cTn id="5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29" y="154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6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3.7037E-6 C 0.00208 0.05308 0.00694 0.12685 0.025 0.12592 C 0.05104 0.12592 0.05295 -0.12192 0.08402 -0.12315 C 0.11197 -0.12315 0.09704 0.09413 0.12395 0.0929 C 0.15208 0.0929 0.13697 -0.06389 0.16701 -0.06389 C 0.19392 -0.06389 0.17899 0.04197 0.20295 0.04197 C 0.22604 0.04197 0.21406 -0.03889 0.23507 -0.03889 C 0.24704 -0.03889 0.24791 -0.01698 0.24895 3.7037E-6 " pathEditMode="relative" rAng="0" ptsTypes="AAAAAAAA">
                                      <p:cBhvr>
                                        <p:cTn id="5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48" y="123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6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3.95062E-6 C 0.00191 0.05309 0.00695 0.12716 0.02501 0.12593 C 0.05105 0.12593 0.05296 -0.12191 0.08403 -0.12284 C 0.11198 -0.12284 0.09705 0.09383 0.12396 0.09291 C 0.15191 0.09291 0.13698 -0.06388 0.16702 -0.06388 C 0.19393 -0.06388 0.179 0.04198 0.20296 0.04198 C 0.22605 0.04198 0.21407 -0.03888 0.23507 -0.03888 C 0.24705 -0.03888 0.2481 -0.01697 0.24896 -3.95062E-6 " pathEditMode="relative" rAng="0" ptsTypes="AAAAAAAA">
                                      <p:cBhvr>
                                        <p:cTn id="5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48" y="154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26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8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8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2.46914E-6 C 0.00799 0.00803 0.01701 0.01605 0.02101 0.02593 C 0.025 0.03704 0.02691 0.05 0.02899 0.06297 C 0.03108 0.07593 0.02899 0.08704 0.02691 0.09908 C 0.025 0.10988 0.02205 0.12192 0.01493 0.13179 C 0.00903 0.14198 -0.00104 0.15 -0.01198 0.15587 C -0.02205 0.16204 -0.03403 0.16605 -0.04601 0.1679 C -0.05799 0.16976 -0.06997 0.16976 -0.08108 0.1679 C -0.09306 0.16605 -0.10399 0.16111 -0.11302 0.15309 C -0.12205 0.14599 -0.13004 0.13704 -0.13403 0.12593 C -0.13906 0.11605 -0.14097 0.10216 -0.14097 0.09105 C -0.14201 0.07994 -0.14097 0.06698 -0.13594 0.05587 C -0.13108 0.04599 -0.12205 0.03797 -0.11007 0.03395 C -0.09809 0.03087 -0.08594 0.03488 -0.07795 0.04198 C -0.07101 0.04908 -0.06597 0.05988 -0.06493 0.07284 C -0.06493 0.08611 -0.06597 0.09784 -0.07101 0.10803 C -0.07604 0.1179 -0.075 0.11976 -0.09497 0.13303 C -0.11302 0.14692 -0.13108 0.1429 -0.14201 0.14383 C -0.15295 0.14383 -0.16198 0.14013 -0.17309 0.13611 C -0.18507 0.13087 -0.19497 0.12192 -0.20191 0.11389 C -0.20903 0.10587 -0.21198 0.09599 -0.21597 0.07994 C -0.21892 0.06389 -0.21892 0.05587 -0.21892 0.04383 C -0.21892 0.03179 -0.21892 0.01976 -0.21892 0.00803 " pathEditMode="relative" rAng="0" ptsTypes="AAAAAAAAAAAAAAAAAAAAAAA">
                                      <p:cBhvr>
                                        <p:cTn id="85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62" y="8457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48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95062E-6 C 0.00799 0.00803 0.01701 0.01605 0.02101 0.02593 C 0.025 0.03704 0.02691 0.05 0.02899 0.06297 C 0.03108 0.07593 0.02899 0.08704 0.02691 0.09908 C 0.025 0.10988 0.02205 0.12192 0.01493 0.1321 C 0.00903 0.14198 -0.00104 0.15 -0.01198 0.15618 C -0.02205 0.16204 -0.03403 0.16605 -0.04601 0.16821 C -0.05799 0.17007 -0.06997 0.17007 -0.08108 0.16821 C -0.09306 0.16605 -0.10399 0.16112 -0.11302 0.15309 C -0.12205 0.14599 -0.13004 0.13704 -0.13403 0.12593 C -0.13906 0.11605 -0.14097 0.10216 -0.14097 0.09105 C -0.14201 0.08025 -0.14097 0.06698 -0.13594 0.05618 C -0.13108 0.04599 -0.12205 0.03797 -0.11007 0.03395 C -0.09809 0.03118 -0.08594 0.03488 -0.07795 0.04198 C -0.07101 0.04908 -0.06597 0.05988 -0.06493 0.07284 C -0.06493 0.08612 -0.06597 0.09784 -0.07101 0.10803 C -0.07604 0.11821 -0.075 0.12007 -0.09497 0.13303 C -0.11302 0.14692 -0.13108 0.14321 -0.14201 0.14414 C -0.15295 0.14414 -0.16198 0.14013 -0.17309 0.13612 C -0.18507 0.13118 -0.19497 0.12192 -0.20191 0.11389 C -0.20903 0.10618 -0.21198 0.09599 -0.21597 0.08025 C -0.21892 0.06389 -0.21892 0.05618 -0.21892 0.04414 C -0.21892 0.0321 -0.21892 0.02007 -0.21892 0.00803 " pathEditMode="relative" rAng="0" ptsTypes="AAAAAAAAAAAAAAAAAAAAAAA">
                                      <p:cBhvr>
                                        <p:cTn id="87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62" y="84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uiExpand="1" build="p"/>
      <p:bldP spid="22" grpId="0"/>
      <p:bldP spid="22" grpId="1"/>
      <p:bldP spid="22" grpId="2"/>
      <p:bldP spid="22" grpId="3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D5638-B8B5-A27A-CAE5-6809DEA80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E747E45E-45FA-7D38-01A9-95BC9C6C71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Popups </a:t>
            </a:r>
            <a:r>
              <a:rPr lang="en-US" altLang="en-US" dirty="0">
                <a:solidFill>
                  <a:srgbClr val="FEC000"/>
                </a:solidFill>
                <a:latin typeface="Avenir Medium" pitchFamily="2" charset="0"/>
                <a:ea typeface="ＭＳ Ｐゴシック" panose="020B0600070205080204" pitchFamily="34" charset="-128"/>
              </a:rPr>
              <a:t>/Example02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954B21DA-2AE8-95BC-FCE6-F9991F4DFC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49" y="1059582"/>
            <a:ext cx="4539933" cy="3481387"/>
          </a:xfrm>
        </p:spPr>
        <p:txBody>
          <a:bodyPr/>
          <a:lstStyle/>
          <a:p>
            <a:r>
              <a:rPr lang="en-US" dirty="0"/>
              <a:t>Button</a:t>
            </a:r>
          </a:p>
          <a:p>
            <a:pPr lvl="1"/>
            <a:r>
              <a:rPr lang="en-US" dirty="0"/>
              <a:t>View Tooltip when mouse hovers over button</a:t>
            </a:r>
          </a:p>
          <a:p>
            <a:pPr lvl="1"/>
            <a:r>
              <a:rPr lang="en-US" dirty="0"/>
              <a:t>Creates a custom Popup when button clicked</a:t>
            </a:r>
          </a:p>
          <a:p>
            <a:r>
              <a:rPr lang="en-US" dirty="0"/>
              <a:t>Custom Popup</a:t>
            </a:r>
          </a:p>
          <a:p>
            <a:pPr lvl="1"/>
            <a:r>
              <a:rPr lang="en-US" dirty="0"/>
              <a:t>Has custom appearance</a:t>
            </a:r>
          </a:p>
          <a:p>
            <a:pPr lvl="1"/>
            <a:r>
              <a:rPr lang="en-US" dirty="0"/>
              <a:t>Made draggable on the screen</a:t>
            </a:r>
          </a:p>
          <a:p>
            <a:pPr lvl="1"/>
            <a:r>
              <a:rPr lang="en-US" dirty="0"/>
              <a:t>Is hidden when secondary mouse button clicked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FA72EC-ABF5-6FE4-1F94-09CE9D23E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64870" t="45195" r="8558" b="28831"/>
          <a:stretch>
            <a:fillRect/>
          </a:stretch>
        </p:blipFill>
        <p:spPr bwMode="auto">
          <a:xfrm>
            <a:off x="4932040" y="483518"/>
            <a:ext cx="4102242" cy="30073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Right Arrow 3">
            <a:extLst>
              <a:ext uri="{FF2B5EF4-FFF2-40B4-BE49-F238E27FC236}">
                <a16:creationId xmlns:a16="http://schemas.microsoft.com/office/drawing/2014/main" id="{8A0CD125-E10F-CE70-5DEE-50EB08777C29}"/>
              </a:ext>
            </a:extLst>
          </p:cNvPr>
          <p:cNvSpPr/>
          <p:nvPr/>
        </p:nvSpPr>
        <p:spPr>
          <a:xfrm rot="1708398">
            <a:off x="4342540" y="206307"/>
            <a:ext cx="1110745" cy="787536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ZA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DAEFC3-E5FC-33B4-7867-8F6CF9171727}"/>
              </a:ext>
            </a:extLst>
          </p:cNvPr>
          <p:cNvGrpSpPr/>
          <p:nvPr/>
        </p:nvGrpSpPr>
        <p:grpSpPr>
          <a:xfrm>
            <a:off x="6264098" y="2645297"/>
            <a:ext cx="1931535" cy="2086694"/>
            <a:chOff x="8619826" y="3358107"/>
            <a:chExt cx="1931535" cy="2318823"/>
          </a:xfrm>
        </p:grpSpPr>
        <p:sp>
          <p:nvSpPr>
            <p:cNvPr id="6" name="Right Arrow 4">
              <a:extLst>
                <a:ext uri="{FF2B5EF4-FFF2-40B4-BE49-F238E27FC236}">
                  <a16:creationId xmlns:a16="http://schemas.microsoft.com/office/drawing/2014/main" id="{609E10DC-7755-3D6C-4141-B06BEA86C2AD}"/>
                </a:ext>
              </a:extLst>
            </p:cNvPr>
            <p:cNvSpPr/>
            <p:nvPr/>
          </p:nvSpPr>
          <p:spPr>
            <a:xfrm rot="16951756">
              <a:off x="9020999" y="4118002"/>
              <a:ext cx="2290257" cy="770467"/>
            </a:xfrm>
            <a:prstGeom prst="rightArrow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/>
            </a:p>
          </p:txBody>
        </p:sp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342B2461-7A00-EFC8-8EEC-B80B480F3BA7}"/>
                </a:ext>
              </a:extLst>
            </p:cNvPr>
            <p:cNvSpPr/>
            <p:nvPr/>
          </p:nvSpPr>
          <p:spPr>
            <a:xfrm rot="14657655">
              <a:off x="8154131" y="4440767"/>
              <a:ext cx="1701858" cy="770467"/>
            </a:xfrm>
            <a:prstGeom prst="rightArrow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/>
            </a:p>
          </p:txBody>
        </p:sp>
      </p:grpSp>
    </p:spTree>
    <p:extLst>
      <p:ext uri="{BB962C8B-B14F-4D97-AF65-F5344CB8AC3E}">
        <p14:creationId xmlns:p14="http://schemas.microsoft.com/office/powerpoint/2010/main" val="393138662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9E365-3F56-879A-9825-B63EE3446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E9CF37B-AB2A-EC36-EE5F-480D6694F416}"/>
              </a:ext>
            </a:extLst>
          </p:cNvPr>
          <p:cNvSpPr/>
          <p:nvPr/>
        </p:nvSpPr>
        <p:spPr>
          <a:xfrm>
            <a:off x="0" y="4385293"/>
            <a:ext cx="9144000" cy="7582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20E72D05-178C-BF23-6749-B535113B83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23478"/>
            <a:ext cx="8496300" cy="593725"/>
          </a:xfrm>
        </p:spPr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Using the Anchor Point while Dragging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BDA12D-FF0E-2C3E-BF02-8F71B81EC21D}"/>
              </a:ext>
            </a:extLst>
          </p:cNvPr>
          <p:cNvSpPr/>
          <p:nvPr/>
        </p:nvSpPr>
        <p:spPr>
          <a:xfrm>
            <a:off x="973931" y="699542"/>
            <a:ext cx="7196138" cy="4443958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BF315B-4C9D-45E6-926D-B3CA276A420F}"/>
              </a:ext>
            </a:extLst>
          </p:cNvPr>
          <p:cNvSpPr/>
          <p:nvPr/>
        </p:nvSpPr>
        <p:spPr>
          <a:xfrm>
            <a:off x="1273813" y="3128418"/>
            <a:ext cx="1919081" cy="1919081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029BEC-CFA0-5C7E-2110-E08076E13E83}"/>
              </a:ext>
            </a:extLst>
          </p:cNvPr>
          <p:cNvSpPr/>
          <p:nvPr/>
        </p:nvSpPr>
        <p:spPr>
          <a:xfrm>
            <a:off x="3591895" y="1851100"/>
            <a:ext cx="894584" cy="531227"/>
          </a:xfrm>
          <a:prstGeom prst="rect">
            <a:avLst/>
          </a:prstGeom>
          <a:noFill/>
          <a:ln w="57150">
            <a:solidFill>
              <a:srgbClr val="FEC000">
                <a:alpha val="34000"/>
              </a:srgb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3A87932-C8C3-670F-95F5-45F6EA59457D}"/>
              </a:ext>
            </a:extLst>
          </p:cNvPr>
          <p:cNvSpPr/>
          <p:nvPr/>
        </p:nvSpPr>
        <p:spPr>
          <a:xfrm>
            <a:off x="1173799" y="3028405"/>
            <a:ext cx="200025" cy="200025"/>
          </a:xfrm>
          <a:prstGeom prst="ellipse">
            <a:avLst/>
          </a:prstGeom>
          <a:ln w="28575">
            <a:solidFill>
              <a:schemeClr val="accent2">
                <a:lumMod val="50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12909E-53D2-64BD-C6FF-3BD72305C1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509" y="3439672"/>
            <a:ext cx="414393" cy="41439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4F5178C-E6C8-AAD6-CD76-3743B133DDC4}"/>
              </a:ext>
            </a:extLst>
          </p:cNvPr>
          <p:cNvSpPr/>
          <p:nvPr/>
        </p:nvSpPr>
        <p:spPr>
          <a:xfrm>
            <a:off x="1273814" y="3128418"/>
            <a:ext cx="894584" cy="531227"/>
          </a:xfrm>
          <a:prstGeom prst="rect">
            <a:avLst/>
          </a:prstGeom>
          <a:noFill/>
          <a:ln w="57150">
            <a:solidFill>
              <a:srgbClr val="FEC000">
                <a:alpha val="34000"/>
              </a:srgb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27BC3C-D00D-BEF9-D37C-974A8032BF00}"/>
              </a:ext>
            </a:extLst>
          </p:cNvPr>
          <p:cNvSpPr txBox="1"/>
          <p:nvPr/>
        </p:nvSpPr>
        <p:spPr>
          <a:xfrm>
            <a:off x="1393866" y="3618356"/>
            <a:ext cx="736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dirty="0" err="1">
                <a:solidFill>
                  <a:srgbClr val="00B050"/>
                </a:solidFill>
              </a:rPr>
              <a:t>anchorX</a:t>
            </a:r>
            <a:endParaRPr lang="en-ZA" sz="1200" dirty="0">
              <a:solidFill>
                <a:srgbClr val="00B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A59B0F-F24D-A448-4A86-447424E81D35}"/>
              </a:ext>
            </a:extLst>
          </p:cNvPr>
          <p:cNvSpPr txBox="1"/>
          <p:nvPr/>
        </p:nvSpPr>
        <p:spPr>
          <a:xfrm>
            <a:off x="2162705" y="3228430"/>
            <a:ext cx="739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dirty="0" err="1">
                <a:solidFill>
                  <a:srgbClr val="00B050"/>
                </a:solidFill>
              </a:rPr>
              <a:t>anchorY</a:t>
            </a:r>
            <a:endParaRPr lang="en-ZA" sz="1200" dirty="0">
              <a:solidFill>
                <a:srgbClr val="00B050"/>
              </a:solidFill>
            </a:endParaRPr>
          </a:p>
        </p:txBody>
      </p:sp>
      <p:sp>
        <p:nvSpPr>
          <p:cNvPr id="16" name="Rectangular Callout 12">
            <a:extLst>
              <a:ext uri="{FF2B5EF4-FFF2-40B4-BE49-F238E27FC236}">
                <a16:creationId xmlns:a16="http://schemas.microsoft.com/office/drawing/2014/main" id="{7068CD5E-5819-7F63-DFE7-2E64B11A06F2}"/>
              </a:ext>
            </a:extLst>
          </p:cNvPr>
          <p:cNvSpPr/>
          <p:nvPr/>
        </p:nvSpPr>
        <p:spPr>
          <a:xfrm>
            <a:off x="1217485" y="2246238"/>
            <a:ext cx="762000" cy="298450"/>
          </a:xfrm>
          <a:prstGeom prst="wedgeRectCallout">
            <a:avLst>
              <a:gd name="adj1" fmla="val -39583"/>
              <a:gd name="adj2" fmla="val 19760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sz="800" dirty="0"/>
              <a:t>(</a:t>
            </a:r>
            <a:r>
              <a:rPr lang="en-ZA" sz="800" dirty="0" err="1"/>
              <a:t>getX,getY</a:t>
            </a:r>
            <a:r>
              <a:rPr lang="en-ZA" sz="800" dirty="0"/>
              <a:t>)</a:t>
            </a:r>
          </a:p>
        </p:txBody>
      </p:sp>
      <p:sp>
        <p:nvSpPr>
          <p:cNvPr id="17" name="Rectangular Callout 13">
            <a:extLst>
              <a:ext uri="{FF2B5EF4-FFF2-40B4-BE49-F238E27FC236}">
                <a16:creationId xmlns:a16="http://schemas.microsoft.com/office/drawing/2014/main" id="{D821F040-6107-E184-B4F3-8CAB3E2BAC07}"/>
              </a:ext>
            </a:extLst>
          </p:cNvPr>
          <p:cNvSpPr/>
          <p:nvPr/>
        </p:nvSpPr>
        <p:spPr>
          <a:xfrm>
            <a:off x="1955509" y="4385293"/>
            <a:ext cx="1984267" cy="298450"/>
          </a:xfrm>
          <a:prstGeom prst="wedgeRectCallout">
            <a:avLst>
              <a:gd name="adj1" fmla="val -36703"/>
              <a:gd name="adj2" fmla="val -27473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sz="800" dirty="0"/>
              <a:t>(</a:t>
            </a:r>
            <a:r>
              <a:rPr lang="en-ZA" sz="800" dirty="0" err="1"/>
              <a:t>event.getScreenX</a:t>
            </a:r>
            <a:r>
              <a:rPr lang="en-ZA" sz="800" dirty="0"/>
              <a:t>, </a:t>
            </a:r>
            <a:r>
              <a:rPr lang="en-ZA" sz="800" dirty="0" err="1"/>
              <a:t>event.getScreenY</a:t>
            </a:r>
            <a:r>
              <a:rPr lang="en-ZA" sz="800" dirty="0"/>
              <a:t>)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0C02AE6-6EBF-B749-D354-88784F0E503F}"/>
              </a:ext>
            </a:extLst>
          </p:cNvPr>
          <p:cNvSpPr/>
          <p:nvPr/>
        </p:nvSpPr>
        <p:spPr>
          <a:xfrm>
            <a:off x="3491880" y="1779662"/>
            <a:ext cx="200025" cy="200025"/>
          </a:xfrm>
          <a:prstGeom prst="ellipse">
            <a:avLst/>
          </a:prstGeom>
          <a:ln w="28575">
            <a:solidFill>
              <a:schemeClr val="accent2">
                <a:lumMod val="50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2601215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6.17284E-7 L 0.25 -0.25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3.08642E-6 L 0.25 -0.25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  <p:bldP spid="14" grpId="0"/>
      <p:bldP spid="15" grpId="0"/>
      <p:bldP spid="16" grpId="0" animBg="1"/>
      <p:bldP spid="16" grpId="1" animBg="1"/>
      <p:bldP spid="17" grpId="0" animBg="1"/>
      <p:bldP spid="17" grpId="1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9984F3-4A8C-41E9-8906-722BFDD32DF7}"/>
              </a:ext>
            </a:extLst>
          </p:cNvPr>
          <p:cNvSpPr/>
          <p:nvPr/>
        </p:nvSpPr>
        <p:spPr>
          <a:xfrm>
            <a:off x="0" y="0"/>
            <a:ext cx="6228184" cy="5143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A5F8D-5E28-431E-9C4E-F84AAEA7BB92}"/>
              </a:ext>
            </a:extLst>
          </p:cNvPr>
          <p:cNvSpPr txBox="1"/>
          <p:nvPr/>
        </p:nvSpPr>
        <p:spPr>
          <a:xfrm>
            <a:off x="1080828" y="1916973"/>
            <a:ext cx="37071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Medium"/>
                <a:ea typeface="ＭＳ Ｐゴシック" panose="020B0600070205080204" pitchFamily="34" charset="-128"/>
                <a:cs typeface="+mn-cs"/>
              </a:rPr>
              <a:t>Custom controls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9AB034-D4DC-4136-899A-7A140FC5FD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4838" y="1707654"/>
            <a:ext cx="2078700" cy="207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871136"/>
      </p:ext>
    </p:extLst>
  </p:cSld>
  <p:clrMapOvr>
    <a:masterClrMapping/>
  </p:clrMapOvr>
  <p:transition spd="slow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F4D95-ACB6-56A1-F344-523AFC9E1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89096370-B5B2-10E5-CCC1-3AC2954216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Custom controls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3F6E99EB-8D74-3174-EFB5-C2101552EC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496" y="1059582"/>
            <a:ext cx="5307110" cy="3481387"/>
          </a:xfrm>
        </p:spPr>
        <p:txBody>
          <a:bodyPr/>
          <a:lstStyle/>
          <a:p>
            <a:r>
              <a:rPr lang="en-US" dirty="0"/>
              <a:t>Often need a specific type of control, but one does not exist</a:t>
            </a:r>
          </a:p>
          <a:p>
            <a:r>
              <a:rPr lang="en-US" dirty="0"/>
              <a:t>Options</a:t>
            </a:r>
          </a:p>
          <a:p>
            <a:pPr lvl="1"/>
            <a:r>
              <a:rPr lang="en-US" dirty="0"/>
              <a:t>Search for existing packages for more controls, e.g., </a:t>
            </a:r>
            <a:r>
              <a:rPr lang="en-US" dirty="0" err="1"/>
              <a:t>ControlsFX</a:t>
            </a:r>
            <a:r>
              <a:rPr lang="en-US" dirty="0"/>
              <a:t> (</a:t>
            </a:r>
            <a:r>
              <a:rPr lang="en-US" dirty="0">
                <a:hlinkClick r:id="rId3"/>
              </a:rPr>
              <a:t>http://fxexperience.com/controlsfx/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Do without</a:t>
            </a:r>
          </a:p>
          <a:p>
            <a:pPr lvl="1"/>
            <a:r>
              <a:rPr lang="en-US" dirty="0"/>
              <a:t>Create own, e.g., </a:t>
            </a:r>
            <a:r>
              <a:rPr lang="en-US" i="1" dirty="0" err="1"/>
              <a:t>CustomPopup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002C0-C244-F6F6-E5C8-E220E7944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723878"/>
            <a:ext cx="8640638" cy="348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kern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2F64BD-ADD4-D35B-DAF4-833D852236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055" y="1562583"/>
            <a:ext cx="2519958" cy="21612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6C51C3-416E-F809-092E-37887CF179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99278"/>
            <a:ext cx="1967686" cy="17579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08EF62-87C9-F66A-D589-760109EEFC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2605" y="2852338"/>
            <a:ext cx="1531006" cy="4339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09D90F-B495-77F1-A8C1-11B9670EBA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4855" y="3530374"/>
            <a:ext cx="3175597" cy="15631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179475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8426A-BEA9-0BBE-6EA5-99D017018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0197082C-9BFD-86CC-11B7-195E4921FA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Custom controls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CDF42973-AB4B-7D53-2997-082694643E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495" y="1059582"/>
            <a:ext cx="5278585" cy="3481387"/>
          </a:xfrm>
        </p:spPr>
        <p:txBody>
          <a:bodyPr/>
          <a:lstStyle/>
          <a:p>
            <a:r>
              <a:rPr lang="en-US" dirty="0"/>
              <a:t>When creating a custom control</a:t>
            </a:r>
          </a:p>
          <a:p>
            <a:pPr lvl="1"/>
            <a:r>
              <a:rPr lang="en-US" dirty="0"/>
              <a:t>Find an existing control that has similar functionality</a:t>
            </a:r>
          </a:p>
          <a:p>
            <a:pPr lvl="1"/>
            <a:r>
              <a:rPr lang="en-US" dirty="0"/>
              <a:t>Subclass it &amp; add/remove </a:t>
            </a:r>
            <a:r>
              <a:rPr lang="en-US" dirty="0" err="1"/>
              <a:t>behaviour</a:t>
            </a:r>
            <a:r>
              <a:rPr lang="en-US" dirty="0"/>
              <a:t>, change visuals</a:t>
            </a:r>
          </a:p>
          <a:p>
            <a:pPr lvl="1"/>
            <a:r>
              <a:rPr lang="en-US" dirty="0"/>
              <a:t>Decide if any properties you want to expose</a:t>
            </a:r>
          </a:p>
          <a:p>
            <a:pPr lvl="1"/>
            <a:r>
              <a:rPr lang="en-US" dirty="0"/>
              <a:t>Decide type of behavior that you would 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E4872-1481-F809-8C1A-22ABE75E4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723878"/>
            <a:ext cx="8640638" cy="348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kern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3AFBB9-574C-2BBF-8937-58038F7090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055" y="1562583"/>
            <a:ext cx="2519958" cy="21612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1E7805-EB7C-8B9C-D9FC-8511CE7A36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99278"/>
            <a:ext cx="1967686" cy="17579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64295E-0875-4520-723D-6EDD8834D7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2605" y="2852338"/>
            <a:ext cx="1531006" cy="4339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083B82-75D1-03C6-E5F8-056563DA89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4855" y="3530374"/>
            <a:ext cx="3175597" cy="15631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363114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65378-C349-AE3C-1219-CB5887094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4CC2F8C-F1CC-E172-65F8-398BB83D3C76}"/>
              </a:ext>
            </a:extLst>
          </p:cNvPr>
          <p:cNvSpPr/>
          <p:nvPr/>
        </p:nvSpPr>
        <p:spPr>
          <a:xfrm>
            <a:off x="0" y="4385293"/>
            <a:ext cx="9144000" cy="7582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2E0B7EFD-4D55-C822-714E-DF28981BFF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Custom Control Die </a:t>
            </a:r>
            <a:r>
              <a:rPr lang="en-US" altLang="en-US" dirty="0">
                <a:solidFill>
                  <a:srgbClr val="FEC000"/>
                </a:solidFill>
                <a:latin typeface="Avenir Medium" pitchFamily="2" charset="0"/>
                <a:ea typeface="ＭＳ Ｐゴシック" panose="020B0600070205080204" pitchFamily="34" charset="-128"/>
              </a:rPr>
              <a:t>/Example03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1D71A625-2C10-F0C1-A0B9-EAF77C4DBC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495" y="915566"/>
            <a:ext cx="6137505" cy="3481387"/>
          </a:xfrm>
        </p:spPr>
        <p:txBody>
          <a:bodyPr/>
          <a:lstStyle/>
          <a:p>
            <a:r>
              <a:rPr lang="en-US" dirty="0"/>
              <a:t>Want to create a board game X &amp; need Dice that players can “roll”</a:t>
            </a:r>
          </a:p>
          <a:p>
            <a:r>
              <a:rPr lang="en-US" dirty="0"/>
              <a:t>Want a </a:t>
            </a:r>
            <a:r>
              <a:rPr lang="en-US" dirty="0" err="1"/>
              <a:t>customised</a:t>
            </a:r>
            <a:r>
              <a:rPr lang="en-US" dirty="0"/>
              <a:t> Die (plural Dice) class</a:t>
            </a:r>
          </a:p>
          <a:p>
            <a:pPr lvl="1"/>
            <a:r>
              <a:rPr lang="en-US" dirty="0"/>
              <a:t>Has a value, which should be a property that can be listened/bound to</a:t>
            </a:r>
          </a:p>
          <a:p>
            <a:pPr lvl="1"/>
            <a:r>
              <a:rPr lang="en-US" dirty="0"/>
              <a:t>Should display one of six images, one for each value</a:t>
            </a:r>
          </a:p>
          <a:p>
            <a:pPr lvl="1"/>
            <a:r>
              <a:rPr lang="en-US" dirty="0"/>
              <a:t>Should be able to drag Die around a container using the left-mouse button (primary)</a:t>
            </a:r>
          </a:p>
          <a:p>
            <a:pPr lvl="1"/>
            <a:r>
              <a:rPr lang="en-US" dirty="0"/>
              <a:t>Should be able to roll the Die by double-clicking on it</a:t>
            </a:r>
          </a:p>
          <a:p>
            <a:pPr lvl="1"/>
            <a:r>
              <a:rPr lang="en-US" dirty="0"/>
              <a:t>When roll or move the Die, some animation should play</a:t>
            </a:r>
          </a:p>
          <a:p>
            <a:r>
              <a:rPr lang="en-US" dirty="0"/>
              <a:t>Options for base classes: Many {Pane, Button, Popup, </a:t>
            </a:r>
            <a:r>
              <a:rPr lang="en-US" dirty="0" err="1"/>
              <a:t>ImageView</a:t>
            </a:r>
            <a:r>
              <a:rPr lang="en-US" dirty="0"/>
              <a:t>, …}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49165D-A9B7-9B3B-62A9-35045C311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662" y="1272211"/>
            <a:ext cx="2791488" cy="27680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406F12C-5477-9E01-D70D-CE5AEC964764}"/>
              </a:ext>
            </a:extLst>
          </p:cNvPr>
          <p:cNvSpPr/>
          <p:nvPr/>
        </p:nvSpPr>
        <p:spPr>
          <a:xfrm>
            <a:off x="1835696" y="4804946"/>
            <a:ext cx="73083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ZA" sz="1600" dirty="0">
                <a:hlinkClick r:id="rId4"/>
              </a:rPr>
              <a:t>http://docs.oracle.com/javafx/2/animations/jfxpub-animations.htm</a:t>
            </a:r>
            <a:r>
              <a:rPr lang="en-ZA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48058523"/>
      </p:ext>
    </p:extLst>
  </p:cSld>
  <p:clrMapOvr>
    <a:masterClrMapping/>
  </p:clrMapOvr>
  <p:transition spd="slow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4AF1A-397E-C648-09E4-4289E0673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B926702-81A9-6E36-97BA-D5425056F011}"/>
              </a:ext>
            </a:extLst>
          </p:cNvPr>
          <p:cNvSpPr/>
          <p:nvPr/>
        </p:nvSpPr>
        <p:spPr>
          <a:xfrm>
            <a:off x="0" y="4385293"/>
            <a:ext cx="9144000" cy="7582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6AA7E853-8FD9-416E-226E-A20019B69D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Custom Control Die </a:t>
            </a:r>
            <a:r>
              <a:rPr lang="en-US" altLang="en-US" dirty="0">
                <a:solidFill>
                  <a:srgbClr val="FEC000"/>
                </a:solidFill>
                <a:latin typeface="Avenir Medium" pitchFamily="2" charset="0"/>
                <a:ea typeface="ＭＳ Ｐゴシック" panose="020B0600070205080204" pitchFamily="34" charset="-128"/>
              </a:rPr>
              <a:t>/Example03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B3FF46F8-0FC4-139C-9ECA-98C5130CA0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915566"/>
            <a:ext cx="8712646" cy="3481387"/>
          </a:xfrm>
        </p:spPr>
        <p:txBody>
          <a:bodyPr/>
          <a:lstStyle/>
          <a:p>
            <a:r>
              <a:rPr lang="en-US" dirty="0"/>
              <a:t>Value</a:t>
            </a:r>
          </a:p>
          <a:p>
            <a:pPr lvl="1"/>
            <a:r>
              <a:rPr lang="en-US" dirty="0"/>
              <a:t>Integer property that represents the number on the visible face of the die</a:t>
            </a:r>
          </a:p>
          <a:p>
            <a:pPr lvl="1"/>
            <a:r>
              <a:rPr lang="en-US" dirty="0"/>
              <a:t>Changing the value changes the image displayed</a:t>
            </a:r>
          </a:p>
          <a:p>
            <a:r>
              <a:rPr lang="en-US" dirty="0"/>
              <a:t>Dragging </a:t>
            </a:r>
            <a:r>
              <a:rPr lang="en-US" dirty="0" err="1"/>
              <a:t>behaviour</a:t>
            </a:r>
            <a:endParaRPr lang="en-US" dirty="0"/>
          </a:p>
          <a:p>
            <a:pPr lvl="1"/>
            <a:r>
              <a:rPr lang="en-US" dirty="0"/>
              <a:t>Start of drag, while dragging, end of drag</a:t>
            </a:r>
          </a:p>
          <a:p>
            <a:pPr lvl="1"/>
            <a:r>
              <a:rPr lang="en-US" dirty="0"/>
              <a:t>Visually differ in different states</a:t>
            </a:r>
          </a:p>
          <a:p>
            <a:r>
              <a:rPr lang="en-US" dirty="0"/>
              <a:t>Double click </a:t>
            </a:r>
            <a:r>
              <a:rPr lang="en-US" dirty="0" err="1"/>
              <a:t>behaviour</a:t>
            </a:r>
            <a:endParaRPr lang="en-US" dirty="0"/>
          </a:p>
          <a:p>
            <a:pPr lvl="1"/>
            <a:r>
              <a:rPr lang="en-US" dirty="0"/>
              <a:t>Plays a “rolling” animation &amp; during animation, changes the image displayed (but not the value)</a:t>
            </a:r>
          </a:p>
          <a:p>
            <a:pPr lvl="1"/>
            <a:r>
              <a:rPr lang="en-US" dirty="0"/>
              <a:t>At end of animation: Chooses a random value between 1 and 6, &amp; sets this as the new value (which also changes the image)</a:t>
            </a:r>
          </a:p>
        </p:txBody>
      </p:sp>
    </p:spTree>
    <p:extLst>
      <p:ext uri="{BB962C8B-B14F-4D97-AF65-F5344CB8AC3E}">
        <p14:creationId xmlns:p14="http://schemas.microsoft.com/office/powerpoint/2010/main" val="418654062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9DF6B-1F66-863D-01B4-B80BBE00E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3036F6A8-B48E-E48A-74E3-17871D70A0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Playing Area </a:t>
            </a:r>
            <a:r>
              <a:rPr lang="en-US" altLang="en-US" dirty="0">
                <a:solidFill>
                  <a:srgbClr val="FEC000"/>
                </a:solidFill>
                <a:latin typeface="Avenir Medium" pitchFamily="2" charset="0"/>
                <a:ea typeface="ＭＳ Ｐゴシック" panose="020B0600070205080204" pitchFamily="34" charset="-128"/>
              </a:rPr>
              <a:t>/Example03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07597B69-456D-CCD4-FC2E-61CE4922AF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915566"/>
            <a:ext cx="8712646" cy="3481387"/>
          </a:xfrm>
        </p:spPr>
        <p:txBody>
          <a:bodyPr/>
          <a:lstStyle/>
          <a:p>
            <a:r>
              <a:rPr lang="en-ZA" dirty="0"/>
              <a:t>Has a </a:t>
            </a:r>
            <a:r>
              <a:rPr lang="en-ZA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lblTotal</a:t>
            </a:r>
            <a:r>
              <a:rPr lang="en-ZA" dirty="0"/>
              <a:t> label whose text is bound to a </a:t>
            </a:r>
            <a:r>
              <a:rPr lang="en-ZA" i="1" dirty="0"/>
              <a:t>sum</a:t>
            </a:r>
            <a:r>
              <a:rPr lang="en-ZA" dirty="0"/>
              <a:t> number binding</a:t>
            </a:r>
          </a:p>
          <a:p>
            <a:r>
              <a:rPr lang="en-ZA" dirty="0"/>
              <a:t>Right-click behaviour</a:t>
            </a:r>
          </a:p>
          <a:p>
            <a:pPr lvl="1"/>
            <a:r>
              <a:rPr lang="en-ZA" dirty="0"/>
              <a:t>Adds a new Die whose centre is centred on the mouse cursor where the click occurred</a:t>
            </a:r>
          </a:p>
          <a:p>
            <a:pPr lvl="1"/>
            <a:r>
              <a:rPr lang="en-ZA" dirty="0"/>
              <a:t>When adding a new die, it </a:t>
            </a:r>
            <a:r>
              <a:rPr lang="en-ZA" i="1" dirty="0"/>
              <a:t>binds</a:t>
            </a:r>
            <a:r>
              <a:rPr lang="en-ZA" dirty="0"/>
              <a:t> its value to the </a:t>
            </a:r>
            <a:r>
              <a:rPr lang="en-ZA" i="1" dirty="0"/>
              <a:t>sum</a:t>
            </a:r>
            <a:r>
              <a:rPr lang="en-ZA" dirty="0"/>
              <a:t> number binding</a:t>
            </a:r>
          </a:p>
          <a:p>
            <a:r>
              <a:rPr lang="en-ZA" dirty="0"/>
              <a:t>Rolling </a:t>
            </a:r>
            <a:r>
              <a:rPr lang="en-ZA" i="1" dirty="0"/>
              <a:t>any</a:t>
            </a:r>
            <a:r>
              <a:rPr lang="en-ZA" dirty="0"/>
              <a:t> die on the Playing Area</a:t>
            </a:r>
          </a:p>
          <a:p>
            <a:pPr lvl="1"/>
            <a:r>
              <a:rPr lang="en-ZA" dirty="0"/>
              <a:t>Updates the </a:t>
            </a:r>
            <a:r>
              <a:rPr lang="en-ZA" i="1" dirty="0"/>
              <a:t>sum </a:t>
            </a:r>
            <a:r>
              <a:rPr lang="en-ZA" dirty="0"/>
              <a:t>number binding, which updates the </a:t>
            </a:r>
            <a:r>
              <a:rPr lang="en-ZA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lblTotal</a:t>
            </a:r>
            <a:endParaRPr lang="en-Z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ZA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39247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18949</TotalTime>
  <Words>885</Words>
  <Application>Microsoft Office PowerPoint</Application>
  <PresentationFormat>On-screen Show (16:9)</PresentationFormat>
  <Paragraphs>130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Aptos</vt:lpstr>
      <vt:lpstr>Arial</vt:lpstr>
      <vt:lpstr>Avenir Black</vt:lpstr>
      <vt:lpstr>Avenir Book</vt:lpstr>
      <vt:lpstr>Avenir LT 45 Book</vt:lpstr>
      <vt:lpstr>Avenir Medium</vt:lpstr>
      <vt:lpstr>Courier New</vt:lpstr>
      <vt:lpstr>Wingdings</vt:lpstr>
      <vt:lpstr>Default Design</vt:lpstr>
      <vt:lpstr>Lecture 11: Menus, popups &amp; custom controls</vt:lpstr>
      <vt:lpstr>Upcoming test</vt:lpstr>
      <vt:lpstr>PowerPoint Presentation</vt:lpstr>
      <vt:lpstr>PowerPoint Presentation</vt:lpstr>
      <vt:lpstr>Menus</vt:lpstr>
      <vt:lpstr>Naming conventions</vt:lpstr>
      <vt:lpstr>Menus /Example01</vt:lpstr>
      <vt:lpstr>PowerPoint Presentation</vt:lpstr>
      <vt:lpstr>Popups</vt:lpstr>
      <vt:lpstr>Popups</vt:lpstr>
      <vt:lpstr>Mouse dragging behaviour</vt:lpstr>
      <vt:lpstr>Popups /Example02</vt:lpstr>
      <vt:lpstr>Using the Anchor Point while Dragging</vt:lpstr>
      <vt:lpstr>PowerPoint Presentation</vt:lpstr>
      <vt:lpstr>Custom controls</vt:lpstr>
      <vt:lpstr>Custom controls</vt:lpstr>
      <vt:lpstr>Custom Control Die /Example03</vt:lpstr>
      <vt:lpstr>Custom Control Die /Example03</vt:lpstr>
      <vt:lpstr>Playing Area /Example03</vt:lpstr>
      <vt:lpstr>PowerPoint Presentation</vt:lpstr>
    </vt:vector>
  </TitlesOfParts>
  <Company>NMMU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CSchonknecht</dc:creator>
  <cp:lastModifiedBy>Beets, Simone (Dr) (Summerstrand Campus South)</cp:lastModifiedBy>
  <cp:revision>101</cp:revision>
  <dcterms:created xsi:type="dcterms:W3CDTF">2006-12-05T12:30:39Z</dcterms:created>
  <dcterms:modified xsi:type="dcterms:W3CDTF">2026-05-06T12:27:20Z</dcterms:modified>
</cp:coreProperties>
</file>