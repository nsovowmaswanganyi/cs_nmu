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6" r:id="rId4"/>
  </p:sldMasterIdLst>
  <p:notesMasterIdLst>
    <p:notesMasterId r:id="rId25"/>
  </p:notesMasterIdLst>
  <p:handoutMasterIdLst>
    <p:handoutMasterId r:id="rId26"/>
  </p:handoutMasterIdLst>
  <p:sldIdLst>
    <p:sldId id="1519" r:id="rId5"/>
    <p:sldId id="1540" r:id="rId6"/>
    <p:sldId id="1532" r:id="rId7"/>
    <p:sldId id="1534" r:id="rId8"/>
    <p:sldId id="1552" r:id="rId9"/>
    <p:sldId id="1537" r:id="rId10"/>
    <p:sldId id="1530" r:id="rId11"/>
    <p:sldId id="1522" r:id="rId12"/>
    <p:sldId id="1541" r:id="rId13"/>
    <p:sldId id="1542" r:id="rId14"/>
    <p:sldId id="1543" r:id="rId15"/>
    <p:sldId id="1544" r:id="rId16"/>
    <p:sldId id="1554" r:id="rId17"/>
    <p:sldId id="1545" r:id="rId18"/>
    <p:sldId id="1546" r:id="rId19"/>
    <p:sldId id="1547" r:id="rId20"/>
    <p:sldId id="1548" r:id="rId21"/>
    <p:sldId id="1551" r:id="rId22"/>
    <p:sldId id="1553" r:id="rId23"/>
    <p:sldId id="155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0"/>
  </p:normalViewPr>
  <p:slideViewPr>
    <p:cSldViewPr snapToGrid="0">
      <p:cViewPr varScale="1">
        <p:scale>
          <a:sx n="102" d="100"/>
          <a:sy n="102" d="100"/>
        </p:scale>
        <p:origin x="87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Relationship Id="rId14" Type="http://schemas.openxmlformats.org/officeDocument/2006/relationships/image" Target="../media/image61.jpe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Relationship Id="rId14" Type="http://schemas.openxmlformats.org/officeDocument/2006/relationships/image" Target="../media/image6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C81242-3D29-44FF-8B1B-32D38F495A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4B49C1-8C83-4583-A29D-2336FF621E6E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/>
            <a:t>Effectiveness – how good product is at doing what it is supposed to do</a:t>
          </a:r>
        </a:p>
      </dgm:t>
    </dgm:pt>
    <dgm:pt modelId="{7550A000-162C-4FBC-9452-9BB83E7E7CCA}" type="parTrans" cxnId="{4E68BA2D-04E9-4F63-A86B-CFE55A9535B4}">
      <dgm:prSet/>
      <dgm:spPr/>
      <dgm:t>
        <a:bodyPr/>
        <a:lstStyle/>
        <a:p>
          <a:endParaRPr lang="en-US" sz="1700"/>
        </a:p>
      </dgm:t>
    </dgm:pt>
    <dgm:pt modelId="{4E6BC24F-CFA2-4E2D-BD0B-B6BEA8E9D47E}" type="sibTrans" cxnId="{4E68BA2D-04E9-4F63-A86B-CFE55A9535B4}">
      <dgm:prSet/>
      <dgm:spPr/>
      <dgm:t>
        <a:bodyPr/>
        <a:lstStyle/>
        <a:p>
          <a:endParaRPr lang="en-US" sz="1700"/>
        </a:p>
      </dgm:t>
    </dgm:pt>
    <dgm:pt modelId="{EAB9E7BC-33F2-4615-9C68-13FDF61FDF03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700"/>
            <a:t>Efficiency – way in which product supports user carrying out tasks</a:t>
          </a:r>
        </a:p>
      </dgm:t>
    </dgm:pt>
    <dgm:pt modelId="{CB9D2F57-3DFD-4AEA-B11E-986339FE4EE4}" type="parTrans" cxnId="{3CBE27DE-6583-4DCF-8771-894F2B377EAF}">
      <dgm:prSet/>
      <dgm:spPr/>
      <dgm:t>
        <a:bodyPr/>
        <a:lstStyle/>
        <a:p>
          <a:endParaRPr lang="en-US" sz="1700"/>
        </a:p>
      </dgm:t>
    </dgm:pt>
    <dgm:pt modelId="{E31690E7-72C3-4D4A-90A8-663A0F090869}" type="sibTrans" cxnId="{3CBE27DE-6583-4DCF-8771-894F2B377EAF}">
      <dgm:prSet/>
      <dgm:spPr/>
      <dgm:t>
        <a:bodyPr/>
        <a:lstStyle/>
        <a:p>
          <a:endParaRPr lang="en-US" sz="1700"/>
        </a:p>
      </dgm:t>
    </dgm:pt>
    <dgm:pt modelId="{A8022753-280A-451E-8C95-76F12A379882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700"/>
            <a:t>Safety – protect user from dangerous conditions and undesirable situations</a:t>
          </a:r>
        </a:p>
      </dgm:t>
    </dgm:pt>
    <dgm:pt modelId="{1D242EF6-A505-4E68-B65F-557282CA1EF0}" type="parTrans" cxnId="{3D482BCB-EAF3-451E-B093-2831B66C24C3}">
      <dgm:prSet/>
      <dgm:spPr/>
      <dgm:t>
        <a:bodyPr/>
        <a:lstStyle/>
        <a:p>
          <a:endParaRPr lang="en-US" sz="1700"/>
        </a:p>
      </dgm:t>
    </dgm:pt>
    <dgm:pt modelId="{EE5FC76C-BE32-4CE9-B995-14280DAB4C49}" type="sibTrans" cxnId="{3D482BCB-EAF3-451E-B093-2831B66C24C3}">
      <dgm:prSet/>
      <dgm:spPr/>
      <dgm:t>
        <a:bodyPr/>
        <a:lstStyle/>
        <a:p>
          <a:endParaRPr lang="en-US" sz="1700"/>
        </a:p>
      </dgm:t>
    </dgm:pt>
    <dgm:pt modelId="{F55BB595-156A-4524-8154-DD86E726E0F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/>
            <a:t>Utility – extent to which product provides right kind of functionality so user can do what he needs to do</a:t>
          </a:r>
        </a:p>
      </dgm:t>
    </dgm:pt>
    <dgm:pt modelId="{F9B9F84C-E995-49A4-B67A-7E61B97AC42A}" type="parTrans" cxnId="{5043DB90-9A94-4ECD-9ACE-0D41EC78C1D7}">
      <dgm:prSet/>
      <dgm:spPr/>
      <dgm:t>
        <a:bodyPr/>
        <a:lstStyle/>
        <a:p>
          <a:endParaRPr lang="en-US" sz="1700"/>
        </a:p>
      </dgm:t>
    </dgm:pt>
    <dgm:pt modelId="{38A915E1-0566-4E4F-8686-527412CF80E5}" type="sibTrans" cxnId="{5043DB90-9A94-4ECD-9ACE-0D41EC78C1D7}">
      <dgm:prSet/>
      <dgm:spPr/>
      <dgm:t>
        <a:bodyPr/>
        <a:lstStyle/>
        <a:p>
          <a:endParaRPr lang="en-US" sz="1700"/>
        </a:p>
      </dgm:t>
    </dgm:pt>
    <dgm:pt modelId="{9AB523B4-2EFE-44CE-A176-7BB743546B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/>
            <a:t>Learnability – how easy is the system to learn to use</a:t>
          </a:r>
        </a:p>
      </dgm:t>
    </dgm:pt>
    <dgm:pt modelId="{4DC3DDB0-C9D7-45E7-A2AC-C75187696CAE}" type="parTrans" cxnId="{129D9A0A-E729-4AB9-AED0-4A7FB79F698C}">
      <dgm:prSet/>
      <dgm:spPr/>
      <dgm:t>
        <a:bodyPr/>
        <a:lstStyle/>
        <a:p>
          <a:endParaRPr lang="en-US" sz="1700"/>
        </a:p>
      </dgm:t>
    </dgm:pt>
    <dgm:pt modelId="{11AFBCED-0956-4536-9DAF-1667F86BC5F9}" type="sibTrans" cxnId="{129D9A0A-E729-4AB9-AED0-4A7FB79F698C}">
      <dgm:prSet/>
      <dgm:spPr/>
      <dgm:t>
        <a:bodyPr/>
        <a:lstStyle/>
        <a:p>
          <a:endParaRPr lang="en-US" sz="1700"/>
        </a:p>
      </dgm:t>
    </dgm:pt>
    <dgm:pt modelId="{9BB6D9A5-6192-44D6-BB9B-38EDF31458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/>
            <a:t>Memorability – how easy it is to remember how to, once you’ve learned how to use the product</a:t>
          </a:r>
        </a:p>
      </dgm:t>
    </dgm:pt>
    <dgm:pt modelId="{96C9776C-4A10-49E1-87AB-881B366328F2}" type="parTrans" cxnId="{D0DBB88D-42AD-49E9-ACD9-25F081961368}">
      <dgm:prSet/>
      <dgm:spPr/>
      <dgm:t>
        <a:bodyPr/>
        <a:lstStyle/>
        <a:p>
          <a:endParaRPr lang="en-US" sz="1700"/>
        </a:p>
      </dgm:t>
    </dgm:pt>
    <dgm:pt modelId="{EA8278AE-82DD-4819-8223-B002EC6A167E}" type="sibTrans" cxnId="{D0DBB88D-42AD-49E9-ACD9-25F081961368}">
      <dgm:prSet/>
      <dgm:spPr/>
      <dgm:t>
        <a:bodyPr/>
        <a:lstStyle/>
        <a:p>
          <a:endParaRPr lang="en-US" sz="1700"/>
        </a:p>
      </dgm:t>
    </dgm:pt>
    <dgm:pt modelId="{46A584C7-2BC8-4674-AECE-30120EF1C983}">
      <dgm:prSet custT="1"/>
      <dgm:spPr/>
      <dgm:t>
        <a:bodyPr/>
        <a:lstStyle/>
        <a:p>
          <a:r>
            <a:rPr lang="en-US" sz="1700" dirty="0"/>
            <a:t>Satisfaction – how enjoyable it is to use</a:t>
          </a:r>
        </a:p>
      </dgm:t>
    </dgm:pt>
    <dgm:pt modelId="{D83E69D0-8B8D-4B36-B3FA-8A6D5875EC57}" type="parTrans" cxnId="{98499C41-B0CA-4E74-8D1D-B2D3BEED4A13}">
      <dgm:prSet/>
      <dgm:spPr/>
      <dgm:t>
        <a:bodyPr/>
        <a:lstStyle/>
        <a:p>
          <a:endParaRPr lang="en-US" sz="1700"/>
        </a:p>
      </dgm:t>
    </dgm:pt>
    <dgm:pt modelId="{1B4F24C0-87FF-4137-8BA6-CFF161AB8DA8}" type="sibTrans" cxnId="{98499C41-B0CA-4E74-8D1D-B2D3BEED4A13}">
      <dgm:prSet/>
      <dgm:spPr/>
      <dgm:t>
        <a:bodyPr/>
        <a:lstStyle/>
        <a:p>
          <a:endParaRPr lang="en-US" sz="1700"/>
        </a:p>
      </dgm:t>
    </dgm:pt>
    <dgm:pt modelId="{A9ACE811-438B-46E3-94F0-DCF29D6C3189}" type="pres">
      <dgm:prSet presAssocID="{EEC81242-3D29-44FF-8B1B-32D38F495A1B}" presName="root" presStyleCnt="0">
        <dgm:presLayoutVars>
          <dgm:dir/>
          <dgm:resizeHandles val="exact"/>
        </dgm:presLayoutVars>
      </dgm:prSet>
      <dgm:spPr/>
    </dgm:pt>
    <dgm:pt modelId="{A05F1E53-68BE-419C-A206-53424E827BE1}" type="pres">
      <dgm:prSet presAssocID="{084B49C1-8C83-4583-A29D-2336FF621E6E}" presName="compNode" presStyleCnt="0"/>
      <dgm:spPr/>
    </dgm:pt>
    <dgm:pt modelId="{F9429D82-86A2-482C-B920-3FEA862CDDED}" type="pres">
      <dgm:prSet presAssocID="{084B49C1-8C83-4583-A29D-2336FF621E6E}" presName="bgRect" presStyleLbl="bgShp" presStyleIdx="0" presStyleCnt="7" custLinFactNeighborX="-648" custLinFactNeighborY="-13222"/>
      <dgm:spPr/>
    </dgm:pt>
    <dgm:pt modelId="{EDA009F8-B791-4EAD-996C-3EF2A4F03409}" type="pres">
      <dgm:prSet presAssocID="{084B49C1-8C83-4583-A29D-2336FF621E6E}" presName="iconRect" presStyleLbl="node1" presStyleIdx="0" presStyleCnt="7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CD7BBAD4-0EAD-4A89-80B9-54484A14E491}" type="pres">
      <dgm:prSet presAssocID="{084B49C1-8C83-4583-A29D-2336FF621E6E}" presName="spaceRect" presStyleCnt="0"/>
      <dgm:spPr/>
    </dgm:pt>
    <dgm:pt modelId="{CF19F921-62B3-478C-B0D0-CD8B58A02BC6}" type="pres">
      <dgm:prSet presAssocID="{084B49C1-8C83-4583-A29D-2336FF621E6E}" presName="parTx" presStyleLbl="revTx" presStyleIdx="0" presStyleCnt="7">
        <dgm:presLayoutVars>
          <dgm:chMax val="0"/>
          <dgm:chPref val="0"/>
        </dgm:presLayoutVars>
      </dgm:prSet>
      <dgm:spPr/>
    </dgm:pt>
    <dgm:pt modelId="{BE2B9142-AB40-4824-9B78-586D1FAE79D0}" type="pres">
      <dgm:prSet presAssocID="{4E6BC24F-CFA2-4E2D-BD0B-B6BEA8E9D47E}" presName="sibTrans" presStyleCnt="0"/>
      <dgm:spPr/>
    </dgm:pt>
    <dgm:pt modelId="{F22C7AE5-C532-454F-AB04-EC7ECFBA935D}" type="pres">
      <dgm:prSet presAssocID="{EAB9E7BC-33F2-4615-9C68-13FDF61FDF03}" presName="compNode" presStyleCnt="0"/>
      <dgm:spPr/>
    </dgm:pt>
    <dgm:pt modelId="{43BBF6DC-E2D3-411E-A704-362C6D594CB3}" type="pres">
      <dgm:prSet presAssocID="{EAB9E7BC-33F2-4615-9C68-13FDF61FDF03}" presName="bgRect" presStyleLbl="bgShp" presStyleIdx="1" presStyleCnt="7"/>
      <dgm:spPr/>
    </dgm:pt>
    <dgm:pt modelId="{BE703C3C-9599-48F8-9EA1-F440DF90587A}" type="pres">
      <dgm:prSet presAssocID="{EAB9E7BC-33F2-4615-9C68-13FDF61FDF03}" presName="iconRect" presStyleLbl="node1" presStyleIdx="1" presStyleCnt="7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8C0E85A-A3AC-481C-A439-417D7DF62221}" type="pres">
      <dgm:prSet presAssocID="{EAB9E7BC-33F2-4615-9C68-13FDF61FDF03}" presName="spaceRect" presStyleCnt="0"/>
      <dgm:spPr/>
    </dgm:pt>
    <dgm:pt modelId="{6EE8FDD1-BBFD-47C5-BC45-6280AD78FFEF}" type="pres">
      <dgm:prSet presAssocID="{EAB9E7BC-33F2-4615-9C68-13FDF61FDF03}" presName="parTx" presStyleLbl="revTx" presStyleIdx="1" presStyleCnt="7">
        <dgm:presLayoutVars>
          <dgm:chMax val="0"/>
          <dgm:chPref val="0"/>
        </dgm:presLayoutVars>
      </dgm:prSet>
      <dgm:spPr/>
    </dgm:pt>
    <dgm:pt modelId="{9F21242B-2A39-49C2-8BA2-82B6409F9870}" type="pres">
      <dgm:prSet presAssocID="{E31690E7-72C3-4D4A-90A8-663A0F090869}" presName="sibTrans" presStyleCnt="0"/>
      <dgm:spPr/>
    </dgm:pt>
    <dgm:pt modelId="{17F75A8F-16B6-476E-A5E4-393F45AE8CFF}" type="pres">
      <dgm:prSet presAssocID="{A8022753-280A-451E-8C95-76F12A379882}" presName="compNode" presStyleCnt="0"/>
      <dgm:spPr/>
    </dgm:pt>
    <dgm:pt modelId="{28C2C403-53E9-44E4-AFC0-A8AD5AE3FD4C}" type="pres">
      <dgm:prSet presAssocID="{A8022753-280A-451E-8C95-76F12A379882}" presName="bgRect" presStyleLbl="bgShp" presStyleIdx="2" presStyleCnt="7"/>
      <dgm:spPr/>
    </dgm:pt>
    <dgm:pt modelId="{99482777-C368-4D0C-AFE6-872A396D8908}" type="pres">
      <dgm:prSet presAssocID="{A8022753-280A-451E-8C95-76F12A379882}" presName="iconRect" presStyleLbl="node1" presStyleIdx="2" presStyleCnt="7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31227D5E-DC1F-4B28-9531-428EA9C93309}" type="pres">
      <dgm:prSet presAssocID="{A8022753-280A-451E-8C95-76F12A379882}" presName="spaceRect" presStyleCnt="0"/>
      <dgm:spPr/>
    </dgm:pt>
    <dgm:pt modelId="{274C2844-5098-4059-80FA-B9B78B1E335E}" type="pres">
      <dgm:prSet presAssocID="{A8022753-280A-451E-8C95-76F12A379882}" presName="parTx" presStyleLbl="revTx" presStyleIdx="2" presStyleCnt="7">
        <dgm:presLayoutVars>
          <dgm:chMax val="0"/>
          <dgm:chPref val="0"/>
        </dgm:presLayoutVars>
      </dgm:prSet>
      <dgm:spPr/>
    </dgm:pt>
    <dgm:pt modelId="{F886F542-8C23-4D3B-85F8-107083189D53}" type="pres">
      <dgm:prSet presAssocID="{EE5FC76C-BE32-4CE9-B995-14280DAB4C49}" presName="sibTrans" presStyleCnt="0"/>
      <dgm:spPr/>
    </dgm:pt>
    <dgm:pt modelId="{34CCA6B7-AD99-4921-945F-93C5A56378B4}" type="pres">
      <dgm:prSet presAssocID="{F55BB595-156A-4524-8154-DD86E726E0F3}" presName="compNode" presStyleCnt="0"/>
      <dgm:spPr/>
    </dgm:pt>
    <dgm:pt modelId="{A56EFD3B-3645-4294-96EF-C2F128890755}" type="pres">
      <dgm:prSet presAssocID="{F55BB595-156A-4524-8154-DD86E726E0F3}" presName="bgRect" presStyleLbl="bgShp" presStyleIdx="3" presStyleCnt="7"/>
      <dgm:spPr/>
    </dgm:pt>
    <dgm:pt modelId="{82226288-AE49-4DF4-AFC4-48771E65FBBF}" type="pres">
      <dgm:prSet presAssocID="{F55BB595-156A-4524-8154-DD86E726E0F3}" presName="iconRect" presStyleLbl="node1" presStyleIdx="3" presStyleCnt="7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95B86D45-6070-4E1E-90DA-C2DFD245FD5C}" type="pres">
      <dgm:prSet presAssocID="{F55BB595-156A-4524-8154-DD86E726E0F3}" presName="spaceRect" presStyleCnt="0"/>
      <dgm:spPr/>
    </dgm:pt>
    <dgm:pt modelId="{03CA4B8B-01F4-454E-89C8-44A7124CA063}" type="pres">
      <dgm:prSet presAssocID="{F55BB595-156A-4524-8154-DD86E726E0F3}" presName="parTx" presStyleLbl="revTx" presStyleIdx="3" presStyleCnt="7">
        <dgm:presLayoutVars>
          <dgm:chMax val="0"/>
          <dgm:chPref val="0"/>
        </dgm:presLayoutVars>
      </dgm:prSet>
      <dgm:spPr/>
    </dgm:pt>
    <dgm:pt modelId="{A537A89D-62DF-4ACF-B33B-014F5A3601D5}" type="pres">
      <dgm:prSet presAssocID="{38A915E1-0566-4E4F-8686-527412CF80E5}" presName="sibTrans" presStyleCnt="0"/>
      <dgm:spPr/>
    </dgm:pt>
    <dgm:pt modelId="{443D7EFD-9703-42D3-B5A1-ACDCF9C0F9A8}" type="pres">
      <dgm:prSet presAssocID="{9AB523B4-2EFE-44CE-A176-7BB743546BFB}" presName="compNode" presStyleCnt="0"/>
      <dgm:spPr/>
    </dgm:pt>
    <dgm:pt modelId="{48FC2832-A721-43B4-878F-425E2DB8FFFB}" type="pres">
      <dgm:prSet presAssocID="{9AB523B4-2EFE-44CE-A176-7BB743546BFB}" presName="bgRect" presStyleLbl="bgShp" presStyleIdx="4" presStyleCnt="7"/>
      <dgm:spPr/>
    </dgm:pt>
    <dgm:pt modelId="{37EED6E6-6B4C-4FF5-B162-5ACA16F5988F}" type="pres">
      <dgm:prSet presAssocID="{9AB523B4-2EFE-44CE-A176-7BB743546BFB}" presName="iconRect" presStyleLbl="node1" presStyleIdx="4" presStyleCnt="7"/>
      <dgm:spPr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12778147-6696-40CA-A035-7298DA77BEFD}" type="pres">
      <dgm:prSet presAssocID="{9AB523B4-2EFE-44CE-A176-7BB743546BFB}" presName="spaceRect" presStyleCnt="0"/>
      <dgm:spPr/>
    </dgm:pt>
    <dgm:pt modelId="{08A6BE65-2DCC-4C5D-A6BA-AD22A8620708}" type="pres">
      <dgm:prSet presAssocID="{9AB523B4-2EFE-44CE-A176-7BB743546BFB}" presName="parTx" presStyleLbl="revTx" presStyleIdx="4" presStyleCnt="7">
        <dgm:presLayoutVars>
          <dgm:chMax val="0"/>
          <dgm:chPref val="0"/>
        </dgm:presLayoutVars>
      </dgm:prSet>
      <dgm:spPr/>
    </dgm:pt>
    <dgm:pt modelId="{925421C5-BBEA-441C-A944-A04FB59AA7B5}" type="pres">
      <dgm:prSet presAssocID="{11AFBCED-0956-4536-9DAF-1667F86BC5F9}" presName="sibTrans" presStyleCnt="0"/>
      <dgm:spPr/>
    </dgm:pt>
    <dgm:pt modelId="{517791A8-BBFB-44BB-8142-5779B3509DF0}" type="pres">
      <dgm:prSet presAssocID="{9BB6D9A5-6192-44D6-BB9B-38EDF314580C}" presName="compNode" presStyleCnt="0"/>
      <dgm:spPr/>
    </dgm:pt>
    <dgm:pt modelId="{DECFEF58-4F10-4D98-8271-76AF1BD34C95}" type="pres">
      <dgm:prSet presAssocID="{9BB6D9A5-6192-44D6-BB9B-38EDF314580C}" presName="bgRect" presStyleLbl="bgShp" presStyleIdx="5" presStyleCnt="7"/>
      <dgm:spPr>
        <a:blipFill rotWithShape="0"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39891761-C6BB-4027-A699-7086F887BD6F}" type="pres">
      <dgm:prSet presAssocID="{9BB6D9A5-6192-44D6-BB9B-38EDF314580C}" presName="iconRect" presStyleLbl="node1" presStyleIdx="5" presStyleCnt="7"/>
      <dgm:spPr>
        <a:blipFill>
          <a:blip xmlns:r="http://schemas.openxmlformats.org/officeDocument/2006/relationships"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E2CE2AD-ED60-4D59-913F-0928A1646C00}" type="pres">
      <dgm:prSet presAssocID="{9BB6D9A5-6192-44D6-BB9B-38EDF314580C}" presName="spaceRect" presStyleCnt="0"/>
      <dgm:spPr/>
    </dgm:pt>
    <dgm:pt modelId="{8761E558-BCA3-4FB8-8E6E-09D527C4AAB1}" type="pres">
      <dgm:prSet presAssocID="{9BB6D9A5-6192-44D6-BB9B-38EDF314580C}" presName="parTx" presStyleLbl="revTx" presStyleIdx="5" presStyleCnt="7">
        <dgm:presLayoutVars>
          <dgm:chMax val="0"/>
          <dgm:chPref val="0"/>
        </dgm:presLayoutVars>
      </dgm:prSet>
      <dgm:spPr/>
    </dgm:pt>
    <dgm:pt modelId="{2DD49D51-FA82-411E-B905-CBB15371AD76}" type="pres">
      <dgm:prSet presAssocID="{EA8278AE-82DD-4819-8223-B002EC6A167E}" presName="sibTrans" presStyleCnt="0"/>
      <dgm:spPr/>
    </dgm:pt>
    <dgm:pt modelId="{1180201D-519F-41B5-B7F3-2EF12765B083}" type="pres">
      <dgm:prSet presAssocID="{46A584C7-2BC8-4674-AECE-30120EF1C983}" presName="compNode" presStyleCnt="0"/>
      <dgm:spPr/>
    </dgm:pt>
    <dgm:pt modelId="{87D960C4-A181-44DF-95F0-97F065B84B8F}" type="pres">
      <dgm:prSet presAssocID="{46A584C7-2BC8-4674-AECE-30120EF1C983}" presName="bgRect" presStyleLbl="bgShp" presStyleIdx="6" presStyleCnt="7"/>
      <dgm:spPr/>
    </dgm:pt>
    <dgm:pt modelId="{C9745424-2DFB-4919-89B7-745120E7C797}" type="pres">
      <dgm:prSet presAssocID="{46A584C7-2BC8-4674-AECE-30120EF1C983}" presName="iconRect" presStyleLbl="node1" presStyleIdx="6" presStyleCnt="7"/>
      <dgm:spPr>
        <a:blipFill>
          <a:blip xmlns:r="http://schemas.openxmlformats.org/officeDocument/2006/relationships"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50EC8ADE-6220-4433-BF5E-595ACEB19C55}" type="pres">
      <dgm:prSet presAssocID="{46A584C7-2BC8-4674-AECE-30120EF1C983}" presName="spaceRect" presStyleCnt="0"/>
      <dgm:spPr/>
    </dgm:pt>
    <dgm:pt modelId="{52A43E24-C2A7-45DF-9F04-AB320BEB8520}" type="pres">
      <dgm:prSet presAssocID="{46A584C7-2BC8-4674-AECE-30120EF1C98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C8AF408-C382-4C11-9C3C-044442A91926}" type="presOf" srcId="{9BB6D9A5-6192-44D6-BB9B-38EDF314580C}" destId="{8761E558-BCA3-4FB8-8E6E-09D527C4AAB1}" srcOrd="0" destOrd="0" presId="urn:microsoft.com/office/officeart/2018/2/layout/IconVerticalSolidList"/>
    <dgm:cxn modelId="{129D9A0A-E729-4AB9-AED0-4A7FB79F698C}" srcId="{EEC81242-3D29-44FF-8B1B-32D38F495A1B}" destId="{9AB523B4-2EFE-44CE-A176-7BB743546BFB}" srcOrd="4" destOrd="0" parTransId="{4DC3DDB0-C9D7-45E7-A2AC-C75187696CAE}" sibTransId="{11AFBCED-0956-4536-9DAF-1667F86BC5F9}"/>
    <dgm:cxn modelId="{9DC62310-65B7-4385-B596-DE9EF079302E}" type="presOf" srcId="{084B49C1-8C83-4583-A29D-2336FF621E6E}" destId="{CF19F921-62B3-478C-B0D0-CD8B58A02BC6}" srcOrd="0" destOrd="0" presId="urn:microsoft.com/office/officeart/2018/2/layout/IconVerticalSolidList"/>
    <dgm:cxn modelId="{4E68BA2D-04E9-4F63-A86B-CFE55A9535B4}" srcId="{EEC81242-3D29-44FF-8B1B-32D38F495A1B}" destId="{084B49C1-8C83-4583-A29D-2336FF621E6E}" srcOrd="0" destOrd="0" parTransId="{7550A000-162C-4FBC-9452-9BB83E7E7CCA}" sibTransId="{4E6BC24F-CFA2-4E2D-BD0B-B6BEA8E9D47E}"/>
    <dgm:cxn modelId="{21A8555F-76CA-4B17-B3C5-6A41A1186E6C}" type="presOf" srcId="{9AB523B4-2EFE-44CE-A176-7BB743546BFB}" destId="{08A6BE65-2DCC-4C5D-A6BA-AD22A8620708}" srcOrd="0" destOrd="0" presId="urn:microsoft.com/office/officeart/2018/2/layout/IconVerticalSolidList"/>
    <dgm:cxn modelId="{98499C41-B0CA-4E74-8D1D-B2D3BEED4A13}" srcId="{EEC81242-3D29-44FF-8B1B-32D38F495A1B}" destId="{46A584C7-2BC8-4674-AECE-30120EF1C983}" srcOrd="6" destOrd="0" parTransId="{D83E69D0-8B8D-4B36-B3FA-8A6D5875EC57}" sibTransId="{1B4F24C0-87FF-4137-8BA6-CFF161AB8DA8}"/>
    <dgm:cxn modelId="{8E41D341-CE28-4BDD-9E90-9AC675049F76}" type="presOf" srcId="{EEC81242-3D29-44FF-8B1B-32D38F495A1B}" destId="{A9ACE811-438B-46E3-94F0-DCF29D6C3189}" srcOrd="0" destOrd="0" presId="urn:microsoft.com/office/officeart/2018/2/layout/IconVerticalSolidList"/>
    <dgm:cxn modelId="{268B8A67-2AC2-4EF6-A588-D50C71FDE72F}" type="presOf" srcId="{F55BB595-156A-4524-8154-DD86E726E0F3}" destId="{03CA4B8B-01F4-454E-89C8-44A7124CA063}" srcOrd="0" destOrd="0" presId="urn:microsoft.com/office/officeart/2018/2/layout/IconVerticalSolidList"/>
    <dgm:cxn modelId="{5A721889-A036-4287-9309-A662671900DD}" type="presOf" srcId="{46A584C7-2BC8-4674-AECE-30120EF1C983}" destId="{52A43E24-C2A7-45DF-9F04-AB320BEB8520}" srcOrd="0" destOrd="0" presId="urn:microsoft.com/office/officeart/2018/2/layout/IconVerticalSolidList"/>
    <dgm:cxn modelId="{D0DBB88D-42AD-49E9-ACD9-25F081961368}" srcId="{EEC81242-3D29-44FF-8B1B-32D38F495A1B}" destId="{9BB6D9A5-6192-44D6-BB9B-38EDF314580C}" srcOrd="5" destOrd="0" parTransId="{96C9776C-4A10-49E1-87AB-881B366328F2}" sibTransId="{EA8278AE-82DD-4819-8223-B002EC6A167E}"/>
    <dgm:cxn modelId="{5043DB90-9A94-4ECD-9ACE-0D41EC78C1D7}" srcId="{EEC81242-3D29-44FF-8B1B-32D38F495A1B}" destId="{F55BB595-156A-4524-8154-DD86E726E0F3}" srcOrd="3" destOrd="0" parTransId="{F9B9F84C-E995-49A4-B67A-7E61B97AC42A}" sibTransId="{38A915E1-0566-4E4F-8686-527412CF80E5}"/>
    <dgm:cxn modelId="{3D482BCB-EAF3-451E-B093-2831B66C24C3}" srcId="{EEC81242-3D29-44FF-8B1B-32D38F495A1B}" destId="{A8022753-280A-451E-8C95-76F12A379882}" srcOrd="2" destOrd="0" parTransId="{1D242EF6-A505-4E68-B65F-557282CA1EF0}" sibTransId="{EE5FC76C-BE32-4CE9-B995-14280DAB4C49}"/>
    <dgm:cxn modelId="{3CBE27DE-6583-4DCF-8771-894F2B377EAF}" srcId="{EEC81242-3D29-44FF-8B1B-32D38F495A1B}" destId="{EAB9E7BC-33F2-4615-9C68-13FDF61FDF03}" srcOrd="1" destOrd="0" parTransId="{CB9D2F57-3DFD-4AEA-B11E-986339FE4EE4}" sibTransId="{E31690E7-72C3-4D4A-90A8-663A0F090869}"/>
    <dgm:cxn modelId="{A9F25BEE-8196-4183-A1DC-761469B436DE}" type="presOf" srcId="{EAB9E7BC-33F2-4615-9C68-13FDF61FDF03}" destId="{6EE8FDD1-BBFD-47C5-BC45-6280AD78FFEF}" srcOrd="0" destOrd="0" presId="urn:microsoft.com/office/officeart/2018/2/layout/IconVerticalSolidList"/>
    <dgm:cxn modelId="{35D914FC-C1BD-4249-BD42-999829DC296E}" type="presOf" srcId="{A8022753-280A-451E-8C95-76F12A379882}" destId="{274C2844-5098-4059-80FA-B9B78B1E335E}" srcOrd="0" destOrd="0" presId="urn:microsoft.com/office/officeart/2018/2/layout/IconVerticalSolidList"/>
    <dgm:cxn modelId="{FD8D83F3-5290-48E4-91AC-520AD2A0002F}" type="presParOf" srcId="{A9ACE811-438B-46E3-94F0-DCF29D6C3189}" destId="{A05F1E53-68BE-419C-A206-53424E827BE1}" srcOrd="0" destOrd="0" presId="urn:microsoft.com/office/officeart/2018/2/layout/IconVerticalSolidList"/>
    <dgm:cxn modelId="{17C89E34-D84B-4D38-8D61-40B9F4CD46B3}" type="presParOf" srcId="{A05F1E53-68BE-419C-A206-53424E827BE1}" destId="{F9429D82-86A2-482C-B920-3FEA862CDDED}" srcOrd="0" destOrd="0" presId="urn:microsoft.com/office/officeart/2018/2/layout/IconVerticalSolidList"/>
    <dgm:cxn modelId="{6024932E-0321-4A7B-AF42-35237568C0A0}" type="presParOf" srcId="{A05F1E53-68BE-419C-A206-53424E827BE1}" destId="{EDA009F8-B791-4EAD-996C-3EF2A4F03409}" srcOrd="1" destOrd="0" presId="urn:microsoft.com/office/officeart/2018/2/layout/IconVerticalSolidList"/>
    <dgm:cxn modelId="{AB17817E-C22A-484B-BE2F-2B9CAFB934C0}" type="presParOf" srcId="{A05F1E53-68BE-419C-A206-53424E827BE1}" destId="{CD7BBAD4-0EAD-4A89-80B9-54484A14E491}" srcOrd="2" destOrd="0" presId="urn:microsoft.com/office/officeart/2018/2/layout/IconVerticalSolidList"/>
    <dgm:cxn modelId="{5AAD52F9-E0E6-42CF-BF98-4C18DCB6D3F2}" type="presParOf" srcId="{A05F1E53-68BE-419C-A206-53424E827BE1}" destId="{CF19F921-62B3-478C-B0D0-CD8B58A02BC6}" srcOrd="3" destOrd="0" presId="urn:microsoft.com/office/officeart/2018/2/layout/IconVerticalSolidList"/>
    <dgm:cxn modelId="{291A328C-25DF-4FF7-AAE3-71BFC87D9F52}" type="presParOf" srcId="{A9ACE811-438B-46E3-94F0-DCF29D6C3189}" destId="{BE2B9142-AB40-4824-9B78-586D1FAE79D0}" srcOrd="1" destOrd="0" presId="urn:microsoft.com/office/officeart/2018/2/layout/IconVerticalSolidList"/>
    <dgm:cxn modelId="{3BFE9136-D22F-417D-A81E-5723DC93EF13}" type="presParOf" srcId="{A9ACE811-438B-46E3-94F0-DCF29D6C3189}" destId="{F22C7AE5-C532-454F-AB04-EC7ECFBA935D}" srcOrd="2" destOrd="0" presId="urn:microsoft.com/office/officeart/2018/2/layout/IconVerticalSolidList"/>
    <dgm:cxn modelId="{C57762A0-63E1-45C9-A7A4-8FBFC14C8BFD}" type="presParOf" srcId="{F22C7AE5-C532-454F-AB04-EC7ECFBA935D}" destId="{43BBF6DC-E2D3-411E-A704-362C6D594CB3}" srcOrd="0" destOrd="0" presId="urn:microsoft.com/office/officeart/2018/2/layout/IconVerticalSolidList"/>
    <dgm:cxn modelId="{3A4050E2-E692-43BB-912F-BC036741B911}" type="presParOf" srcId="{F22C7AE5-C532-454F-AB04-EC7ECFBA935D}" destId="{BE703C3C-9599-48F8-9EA1-F440DF90587A}" srcOrd="1" destOrd="0" presId="urn:microsoft.com/office/officeart/2018/2/layout/IconVerticalSolidList"/>
    <dgm:cxn modelId="{9664404F-A43D-4065-AFBE-1F62C7298C27}" type="presParOf" srcId="{F22C7AE5-C532-454F-AB04-EC7ECFBA935D}" destId="{28C0E85A-A3AC-481C-A439-417D7DF62221}" srcOrd="2" destOrd="0" presId="urn:microsoft.com/office/officeart/2018/2/layout/IconVerticalSolidList"/>
    <dgm:cxn modelId="{094D60A2-BCD7-4FB5-8AFF-CED5A3B72104}" type="presParOf" srcId="{F22C7AE5-C532-454F-AB04-EC7ECFBA935D}" destId="{6EE8FDD1-BBFD-47C5-BC45-6280AD78FFEF}" srcOrd="3" destOrd="0" presId="urn:microsoft.com/office/officeart/2018/2/layout/IconVerticalSolidList"/>
    <dgm:cxn modelId="{5D200506-D022-4CF0-8888-B503861D846A}" type="presParOf" srcId="{A9ACE811-438B-46E3-94F0-DCF29D6C3189}" destId="{9F21242B-2A39-49C2-8BA2-82B6409F9870}" srcOrd="3" destOrd="0" presId="urn:microsoft.com/office/officeart/2018/2/layout/IconVerticalSolidList"/>
    <dgm:cxn modelId="{19BBD6C7-15A8-4BFD-A989-B61420BD53C7}" type="presParOf" srcId="{A9ACE811-438B-46E3-94F0-DCF29D6C3189}" destId="{17F75A8F-16B6-476E-A5E4-393F45AE8CFF}" srcOrd="4" destOrd="0" presId="urn:microsoft.com/office/officeart/2018/2/layout/IconVerticalSolidList"/>
    <dgm:cxn modelId="{BFBF62FF-2F3E-4432-A9EE-9EF31ED9393D}" type="presParOf" srcId="{17F75A8F-16B6-476E-A5E4-393F45AE8CFF}" destId="{28C2C403-53E9-44E4-AFC0-A8AD5AE3FD4C}" srcOrd="0" destOrd="0" presId="urn:microsoft.com/office/officeart/2018/2/layout/IconVerticalSolidList"/>
    <dgm:cxn modelId="{DF9B7948-5E24-460F-8F31-BD7AC892C391}" type="presParOf" srcId="{17F75A8F-16B6-476E-A5E4-393F45AE8CFF}" destId="{99482777-C368-4D0C-AFE6-872A396D8908}" srcOrd="1" destOrd="0" presId="urn:microsoft.com/office/officeart/2018/2/layout/IconVerticalSolidList"/>
    <dgm:cxn modelId="{19C127D8-FBD0-40E8-891E-70E7E03C986B}" type="presParOf" srcId="{17F75A8F-16B6-476E-A5E4-393F45AE8CFF}" destId="{31227D5E-DC1F-4B28-9531-428EA9C93309}" srcOrd="2" destOrd="0" presId="urn:microsoft.com/office/officeart/2018/2/layout/IconVerticalSolidList"/>
    <dgm:cxn modelId="{E2A2C01E-3674-4D7F-B5E0-65CDBF65854F}" type="presParOf" srcId="{17F75A8F-16B6-476E-A5E4-393F45AE8CFF}" destId="{274C2844-5098-4059-80FA-B9B78B1E335E}" srcOrd="3" destOrd="0" presId="urn:microsoft.com/office/officeart/2018/2/layout/IconVerticalSolidList"/>
    <dgm:cxn modelId="{00939566-83D6-409C-8780-791B61D999CF}" type="presParOf" srcId="{A9ACE811-438B-46E3-94F0-DCF29D6C3189}" destId="{F886F542-8C23-4D3B-85F8-107083189D53}" srcOrd="5" destOrd="0" presId="urn:microsoft.com/office/officeart/2018/2/layout/IconVerticalSolidList"/>
    <dgm:cxn modelId="{1EA0D6CA-818C-48C7-80F4-91DBFFC6CBD1}" type="presParOf" srcId="{A9ACE811-438B-46E3-94F0-DCF29D6C3189}" destId="{34CCA6B7-AD99-4921-945F-93C5A56378B4}" srcOrd="6" destOrd="0" presId="urn:microsoft.com/office/officeart/2018/2/layout/IconVerticalSolidList"/>
    <dgm:cxn modelId="{36C2A74F-41FF-408F-865E-80E45D10C57A}" type="presParOf" srcId="{34CCA6B7-AD99-4921-945F-93C5A56378B4}" destId="{A56EFD3B-3645-4294-96EF-C2F128890755}" srcOrd="0" destOrd="0" presId="urn:microsoft.com/office/officeart/2018/2/layout/IconVerticalSolidList"/>
    <dgm:cxn modelId="{1FA6FE32-3BAD-43ED-9426-860FD1628BD4}" type="presParOf" srcId="{34CCA6B7-AD99-4921-945F-93C5A56378B4}" destId="{82226288-AE49-4DF4-AFC4-48771E65FBBF}" srcOrd="1" destOrd="0" presId="urn:microsoft.com/office/officeart/2018/2/layout/IconVerticalSolidList"/>
    <dgm:cxn modelId="{92B86620-7B11-4B15-BEDD-D231FEA4292D}" type="presParOf" srcId="{34CCA6B7-AD99-4921-945F-93C5A56378B4}" destId="{95B86D45-6070-4E1E-90DA-C2DFD245FD5C}" srcOrd="2" destOrd="0" presId="urn:microsoft.com/office/officeart/2018/2/layout/IconVerticalSolidList"/>
    <dgm:cxn modelId="{45FB7A49-5792-47F4-99E0-E8D28729A5BE}" type="presParOf" srcId="{34CCA6B7-AD99-4921-945F-93C5A56378B4}" destId="{03CA4B8B-01F4-454E-89C8-44A7124CA063}" srcOrd="3" destOrd="0" presId="urn:microsoft.com/office/officeart/2018/2/layout/IconVerticalSolidList"/>
    <dgm:cxn modelId="{064F3719-BA15-4E17-A2EA-4D8460D6D704}" type="presParOf" srcId="{A9ACE811-438B-46E3-94F0-DCF29D6C3189}" destId="{A537A89D-62DF-4ACF-B33B-014F5A3601D5}" srcOrd="7" destOrd="0" presId="urn:microsoft.com/office/officeart/2018/2/layout/IconVerticalSolidList"/>
    <dgm:cxn modelId="{25A441B9-69D8-4852-AC1E-57DB5B6F764C}" type="presParOf" srcId="{A9ACE811-438B-46E3-94F0-DCF29D6C3189}" destId="{443D7EFD-9703-42D3-B5A1-ACDCF9C0F9A8}" srcOrd="8" destOrd="0" presId="urn:microsoft.com/office/officeart/2018/2/layout/IconVerticalSolidList"/>
    <dgm:cxn modelId="{2A19A94E-55BF-4D24-88B6-2536DAEE56C0}" type="presParOf" srcId="{443D7EFD-9703-42D3-B5A1-ACDCF9C0F9A8}" destId="{48FC2832-A721-43B4-878F-425E2DB8FFFB}" srcOrd="0" destOrd="0" presId="urn:microsoft.com/office/officeart/2018/2/layout/IconVerticalSolidList"/>
    <dgm:cxn modelId="{A80D52DE-A023-4A37-9FB1-8D77C3401EA6}" type="presParOf" srcId="{443D7EFD-9703-42D3-B5A1-ACDCF9C0F9A8}" destId="{37EED6E6-6B4C-4FF5-B162-5ACA16F5988F}" srcOrd="1" destOrd="0" presId="urn:microsoft.com/office/officeart/2018/2/layout/IconVerticalSolidList"/>
    <dgm:cxn modelId="{E87600F7-FE12-444E-895C-F1706DD16E5A}" type="presParOf" srcId="{443D7EFD-9703-42D3-B5A1-ACDCF9C0F9A8}" destId="{12778147-6696-40CA-A035-7298DA77BEFD}" srcOrd="2" destOrd="0" presId="urn:microsoft.com/office/officeart/2018/2/layout/IconVerticalSolidList"/>
    <dgm:cxn modelId="{73BC235B-5ABF-4BA3-9AC3-3C31110F64EE}" type="presParOf" srcId="{443D7EFD-9703-42D3-B5A1-ACDCF9C0F9A8}" destId="{08A6BE65-2DCC-4C5D-A6BA-AD22A8620708}" srcOrd="3" destOrd="0" presId="urn:microsoft.com/office/officeart/2018/2/layout/IconVerticalSolidList"/>
    <dgm:cxn modelId="{BCB7E791-055F-4EE9-B4CF-E000E56B4657}" type="presParOf" srcId="{A9ACE811-438B-46E3-94F0-DCF29D6C3189}" destId="{925421C5-BBEA-441C-A944-A04FB59AA7B5}" srcOrd="9" destOrd="0" presId="urn:microsoft.com/office/officeart/2018/2/layout/IconVerticalSolidList"/>
    <dgm:cxn modelId="{E83D85D6-693A-4D47-B6CF-C417D2F1C63E}" type="presParOf" srcId="{A9ACE811-438B-46E3-94F0-DCF29D6C3189}" destId="{517791A8-BBFB-44BB-8142-5779B3509DF0}" srcOrd="10" destOrd="0" presId="urn:microsoft.com/office/officeart/2018/2/layout/IconVerticalSolidList"/>
    <dgm:cxn modelId="{58E7C486-B201-4D04-AEDE-B8042CBB68D6}" type="presParOf" srcId="{517791A8-BBFB-44BB-8142-5779B3509DF0}" destId="{DECFEF58-4F10-4D98-8271-76AF1BD34C95}" srcOrd="0" destOrd="0" presId="urn:microsoft.com/office/officeart/2018/2/layout/IconVerticalSolidList"/>
    <dgm:cxn modelId="{FE87EFA8-3B53-42D3-967E-160670E376EE}" type="presParOf" srcId="{517791A8-BBFB-44BB-8142-5779B3509DF0}" destId="{39891761-C6BB-4027-A699-7086F887BD6F}" srcOrd="1" destOrd="0" presId="urn:microsoft.com/office/officeart/2018/2/layout/IconVerticalSolidList"/>
    <dgm:cxn modelId="{083C8C8C-1F0A-4B57-BEB3-DE8188D34079}" type="presParOf" srcId="{517791A8-BBFB-44BB-8142-5779B3509DF0}" destId="{CE2CE2AD-ED60-4D59-913F-0928A1646C00}" srcOrd="2" destOrd="0" presId="urn:microsoft.com/office/officeart/2018/2/layout/IconVerticalSolidList"/>
    <dgm:cxn modelId="{4C5898F2-7AAC-4101-A4FC-047C1CD50888}" type="presParOf" srcId="{517791A8-BBFB-44BB-8142-5779B3509DF0}" destId="{8761E558-BCA3-4FB8-8E6E-09D527C4AAB1}" srcOrd="3" destOrd="0" presId="urn:microsoft.com/office/officeart/2018/2/layout/IconVerticalSolidList"/>
    <dgm:cxn modelId="{AC6B2427-C5DF-494D-A575-B2BF7F96BF05}" type="presParOf" srcId="{A9ACE811-438B-46E3-94F0-DCF29D6C3189}" destId="{2DD49D51-FA82-411E-B905-CBB15371AD76}" srcOrd="11" destOrd="0" presId="urn:microsoft.com/office/officeart/2018/2/layout/IconVerticalSolidList"/>
    <dgm:cxn modelId="{598992C3-61FF-4E37-B8FA-E05C88CE6D50}" type="presParOf" srcId="{A9ACE811-438B-46E3-94F0-DCF29D6C3189}" destId="{1180201D-519F-41B5-B7F3-2EF12765B083}" srcOrd="12" destOrd="0" presId="urn:microsoft.com/office/officeart/2018/2/layout/IconVerticalSolidList"/>
    <dgm:cxn modelId="{95445E6E-71DD-45D5-B48E-901C99C193A1}" type="presParOf" srcId="{1180201D-519F-41B5-B7F3-2EF12765B083}" destId="{87D960C4-A181-44DF-95F0-97F065B84B8F}" srcOrd="0" destOrd="0" presId="urn:microsoft.com/office/officeart/2018/2/layout/IconVerticalSolidList"/>
    <dgm:cxn modelId="{C8EC5C1A-53BB-4B81-9B8C-33AD97F5BB05}" type="presParOf" srcId="{1180201D-519F-41B5-B7F3-2EF12765B083}" destId="{C9745424-2DFB-4919-89B7-745120E7C797}" srcOrd="1" destOrd="0" presId="urn:microsoft.com/office/officeart/2018/2/layout/IconVerticalSolidList"/>
    <dgm:cxn modelId="{57E49497-EA2C-439D-BCE4-C240D39C0B76}" type="presParOf" srcId="{1180201D-519F-41B5-B7F3-2EF12765B083}" destId="{50EC8ADE-6220-4433-BF5E-595ACEB19C55}" srcOrd="2" destOrd="0" presId="urn:microsoft.com/office/officeart/2018/2/layout/IconVerticalSolidList"/>
    <dgm:cxn modelId="{F3D3864D-3064-448A-BB3C-5DF8EC769AFF}" type="presParOf" srcId="{1180201D-519F-41B5-B7F3-2EF12765B083}" destId="{52A43E24-C2A7-45DF-9F04-AB320BEB85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429D82-86A2-482C-B920-3FEA862CDDED}">
      <dsp:nvSpPr>
        <dsp:cNvPr id="0" name=""/>
        <dsp:cNvSpPr/>
      </dsp:nvSpPr>
      <dsp:spPr>
        <a:xfrm>
          <a:off x="0" y="0"/>
          <a:ext cx="6561138" cy="6774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009F8-B791-4EAD-996C-3EF2A4F03409}">
      <dsp:nvSpPr>
        <dsp:cNvPr id="0" name=""/>
        <dsp:cNvSpPr/>
      </dsp:nvSpPr>
      <dsp:spPr>
        <a:xfrm>
          <a:off x="204933" y="152922"/>
          <a:ext cx="372606" cy="372606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9F921-62B3-478C-B0D0-CD8B58A02BC6}">
      <dsp:nvSpPr>
        <dsp:cNvPr id="0" name=""/>
        <dsp:cNvSpPr/>
      </dsp:nvSpPr>
      <dsp:spPr>
        <a:xfrm>
          <a:off x="782473" y="492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Effectiveness – how good product is at doing what it is supposed to do</a:t>
          </a:r>
        </a:p>
      </dsp:txBody>
      <dsp:txXfrm>
        <a:off x="782473" y="492"/>
        <a:ext cx="5778664" cy="677466"/>
      </dsp:txXfrm>
    </dsp:sp>
    <dsp:sp modelId="{43BBF6DC-E2D3-411E-A704-362C6D594CB3}">
      <dsp:nvSpPr>
        <dsp:cNvPr id="0" name=""/>
        <dsp:cNvSpPr/>
      </dsp:nvSpPr>
      <dsp:spPr>
        <a:xfrm>
          <a:off x="0" y="847325"/>
          <a:ext cx="6561138" cy="6774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03C3C-9599-48F8-9EA1-F440DF90587A}">
      <dsp:nvSpPr>
        <dsp:cNvPr id="0" name=""/>
        <dsp:cNvSpPr/>
      </dsp:nvSpPr>
      <dsp:spPr>
        <a:xfrm>
          <a:off x="204933" y="999755"/>
          <a:ext cx="372606" cy="372606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8FDD1-BBFD-47C5-BC45-6280AD78FFEF}">
      <dsp:nvSpPr>
        <dsp:cNvPr id="0" name=""/>
        <dsp:cNvSpPr/>
      </dsp:nvSpPr>
      <dsp:spPr>
        <a:xfrm>
          <a:off x="782473" y="847325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Efficiency – way in which product supports user carrying out tasks</a:t>
          </a:r>
        </a:p>
      </dsp:txBody>
      <dsp:txXfrm>
        <a:off x="782473" y="847325"/>
        <a:ext cx="5778664" cy="677466"/>
      </dsp:txXfrm>
    </dsp:sp>
    <dsp:sp modelId="{28C2C403-53E9-44E4-AFC0-A8AD5AE3FD4C}">
      <dsp:nvSpPr>
        <dsp:cNvPr id="0" name=""/>
        <dsp:cNvSpPr/>
      </dsp:nvSpPr>
      <dsp:spPr>
        <a:xfrm>
          <a:off x="0" y="1694158"/>
          <a:ext cx="6561138" cy="6774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82777-C368-4D0C-AFE6-872A396D8908}">
      <dsp:nvSpPr>
        <dsp:cNvPr id="0" name=""/>
        <dsp:cNvSpPr/>
      </dsp:nvSpPr>
      <dsp:spPr>
        <a:xfrm>
          <a:off x="204933" y="1846588"/>
          <a:ext cx="372606" cy="372606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C2844-5098-4059-80FA-B9B78B1E335E}">
      <dsp:nvSpPr>
        <dsp:cNvPr id="0" name=""/>
        <dsp:cNvSpPr/>
      </dsp:nvSpPr>
      <dsp:spPr>
        <a:xfrm>
          <a:off x="782473" y="1694158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Safety – protect user from dangerous conditions and undesirable situations</a:t>
          </a:r>
        </a:p>
      </dsp:txBody>
      <dsp:txXfrm>
        <a:off x="782473" y="1694158"/>
        <a:ext cx="5778664" cy="677466"/>
      </dsp:txXfrm>
    </dsp:sp>
    <dsp:sp modelId="{A56EFD3B-3645-4294-96EF-C2F128890755}">
      <dsp:nvSpPr>
        <dsp:cNvPr id="0" name=""/>
        <dsp:cNvSpPr/>
      </dsp:nvSpPr>
      <dsp:spPr>
        <a:xfrm>
          <a:off x="0" y="2540991"/>
          <a:ext cx="6561138" cy="6774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26288-AE49-4DF4-AFC4-48771E65FBBF}">
      <dsp:nvSpPr>
        <dsp:cNvPr id="0" name=""/>
        <dsp:cNvSpPr/>
      </dsp:nvSpPr>
      <dsp:spPr>
        <a:xfrm>
          <a:off x="204933" y="2693421"/>
          <a:ext cx="372606" cy="372606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A4B8B-01F4-454E-89C8-44A7124CA063}">
      <dsp:nvSpPr>
        <dsp:cNvPr id="0" name=""/>
        <dsp:cNvSpPr/>
      </dsp:nvSpPr>
      <dsp:spPr>
        <a:xfrm>
          <a:off x="782473" y="2540991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Utility – extent to which product provides right kind of functionality so user can do what he needs to do</a:t>
          </a:r>
        </a:p>
      </dsp:txBody>
      <dsp:txXfrm>
        <a:off x="782473" y="2540991"/>
        <a:ext cx="5778664" cy="677466"/>
      </dsp:txXfrm>
    </dsp:sp>
    <dsp:sp modelId="{48FC2832-A721-43B4-878F-425E2DB8FFFB}">
      <dsp:nvSpPr>
        <dsp:cNvPr id="0" name=""/>
        <dsp:cNvSpPr/>
      </dsp:nvSpPr>
      <dsp:spPr>
        <a:xfrm>
          <a:off x="0" y="3387824"/>
          <a:ext cx="6561138" cy="6774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ED6E6-6B4C-4FF5-B162-5ACA16F5988F}">
      <dsp:nvSpPr>
        <dsp:cNvPr id="0" name=""/>
        <dsp:cNvSpPr/>
      </dsp:nvSpPr>
      <dsp:spPr>
        <a:xfrm>
          <a:off x="204933" y="3540254"/>
          <a:ext cx="372606" cy="372606"/>
        </a:xfrm>
        <a:prstGeom prst="rect">
          <a:avLst/>
        </a:prstGeom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6BE65-2DCC-4C5D-A6BA-AD22A8620708}">
      <dsp:nvSpPr>
        <dsp:cNvPr id="0" name=""/>
        <dsp:cNvSpPr/>
      </dsp:nvSpPr>
      <dsp:spPr>
        <a:xfrm>
          <a:off x="782473" y="3387824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Learnability – how easy is the system to learn to use</a:t>
          </a:r>
        </a:p>
      </dsp:txBody>
      <dsp:txXfrm>
        <a:off x="782473" y="3387824"/>
        <a:ext cx="5778664" cy="677466"/>
      </dsp:txXfrm>
    </dsp:sp>
    <dsp:sp modelId="{DECFEF58-4F10-4D98-8271-76AF1BD34C95}">
      <dsp:nvSpPr>
        <dsp:cNvPr id="0" name=""/>
        <dsp:cNvSpPr/>
      </dsp:nvSpPr>
      <dsp:spPr>
        <a:xfrm>
          <a:off x="0" y="4234658"/>
          <a:ext cx="6561138" cy="677466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91761-C6BB-4027-A699-7086F887BD6F}">
      <dsp:nvSpPr>
        <dsp:cNvPr id="0" name=""/>
        <dsp:cNvSpPr/>
      </dsp:nvSpPr>
      <dsp:spPr>
        <a:xfrm>
          <a:off x="204933" y="4387088"/>
          <a:ext cx="372606" cy="372606"/>
        </a:xfrm>
        <a:prstGeom prst="rect">
          <a:avLst/>
        </a:prstGeom>
        <a:blipFill>
          <a:blip xmlns:r="http://schemas.openxmlformats.org/officeDocument/2006/relationships"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1E558-BCA3-4FB8-8E6E-09D527C4AAB1}">
      <dsp:nvSpPr>
        <dsp:cNvPr id="0" name=""/>
        <dsp:cNvSpPr/>
      </dsp:nvSpPr>
      <dsp:spPr>
        <a:xfrm>
          <a:off x="782473" y="4234658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Memorability – how easy it is to remember how to, once you’ve learned how to use the product</a:t>
          </a:r>
        </a:p>
      </dsp:txBody>
      <dsp:txXfrm>
        <a:off x="782473" y="4234658"/>
        <a:ext cx="5778664" cy="677466"/>
      </dsp:txXfrm>
    </dsp:sp>
    <dsp:sp modelId="{87D960C4-A181-44DF-95F0-97F065B84B8F}">
      <dsp:nvSpPr>
        <dsp:cNvPr id="0" name=""/>
        <dsp:cNvSpPr/>
      </dsp:nvSpPr>
      <dsp:spPr>
        <a:xfrm>
          <a:off x="0" y="5081491"/>
          <a:ext cx="6561138" cy="6774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45424-2DFB-4919-89B7-745120E7C797}">
      <dsp:nvSpPr>
        <dsp:cNvPr id="0" name=""/>
        <dsp:cNvSpPr/>
      </dsp:nvSpPr>
      <dsp:spPr>
        <a:xfrm>
          <a:off x="204933" y="5233921"/>
          <a:ext cx="372606" cy="372606"/>
        </a:xfrm>
        <a:prstGeom prst="rect">
          <a:avLst/>
        </a:prstGeom>
        <a:blipFill>
          <a:blip xmlns:r="http://schemas.openxmlformats.org/officeDocument/2006/relationships"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43E24-C2A7-45DF-9F04-AB320BEB8520}">
      <dsp:nvSpPr>
        <dsp:cNvPr id="0" name=""/>
        <dsp:cNvSpPr/>
      </dsp:nvSpPr>
      <dsp:spPr>
        <a:xfrm>
          <a:off x="782473" y="5081491"/>
          <a:ext cx="5778664" cy="67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9" tIns="71699" rIns="71699" bIns="7169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Satisfaction – how enjoyable it is to use</a:t>
          </a:r>
        </a:p>
      </dsp:txBody>
      <dsp:txXfrm>
        <a:off x="782473" y="5081491"/>
        <a:ext cx="5778664" cy="677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15967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1608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r>
              <a:rPr lang="en-US"/>
              <a:t>16 July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" y="779721"/>
            <a:ext cx="11314187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7910" y="2449473"/>
            <a:ext cx="11314187" cy="3689909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/>
            </a:lvl1pPr>
            <a:lvl2pPr marL="228600" indent="0" algn="l">
              <a:buFont typeface="Arial" panose="020B0604020202020204" pitchFamily="34" charset="0"/>
              <a:buNone/>
              <a:defRPr sz="2000"/>
            </a:lvl2pPr>
            <a:lvl3pPr marL="457200" indent="0" algn="l">
              <a:buFont typeface="Arial" panose="020B0604020202020204" pitchFamily="34" charset="0"/>
              <a:buNone/>
              <a:defRPr sz="1800"/>
            </a:lvl3pPr>
            <a:lvl4pPr marL="685800" indent="0" algn="l">
              <a:buFont typeface="Arial" panose="020B0604020202020204" pitchFamily="34" charset="0"/>
              <a:buNone/>
              <a:defRPr sz="1800"/>
            </a:lvl4pPr>
            <a:lvl5pPr marL="914400" indent="0" algn="l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4" y="525786"/>
            <a:ext cx="247375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Admin &amp; Chap 1: What is ID?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17437" y="1698171"/>
            <a:ext cx="7837714" cy="3442995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2400" i="1"/>
            </a:lvl1pPr>
            <a:lvl2pPr marL="228600" indent="0">
              <a:buFont typeface="+mj-lt"/>
              <a:buNone/>
              <a:defRPr sz="20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9" y="844047"/>
            <a:ext cx="4764095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9" y="2593910"/>
            <a:ext cx="4764093" cy="407701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/>
            </a:lvl1pPr>
            <a:lvl2pPr marL="228600" indent="0">
              <a:buFont typeface="+mj-lt"/>
              <a:buNone/>
              <a:defRPr sz="20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1524" y="-95213"/>
            <a:ext cx="12190476" cy="6858001"/>
            <a:chOff x="1524" y="-95213"/>
            <a:chExt cx="12190476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174572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19761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641045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664090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2492580" y="-95213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555" y="552205"/>
            <a:ext cx="9265293" cy="1025576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899162" y="6336465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54803" y="63364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68555" y="2206642"/>
            <a:ext cx="8766687" cy="408193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/>
            </a:lvl1pPr>
            <a:lvl2pPr marL="228600" indent="0">
              <a:spcBef>
                <a:spcPts val="600"/>
              </a:spcBef>
              <a:buNone/>
              <a:defRPr/>
            </a:lvl2pPr>
            <a:lvl3pPr marL="457200" indent="0">
              <a:spcBef>
                <a:spcPts val="600"/>
              </a:spcBef>
              <a:buNone/>
              <a:defRPr/>
            </a:lvl3pPr>
            <a:lvl4pPr marL="685800" indent="0">
              <a:spcBef>
                <a:spcPts val="600"/>
              </a:spcBef>
              <a:buNone/>
              <a:defRPr/>
            </a:lvl4pPr>
            <a:lvl5pPr marL="914400" indent="0">
              <a:spcBef>
                <a:spcPts val="60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413967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51713" y="1091681"/>
            <a:ext cx="6070384" cy="5579239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783771"/>
            <a:ext cx="6102359" cy="588714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19BA5A-145D-ADF7-F0CD-A36CBD8A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2413967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3048" y="0"/>
            <a:ext cx="12188952" cy="6393521"/>
            <a:chOff x="3048" y="2130458"/>
            <a:chExt cx="12188952" cy="426306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639352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62301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2130458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7913BC78-ABD6-4ED9-8098-B1A0FDEE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8208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4DD383E-99EB-41EB-8DDC-370DF6D2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8208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08A35DA-6FD6-4BD6-BD47-F619FFE1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650" y="605821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93763D-EF7A-5004-F4C9-57D952210C19}"/>
              </a:ext>
            </a:extLst>
          </p:cNvPr>
          <p:cNvGrpSpPr/>
          <p:nvPr userDrawn="1"/>
        </p:nvGrpSpPr>
        <p:grpSpPr>
          <a:xfrm>
            <a:off x="839524" y="-4"/>
            <a:ext cx="10524928" cy="6858004"/>
            <a:chOff x="839524" y="-4"/>
            <a:chExt cx="10524928" cy="685800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773888A-2876-3502-A562-1364954F461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360448" y="3429426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0F94D3-584D-13EA-10BE-803EFCCD24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589048" y="342856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6880C75-7BC8-5FC8-75D8-08E7DE1EA8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35880" y="3429429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C01D38-A140-0645-A94B-49371E97C7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07280" y="3428571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1357884"/>
            <a:ext cx="8266176" cy="4142232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8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4998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44241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6790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073" y="206790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6" y="347472"/>
            <a:ext cx="11009322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1707502"/>
            <a:ext cx="11009322" cy="4236098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87054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2784670"/>
            <a:ext cx="8430639" cy="2281852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Admin &amp; Chap 1: What is ID?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4" r:id="rId49"/>
    <p:sldLayoutId id="2147483825" r:id="rId50"/>
    <p:sldLayoutId id="2147483826" r:id="rId51"/>
    <p:sldLayoutId id="2147483827" r:id="rId52"/>
    <p:sldLayoutId id="2147483828" r:id="rId53"/>
    <p:sldLayoutId id="2147483829" r:id="rId54"/>
    <p:sldLayoutId id="2147483830" r:id="rId55"/>
    <p:sldLayoutId id="2147483831" r:id="rId56"/>
    <p:sldLayoutId id="2147483832" r:id="rId57"/>
    <p:sldLayoutId id="2147483833" r:id="rId58"/>
    <p:sldLayoutId id="2147483834" r:id="rId59"/>
    <p:sldLayoutId id="2147483835" r:id="rId60"/>
    <p:sldLayoutId id="2147483836" r:id="rId61"/>
    <p:sldLayoutId id="2147483837" r:id="rId62"/>
    <p:sldLayoutId id="2147483838" r:id="rId63"/>
  </p:sldLayoutIdLst>
  <p:hf hdr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lor-blindness.com/coblis-color-blindness-simulator/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01%20-%20Test%20Your%20Brain%20Perception%20-%20Different%20shade%20of%20gray_.mp4" TargetMode="Externa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xdf.org/literature/article/bad-design-vs-good-design" TargetMode="Externa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adfanatic.com/2009/08/solidworks-usability-testing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6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/>
          <a:lstStyle/>
          <a:p>
            <a:r>
              <a:rPr lang="en-US" sz="6000" dirty="0"/>
              <a:t>User-Interface Design</a:t>
            </a:r>
            <a:br>
              <a:rPr lang="en-US" sz="6000" dirty="0"/>
            </a:br>
            <a:r>
              <a:rPr lang="en-US" sz="6000" dirty="0"/>
              <a:t>WUIV302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3" y="3685880"/>
            <a:ext cx="2569286" cy="539880"/>
          </a:xfrm>
        </p:spPr>
        <p:txBody>
          <a:bodyPr/>
          <a:lstStyle/>
          <a:p>
            <a:r>
              <a:rPr lang="en-US" dirty="0"/>
              <a:t>Lynette Barnard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D3531-49C6-C8D3-3030-A7A1324B55C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82583" y="5432520"/>
            <a:ext cx="1645920" cy="576072"/>
          </a:xfrm>
        </p:spPr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2B99809D-15B7-4076-2D5F-D4BF68A2D1E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screen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3" y="4583112"/>
            <a:ext cx="3049587" cy="2274888"/>
          </a:xfrm>
        </p:spPr>
      </p:pic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0564-F972-E203-EE35-C950B9CF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0FEB2CF-438C-9F4C-380C-DC90E74CD1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4097" y="-1"/>
            <a:ext cx="8127902" cy="6857991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3658-2FC7-ACE2-A789-1E19C74F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>
            <a:normAutofit/>
          </a:bodyPr>
          <a:lstStyle/>
          <a:p>
            <a:r>
              <a:rPr lang="en-US" sz="2800" dirty="0"/>
              <a:t>Admin</a:t>
            </a:r>
          </a:p>
          <a:p>
            <a:r>
              <a:rPr lang="en-US" sz="2800" dirty="0"/>
              <a:t>Overview: What is Interaction Design?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1C8A-6F93-18A9-5211-0C7E81FE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E8B7-254D-B70E-E975-4EE0D9D8A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Admin &amp; Chap 1: What is ID?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2CD0F-84AD-0349-C3BD-68C01F28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97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1914-BBFF-7BEB-F661-B686E5B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F2383-FD83-D36D-50C0-8AE93BEF42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84404" y="2204976"/>
            <a:ext cx="6742010" cy="3068905"/>
          </a:xfrm>
        </p:spPr>
        <p:txBody>
          <a:bodyPr anchor="ctr" anchorCtr="0">
            <a:normAutofit lnSpcReduction="10000"/>
          </a:bodyPr>
          <a:lstStyle/>
          <a:p>
            <a:pPr algn="l"/>
            <a:r>
              <a:rPr lang="en-US" sz="2400" dirty="0"/>
              <a:t>Welcome to WUIV302</a:t>
            </a:r>
          </a:p>
          <a:p>
            <a:pPr algn="l"/>
            <a:r>
              <a:rPr lang="en-US" sz="2400" dirty="0"/>
              <a:t>Sessions </a:t>
            </a:r>
          </a:p>
          <a:p>
            <a:pPr lvl="1">
              <a:lnSpc>
                <a:spcPct val="130000"/>
              </a:lnSpc>
            </a:pPr>
            <a:r>
              <a:rPr lang="en-US" sz="2200" dirty="0"/>
              <a:t>Thu 07:45 – 08:55, Lab 4</a:t>
            </a:r>
          </a:p>
          <a:p>
            <a:pPr lvl="1" algn="l"/>
            <a:r>
              <a:rPr lang="en-US" sz="2200" dirty="0"/>
              <a:t>Thu 13:05 – 14:15, Lab 4</a:t>
            </a:r>
          </a:p>
          <a:p>
            <a:pPr algn="l"/>
            <a:r>
              <a:rPr lang="en-US" sz="2400" dirty="0"/>
              <a:t>Official class list – check detail &amp; sign (ONE copy)</a:t>
            </a:r>
          </a:p>
          <a:p>
            <a:pPr lvl="1" algn="l"/>
            <a:r>
              <a:rPr lang="en-US" sz="2200" dirty="0"/>
              <a:t>Not registered? Add to the bottom of the list</a:t>
            </a:r>
          </a:p>
        </p:txBody>
      </p:sp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9820F04A-D5F8-38C8-B5B9-4886932508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0768" y="2920850"/>
            <a:ext cx="3409255" cy="2353031"/>
          </a:xfrm>
          <a:noFill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18D76-317B-B924-3E91-04A1BB6C483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C4C26-1F5B-F515-8E69-5033A61957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33174" y="6083874"/>
            <a:ext cx="2805405" cy="365125"/>
          </a:xfrm>
        </p:spPr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F706B-2A33-39F1-C026-EDB1AF98C6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88815" y="608387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2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BAA5-766D-1137-2322-D43CFA46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admin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3F3D-3B1B-5583-5171-F230CC1994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39F66-1B1C-D0E9-6776-A19082108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C917D-F447-1DB6-76BB-4E2C1D1CD0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0A9F-295A-18BD-D5CB-467C822295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400" dirty="0"/>
              <a:t>House rules</a:t>
            </a:r>
          </a:p>
          <a:p>
            <a:pPr algn="l">
              <a:spcBef>
                <a:spcPts val="600"/>
              </a:spcBef>
            </a:pPr>
            <a:r>
              <a:rPr lang="en-US" sz="2400" dirty="0"/>
              <a:t>	Respect (punctual, participate, share, listen)</a:t>
            </a:r>
          </a:p>
          <a:p>
            <a:pPr algn="l">
              <a:spcBef>
                <a:spcPts val="600"/>
              </a:spcBef>
            </a:pPr>
            <a:r>
              <a:rPr lang="en-US" sz="2400" dirty="0"/>
              <a:t>	</a:t>
            </a:r>
            <a:r>
              <a:rPr lang="en-US" sz="2400" i="1" dirty="0"/>
              <a:t>Play by the rules</a:t>
            </a:r>
            <a:endParaRPr lang="en-US" sz="2400" dirty="0"/>
          </a:p>
          <a:p>
            <a:pPr algn="l">
              <a:spcBef>
                <a:spcPts val="600"/>
              </a:spcBef>
            </a:pPr>
            <a:r>
              <a:rPr lang="en-US" sz="2400" dirty="0"/>
              <a:t>Submissions – shared responsibility</a:t>
            </a:r>
          </a:p>
          <a:p>
            <a:pPr algn="l">
              <a:spcBef>
                <a:spcPts val="600"/>
              </a:spcBef>
            </a:pPr>
            <a:r>
              <a:rPr lang="en-US" sz="2400" dirty="0"/>
              <a:t>	Submission &amp; feedback</a:t>
            </a:r>
          </a:p>
          <a:p>
            <a:pPr algn="l">
              <a:spcBef>
                <a:spcPts val="600"/>
              </a:spcBef>
            </a:pPr>
            <a:r>
              <a:rPr lang="en-US" sz="2400" dirty="0"/>
              <a:t>Willing to help those that help themselves</a:t>
            </a:r>
          </a:p>
          <a:p>
            <a:pPr algn="l">
              <a:spcBef>
                <a:spcPts val="600"/>
              </a:spcBef>
            </a:pPr>
            <a:r>
              <a:rPr lang="en-US" sz="2400" dirty="0"/>
              <a:t>Anything from your side?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6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981A-627A-C165-8169-A3439C30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3364"/>
            <a:ext cx="10653578" cy="1132258"/>
          </a:xfrm>
        </p:spPr>
        <p:txBody>
          <a:bodyPr>
            <a:normAutofit/>
          </a:bodyPr>
          <a:lstStyle/>
          <a:p>
            <a:r>
              <a:rPr lang="en-US" dirty="0"/>
              <a:t>Module material on </a:t>
            </a:r>
            <a:r>
              <a:rPr lang="en-US" dirty="0" err="1"/>
              <a:t>Funda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EB5C0FB-3B3D-4154-B558-076D322E0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0" y="1622353"/>
            <a:ext cx="4417067" cy="3613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E8378-3110-4561-4B5F-C10B63AD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897AE-A16B-EE08-7F8E-644E1BADE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E1E85-1D8D-2AA5-9EC0-4563F35A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DA6B17-9D15-40B6-82FD-18D360359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941" y="1260254"/>
            <a:ext cx="5241340" cy="5574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07AF5E-FDCE-4B52-B969-21486601D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925" y="1622353"/>
            <a:ext cx="2295845" cy="1943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169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981A-627A-C165-8169-A3439C30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842201" cy="688157"/>
          </a:xfrm>
        </p:spPr>
        <p:txBody>
          <a:bodyPr>
            <a:normAutofit/>
          </a:bodyPr>
          <a:lstStyle/>
          <a:p>
            <a:r>
              <a:rPr lang="en-US" dirty="0"/>
              <a:t>Module material on </a:t>
            </a:r>
            <a:r>
              <a:rPr lang="en-US" dirty="0" err="1"/>
              <a:t>Funda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2963-B557-E349-9E7D-14C35A0F07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0" y="2658359"/>
            <a:ext cx="6977747" cy="355956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Module Guide</a:t>
            </a:r>
          </a:p>
          <a:p>
            <a:pPr lvl="1"/>
            <a:r>
              <a:rPr lang="en-ZA" sz="2800" dirty="0"/>
              <a:t>Continuous assessment</a:t>
            </a:r>
          </a:p>
          <a:p>
            <a:pPr lvl="1"/>
            <a:r>
              <a:rPr lang="en-ZA" sz="2600" dirty="0"/>
              <a:t>Multiple assessments / various improvement opportunities</a:t>
            </a:r>
          </a:p>
          <a:p>
            <a:pPr lvl="2"/>
            <a:r>
              <a:rPr lang="en-ZA" sz="2600" b="1" dirty="0">
                <a:solidFill>
                  <a:srgbClr val="C00000"/>
                </a:solidFill>
              </a:rPr>
              <a:t>No</a:t>
            </a:r>
            <a:r>
              <a:rPr lang="en-ZA" sz="2600" dirty="0"/>
              <a:t> exam</a:t>
            </a:r>
          </a:p>
          <a:p>
            <a:pPr lvl="2"/>
            <a:r>
              <a:rPr lang="en-ZA" sz="2600" b="1" dirty="0">
                <a:solidFill>
                  <a:srgbClr val="C00000"/>
                </a:solidFill>
              </a:rPr>
              <a:t>No</a:t>
            </a:r>
            <a:r>
              <a:rPr lang="en-ZA" sz="2600" dirty="0"/>
              <a:t> re-assessment</a:t>
            </a:r>
          </a:p>
          <a:p>
            <a:pPr lvl="2"/>
            <a:r>
              <a:rPr lang="en-ZA" sz="2600" b="1" dirty="0">
                <a:solidFill>
                  <a:srgbClr val="C00000"/>
                </a:solidFill>
              </a:rPr>
              <a:t>No</a:t>
            </a:r>
            <a:r>
              <a:rPr lang="en-ZA" sz="2600" dirty="0"/>
              <a:t> LO</a:t>
            </a:r>
          </a:p>
          <a:p>
            <a:pPr marL="0" lvl="1"/>
            <a:r>
              <a:rPr lang="en-ZA" sz="2600" dirty="0"/>
              <a:t>Assignment &amp; Portfolio Guide</a:t>
            </a:r>
            <a:endParaRPr lang="en-ZA" sz="28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B4F9039-9775-A9CB-E697-D11F8C12CF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1385739"/>
            <a:ext cx="4059936" cy="5472261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E8378-3110-4561-4B5F-C10B63AD26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897AE-A16B-EE08-7F8E-644E1BADE1C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E1E85-1D8D-2AA5-9EC0-4563F35A394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77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16735-B98B-C1B5-86C2-4F05BB76B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0972" y="865970"/>
            <a:ext cx="6039983" cy="1000537"/>
          </a:xfrm>
        </p:spPr>
        <p:txBody>
          <a:bodyPr/>
          <a:lstStyle/>
          <a:p>
            <a:r>
              <a:rPr lang="en-US" dirty="0"/>
              <a:t>Going digital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DA2A554-EB23-2550-D68E-4D691D0F6D1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097" y="1677971"/>
            <a:ext cx="3791672" cy="37072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8D431D-7948-C7B6-B4DD-55AB35788AB0}"/>
              </a:ext>
            </a:extLst>
          </p:cNvPr>
          <p:cNvSpPr txBox="1">
            <a:spLocks/>
          </p:cNvSpPr>
          <p:nvPr/>
        </p:nvSpPr>
        <p:spPr>
          <a:xfrm>
            <a:off x="5180972" y="2988297"/>
            <a:ext cx="6977747" cy="26263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Digital / electronic / interactive product use</a:t>
            </a:r>
            <a:endParaRPr lang="en-ZA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31C9E-D76F-858E-60E4-B69AC4CEEBC7}"/>
              </a:ext>
            </a:extLst>
          </p:cNvPr>
          <p:cNvSpPr txBox="1"/>
          <p:nvPr/>
        </p:nvSpPr>
        <p:spPr>
          <a:xfrm>
            <a:off x="2406194" y="5285191"/>
            <a:ext cx="16305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Image by </a:t>
            </a:r>
            <a:r>
              <a:rPr lang="en-US" sz="700" dirty="0" err="1"/>
              <a:t>wayhomestudio</a:t>
            </a:r>
            <a:r>
              <a:rPr lang="en-US" sz="700" dirty="0"/>
              <a:t> on Magnific</a:t>
            </a:r>
            <a:endParaRPr lang="en-ZA" sz="700" dirty="0"/>
          </a:p>
        </p:txBody>
      </p:sp>
    </p:spTree>
    <p:extLst>
      <p:ext uri="{BB962C8B-B14F-4D97-AF65-F5344CB8AC3E}">
        <p14:creationId xmlns:p14="http://schemas.microsoft.com/office/powerpoint/2010/main" val="2715643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C79B6F-0276-10AB-D7A7-15D08716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C732E-1EA7-84CD-71BD-8D57A1F95D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9496" y="115478"/>
            <a:ext cx="9841583" cy="5945957"/>
          </a:xfrm>
        </p:spPr>
        <p:txBody>
          <a:bodyPr/>
          <a:lstStyle/>
          <a:p>
            <a:r>
              <a:rPr lang="en-US" dirty="0"/>
              <a:t>Key issues in interaction design (ID)</a:t>
            </a:r>
          </a:p>
          <a:p>
            <a:endParaRPr lang="en-ZA" sz="1200" dirty="0"/>
          </a:p>
          <a:p>
            <a:r>
              <a:rPr lang="en-ZA" sz="2400" dirty="0"/>
              <a:t>Need to develop </a:t>
            </a:r>
            <a:r>
              <a:rPr lang="en-ZA" sz="2400" i="1" dirty="0"/>
              <a:t>usable </a:t>
            </a:r>
            <a:r>
              <a:rPr lang="en-ZA" sz="2400" dirty="0"/>
              <a:t>interactive products</a:t>
            </a:r>
          </a:p>
          <a:p>
            <a:r>
              <a:rPr lang="en-ZA" sz="2400" dirty="0"/>
              <a:t>Two key questions</a:t>
            </a:r>
          </a:p>
          <a:p>
            <a:pPr lvl="1"/>
            <a:r>
              <a:rPr lang="en-ZA" sz="2400" dirty="0"/>
              <a:t>1. How do you optimise a person’s interaction with something (system / environment / product) so that it supports the person’s activities in an effective, useful, usable, pleasurable way?</a:t>
            </a:r>
          </a:p>
          <a:p>
            <a:pPr lvl="1"/>
            <a:endParaRPr lang="en-ZA" sz="2400" dirty="0"/>
          </a:p>
          <a:p>
            <a:pPr lvl="1"/>
            <a:r>
              <a:rPr lang="en-ZA" sz="2400" dirty="0"/>
              <a:t>2. How safe and private is the data being collected?</a:t>
            </a:r>
          </a:p>
          <a:p>
            <a:pPr lvl="1"/>
            <a:endParaRPr lang="en-ZA" sz="2400" i="1" dirty="0"/>
          </a:p>
        </p:txBody>
      </p:sp>
    </p:spTree>
    <p:extLst>
      <p:ext uri="{BB962C8B-B14F-4D97-AF65-F5344CB8AC3E}">
        <p14:creationId xmlns:p14="http://schemas.microsoft.com/office/powerpoint/2010/main" val="427840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7AA822-D299-3897-D9F0-302400AA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i="1" dirty="0"/>
              <a:t>What</a:t>
            </a:r>
            <a:r>
              <a:rPr lang="en-ZA" dirty="0"/>
              <a:t> do we design?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B4AF55-0284-7A88-9901-F2E2902112F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ZA" dirty="0"/>
              <a:t>Need to develop </a:t>
            </a:r>
            <a:r>
              <a:rPr lang="en-ZA" i="1" dirty="0"/>
              <a:t>usable </a:t>
            </a:r>
            <a:r>
              <a:rPr lang="en-ZA" dirty="0"/>
              <a:t>interactive products</a:t>
            </a:r>
          </a:p>
          <a:p>
            <a:pPr lvl="1"/>
            <a:r>
              <a:rPr lang="en-ZA" dirty="0"/>
              <a:t>Easy to learn, effective to use, enjoyable, …</a:t>
            </a:r>
          </a:p>
          <a:p>
            <a:pPr lvl="1"/>
            <a:r>
              <a:rPr lang="en-ZA" dirty="0"/>
              <a:t>Create </a:t>
            </a:r>
            <a:r>
              <a:rPr lang="en-ZA" b="1" i="1" dirty="0">
                <a:solidFill>
                  <a:srgbClr val="7030A0"/>
                </a:solidFill>
              </a:rPr>
              <a:t>experiences</a:t>
            </a:r>
            <a:r>
              <a:rPr lang="en-ZA" dirty="0"/>
              <a:t> enhancing / supporting the way people work, communicate, interact</a:t>
            </a:r>
          </a:p>
          <a:p>
            <a:pPr lvl="2"/>
            <a:r>
              <a:rPr lang="en-ZA" dirty="0"/>
              <a:t>E.g., user interfaces, web sites, check-out points, consumer item interfaces, …</a:t>
            </a:r>
          </a:p>
          <a:p>
            <a:r>
              <a:rPr lang="en-ZA" dirty="0"/>
              <a:t>Before deciding on </a:t>
            </a:r>
            <a:r>
              <a:rPr lang="en-ZA" i="1" dirty="0"/>
              <a:t>what,</a:t>
            </a:r>
            <a:r>
              <a:rPr lang="en-ZA" dirty="0"/>
              <a:t> consider </a:t>
            </a:r>
            <a:r>
              <a:rPr lang="en-ZA" i="1" dirty="0"/>
              <a:t>who, how, when</a:t>
            </a:r>
            <a:r>
              <a:rPr lang="en-ZA" dirty="0"/>
              <a:t> and </a:t>
            </a:r>
            <a:r>
              <a:rPr lang="en-ZA" i="1" dirty="0"/>
              <a:t>where</a:t>
            </a:r>
            <a:endParaRPr lang="en-ZA" dirty="0"/>
          </a:p>
          <a:p>
            <a:r>
              <a:rPr lang="en-ZA" dirty="0"/>
              <a:t>Bottom line: understand the </a:t>
            </a:r>
            <a:r>
              <a:rPr lang="en-ZA" i="1" dirty="0"/>
              <a:t>people</a:t>
            </a:r>
            <a:r>
              <a:rPr lang="en-ZA" dirty="0"/>
              <a:t> that will be using your design</a:t>
            </a:r>
          </a:p>
          <a:p>
            <a:pPr lvl="1"/>
            <a:r>
              <a:rPr lang="en-ZA" dirty="0"/>
              <a:t>Their abilities, what they are good at, what they struggle with </a:t>
            </a:r>
          </a:p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25727-A0C7-00BE-158C-C17ABDB05C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0894" y="119971"/>
            <a:ext cx="3442954" cy="1538341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427525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6DFD8-BF23-A2FC-D082-EF10D7F4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D4AD-F6D8-C3C3-30B8-5970AA3F9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1E36B-33E1-D3DF-AE07-FDABB9AB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F1EC4-2752-05F4-87E8-8D1D87E4A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5036" y="705709"/>
            <a:ext cx="5893832" cy="5732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EE5D47-95AD-99FD-0F0C-E393814C5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53" y="705710"/>
            <a:ext cx="5917026" cy="573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3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239D8-FCC5-3595-363B-5223E2B1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657EC-18A8-29A8-C6EC-462ADC49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29377-AEB8-257A-727C-566721D5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5F43C-E79A-99B2-E1BB-606B7CDBD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4747" y="1582574"/>
            <a:ext cx="7342506" cy="3391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AA7A08-7FFE-9D18-4C9A-A3825470AF82}"/>
              </a:ext>
            </a:extLst>
          </p:cNvPr>
          <p:cNvSpPr txBox="1"/>
          <p:nvPr/>
        </p:nvSpPr>
        <p:spPr>
          <a:xfrm>
            <a:off x="1178350" y="5124597"/>
            <a:ext cx="103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https://blog.prototypr.io/going-colorblind-an-experiment-in-empathy-and-accessibility-98b7003737ca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AECBEA-78E9-AC21-A893-43D72F464550}"/>
              </a:ext>
            </a:extLst>
          </p:cNvPr>
          <p:cNvSpPr txBox="1"/>
          <p:nvPr/>
        </p:nvSpPr>
        <p:spPr>
          <a:xfrm>
            <a:off x="2268465" y="6004137"/>
            <a:ext cx="801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Simulator: </a:t>
            </a:r>
            <a:r>
              <a:rPr lang="en-ZA" dirty="0">
                <a:hlinkClick r:id="rId3"/>
              </a:rPr>
              <a:t>https://www.color-blindness.com/coblis-color-blindness-simulator/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521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B44F-5316-D14A-A160-DDFDF4D9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Perceptions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E50E7-786D-25A5-3838-A2182C74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87684-96F3-4BA2-8438-2A9B18D3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CAF3C-EEA2-874C-476D-24095780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218840-A279-73F7-EB7E-E25760617C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265" y="3074987"/>
            <a:ext cx="4251960" cy="2524125"/>
          </a:xfrm>
        </p:spPr>
        <p:txBody>
          <a:bodyPr/>
          <a:lstStyle/>
          <a:p>
            <a:r>
              <a:rPr lang="en-ZA" dirty="0"/>
              <a:t>Perception defined:</a:t>
            </a:r>
          </a:p>
          <a:p>
            <a:r>
              <a:rPr lang="en-US" i="1" dirty="0"/>
              <a:t>a belief or opinion, often held by many people and based on how things seem</a:t>
            </a:r>
          </a:p>
          <a:p>
            <a:pPr algn="r"/>
            <a:r>
              <a:rPr lang="en-US" dirty="0"/>
              <a:t>Cambridge Dictionary</a:t>
            </a:r>
            <a:endParaRPr lang="en-ZA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D0F8E63-AEB4-4C35-94E0-F808EBCCDA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775" y="2419350"/>
            <a:ext cx="6262688" cy="38354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 prst="softRound"/>
          </a:sp3d>
        </p:spPr>
      </p:pic>
    </p:spTree>
    <p:extLst>
      <p:ext uri="{BB962C8B-B14F-4D97-AF65-F5344CB8AC3E}">
        <p14:creationId xmlns:p14="http://schemas.microsoft.com/office/powerpoint/2010/main" val="37545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D8FA9-50DD-6E7D-37DE-B5498682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D1F7E-AE51-2E08-D6AC-1D0A423A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82A91-7912-CEF9-2E52-1535174E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 descr="A black silhouette of a person&#10;&#10;Description automatically generated">
            <a:extLst>
              <a:ext uri="{FF2B5EF4-FFF2-40B4-BE49-F238E27FC236}">
                <a16:creationId xmlns:a16="http://schemas.microsoft.com/office/drawing/2014/main" id="{00EF31A1-E0A1-1B94-C43E-EE52DA4C76C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9898" y="1187977"/>
            <a:ext cx="3161176" cy="5140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ECA767-186B-62B7-AFD8-92B01E3285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82931" y="1889701"/>
            <a:ext cx="5149322" cy="307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5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6478-84A4-49F3-921F-714A49F7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87FDB6-9816-83B0-9011-DF93C91DD7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4400" dirty="0">
                <a:hlinkClick r:id="rId2" action="ppaction://hlinkfile"/>
              </a:rPr>
              <a:t>Testing the Brain and shades of grey</a:t>
            </a:r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BC6F1-2776-7461-ED92-4DD491FC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 July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556B4-38C7-D882-F517-8522D158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22D8F-A4F1-EDEC-DD84-7D4A7707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8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7E8B-1E64-2422-0149-370A2ABD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User Experience (UX) and 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A1E5-5818-CEE7-7567-5FF1C8370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to be clear about primary objective of developing interactive product</a:t>
            </a:r>
          </a:p>
          <a:p>
            <a:pPr lvl="1"/>
            <a:r>
              <a:rPr lang="en-US" dirty="0"/>
              <a:t>Objectives often classified into usability goals and UX</a:t>
            </a:r>
          </a:p>
          <a:p>
            <a:r>
              <a:rPr lang="en-US" dirty="0">
                <a:solidFill>
                  <a:srgbClr val="7030A0"/>
                </a:solidFill>
              </a:rPr>
              <a:t>Usability goals</a:t>
            </a:r>
            <a:r>
              <a:rPr lang="en-US" dirty="0"/>
              <a:t> traditionally about meeting </a:t>
            </a:r>
            <a:r>
              <a:rPr lang="en-US" dirty="0">
                <a:solidFill>
                  <a:srgbClr val="7030A0"/>
                </a:solidFill>
              </a:rPr>
              <a:t>usability criteria</a:t>
            </a:r>
          </a:p>
          <a:p>
            <a:r>
              <a:rPr lang="en-US" dirty="0">
                <a:solidFill>
                  <a:srgbClr val="00B0F0"/>
                </a:solidFill>
              </a:rPr>
              <a:t>UX</a:t>
            </a:r>
            <a:r>
              <a:rPr lang="en-US" dirty="0"/>
              <a:t> concerned with clarifying nature of </a:t>
            </a:r>
            <a:r>
              <a:rPr lang="en-US" dirty="0">
                <a:solidFill>
                  <a:srgbClr val="00B0F0"/>
                </a:solidFill>
              </a:rPr>
              <a:t>experience of the user</a:t>
            </a:r>
          </a:p>
          <a:p>
            <a:pPr lvl="1"/>
            <a:r>
              <a:rPr lang="en-US" dirty="0"/>
              <a:t>Thus UX - how a user (person) experiences a product in the real world</a:t>
            </a:r>
          </a:p>
          <a:p>
            <a:r>
              <a:rPr lang="en-ZA" dirty="0"/>
              <a:t>Good vs Bad design examples</a:t>
            </a:r>
          </a:p>
          <a:p>
            <a:r>
              <a:rPr lang="en-ZA" dirty="0"/>
              <a:t>	See </a:t>
            </a:r>
            <a:r>
              <a:rPr lang="en-US" dirty="0">
                <a:hlinkClick r:id="rId2"/>
              </a:rPr>
              <a:t>Bad Design vs. Good Design: 5 Examples We Can Learn From | </a:t>
            </a:r>
            <a:r>
              <a:rPr lang="en-US" dirty="0" err="1">
                <a:hlinkClick r:id="rId2"/>
              </a:rPr>
              <a:t>IxDF</a:t>
            </a:r>
            <a:r>
              <a:rPr lang="en-Z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D64D1-041C-AB0C-6E9F-7D009FC5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68AFE-816B-ED23-F66F-AD6B6D24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10578-E97F-1482-EFDB-276A3F49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39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7C2F-D7B1-753A-90B4-8AFB9855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Seven usability goals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AFD9C-E598-790D-6B97-303D052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FF252-9C5A-4C87-39A9-0D69EC85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C75CE-4CEB-4D1A-4506-C3E307D4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EEA7EE8-6585-3C63-38A2-35A0E955A9C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190239076"/>
              </p:ext>
            </p:extLst>
          </p:nvPr>
        </p:nvGraphicFramePr>
        <p:xfrm>
          <a:off x="5156680" y="341885"/>
          <a:ext cx="65611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Content Placeholder 8" descr="A cartoon of a person looking at a computer screen&#10;&#10;Description automatically generated">
            <a:extLst>
              <a:ext uri="{FF2B5EF4-FFF2-40B4-BE49-F238E27FC236}">
                <a16:creationId xmlns:a16="http://schemas.microsoft.com/office/drawing/2014/main" id="{79476EEA-085F-8592-B56D-E73B7816CC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53585" y="2890886"/>
            <a:ext cx="3379787" cy="222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43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948913-CB97-27A2-2C37-7DAD9DDB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815BB-6648-E263-8C24-42D1FCA9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997DB-839A-2EBD-71A0-ECD9829D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37DD2-7668-B437-FCC4-DBEE2261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25C56A-DA7A-18FD-9EA8-3DC5A509C27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644" y="1951405"/>
            <a:ext cx="10979849" cy="3886001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FA4FA8-A727-1223-49A2-4BD2C25636B1}"/>
              </a:ext>
            </a:extLst>
          </p:cNvPr>
          <p:cNvSpPr txBox="1">
            <a:spLocks/>
          </p:cNvSpPr>
          <p:nvPr/>
        </p:nvSpPr>
        <p:spPr>
          <a:xfrm>
            <a:off x="2402543" y="202859"/>
            <a:ext cx="8229600" cy="1512673"/>
          </a:xfrm>
          <a:prstGeom prst="rect">
            <a:avLst/>
          </a:prstGeom>
        </p:spPr>
        <p:txBody>
          <a:bodyPr vert="horz" lIns="91416" tIns="45708" rIns="91416" bIns="45708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2000" dirty="0"/>
              <a:t>Consider </a:t>
            </a:r>
            <a:r>
              <a:rPr lang="en-ZA" sz="2000" i="1" dirty="0">
                <a:solidFill>
                  <a:srgbClr val="C00000"/>
                </a:solidFill>
              </a:rPr>
              <a:t>emotions</a:t>
            </a:r>
            <a:r>
              <a:rPr lang="en-ZA" sz="2000" dirty="0"/>
              <a:t> and </a:t>
            </a:r>
            <a:r>
              <a:rPr lang="en-ZA" sz="2000" i="1" dirty="0">
                <a:solidFill>
                  <a:srgbClr val="C00000"/>
                </a:solidFill>
              </a:rPr>
              <a:t>felt experiences</a:t>
            </a:r>
          </a:p>
          <a:p>
            <a:r>
              <a:rPr lang="en-ZA" sz="2000" dirty="0"/>
              <a:t>Often </a:t>
            </a:r>
            <a:r>
              <a:rPr lang="en-ZA" sz="2000" i="1" dirty="0">
                <a:solidFill>
                  <a:srgbClr val="C00000"/>
                </a:solidFill>
              </a:rPr>
              <a:t>subjective</a:t>
            </a:r>
            <a:r>
              <a:rPr lang="en-ZA" sz="2000" dirty="0"/>
              <a:t> qualities – related to specific user / person</a:t>
            </a:r>
          </a:p>
          <a:p>
            <a:pPr lvl="1"/>
            <a:r>
              <a:rPr lang="en-ZA" dirty="0"/>
              <a:t>How product is experienced from </a:t>
            </a:r>
            <a:r>
              <a:rPr lang="en-ZA" i="1" dirty="0"/>
              <a:t>user / person </a:t>
            </a:r>
            <a:r>
              <a:rPr lang="en-ZA" dirty="0"/>
              <a:t>perspective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1265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80AC-3D87-72C0-25D5-2DAEB28A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0" y="69351"/>
            <a:ext cx="4208734" cy="660660"/>
          </a:xfrm>
        </p:spPr>
        <p:txBody>
          <a:bodyPr/>
          <a:lstStyle/>
          <a:p>
            <a:r>
              <a:rPr lang="en-ZA" dirty="0"/>
              <a:t>Design principles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B3DAD-74FD-3D96-0C83-2589719A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88ABF-C919-DD39-51D4-3267B076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EECE-5FDB-CCB2-6DC1-815E23AD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5F47E9-3A9D-4AC2-B15A-1BC924F5765C}"/>
              </a:ext>
            </a:extLst>
          </p:cNvPr>
          <p:cNvGrpSpPr/>
          <p:nvPr/>
        </p:nvGrpSpPr>
        <p:grpSpPr>
          <a:xfrm>
            <a:off x="106962" y="1137044"/>
            <a:ext cx="3124201" cy="1948917"/>
            <a:chOff x="106962" y="1137044"/>
            <a:chExt cx="3124201" cy="194891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799E40D-75C5-0CF6-0C21-21EEF44EEC28}"/>
                </a:ext>
              </a:extLst>
            </p:cNvPr>
            <p:cNvGrpSpPr/>
            <p:nvPr/>
          </p:nvGrpSpPr>
          <p:grpSpPr>
            <a:xfrm>
              <a:off x="106962" y="1485130"/>
              <a:ext cx="3124201" cy="1600831"/>
              <a:chOff x="3782042" y="1786304"/>
              <a:chExt cx="3227505" cy="160083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7334496-7970-BFA7-5250-FD88BA8045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198807" y="1828800"/>
                <a:ext cx="2810740" cy="155833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0B02F3-9218-316A-2958-6E8F2916D096}"/>
                  </a:ext>
                </a:extLst>
              </p:cNvPr>
              <p:cNvSpPr txBox="1"/>
              <p:nvPr/>
            </p:nvSpPr>
            <p:spPr>
              <a:xfrm>
                <a:off x="3782042" y="1786304"/>
                <a:ext cx="4995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/>
                  <a:t>1.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3429956-52E8-44B9-8AB3-6B005428FB53}"/>
                </a:ext>
              </a:extLst>
            </p:cNvPr>
            <p:cNvSpPr txBox="1"/>
            <p:nvPr/>
          </p:nvSpPr>
          <p:spPr>
            <a:xfrm>
              <a:off x="392948" y="1137044"/>
              <a:ext cx="12362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400" dirty="0"/>
                <a:t>Visibility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EBAAB2-A4C4-41C0-B4C3-4BC2D3F356DE}"/>
              </a:ext>
            </a:extLst>
          </p:cNvPr>
          <p:cNvGrpSpPr/>
          <p:nvPr/>
        </p:nvGrpSpPr>
        <p:grpSpPr>
          <a:xfrm>
            <a:off x="106962" y="3502979"/>
            <a:ext cx="1922753" cy="1756312"/>
            <a:chOff x="106962" y="3502979"/>
            <a:chExt cx="1922753" cy="175631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2475CB-045A-4BDD-7012-9335F240CDF1}"/>
                </a:ext>
              </a:extLst>
            </p:cNvPr>
            <p:cNvGrpSpPr/>
            <p:nvPr/>
          </p:nvGrpSpPr>
          <p:grpSpPr>
            <a:xfrm>
              <a:off x="106962" y="3841607"/>
              <a:ext cx="1922753" cy="1417684"/>
              <a:chOff x="7214313" y="1735482"/>
              <a:chExt cx="1779722" cy="141768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06D1C0B-EA9D-9E98-4DA8-2D3D503012B4}"/>
                  </a:ext>
                </a:extLst>
              </p:cNvPr>
              <p:cNvPicPr/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7566969" y="1791289"/>
                <a:ext cx="1427066" cy="1361877"/>
              </a:xfrm>
              <a:prstGeom prst="rect">
                <a:avLst/>
              </a:prstGeom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849AB6-875A-1355-1643-A3843F5F0D88}"/>
                  </a:ext>
                </a:extLst>
              </p:cNvPr>
              <p:cNvSpPr txBox="1"/>
              <p:nvPr/>
            </p:nvSpPr>
            <p:spPr>
              <a:xfrm>
                <a:off x="7214313" y="1735482"/>
                <a:ext cx="482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/>
                  <a:t>2.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F6F08D8-230C-4CBB-9833-EE5842404C0D}"/>
                </a:ext>
              </a:extLst>
            </p:cNvPr>
            <p:cNvSpPr txBox="1"/>
            <p:nvPr/>
          </p:nvSpPr>
          <p:spPr>
            <a:xfrm>
              <a:off x="390816" y="3502979"/>
              <a:ext cx="13696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400" dirty="0"/>
                <a:t>Feedback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D5D6CC-732B-431D-BD56-7DAE46129C98}"/>
              </a:ext>
            </a:extLst>
          </p:cNvPr>
          <p:cNvGrpSpPr/>
          <p:nvPr/>
        </p:nvGrpSpPr>
        <p:grpSpPr>
          <a:xfrm>
            <a:off x="6164890" y="78809"/>
            <a:ext cx="6054787" cy="1579171"/>
            <a:chOff x="6164890" y="78809"/>
            <a:chExt cx="6054787" cy="157917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DD71E3-EE35-8070-9CC7-9CAF1318FB50}"/>
                </a:ext>
              </a:extLst>
            </p:cNvPr>
            <p:cNvGrpSpPr/>
            <p:nvPr/>
          </p:nvGrpSpPr>
          <p:grpSpPr>
            <a:xfrm>
              <a:off x="6164890" y="341788"/>
              <a:ext cx="6054787" cy="1316192"/>
              <a:chOff x="4395569" y="3292190"/>
              <a:chExt cx="6054787" cy="1316192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252F830-7DB2-FB10-F26D-61F6AA5E06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745275" y="3403553"/>
                <a:ext cx="5705081" cy="1204829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42F156-A8B4-635E-1813-BE274D8AE9AC}"/>
                  </a:ext>
                </a:extLst>
              </p:cNvPr>
              <p:cNvSpPr txBox="1"/>
              <p:nvPr/>
            </p:nvSpPr>
            <p:spPr>
              <a:xfrm>
                <a:off x="4395569" y="3292190"/>
                <a:ext cx="4796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/>
                  <a:t>3.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77B99A-D2DC-4107-B65E-C145A486B760}"/>
                </a:ext>
              </a:extLst>
            </p:cNvPr>
            <p:cNvSpPr txBox="1"/>
            <p:nvPr/>
          </p:nvSpPr>
          <p:spPr>
            <a:xfrm>
              <a:off x="6404702" y="78809"/>
              <a:ext cx="15922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400" dirty="0"/>
                <a:t>Constraints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B7B0974-1308-4F34-BCA5-74860BC55920}"/>
              </a:ext>
            </a:extLst>
          </p:cNvPr>
          <p:cNvGrpSpPr/>
          <p:nvPr/>
        </p:nvGrpSpPr>
        <p:grpSpPr>
          <a:xfrm>
            <a:off x="4006007" y="1273191"/>
            <a:ext cx="1712190" cy="4311618"/>
            <a:chOff x="4171390" y="2790541"/>
            <a:chExt cx="1712190" cy="431161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75658E9-3D01-4972-CB4E-C375BF23A6DB}"/>
                </a:ext>
              </a:extLst>
            </p:cNvPr>
            <p:cNvGrpSpPr/>
            <p:nvPr/>
          </p:nvGrpSpPr>
          <p:grpSpPr>
            <a:xfrm>
              <a:off x="4171390" y="2790541"/>
              <a:ext cx="1409235" cy="3851878"/>
              <a:chOff x="9984144" y="111274"/>
              <a:chExt cx="1409235" cy="38518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60BE575-EAC0-90BE-DA58-D680D21DC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362895" y="111274"/>
                <a:ext cx="1030484" cy="3851878"/>
              </a:xfrm>
              <a:prstGeom prst="rect">
                <a:avLst/>
              </a:prstGeom>
            </p:spPr>
          </p:pic>
          <p:sp>
            <p:nvSpPr>
              <p:cNvPr id="18" name="Rounded Rectangle 19">
                <a:extLst>
                  <a:ext uri="{FF2B5EF4-FFF2-40B4-BE49-F238E27FC236}">
                    <a16:creationId xmlns:a16="http://schemas.microsoft.com/office/drawing/2014/main" id="{77AFE845-4378-8836-B940-B4E68E33EEE9}"/>
                  </a:ext>
                </a:extLst>
              </p:cNvPr>
              <p:cNvSpPr/>
              <p:nvPr/>
            </p:nvSpPr>
            <p:spPr>
              <a:xfrm>
                <a:off x="10335438" y="3100365"/>
                <a:ext cx="1057941" cy="557702"/>
              </a:xfrm>
              <a:prstGeom prst="round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18E9F0-35CE-188F-C6D5-5C3AEF01EE9C}"/>
                  </a:ext>
                </a:extLst>
              </p:cNvPr>
              <p:cNvSpPr txBox="1"/>
              <p:nvPr/>
            </p:nvSpPr>
            <p:spPr>
              <a:xfrm>
                <a:off x="9984144" y="2797205"/>
                <a:ext cx="4861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/>
                  <a:t>4.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E7831D-C8FC-4540-AEBE-AB2CA14B402C}"/>
                </a:ext>
              </a:extLst>
            </p:cNvPr>
            <p:cNvSpPr txBox="1"/>
            <p:nvPr/>
          </p:nvSpPr>
          <p:spPr>
            <a:xfrm>
              <a:off x="4219727" y="6640494"/>
              <a:ext cx="1663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400" dirty="0"/>
                <a:t>Consistency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D7CC650-AFB0-4B47-BA19-E4DE96EFD476}"/>
              </a:ext>
            </a:extLst>
          </p:cNvPr>
          <p:cNvGrpSpPr/>
          <p:nvPr/>
        </p:nvGrpSpPr>
        <p:grpSpPr>
          <a:xfrm>
            <a:off x="6164890" y="1715962"/>
            <a:ext cx="6019440" cy="5098165"/>
            <a:chOff x="6164890" y="1715962"/>
            <a:chExt cx="6019440" cy="509816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CA37C9-6300-6545-FA89-97D42C254268}"/>
                </a:ext>
              </a:extLst>
            </p:cNvPr>
            <p:cNvGrpSpPr/>
            <p:nvPr/>
          </p:nvGrpSpPr>
          <p:grpSpPr>
            <a:xfrm>
              <a:off x="6164890" y="2093709"/>
              <a:ext cx="6019440" cy="4720418"/>
              <a:chOff x="4468725" y="3198854"/>
              <a:chExt cx="4954676" cy="360408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BDEC9DB-442F-BFE2-C05A-13C08F683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45888" y="3198854"/>
                <a:ext cx="2223305" cy="3601797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74BA167-6BC8-742D-D287-9FA4BC957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18474" y="3201145"/>
                <a:ext cx="2104927" cy="360179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2803FF-659D-F3FC-6064-12427AFD25B0}"/>
                  </a:ext>
                </a:extLst>
              </p:cNvPr>
              <p:cNvSpPr txBox="1"/>
              <p:nvPr/>
            </p:nvSpPr>
            <p:spPr>
              <a:xfrm>
                <a:off x="4468725" y="3198854"/>
                <a:ext cx="479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dirty="0"/>
                  <a:t>5.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DEB2FE0-65BE-48C8-AADC-8345C902CFCF}"/>
                </a:ext>
              </a:extLst>
            </p:cNvPr>
            <p:cNvSpPr txBox="1"/>
            <p:nvPr/>
          </p:nvSpPr>
          <p:spPr>
            <a:xfrm>
              <a:off x="6504422" y="1715962"/>
              <a:ext cx="15623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2400" dirty="0"/>
                <a:t>Affordance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83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4745A-3369-A32F-B3B1-A2F78CBA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E7F30-AA4F-1C0E-ECDD-DA432C10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 1: What is ID?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8A9C8-2FE7-49DC-7B41-B34A5F83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Content Placeholder 6" descr="A comparison of different colored circles&#10;&#10;Description automatically generated">
            <a:extLst>
              <a:ext uri="{FF2B5EF4-FFF2-40B4-BE49-F238E27FC236}">
                <a16:creationId xmlns:a16="http://schemas.microsoft.com/office/drawing/2014/main" id="{259A9E8D-D110-718F-F534-9AAC6152C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5" r="1" b="7401"/>
          <a:stretch/>
        </p:blipFill>
        <p:spPr>
          <a:xfrm>
            <a:off x="566928" y="1010602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33284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person holding a sign&#10;&#10;Description automatically generated">
            <a:extLst>
              <a:ext uri="{FF2B5EF4-FFF2-40B4-BE49-F238E27FC236}">
                <a16:creationId xmlns:a16="http://schemas.microsoft.com/office/drawing/2014/main" id="{383011D4-F060-DBEC-FF7A-63FC6D1F3FE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11FB2-DD00-3F19-3CCB-8EAE7625F76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16 July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6790E-73EE-D45C-7EDF-39289C8D50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Admin &amp; Chap 1: What is ID?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CDBA8-B57D-39E4-ABFF-406337DCAE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44D0A3-D095-4F39-27CB-A50413D03E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4042" y="1802058"/>
            <a:ext cx="5396285" cy="4077010"/>
          </a:xfrm>
        </p:spPr>
        <p:txBody>
          <a:bodyPr>
            <a:normAutofit/>
          </a:bodyPr>
          <a:lstStyle/>
          <a:p>
            <a:r>
              <a:rPr lang="en-US" sz="2800" dirty="0"/>
              <a:t>Should have booked slot on </a:t>
            </a:r>
            <a:r>
              <a:rPr lang="en-US" sz="2800" dirty="0" err="1"/>
              <a:t>Funda</a:t>
            </a:r>
            <a:endParaRPr lang="en-US" sz="2800" dirty="0"/>
          </a:p>
          <a:p>
            <a:r>
              <a:rPr lang="en-US" sz="2800" dirty="0"/>
              <a:t>Ensure you understand content in </a:t>
            </a:r>
            <a:r>
              <a:rPr lang="en-US" sz="2800" b="1" i="1" dirty="0"/>
              <a:t>both</a:t>
            </a:r>
            <a:r>
              <a:rPr lang="en-US" sz="2800" dirty="0"/>
              <a:t> guides</a:t>
            </a:r>
          </a:p>
          <a:p>
            <a:r>
              <a:rPr lang="en-US" sz="2800" dirty="0"/>
              <a:t>First assignment draft due 20 July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7FD780-F3AF-1DDC-73C4-EF3F8A47EFE1}"/>
              </a:ext>
            </a:extLst>
          </p:cNvPr>
          <p:cNvSpPr txBox="1"/>
          <p:nvPr/>
        </p:nvSpPr>
        <p:spPr>
          <a:xfrm>
            <a:off x="1960873" y="6604084"/>
            <a:ext cx="17892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0" dirty="0">
                <a:solidFill>
                  <a:srgbClr val="191919"/>
                </a:solidFill>
                <a:effectLst/>
                <a:latin typeface="Canva Sans"/>
              </a:rPr>
              <a:t>Jeff Stapleton</a:t>
            </a:r>
            <a:r>
              <a:rPr lang="en-ZA" sz="1050" b="1" i="0" dirty="0">
                <a:solidFill>
                  <a:srgbClr val="191919"/>
                </a:solidFill>
                <a:effectLst/>
                <a:latin typeface="Canva Sans"/>
              </a:rPr>
              <a:t> on pexels.com</a:t>
            </a:r>
            <a:endParaRPr lang="en-US" sz="1050" b="1" i="0" dirty="0">
              <a:solidFill>
                <a:srgbClr val="191919"/>
              </a:solidFill>
              <a:effectLst/>
              <a:latin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2178443798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Classical neutrals marketing presentation</Template>
  <TotalTime>422</TotalTime>
  <Words>749</Words>
  <Application>Microsoft Office PowerPoint</Application>
  <PresentationFormat>Widescreen</PresentationFormat>
  <Paragraphs>139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Canva Sans</vt:lpstr>
      <vt:lpstr>Neutrals</vt:lpstr>
      <vt:lpstr>User-Interface Design WUIV302</vt:lpstr>
      <vt:lpstr>Agenda</vt:lpstr>
      <vt:lpstr>Overview</vt:lpstr>
      <vt:lpstr>Some more admin</vt:lpstr>
      <vt:lpstr>Module material on Funda</vt:lpstr>
      <vt:lpstr>Module material on Funda</vt:lpstr>
      <vt:lpstr>Going digital</vt:lpstr>
      <vt:lpstr>Quote</vt:lpstr>
      <vt:lpstr>What do we design?</vt:lpstr>
      <vt:lpstr>PowerPoint Presentation</vt:lpstr>
      <vt:lpstr>PowerPoint Presentation</vt:lpstr>
      <vt:lpstr>Perceptions</vt:lpstr>
      <vt:lpstr>PowerPoint Presentation</vt:lpstr>
      <vt:lpstr>PowerPoint Presentation</vt:lpstr>
      <vt:lpstr>User Experience (UX) and Usability</vt:lpstr>
      <vt:lpstr>Seven usability goals</vt:lpstr>
      <vt:lpstr>UX</vt:lpstr>
      <vt:lpstr>Design principles</vt:lpstr>
      <vt:lpstr>PowerPoint Presentation</vt:lpstr>
      <vt:lpstr>PowerPoint Presentation</vt:lpstr>
    </vt:vector>
  </TitlesOfParts>
  <Company>Nelson Mandela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User-Interface Design WUIV302</dc:title>
  <dc:creator>Barnard, Lynette (Dr) (Summerstrand Campus South)</dc:creator>
  <cp:lastModifiedBy>Barnard, Lynette (Dr) (Summerstrand Campus South)</cp:lastModifiedBy>
  <cp:revision>41</cp:revision>
  <dcterms:created xsi:type="dcterms:W3CDTF">2026-07-09T11:06:27Z</dcterms:created>
  <dcterms:modified xsi:type="dcterms:W3CDTF">2026-07-15T16:54:14Z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